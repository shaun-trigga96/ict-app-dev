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51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1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3201,'0'0'9970,"0"13"-8718,-18 241 4129,17-243-5344,-12 85 418,6-55-746,-1 65-1,8-105-676,0-21-5139,0-11 1713,0-6-1033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2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396 137 3410,'0'0'4105,"21"-4"-2808,-1 0-1060,124-18 924,-40 12-350,499-38-35,-156 0-367,-447 48-308,0 0 1,1 0 0,-1 0 0,0 0 0,1 0 0,-1 0 0,0 0 0,1 0 0,-1 1-1,0-1 1,1 0 0,-1 0 0,0 0 0,0 0 0,1 1 0,-1-1 0,0 0-1,1 0 1,-1 0 0,0 1 0,0-1 0,0 0 0,1 1 0,-1-1 0,0 0-1,0 1 1,0-1 0,0 0 0,1 0 0,-1 1 0,0-1 0,0 0 0,0 1 0,0-1-1,0 1 1,0-1 0,1 23 1051,-8 22-538,7-45-606,-11 50 726,1-6 54,-4 55 0,8 127 1390,6-209-2071,-29-16 9,-752 44-1581,442-18 1050,271-22 487,-410 17 1655,647-22-2646,-53 0-5973,-81 0 936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3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0 2561,'0'0'10029,"-19"2"-8722,-5 2-744,1 0 0,0 1-1,-39 15 1,55-18-474,0 0 0,1 1 0,-1 0 0,1 0 0,-1 1 0,1-1 0,1 1 0,-1 1 0,0-1 0,1 1 0,0 0 0,0 0 0,0 1 0,1-1 0,0 1-1,0 0 1,0 0 0,1 0 0,0 1 0,-4 10 0,7-14-92,0-1 0,0 1 0,0-1 0,1 1 0,-1-1 0,0 1 0,1-1 0,0 1 0,-1-1 0,1 1 0,0-1 0,1 1-1,-1-1 1,0 0 0,1 0 0,-1 0 0,1 0 0,-1 0 0,1 0 0,0 0 0,0 0 0,0-1 0,0 1 0,0-1 0,0 1 0,1-1 0,-1 0 0,4 2-1,10 4-40,0 0 0,0-1 0,19 4 0,-18-5 64,-12-3-33,15 3-268,-1 2 0,0 0 0,0 1 0,0 0-1,23 16 1,-42-24 259,1 0 0,0 1-1,0-1 1,-1 0 0,1 1 0,0-1-1,-1 1 1,1-1 0,0 1-1,-1-1 1,1 1 0,-1-1 0,1 1-1,-1 0 1,1-1 0,-1 1-1,1 0 1,-1-1 0,0 1 0,1 0-1,-1 0 1,0-1 0,1 1-1,-1 0 1,0 0 0,0 0-1,0-1 1,0 1 0,0 0 0,0 0-1,0 0 1,0-1 0,0 1-1,0 0 1,-1 0 0,1 0 0,0-1-1,0 1 1,-1 0 0,1 0-1,-1-1 1,1 1 0,0 0-1,-1-1 1,1 1 0,-1-1 0,0 1-1,1 0 1,-1-1 0,1 1-1,-2 0 1,-42 19 427,36-17-376,-254 80 2081,270-94-4132,1 0 1,-1 1-1,16-14 1,21-18-1760,2-4-639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3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6099,'0'0'5018,"-8"25"-1294,-2 4-2690,3-9-406,0 1 0,1-1-1,1 1 1,1 0-1,-2 34 1,1 31 1475,-4 128-370,9-208-1839,-1 1 1,1-1-1,-1 0 0,0 1 0,-4 12 0,5-18-129,-1 0 1,1 0-1,-1 0 0,0 0 1,1 0-1,-1 1 0,0-1 1,0 0-1,1-1 0,-1 1 1,0 0-1,0 0 0,0 0 1,0 0-1,-2 1 0,2-2-217,-1 0 0,1 0 0,0 1-1,0-1 1,-1 0 0,1 0-1,0 0 1,0 0 0,0 0 0,-1-1-1,1 1 1,0 0 0,0 0 0,0-1-1,-1 1 1,1-1 0,0 1-1,0-1 1,-2-1 0,-12-12-3894,-4-5-197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4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1 139 3474,'0'0'2718,"28"-6"-138,14-4-1518,113-19 2836,-139 27-3412,21-4 441,0 2 0,0 1 0,65 4 0,-131 23-322,-9 0-274,22-15-209,0 1-1,1 1 0,-27 24 1,38-31-124,0 0 0,0 1 1,1 0-1,-1 0 0,1 0 0,0 0 1,1 1-1,-1-1 0,1 1 0,0-1 1,0 1-1,1 0 0,-1 0 0,2 0 1,-1 0-1,0 8 0,6-13-59,1 0 1,-1 0-1,0-1 0,0 0 1,0 0-1,1 0 0,6-2 1,-2-1-53,0-1 1,0 0 0,0 0 0,0-1-1,-1-1 1,0 1 0,0-2 0,0 1-1,-1-1 1,0 0 0,-1-1 0,1 0-1,8-13 1,-8-4 864,-8 24 687,0 16-954,0 93-1587,1-107 862,0 0 0,0 0-1,0 0 1,1 0-1,-1 0 1,0 0 0,1-1-1,-1 1 1,0 0 0,1-1-1,-1 1 1,1-1 0,-1 1-1,1-1 1,-1 0-1,1 1 1,0-1 0,-1 0-1,1 0 1,-1 0 0,1 0-1,-1-1 1,1 1 0,2-1-1,45-7-4947,-42 4 4309,1 0 0,-1-1 0,-1 0 0,1-1 0,-1 1 0,11-12 0,5-16 1055,-13-1 11113,-6 42-6761,6 22-2861,-7 20 560,-2-50-2042,0-11 65,-1-6-252,0-1-1,-1 0 0,-6-22 1,6 22-233,0 0 0,1 1 0,3-36 0,-1 9-543,-1 43 681,0 0 0,0 0 0,1 0 0,-1 1 0,0-1 0,0 0 0,1 1 0,-1-1 0,1 0 0,-1 0 0,0 1 0,1-1 0,-1 1 0,1-1 0,-1 0 0,1 1 0,0-1 0,-1 1 1,1-1-1,0 1 0,-1 0 0,1-1 0,0 1 0,-1-1 0,1 1 0,0 0 0,0 0 0,0 0 0,-1-1 0,1 1 0,0 0 0,1 0 0,34 0-8231,-23 0 5934,7 0-1682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4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6563,'0'0'11691,"-2"20"-9837,-28 163 3036,27-110-3502,4-48-1140,-1-24-256,0 0 1,0 0-1,0-1 1,0 1 0,1 0-1,-1-1 1,0 1 0,0 0-1,1-1 1,-1 1-1,0 0 1,1-1 0,-1 1-1,1 0 1,-1-1 0,1 1-1,-1-1 1,1 1 0,-1-1-1,1 1 1,-1-1-1,1 0 1,0 1 0,-1-1-1,1 0 1,0 1 0,-1-1-1,2 1 1,29 1-2060,-23-3 957,-1 0 0,1 0 0,-1-1 0,1 0 0,11-5 0,-15 5 138,-1 0 0,1 0 0,-1 0-1,0-1 1,0 1 0,0-1-1,0 0 1,4-6 0,1-7-5346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4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4178,'0'0'10133,"169"-40"-9253,-108 35-544,0 3-288,-6 2-48,-15 0-1328,-6 0-3203,-7 0-2800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17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2192 1024,'0'0'5302,"15"0"-4772,181-14 596,-54-8-665,629-80-220,-452 85-587,-134 10 1415,334-57 1,-440 41 850,-74 21-1625,-1 1 1,0-1 0,0 0 0,0-1-1,0 1 1,0-1 0,0 0-1,-1 1 1,1-2 0,-1 1 0,0 0-1,0-1 1,0 1 0,0-1 0,0 0-1,1-4 1,-2 2-196,-1 0 0,0-1 0,0 1-1,-1 0 1,1 0 0,-1 0 0,-1-8 0,0 7-104,1 0 0,0 0-1,0-1 1,1 1 0,2-12 0,3-8-22,-1-1 1,-1 0 0,-1-55-1,0 5 0,4-10-425,-9-163 0,-10 163-645,6 51 657,-2-62 0,7 79 362,-1 0 1,-8-36 0,5 36 38,1 0 1,-1-38-1,7 17-273,-1 29 163,0 0 0,-1 0 0,0 0-1,-1 0 1,0 0 0,-1 1 0,-5-21-1,0 6 102,0 0-1,2-1 0,1 1 0,1-1 0,1 0 0,3-39 0,-1 60 37,0-384 1147,1 390-1007,0 0 0,1 0-1,-1 1 1,0-1 0,0 0-1,0 0 1,0 1 0,0-1-1,0 1 1,0-1 0,0 1-1,0 0 1,0-1 0,0 1-1,0 0 1,1 1 0,-12 17-96,-2 0 1,0 0-1,-1-1 1,-1-1-1,-1 0 1,0-1-1,-1-1 1,-18 14-1,24-22-29,6-5-6,0 1 0,0 0 0,0 0 0,0 0 0,0 0 0,1 0 0,0 1 0,0 0 0,0-1 0,-5 9 0,8-12-17,5-3 13,0 0-1,-1-1 1,1 1 0,-1-1 0,0 0-1,5-5 1,-6 5 5,19-17-208,-2-2 1,-1 0-1,0-1 0,-2-1 1,22-43-1,-39 67 239,0 1 0,0 0-1,1-1 1,-1 1 0,0-1-1,0 1 1,1 0 0,-1-1-1,0 1 1,1 0 0,-1-1 0,0 1-1,1 0 1,-1-1 0,0 1-1,1 0 1,-1 0 0,1-1-1,-1 1 1,1 0 0,-1 0-1,0 0 1,1 0 0,-1 0-1,1 0 1,-1 0 0,1 0-1,-1 0 1,1 0 0,-1 0 0,1 0-1,-1 0 1,0 0 0,1 0-1,-1 0 1,1 0 0,-1 0-1,1 1 1,-1-1 0,0 0-1,1 1 1,21 19 744,9 32 361,22 69 2406,-53-120-3464,0 0 0,1 0 1,-1-1-1,0 1 0,1 0 0,-1 0 1,0 0-1,1-1 0,-1 1 1,1 0-1,0 0 0,-1-1 0,1 1 1,-1-1-1,1 1 0,0 0 0,0-1 1,-1 1-1,1-1 0,0 0 1,0 1-1,0-1 0,-1 0 0,1 1 1,0-1-1,0 0 0,0 0 1,0 0-1,1 1 0,-1-1 153,7-1-381,-4 0-1511,-9 6-226,-22 14-5561,7-10 1113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22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7 197 1169,'0'0'8537,"16"0"-6064,3 1-2237,-1-2 1,1 0 0,-1-1-1,1-1 1,32-9-1,-47 11-276,1-1 0,-1 0 0,0 0-1,1 0 1,-1 0 0,0-1 0,0 0 0,-1 0-1,1 0 1,0 0 0,-1 0 0,0-1 0,0 0-1,0 1 1,0-1 0,-1 0 0,1-1 0,-1 1-1,0 0 1,0-1 0,-1 1 0,1-1 0,-1 1-1,0-1 1,0 0 0,-1 1 0,0-1 0,1-7-1,-1 8-1,0 0-1,0 0 0,0 0 1,0 0-1,-1 0 0,0 0 1,0 0-1,0 1 0,0-1 1,0 0-1,-2-3 0,1 5 26,0 0 1,1 1-1,-1-1 0,0 1 0,0-1 0,0 1 0,0 0 1,0 0-1,0 0 0,-1 0 0,1 0 0,0 1 1,0-1-1,-1 1 0,1-1 0,0 1 0,-1 0 1,1 0-1,-5 0 0,-4 0 221,0 0 1,0 1-1,0 0 1,0 0-1,1 1 1,-1 1-1,0 0 1,1 0-1,-17 9 1,22-10-114,1 1 0,0-1 0,0 1 0,0 0 0,0 0 0,1 0 0,-1 1 1,1-1-1,-1 1 0,1 0 0,1 0 0,-1 0 0,0 0 0,1 0 0,0 1 0,0-1 0,0 1 0,1-1 0,-1 1 1,1 0-1,0 0 0,1 0 0,-1 0 0,1 5 0,-1-7-59,1 0-1,0 0 1,0 0 0,1 0 0,-1 0-1,1 0 1,-1 0 0,1 0 0,0 0 0,0-1-1,0 1 1,1 0 0,-1 0 0,1-1-1,-1 1 1,1-1 0,3 5 0,-1-5-31,0 1 0,0-1 0,0 1 0,0-1 0,1-1 0,-1 1 1,1 0-1,-1-1 0,1 0 0,8 1 0,62 4-769,-60-6-321,0-1-1,0-1 0,0 0 0,-1-1 0,23-7 0,-28 6 534,0 1 0,0-1 0,-1-1 0,1 1-1,-1-2 1,0 1 0,0-1 0,-1 0 0,9-10 0,-10 10 694,0-1 1,-1 0-1,0-1 1,-1 1-1,0-1 1,6-15-1,-9 22 441,-1-1-1,1 1 0,0-1 0,-1 1 0,1 0 0,0-1 0,0 1 0,0 0 0,0-1 0,0 1 0,0 0 0,0 0 0,3-2 0,-3 3-337,0-1-1,-1 1 0,1 0 0,0-1 0,0 1 1,0 0-1,0 0 0,0 0 0,0 0 1,0 0-1,0 0 0,0 0 0,0 0 0,0 0 1,0 0-1,0 0 0,1 1 0,4 2 29,0 0-1,0 1 1,-1 0-1,0-1 1,10 10 0,-12-10-301,0 0-1,0 0 1,0 0 0,1-1 0,-1 1 0,1-1 0,-1 0 0,1 0 0,0 0 0,0-1 0,4 2 0,-7-3-80,31-29-339,-31 28 514,-1 0 0,1 0 1,0 0-1,-1 1 0,1-1 0,0 0 0,0 0 0,0 0 0,-1 1 1,1-1-1,0 0 0,0 1 0,0-1 0,0 1 0,0-1 0,1 1 1,-1-1-1,0 1 0,0 0 0,0 0 0,0-1 0,0 1 1,0 0-1,1 0 0,-1 0 0,2 1 0,25 15-317,-24-13-170,-1 0 1,1-1 0,0 0-1,-1 1 1,1-1-1,0 0 1,0-1 0,0 1-1,1-1 1,5 2-1,44 1-7334,-21-4 2844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22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112 494 5314,'0'0'8444,"-15"-2"-7766,-46-7-112,59 9-553,1 0 1,-1 1 0,1-1-1,-1 0 1,1 1 0,-1-1 0,1 1-1,-1-1 1,1 1 0,0 0 0,-1 0-1,1 0 1,0 0 0,0-1 0,-1 2-1,1-1 1,0 0 0,0 0 0,0 0-1,0 0 1,0 1 0,1-1 0,-1 0-1,0 1 1,0-1 0,1 1 0,-1-1-1,1 1 1,0-1 0,-1 1-1,1-1 1,0 1 0,0-1 0,0 4-1,-1-3-2,1 0-1,0 0 1,0 0 0,0 0-1,0 0 1,0 0-1,0 0 1,0 0-1,1 0 1,-1 0-1,1 0 1,-1 0-1,1-1 1,0 1-1,0 0 1,0 0-1,0 0 1,0-1 0,0 1-1,0-1 1,1 1-1,-1-1 1,3 3-1,4-2-154,0-1-1,0 1 1,0-2-1,0 1 0,0-1 1,0 0-1,0-1 1,0 0-1,0 0 1,0 0-1,0-1 1,-1-1-1,1 1 1,0-1-1,-1 0 0,0-1 1,10-6-1,9-6-716,0-2-1,-2-1 1,26-25-1,-21 15 646,-3-2 0,0 0 1,-2-1-1,-1-2 0,-2 0 0,-1-1 0,-2-1 1,25-71-1,-31 63 1572,-10 15 2376,-7 25-898,-20 7-1712,11 1-746,0 1-1,0 0 1,1 2-1,0-1 1,0 2 0,1-1-1,0 2 1,0-1-1,1 2 1,-20 20 0,11-8 282,1 0 0,1 2 0,0 0 0,-20 40 0,30-48-432,0 1 1,2 1-1,0-1 0,1 1 0,1 0 1,-3 25-1,1 110 335,6-129-534,1 8-88,2 0 1,1 0 0,12 46 0,15 36-3598,-26-99 2624,3 35-8362,-8-37 2464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23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1857,'0'0'15236,"0"4"-13614,1 114 3172,-1 90-1315,-21 104-2697,19-288-829,3-19-188,-1 1 0,0-1-1,-1 1 1,1-1-1,-1 0 1,0 0-1,0 1 1,-1-1-1,-4 9 1,5-13-1489,0-11-4555,-1 2 3798,-1-14-980,3-21-3465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23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4098,'0'0'1291,"20"5"160,281 55 3568,634-21-4405,-881-39-593,31 0 7,0-4 1,0-4 0,118-25-1,-196 31 200,24-8-110,-31 10 58,1 0 1,0-1 0,-1 1 0,1 0-1,-1-1 1,1 1 0,-1-1 0,1 1-1,-1-1 1,1 1 0,-1-1-1,0 1 1,1-1 0,-1 1 0,0-1-1,1 0 1,-1 1 0,0-1 0,0 1-1,0-1 1,1 0 0,-1-1-1,-23 2 2727,16 1-2734,0 1 1,0-1-1,0 1 1,1 1-1,-1-1 0,1 1 1,-1 0-1,1 1 0,0 0 1,0 0-1,0 0 0,1 0 1,-1 1-1,1 0 0,0 0 1,1 1-1,-1-1 0,1 1 1,-5 8-1,-3 6 248,0 1 0,1 0 0,1 1 0,-11 38 0,6 5 435,3 1 0,3 0 1,-1 95-1,10-147-798,-2 17 26,-1-5-41,2 0 1,1 1-1,5 36 0,-5-58-41,1 0-1,0 0 1,0 0-1,0-1 1,1 1-1,0 0 0,0-1 1,0 1-1,0-1 1,1 1-1,-1-1 1,1 0-1,0 0 1,1 0-1,-1 0 0,0-1 1,1 0-1,0 1 1,0-1-1,0 0 1,0-1-1,1 1 1,8 3-1,-12-6-24,-23 0-76,12-1 54,-1689-72-1770,1696 73 386,9-1-432,119-19-8171,-66 7 3715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26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2174 2175 2897,'0'0'1745,"-27"0"296,-359 18 4994,-5 13-4065,-435 51-1487,617-36-1137,152-30-244,-2-3-1,0-2 1,-100 5-1,158-16-93,3-10-29,-1 0 13,1 1 0,1-1 0,0 1 1,0 0-1,1 0 0,0 0 0,1 0 0,0 1 0,8-12 0,17-32 23,117-294-964,-115 258 597,-4-1-1,15-95 1,-26 99 262,1-5 59,-3-2-1,3-132 1,-18-32-338,0 255 375,1-1-1,-1 0 0,0 0 0,1 0 1,-1 0-1,1 1 0,0-1 0,0 0 0,-1 1 1,1-1-1,0 0 0,1 1 0,-1-1 0,0 1 1,0 0-1,1-1 0,-1 1 0,0 0 0,1 0 1,-1 0-1,1 0 0,0 0 0,-1 0 0,1 0 1,0 0-1,-1 1 0,1-1 0,0 1 1,0-1-1,0 1 0,0 0 0,3 0 0,11-2 51,-1 1 0,1 1 0,18 1 0,-8 1 95,284 11 236,-302-13-384,79 0 40,135-16-1,-195 12-19,-1-1 0,0-1-1,0-2 1,0 0 0,-1-2-1,-1-1 1,1-1 0,-2 0-1,33-25 1,-51 33-11,0 0-1,0-1 1,-1 0-1,1 0 1,-1 0-1,-1-1 1,1 1-1,-1-1 1,0 0 0,0 0-1,-1 0 1,1 0-1,-1-1 1,-1 1-1,3-13 1,-2-7 16,0 0 0,-4-47 0,0 17 2,1 17-31,0 21 2,0 0 0,2 0 0,0 0 0,0 0 0,2 0 1,0 1-1,10-28 0,7-4 3275,-17 43-3220,0 0-1,-1 0 1,0 0-1,0-1 1,-1 1 0,0-1-1,0 0 1,0 1 0,-1-1-1,0 0 1,-1-6-1,1 5-36,0 6-45,0 2 63,0 12 211,-1 0 1,-1 0-1,1 0 1,-2 0-1,0 0 0,-6 18 1,-8-4-33,-1 0 1,-1-2-1,0 0 1,-2 0-1,-1-2 1,-38 30-1,19-15-112,40-33-98,1-2-4,0-2 201,0-1-202,-1 0 1,1 0-1,0-1 1,0 1-1,0 0 1,0 0-1,0 0 1,0 0-1,1-1 1,-1 1-1,0 0 1,1 0-1,-1 0 1,0 0-1,1 0 1,0 0-1,-1 0 1,1 0-1,-1 0 1,1 0-1,0 0 1,0 0-1,0 0 1,-1 0-1,1 1 0,0-1 1,2-1-1,34-23-49,-26 18 18,-1-1-89,0 0 0,0-1 0,-1-1-1,0 1 1,-1-2 0,0 1 0,0-1 0,-1 0 0,-1-1 0,0 1 0,0-1 0,6-23 0,-10 31 99,-1 0 0,1 0 0,0 1 0,0-1 0,0 1 0,0-1 0,1 1 0,-1 0 0,1 0 0,0 0 0,0 0 0,0 1 0,6-5 0,-8 8 28,0-1 0,-1 1-1,1 0 1,0-1 0,0 1 0,0-1 0,0 1-1,-1 0 1,1 0 0,0-1 0,0 1 0,-1 0-1,1 0 1,-1 0 0,1 0 0,-1 0 0,1 0-1,-1 0 1,0 0 0,1 0 0,-1 0 0,0 0-1,0 0 1,0 0 0,0 0 0,0 0 0,0 1-1,7 39 399,-5-24-162,1 0 0,0 0 0,1-1 0,1 0 0,1 0 0,0 0 0,13 22 0,-13-24-37,-2-6-55,0-1 0,1 0 0,-1 0 0,2 0 0,-1 0 0,12 11 0,-12-14-1348,3 7 6026,-6-8-5273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09:58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3490,'0'0'4703,"0"35"-2251,1-7-1812,-1-2-56,0 0 1,-1 0-1,-2 0 0,-7 34 1,-18 41 1222,-24 185 0,51-202-1233,1-97-1172,1 1 1,0-1-1,1 1 1,6-20-1,21-46-6157,-16 45 3287,0-2-419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09:59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467 136 1457,'0'0'3785,"-20"9"-1466,24-7-2224,0-1 1,1 0 0,-1 1-1,0-2 1,1 1-1,-1 0 1,1-1 0,-1 0-1,0 0 1,9-1-1,-7 1 46,496-28 1779,-7-33-1315,-329 39-584,98-18 2107,-263 40-2059,0 0 0,0 0 0,0 1 0,0-1 0,-1 0 0,1 1-1,0-1 1,0 1 0,0-1 0,-1 1 0,1-1 0,0 1 0,0 0-1,-1-1 1,1 1 0,-1 0 0,1-1 0,0 1 0,-1 0 0,0 0-1,1 0 1,-1-1 0,1 1 0,-1 0 0,0 0 0,0 0 0,1 0-1,-1 0 1,0 0 0,0 0 0,0 0 0,0 0 0,0 0 0,0-1-1,0 1 1,0 0 0,-1 0 0,1 0 0,0 0 0,-1 1-1,-8 46 506,-12 42 141,4 2 1,3 0-1,0 112 1,0-15-94,7-125-423,-7 112 936,14-175-735,-14-7-61,5-2-336,-1-1-25,1 0-1,-1 1 1,0 0-1,-1 0 1,0 2-1,0-1 1,0 1-1,-1 1 1,-14-5-1,-16-1-211,0 2 0,-1 1 0,-50-1 0,-136 3-322,117 6 482,-967-7 661,1021 7-429,104-11-1012,-45 11-181,6-14-8567,-7-4 2140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0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24 2449,'0'0'8882,"0"0"-8797,-1 0 0,1 0 1,0-1-1,0 1 1,0 0-1,0 0 1,0 0-1,0 0 0,0 0 1,-1 0-1,1 0 1,0 0-1,0 0 1,0 0-1,0 0 0,0 0 1,0 0-1,0 0 1,0 0-1,-1-1 0,1 1 1,0 0-1,0 0 1,0 0-1,0 0 1,0 0-1,0 0 0,0 0 1,0-1-1,0 1 1,0 0-1,0 0 1,0 0-1,0 0 0,0 0 1,0 0-1,0-1 1,0 1-1,0 0 1,0 0-1,0 0 0,0 0 1,0 0-1,0 0 1,0 0-1,0-1 1,0 1-1,0 0 0,-11-3 2,0 1 0,0 0 0,0 0 0,-1 1 0,1 1 0,0 0 0,-1 0 0,1 1 0,-1 0 0,-12 4 0,17-3-78,1-1 1,-1 1-1,1 0 1,0 1-1,0-1 1,0 1-1,0 0 1,1 1 0,-1-1-1,1 1 1,0 0-1,0 1 1,0-1-1,0 1 1,1 0-1,0 0 1,0 1 0,0-1-1,-3 7 1,6-9-10,0 1 1,0-1 0,0 1-1,0-1 1,0 1-1,1-1 1,0 1 0,0 0-1,0-1 1,0 1 0,0 0-1,1-1 1,-1 1 0,3 4-1,-3-6 2,1 0-1,0 0 1,0 0-1,0 0 1,0 0-1,0-1 1,0 1-1,0 0 1,0-1-1,1 1 0,-1-1 1,1 1-1,-1-1 1,1 0-1,0 0 1,-1 0-1,1 0 1,0 0-1,0 0 1,0 0-1,0 0 1,0-1-1,0 1 1,0-1-1,3 1 1,1-1-8,0 0 1,0 0 0,0-1 0,0 0-1,0 0 1,0 0 0,0-1-1,0 0 1,0 0 0,0 0 0,-1-1-1,0 0 1,1 0 0,-1 0 0,0-1-1,0 0 1,7-7 0,0-2-59,0 0 0,-1-1 1,-1 0-1,17-30 0,-25 41 126,-1 0-1,0 0 1,0 0-1,0 0 1,0 0-1,0 0 1,-1 0-1,0-1 1,1 1-1,-1 0 1,-1-4 0,1 2 2518,0 28-830,0-5-1239,0-5-238,0 0 1,0 0-1,1 0 0,1 0 0,4 17 1,-5-26-273,1 0 0,0-1 0,0 1 0,0 0 0,0 0 1,0-1-1,1 0 0,-1 1 0,1-1 0,0 0 0,0 0 0,0 0 0,1-1 1,-1 1-1,1-1 0,-1 0 0,1 0 0,0 0 0,0 0 0,7 2 0,5 1-648,1-1 0,0-1 0,0 0-1,20 0 1,35-2-4921,-19-1-1197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2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1 418 2145,'0'0'3855,"18"5"-3396,2 0-299,2 2 106,1-1-1,0-2 1,29 3-1,356-1 1958,-250-7-2024,-85-3 187,-1-3 1,0-3-1,137-37 0,-194 43-229,-1-1 0,1 0-1,21-11 1,-32 14-107,0 0 0,-1 0-1,0-1 1,1 1 0,-1-1-1,0 1 1,0-1 0,0 0-1,-1-1 1,1 1 0,-1 0-1,0-1 1,0 1 0,0-1 0,0 1-1,0-1 1,-1 0 0,2-5-1,1-26-42,-1 0 0,-1 0 0,-4-37 0,0 7 19,3 64-27,-1-1 1,0 1 0,1-1-1,-1 1 1,1 0 0,-1-1-1,1 1 1,0 0 0,-1 0-1,1-1 1,0 1 0,0 0-1,0 0 1,0 0 0,0 0-1,0 0 1,0 0 0,0 0-1,1 0 1,-1 1 0,0-1-1,0 0 1,1 1 0,-1-1-1,1 1 1,-1-1 0,0 1-1,1 0 1,2-1 0,54-5-21,-38 5 17,640-16 58,-433 19-47,-67-2-23,-158 0 1278,-23 7-10346,14-7 5016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2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0 784,'0'0'6633,"12"4"-4195,-9 3-2117,0-1 0,1 0-1,0 0 1,-1 0 0,2-1 0,-1 1 0,1-1-1,0 0 1,0 0 0,7 5 0,4 0-26,0 0 1,24 11 0,10 5-139,-48-26-125,-1 1 1,0-1 0,0 1-1,0 0 1,0-1-1,0 1 1,0 0-1,0 0 1,0 0-1,0 0 1,0 0 0,0 0-1,0 0 1,-1 0-1,1 0 1,0 0-1,-1 0 1,1 1-1,-1-1 1,0 0 0,1 0-1,-1 1 1,0-1-1,1 0 1,-1 0-1,0 1 1,0-1-1,0 0 1,0 1-1,-1-1 1,1 0 0,0 1-1,0-1 1,-1 0-1,1 0 1,-1 0-1,1 1 1,-1-1-1,1 0 1,-1 0 0,0 0-1,-1 1 1,-1 3 123,-1 0 1,-1-1 0,1 0-1,0 0 1,-1 0-1,0 0 1,0-1 0,-5 3-1,-44 20 645,-33 18-74,80-40-723,0 0 1,0 1 0,0 0 0,1 1 0,0-1 0,0 1 0,0 0 0,-8 13 0,6 1-906,8-20 744,0 1-1,0-1 1,0 1 0,-1 0-1,1-1 1,0 1 0,0-1 0,1 1-1,-1-1 1,0 1 0,0-1-1,0 1 1,0-1 0,0 1-1,0-1 1,1 1 0,-1-1 0,0 1-1,0-1 1,1 1 0,-1-1-1,0 0 1,1 1 0,-1-1-1,1 1 1,-1-1 0,0 0 0,1 1-1,-1-1 1,1 0 0,-1 0-1,1 1 1,-1-1 0,1 0-1,-1 0 1,1 0 0,-1 1 0,1-1-1,0 0 1,29 1-5760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3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2 944,'0'0'6035,"17"-2"-3340,-16 6-2424,0 0 0,0 0 0,0-1-1,-1 1 1,1 0 0,-1 0 0,0 0 0,0 0 0,0 0 0,-2 5 0,2 3 313,-1 1-144,-1 0-1,0 0 0,-1 0 1,0 0-1,-1-1 1,-8 19-1,-8 27 562,-11 62 549,5 1 0,-18 229 0,24-150-886,13-140-338,6-52-250,-3 29 135,2-30-166,1-21-71,3-13-1351,1 0 0,1 1 0,8-27 0,1-10-3002,1-16-2448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5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1 330 896,'0'0'4432,"13"-11"-2066,8 6-1998,0 1-1,0 1 1,0 1-1,0 1 1,28 2-1,3-1-133,1402-56 986,-710 22-546,374-7-343,122 34-550,-1042 13 144,402-4-501,-556-6 527,0-3 0,70-19 0,-56 12 73,-17 7 48,1 2 0,0 2 0,67 3 0,42-3 422,154-32 904,-192 23-778,149 3 0,13 0 282,-74 0 658,22-3-1087,-120-8-102,-104 66 709,-64 106 929,39-74-1214,3 2-1,4 1 0,3 0 0,4 1 0,-2 85 0,-10 3-112,14-114-379,1-20 186,6-29-233,1 0 0,0 0 1,1 0-1,0 1 1,0 9-1,0 11 280,0-10-384,1 0 0,1-1 0,1 1 1,0 0-1,7 27 0,-6-42-1873,-3-13-55,-6-20-3107,-20 0-2920,-18-2-4195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6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1 266 1105,'0'0'6493,"4"-3"-5471,6-2-1,-1 0 1,0 1-1,1-1 0,17-4 1,96-16-58,-62 14-656,603-81-73,-575 82-233,1606-80 337,-374 84 321,-813 7-586,1213 94 281,-1397-47-335,199 18 29,-292-62 2406,-44-3-1100,-139-5 2297,-47 4-2956,9-8 60,-8 3-3569,-43-8-4737,3-4 814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7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0 256,'0'0'6769,"0"14"-5291,1 34-29,-4 153 5967,-5-155-6257,-19 61 1,4-18-200,9-31-532,4 1 0,2 1 0,-1 80 1,8-116-393,1-19-206,-1 0 0,1 1 0,0-1 0,0 0 0,1 0 0,0 1 0,2 9 0,-2-14-74,0 1 1,0-1-1,0 1 0,1-1 0,-1 1 0,0-1 0,1 0 0,-1 0 1,0 1-1,1-1 0,0 0 0,-1 0 0,1-1 0,-1 1 0,1 0 0,0 0 1,0-1-1,0 1 0,-1-1 0,1 0 0,0 1 0,0-1 0,0 0 1,0 0-1,0 0 0,2-1 0,24-4-5279,4-24-2141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8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1569,'0'0'6002,"13"3"2283,-12 2-8609,-3 44 1373,-3 0-1,-1-1 1,-3 0-1,-15 51 1,5-19-192,-15 149 0,25-19-2611,19-212-7936,14-10 3751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8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0 768,'0'0'4277,"0"6"-1684,-1 15-488,-2 0 1,0 0-1,-13 41 0,-6 31 703,-1 184 2136,16-204-4284,-18 75 1,22-122-5581,3-26 4815,0 1-1,0-1 1,0 0 0,0 0-1,0 1 1,0-1 0,-1 0-1,1 1 1,0-1 0,0 0 0,0 1-1,0-1 1,0 0 0,0 0-1,0 1 1,1-1 0,-1 0-1,0 1 1,0-1 0,0 0 0,0 0-1,0 1 1,0-1 0,0 0-1,1 1 1,-1-1 0,0 0-1,0 0 1,0 1 0,1-1 0,-1 0-1,0 0 1,0 0 0,1 0-1,-1 1 1,0-1 0,0 0-1,1 0 1,-1 0 0,0 0-1,1 0 1,-1 0 0,0 0 0,1 1-1,-1-1 1,0 0 0,0 0-1,1 0 1,-1 0 0,0 0-1,1-1 1,-1 1 0,0 0 0,1 0-1,-1 0 1,0 0 0,0 0-1,1 0 1,-1 0 0,0-1-1,0 1 1,1 0 0,-1 0 0,0 0-1,0-1 1,1 1 0,-1 0-1,26-22-5245,12-10-1389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9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3169,'0'0'7788,"0"6"-6459,-3 35 1980,-11 65 0,-4 26 19,-1 17-704,-1 6-1079,13 39-539,7-110-3722,6-90-1528,16-52-4891,-3 11 2161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0:09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25 3810,'0'0'8972,"6"-4"-7700,-3 1-884,-1 1-249,-1 1-1,1-1 0,-1 1 0,1-1 1,-1 1-1,1 0 0,0 0 1,0 0-1,0 0 0,0 0 1,0 0-1,0 0 0,0 1 1,5-2 3619,-9 54-2626,-2-1 0,-2 0-1,-3 0 1,-17 56 0,13-37-317,2 1 0,3 0 0,3 80 0,-5 43 41,8-103-203,2-54-271,1-29-177,-1-11 9,5-61-3619,-3 54 1383,1 1 0,0 0 0,1 0 0,8-16 0,6-2-5264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4:46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68 672,'0'0'3156,"4"-8"-2691,14-24-41,-2 15 11130,-23 24-11383,0 0 0,1 0 0,0 0-1,0 1 1,1 0 0,0 0 0,0 1-1,1-1 1,0 1 0,0 0 0,1 0-1,0 0 1,1 1 0,0-1 0,-1 17-1,2-20-138,1-1 0,0 1 0,1 0 0,-1 0 0,1 0 0,1 0 0,-1-1 0,3 9 0,-2-12-19,-1-1 0,0 1 0,1 0-1,-1 0 1,1-1 0,0 1 0,0-1 0,-1 0 0,1 1 0,0-1 0,0 0 0,0 0 0,0 0 0,1 0 0,-1-1 0,0 1 0,0 0 0,0-1 0,1 0 0,-1 1 0,0-1-1,0 0 1,1 0 0,3-1 0,-1 1 8,0 0 0,0-1-1,0 0 1,0 0 0,-1 0-1,1 0 1,0-1-1,0 0 1,-1 0 0,1 0-1,-1 0 1,0-1 0,0 0-1,0 0 1,0 0 0,0 0-1,0-1 1,-1 1 0,0-1-1,0 0 1,0 0 0,4-8-1,-3 6 87,0 0-1,-1 0 1,1-1 0,-1 1-1,-1-1 1,0 0 0,0 0-1,0 0 1,-1 0 0,1 0-1,-2 0 1,1-1-1,-1 1 1,-1-13 0,1 7 286,-1 11-304,0-1 0,0 1 0,0 1 0,0-1 0,0 0 0,0 0-1,0 0 1,-1 0 0,1 1 0,-1-1 0,1 1 0,-1-1 0,1 1 0,-1 0 0,0-1 0,0 1-1,0 0 1,-3-1 0,-41-19 1818,25 20-251,17 0-4716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4:47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1809,'0'0'10607,"0"-6"-9086,0 4-1383,0 0-1,0 0 1,1 1 0,-1-1 0,0 0-1,1 0 1,-1 0 0,1 1 0,-1-1-1,1 0 1,0 0 0,0 1-1,0-1 1,0 1 0,0-1 0,0 1-1,0-1 1,0 1 0,1 0-1,-1-1 1,0 1 0,2-1 0,1 0 52,0 0 1,0 0 0,0 1 0,1 0 0,-1 0-1,0 0 1,0 0 0,1 0 0,-1 1 0,9 0-1,-12 0-179,0 0-1,0 0 0,0 1 0,-1-1 0,1 0 0,0 0 0,0 1 1,0-1-1,0 1 0,0-1 0,0 1 0,-1-1 0,1 1 1,0 0-1,0-1 0,-1 1 0,1 0 0,0-1 0,-1 1 0,1 0 1,-1 0-1,1 0 0,-1 0 0,0-1 0,1 1 0,-1 0 0,0 0 1,1 1-1,3 41 105,-4-36-102,-1 1 0,0-1 1,0 0-1,0 0 0,-1 0 0,0-1 0,-1 1 1,1 0-1,-1-1 0,-4 7 0,7-13 7,0 1 0,0-1-1,0 0 1,0 0-1,0 0 1,-1 1-1,1-1 1,0 0 0,0 0-1,0 0 1,0 0-1,0 1 1,0-1 0,0 0-1,-1 0 1,1 0-1,0 0 1,0 0-1,0 0 1,0 1 0,-1-1-1,1 0 1,0 0-1,0 0 1,0 0-1,0 0 1,-1 0 0,1 0-1,0 0 1,0 0-1,0 0 1,-1 0 0,1 0-1,0 0 1,0 0-1,0 0 1,-1 0-1,1 0 1,0 0 0,0 0-1,0 0 1,-1 0-1,1 0 1,0 0 0,0-1-1,0 1 1,0 0-1,-1 0 1,0-13 231,11-21-224,-6 29-33,0-1 0,0 1-1,0 0 1,1 0 0,-1 0-1,1 0 1,1 1 0,-1 0-1,0 0 1,1 1 0,0-1-1,0 1 1,0 1 0,0-1-1,1 1 1,-1 0 0,1 0 0,10-1-1,-16 3-17,-1 26 616,0 38 1628,0-37-3901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4:48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1889,'0'0'14591,"9"-3"-13404,16-2-173,1 1 0,0 1 0,44 0 0,-2 3-3639,-36 0-1613,-31-5-2809,-1-1 883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14:48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 1793,'0'0'12534,"0"0"-12430,1 0 1,-1 0 0,0 0 0,1-1 0,-1 1 0,0 0 0,1 0 0,-1 0 0,0 0 0,1 0 0,-1 0 0,0 0 0,1 0 0,-1 0 0,0 0 0,1 0-1,-1 0 1,0 0 0,1 0 0,-1 0 0,0 0 0,1 0 0,-1 0 0,0 0 0,1 1 0,-1-1 0,0 0 0,0 0 0,1 0 0,-1 0 0,0 1 0,0-1-1,1 0 1,-1 0 0,0 1 0,2 4 199,-1-1-1,-1 1 0,1-1 0,-1 1 1,0-1-1,0 1 0,0-1 0,0 1 1,-1 0-1,0-1 0,0 0 0,0 1 1,-1-1-1,1 0 0,-5 7 1,-4 24 526,8-18-833,-6 38-493,6-16-4749,2-16-1673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3490,'0'0'4703,"0"35"-2251,1-7-1812,-1-2-56,0 0 1,-1 0-1,-2 0 0,-7 34 1,-18 41 1222,-24 185 0,51-202-1233,1-97-1172,1 1 1,0-1-1,1 1 1,6-20-1,21-46-6157,-16 45 3287,0-2-419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467 136 1457,'0'0'3785,"-20"9"-1466,24-7-2224,0-1 1,1 0 0,-1 1-1,0-2 1,1 1-1,-1 0 1,1-1 0,-1 0-1,0 0 1,9-1-1,-7 1 46,496-28 1779,-7-33-1315,-329 39-584,98-18 2107,-263 40-2059,0 0 0,0 0 0,0 1 0,0-1 0,-1 0 0,1 1-1,0-1 1,0 1 0,0-1 0,-1 1 0,1-1 0,0 1 0,0 0-1,-1-1 1,1 1 0,-1 0 0,1-1 0,0 1 0,-1 0 0,0 0-1,1 0 1,-1-1 0,1 1 0,-1 0 0,0 0 0,0 0 0,1 0-1,-1 0 1,0 0 0,0 0 0,0 0 0,0 0 0,0 0 0,0-1-1,0 1 1,0 0 0,-1 0 0,1 0 0,0 0 0,-1 1-1,-8 46 506,-12 42 141,4 2 1,3 0-1,0 112 1,0-15-94,7-125-423,-7 112 936,14-175-735,-14-7-61,5-2-336,-1-1-25,1 0-1,-1 1 1,0 0-1,-1 0 1,0 2-1,0-1 1,0 1-1,-1 1 1,-14-5-1,-16-1-211,0 2 0,-1 1 0,-50-1 0,-136 3-322,117 6 482,-967-7 661,1021 7-429,104-11-1012,-45 11-181,6-14-8567,-7-4 2140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24 2449,'0'0'8882,"0"0"-8797,-1 0 0,1 0 1,0-1-1,0 1 1,0 0-1,0 0 1,0 0-1,0 0 0,0 0 1,-1 0-1,1 0 1,0 0-1,0 0 1,0 0-1,0 0 0,0 0 1,0 0-1,0 0 1,0 0-1,-1-1 0,1 1 1,0 0-1,0 0 1,0 0-1,0 0 1,0 0-1,0 0 0,0 0 1,0-1-1,0 1 1,0 0-1,0 0 1,0 0-1,0 0 0,0 0 1,0 0-1,0-1 1,0 1-1,0 0 1,0 0-1,0 0 0,0 0 1,0 0-1,0 0 1,0 0-1,0-1 1,0 1-1,0 0 0,-11-3 2,0 1 0,0 0 0,0 0 0,-1 1 0,1 1 0,0 0 0,-1 0 0,1 1 0,-1 0 0,-12 4 0,17-3-78,1-1 1,-1 1-1,1 0 1,0 1-1,0-1 1,0 1-1,0 0 1,1 1 0,-1-1-1,1 1 1,0 0-1,0 1 1,0-1-1,0 1 1,1 0-1,0 0 1,0 1 0,0-1-1,-3 7 1,6-9-10,0 1 1,0-1 0,0 1-1,0-1 1,0 1-1,1-1 1,0 1 0,0 0-1,0-1 1,0 1 0,0 0-1,1-1 1,-1 1 0,3 4-1,-3-6 2,1 0-1,0 0 1,0 0-1,0 0 1,0 0-1,0-1 1,0 1-1,0 0 1,0-1-1,1 1 0,-1-1 1,1 1-1,-1-1 1,1 0-1,0 0 1,-1 0-1,1 0 1,0 0-1,0 0 1,0 0-1,0 0 1,0-1-1,0 1 1,0-1-1,3 1 1,1-1-8,0 0 1,0 0 0,0-1 0,0 0-1,0 0 1,0 0 0,0-1-1,0 0 1,0 0 0,0 0 0,-1-1-1,0 0 1,1 0 0,-1 0 0,0-1-1,0 0 1,7-7 0,0-2-59,0 0 0,-1-1 1,-1 0-1,17-30 0,-25 41 126,-1 0-1,0 0 1,0 0-1,0 0 1,0 0-1,0 0 1,-1 0-1,0-1 1,1 1-1,-1 0 1,-1-4 0,1 2 2518,0 28-830,0-5-1239,0-5-238,0 0 1,0 0-1,1 0 0,1 0 0,4 17 1,-5-26-273,1 0 0,0-1 0,0 1 0,0 0 0,0 0 1,0-1-1,1 0 0,-1 1 0,1-1 0,0 0 0,0 0 0,0 0 0,1-1 1,-1 1-1,1-1 0,-1 0 0,1 0 0,0 0 0,0 0 0,7 2 0,5 1-648,1-1 0,0-1 0,0 0-1,20 0 1,35-2-4921,-19-1-1197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1 418 2145,'0'0'3855,"18"5"-3396,2 0-299,2 2 106,1-1-1,0-2 1,29 3-1,356-1 1958,-250-7-2024,-85-3 187,-1-3 1,0-3-1,137-37 0,-194 43-229,-1-1 0,1 0-1,21-11 1,-32 14-107,0 0 0,-1 0-1,0-1 1,1 1 0,-1-1-1,0 1 1,0-1 0,0 0-1,-1-1 1,1 1 0,-1 0-1,0-1 1,0 1 0,0-1 0,0 1-1,0-1 1,-1 0 0,2-5-1,1-26-42,-1 0 0,-1 0 0,-4-37 0,0 7 19,3 64-27,-1-1 1,0 1 0,1-1-1,-1 1 1,1 0 0,-1-1-1,1 1 1,0 0 0,-1 0-1,1-1 1,0 1 0,0 0-1,0 0 1,0 0 0,0 0-1,0 0 1,0 0 0,0 0-1,1 0 1,-1 1 0,0-1-1,0 0 1,1 1 0,-1-1-1,1 1 1,-1-1 0,0 1-1,1 0 1,2-1 0,54-5-21,-38 5 17,640-16 58,-433 19-47,-67-2-23,-158 0 1278,-23 7-10346,14-7 5016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0 784,'0'0'6633,"12"4"-4195,-9 3-2117,0-1 0,1 0-1,0 0 1,-1 0 0,2-1 0,-1 1 0,1-1-1,0 0 1,0 0 0,7 5 0,4 0-26,0 0 1,24 11 0,10 5-139,-48-26-125,-1 1 1,0-1 0,0 1-1,0 0 1,0-1-1,0 1 1,0 0-1,0 0 1,0 0-1,0 0 1,0 0 0,0 0-1,0 0 1,-1 0-1,1 0 1,0 0-1,-1 0 1,1 1-1,-1-1 1,0 0 0,1 0-1,-1 1 1,0-1-1,1 0 1,-1 0-1,0 1 1,0-1-1,0 0 1,0 1-1,-1-1 1,1 0 0,0 1-1,0-1 1,-1 0-1,1 0 1,-1 0-1,1 1 1,-1-1-1,1 0 1,-1 0 0,0 0-1,-1 1 1,-1 3 123,-1 0 1,-1-1 0,1 0-1,0 0 1,-1 0-1,0 0 1,0-1 0,-5 3-1,-44 20 645,-33 18-74,80-40-723,0 0 1,0 1 0,0 0 0,1 1 0,0-1 0,0 1 0,0 0 0,-8 13 0,6 1-906,8-20 744,0 1-1,0-1 1,0 1 0,-1 0-1,1-1 1,0 1 0,0-1 0,1 1-1,-1-1 1,0 1 0,0-1-1,0 1 1,0-1 0,0 1-1,0-1 1,1 1 0,-1-1 0,0 1-1,0-1 1,1 1 0,-1-1-1,0 0 1,1 1 0,-1-1-1,1 1 1,-1-1 0,0 0 0,1 1-1,-1-1 1,1 0 0,-1 0-1,1 1 1,-1-1 0,1 0-1,-1 0 1,1 0 0,-1 1 0,1-1-1,0 0 1,29 1-5760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2 944,'0'0'6035,"17"-2"-3340,-16 6-2424,0 0 0,0 0 0,0-1-1,-1 1 1,1 0 0,-1 0 0,0 0 0,0 0 0,0 0 0,-2 5 0,2 3 313,-1 1-144,-1 0-1,0 0 0,-1 0 1,0 0-1,-1-1 1,-8 19-1,-8 27 562,-11 62 549,5 1 0,-18 229 0,24-150-886,13-140-338,6-52-250,-3 29 135,2-30-166,1-21-71,3-13-1351,1 0 0,1 1 0,8-27 0,1-10-3002,1-16-2448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1 330 896,'0'0'4432,"13"-11"-2066,8 6-1998,0 1-1,0 1 1,0 1-1,0 1 1,28 2-1,3-1-133,1402-56 986,-710 22-546,374-7-343,122 34-550,-1042 13 144,402-4-501,-556-6 527,0-3 0,70-19 0,-56 12 73,-17 7 48,1 2 0,0 2 0,67 3 0,42-3 422,154-32 904,-192 23-778,149 3 0,13 0 282,-74 0 658,22-3-1087,-120-8-102,-104 66 709,-64 106 929,39-74-1214,3 2-1,4 1 0,3 0 0,4 1 0,-2 85 0,-10 3-112,14-114-379,1-20 186,6-29-233,1 0 0,0 0 1,1 0-1,0 1 1,0 9-1,0 11 280,0-10-384,1 0 0,1-1 0,1 1 1,0 0-1,7 27 0,-6-42-1873,-3-13-55,-6-20-3107,-20 0-2920,-18-2-4195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1 266 1105,'0'0'6493,"4"-3"-5471,6-2-1,-1 0 1,0 1-1,1-1 0,17-4 1,96-16-58,-62 14-656,603-81-73,-575 82-233,1606-80 337,-374 84 321,-813 7-586,1213 94 281,-1397-47-335,199 18 29,-292-62 2406,-44-3-1100,-139-5 2297,-47 4-2956,9-8 60,-8 3-3569,-43-8-4737,3-4 814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0 256,'0'0'6769,"0"14"-5291,1 34-29,-4 153 5967,-5-155-6257,-19 61 1,4-18-200,9-31-532,4 1 0,2 1 0,-1 80 1,8-116-393,1-19-206,-1 0 0,1 1 0,0-1 0,0 0 0,1 0 0,0 1 0,2 9 0,-2-14-74,0 1 1,0-1-1,0 1 0,1-1 0,-1 1 0,0-1 0,1 0 0,-1 0 1,0 1-1,1-1 0,0 0 0,-1 0 0,1-1 0,-1 1 0,1 0 0,0 0 1,0-1-1,0 1 0,-1-1 0,1 0 0,0 1 0,0-1 0,0 0 1,0 0-1,0 0 0,2-1 0,24-4-5279,4-24-2141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1569,'0'0'6002,"13"3"2283,-12 2-8609,-3 44 1373,-3 0-1,-1-1 1,-3 0-1,-15 51 1,5-19-192,-15 149 0,25-19-2611,19-212-7936,14-10 3751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0 768,'0'0'4277,"0"6"-1684,-1 15-488,-2 0 1,0 0-1,-13 41 0,-6 31 703,-1 184 2136,16-204-4284,-18 75 1,22-122-5581,3-26 4815,0 1-1,0-1 1,0 0 0,0 0-1,0 1 1,0-1 0,-1 0-1,1 1 1,0-1 0,0 0 0,0 1-1,0-1 1,0 0 0,0 0-1,0 1 1,1-1 0,-1 0-1,0 1 1,0-1 0,0 0 0,0 0-1,0 1 1,0-1 0,0 0-1,1 1 1,-1-1 0,0 0-1,0 0 1,0 1 0,1-1 0,-1 0-1,0 0 1,0 0 0,1 0-1,-1 1 1,0-1 0,0 0-1,1 0 1,-1 0 0,0 0-1,1 0 1,-1 0 0,0 0 0,1 1-1,-1-1 1,0 0 0,0 0-1,1 0 1,-1 0 0,0 0-1,1-1 1,-1 1 0,0 0 0,1 0-1,-1 0 1,0 0 0,0 0-1,1 0 1,-1 0 0,0-1-1,0 1 1,1 0 0,-1 0 0,0 0-1,0-1 1,1 1 0,-1 0-1,26-22-5245,12-10-1389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3169,'0'0'7788,"0"6"-6459,-3 35 1980,-11 65 0,-4 26 19,-1 17-704,-1 6-1079,13 39-539,7-110-3722,6-90-1528,16-52-4891,-3 11 2161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25 3810,'0'0'8972,"6"-4"-7700,-3 1-884,-1 1-249,-1 1-1,1-1 0,-1 1 0,1-1 1,-1 1-1,1 0 0,0 0 1,0 0-1,0 0 0,0 0 1,0 0-1,0 0 0,0 1 1,5-2 3619,-9 54-2626,-2-1 0,-2 0-1,-3 0 1,-17 56 0,13-37-317,2 1 0,3 0 0,3 80 0,-5 43 41,8-103-203,2-54-271,1-29-177,-1-11 9,5-61-3619,-3 54 1383,1 1 0,0 0 0,1 0 0,8-16 0,6-2-5264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1809,'0'0'10607,"0"-6"-9086,0 4-1383,0 0-1,0 0 1,1 1 0,-1-1 0,0 0-1,1 0 1,-1 0 0,1 1 0,-1-1-1,1 0 1,0 0 0,0 1-1,0-1 1,0 1 0,0-1 0,0 1-1,0-1 1,0 1 0,1 0-1,-1-1 1,0 1 0,2-1 0,1 0 52,0 0 1,0 0 0,0 1 0,1 0 0,-1 0-1,0 0 1,0 0 0,1 0 0,-1 1 0,9 0-1,-12 0-179,0 0-1,0 0 0,0 1 0,-1-1 0,1 0 0,0 0 0,0 1 1,0-1-1,0 1 0,0-1 0,0 1 0,-1-1 0,1 1 1,0 0-1,0-1 0,-1 1 0,1 0 0,0-1 0,-1 1 0,1 0 1,-1 0-1,1 0 0,-1 0 0,0-1 0,1 1 0,-1 0 0,0 0 1,1 1-1,3 41 105,-4-36-102,-1 1 0,0-1 1,0 0-1,0 0 0,-1 0 0,0-1 0,-1 1 1,1 0-1,-1-1 0,-4 7 0,7-13 7,0 1 0,0-1-1,0 0 1,0 0-1,0 0 1,-1 1-1,1-1 1,0 0 0,0 0-1,0 0 1,0 0-1,0 1 1,0-1 0,0 0-1,-1 0 1,1 0-1,0 0 1,0 0-1,0 0 1,0 1 0,-1-1-1,1 0 1,0 0-1,0 0 1,0 0-1,0 0 1,-1 0 0,1 0-1,0 0 1,0 0-1,0 0 1,-1 0 0,1 0-1,0 0 1,0 0-1,0 0 1,-1 0-1,1 0 1,0 0 0,0 0-1,0 0 1,-1 0-1,1 0 1,0 0 0,0-1-1,0 1 1,0 0-1,-1 0 1,0-13 231,11-21-224,-6 29-33,0-1 0,0 1-1,0 0 1,1 0 0,-1 0-1,1 0 1,1 1 0,-1 0-1,0 0 1,1 1 0,0-1-1,0 1 1,0 1 0,0-1-1,1 1 1,-1 0 0,1 0 0,10-1-1,-16 3-17,-1 26 616,0 38 1628,0-37-3901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1889,'0'0'14591,"9"-3"-13404,16-2-173,1 1 0,0 1 0,44 0 0,-2 3-3639,-36 0-1613,-31-5-2809,-1-1 883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7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 1793,'0'0'12534,"0"0"-12430,1 0 1,-1 0 0,0 0 0,1-1 0,-1 1 0,0 0 0,1 0 0,-1 0 0,0 0 0,1 0 0,-1 0 0,0 0 0,1 0 0,-1 0 0,0 0 0,1 0-1,-1 0 1,0 0 0,1 0 0,-1 0 0,0 0 0,1 0 0,-1 0 0,0 0 0,1 1 0,-1-1 0,0 0 0,0 0 0,1 0 0,-1 0 0,0 1 0,0-1-1,1 0 1,-1 0 0,0 1 0,2 4 199,-1-1-1,-1 1 0,1-1 0,-1 1 1,0-1-1,0 1 0,0-1 0,0 1 1,-1 0-1,0-1 0,0 0 0,0 1 1,-1-1-1,1 0 0,-5 7 1,-4 24 526,8-18-833,-6 38-493,6-16-4749,2-16-1673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8:2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3922,'0'0'5698,"115"-16"-4801,-115 14-177,0 0-80,0-1-512,-7 3-176,1 0-1792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9:17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19 2801,'0'0'4645,"14"-18"-1745,-12 21-2740,-1 0-1,0 0 1,0 0-1,0 0 0,0 0 1,-1 0-1,1 0 1,-1 0-1,0 1 1,0-1-1,0 0 1,0 0-1,-2 6 1,2 3 128,-1-7-264,1 1 1,-1-1-1,0 0 0,0 0 0,-1 0 0,0 0 1,0-1-1,0 1 0,0 0 0,-1-1 0,-2 5 0,-42 50 203,14-19-165,7-6-46,20-29-10,1 1 0,0 0 0,0 0 0,1 1 0,0-1 0,0 1 0,0 0 0,1 0 0,0 0 0,0 0 0,1 0 0,0 1 0,0-1 0,1 1 0,-1 10 0,2-16-5,0 0-1,-1-1 1,1 1-1,0 0 1,1 0-1,-1-1 1,0 1-1,0 0 1,1 0-1,-1-1 1,1 1-1,-1-1 1,1 1-1,0 0 1,0-1-1,0 1 1,0-1-1,0 0 1,0 1-1,0-1 1,2 2-1,0-2 3,0 0 0,0 0 1,0 0-1,1 0 0,-1 0 0,0-1 0,1 1 0,-1-1 0,1 0 0,4 0 1,33 0 9,-1 1 13,50-6-1,-78 3-26,-1 0-1,1 0 0,-1-1 1,1-1-1,-1 0 1,0 0-1,0-1 1,16-11-1,-26 16-2,0 0 0,-1 0-1,1 0 1,-1-1 0,1 1 0,0 0-1,-1-1 1,1 1 0,0 0-1,-1-1 1,1 1 0,-1-1 0,1 1-1,-1-1 1,1 1 0,-1-1-1,0 1 1,1-1 0,-1 0 0,0 1-1,1-1 1,-1 1 0,0-1 0,0 0-1,1 1 1,-1-1 0,0 0-1,0 1 1,0-1 0,0 0 0,0 0-1,0 1 1,0-1 0,0 0-1,0 1 1,0-1 0,0 0 0,-1 1-1,1-1 1,0 0 0,0 1 0,-1-1-1,1 0 1,0 1 0,-1-1-1,1 1 1,-1-1 0,1 1 0,-1-1-1,0 0 1,-1-1-113,-1 1 0,1 0-1,0-1 1,-1 1 0,1 0 0,-1 0 0,0 0-1,1 1 1,-1-1 0,-3 0 0,-43 0-5542,30-1 2645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29:18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80,'-1'1'10467,"3"0"-10857,8 1 562,0-1 1,0 0 0,0 0 0,1-1 0,18-3-1,5 1-99,257 0 2737,-282 1-527,-4 3-8952,-7 6 3964,-3 1-470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39:3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0 256 416,'0'0'5883,"7"18"-1553,13-14-4319,0 0 0,1-1 0,-1-1 0,1-1 0,-1 0 0,23-4 0,12 2 8,105 1-12,187-24-1,244-68-906,-252 37-155,-271 45 893,102-18-148,-145 22 353,0 0 0,-1-2 0,0-1 0,34-17 1,-57 26-15,0-1 1,0 0-1,0 1 1,0-1-1,0 0 1,0 1-1,0-1 1,0 0-1,-1 0 0,1 0 1,0 0-1,0 0 1,-1 0-1,1 0 1,-1 0-1,1 0 1,0-2-1,-4-1-2086,-7 11-933,9-5 1189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39:34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 3554,'0'0'6066,"-4"4"-5625,1 2-318,1-1 0,-1 1 1,1-1-1,0 1 0,0 0 0,0 0 1,1-1-1,0 1 0,0 12 1,2 68 510,-1-2-300,-9-29 400,-1 22-351,3-48-144,3-26-54,2-16-102,2-21-608,1 1 1,2-1-1,13-58 0,-10 55 5,-3 23 313,10 38 480,-10-20-221,-1 0 0,1 0-1,0 0 1,0-1 0,1 1-1,-1-1 1,0 0 0,1 0 0,0 0-1,0 0 1,0-1 0,0 1-1,0-1 1,1 0 0,-1 0 0,1-1-1,-1 1 1,6 0 0,13 3 155,0-1 0,35 2 1,-28-4-39,393 34 914,-403-31-554,-33 3 317,-35 5 279,-248 23 1360,-45 9-1440,334-44-998,0 0-21,1 0 1,0 0-1,0 1 1,0 0-1,0 0 1,0 0-1,0 1 1,-8 4-1,14-7-26,0 0 0,0 0 0,-1 1 1,1-1-1,0 0 0,0 0 0,-1 0 0,1 0 0,0 1 0,0-1 0,0 0 0,-1 0 0,1 0 0,0 1 0,0-1 0,0 0 0,0 0 0,0 1 0,-1-1 0,1 0 0,0 1 0,0-1 0,0 0 0,0 0 0,0 1 0,0-1 0,0 0 0,0 0 0,0 1 0,0-1 0,0 0 0,0 1 0,0-1 1,0 0-1,0 0 0,1 1 0,-1-1 0,0 0 0,0 0 0,0 1 0,0-1 0,0 0 0,1 0 0,-1 1 0,0-1 0,0 0 0,0 0 0,1 0 0,-1 0 0,0 1 0,0-1 0,1 0 0,-1 0 0,0 0 0,0 0 0,1 0 0,-1 0 0,0 0 0,0 1 0,1-1 0,-1 0 0,17 3-58,17-1-638,-13-1-24,-1 1-1,25 5 0,-41-6-286,1 1-1,0-1 1,0 1-1,0 0 1,-1 0-1,1 1 1,-1-1-1,5 5 1,-6-2-5612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38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7 361 3298,'0'0'11776,"-7"-14"-8671,9 9-3054,-1 0 0,1 0 0,0 0 0,1 0 0,-1 1 0,1-1 0,0 1 0,0 0 0,0 0 0,1 0 0,-1 0 1,1 0-1,7-5 0,4-6 8,1-2-113,1 0 1,1 1 0,0 1-1,1 0 1,22-12 0,-41 26 44,1 1 1,-1 0 0,1 0 0,-1-1 0,0 1 0,1 0 0,-1 0 0,1 0 0,-1-1 0,1 1 0,-1 0 0,0 0 0,1 0 0,-1 0 0,1 0 0,-1 0 0,1 0 0,-1 0 0,1 0 0,-1 0 0,1 0 0,-1 0 0,1 1 0,-1-1 0,0 0 0,1 0 0,-1 0 0,1 1 0,-1-1 0,0 0 0,1 0-1,-1 1 1,1-1 0,5 20-34,-6 39 247,-1-39-156,2 26 69,-1 0-5,-6 68 0,5-112-119,1-1 1,-1 1-1,1 0 0,0-1 0,0 1 0,0 0 0,0-1 1,0 1-1,0-1 0,0 1 0,0 0 0,1-1 0,-1 1 0,1 0 1,-1-1-1,1 1 0,-1-1 0,1 1 0,0-1 0,0 0 0,0 1 1,0-1-1,0 0 0,2 2 0,-1-2-13,0 0-1,0-1 1,1 1 0,-1-1 0,0 1-1,1-1 1,-1 0 0,0 0-1,1 0 1,-1 0 0,0 0 0,1-1-1,-1 1 1,0-1 0,1 1-1,-1-1 1,3-1 0,11-6-36,0-1 0,0-1 0,-1 0 0,0-1-1,-1 0 1,0-1 0,-1-1 0,0 0 0,-1-1 0,17-25 0,-26 34 182,0 0 0,0 0 0,0 0 0,0-1 0,-1 1 0,3-12 0,10 29-477,-8-3 142,1 0 1,0 0-1,0-1 1,1 0-1,14 11 0,-20-17 118,0 0-1,0 0 0,0 0 0,0-1 1,1 1-1,-1-1 0,0 1 1,1-1-1,-1 0 0,1 0 0,0-1 1,-1 1-1,1-1 0,0 0 1,-1 0-1,1 0 0,-1 0 0,1-1 1,0 1-1,-1-1 0,1 0 1,5-2-1,-6 1 98,-1-1 0,1 1 0,-1-1 0,1 0 0,-1 0 0,0 0 0,0 0 0,0 0 0,0 0 0,-1-1 0,1 1 1,-1 0-1,0-1 0,1-4 0,8-53 183,-9 29 179,-3 0 0,-6-44-1,6 65-172,-1 0 0,0 1 1,0-1-1,-1 1 0,-1 0 0,1 0 0,-2 0 0,1 0 0,-1 1 0,-12-14 0,16 21-188,1 1 0,0 0 0,0 0 0,0 0 0,0 0 0,-1 0 0,1 1 0,-1-1 0,1 0 0,0 1 0,-1-1 0,1 1 0,-1-1 0,1 1 0,-1-1 0,0 1 0,1 0 1,-1 0-1,1 0 0,-1 0 0,1 0 0,-1 0 0,0 1 0,1-1 0,-1 0 0,1 1 0,-1-1 0,1 1 0,0-1 0,-1 1 0,1 0 0,-1 0 0,-1 1 0,2-1-402,-1 0 0,1 1 0,0-1 0,0 0 0,0 1 0,-1-1-1,1 0 1,1 1 0,-1 0 0,0-1 0,0 1 0,0-1 0,1 1 0,-1 0 0,1-1-1,0 1 1,-1 0 0,1 0 0,0 1 0,7-2-10099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38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7603,'0'0'5638,"-18"24"-3061,0-3-2074,9-11-348,1-1 1,0 2 0,0-1-1,1 1 1,1 0 0,0 1-1,0-1 1,1 1 0,1 0-1,0 0 1,1 1 0,-4 19-1,-7 95 2272,3 132-1,10-92-7137,1-119 1603,7-47-1641,21-13 2081,33-40-1595,-21 19 1573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39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0 320,'0'0'14903,"0"77"-14007,0-61-383,0 0-321,0 2-112,14-2-80,-7-1-208,-1-1-705,8-3-1152,-1-4-1152,8-7-1233,-1 0-641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39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10389,'0'0'12005,"-27"34"-11957,27-32-48,13-31-22282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39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9492,'0'0'10789,"-20"54"-10741,20-34-48,-7 0-16,7 1-624,0 4-577,0-1-639,0 3-802,0 3-207,14 1-769,-7-1-560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0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68 313 3954,'0'0'10487,"-7"-12"-7133,7-141-13164,0 23 7857,1 112 12646,-5 26-7830,-7 6-5966,-23 23-5853,21-27 4452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1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2593,'0'0'10426,"1"18"-8537,6 264 5053,-14-82-5427,6-24-1619,8-155-352,-6-20 105,-1 0 0,1-1 0,0 1 0,-1 0 0,1-1 0,0 1 0,0-1 0,0 1 0,0-1 0,0 1 0,0-1 0,0 0 0,0 1 0,0-1 0,0 0 0,0 0 0,0 0 0,0 0 0,0 0 0,0 0 0,0 0 1,0 0-1,0 0 0,0 0 0,0 0 0,0-1 0,0 1 0,0 0 0,0-1 0,-1 1 0,1-1 0,0 1 0,0-1 0,0 0 0,0 1 0,-1-1 0,1 0 0,0 1 0,0-1 0,-1 0 0,1 0 0,-1 1 0,1-1 0,0-2 0,7-17-5796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1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 6819,'0'0'9701,"13"7"-9208,39 21-141,-48-26-332,1 0 0,0 0 0,0-1 0,0 0 0,0 0 0,1 0 0,-1 0 0,0-1 0,0 0-1,0 0 1,1 0 0,-1-1 0,0 0 0,7-2 0,-9 2-46,-1 0-1,0-1 1,1 1 0,-1-1-1,0 1 1,0-1 0,0 0-1,0 0 1,0 0 0,-1 0 0,1 0-1,0 0 1,-1 0 0,0-1-1,1 1 1,-1-1 0,0 1-1,0-1 1,0 1 0,-1-1-1,1 0 1,-1 1 0,1-5-1,-1 6 36,1-1 0,-1 0 0,0 0 0,0 0 0,0 0 0,0 0 0,0 0 0,-1 0 0,1 0 0,-1 0 0,1 0 0,-1 0 0,0 0 0,1 0 0,-1 1 0,0-1 0,0 0 0,0 1 0,-1-1 0,1 0 0,0 1 0,-1 0 0,1-1 0,-1 1 0,1 0 0,-1-1 0,1 1 0,-1 0 0,0 0 0,0 1 0,-2-2 0,-1 0 165,0 1 1,0 0 0,0 0-1,0 1 1,0-1-1,0 1 1,0 0-1,0 1 1,0-1 0,0 1-1,0 0 1,0 0-1,0 1 1,1-1-1,-1 1 1,0 0 0,1 0-1,-1 1 1,1-1-1,0 1 1,-6 5-1,5-3-3,1-1-1,0 1 0,0 0 1,1 0-1,-1 1 1,1-1-1,1 1 0,-1-1 1,1 1-1,-1 0 0,2 0 1,-1 0-1,1 1 1,0-1-1,0 0 0,0 0 1,1 7-1,0-10-156,0-1-1,1 0 0,-1 0 1,0 0-1,1 0 1,-1 0-1,1-1 0,-1 1 1,1 0-1,0 0 1,0 0-1,0 0 1,0-1-1,0 1 0,0 0 1,1-1-1,-1 1 1,1-1-1,-1 0 1,4 3-1,-1-1-5,1-1 0,-1 1-1,1-1 1,0 0 0,-1-1 0,1 1-1,0-1 1,7 1 0,12 0-209,-1-1 0,46-3-1,-56 1 1,9 0-694,-1-2 1,1-1 0,-1-1 0,1 0 0,-2-2 0,26-10 0,42-25-7561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7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0 149 976,'0'0'10515,"8"-12"-9715,4-1-603,1 1 0,0 0 0,1 1 0,17-11 0,-16 12-209,0-1 1,-1-1 0,21-21-1,-30 32-610,-3 12 513,-5 15 184,-18 37 166,17-55-216,0 0 1,0 1-1,1-1 1,0 1-1,1 0 1,0-1-1,0 1 1,1 0-1,0 0 0,1 0 1,0 0-1,0 0 1,3 16-1,-2-24-61,0 0 0,-1 0 0,1-1 0,0 1 0,0 0 0,-1-1 0,1 1 0,0-1-1,0 1 1,0-1 0,0 1 0,0-1 0,0 0 0,0 1 0,0-1 0,0 0 0,0 0-1,0 1 1,0-1 0,0 0 0,0 0 0,2-1 0,29 0-976,-26 0 669,7-1-407,0 0-1,-1-1 1,1-1 0,-1 0-1,0-1 1,0 0-1,12-8 1,-21 11 511,38-18-2952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7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 9092,'0'0'7636,"-7"-2"-7732,7 11-16,0 7-849,0-3-1472,0 1-624,0-5-2098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8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64,'0'0'10399,"15"0"-7997,21-2-1590,-1-1 1,0-2 0,64-18 0,-16 3-1234,-51 17-4378,-52 17-2037,2-3 6484,-15 9-2300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8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2001,'0'0'13030,"128"-16"-12150,-94 7-223,-7-2-401,0 2-256,0 0-80,-6 2-801,-1 0-1440,0 3-1489,1-3-1760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49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62 2465,'0'0'7129,"-19"7"-5750,-2-1-1004,13-4-209,-1 1-1,0 0 1,1 0-1,0 0 1,0 1-1,0 0 1,0 1-1,0 0 1,1 0-1,0 0 1,-12 13-1,7-5 262,2 0-1,-1 0 1,2 1 0,0 0-1,-14 30 1,19-35-402,1 0 1,0-1-1,1 1 0,0 0 1,0 1-1,1-1 0,0 0 1,0 0-1,1 1 0,0-1 1,1 0-1,3 13 0,-4-21-40,1 0 0,0 1-1,-1-1 1,1 0 0,0 0 0,0 0-1,0 0 1,0 0 0,0 0-1,0 0 1,0-1 0,0 1-1,1 0 1,-1-1 0,0 1-1,0 0 1,1-1 0,-1 1-1,0-1 1,1 0 0,-1 0-1,0 1 1,1-1 0,-1 0-1,3 0 1,44-1-371,-39 0 349,2 0 35,1-1 1,0-1-1,-1 0 1,1-1 0,-1 0-1,0 0 1,0-1-1,0-1 1,-1 1 0,0-2-1,14-11 1,-17 13 19,0-1 1,-1 0-1,1 0 0,-1 0 1,-1-1-1,1 0 1,-1 0-1,0-1 0,-1 1 1,0-1-1,0 0 1,0 0-1,-1-1 1,-1 1-1,1-1 0,1-11 1,-3 8 9,1-5 77,-1-1 0,-1 1 1,0 0-1,-5-29 1,5 43-65,-1 0 0,1-1 0,-1 1 0,0 0 0,0 0 0,-1 0 0,1 0 0,-1 0 0,1 0 0,-1 0 0,0 0 0,0 1 0,0-1 0,0 1 0,-1 0 0,1-1 0,-1 1 0,1 0 0,-1 0 0,0 0 0,0 1 0,1-1 0,-1 1 0,0 0 0,-1-1 0,1 1 0,0 1 0,0-1 0,0 0 0,-1 1 0,-3-1 0,2 1-20,1 0-1,-1 0 1,0 0-1,1 0 1,-1 1-1,0-1 1,1 1-1,-1 1 1,1-1-1,-1 0 1,1 1 0,-1 0-1,1 0 1,0 1-1,-4 2 1,6-4-163,1 1 0,-1 0 0,0 0 1,1 0-1,-1 0 0,1 0 1,0 0-1,0 0 0,0 0 1,0 1-1,0-1 0,-1 4 1,1-2-564,1 1-1,-1-1 1,1 0 0,0 1 0,0-1 0,1 0 0,-1 1 0,3 6 0,-3-10 529,0-1 1,0 1 0,0 0-1,1-1 1,-1 1-1,0-1 1,0 1 0,1 0-1,-1-1 1,1 1 0,-1-1-1,0 1 1,1-1-1,-1 1 1,1-1 0,-1 0-1,1 1 1,0-1-1,-1 1 1,1-1 0,-1 0-1,2 1 1,27 6-4232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0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10293,'0'0'13750,"6"0"-13654,-6 9-1040,0 2-1201,0 0-1281,0 0-1568,0-6-2498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0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555 0 9124,'0'0'2705,"-67"118"1777,33-73-1328,0 2-2354,-13 3-688,-1 2-112,-6 4-256,-14 1-1248,7 2-1234,-6-5-1664,-8-2-2033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2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9 1201,'0'0'10207,"-9"-9"-4180,7 11-6005,-1-1 1,0 1-1,1-1 1,-1 1 0,1 0-1,0 0 1,0 0 0,-1 0-1,1 1 1,0-1-1,1 1 1,-1-1 0,0 1-1,1-1 1,0 1-1,-1 0 1,1 0 0,-1 4-1,2-7-187,1 0-903,17 0 1754,-10 1-6547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4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1 3650,'0'0'6728,"-26"14"-5559,0-1-929,10-5-70,-1 1 0,1 0 0,1 1 0,0 1 0,0 0 1,1 1-1,0 0 0,-16 21 0,12-11 101,2 0 0,0 2 1,2 0-1,0 1 0,2 0 0,0 1 0,2 1 0,-9 36 0,11-27-162,1 1 0,2-1-1,1 1 1,3 0 0,5 74-1,0-81-66,2-1-1,2 1 1,0-1-1,2-1 1,1 1-1,1-2 1,2 1-1,31 46 1,-42-69-46,1 0 1,-1 0 0,1-1-1,0 1 1,0-1-1,0 0 1,0 0 0,1-1-1,0 1 1,0-1 0,0 0-1,0 0 1,0-1-1,10 4 1,-14-5-563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4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 2769,'0'0'7983,"-1"-1"-7819,0 1 0,0-1 0,0 0 0,0 1 0,0-1 1,0 1-1,0 0 0,0-1 0,0 1 0,0 0 0,0-1 0,0 1 1,0 0-1,0 0 0,0 0 0,-3 0 0,1 1-79,-1 0 1,1 0-1,-1 1 0,1-1 0,0 1 0,-1 0 0,1-1 0,0 2 1,0-1-1,0 0 0,0 1 0,1-1 0,-5 5 0,-28 42 698,29-41-607,1-2-162,1 1 1,-1 0 0,1 0 0,1 0 0,-1 0 0,1 0 0,0 1 0,1-1 0,0 1 0,0 0 0,1 0 0,-1 13 0,2-20-67,0-1 0,0 1 0,0-1-1,0 1 1,0 0 0,0-1 0,1 1-1,-1-1 1,0 1 0,0 0 0,1-1-1,-1 1 1,0-1 0,1 1 0,-1-1-1,0 1 1,1-1 0,-1 1 0,1-1-1,-1 0 1,1 1 0,-1-1 0,1 0-1,-1 1 1,1-1 0,0 0 0,-1 0 0,1 1-1,0-1 1,26 1-1051,-21-2 966,0 0 1,0 0 0,0 0 0,-1-1 0,1 0 0,9-5 0,-6-1 110,0 0 0,0-1-1,-1-1 1,0 1 0,-1-1-1,8-14 1,-6 7 7248,-9 22-7249,1 0 0,0-1 1,-1 1-1,2 0 0,-1 0 0,0 0 0,1-1 0,0 1 0,0-1 0,0 1 1,1-1-1,-1 0 0,1 0 0,0 0 0,1 0 0,-1-1 0,0 1 0,1-1 1,0 0-1,0 0 0,0 0 0,0 0 0,7 3 0,-1-2-637,-1 1 0,1-1 0,0-1 0,13 3 0,39 2-6197,-22-8 354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5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509 1 6259,'0'0'9836,"-21"2"-8971,-51 7-400,1 4 0,1 2-1,-73 27 1,124-35-492,-47 20 56,63-25-49,-1 0-1,1 0 0,-1 0 0,1 0 1,0 0-1,0 1 0,0-1 1,0 1-1,1 0 0,-1 0 0,1 0 1,-1 0-1,-3 7 0,6-8-95,0 0 0,-1-1 0,1 1 0,0 0 0,0 0-1,-1-1 1,1 1 0,1 0 0,-1-1 0,0 1 0,0 0 0,1 0 0,-1-1-1,1 1 1,-1 0 0,1-1 0,0 1 0,0-1 0,0 1 0,-1-1-1,4 3 1,29 29-464,-15-17 460,-7-3 151,0 0 0,-2 1 0,1 0-1,-2 1 1,0 0 0,-1 0-1,0 1 1,-1-1 0,-1 2 0,0-1-1,-2 0 1,1 1 0,-2 0 0,-1 0-1,0 0 1,-1 0 0,0-1 0,-1 1-1,-2 0 1,1 0 0,-2-1 0,-10 32-1,-99 208 2564,108-230-2187,5-25-399,0 0 0,0-1 0,1 1 0,-1 0 0,0-1-1,0 1 1,1 0 0,-1-1 0,1 1 0,-1-1 0,0 1 0,1-1 0,-1 1 0,1-1 0,-1 1 0,1-1 0,-1 0 0,1 1 0,0-1 0,-1 0-1,1 1 1,1-1 0,2 1 12,0 0-1,1-1 0,-1 0 0,1 0 0,-1 0 0,1 0 1,-1-1-1,0 0 0,6-1 0,22-9 264,0-1 1,-1-1-1,57-33 0,-59 29-197,6-5 13,-34 21-390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5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10421,'0'0'10663,"7"-13"-10524,-5 8-132,2-2-9,-1 0 0,2-1 0,-1 1-1,1 1 1,0-1 0,0 1 0,0 0-1,1 0 1,0 0 0,0 1-1,1 0 1,0 0 0,-1 0 0,11-4-1,-15 9-66,-2 43-24,-1-23 329,-1 1 0,-6 30 0,6-44-229,1-4-47,1 0 1,-1 1 0,1-1-1,-1 0 1,1 1 0,0-1-1,0 1 1,1-1 0,-1 0-1,1 1 1,1 5 0,-1-8-187,0 0 0,0 0 1,0 0-1,0 0 0,0 0 1,0 0-1,0 0 1,0 0-1,0-1 0,0 1 1,1 0-1,-1-1 0,0 1 1,1-1-1,-1 1 1,0-1-1,1 0 0,-1 1 1,0-1-1,1 0 1,-1 0-1,1 0 0,-1 0 1,0 0-1,1 0 0,-1-1 1,0 1-1,1 0 1,1-1-1,9-6-3795,-4-10-1072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5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10 11253,'0'0'13542,"-28"-9"-13542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6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95 9412,'0'0'10400,"30"-7"-10165,7-4-194,140-31 110,-126 32-105,-12 2-43,1 1 0,73-2 1,-112 35 655,-2-14-432,-1 0 0,-1 0 0,1-1 0,-2 1 0,0-1 1,0 0-1,-1 0 0,0 0 0,-9 12 0,-15 36 330,14-20-441,2 1 1,2 0 0,1 1-1,2 0 1,2 0 0,2 1 0,2 55-1,1-92-145,1 1 0,0-1 0,0 1-1,1-1 1,0 1 0,-1-1 0,2 0-1,-1 1 1,1-1 0,0 0 0,0 0-1,0 0 1,1 0 0,-1 0 0,1-1 0,0 1-1,1-1 1,-1 0 0,1 1 0,0-2-1,0 1 1,0 0 0,10 5 0,-15-9 27,1 0 0,0 0 0,0 0 0,-1 1 0,1-1 0,0 0 0,0 0 0,0 0 0,-1 0 1,1 0-1,0 1 0,0-1 0,0 0 0,-1 0 0,1 0 0,0 1 0,0-1 0,0 0 0,0 0 0,0 1 1,0-1-1,0 0 0,0 0 0,-1 1 0,1-1 0,0 0 0,0 0 0,0 1 0,0-1 0,0 0 1,0 0-1,0 1 0,1-1 0,-1 0 0,0 0 0,0 1 0,0-1 0,0 0 0,0 0 0,0 1 0,0-1 1,0 0-1,1 0 0,-1 0 0,0 1 0,0-1 0,0 0 0,0 0 0,1 0 0,-1 1 0,0-1 0,0 0 1,1 0-1,-1 0 0,0 0 0,0 0 0,0 0 0,1 0 0,-1 1 0,0-1 0,0 0 0,1 0 0,-1 0 1,0 0-1,1 0 0,-1 0 0,0 0 0,0 0 0,1-1 0,-23 8 526,18-6-525,-128 31 1741,-77 23-1415,211-55-4089,15-2-3781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4418,'0'0'12070,"0"135"-10726,-7-90-351,7 3-385,-7-3-288,7 0-256,0-4-16,0-3-48,-7-4-512,7-5-881,0-1-1696,0-8-2482,-7-2-2048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8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80 3426,'0'0'27244,"-7"9"-25643,14-16-1425,7-2-176,-1 0-208,1-5-785,-8 3-1136,8 0-1184,0-1-1585,6-3-3666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8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12502,'0'0'10949,"136"-18"-10773,-89 16-96,1 2-80,-15-2-496,-6 2-1329,-13 0-1649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8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 7619,'0'0'9237,"142"-11"-8277,-95-2-896,8-1-64,-15-2-1392,8-2-4819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9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0 5987,'0'0'7795,"-75"158"-5089,48-79-1330,0 5-447,7 1 479,-1-8-591,14-11-561,-6-12-256,6-9-16,0-13-721,1-12-687,-1-7-673,0-8-1841,-6-5-1729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9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6883,'0'0'4178,"21"-4"-979,-3 1-2533,135-17 2323,-74 14-2428,231-8-597,-309 14 50,-29 2 1104,19 0-995,-1 1 1,1 0-1,0 0 1,0 1-1,0 1 1,0-1-1,1 1 1,0 1-1,0 0 0,0 0 1,1 0-1,0 1 1,0 0-1,0 0 1,-5 9-1,6-6-230,0 1 0,0-1 0,1 1-1,1 0 1,0 0 0,0 1-1,1-1 1,0 1 0,1 0 0,1-1-1,-1 25 1,2-35 52,0 0-1,0 1 1,0-1 0,0 1-1,1-1 1,-1 0 0,0 1-1,1-1 1,-1 0 0,1 1-1,-1-1 1,1 0 0,0 0-1,-1 1 1,1-1 0,0 0-1,0 0 1,0 0 0,0 0-1,0 0 1,0 0 0,0 0-1,0 0 1,0-1 0,0 1-1,3 1 1,-1-1-8,1 0 1,-1 0-1,1-1 0,-1 1 0,1-1 1,0 1-1,-1-1 0,1 0 1,0-1-1,4 0 0,0 0 16,1-1 0,-1 0 0,1 0 0,-1-1 0,0 0 0,0-1 0,0 0 0,9-6 0,-9 2 213,0 0-1,0 0 1,-1-1-1,0 0 0,0 0 1,-1 0-1,-1-1 1,0 0-1,0 0 1,5-15-1,-12 49 6146,7 17-5496,-4-38-1212,0 1 0,1-1 0,-1 1 0,1-1 0,-1 1 0,1-1 0,0 0 0,0 0 0,5 5 0,-5-6-76,0 0 0,0-1 0,0 1-1,1-1 1,-1 1 0,0-1 0,0 0 0,1 0 0,-1 0-1,1 0 1,-1 0 0,1-1 0,0 1 0,-1-1 0,1 0 0,4 0-1,13 0-5616,0-2-1525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5:59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4 265 8724,'0'0'14735,"0"19"-13532,0 50-441,0-52 2072,-1-62-2666,0 31-207,0 0 1,1 0-1,0 0 0,1 0 1,0 1-1,1-1 0,1 0 1,0 1-1,11-27 1,-6 25-381,1 0 1,0 0 0,2 1-1,-1 0 1,22-19 0,-25 27-490,0 0 1,0 0-1,1 1 1,15-8-1,-15 10-648,0 0-1,1 0 0,-1 0 0,0 1 0,16-1 0,10 1-6028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0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278 221 12118,'0'0'10690,"-19"3"-7996,-8-1-1939,4 0 31,1 0 0,-26 8 1,47-10-770,0 0 0,0 0 0,0 0-1,0 0 1,1 0 0,-1 1 0,0-1 0,0 0 0,0 1 0,1-1 0,-1 0 0,0 1 0,1-1 0,-1 1-1,0-1 1,1 1 0,-1 0 0,1-1 0,-1 1 0,1 0 0,-1-1 0,1 1 0,-1 0 0,1-1 0,-1 1 0,1 0-1,0 0 1,0 0 0,-1-1 0,1 2 0,0 0-80,1 1 0,-1-1 0,0 0 0,1 0-1,-1 0 1,1 0 0,0 0 0,0 0 0,0 0 0,0-1 0,2 4-1,37 40-1556,-22-29 1089,-1 1-1,-1 0 1,-1 2 0,16 22 0,-27-33 386,1 0 0,-1 0-1,-1 0 1,1 0 0,-1 1 0,-1 0-1,0-1 1,0 1 0,0 0 0,-1 0-1,-1 0 1,0 0 0,0 0 0,-1 10-1,0-16 150,0-1-1,0 1 0,0 0 0,0-1 1,0 1-1,-1-1 0,1 0 0,-1 1 0,1-1 1,-1 0-1,0 0 0,0 0 0,0 0 1,0 0-1,0-1 0,0 1 0,-1 0 1,1-1-1,-1 0 0,1 1 0,-1-1 0,1 0 1,-1-1-1,-4 2 0,-8 2 67,0-1-1,0 0 1,-17 0 0,31-3-64,-131 3 704,130-3-697,1 1 0,0-1 0,-1 0 0,1-1 0,-1 1 0,1 0 0,0 0 1,-1-1-1,1 1 0,0 0 0,-1-1 0,1 0 0,0 1 0,-1-1 1,1 0-1,0 0 0,0 1 0,0-1 0,0 0 0,0 0 0,0 0 0,0 0 1,0 0-1,0-1 0,0 1 0,1 0 0,-1 0 0,0-1 0,1 1 1,-1-2-1,0 0-13,1 1 0,0-1 0,0 0 0,0 1 0,0-1 0,0 1 0,1-1 0,-1 0 0,1 1 0,-1-1 0,1 1 0,0-1 0,0 1 0,0 0 1,1-1-1,-1 1 0,2-2 0,9-10-136,1 1 1,1 1-1,0 0 0,0 1 1,1 0-1,0 1 1,29-13-1,-12 4-252,0 1-7,190-123-3289,-196 123 3480,-2-2-1,-1-1 0,0 0 0,-1-2 1,-2-1-1,25-35 0,-42 53 352,1 0 0,-1 0 0,0 0 0,-1-1 0,1 1-1,1-11 1,-3 14 236,-1 0 1,1 0-1,-1 0 0,0 0 0,0 0 0,0 0 0,-1 0 0,1 0 0,-1 0 0,-1-4 1,1 6-230,0 0 0,0 0 1,0 0-1,-1 0 1,1 1-1,0-1 1,0 0-1,-1 1 1,1-1-1,0 1 0,-1-1 1,1 1-1,-1 0 1,1 0-1,0-1 1,-1 1-1,1 0 0,-1 0 1,1 0-1,-3 1 1,-32 2 1064,35-3-1170,-4 1-3,-1 0-1,0 1 1,0 0-1,0 0 1,1 0-1,-1 1 1,1-1 0,0 1-1,0 1 1,0-1-1,0 1 1,0 0-1,1 0 1,0 0 0,0 0-1,0 1 1,0 0-1,1 0 1,0 0-1,0 0 1,0 0 0,0 1-1,1-1 1,0 1-1,0 0 1,0 0-1,1 0 1,0 0 0,0-1-1,1 1 1,0 1-1,0-1 1,0 0-1,0 0 1,1 0 0,2 6-1,-2-8-273,0 0 0,1-1 0,0 1 0,0 0 0,0-1 0,0 1 0,1-1 0,0 0-1,-1 1 1,1-1 0,0-1 0,0 1 0,1 0 0,-1-1 0,0 1 0,1-1 0,0 0 0,-1 0 0,1-1 0,0 1 0,0-1 0,0 0-1,5 1 1,8 2-1932,0-1 0,0-1 0,1 0 0,19-1 0,23-1-6839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0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15191,'0'0'4690,"-12"22"-355,-41 72-957,45-80-2848,2 0 0,0 1 0,0 0-1,1 0 1,1 1 0,-3 24 0,0-5 144,2-2-523,2 0 0,1 0 0,3 41 0,0-20-2342,0-53 2031,-1-1-1,1 1 1,-1 0 0,1-1 0,0 1-1,-1-1 1,1 1 0,-1-1 0,1 1 0,0-1-1,0 1 1,-1-1 0,1 0 0,0 0-1,0 1 1,-1-1 0,1 0 0,0 0-1,0 0 1,0 0 0,-1 0 0,1 0-1,0 0 1,0 0 0,1 0 0,28 0-2017,-25 0 1303,30-1-4125,4-5-3330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0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6947,'0'0'12934,"122"32"-12902,-68-30-32,7 0-1200,0-2-2290,0 0-4130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2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4418,'0'0'5731,"18"2"-5083,-3-2-408,-1 2 0,0 0 0,1 0 0,-1 1 0,0 1 1,0 1-1,-1 0 0,1 0 0,-1 1 0,0 1 0,19 14 0,-10-2 220,-2 1-1,0 1 1,-1 1-1,-1 0 0,-1 2 1,-1 0-1,-1 1 1,-2 0-1,0 1 0,-2 1 1,14 47-1,-13-30-84,-3 1-1,-2-1 1,-2 2-1,-1-1 1,-3 1-1,-7 76 1,2-97-155,0-1 0,-2 0 0,-1-1 0,0 1 0,-2-2 0,-1 1 0,0-1 0,-2 0-1,0-1 1,-2-1 0,0 0 0,-1 0 0,-1-2 0,-1 0 0,0-1 0,-2 0 0,0-2 0,0 0 0,-2-1 0,1-1 0,-29 12 0,39-20-1283,14-7-3154,14-8-2145,3-9-1589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0 204 8660,'0'0'12240,"12"-6"-11709,352-179-835,-360 183 227,17-8-442,-26 13 299,-39 28 302,40-26-26,0 0 0,1 1 0,-1 0 0,1-1 0,0 1 0,0 0 0,1 0 0,0 1 0,0-1-1,0 0 1,1 1 0,-2 10 0,3-12-26,-1 0 1,1-1-1,0 1 0,0 0 0,0 0 0,1 0 0,-1 0 1,1-1-1,0 1 0,1 0 0,-1-1 0,1 1 0,0-1 1,0 1-1,1-1 0,-1 0 0,5 6 0,-3-6-108,0-1-1,0 1 1,1-1 0,-1 0-1,1 0 1,0-1-1,-1 1 1,1-1-1,0 0 1,1 0 0,-1-1-1,0 0 1,10 2-1,-11-3-253,-1 0 0,0 0 0,1 0-1,-1 0 1,0-1 0,0 1 0,1-1-1,-1 0 1,0 0 0,0 0-1,0 0 1,0 0 0,0-1 0,0 1-1,0-1 1,0 0 0,-1 0 0,1 0-1,-1 0 1,1-1 0,-1 1 0,4-6-1,15-31-6331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4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4338,'0'0'15799,"-20"74"-15831,40-51-1232,7-3-1218,7-4-2864,14-7-2273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5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9012,'0'0'13959,"-34"127"-11847,21-84-1039,6 4-81,0-2-207,0-2-465,1-7-240,6-2-80,-7-9-144,7-5-528,0-8-897,-7-6-992,-6-6-9109,6-6 1025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0 120 13270,'0'0'9669,"136"0"-9221,-89-12-448,7-1-112,7-3-1473,0-4-1344,0-5-2226,7-9-4033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5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1 12758,'0'0'10229,"-74"142"-7316,54-102-1024,-1-1-673,8-3-319,6 0-593,-7-7-240,8-2-64,-1-4-208,0-5-785,7-7-687,0-4-722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5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0 105 9124,'0'0'10469,"149"-18"-7620,-88 9-1888,0-5-737,-7 3-224,1-3-1169,-1 1-1664,0 1-2545,0-1-3667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6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8036,'0'0'24667,"0"5"-24667,0 6-208,0 3-801,-13 1-1216,6 1-1648,-6-4-1794,6-3-4994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06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691 0 14791,'0'0'3665,"-115"152"705,68-89-1648,-1 5-1282,-6-3-1440,0 3 0,-14-3-560,0 1-1041,-6 4-1936,-7 11-2386,-1-2-928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34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0 2561,'0'0'6440,"-6"5"73,-24 17-5966,-120 87 567,79-60-1100,44-32-59,20-13-45,1 0 0,-1 1 0,0 0 0,1 0 0,0 0 0,1 1 0,-6 6 0,6-8-101,6-3-42,18-3-48,164-14 415,-150 16 183,0 2-1,-1 0 1,0 3 0,61 15 0,127 32 2519,-220-52-2768,1 0-1,0 0 1,-1 0 0,1 0-1,-1 0 1,1 1-1,-1-1 1,1 0 0,-1 0-1,1 1 1,-1-1-1,1 0 1,-1 0-1,1 1 1,-1-1 0,0 1-1,1-1 1,-1 0-1,1 1 1,-1-1 0,0 1-1,1-1 1,-1 1-1,0-1 1,0 1-1,0-1 1,1 1 0,-1-1-1,0 1 1,0-1-1,0 1 1,0 0-1,0-1 1,0 1 0,0-1-1,0 1 1,0-1-1,0 1 1,0-1 0,0 1-1,0 0 1,0-1-1,-1 1 1,1-1-1,0 1 1,0-1 0,-1 1-1,1-1 1,0 1-1,-1-1 1,1 0 0,0 1-1,-1-1 1,1 1-1,-1-1 1,1 0-1,-1 1 1,0-1 0,0 2-210,-1 0 1,0 0-1,0 0 1,0 0-1,0 0 0,-1-1 1,1 1-1,0-1 1,-1 0-1,1 0 1,-5 2-1,-12-3-5311,12 0-291,0 0-2452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5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258 204 4082,'0'0'2713,"5"-23"-2515,23-117 167,-28 138-323,1 1 0,-1-1 0,0 1 0,1-1 0,-1 1 0,0-1 0,0 1-1,0-1 1,0 1 0,-1-1 0,1 1 0,0-1 0,0 1 0,-1-1 0,1 1 0,-1-1 0,0 1 0,1-1 0,-1 1 0,0 0 0,0 0-1,0-1 1,-1 0 0,1 1 1,-1 0-1,1 1 0,-1-1 1,1 1-1,-1-1 1,1 1-1,-1 0 0,0 0 1,1 0-1,-1 0 0,1 0 1,-1 0-1,0 0 1,1 0-1,-1 0 0,1 1 1,-1-1-1,-1 1 0,-6 3 84,0 0-1,0 0 1,0 1-1,0 0 0,-14 12 1,12-9 36,1 1 1,0 0-1,1 0 1,0 1-1,1 0 1,0 0-1,0 1 0,1 0 1,0 1-1,1 0 1,1 0-1,0 0 1,0 0-1,1 1 1,1 0-1,0 0 0,-1 20 1,-4 119 1697,17 234 0,3-64-877,-12-312-965,-4 68 308,4-74-338,0 0 0,-1-1 0,0 1 0,0 0 0,0 0 0,0-1 1,0 1-1,-1-1 0,0 1 0,1-1 0,-1 1 0,-1-1 0,1 0 0,0 0 1,-1 0-1,-3 3 0,6-6-231,-1 1 0,0-1-1,0 0 1,1 1 0,-1-1 0,0 0 0,0 1 0,0-1 0,0 0 0,0 0 0,1 0 0,-1 0 0,0 0-1,0 0 1,0 0 0,0 0 0,0 0 0,0 0 0,0 0 0,1-1 0,-1 1 0,0 0 0,0 0 0,0-1-1,1 1 1,-1-1 0,0 1 0,0-1 0,1 1 0,-1-1 0,0 0 0,1 1 0,-2-2 0,-11-21-6158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6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1 200 8852,'0'0'2044,"19"-8"581,43-16 680,103-26 1,71 11-1746,-102 18-1805,-187 72 192,49-47 50,-1 0 0,1 0 1,-1 0-1,1 1 0,0-1 1,1 1-1,-1 0 0,1 0 1,0 0-1,0 0 0,1 1 1,-1-1-1,1 1 0,1-1 1,-1 1-1,1 0 0,0 0 1,0 0-1,0 0 0,1 0 1,0 0-1,0 0 0,2 10 1,-1-15-21,0 1 0,0 0-1,0 0 1,0 0 0,0 0 0,0-1 0,1 1 0,-1-1 0,1 1 0,-1-1 0,1 1 0,-1-1-1,1 0 1,0 0 0,0 0 0,0 0 0,0 0 0,-1 0 0,1 0 0,0-1 0,0 1 0,1-1-1,-1 1 1,3-1 0,57 4-375,-53-4 325,-4 0-10,0 0 0,0 0 0,0 0-1,0-1 1,0 0 0,0 0 0,-1 0-1,1 0 1,0-1 0,-1 0 0,1 0-1,-1 0 1,1 0 0,-1-1 0,0 0-1,7-5 1,-8 4-24,-1 0 0,1 0 0,-1 0 0,0 0 0,0 0 0,0 0 1,0-1-1,-1 1 0,0-1 0,0 1 0,0-1 0,0 1 0,-1-1 0,1 1 0,-1-1 0,-1 0 0,1 1 0,-2-7 0,1 4 44,-1 0 0,0 0 0,-1 1-1,0-1 1,0 0 0,0 1 0,-1 0 0,0 0-1,0 0 1,0 0 0,-1 0 0,0 1-1,0 0 1,-1 0 0,1 1 0,-1-1-1,0 1 1,0 0 0,-12-5 0,5 2 43,0 1 0,-1 0 0,0 1 0,0 1 0,-1 0 1,1 0-1,-1 2 0,-27-2 0,41 4 19,1 0 1,-1 0-1,1 0 0,-1 0 0,0 0 0,1 0 1,-1 0-1,1 0 0,-1 0 0,1 0 1,-1 0-1,1 0 0,-1 1 0,1-1 1,-1 0-1,1 0 0,-1 1 0,1-1 1,-1 0-1,1 1 0,-1-1 0,1 0 1,-1 1-1,1-1 0,0 1 0,-1-1 1,1 1-1,0-1 0,0 1 0,-1-1 0,1 1 1,0-1-1,0 1 0,-1-1 0,1 1 1,0-1-1,0 1 0,0 0 0,0-1 1,0 1-1,0-1 0,0 1 0,0-1 1,0 1-1,0-1 0,0 1 0,1 0 1,-1-1-1,0 1 0,0-1 0,1 2 1,0 0-3,0-1 1,0 1 0,0 0 0,0 0 0,0 0 0,0 0 0,1-1-1,-1 1 1,1-1 0,-1 1 0,1-1 0,-1 1 0,5 1 0,5 2 5,1-1-1,0 0 1,-1-1 0,2-1 0,-1 0 0,20 1 0,80-4 8,-52 0-16,-58 1 41,74-5-205,-72 5 317,0-1-1,0 0 1,1 0-1,-1 0 1,0-1 0,0 1-1,0-1 1,0 0 0,0 0-1,0 0 1,-1-1-1,1 1 1,-1-1 0,6-6-1,-5-3 5186,-6 27-4073,1-11-1287,1 0 0,0 1 0,1-1 0,-1 1 0,1-1 0,0 0 1,0 0-1,0 1 0,1-1 0,0 0 0,-1 0 0,1 0 0,0 0 1,1-1-1,-1 1 0,1-1 0,0 1 0,0-1 0,0 0 0,0 0 1,0 0-1,1 0 0,-1-1 0,1 1 0,0-1 0,0 0 0,0 0 1,0-1-1,0 1 0,0-1 0,0 0 0,0 0 0,1 0 0,-1 0 1,1-1-1,-1 1 0,0-1 0,1-1 0,-1 1 0,0-1 0,1 1 1,-1-1-1,6-2 0,-9 3 33,0-1 0,0 1 0,-1-1 0,1 1 0,0-1 0,0 1 0,0-1 0,-1 1 1,1-1-1,0 0 0,0 0 0,-1 1 0,1-1 0,-1 0 0,1 0 0,-1 0 0,1 0 0,-1 1 0,1-1 0,-1 0 1,0 0-1,1 0 0,-1 0 0,0 0 0,0 0 0,0-2 0,1-9 3407,-1 11-3122,0 1-324,1 0 0,-1 0-1,1-1 1,-1 1 0,1 0 0,-1 0-1,1 0 1,-1 0 0,1 0-1,0 0 1,-1 0 0,1 0 0,-1 0-1,1 0 1,-1 0 0,1 0 0,-1 0-1,1 0 1,0 1 0,-1-1-1,1 0 1,-1 0 0,1 1 0,-1-1-1,0 0 1,1 1 0,-1-1 0,1 0-1,-1 1 1,1 0 0,16 9-1844,14 12-3828,-7-13-1382,-4-6-672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6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8468,'0'0'15519,"0"5"-14623,0-3-829,0 0 0,0 0-1,0 0 1,0 1 0,0-1-1,0 0 1,1 0 0,-1 0-1,1 0 1,-1 0 0,1 0-1,2 3 1,-2-3-73,1-1 0,0 0 0,-1 0 0,1 0 0,0 0 0,0 0 0,0-1 0,-1 1 0,1-1-1,0 1 1,0-1 0,0 1 0,0-1 0,0 0 0,0 0 0,0 0 0,4-1 0,5 2-489,0-1 0,0-1 0,1 0 0,-1-1-1,0 0 1,0-1 0,-1 0 0,1 0 0,-1-1 0,1-1 0,17-10 0,-19 16 5340,13 12-5042,0 0-1757,-11-11 188,0 0-1,1 0 1,-1-1-1,23-1 1,-17 0-543,29 0-4030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6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152 625 3586,'0'0'14300,"-20"1"-10664,-64 6-1307,82-7-2235,0 0 1,0 1-1,0-1 1,-1 1-1,1-1 1,0 1-1,0 0 1,0 0-1,0-1 1,0 2-1,1-1 1,-1 0-1,0 0 1,0 0-1,1 1 1,-1-1-1,1 1 1,-1 0-1,1-1 1,0 1-1,-1 0 1,1 0-1,0 0 1,0-1-1,0 1 1,0 0-1,1 1 1,-1-1-1,1 0 0,-1 0 1,1 0-1,0 0 1,-1 0-1,1 0 1,0 1-1,1-1 1,-1 0-1,0 0 1,2 4-1,-2 4 94,1-9-185,-1 0-1,1 0 1,0-1 0,0 1-1,0 0 1,0-1-1,0 1 1,0 0 0,0-1-1,0 1 1,0-1 0,0 1-1,0-1 1,0 0-1,0 0 1,0 1 0,0-1-1,0 0 1,0 0 0,0 0-1,1 0 1,-1 0-1,0 0 1,0 0 0,0-1-1,0 1 1,2-1 0,2 1 3,7-1-129,-1-1-1,1 0 0,-1-1 1,1 0-1,-1-1 1,0 0-1,0-1 1,-1 0-1,1 0 1,-1-1-1,0-1 0,-1 0 1,0 0-1,0-1 1,0 0-1,-1 0 1,10-14-1,0 0-369,-2 0 0,0-1 0,-1-1 0,-2 0 0,0-1 0,12-36 0,-8 11 116,-3 0-1,-2-1 0,-3 0 0,-1-1 0,0-87 0,-8 138 442,0 1 0,1-1 0,-1 1 0,0 0 0,0-1 0,0 1 0,0-1 0,0 1 0,0 0 0,0-1 0,0 1 0,0-1 0,0 1 0,-1-1 0,1 1 0,0 0 0,0-1 0,0 1 0,0 0 0,0-1 0,-1 1 0,1-1 0,0 1 0,0 0 0,-1-1 0,1 1 0,0 0 0,-1 0 0,1-1 0,0 1 0,-1 0 0,1 0 0,0-1 0,-1 1 0,1 0 0,-1 0 0,1 0 0,0 0 0,-1 0 0,1 0 0,-1-1 0,1 1 0,0 0 0,-1 0 0,1 0 0,-1 0 0,1 0 0,0 1 0,-1-1 0,1 0 0,-1 0 0,0 0 0,-21 15 1250,11-4-1003,1 1 0,0 0 0,1 0 0,0 1 0,1 1 1,1-1-1,-7 16 0,1 3 347,0 2 0,-8 37 0,15-46-420,1 0 0,2 0 0,0 1 0,2 0 0,1-1 0,1 1 0,1 0 1,9 42-1,-9-58-401,1 1 1,1-1 0,0 0 0,0 0 0,1-1 0,0 1-1,1-1 1,0 0 0,0-1 0,10 11 0,-10-14-362,0 0-1,0 0 1,1 0 0,0-1 0,0 0 0,0 0 0,0-1 0,0 1 0,1-2-1,-1 1 1,1-1 0,0 0 0,0-1 0,0 0 0,10 0 0,28-1-5802,1-3-3036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7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10901,'0'0'11973,"115"-25"-11508,-75 21-465,-6 4-112,-7 0-1393,-6 0-1472,-15 0-3074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7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8436,'0'0'8628,"115"2"-7364,-54-11-1264,7-7-464,7 1-2097,-14-1-3890,6-2-1905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7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562 220 6467,'-5'-20'3036,"1"3"-2550,-19-64 1676,20 74-1496,0-1-1,0 0 1,-1 1-1,0 0 1,0 0-1,0 0 0,-1 1 1,0-1-1,-9-7 1,10 11-416,0 0 1,-1 1-1,1-1 1,-1 1-1,1 0 1,-1 0-1,0 1 1,1-1-1,-1 1 1,0 0-1,0 0 1,0 1-1,0 0 1,0 0-1,0 0 1,0 0-1,0 1 0,0-1 1,0 1-1,0 1 1,0-1-1,-4 3 1,-4 0-96,2 2 0,-1-1 0,0 1 0,1 1 0,0 0 0,1 1 0,-13 11-1,1 3 79,0 2-1,2 0 0,1 1 0,0 1 0,2 1 0,1 0 0,2 1 0,0 1 0,2 0 0,-14 49 0,13-24-220,2 1-1,3-1 1,2 1 0,2 1-1,5 66 1,1-94-185,2 1 1,2-2-1,0 1 1,16 42-1,9 33-1560,-30-100 1468,-1 0-1,1 1 1,0-1 0,-1 0-1,0 1 1,0-1-1,0 0 1,0 1 0,0-1-1,-1 4 1,0-6 7,1 0 0,-1 0 0,0 0 1,1 0-1,-1-1 0,0 1 0,0 0 0,0 0 1,0 0-1,1-1 0,-1 1 0,0 0 0,0-1 1,0 1-1,-1-1 0,1 1 0,0-1 0,0 0 0,0 1 1,0-1-1,0 0 0,0 0 0,0 0 0,-1 0 1,1 0-1,0 0 0,-2 0 0,-29-4-5395,-2-13-931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8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0 877 5218,'0'0'4357,"25"-7"-1622,168-43 3724,-102 31-4350,-30 8-1541,-1-3-1,111-41 1,-170 55-572,0 0 0,-1 0 1,1 0-1,0-1 0,0 1 0,-1 0 1,1-1-1,0 1 0,-1 0 0,1-1 1,0 1-1,-1-1 0,1 1 0,-1-1 1,1 1-1,0-1 0,-1 0 0,1 1 1,-1-1-1,0 0 0,1 1 0,-1-1 1,1-1-1,-16-3 127,-38 4 376,47 1-399,-2 0 113,-1 0-1,1 1 0,0 0 1,0 0-1,-1 1 1,1 0-1,0 1 0,0-1 1,-15 9-1,20-9-179,0 0-1,0 0 1,0 1-1,0-1 0,0 1 1,0 0-1,1-1 1,-1 1-1,1 1 1,-1-1-1,1 0 1,1 0-1,-1 1 0,0-1 1,1 1-1,-1 0 1,1-1-1,0 1 1,1 0-1,-1 0 1,0 0-1,1 0 1,0 4-1,1-7-41,-1 1 1,1 0-1,0 0 0,0 0 1,0 0-1,0-1 0,0 1 1,0-1-1,0 1 0,1-1 0,-1 1 1,1-1-1,-1 1 0,1-1 1,-1 0-1,1 0 0,0 0 1,-1 0-1,1 0 0,0 0 1,0-1-1,0 1 0,0-1 1,0 1-1,0-1 0,0 1 1,2-1-1,62 9-702,-61-9 587,38 1-772,-26-1 900,-15 0 358,-6 0 334,47 3-783,-36-1-118,0-1 0,0 0 0,0 0 0,0-1 0,0 0 0,0 0 0,1-1 0,-1 0 0,0 0 0,0-1 0,-1 0 0,1 0 0,0 0 0,12-7 0,-2-4-643,-1-1 0,-1-1 0,0 0 0,-1-1-1,-1 0 1,0-1 0,16-30 0,63-140-2792,-80 161 3612,20-52 295,-3-2 0,31-143 0,-53 168 1993,-7 19 7381,-7 44-8560,-13 24-93,2-1 0,1 2 0,-24 66 0,27-52-626,1 1 0,3 0 0,2 1 0,-4 82 0,10-89-354,-1 99 303,4-129-448,0 1 0,0 0 0,1 0 0,1-1-1,0 1 1,1-1 0,0 0 0,7 14 0,-10-24-150,1 0 0,-1-1 1,1 1-1,0 0 0,-1-1 0,1 1 0,0-1 0,0 0 0,0 1 0,0-1 1,0 0-1,0 0 0,1 0 0,-1-1 0,0 1 0,0 0 0,1-1 0,-1 0 1,0 1-1,1-1 0,-1 0 0,0 0 0,1 0 0,-1 0 0,0-1 1,5 0-1,1-1-1125,-1 0 0,0 0 1,0 0-1,1-1 1,-2 0-1,14-8 0,14-13-5241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18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53 7331,'0'0'17558,"-22"8"-15595,-67 24-485,85-31-1387,1 0 0,-1 1-1,1-1 1,0 1-1,-1 0 1,1 0 0,0 0-1,0 1 1,0-1-1,0 1 1,1 0 0,-1 0-1,-3 4 1,5-4-39,0 0 0,0 1 1,0-1-1,1 0 0,-1 0 1,1 0-1,-1 0 0,1 1 0,0-1 1,1 5-1,-1 5-98,0-11 4,1-1 0,-1 1 0,0 0 0,1-1-1,0 1 1,-1-1 0,1 1 0,0-1 0,0 1-1,-1-1 1,1 1 0,0-1 0,1 0 0,-1 0-1,0 1 1,0-1 0,0 0 0,1 0 0,-1 0-1,1 0 1,-1 0 0,2 0 0,45 19-1448,-7-1-532,-40-19 1978,-1 1 0,1-1 0,-1 1 0,1-1 0,-1 1-1,1-1 1,-1 1 0,0 0 0,1-1 0,-1 1 0,0 0-1,1-1 1,-1 1 0,0 0 0,0-1 0,0 1 0,1 0-1,-1-1 1,0 1 0,0 0 0,0 0 0,0-1 0,0 1-1,0 0 1,-1-1 0,1 1 0,0 0 0,0 0 0,0-1-1,-1 1 1,1 0 0,0-1 0,-1 1 0,1-1 0,0 1-1,-1 0 1,1-1 0,-1 1 0,1-1 0,-1 1 0,1-1-1,-1 1 1,0-1 0,1 0 0,-1 1 0,1-1 0,-1 0-1,0 1 1,1-1 0,-1 0 0,0 0 0,-1 1 0,-34 11 95,14-9-21,-1 0-1,-31-1 0,51-2-5,27-4-54,-13 3 10,85-20-875,97-35 0,-163 46 402,0-2-1,0-1 1,-1-2 0,-1-1 0,0-1-1,-1-1 1,26-24 0,-49 40 555,-1-1 0,0 0 1,-1 1-1,1-1 0,0 0 1,-1 0-1,1 0 0,-1-1 0,0 1 1,0-1-1,-1 1 0,1-1 1,-1 1-1,1-1 0,-1 0 1,1-4-1,-3 7 32,1 0-1,0 1 1,0-1-1,-1 0 1,1 0 0,-1 1-1,1-1 1,-1 0-1,1 1 1,-1-1 0,1 1-1,-1-1 1,1 0 0,-1 1-1,0-1 1,1 1-1,-1 0 1,0-1 0,0 1-1,1 0 1,-1-1-1,0 1 1,0 0 0,1 0-1,-1-1 1,0 1-1,0 0 1,0 0 0,1 0-1,-2 0 1,-32-1 1166,27 2-815,-16-2 474,15 1-397,-1-1 1,1 1 0,-1 1-1,1 0 1,0 0 0,-15 4-1,20-4-432,1 1 0,-1-1 1,1 0-1,0 1 0,0 0 0,-1 0 0,1-1 0,0 1 0,0 1 0,1-1 0,-1 0 1,0 0-1,1 1 0,-1-1 0,1 0 0,0 1 0,0 0 0,0-1 0,0 1 1,0 0-1,1-1 0,-1 1 0,1 0 0,-1 4 0,0 0-78,1-1-1,0 1 0,0 0 1,0-1-1,1 1 0,-1 0 1,2-1-1,-1 1 1,1-1-1,0 1 0,0-1 1,1 0-1,0 0 0,0 0 1,0 0-1,1 0 1,7 8-1,-5-7-489,2 0-1,-1 0 1,1-1-1,0 0 1,0 0 0,1-1-1,0 0 1,0-1-1,0 0 1,0 0 0,13 2-1,28 3-5756,9-7-4698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1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1 200 656,'0'0'3861,"0"-6"-2821,0-18-165,0 18 2273,0 20-1077,20 299 4388,0 8-4576,-17-331-1952,-1 1 0,2-1 0,-1 0-1,1 1 1,0-1 0,9-11 0,-4 3-103,-3 5-12,1 1 0,0 0 0,17-20 0,-22 29 157,0 0 1,0 1 0,1-1-1,-1 1 1,1 0 0,-1 0-1,1 0 1,0 0 0,0 0-1,0 1 1,0-1 0,0 1 0,0 0-1,1 0 1,-1 0 0,0 0-1,1 0 1,-1 1 0,0 0-1,1-1 1,5 2 0,-7-1 29,0 1 0,0 0 0,0 0 0,0 0 0,0 0 1,-1 0-1,1 0 0,0 0 0,-1 1 0,1-1 0,-1 1 1,1-1-1,-1 1 0,0 0 0,0-1 0,2 3 0,17 35 131,-15-26-71,2 1 11,0 0-1,-1 1 1,-1 0-1,-1 1 1,0-1-1,-1 1 1,-1-1-1,0 1 1,-1 0-1,-2 30 1,0-43-40,0 0 1,0 1-1,0-1 1,0 0-1,0 0 1,-1 0-1,1 0 1,-1 0-1,0 0 1,0-1 0,0 1-1,0-1 1,-1 1-1,1-1 1,-1 0-1,1 0 1,-1 0-1,0 0 1,0 0-1,0-1 1,0 1-1,0-1 1,0 0-1,0 0 1,0 0-1,-1 0 1,-4 0 0,-11 3 33,0-2 1,-1-1-1,-29-1 1,30 0-56,17 0-20,-41-4 95,42 4-91,0 0 0,1 0 1,-1 0-1,0 0 0,0 0 0,1 0 1,-1-1-1,0 1 0,0 0 0,1-1 1,-1 1-1,0 0 0,0-1 0,1 1 1,-1-1-1,1 1 0,-1-1 0,0 1 1,1-1-1,-1 0 0,1 1 0,-1-1 1,1 0-1,0 1 0,-1-1 0,1 0 1,0 1-1,-1-1 0,1 0 0,0 0 1,0 1-1,-1-1 0,1 0 0,0 0 1,0 0-1,0 1 0,0-1 0,0 0 1,0 0-1,1 0 0,-1 1 0,0-1 1,0 0-1,0 0 0,1 1 0,0-2 1,1 0-76,0 0 1,0 0 0,1 0 0,-1 1 0,0-1-1,1 1 1,0-1 0,-1 1 0,1 0-1,0 0 1,-1 0 0,1 1 0,4-1 0,8-4-387,50-18-1979,129-53-1504,-156 60 3763,-2-2 0,68-46 0,-98 60 207,-1 0 1,1-1-1,-1 1 1,0-1-1,0 0 1,-1-1-1,1 1 0,3-9 1,-1-13 5141,-12 26-2290,-17 8-1687,18 1-1072,0 0 0,0 1-1,0 0 1,1 0 0,1 0-1,0 0 1,0 0 0,0 0 0,1 1-1,1-1 1,0 1 0,1 13-1,-1-8-114,0-14-2,0 1 1,0-1 0,0 1 0,0-1-1,1 1 1,-1-1 0,0 0 0,1 1-1,-1-1 1,1 1 0,0-1-1,-1 0 1,1 1 0,0-1 0,0 0-1,0 0 1,-1 0 0,1 0-1,1 0 1,-1 0 0,0 0 0,0 0-1,2 2 1,0-2-31,0 0-1,0 0 1,1 0-1,-1 0 1,0 0-1,0-1 1,0 1 0,1-1-1,-1 0 1,5 0-1,-1-1-73,0 0 1,0 0-1,0 0 0,0-1 0,0 0 0,-1 0 1,1-1-1,-1 1 0,12-8 0,-14 7 54,1-1 0,0 1 0,-1-1 0,0 0 1,0 0-1,0-1 0,-1 1 0,1-1 0,-1 0 0,0 0 0,0 0 0,-1 0 0,1 0 0,-1-1 0,-1 1 1,1-1-1,-1 1 0,1-1 0,-2 0 0,1 1 0,-1-1 0,0 0 0,-1-10 0,1 14 74,-1 1 0,0-1 0,1 1-1,-1-1 1,0 1 0,0-1 0,0 1 0,0 0-1,-1-1 1,1 1 0,0 0 0,0 0-1,-1 0 1,1 0 0,-1 0 0,1 0 0,-1 0-1,1 1 1,-1-1 0,0 0 0,1 1 0,-1-1-1,0 1 1,-2-1 0,-47-2 510,44 3-518,6 0-50,17-3-1179,28-7 412,-17 2 660,0 2-1,0 2 1,41-3 0,-67 43 1735,-1 52-1329,0-87-270,1-1-1,-1 1 1,1-1 0,0 1 0,-1 0-1,1-1 1,0 0 0,-1 1-1,1-1 1,0 1 0,-1-1 0,1 0-1,0 0 1,0 1 0,0-1-1,-1 0 1,1 0 0,0 0-1,0 0 1,0 0 0,0 0 0,-1 0-1,2 0 1,29 0-243,-25 0 81,-4 0 144,0 0 1,0 0 0,0 0-1,0 0 1,0 0-1,-1 0 1,1 0 0,0-1-1,0 1 1,0-1 0,0 0-1,0 1 1,-1-1-1,1 0 1,0 0 0,-1 0-1,1 0 1,-1 0-1,1-1 1,-1 1 0,1 0-1,-1-1 1,0 1 0,0-1-1,1 1 1,-1-1-1,0 0 1,-1 1 0,1-1-1,0 0 1,0 0-1,-1 0 1,1 0 0,-1 1-1,1-1 1,-1 0 0,0 0-1,0 0 1,0 0-1,0 0 1,0 0 0,-1 0-1,1 0 1,0 0 0,-1 1-1,1-1 1,-1 0-1,0 0 1,0 0 0,-1-2-1,-1 0 79,1-1 0,-2 1 0,1 0 0,0 0-1,-1 0 1,1 1 0,-1-1 0,0 1 0,0 0-1,-7-4 1,-53-29 1132,45 27-960,18 8-236,-1 1 0,1-1 0,-1 0 1,1 0-1,-1 0 0,1 0 0,0 0 0,-1 0 0,1 0 0,0 0 0,0-1 0,0 1 1,0 0-1,0-1 0,0 1 0,0-1 0,0 1 0,0-1 0,1 1 0,-1-1 0,1 0 1,-1 1-1,1-1 0,0 0 0,-1 0 0,1 1 0,0-1 0,0 0 0,0 1 0,1-1 0,-1 0 1,0 1-1,0-1 0,1 0 0,-1 1 0,1-1 0,0 0 0,0 1 0,-1-1 0,1 1 1,0-1-1,0 1 0,0 0 0,0-1 0,1 1 0,-1 0 0,2-2 0,39-29-592,58-33-1,-57 39 182,54-43-1,-84 57 339,1 0 1,-2-1-1,0 0 1,0-1-1,-1 0 0,-1-1 1,14-25-1,-18 26 296,0 0 1,-1-1-1,0 1 0,-1-1 0,-1 0 0,-1 0 1,0 0-1,0 0 0,-2-27 0,-2 42-58,1 0-1,0 1 1,-1-1-1,1 0 1,-1 1 0,1-1-1,0 1 1,-1 0-1,1-1 1,0 1-1,0 0 1,0 0-1,0 0 1,-1 0-1,1 0 1,-1 1-1,-8 11 12,0 0-1,1 1 1,1 0-1,0 0 1,0 0-1,-9 32 1,-25 100 698,30-70-572,2 1 1,5 0 0,4 105 0,1-106-208,0-74-83,0 0-1,0 0 0,-1-1 0,1 1 0,1 0 0,-1 0 0,0 0 0,0 0 0,1 0 0,-1 0 1,1 0-1,0 0 0,0 0 0,-1-1 0,1 1 0,0 0 0,0-1 0,1 1 0,-1 0 1,0-1-1,0 0 0,1 1 0,-1-1 0,1 0 0,-1 1 0,1-1 0,0 0 0,-1 0 0,1-1 1,0 1-1,0 0 0,0 0 0,0-1 0,-1 1 0,1-1 0,0 0 0,0 1 0,0-1 0,0 0 1,0 0-1,0 0 0,0-1 0,0 1 0,0 0 0,0-1 0,0 1 0,0-1 0,0 0 1,-1 1-1,1-1 0,2-1 0,5-3-4,-1-1 1,0 1-1,0-1 1,0-1-1,0 1 1,-1-1-1,0 0 1,-1-1-1,0 0 1,0 0-1,-1 0 1,0-1-1,0 0 1,-1 0-1,0 0 1,0 0-1,-1-1 1,0 1-1,-1-1 1,0 0-1,-1 0 1,1-17-1,-2 26 28,-1 0 0,1-1 0,0 1 0,-1 0 0,1 0 0,-1 0 0,0-1 0,1 1 0,-1 0 0,0 0 1,1 0-1,-1 0 0,0 0 0,0 0 0,0 0 0,0 1 0,0-1 0,0 0 0,0 0 0,0 1 0,-1-1 0,1 1 0,0-1 0,0 1 0,0-1 0,-1 1 0,1 0 0,0-1 0,-1 1 0,1 0 0,0 0 0,0 0 0,-1 0 0,1 0 0,0 1 0,-1-1 0,1 0 1,0 0-1,-2 2 0,-3-2-11,1 1 1,-1 0 0,1 1 0,-1-1 0,1 1 0,-1 0 0,-8 5 0,10-3 7,0-1-1,0 1 1,0-1 0,1 1 0,-1 0 0,1 1 0,0-1-1,0 0 1,1 1 0,-1 0 0,1 0 0,0 0 0,0 0 0,1 0-1,0 0 1,-1 0 0,2 0 0,-2 8 0,2-10-18,1 1 1,-1 0-1,0 0 1,1-1 0,0 1-1,0 0 1,0 0-1,0-1 1,1 1-1,-1-1 1,1 1-1,0-1 1,0 0 0,0 0-1,0 0 1,1 0-1,-1 0 1,1 0-1,0-1 1,0 1 0,0-1-1,0 0 1,0 0-1,0 0 1,1 0-1,3 1 1,5 2-248,0-1 1,0-1-1,0 0 0,0 0 1,1-1-1,-1-1 0,17 0 1,-20-1-577,1-1 0,0 0 0,-1 0-1,12-4 1,-16 4-85,0-1-1,0 0 0,0 0 0,0 0 0,0-1 0,-1 0 0,1 0 0,4-4 0,19-22-8177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2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13206,'0'0'12014,"-15"13"-10611,-5 1-993,11-8-221,1 1 0,-1 0-1,1 0 1,0 1 0,1 0 0,-11 15-1,15-18-177,0 0 0,0 1-1,1-1 1,0 1 0,0 0-1,0 0 1,1 0 0,0 0-1,0 0 1,0 0 0,1 0-1,1 10 1,26-18-1894,-22 0 1691,0-1 0,1 0 0,-1 0 0,-1 0 0,1-1 1,0 0-1,-1 0 0,0 0 0,0-1 0,0 1 1,0-1-1,5-9 0,-7 11 360,-1 0-1,0 0 1,1 0 0,-1 0 0,0 0-1,-1 0 1,1 0 0,-1 0-1,1-4 2408,0 36-2666,13 0-2834,-12-27 2264,-1-1-1,1 1 1,0-1 0,0 1 0,0-1 0,0 0 0,0 0 0,0 1 0,0-1-1,0-1 1,1 1 0,-1 0 0,0-1 0,1 1 0,-1-1 0,0 1 0,1-1 0,-1 0-1,1 0 1,-1 0 0,0-1 0,1 1 0,-1 0 0,0-1 0,1 0 0,-1 1-1,4-3 1,9-10-3148,-1-6 946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2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1 0 2017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2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2017,'95'43'3532,"-70"-34"8805,-12-8-7233,-13-1-5018,1 1 1,0-1-1,0 0 0,-1 0 1,1 0-1,0 1 1,0-1-1,-1 0 0,1 1 1,0-1-1,-1 1 0,1-1 1,-1 0-1,1 1 1,0 0-1,-1-1 0,1 1 1,-1-1-1,0 1 1,1 0-1,-1-1 0,1 1 1,-1 0-1,0-1 0,1 1 1,-1 0-1,0-1 1,0 1-1,0 0 0,1 1 1,20 34 2402,-20-35-2485,0-1 1,0 1-1,0-1 1,0 1 0,0-1-1,0 0 1,0 1-1,1-1 1,-1 0-1,0 0 1,0 0-1,0 0 1,0 0-1,0 0 1,1 0-1,-1 0 1,0-1-1,0 1 1,0 0 0,0-1-1,0 1 1,0 0-1,0-1 1,0 0-1,2 0 1,23-23-151,-15 14 70,2 1-370,7-2 1613,-19 11-1101,0 0 0,-1 1 0,1 0 0,-1-1-1,1 1 1,-1-1 0,1 1 0,-1 0 0,1-1 0,-1 1-1,1 0 1,-1-1 0,0 1 0,0 0 0,1 0 0,-1-1-1,0 1 1,0 0 0,0 0 0,0 0 0,0-1 0,0 1-1,0 0 1,0 0 0,0 0 0,0-1 0,0 1 0,-1 1-1,1 4-133,0-1-1,0 1 0,1 0 1,-1-1-1,1 1 0,1 0 1,-1-1-1,4 8 0,4 3-4144,4 0-4404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3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572 243 4114,'0'0'8569,"0"-15"-7707,0 8-835,1-2 127,-1 0-1,0 0 0,0 0 0,-1 0 0,0 0 0,-1 0 0,0 0 0,0 0 0,-1 1 1,0-1-1,-1 1 0,0 0 0,0-1 0,0 2 0,-1-1 0,-9-11 0,5 12-75,0 0 0,-1 1 1,1 0-1,-1 0 0,0 1 0,0 0 0,-1 1 0,0 0 0,1 1 0,-1 0 0,0 0 0,-1 1 0,1 1 0,-22 0 0,21 0 44,0 2-1,0 0 1,1 0 0,-1 1 0,0 0-1,1 1 1,0 1 0,-1-1-1,2 2 1,-1 0 0,0 0-1,1 1 1,0 0 0,-13 11-1,7-2 134,1 1 0,1 1 0,1 0 0,0 1 0,1 1 0,1 0 0,1 0 0,1 1 0,0 0 0,2 1 0,0 0 0,1 0 0,-5 42 0,3 16 99,3 0 0,7 117 0,-1-170-309,4 23-345,2 0-1,2-1 1,2 1-1,3-2 0,19 48 1,-25-69-1784,-8-20-6061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3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1 411 5795,'0'0'2956,"20"-10"-523,53-21 1529,93-28-1,202-59-1349,-359 112-2468,-25 6-108,-29 11-32,33-4 43,-1 0-1,1 1 1,0 1-1,-11 9 0,20-15-39,1-1 0,-1 0-1,1 0 1,0 1 0,0 0-1,0-1 1,0 1-1,0 0 1,1 0 0,-1 0-1,1 0 1,0 0-1,0 0 1,0 0 0,0 0-1,0 1 1,1-1 0,-1 0-1,1 0 1,0 1-1,0-1 1,0 0 0,1 1-1,0 3 1,0-6-13,0 0 1,0 0-1,-1 0 0,1 1 1,0-1-1,1 0 0,-1 0 1,0 0-1,0 0 0,0-1 1,1 1-1,-1 0 0,0 0 1,1-1-1,-1 1 0,0-1 1,1 1-1,-1-1 0,1 0 1,-1 1-1,1-1 0,-1 0 1,3 0-1,43 0-43,-33-1 20,-10 1 0,1 0 0,0-1 0,-1 1 0,1-1-1,-1 0 1,1 0 0,-1-1 0,1 1 0,-1-1-1,0 0 1,1 0 0,-1-1 0,0 1 0,-1-1-1,1 0 1,0 0 0,-1 0 0,1 0 0,-1-1-1,0 1 1,0-1 0,-1 0 0,1 0 0,-1 0-1,0 0 1,0 0 0,0-1 0,0 1 0,-1-1-1,0 1 1,0-1 0,0 1 0,0-1 0,-1 0 0,0-6-1,-1-4-95,4-15 1722,-3 30-1575,1-1 1,-1 0-1,1 1 0,0-1 1,-1 0-1,1 1 0,0-1 1,0 1-1,-1-1 0,1 1 1,0-1-1,0 1 0,0 0 1,0-1-1,-1 1 0,1 0 0,0 0 1,0-1-1,0 1 0,0 0 1,0 0-1,0 0 0,0 0 1,0 0-1,0 1 0,0-1 1,-1 0-1,1 0 0,0 1 1,1-1-1,3 2-7,-1 0 0,1 1-1,-1-1 1,0 1 0,0-1 0,0 1 0,0 0 0,0 1-1,-1-1 1,1 1 0,-1 0 0,0-1 0,0 1-1,-1 1 1,1-1 0,1 5 0,5 7 105,-1 1 1,-1-1-1,6 20 1,-19-67 305,2 0 1,1 0 0,1 0 0,5-60 0,-2 86-432,1 0 1,-1 0-1,1 1 1,0-1-1,0 1 1,0 0-1,0-1 1,1 1-1,0 0 1,0 0-1,0 0 1,0 1-1,0-1 1,1 1-1,0 0 0,0 0 1,0 0-1,6-3 1,-3 2-564,1 0 0,0 0 1,0 1-1,0 0 0,0 0 1,0 1-1,0 0 0,1 0 0,-1 1 1,10 0-1,44 1-9989,-23 0 2369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3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 13222,'0'0'4290,"-176"60"432,115-5-2209,0 12-1200,7 10 32,14 4-289,12 1-400,15-8-480,13-4-112,0-9-64,27-7-192,14-11-912,-1-13-1025,8-12-480,-1-14-1473,7-4-2289,-13 0-2785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4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0 223 10853,'0'0'6910,"25"-20"-4797,82-68-1161,-75 63-463,55-32 0,-34 25-192,-56 42 1195,-33 32-192,-15 21 471,48-58-1671,0 0 1,0 1-1,0-1 0,1 1 0,0-1 0,0 1 1,0 0-1,1 0 0,0 0 0,0 0 1,0 7-1,1-12-103,0 0-1,0 0 1,0 0 0,1-1 0,-1 1-1,0 0 1,1 0 0,-1 0 0,0 0 0,1 0-1,-1 0 1,1-1 0,-1 1 0,1 0 0,0 0-1,-1-1 1,1 1 0,0 0 0,-1-1 0,1 1-1,0-1 1,0 1 0,0-1 0,0 1 0,-1-1-1,1 1 1,1-1 0,36 6-1034,-25-6 43,0-1 0,0-1-1,23-5 1,-28 4-274,0 0-1,0-1 0,0 0 1,0-1-1,-1 0 1,1 0-1,11-12 0,15-15-7313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4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12886,'0'0'11685,"-20"34"-11701,33-3-448,1-1-1505,-1 1-1825,1-4-2801,-1-4-4370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4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5218,'0'0'10525,"0"-5"-9295,0 5-1185,3-18 1211,-3 17-1176,0 1-1,0-1 1,0 1-1,1 0 1,-1-1 0,0 1-1,0-1 1,0 1 0,0 0-1,0-1 1,1 1-1,-1 0 1,0-1 0,0 1-1,1 0 1,-1-1-1,0 1 1,0 0 0,1 0-1,-1-1 1,0 1-1,1 0 1,-1 0 0,0 0-1,1 0 1,-1-1-1,1 1 1,-1 0 0,0 0-1,1 0 1,-1 0 0,0 0-1,1 0 1,-1 0-1,1 0 1,-1 0 0,0 0-1,1 0 1,-1 0-1,1 0 1,-1 0 0,0 0-1,1 0 1,-1 1-1,0-1 1,1 0 0,-1 0-1,0 0 1,1 1-1,-1-1 1,0 0 0,1 0-1,-1 1 1,0-1 0,0 0-1,1 1 1,-1-1-1,0 0 1,1 1 0,1 4 320,0 1 1,-1-1 0,1 0-1,-1 1 1,0-1 0,-1 1-1,1-1 1,-1 1 0,0-1 0,0 1-1,-3 10 1,2 6 500,1-11-713,1 1 0,-1 0 0,2 0 0,0-1 0,0 1-1,1 0 1,0-1 0,6 11 0,-9-21-197,1 0 0,-1-1 0,1 1 0,-1-1 0,1 0 0,-1 1 0,1-1 0,-1 1-1,1-1 1,0 0 0,-1 1 0,1-1 0,0 0 0,-1 0 0,1 1 0,0-1 0,-1 0 0,1 0-1,0 0 1,0 0 0,-1 0 0,1 0 0,0 0 0,-1 0 0,1 0 0,0-1 0,-1 1 0,1 0 0,0 0-1,-1 0 1,1-1 0,0 1 0,-1 0 0,1-1 0,-1 1 0,1-1 0,-1 1 0,1-1 0,-1 1-1,1-1 1,-1 1 0,1-1 0,0 0 0,27-41-865,-22 31 711,1 0 0,0 0 0,1 0-1,0 1 1,1 1 0,0-1 0,16-12-1,-25 22 187,1 0 0,-1 0-1,0 0 1,0 0 0,0-1-1,1 1 1,-1 0 0,0 0-1,0 0 1,1 0 0,-1 0-1,0 0 1,0 0 0,1 0-1,-1 0 1,0 0 0,0 0-1,1 0 1,-1 0 0,0 0-1,0 0 1,1 0 0,-1 0-1,0 0 1,1 0 0,-1 0-1,0 0 1,0 0 0,0 0-1,1 0 1,-1 1 0,0-1-1,0 0 1,1 0 0,-1 0-1,0 0 1,0 1 0,0-1-1,1 0 1,3 15 589,-4 27 222,0-33-519,-1-5-207,1 1-1,0 0 1,1-1-1,-1 1 1,1 0-1,0-1 1,0 1-1,0 0 1,3 5-1,-3-9-159,0 0-1,0 1 1,1-1 0,-1 1-1,0-1 1,1 0-1,-1 0 1,1 0-1,0 0 1,-1 0 0,1 0-1,0-1 1,0 1-1,-1 0 1,1-1-1,0 0 1,0 1 0,0-1-1,0 0 1,0 0-1,0 0 1,-1 0-1,1 0 1,0 0 0,3-1-1,-2-1-643,0 1 0,1-1 0,-1 1 0,0-1 0,0 0 0,0 0 0,-1 0 0,1-1 0,0 1 0,-1-1 0,0 0 0,1 1 0,-1-1 0,0 0 0,2-5 0,5-14-7870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5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3858,'0'0'20625,"-5"24"-17970,1-4-2177,-4 23 1049,-3 72 0,6-60-901,2-25-381,1 0 0,1 1 0,2-1 1,0 0-1,9 40 0,-9-67-551,0 0 0,0 0 1,0 0-1,1 0 0,-1 0 0,1 0 0,0 0 1,0-1-1,0 1 0,0 0 0,1-1 0,-1 0 1,1 0-1,-1 1 0,1-2 0,0 1 0,5 3 0,-6-4-23,0 0 0,0-1 0,0 1-1,0-1 1,0 1 0,0-1 0,0 0-1,0 0 1,0 1 0,0-2 0,0 1 0,0 0-1,0 0 1,0-1 0,0 1 0,0-1-1,0 1 1,0-1 0,0 0 0,-1 0-1,1 0 1,0 0 0,0 0 0,-1 0-1,1 0 1,-1 0 0,1-1 0,-1 1-1,1-1 1,1-3 0,12-22-11204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5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13702,'0'0'8372,"149"9"-8372,-94-9-416,-8 0-2209,7 0-3506,0 0-5074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5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1 204 4898,'0'0'17760,"23"-18"-17109,161-130-315,-176 141-329,-5 5-2,0 0-1,0 0 0,-1 0 0,1 0 0,-1-1 1,0 1-1,1-1 0,-1 1 0,0-1 1,2-4-1,-4 7 257,-4 1-105,1 0-1,0 1 0,0 0 1,0-1-1,0 1 1,0 1-1,0-1 0,1 0 1,-1 1-1,1-1 1,-1 1-1,1 0 0,0-1 1,0 1-1,-2 5 1,0-2 153,-3 3-120,1 0-1,0 1 1,1-1 0,0 1-1,1 1 1,-1-1-1,2 1 1,0-1 0,0 1-1,1 0 1,0 0-1,0 20 1,2-29-244,1-1-1,-1 1 1,1-1-1,0 0 1,-1 1-1,1-1 1,0 0-1,0 1 1,0-1-1,0 0 1,0 0-1,0 0 1,0 0-1,0 0 1,0 0-1,1 0 1,-1 0-1,0 0 1,1-1 0,-1 1-1,0-1 1,1 1-1,-1-1 1,1 1-1,-1-1 1,1 0-1,-1 1 1,1-1-1,-1 0 1,1 0-1,-1 0 1,1 0-1,2-1 1,2 1-612,0 0 0,0-1 0,0 1 0,0-1 0,0 0 0,0-1 0,10-3 0,13-19-5242,-2-7-3221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5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4898,'0'0'20650,"-13"61"-20650,46-50-929,1-2-2048,0-2-2626,0-2-5922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6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12726,'0'0'7891,"149"-29"-6530,-109 24-1105,-6-1-256,-14 6-512,-6 0-1377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6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6227,'0'0'7075,"143"-36"-5634,-96 18-1441,0 0-705,1-2-2336,-1-3-1841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0 12822,'0'0'5645,"-22"20"-1115,-71 64-1550,90-81-2852,-1 0-1,1 0 1,0 0 0,0 1-1,0-1 1,0 1-1,0 0 1,1 0 0,0 0-1,0 0 1,0 0-1,0 1 1,1-1 0,-1 1-1,1-1 1,0 1-1,1-1 1,-1 1 0,1-1-1,0 1 1,0 6 0,1 3 44,-1-11-155,0-1 0,0 1 0,1 0 1,-1 0-1,1 0 0,0 0 0,0-1 0,0 1 0,0 0 0,1-1 0,-1 1 0,1-1 0,-1 1 0,1-1 0,0 0 0,0 0 0,0 1 1,3 1-1,0 0-9,0-1 1,0 1 0,1-1 0,-1 0 0,1-1 0,0 1-1,-1-1 1,12 2 0,-11-2-83,0-1 1,0 1-1,0-2 1,1 1-1,-1-1 0,0 0 1,1 0-1,-1 0 0,0-1 1,0 0-1,0 0 1,1-1-1,-1 0 0,-1 0 1,1 0-1,0-1 0,0 0 1,8-5-1,-10 3-12,1 0 0,-1 0 0,0-1 0,0 1-1,0-1 1,-1 0 0,0 0 0,0 0 0,0-1 0,-1 1-1,0 0 1,0-1 0,-1 0 0,1 1 0,-1-1 0,-1 0 0,0 0-1,0-10 1,-1 13 105,1 0-1,-1 0 1,0 0 0,0 1-1,0-1 1,-1 0-1,1 1 1,-1-1-1,0 1 1,0-1-1,0 1 1,0 0 0,-1 0-1,1 0 1,-1 0-1,0 0 1,0 1-1,0-1 1,0 1-1,0 0 1,-1 0 0,1 0-1,-1 0 1,1 1-1,-1-1 1,0 1-1,1 0 1,-1 0-1,0 0 1,0 1 0,0-1-1,-7 1 1,-1-1-253,-26 2 136,25 7-2487,8 8-3791,4-15 6140,1-1-1,0 1 1,0-1-1,0 0 0,0 1 1,0-1-1,0 0 1,0 1-1,1-1 0,-1 1 1,0-1-1,0 0 0,0 1 1,0-1-1,0 0 1,1 1-1,-1-1 0,0 0 1,0 1-1,0-1 1,1 0-1,-1 0 0,0 1 1,1-1-1,-1 0 1,0 0-1,0 0 0,1 1 1,-1-1-1,0 0 1,1 0-1,27 4-9437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6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14006,'0'0'17400,"-54"66"-17400,47-55-64,0 0-1696,7 3-1858,0 2-2065,0 2-4033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6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0 9588,'0'0'7012,"-142"75"-2963,108-60-1551,7-6-1474,7-4-1024,13-3-720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7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0 195 9636,'0'0'11104,"19"-17"-9370,64-57-464,-69 62-1035,2 0 0,-1 1 0,2 1-1,-1 0 1,1 1 0,1 1 0,-1 0 0,32-7-1,-26 7-159,-22 8-67,-10 10-168,1-1 163,0 0 1,0 1-1,1 0 1,0 1-1,1-1 1,0 1-1,1 0 1,0 1-1,1-1 1,0 1-1,1 0 1,0 0-1,1 0 1,1 0-1,-1 14 1,2-24-83,-1 1 1,1-1-1,0 0 1,0 0-1,0 1 1,0-1-1,1 0 1,-1 0-1,1 0 1,-1 0-1,1 1 0,0-1 1,0 0-1,0 0 1,0 0-1,0 0 1,0-1-1,0 1 1,1 0-1,-1 0 1,1-1-1,2 3 1,0-2-196,0-1 1,0 0 0,1 0 0,-1 0-1,0-1 1,1 1 0,-1-1 0,1 0 0,-1 0-1,0-1 1,5 0 0,-6 1-276,0-1 0,0 1 0,0-1 0,0 0 0,0 0 0,0 0 0,0 0 0,0-1 1,-1 1-1,1-1 0,-1 1 0,1-1 0,-1 0 0,1 0 0,-1 0 0,0 0 0,0-1 0,0 1 0,1-3 0,19-30-9223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27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18008,'0'0'8948,"-40"95"-11957,60-86-4258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2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1 175 7700,'0'0'11277,"22"-12"-9431,60-40-2010,120-55 1,-199 105 103,-1 1-220,-2 23 40,-6 57 1060,0-31-2165,5-17-3682,1-44-725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2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7700,'0'0'7203,"7"-21"-11269,13 23-912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2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91 9588,'0'0'1895,"-19"-14"1061,-65-39-278,78 49-2522,1 1 0,-1 0 0,0 1 0,-1-1 0,1 1 0,0 0 0,-1 1 0,1 0 0,-1 0 0,1 0 0,-1 1 0,1-1 0,-1 2 0,1-1 0,-1 1-1,0 0 1,1 0 0,0 1 0,-7 2 0,5-1-65,1 1-1,0 1 1,0-1-1,0 1 1,0 0-1,1 0 1,-1 1-1,1 0 1,1 0-1,-1 1 1,1-1-1,-6 12 0,0 3 123,0 0 1,2 0-1,0 1 0,2 0 0,0 0 0,-6 45 0,-5 145 1024,15-140-916,-5 403 70,9-332-7609,-3-165 532,-10-13-2262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2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0 164 3265,'0'0'7076,"163"-64"-6660,-96 39 1393,-6 3-1809,7-3-961,-7-2-4113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3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7571,'0'0'2500,"-25"14"-19,1-2-1592,1-1 157,0 1 0,2 2 1,-1 0-1,1 1 0,-30 29 0,23-15 95,1 1 0,2 1 0,1 2 0,-38 69 0,50-80-869,1 2 0,1-1 0,2 2 0,0-1 0,2 1 0,0 0 0,2 0 0,-2 49 0,5-56-326,2 0 0,0 0-1,1-1 1,1 1 0,0-1-1,1 1 1,11 26 0,-12-37-253,1 0 1,0 0 0,0-1 0,0 1 0,1-1 0,0 0 0,0-1-1,1 1 1,0-1 0,-1 0 0,2 0 0,-1-1 0,0 0 0,1 0-1,0 0 1,0-1 0,0 0 0,0 0 0,15 3 0,-6-4-1725,1 0 0,-1 0 0,0-1 1,22-2-1,22-3-5847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4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5923,'0'0'10052,"-20"3"-8603,0 1-979,0 0 1,0 2-1,0 0 0,-32 15 1,47-18-329,-1-1 0,0 1 0,1 0 1,0 0-1,-1 1 0,1 0 0,1-1 1,-1 2-1,0-1 0,1 0 0,0 1 0,0 0 1,1 0-1,-1 0 0,1 1 0,0-1 1,0 1-1,1-1 0,-1 1 0,2 0 1,-1 0-1,0 0 0,0 12 0,2-18-140,0 1-1,0 0 0,0 0 1,0-1-1,0 1 0,0 0 1,1 0-1,-1 0 0,0-1 1,0 1-1,1 0 0,-1-1 1,0 1-1,1 0 0,-1-1 1,1 1-1,-1 0 0,1-1 1,0 1-1,-1-1 1,1 1-1,-1-1 0,1 1 1,0-1-1,-1 1 0,1-1 1,0 0-1,0 1 0,-1-1 1,1 0-1,0 0 0,1 1 1,31 0-229,-18-2-34,-5 0 40,-1 0 0,0 0 0,1-1 0,-1 0 0,0-1-1,0 0 1,0-1 0,14-7 0,-16 7 121,-1 1 1,0-1-1,0 0 0,0-1 0,-1 1 1,1-1-1,-1 0 0,0 0 0,-1-1 1,1 0-1,-1 1 0,6-12 1,-7 1 2837,-5 34-1541,1-15-1220,1 0-1,0 0 1,0 0 0,0 0 0,0 0 0,1 0 0,-1 0-1,1 0 1,0 0 0,0-1 0,0 1 0,0 0 0,0 0-1,0-1 1,1 1 0,-1-1 0,1 1 0,0-1 0,0 0-1,0 1 1,0-1 0,0 0 0,0 0 0,1-1 0,-1 1-1,1 0 1,-1-1 0,1 1 0,0-1 0,-1 0 0,1 0-1,0 0 1,0 0 0,0-1 0,0 1 0,0-1 0,0 0-1,0 0 1,0 0 0,3 0 0,87-1-6508,-44-9-563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5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19 12854,'0'0'10263,"-21"-3"-9566,5 0-576,-3-1 58,-1 1 0,-1 0 1,1 1-1,0 2 0,0 0 1,-25 4-1,35-3-170,-1 2 0,1-1-1,0 2 1,0-1 0,0 1 0,0 1 0,0 0-1,1 0 1,0 1 0,0 0 0,1 1-1,0 0 1,-10 10 0,16-12-80,0 0 0,0 0 0,1 0 0,-1 0-1,1 0 1,1 1 0,-1-1 0,1 0 0,-1 1 0,2-1 0,-1 0 0,2 9 0,-1 8-72,9 57-398,0 2 97,-10-64 386,2 8 50,-2 1 0,-1-1 0,-2 0 0,0 1 0,-1-1 0,-15 46 0,6-40 103,8-23-22,1 1 0,1 0 0,0-1 0,0 1 0,0 0 0,1 1 0,1-1 0,-1 11 0,5-18-51,0-1 0,0 0 0,1 0 0,-1 0 0,1-1 0,-1 1 0,0-1 0,1 0 0,-1 0 0,1 0 0,-1 0 0,5-1 0,-1 0 49,15-2 28,1-1 0,-1-1 0,0-1-1,0-1 1,-1-1 0,0-1-1,-1 0 1,21-14 0,-33 12-920,-8 3-3603,0 4 1033,0 0-4234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5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0 177 8628,'0'0'7611,"23"-21"-5546,6-7-1652,0 0 157,52-39 0,-73 61-342,-6 5-120,0 0-1,1-1 0,-1 1 0,0-1 0,0 1 1,0-1-1,0 0 0,0 0 0,-1 0 1,1 0-1,-1 0 0,3-5 1814,-8 11-1150,-2 3-644,-1-1-1,1 1 0,0 0 0,0 1 1,1 0-1,0 0 0,0 0 1,1 0-1,0 1 0,0-1 0,1 1 1,0 0-1,1 0 0,-3 18 1,5-26-150,1 0 0,-1 1 0,0-1 0,0 0 0,1 0 0,-1 0 0,1 1 0,-1-1 0,1 0 1,0 0-1,-1 0 0,1 0 0,0 0 0,0 0 0,-1 0 0,1 0 0,0 0 0,0-1 1,0 1-1,0 0 0,0 0 0,0-1 0,0 1 0,1-1 0,-1 1 0,0-1 0,0 1 0,0-1 1,1 0-1,-1 0 0,0 1 0,2-1 0,49 1-2639,-38-1 888,12-3-2668,-4-10-2935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5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14070,'0'0'7588,"27"-4"-10886,-14-1-2368,8-4-3570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6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1 140 13078,'0'0'3460,"23"-11"-376,8-4-2275,9-5 149,62-22-1,-58 24-666,-33 12-207,1 1 1,0 0 0,0 0-1,0 2 1,0-1 0,21-2-1,-32 6 335,-3 14 808,-21 29 27,18-37-990,1 1 0,0 0 0,0 0 1,0 1-1,-3 11 0,3-6-173,1 0 0,0-1 1,1 1-1,0 1 0,1-1 0,0 0 1,1 0-1,1 0 0,0 1 0,1-1 1,0 0-1,1 0 0,0-1 0,1 1 1,1-1-1,0 1 0,0-1 0,1-1 1,13 19-1,38 34-54,-42-48-152,-1 0-1,20 27 0,-33-42 97,0 1 0,0-1-1,0 0 1,0 1 0,-1-1 0,1 1-1,-1-1 1,1 1 0,-1-1-1,1 1 1,-1-1 0,0 1-1,0-1 1,0 1 0,0-1 0,0 1-1,0 0 1,0-1 0,0 1-1,-1-1 1,1 1 0,-1-1-1,1 1 1,-1-1 0,1 0-1,-1 1 1,0-1 0,0 1 0,0-1-1,1 0 1,-1 0 0,-1 0-1,1 1 1,0-1 0,0 0-1,0 0 1,-1-1 0,1 1 0,0 0-1,-3 1 1,-6 3 46,0 0 0,-1-1 1,0 0-1,-17 4 0,12-4-60,-28 8-135,0-2 0,-1-1 0,1-3 0,-83 1 0,130-22-6435,16-3-726,12-4-3463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37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0 100 2769,'0'0'5630,"23"-15"-3798,71-43-228,-54 34 270,-18 21 288,-18 3-1660,-3 1-410,0 0 1,-1-1-1,1 1 1,0 0 0,-1 0-1,1 0 1,-1-1-1,1 1 1,-1 0-1,1 0 1,-1 0-1,0 0 1,0 0-1,1 0 1,-1 0 0,0 0-1,0 0 1,0 0-1,0 0 1,0 0-1,0 0 1,0 1-1,-1 37 533,1-28-145,-14 194 1913,15-202-2379,-1 0 0,0 0 0,0 0 0,0 0 0,0 0-1,-1 0 1,1-1 0,-1 1 0,0 0 0,1 0 0,-1 0-1,-1-1 1,1 1 0,0 0 0,-4 4 0,4-6 21,1-1-38,0 0 0,-1 0 1,1 0-1,0 0 1,0 0-1,0 0 1,-1 0-1,1 0 0,0 0 1,0 0-1,-1 0 1,1 0-1,0 0 1,0 0-1,0 0 1,-1 0-1,1 0 0,0 0 1,0 0-1,0 0 1,-1-1-1,1 1 1,0 0-1,0 0 0,0 0 1,0 0-1,-1 0 1,1-1-1,0 1 1,0 0-1,0 0 1,0 0-1,0 0 0,0-1 1,-1 1-1,1 0 1,0 0-1,0 0 1,0-1-1,0 1 0,0 0 1,0 0-1,0 0 1,0-1-1,0 1 1,0 0-1,0 0 1,0 0-1,0-1 0,0 1 1,0-9-112,-1 0 0,1 0-1,1 0 1,0 0 0,0 0 0,1 0 0,0 0 0,0 0 0,1 1 0,0-1 0,1 1-1,0 0 1,0 0 0,1 0 0,0 0 0,0 1 0,1 0 0,0 0 0,0 1 0,0-1-1,10-6 1,-12 10 101,34-24-252,-37 25 294,1 1 0,0 0 0,0 0 0,1 0 0,-1 0-1,0 0 1,0 0 0,1 0 0,-1 1 0,0-1 0,1 1 0,-1-1 0,0 1 0,1 0-1,3 0 1,-5 41 1623,-1 51-2522,0-92 626,0 1 1,0-1-1,0 0 0,0 1 1,0-1-1,0 1 0,0-1 0,0 0 1,0 1-1,0-1 0,0 1 1,0-1-1,0 0 0,0 1 0,1-1 1,-1 0-1,0 1 0,0-1 1,0 0-1,1 1 0,-1-1 0,0 0 1,0 0-1,1 1 0,-1-1 0,0 0 1,1 0-1,-1 1 0,0-1 1,1 0-1,-1 0 0,0 0 0,1 0 1,-1 1-1,1-1 0,0 0 1,11 1-7398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6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8948,'0'0'8180,"156"-34"-5555,-109 23-1328,1 2-753,-15 2-432,-5 3-112,-8 1-560,-20 1-1073,-27 2-13798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6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98 8436,'0'0'4002,"116"-5"-1457,-69-8-1793,-13-3-752,0 2-320,-7-1-2097,-7-1-2577,-6-2-2834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14118,'0'0'8756,"129"-14"-8323,-89 5-289,1 2-144,-7 3-16,-14 1-801,-6 1-1248,-14 0-912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7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 5987,'0'0'8067,"149"-5"-6658,-95-15-1409,0-3-496,-6-4-2337,-8-2-2562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7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0 6339,'0'0'11717,"-67"136"-6786,53-71-593,1 3-1809,6-3-1057,0-4-287,7-7-929,0-6-256,0-10 0,0-8 0,0-10-416,0-7-1073,0-6-736,-20-7-1056,-1 0-1362,-13 0-3616,1-20-3139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7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1 151 7571,'0'0'2994,"27"-5"261,183-34 3310,-149 28-4885,5 1-849,0-4 1,0-2-1,65-26 0,-111 30-321,-38 10 735,-35 13 154,49-10-1327,1 1 0,-1 0 0,0 0 0,0 0 0,1 1 0,-1 0 1,1-1-1,0 1 0,0 0 0,0 0 0,0 1 0,1-1 0,-1 1 0,1-1 1,0 1-1,0 0 0,0 0 0,0 0 0,1 0 0,0 0 0,0 0 0,0 0 1,0 0-1,0 1 0,1-1 0,0 0 0,0 0 0,0 1 0,1 6 0,0-10-70,-1 0 0,1 0 0,-1 0 0,1 0 0,-1 0 0,1 0 0,0-1 0,-1 1 0,1 0 0,0-1-1,0 1 1,-1 0 0,1-1 0,0 1 0,0-1 0,0 1 0,0-1 0,0 1 0,0-1 0,0 0 0,0 1 0,0-1 0,0 0-1,0 0 1,1 0 0,32 1 1,-22-2-21,-4 1-1,-1 0 0,1-1 0,0 0 0,-1-1-1,1 1 1,-1-1 0,0-1 0,0 1 0,0-1 0,0-1 0,10-5 0,0-3 123,-1-1 1,28-29 0,-38 36-25,-8 9 144,1 1 0,0 0 0,0-1 0,0 1 0,0 0 0,1 0 0,-1 0 0,1 0 0,0 5-1,4 17-2074,-4-25 1607,0 0 0,1-1-1,-1 1 1,0 0-1,0-1 1,1 1 0,-1 0-1,1-1 1,-1 1 0,1 0-1,-1-1 1,1 1-1,-1-1 1,1 1 0,-1-1-1,1 1 1,0-1 0,-1 0-1,1 1 1,0-1-1,-1 0 1,1 1 0,1-1-1,38 1-13524,-14-1 3052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8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8 161 11397,'0'0'15869,"0"5"-14084,-1 14-263,-1-36-191,-2-45-823,4 51-1366,0 3 1099,0-1 1,0 0-1,1 1 1,0-1-1,3-9 0,-4 16-534,1 0 0,0 0-1,0 0 1,0 0 0,0 0-1,0 0 1,0 0 0,0 1-1,1-1 1,-1 0 0,2-1-1,-1 2-527,0 0 0,-1 0 0,1 0 0,0 0 0,-1 0-1,1 0 1,0 1 0,0-1 0,0 1 0,0-1 0,0 1 0,0 0-1,0 0 1,2 0 0,14 0-7332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8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94 9476,'0'0'19887,"-11"13"-18527,-34 39-522,43-50-810,1-1-1,0 1 1,-1 0 0,1 0-1,0 0 1,0 0 0,0 0-1,0 1 1,1-1 0,-1 0-1,0 0 1,1 0 0,0 1-1,0-1 1,-1 0-1,1 1 1,0-1 0,1 0-1,-1 0 1,0 1 0,1-1-1,-1 0 1,2 4 0,1-2-24,-1 1 1,1-1 0,0 1-1,0-1 1,1 0-1,-1 0 1,5 3 0,-3-2 20,51 46 18,-31-29-95,0 1-1,28 34 1,-47-49-38,-1-1-1,0 0 1,0 1-1,-1 0 1,1 0 0,-2 0-1,1 1 1,-1-1-1,-1 1 1,0 0 0,0 0-1,0 0 1,-1 13-1,-1-20 77,0 0-1,-1 0 0,1-1 0,-1 1 0,0 0 1,1 0-1,-1 0 0,0-1 0,0 1 0,0 0 1,0-1-1,-1 1 0,1-1 0,0 1 0,-1-1 1,1 0-1,-1 1 0,1-1 0,-1 0 0,0 0 1,1 0-1,-1 0 0,0-1 0,0 1 0,1 0 1,-1-1-1,0 1 0,0-1 0,0 0 0,-2 1 1,-10 1-74,-1 0 0,-28 1 0,35-3 39,-8 1-54,-36-1-16,51 0 100,-1 0 0,1 0 0,0 0 0,-1 0 0,1 0 0,0-1 0,-1 1 1,1-1-1,0 1 0,-1-1 0,1 1 0,0-1 0,0 0 0,-1 1 0,1-1 0,0 0 0,0 0 0,0 0 1,0 0-1,0 0 0,0 0 0,1 0 0,-1 0 0,0 0 0,0-1 0,1 1 0,-1 0 0,0-2 0,1-3-93,-1 0 0,1 0 0,1 0 0,-1 1 0,1-1 0,0 0 0,0 0 0,1 1 0,0-1 0,0 1-1,0-1 1,0 1 0,1 0 0,0 0 0,0 0 0,1 0 0,-1 1 0,6-6 0,9-9-509,2 0 0,37-28 1,-11 10 44,-11 6 83,46-57-1,-68 72 626,-1 0-1,0-1 1,-1-1-1,-1 0 1,14-36 0,-23 52 35,1-1 1,-1 0 0,0 0-1,0 0 1,-1 0 0,1 0 0,-1 0-1,1 0 1,-1 0 0,0 0-1,0 0 1,0 0 0,-1 0 0,1 0-1,-1 0 1,0 0 0,-1-3 0,1 4-37,-1 0 1,0 1 0,1-1 0,-1 1 0,0 0 0,0-1 0,0 1 0,0 0 0,0 0 0,0 0 0,0 0 0,-1 1 0,1-1 0,0 1 0,0-1 0,-1 1 0,1 0 0,0 0 0,-1 0 0,1 0 0,-3 1 0,0-2-61,1 1-1,0 0 0,-1 0 0,1 1 1,-1 0-1,1-1 0,0 1 0,-1 1 1,1-1-1,0 1 0,0-1 1,0 1-1,-7 5 0,8-5-35,1 1 0,0 0 1,0-1-1,0 1 0,0 0 0,1 0 0,-1 0 0,1 0 0,0 1 0,0-1 1,0 0-1,0 0 0,0 1 0,1-1 0,-1 1 0,1-1 0,0 0 1,1 6-1,-1-4-299,0 1 1,1 0 0,-1-1 0,1 1-1,1-1 1,-1 1 0,1-1 0,0 0-1,0 1 1,1-1 0,-1 0 0,1 0-1,0-1 1,1 1 0,-1-1 0,1 1-1,0-1 1,0 0 0,0-1-1,9 7 1,-6-5-396,0-1 1,0-1-1,1 1 0,-1-1 1,1-1-1,-1 1 0,1-1 0,0 0 1,0-1-1,0 0 0,0 0 0,0-1 1,16-1-1,5-5-8185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8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6419,'0'0'20716,"-13"24"-17821,-3 0-2269,8-12-427,0 1 0,0-1 0,1 1 0,1 1 0,0-1 0,1 1 1,1 0-1,0 0 0,-3 26 0,3 18-129,4 58-1,1-43-88,-1-66 19,0 0 0,1 0 0,0 0 0,0 0 0,0 0 0,1 0 0,0 0 0,1 0 0,-1-1 0,1 1 0,0-1 0,1 0 0,0 0 0,-1 0 0,2 0 0,-1-1 0,1 1 0,6 4 0,-10-9-147,0 0 0,1 1 0,-1-1 0,0 0 0,1 0 0,-1 0 0,1-1 0,0 1 0,-1 0 0,1-1 0,0 1 0,-1-1 0,1 1 0,0-1 0,0 0 0,0 0 0,-1 0 0,1 0 0,0 0 0,0 0 0,-1 0 0,3-1 0,-1 0-436,-1 0 0,1 0 0,-1 0-1,1-1 1,-1 1 0,0-1 0,0 1 0,0-1-1,1 0 1,-2 0 0,1 0 0,0 0-1,0 0 1,-1-1 0,1 1 0,-1 0-1,0-1 1,1 1 0,-1-1 0,1-3 0,6-33-13258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48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15191,'0'0'8004,"162"32"-8004,-108-32-305,-6 0-1840,6 0-2048,0-18-6949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0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2721,'0'0'10819,"10"0"-9080,6-1-1231,0 1 0,0 0 1,1 2-1,-1 0 0,0 0 0,-1 1 1,1 1-1,-1 1 0,28 12 0,-29-8-179,0 1-1,-1 0 1,0 1-1,0 0 1,-2 1-1,1 1 1,-1-1-1,-1 2 1,-1 0-1,0 0 1,0 0-1,-2 1 1,0 0-1,0 1 1,5 22-1,-1 2-79,-2 1-1,-1 0 1,-3 0-1,-1 1 1,-2 41-1,-2-71-238,0 0-1,-1 0 0,-1 0 0,0 0 0,0 0 1,-1 0-1,-1-1 0,0 1 0,0-1 1,-1 0-1,-1 0 0,0-1 0,0 1 0,-1-1 1,0-1-1,-1 1 0,0-1 0,-1-1 1,0 0-1,0 0 0,-12 8 0,-5 0 73,-51 23 0,-7 3-563,83-41 283,-1-1 0,1 1 0,0 0 0,0 0 0,0 0 0,0 0 0,0 0 0,0 0 0,0 1 0,1-1 0,-1 0 0,0 0 0,1 1 0,-1-1 0,1 0 0,-1 1 0,0 2 0,3 15-10533,4-10 1025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1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380 309 3650,'0'0'10391,"9"-21"-8129,27-69-869,-33 82-1159,0 0 1,-1 0-1,0 0 0,-1-1 0,0 1 1,0 0-1,-1-1 0,1 1 0,-2-1 1,0 1-1,0-1 0,0 1 0,-1 0 0,-5-15 1,6 19-194,-1 1 0,1-1 1,-1 1-1,0 0 0,0 0 0,0 0 1,-1 0-1,1 0 0,-1 0 0,0 0 1,1 1-1,-1-1 0,0 1 0,-1 0 1,1 0-1,0 0 0,-1 1 0,1-1 1,-1 1-1,1-1 0,-1 1 1,1 0-1,-6 0 0,4 0-27,0 1 1,1-1-1,-1 1 0,0 1 1,0-1-1,0 1 0,0-1 1,0 1-1,0 1 1,1-1-1,-1 1 0,0 0 1,1 0-1,0 0 0,-1 0 1,1 1-1,-7 6 0,-4 5 129,1 1 0,1 0 0,0 2-1,2-1 1,0 1 0,0 1 0,2 0 0,0 1-1,1-1 1,1 2 0,1-1 0,0 1 0,-3 28-1,-1 26 305,3 0-1,4 97 0,3-146-425,1 16 16,1 0-1,14 75 1,-12-94-308,-2-1 0,0 44 1,-2-61 121,0-3-6,0 0 0,-1 0 0,1 0 0,-1 0 0,0 0 0,1 0 0,-1 0-1,0 0 1,1 0 0,-1 0 0,0 0 0,0-1 0,0 1 0,0 0 0,0 0 0,0-1 0,0 1 0,0-1 0,0 1 0,0-1 0,0 1-1,0-1 1,0 0 0,0 1 0,0-1 0,-1 0 0,1 0 0,0 0 0,0 0 0,-3 0 0,-47 0-5653,37 0 3188,-19 0-3380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2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0 321 7443,'0'0'2281,"27"-11"179,-5 2-1670,166-63 5431,-137 55-4870,247-89 1652,-270 90-1764,-27 14 298,-14 9-1082,8-3-452,1 0 0,-1 0 0,1 0 0,0 0 0,0 1 0,1-1 0,0 1 0,-1 0 0,1 0 0,1 0 0,-1 1 0,1-1 0,0 1 0,0-1 0,1 1 0,0 0 0,0-1 0,0 1 0,0 0 0,1 0 0,0 0 0,0 0 0,3 11 0,-3-16-10,1 1-1,0-1 1,-1 0 0,1 1-1,0-1 1,0 0-1,0 0 1,0 1 0,0-1-1,0 0 1,0 0-1,0 0 1,0 0-1,1-1 1,-1 1 0,0 0-1,1 0 1,-1-1-1,0 1 1,1-1 0,-1 1-1,1-1 1,-1 1-1,1-1 1,-1 0-1,3 0 1,48 1-221,-37-1 133,-9 0 48,0 0-1,-1-1 1,1 1-1,0-1 1,-1 0-1,1-1 1,-1 1-1,1-1 0,-1 0 1,0 0-1,0-1 1,0 0-1,0 1 1,7-7-1,-9 6-37,1-1 0,-1 1 0,0-1 1,-1 0-1,1 0 0,-1 0 0,1 0 0,-1 0 0,-1 0 0,1-1 0,0 1 0,-1-1 0,0 1 1,0-1-1,-1 0 0,1 1 0,-1-1 0,0-4 0,1 4 49,-1 0 0,0 1 1,0-1-1,-1 1 0,1-1 0,-1 0 0,0 1 1,0-1-1,-1 1 0,1-1 0,-1 1 0,0 0 1,0 0-1,0 0 0,-1 0 0,1 0 0,-1 0 1,0 1-1,0-1 0,0 1 0,-1 0 0,1 0 1,-1 0-1,0 0 0,0 1 0,0-1 0,0 1 1,0 0-1,0 0 0,-5-1 0,-2-1 27,1-1-1,-1 2 1,0-1 0,0 1-1,0 1 1,-1 0 0,1 1-1,0 0 1,-16 1 0,42 13-223,9-8 11,-1 0 0,2-2 1,-1-1-1,0-1 1,0-1-1,25-3 0,19 2-561,-41-1 414,0-1-1,31-6 0,-24 3 459,-31 5 1929,-6 9-327,-15 13-584,15-19-1076,1 0 0,0 0-1,0 0 1,0 0 0,0 0 0,1 0 0,-1 1 0,1-1-1,-1 0 1,1 1 0,0 0 0,0-1 0,0 1 0,0 0-1,0-1 1,0 1 0,1 0 0,-1 3 0,23-5-131,-7-1 24,0-1 1,0 0-1,0-2 1,-1 1-1,17-6 1,-25 6 77,-1 0 0,1 0 0,-1 0-1,0-1 1,0 0 0,0 0 0,0 0 0,0 0 0,0-1 0,-1 0 0,0 0 0,1 0 0,-2-1 0,1 1 0,0-1-1,2-5 1,-6 10 98,0-1 0,1 1 0,-1 0 0,0 0 0,0-1 0,0 1 0,0 0 0,1-1-1,-1 1 1,0 0 0,0 0 0,1 0 0,-1-1 0,0 1 0,1 0 0,-1 0 0,0 0 0,0 0-1,1 0 1,-1-1 0,0 1 0,1 0 0,-1 0 0,0 0 0,1 0 0,-1 0 0,0 0-1,1 0 1,-1 0 0,0 0 0,1 0 0,-1 0 0,0 0 0,1 1 0,-1-1 0,0 0 0,1 0-1,-1 0 1,0 0 0,0 0 0,1 1 0,-1-1 0,0 0 0,0 0 0,1 1 0,18 17 543,-17-16-1279,0 1-1,0 0 1,0-1-1,1 0 1,-1 1 0,1-1-1,0 0 1,0 0-1,-1-1 1,1 1 0,0-1-1,4 2 1,7-3-4965,-1 0-2743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3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4434,'0'0'18675,"6"1"-17258,14 2-753,44 5 466,-60-7-1189,0-1 1,0 0 0,1 0-1,-1-1 1,0 1 0,0-1-1,1 0 1,-1 0-1,0 0 1,0-1 0,0 1-1,6-4 1,69-60-860,-79 65 1043,0 0 0,1 0 1,-1-1-1,1 1 0,-1 0 0,0 0 0,1 0 0,-1 0 0,0 0 0,1 0 0,-1 0 0,0 0 0,1 0 0,-1 0 1,0 0-1,1 0 0,-1 0 0,0 1 0,1-1 0,-1 0 0,0 0 0,1 0 0,-1 0 0,0 1 0,1-1 0,-1 0 1,0 0-1,0 0 0,1 1 0,-1-1 0,0 0 0,0 1 0,1-1 0,-1 1 0,15 16 653,10 9-4394,14-22-3969,-13-4 336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3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175 451 12294,'0'0'4698,"-18"1"-566,-59 3-869,74-4-3122,-1 1 0,0-1 0,0 1 0,1 0 1,-1 0-1,1 1 0,-1-1 0,1 1 0,0-1 0,-1 1 0,1 0 0,0 0 0,0 1 0,0-1 0,1 1 1,-1-1-1,0 1 0,1 0 0,0 0 0,0 0 0,0 0 0,0 0 0,0 0 0,0 1 0,1-1 0,0 1 0,0-1 1,0 1-1,0 0 0,0-1 0,1 1 0,-1 0 0,1 4 0,1-7-142,0 1 0,0-1 0,-1 1 0,1-1 0,0 0 0,1 1 0,-1-1 0,0 0 0,0 0 0,1 1 0,-1-1 0,0 0 0,1-1 0,-1 1 0,1 0 0,-1 0 0,1-1 0,0 1 0,-1 0 0,1-1 0,0 0 0,-1 1 0,1-1 0,0 0 0,0 0 0,1 0 0,53-1-425,-49 0 308,4-1-169,1 0 0,0-1 1,-1-1-1,0 0 0,0-1 0,0 0 0,0 0 0,-1-2 1,0 1-1,0-1 0,-1 0 0,1-1 0,-2 0 0,1-1 1,11-14-1,10-14-1236,-2-2 1,33-61 0,-48 80 1382,-1-1 1,-1-1-1,-1 0 1,-1 0-1,-1-1 1,-1 0-1,-1 0 1,-1-1-1,4-39 1,-9 62 221,0 0 0,0 0 0,0 1 0,0-1 0,0 0 0,0 0 0,0 0 0,-1 1 0,1-1 0,0 0 0,0 0 0,-1 1 0,1-1 0,0 0 0,-1 1 0,1-1 0,-1 0 0,1 1 0,-1-1 0,1 0 0,-1 1 0,1-1 0,-1 1 0,1-1 0,-1 1 0,0-1 0,1 1 0,-1 0 0,-1-1 0,1 1 48,-1-1-1,0 1 1,0 0 0,0 0-1,0 0 1,0 0 0,0 0-1,0 1 1,0-1-1,1 1 1,-1-1 0,-2 1-1,-3 2 198,1 0 0,0 0-1,-1 0 1,1 1 0,0 0-1,-9 8 1,3 1 37,1 1 1,0 0 0,0 1-1,1 0 1,1 1-1,1 0 1,0 0 0,1 1-1,1-1 1,1 2-1,0-1 1,-4 36 0,7-41-395,0 0-1,2 1 1,-1-1 0,2 1 0,0-1 0,0 1 0,1-1 0,0 0 0,1 0 0,1 0 0,0 0 0,0 0-1,1-1 1,1 0 0,0 0 0,1 0 0,-1-1 0,2 0 0,12 14 0,-12-17-512,0 0 1,0-1-1,1 1 1,0-2 0,0 1-1,1-1 1,12 5-1,-12-7-749,-1 0 0,1-1 0,-1 0 0,17 1 1,22-2-7784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14070,'0'0'7972,"163"0"-7684,-102 0-288,-14 0-240,-13 0-1169,-7 0-1232,-20 0-2897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3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1825,'0'0'16631,"162"2"-15766,-114-11-865,6-2-256,-13-5-1761,-8 0-2609,1-2-3186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4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1 18328,'0'0'5699,"-54"167"-897,41-106-2257,6-5-1248,0-6-1201,7-5-96,-7-7 0,0-8 0,1-8-448,-15-8-1345,-6-3-1408,0-9-1858,-7-2-4145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4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1 287 2001,'0'0'12099,"24"-2"-8300,80-6 37,-93 8-2886,1-1-1,-1 1 0,0 1 1,21 4-1,-25-3-675,-1 0-1,1 0 1,-1 1-1,0 0 1,0 0-1,0 1 1,0-1-1,-1 1 1,0 0-1,6 6 1,-11-10-242,1 0-1,-1 0 1,0 1 0,1-1-1,-1 0 1,0 0 0,1 0-1,-1 0 1,0 1 0,0-1-1,1 0 1,-1 0 0,0 1-1,0-1 1,1 0 0,-1 0-1,0 1 1,0-1 0,0 0-1,1 1 1,-1-1 0,0 0-1,0 1 1,0-1 0,0 0-1,0 1 1,0-1 0,0 0-1,0 1 1,0-1 0,0 0-1,0 1 1,0-1 0,0 0-1,0 1 1,0-1 0,0 0-1,0 1 1,0-1 0,0 0-1,-1 1 1,1-1 0,0 0-1,0 1 1,0-1 0,-1 0-1,1 0 1,0 1 0,0-1-1,-1 0 1,1 0 0,0 0-1,0 1 1,-1-1 0,1 0 0,0 0-1,-1 1 1,0-2-13,0 1 1,1 0-1,-1 0 1,0 0 0,1-1-1,-1 1 1,0 0-1,1-1 1,-1 1-1,1 0 1,-1-1-1,1 1 1,-1-1-1,0 1 1,1-1 0,0 1-1,-1-1 1,1 1-1,-1-1 1,1 0-1,0 1 1,-1-1-1,1 0 1,0 1 0,0-1-1,-1 0 1,1 1-1,0-1 1,0 0-1,0 1 1,0-1-1,0 0 1,0 0-1,0 1 1,0-1 0,0 0-1,1 0 1,0-10-21,0 0 0,1 0 0,0 0 0,1 0 0,0 1 1,1-1-1,0 1 0,1 0 0,0 0 0,0 1 0,12-16 1,1 0-301,2 1 1,1 1 0,23-20-1,-1 13-842,-19 15-1123,-4-2-4278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4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7571,'0'0'18441,"10"16"-16280,26 51-560,-25-40-287,-11-27-1299,0 0 0,1 1 0,-1-1-1,0 1 1,0-1 0,0 1 0,0-1 0,0 1 0,0-1-1,0 0 1,1 1 0,-1-1 0,0 1 0,0-1 0,1 0 0,-1 1-1,0-1 1,1 0 0,-1 1 0,0-1 0,1 0 0,-1 1-1,0-1 1,1 0 0,-1 0 0,1 1 0,-1-1 0,1 0 0,-1 0-1,0 0 1,1 0 0,-1 0 0,1 0 0,-1 0 0,1 1-1,-1-1 1,1 0 0,-1-1 0,1 1 0,-1 0 0,0 0 0,1 0-1,0 0 1,10-1-190,-8 1 70,0 0 0,0 0-1,-1-1 1,1 1-1,0-1 1,0 0-1,0 0 1,-1 0-1,1 0 1,0 0 0,-1-1-1,1 1 1,-1-1-1,0 0 1,5-3-1,26-37-1904,-7 7 1836,-25 35 228,-1 0 1,1 0-1,-1 0 0,1 0 0,-1 0 0,1 0 0,-1 0 0,1 0 0,-1 0 0,1 1 0,0-1 0,-1 0 0,1 0 1,-1 1-1,0-1 0,1 0 0,-1 0 0,1 1 0,-1-1 0,1 1 0,-1-1 0,0 0 0,1 1 0,-1-1 0,0 1 1,1-1-1,-1 1 0,0 0 0,18 24 2444,-8-12-1493,-9-11-1274,1 0-1,0 0 1,0-1 0,1 1-1,-1-1 1,0 1-1,0-1 1,1 0 0,-1 0-1,1 0 1,-1 0 0,1 0-1,-1-1 1,1 1 0,3-1-1,-3 0-405,0 0 1,0 0-1,0-1 0,0 1 0,0-1 1,0 0-1,0 0 0,0 0 0,0 0 0,0-1 1,0 1-1,-1-1 0,1 0 0,-1 0 0,1 0 1,-1 0-1,1 0 0,-1 0 0,2-3 1,15-17-11295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5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10981,'0'0'14100,"15"12"-13060,49 37-351,-57-45-672,-1-1 1,1 0 0,0 0 0,0-1-1,0 0 1,1 0 0,-1-1-1,0 0 1,1 0 0,-1-1 0,1 1-1,-1-2 1,1 1 0,7-2 0,6 0-258,-19 2 142,1-1-1,0 1 1,0-1 0,-1 0-1,1 1 1,-1-1-1,1 0 1,-1-1 0,1 1-1,-1 0 1,0-1-1,1 1 1,-1-1 0,0 0-1,0 0 1,0 0-1,-1 0 1,1 0 0,0 0-1,-1 0 1,1-1-1,-1 1 1,0 0-1,0-1 1,0 1 0,0-1-1,0 0 1,0 1-1,-1-1 1,1 0 0,-1 1-1,0-1 1,0 0-1,0-3 1,1 1 34,-1-1-1,-1 0 1,1 0 0,-1 1-1,0-1 1,0 0-1,0 1 1,-1-1 0,0 1-1,0-1 1,0 1 0,-1 0-1,0 0 1,0 0 0,-5-6-1,6 8 197,0 0 0,0 1 0,-1 0 1,1-1-1,-1 1 0,1 0 0,-1 0 0,0 1 0,1-1 0,-1 1 0,0-1 0,0 1 0,0 0 0,0 0 0,-1 0 1,1 0-1,0 1 0,0-1 0,-1 1 0,1 0 0,0 0 0,0 0 0,-1 0 0,1 0 0,0 1 0,0 0 0,0 0 1,-1-1-1,1 2 0,0-1 0,0 0 0,0 1 0,1-1 0,-1 1 0,0 0 0,1 0 0,-1 0 0,1 0 0,-5 5 1,1 0 201,1 0 1,0 0 0,0 0 0,1 1 0,0 0 0,0 0-1,1 0 1,0 0 0,0 1 0,1-1 0,0 1 0,0-1 0,1 1-1,0 9 1,0-12-329,2-1 0,-1 1 0,0-1-1,1 1 1,0-1 0,0 0 0,1 1-1,0-1 1,0 0 0,0 0 0,0 0-1,1 0 1,0 0 0,0-1 0,0 1-1,0-1 1,1 0 0,0 0 0,0 0-1,0 0 1,5 3 0,-1-2-27,1 0 1,0-1-1,0 0 1,0 0-1,1-1 1,-1-1-1,1 0 0,-1 0 1,1 0-1,0-1 1,12-1-1,69 1-3040,2-10-3471,-14-7-512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6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13798,'0'0'13639,"0"49"-13639,0-33-433,0 2-1472,0 0-2449,-14 0-4466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6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 4786,'0'0'11413,"-116"101"-8275,83-64 1168,-1-1-2673,0 0-1505,7 2-128,-7 1-1377,-7-1-2721,-13-2-3585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6:59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0 784,'0'0'2433,"135"104"-3281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00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39 4194,'0'0'15804,"13"-9"-9942,-13 8-5778,0 0 1,-1 0-1,1 0 1,-1 0-1,1 0 0,-1 0 1,1 0-1,-1 1 1,1-1-1,-1 0 0,0 0 1,1 1-1,-1-1 1,0 0-1,0 1 1,1-1-1,-1 1 0,0-1 1,0 1-1,0-1 1,0 1-1,0-1 0,0 1 1,0 0-1,0 0 1,-1-1-1,-31-5 465,31 6-477,-30-3 125,1 1 1,-1 1-1,-40 5 1,69-3-194,0 0 1,0 0-1,0 0 1,0 0 0,0 0-1,1 0 1,-1 1-1,0 0 1,1-1 0,-1 1-1,1 0 1,0 0-1,-1 0 1,1 1 0,0-1-1,1 1 1,-1-1-1,0 1 1,1-1 0,-1 1-1,1 0 1,0 0-1,0 0 1,0 0 0,0 0-1,0 0 1,1 0-1,-1 5 1,-1 1-9,1 1 0,1-1 0,0 1-1,0 0 1,1-1 0,0 1 0,0-1 0,5 14 0,2-3-100,2-1 1,0 0 0,0-1 0,2-1 0,0 1 0,23 23 0,-21-26-339,-1 0 0,-1 1 0,-1 1 0,0 0 0,-1 0 0,0 1 0,8 25 0,-17-41 420,-1-1 1,0 1 0,0-1-1,0 1 1,0-1 0,0 1-1,0-1 1,0 1 0,0-1-1,0 1 1,-1-1 0,1 1-1,-1-1 1,1 1 0,-1-1-1,0 0 1,1 1-1,-1-1 1,0 0 0,0 0-1,0 1 1,0-1 0,0 0-1,0 0 1,0 0 0,0 0-1,-1 0 1,1-1 0,0 1-1,0 0 1,-1 0 0,1-1-1,-1 1 1,1-1 0,-3 1-1,-7 2 50,0 0-1,0 0 0,-19 1 1,20-3-63,-175 15 467,181-15-410,21 1-412,89-2-2448,27 1-3256,-132-1 6011,1 0 1,0 0 0,0 0-1,0 0 1,0 1-1,0-1 1,-1 1-1,1-1 1,0 1-1,0 0 1,-1 0 0,1 0-1,0 0 1,-1 0-1,1 0 1,-1 0-1,3 2 1,-4-2 114,1 0 0,-1 0 0,1 0 0,-1 0 0,0 0 0,1 0 0,-1 0 0,0 0 0,0 1 0,0-1 0,0 0 0,0 0 0,0 0 0,0 0 0,0 0 0,0 0 0,-1 1 0,1-1 0,0 0 0,-1 0 0,0 1 0,-2 5 416,-1 0 1,0-1 0,-1 1 0,0-1-1,0 0 1,-6 6 0,2-3-3,0 1 0,1 0 0,0 0-1,1 1 1,0 0 0,1 0 0,0 1 0,1 0 0,0 0 0,1 0-1,0 1 1,1-1 0,0 1 0,1 0 0,0 0 0,1 17-1,1-26-341,0 0 0,1 0-1,-1-1 1,1 1 0,0 0-1,0 0 1,0 0 0,0-1-1,1 1 1,0-1-1,0 1 1,0-1 0,0 0-1,0 1 1,6 4 0,-3-2 11,1-2 0,0 1 0,0 0 0,0-1 0,1 0 0,-1-1 1,14 6-1,2-2 2,1 0 1,0-2-1,1 0 1,33 1-1,76-3-762,-202-13-8960,5 9 991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0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0 152 4914,'0'0'9071,"8"-6"-7518,0-1-1374,5-4 926,1 0-1,0 1 0,1 0 1,29-14-1,-12 12-819,-3 0-251,-1 1 0,1 2 0,1 1 0,0 1 0,0 1 0,37-1 0,-65 27-290,-2-6 273,0 0 1,-1 0-1,0 0 1,-2 0-1,1 0 1,-2 0-1,0 0 1,-8 19-1,3-13 46,1 1 0,1 0 0,1 0 0,0 0-1,2 1 1,1 0 0,0 0 0,2 39 0,1-59-63,0-1 1,0 1-1,0-1 0,0 1 0,1-1 1,-1 1-1,0-1 0,1 0 1,-1 1-1,1-1 0,0 1 1,0-1-1,-1 0 0,1 0 1,0 1-1,0-1 0,0 0 1,0 0-1,0 0 0,1 0 1,1 1-1,0 0 2,1 0 1,-1 0-1,1-1 0,0 1 0,-1-1 0,1 0 1,0 0-1,5 0 0,9 1 3,0-1 0,33-4 0,-43 3-10,7-2-205,1-1 0,-1-1 0,0 0 0,0-1 0,0-1 0,-1 0 0,27-16-1,-40 21 194,0 1-1,0 0 1,0-1-1,0 1 0,0-1 1,-1 1-1,1-1 0,0 1 1,0-1-1,0 1 0,-1-1 1,1 0-1,0 1 1,-1-1-1,1 0 0,-1 0 1,1 0-1,-1 1 0,1-1 1,-1 0-1,1-1 0,-15-5 18,-34 7 202,40 1-133,0 0 0,0 1 0,1 0 0,-1 1 0,1-1 0,-1 1 0,1 1 0,0 0 0,0 0 0,0 0 1,1 1-1,-1-1 0,1 2 0,0-1 0,1 1 0,-1 0 0,1 0 0,0 0 0,1 1 0,0 0 0,0 0 0,0 0 1,1 0-1,-4 10 0,4-8-53,1 1 1,-1-1 0,2 1-1,-1-1 1,1 1-1,1 0 1,0 0 0,0-1-1,1 1 1,0 0 0,1-1-1,0 1 1,0-1 0,1 1-1,1-1 1,-1 0-1,1 0 1,1-1 0,9 15-1,5 1-3,1-1 0,36 31-1,-35-35-10,0 1 0,-2 0 0,23 33 0,-41-53 1,0 1 0,-1 0 0,1-1 0,0 1 0,-1 0 0,1 0 0,-1-1 0,1 1 0,-1 0 0,1 0 0,-1 0 0,0-1 0,1 1 0,-1 0 0,0 0 0,0 0 0,1 0 0,-1 0 0,0 0 0,0 0 0,0 0 0,0 0 0,0 0 0,-1-1 0,1 1 0,0 0 0,0 0 1,-1 0-1,1 0 0,0 0 0,-1 0 0,1-1 0,-1 1 0,1 0 0,-1 0 0,1-1 0,-1 1 0,0 0 0,1-1 0,-1 1 0,0 0 0,1-1 0,-1 1 0,0-1 0,0 1 0,0-1 0,1 0 0,-1 1 0,-2-1 0,-4 2 125,-1 0-1,0-1 1,0 0-1,-15 0 1,11-1 80,-185 3 1812,140-4-3482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1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400 584 3970,'0'0'8662,"5"3"-7373,-1 0-860,0-1 0,0 0-1,0 0 1,1 0 0,-1 0 0,1 0 0,-1-1-1,1 0 1,0 0 0,7 0 4252,-20-2-4408,0-5-269,0 0 1,0 0 0,0-1 0,1 0 0,0 0 0,0-1-1,1 0 1,-8-11 0,-39-73-53,51 88 45,-71-154-493,46 95 282,22 50 169,-1 0 0,2 0 0,0-1-1,0 0 1,1 0 0,1 0 0,1 0 0,0 0 0,0-1 0,2 1 0,2-24-1,-1 37-20,-1-1-1,0 0 1,1 0-1,-1 1 0,1-1 1,-1 1-1,1-1 1,0 1-1,-1 0 0,1 0 1,0 0-1,0 0 1,0 0-1,0 0 0,0 0 1,0 0-1,0 1 1,1-1-1,-1 1 0,0 0 1,0 0-1,0 0 1,0 0-1,1 0 0,2 0 1,-3 2 56,-1-1-1,0 0 1,0 1 0,0-1 0,0 0 0,0 1-1,0 0 1,0-1 0,-1 1 0,1-1 0,-1 1-1,1 0 1,-1-1 0,1 1 0,-1 3-1,8 31-20,-7-24 39,0 0 1,0 0-1,-1 1 0,0-1 0,-3 14 1,2-21-9,0 0-1,-1 0 1,1 0 0,-1 0 0,0 0 0,-1 0 0,1 0 0,-1-1 0,0 1 0,0-1 0,0 0-1,0 0 1,-1 0 0,-4 4 0,-67 48 23,54-42-18,0 1 0,1 1 0,1 1 0,-32 36 0,49-50 1,-1 1 0,0 0 0,1 0 0,0 0 0,0 0 0,0 0 0,1 0 0,-1 1 0,1-1 0,-1 9 0,2-12 1,0 0-1,0 1 1,0-1-1,0 0 0,0 1 1,1-1-1,-1 0 0,0 0 1,1 0-1,-1 1 0,1-1 1,0 0-1,-1 0 0,1 0 1,0 0-1,0 0 0,-1 0 1,1 0-1,0 0 0,0 0 1,0 0-1,0 0 0,0-1 1,0 1-1,1 0 0,-1-1 1,0 1-1,0-1 1,0 1-1,1-1 0,-1 0 1,0 1-1,0-1 0,1 0 1,-1 0-1,0 0 0,1 0 1,-1 0-1,2 0 0,15 0 128,0-1 0,1 0-1,-1-2 1,0 0 0,0-1-1,22-8 1,103-46 1069,-65 23-791,-60 28-81,0-2 1,0 0-1,17-13 1,-36 22-267,-1 0 0,1 0 0,-1 0 0,1 0 1,-1 1-1,1-1 0,-1 0 0,1 1 0,-1-1 0,1 1 1,-1 0-1,1-1 0,0 1 0,-1 0 0,1 0 0,0 0 0,0 0 1,0 0-1,0 0 0,-1 0 0,1 0 0,1 1 0,-1-1 1,0 0-1,-1 2 0,-9 22-1623,9-16-2047,2 1-4513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2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274 657 7027,'0'0'10989,"-2"5"-10605,-7 16 83,7-16 168,2-7-502,0-1 0,0 1 0,1 0 0,-2-1 0,1 1 0,0-1 0,0 1 1,-1-1-1,1 1 0,-1 0 0,0-1 0,0 1 0,0 0 0,-2-4 0,-2-5 110,-14-39-122,-3 1 0,-2 1 1,-1 2-1,-3 0 1,-44-55-1,64 90-185,1 0 0,1 0 0,0 0 0,0-1 0,1 0-1,1-1 1,0 1 0,1-1 0,0 1 0,-1-20 0,3 26-6,1-1-1,0 1 1,0 0-1,0-1 1,1 1-1,0 0 1,0-1-1,1 1 1,0 0-1,0 0 1,0 0-1,1 0 1,0 0-1,0 1 1,0-1-1,1 1 1,0 0-1,0 0 1,0 0-1,1 1 1,-1-1-1,11-6 1,-13 9 69,-1 1 0,0 1 0,1-1 1,-1 0-1,1 0 0,-1 0 1,1 1-1,-1-1 0,1 1 1,-1-1-1,1 1 0,0 0 0,-1-1 1,1 1-1,-1 0 0,3 0 1,-3 1 18,0-1 0,0 0 0,-1 1 0,1-1 0,0 1 0,-1-1 0,1 1 0,0-1 0,-1 1 0,1-1 0,-1 1 0,1 0 0,0-1 0,-1 1 0,0 0 0,1-1 0,-1 1 0,1 0 0,-1 0 0,0 0 0,0-1 0,1 3 0,0 5 153,0 1 0,0 0 0,-1-1 0,0 1 0,-2 9 0,1 4-76,0-8-60,-1 0 0,-1 0 0,0-1 0,-1 1 0,0-1 0,-1 0 0,-9 17 1,5-11-27,1 1 1,-7 27-1,13-34-15,0 0-1,0 1 0,1 17 1,2-30 18,-1 0 0,1 0 1,0 0-1,-1 0 0,1-1 0,0 1 1,-1 0-1,1 0 0,0-1 1,0 1-1,0 0 0,-1-1 0,1 1 1,0-1-1,0 1 0,0-1 0,0 1 1,0-1-1,0 0 0,0 1 1,0-1-1,0 0 0,0 0 0,0 0 1,1 0-1,-1 0 0,0 0 1,1 0-1,43 0 1099,-34 0-481,17 1 195,-21 0-663,0 0-1,0-1 1,0 1-1,0-2 1,0 1-1,0-1 1,0 0-1,0 0 1,0-1-1,0 0 1,0 0-1,-1 0 1,11-6-1,-15 7-153,-1 0-1,0 0 0,1 0 0,-1 0 0,0 0 0,0 0 0,0-1 1,0 1-1,0 0 0,0-1 0,0 1 0,0 0 0,-1-1 0,1 1 1,0-1-1,-1 1 0,1-1 0,-1 0 0,1-2 0,-1-4-3305,1-3-3463,-1 3-627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2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13494,'0'0'15159,"-6"137"-13878,6-98-641,0-1-416,0-2-224,0-4 0,0-1-624,0-1-1041,0-3-1729,6-2-2256,-6 0-4611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2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14871,'0'0'17896,"0"-7"-17896,7 1 0,-7-4 0,0-5 0,7-6-5346,-1 3-5587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3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549 314 8020,'0'0'2684,"-5"-24"883,-16-80-430,18 91-2587,-1-1 1,-1 1-1,0 0 1,-1 0-1,0 1 1,0 0-1,-2 0 1,1 0-1,-2 1 1,1 0-1,-14-12 1,19 20-468,0 0 1,0 1 0,0 0 0,0 0 0,0 0 0,0 0-1,-1 0 1,1 0 0,-1 1 0,1 0 0,-1 0 0,1 0-1,-1 0 1,0 0 0,0 1 0,1 0 0,-1-1 0,0 1-1,0 1 1,1-1 0,-1 0 0,0 1 0,1 0 0,-1 0-1,0 0 1,1 0 0,-1 1 0,1 0 0,-4 2 0,-4 2-68,1 1 1,-1 0-1,2 0 0,-1 1 1,1 1-1,0 0 1,-11 15-1,4-2-10,1 1 0,1 1 0,1 1 0,2 0 0,0 0 0,1 1 0,2 0 0,1 1 0,0 0 0,-2 34 0,1 33 155,6 158 0,5-124 30,3 92-370,-6-219 133,0 0 0,0 0-1,0 0 1,0 0 0,0-1 0,0 1-1,0 0 1,0 0 0,-1 0-1,1 0 1,0 0 0,-1 0-1,1-1 1,0 1 0,-1 0-1,1 0 1,-1 0 0,0-1-1,1 1 1,-1 0 0,1-1 0,-1 1-1,0-1 1,0 1 0,1-1-1,-1 1 1,0-1 0,0 1-1,0-1 1,0 0 0,1 1-1,-1-1 1,0 0 0,0 0-1,0 0 1,0 1 0,0-1-1,0 0 1,0 0 0,0 0 0,0-1-1,1 1 1,-1 0 0,0 0-1,-1-1 1,-1 1-506,-1-1-1,1 0 1,0 0 0,0-1-1,0 1 1,0-1-1,0 1 1,0-1 0,0 0-1,0 0 1,-2-3 0,-17-21-6230,-4-7-1937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4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1 216 6563,'0'0'7289,"21"-5"-3509,2 0-2716,22-6 1241,50-4 1,154-18 2093,-254 34-4292,-1 1 0,1 1 0,-1-1 0,1 1 0,0 0-1,0 0 1,0 0 0,0 1 0,1 0 0,-1 0 0,1 0 0,0 0 0,0 1 0,-5 7-1,5-6-222,-1 1-1,1 0 1,0 0-1,1 0 1,-1 0-1,1 1 0,1-1 1,-1 1-1,2 0 1,-1 0-1,1-1 1,-1 10-1,3-16 79,-1 0 0,1 1-1,0-1 1,-1 0 0,1 1 0,0-1 0,0 0 0,0 0-1,0 0 1,0 0 0,0 0 0,0 0 0,0 0-1,1 0 1,-1 0 0,0 0 0,0 0 0,1-1-1,-1 1 1,1-1 0,-1 1 0,0-1 0,1 0 0,-1 1-1,1-1 1,-1 0 0,1 0 0,-1 0 0,3 0-1,53 3-294,-49-3 278,-8 0 55,16 0-125,0 0 0,0-1 0,0-1 0,29-6 0,-41 7 89,-1-1 0,1 1 0,-1 0 0,1-1 0,-1 0-1,0 0 1,1 0 0,-1 0 0,0 0 0,0-1 0,-1 1 0,1-1-1,0 0 1,-1 0 0,0 0 0,1 0 0,-1 0 0,-1 0-1,1 0 1,0-1 0,-1 1 0,1-1 0,-1 0 0,0 1 0,-1-1-1,2-6 1,-1 6 33,-1-1-1,1 0 1,-1 0-1,0 0 1,0 1 0,-1-1-1,1 0 1,-1 0-1,0 0 1,-1 1-1,1-1 1,-1 1-1,0-1 1,0 1-1,0 0 1,0-1 0,-1 1-1,-6-7 1,2 4 17,-1 1 1,0 0-1,-1 0 1,0 1-1,0 0 1,0 0-1,-19-6 1,15 6 93,-1 1 0,1 0 1,-1 1-1,0 1 0,0 0 0,-26 0 1,39 2-8,11 5 3,11-1-63,1-1 0,0-1 0,-1-1 0,35-3 0,-5 1-48,-34 0-38,0-1 1,-1 0 0,1-1 0,-1-1 0,1 0 0,-1-1 0,-1-1 0,1 0-1,-1-2 1,0 1 0,0-2 0,22-17 0,-28 20 1464,-9 12 1342,-1 7-2966,0 7 492,1-15-273,-1-1-1,1 1 1,-1-1 0,1 0 0,0 1 0,1-1 0,-1 0-1,1 1 1,0-1 0,0 0 0,0 1 0,1-1 0,0 0 0,-1 0-1,5 5 1,-4-7-70,1 1 0,0-1 0,0 0 0,0 0 0,0-1 0,0 1 0,0-1-1,0 1 1,1-1 0,-1 0 0,0 0 0,1 0 0,-1-1 0,1 1 0,-1-1 0,1 0 0,-1 0-1,1 0 1,0-1 0,-1 1 0,0-1 0,1 0 0,-1 0 0,1 0 0,4-2 0,5-3 64,0 0 1,0-1-1,-1-1 1,23-16 0,-24 17 2068,-8 12 313,4 10-2979,-5-13 190,-1-1 0,1 1-1,-1 0 1,1-1 0,0 1 0,0-1-1,0 1 1,0-1 0,0 0-1,0 0 1,0 0 0,0 0-1,0 0 1,1 0 0,-1-1-1,0 1 1,1-1 0,-1 0-1,4 1 1,18-1-8515,-22 0 8088,23 0-9094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4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3810,'0'0'22856,"27"18"-18879,-17-16-3918,-1 0-1,1 0 0,0-1 0,0-1 0,-1 1 1,1-1-1,13-2 0,7 0-513,-26 3 180,0-1-1,0-1 1,1 1-1,-1-1 1,0 1-1,0-1 1,0 0-1,0-1 1,0 1-1,0-1 1,0 0 0,-1 0-1,1 0 1,0 0-1,4-4 1,-7 1 5181,33 11-5114,-23 0-1168,2 0-1,-1 0 1,1-2 0,0 1-1,19 3 1,36-1-11394,-34-7 4102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5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105 672 7796,'0'0'18835,"-13"-2"-17149,-40-6-643,52 8-1039,-1-1-1,1 1 1,0 0 0,-1 0-1,1 1 1,-1-1 0,1 0-1,-1 0 1,1 1 0,-1-1-1,1 1 1,0-1 0,-1 1-1,1-1 1,0 1-1,-1 0 1,1 0 0,0 0-1,0 0 1,0 0 0,0 0-1,0 0 1,0 0 0,0 0-1,0 0 1,0 0 0,1 1-1,-1-1 1,0 0 0,1 1-1,-1-1 1,1 0 0,-1 1-1,1-1 1,0 1-1,-1-1 1,1 1 0,0-1-1,0 1 1,0-1 0,0 1-1,1-1 1,-1 1 0,0-1-1,1 0 1,-1 1 0,0-1-1,1 1 1,0-1 0,-1 0-1,1 0 1,0 1-1,0-1 1,0 0 0,-1 0-1,1 0 1,0 0 0,1 0-1,-1 0 1,0 0 0,0 0-1,0 0 1,1 0 0,-1-1-1,0 1 1,1 0 0,1 0-1,1-1-32,0 0-1,1 0 0,-1 0 0,0-1 1,0 1-1,1-1 0,-1 0 1,0 0-1,0-1 0,0 1 1,0-1-1,0 0 0,0 0 1,-1 0-1,1 0 0,-1-1 0,1 0 1,-1 1-1,0-1 0,0-1 1,0 1-1,0 0 0,-1-1 1,1 1-1,1-5 0,8-12-245,-2-1 1,0 0-1,11-35 0,-10 25 52,11-26 112,-3 0 0,-2-2 0,-3 0 0,-3 0 0,-2-1 0,2-70 1,-11 127 206,0 1 0,0 0 0,0-1 0,0 1 1,-1 0-1,1-1 0,-1 1 0,1 0 0,-1 0 1,0 0-1,0-1 0,0 1 0,0 0 1,0 0-1,-2-2 0,2 3-34,0 1 0,0-1 0,-1 0 0,1 1 0,0-1 0,0 1 0,-1-1 0,1 1 0,0 0 0,0-1 0,-1 1 0,1 0 0,0 0 0,-1 0 0,1 0 0,0 0 0,-1 0 0,1 0 0,0 1 0,-1-1 0,1 0 0,0 1 0,0-1 0,-1 1 0,1 0 0,0-1 0,0 1 0,-2 1 0,-5 3 52,0 1 0,1 0 1,0 1-1,0-1 0,0 1 0,1 1 0,0-1 0,0 1 0,1 0 1,0 1-1,0-1 0,-4 13 0,0 0 128,1 0-1,1 1 1,1-1-1,-4 31 1,5-21-242,3 0 0,0 1 0,2 0 0,7 58 0,-5-74 0,2-1 0,0 1 0,0 0 0,2-1 0,0 0 0,0-1 0,2 1 0,-1-1 0,2 0 0,0-1 0,16 18 0,-21-27-338,1 0 1,-1-1-1,1 0 0,0 0 0,0 0 1,0 0-1,0-1 0,0 0 0,1 0 1,-1 0-1,1-1 0,-1 0 1,12 1-1,-7-1-763,0 0 0,0-1 1,0-1-1,-1 1 0,1-2 0,0 1 1,13-5-1,5-8-8544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5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13574,'0'0'19193,"-7"0"-19193,7 3 0,0 1 0,0 3-2369,0 2-1985,0 0-1633,7 0-4978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5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 13862,'0'0'11574,"-101"119"-9557,74-94-1553,-1 0-464,1 0-817,0 0-1520,7-5-2705,6-4-4931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6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1 133 1905,'0'1'12492,"9"-2"-10911,11-9-691,0-1 0,-1-1 1,-1-1-1,0-1 0,19-17 1,-37 31-889,15-16 412,-12 13-190,-1 0-1,1 1 1,0-1 0,0 0 0,0 1-1,0-1 1,1 1 0,4-2 0,-7 3 1432,-14 16-727,10-7-913,0 0 0,0 1 0,1-1 1,1 1-1,-1 0 0,1 0 0,1-1 1,0 1-1,0 0 0,2 12 0,-2-18-133,1 0-1,0 0 0,-1 0 0,1 0 1,1 0-1,-1 0 0,0-1 0,1 1 0,-1 0 1,1-1-1,0 1 0,0-1 0,0 0 0,0 1 1,0-1-1,0 0 0,1 0 0,-1 0 0,1-1 1,-1 1-1,1-1 0,0 1 0,-1-1 0,1 0 1,0 0-1,0 0 0,0 0 0,0-1 1,0 1-1,0-1 0,0 0 0,6 0 0,2 0-834,-7 1 273,-1-1 0,1 0 0,0 0 1,0 0-1,0 0 0,0-1 0,0 0 0,0 0 0,-1 0 0,8-3 1,16-21-8311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6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14102,'0'0'13303,"-14"18"-13351,41 0-721,7-2-912,7 2-1472,6-4-2450,1-7-4129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6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11957,'0'0'16328,"-13"131"-14311,13-100-689,0 1-335,7-3-849,6-4-144,-6-2 0,0-12-96,0-2-993,-7-7-943,-14-6-15400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6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10629,'0'0'11349,"122"0"-8580,-82 0-1696,1 0-833,0 0-240,-8-6-288,-5-6-1393,-1-3-1937,0-6-2400,0-6-3635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7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12070,'0'0'20697,"7"136"-20697,0-111 0,-7-3 0,6-2 0,-6-4 0,0-5 0,0-1-1249,0-4-1104,0-1-1616,-20-5-1874,-21 0-5698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7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 9716,'0'0'7732,"122"0"-3762,-68-5-1937,-7-1-1137,1-3-896,-7 0-224,-14-3-1809,0-4-1569,0-2-3425,-7-9-4274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7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4818,'0'0'19268,"24"23"-16302,2 1-2257,2 2 81,0 1 1,-2 1 0,32 44-1,-43-52-648,0 2 0,-1 0 0,-1 1 0,-1 0 0,-2 0-1,0 2 1,-1-1 0,-1 1 0,-2 0 0,0 1-1,-2-1 1,2 53 0,-6-70-142,0-1 0,-1 1 0,0-1 0,0 1 0,0-1 0,-1 0 0,0 1 0,-1-1 0,0 0 0,0 0 0,0-1 0,-1 1 0,-9 11 0,6-9 0,-1-2 0,0 1 0,0-1 0,-1 0 0,0-1 0,0 0 0,-1 0 0,0-1 0,-10 4 0,-5 1-234,0-2 0,-41 8 0,-20 6-1358,105-28-13322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28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18 1217,'0'0'16556,"-26"-3"-14176,12 1-2059,-43-5 2955,-94 1 0,150 7-3236,-1-1 0,1 0 0,-1 1 0,1-1 0,-1 0 0,1 1 0,0 0 0,-1-1 0,1 1 0,0 0 0,0 0 0,-1 0 0,1 0 0,0-1 0,0 2 0,0-1 0,0 0 0,0 0 0,0 0 0,1 0 0,-1 1 0,0-1 0,1 0 0,-1 1 0,1-1 0,-1 0 0,1 1 0,-1-1 0,1 1 0,0-1 0,0 1 0,0-1 0,0 1 0,0-1 0,0 1 0,0 1 0,1 2-75,-1 1 1,1-1-1,0 0 0,0 0 1,0 0-1,1 0 0,-1 0 1,1-1-1,4 8 1,65 83-1193,-41-57-1317,43 72 0,-65-97 1925,-2 1 0,1 0 1,-2 0-1,0 1 0,0 0 1,-2-1-1,0 1 0,0 1 1,0 24-1,-3-37 646,-1-1 1,1 0 0,0 0-1,-1 0 1,0 0-1,1 0 1,-1 0-1,0 0 1,0 0 0,0 0-1,0 0 1,0 0-1,0 0 1,-1 0-1,1-1 1,-1 1-1,1-1 1,-1 1 0,0-1-1,1 1 1,-1-1-1,0 0 1,-3 1-1,-3 2 518,1-1 0,-1 0 0,0 0 0,0-1 0,0 0 0,-9 1 0,-41 1 3446,42-5-2859,14 1-946,5 0-313,28-1-903,61 4-4279,-85-2 4761,0 0 0,0 0 0,-1 1 0,1 0-1,0 0 1,-1 0 0,0 1 0,0 0 0,0 1-1,11 7 1,-15-8 613,0 0-1,0 0 1,0 0-1,0 0 1,0 0-1,-1 0 1,0 1-1,0-1 1,0 0-1,0 1 1,0-1-1,0 1 1,-1 0-1,0 4 1,1-2 362,-1-1 1,0 1-1,0-1 1,-1 1 0,0-1-1,0 1 1,0-1-1,-4 10 1,-38 47 4388,35-51-3809,-1-1 0,2 1 1,-1 1-1,1 0 0,1 0 0,-9 24 1,14-33-930,0-1 1,0 0-1,0 0 1,1 1 0,-1-1-1,1 0 1,-1 1-1,1-1 1,0 1 0,0-1-1,0 0 1,0 1-1,1-1 1,-1 1-1,1-1 1,-1 0 0,1 1-1,0-1 1,0 0-1,0 0 1,0 0 0,0 0-1,1 0 1,2 4-1,1-3 53,0 1-1,0-1 0,1-1 1,-1 1-1,1-1 0,0 0 0,0 0 1,9 2-1,99 15-130,-105-17-919,-14 1-1395,-12 1-3836,-21-2-1883,-18-2-4853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7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1 148 4306,'0'0'5200,"16"-8"-4960,48-22 11,-63 29-206,-1 1 0,1-1 0,0 0 0,0 1 0,0-1 1,0 1-1,-1 0 0,1-1 0,0 1 0,0 0 0,0-1 1,0 1-1,0 0 0,0 0 0,0 0 0,0 0 0,0 0 0,0 0 1,0 0-1,0 0 0,0 0 0,0 0 0,0 1 0,0-1 1,0 0-1,0 1 0,-1-1 0,1 1 0,0-1 0,0 1 1,0-1-1,0 1 0,-1-1 0,1 1 0,0 0 0,-1-1 1,1 1-1,0 1 0,0 1 92,0 0 0,-1 0 1,1 1-1,-1-1 0,0 0 1,0 0-1,0 0 0,-1 5 1,1 4 410,10 91 2685,-9-91-2942,-1 1 0,-1-1 0,0 0 0,-1 0 0,0 0-1,-5 17 1,5-29 286,1-12-456,7-19-141,6 8 32,1 1 0,1 0 0,1 1 1,26-29-1,77-70-5,-111 113-3,-1 1 2,34-29-2,-38 33 3,0 1-1,-1-1 1,1 1-1,0 0 1,0 0-1,0 0 1,0 0-1,0 0 1,0 0-1,1 1 1,-1-1-1,0 1 1,0-1-1,0 1 0,1 0 1,-1 0-1,0 0 1,3 0-1,-3 46 1435,-2-35-1164,0 1 0,0-1 0,-1 0 0,0 1 0,-1-1 0,0 0 0,-1 0 0,0 0 0,-1 0 0,0-1 0,-9 18 0,10-23-205,1 0 0,0 0 1,0 0-1,1 0 0,-1 0 0,1 0 0,0 1 0,1-1 1,-1 10-1,1 12-5883,0-11-1900,0-11 646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8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35 3794,'0'0'11899,"-2"-6"-9979,2 5-1824,0 0-1,0-1 1,0 1-1,-1 0 1,1-1-1,-1 1 1,1 0-1,-1 0 0,0-1 1,1 1-1,-1 0 1,0 0-1,0 0 1,1 0-1,-1 0 1,0 0-1,0 0 0,0 0 1,-1 1-1,1-1 1,0 0-1,-1 0 1,-2 0 48,0 0-1,1 1 1,-1-1 0,0 1 0,1 0 0,-1 0 0,0 0-1,1 0 1,-7 2 0,-9 2 166,0 1 1,0 1-1,1 1 1,0 0-1,1 1 0,0 1 1,0 1-1,-27 20 0,42-28-307,0-1 0,0 1 0,0 0 0,0-1 0,0 1 0,0 0 0,0 1 0,1-1 0,-1 0 0,1 0 0,0 1 0,-1-1 0,1 0 0,0 1 0,0 0 0,1-1 0,-1 1 0,1-1 0,-1 1 0,1 0 0,0-1 0,0 1 0,0 3 0,1-4-8,-1-1 0,1 0 0,0 0 0,0 0 0,0 0 0,0 0 0,0 0 0,0 0 0,0 0 0,0 0 0,0 0 0,0 0 0,0-1 0,1 1 0,-1 0 0,0-1 0,0 1 0,1-1 0,-1 0 0,1 1 0,-1-1 0,0 0 0,2 0 0,45 9-210,-36-8 153,-2 1 37,72 14-80,-76-14 63,1 0 0,0 0-1,-1 1 1,1-1 0,-1 1 0,0 1-1,0-1 1,0 1 0,5 5 0,-10-9 37,-1 1 1,1-1 0,-1 1 0,0 0-1,1-1 1,-1 1 0,0-1 0,1 1 0,-1 0-1,0-1 1,0 1 0,1 0 0,-1 0-1,0-1 1,0 1 0,0 0 0,0-1 0,0 1-1,0 0 1,0 0 0,0-1 0,-1 1-1,1 0 1,0-1 0,0 1 0,-1 0 0,1-1-1,0 1 1,-1 0 0,1-1 0,0 1-1,-1-1 1,1 1 0,-1-1 0,1 1 0,-1-1-1,1 1 1,-1-1 0,1 1 0,-1-1-1,0 1 1,1-1 0,-1 0 0,0 0 0,1 1-1,-1-1 1,-1 0 0,-38 16 90,35-14-95,-255 86 834,274-93-7600,-4 1 5281,1-1 1,-1 0 0,-1 0 0,11-8-1,19-18-3932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8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7652,'0'0'6923,"-13"27"-3042,-4 9-2606,-6 12 845,-19 58 0,36-88-1568,-55 166 3223,53-153-3883,1 1 0,2-1-1,1 1 1,0 32 0,4-63-103,0 0 1,0 0 0,0 0 0,0-1 0,0 1-1,-1 0 1,1 0 0,0-1 0,-1 1-1,1 0 1,0 0 0,-1-1 0,1 1-1,-1 0 1,1-1 0,-1 1 0,1 0-1,-1-1 1,0 1 0,1-1 0,-1 1-1,0-1 1,1 1 0,-1-1 0,0 0 0,1 1-1,-1-1 1,0 0 0,0 0 0,0 1-1,1-1 1,-2 0 0,-28-2-10146,9-9 2758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8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8228,'0'0'5973,"20"0"-2721,-11 0-2895,26 0 870,1 2 1,40 7 0,118 8 399,-124-13-1643,-130-25-174,40 18 280,1-1 0,-1 2 0,0 1 0,0 0 0,-28 4-1,47 1-61,0-1-1,0 1 0,1 0 0,-1 0 0,1 0 0,0 0 1,0 0-1,0 0 0,1 0 0,1 7 0,2-3-154,0 0 0,1 0 1,0 0-1,0 0 0,0-1 0,1 0 0,0 0 0,1-1 0,0 0 0,0 0 0,0 0 0,16 9 1,-12-9-1067,0 0 1,1-1 0,18 7 0,-20-10-618,-1 1 1,1-1-1,0-1 1,16 1-1,9-2-4811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8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3714,'0'0'17578,"-7"21"-15910,0 1-1216,-2 2 146,2 0 0,1 0 0,-5 40 0,8-45-278,-26 166 1209,22-156-2167,-1 0-1,-14 32 0,12-44-5,-3-4-4357,12-13 4755,1 0 0,-1 0 0,1 1 0,-1-1 0,1 0 0,-1 0 0,1 0 0,-1 0 1,1 0-1,-1 0 0,1 1 0,-1-1 0,1 0 0,-1-1 0,1 1 0,-1 0 0,1 0 0,-1 0 0,1 0 0,0 0 0,-1 0 0,1-1 0,-1 1 0,1 0 0,-1 0 0,0-1 0,-8-20-5316,2-18-150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9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3009,'0'0'18214,"17"9"-16768,51 30-133,-66-36-1242,1 0 0,-1-1 0,0 1 1,-1 0-1,1 0 0,0 0 0,-1 0 0,0 0 1,1 1-1,-1-1 0,-1 0 0,1 1 1,0-1-1,-1 1 0,0-1 0,0 0 0,0 1 1,0-1-1,0 1 0,-1-1 0,-1 6 1,1 8 231,1-14-271,0-1 0,-1 1 1,1-1-1,0 1 0,-1-1 1,0 1-1,0-1 0,1 0 1,-2 1-1,1-1 0,0 0 1,0 0-1,-1 1 0,1-1 0,-1 0 1,1-1-1,-1 1 0,-2 2 1,-1 0 27,0-1-1,0 0 1,0 1 0,-1-2 0,1 1 0,-1-1-1,-7 3 1,-3-1-452,-1 0-1,0-1 1,1-1 0,-28 1-1,42-3-1162,6-5-4619,14-11 422,8-6-1267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39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563 3 1297,'0'0'20545,"-19"-1"-19144,3 0-1120,1 0 1,-1 1 0,1 1-1,0 1 1,-19 4 0,29-5-238,0 0 0,0 1 0,0 0 0,1 0 0,-1 0 0,0 0 0,1 1 0,-1 0 0,1 0 1,0 0-1,0 0 0,0 1 0,0-1 0,1 1 0,-1 0 0,1 0 0,0 0 0,0 1 0,1-1 0,-1 1 0,1 0 0,0-1 1,-3 11-1,5-14-66,0 0 1,0 0 0,-1 0-1,1 0 1,0 0 0,0 0-1,0 0 1,0 0 0,0 0-1,0 0 1,0 0 0,1 0-1,-1 0 1,0 0 0,0 1-1,1-1 1,-1-1 0,1 1-1,-1 0 1,1 0 0,-1 0-1,1 0 1,0 0 0,-1 0-1,1-1 1,0 1 0,0 0-1,0 0 1,-1-1 0,1 1-1,0-1 1,0 1 0,0-1-1,0 1 1,0-1 0,0 0-1,0 1 1,0-1 0,0 0-1,0 0 1,2 1 0,54-1-1374,-37-1 1124,-20 2 262,0 0-1,0 0 0,0 0 1,0 0-1,0 0 0,0 0 1,-1 0-1,1 0 0,0 0 1,-1 0-1,1 0 0,0 0 1,-1 0-1,1 0 0,-1-1 1,1 1-1,-1 0 0,0 0 1,1 0-1,-1-1 0,0 1 1,0 0-1,0 0 0,-21 13 22,-1 0 0,0-2 0,-29 12 0,-20 10-49,-79 60-4806,125-76 2659,-34 19-4665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0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0 226 3506,'0'0'12056,"24"-11"-10170,76-37-34,-94 44-1549,1 1 0,0 0 1,0 0-1,0 1 1,0 0-1,0 0 1,0 1-1,1-1 1,-1 2-1,1-1 1,-1 1-1,1 0 1,-1 1-1,0-1 1,12 4-1,-16-3-231,0 0 0,0 0 0,0 0-1,-1 1 1,1-1 0,0 1 0,-1 0 0,1 0-1,-1 0 1,1 0 0,-1 0 0,0 1 0,0-1 0,0 0-1,0 1 1,-1 0 0,3 4 0,13 33 815,-17-39-714,1-5-190,0-1 0,0 1 1,1 0-1,-1 0 0,1 0 0,0 0 0,0 0 0,0 0 0,1 0 1,-1 1-1,1-1 0,0 1 0,0 0 0,0 0 0,6-4 0,58-45-322,-64 51 321,9-8-60,23-15-116,39-20 0,-64 38 208,1 1-1,0 1 0,0-1 0,0 2 1,0 0-1,1 0 0,-1 1 0,21-1 0,-30 3 44,-1 0 0,1 1 0,-1-1 0,1 1 0,-1 0 0,0-1 0,1 1 0,-1 0 0,0 0 0,1 0 0,-1 0 0,0 0 0,0 0 0,0 0 0,0 0 0,0 0 0,0 1 0,0-1 0,0 0 0,-1 1 0,1-1-1,0 1 1,-1-1 0,1 1 0,-1-1 0,1 1 0,-1-1 0,0 1 0,0-1 0,0 1 0,0-1 0,0 3 0,0 65 1650,-1-49-1345,1-17-324,0 0 0,-1 0 0,0 1 0,1-1 1,-1 0-1,-1 0 0,1 0 0,0 0 0,-3 4 0,-5 21-2852,20-30-11753,19-14 5766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0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66 164 13654,'0'0'9271,"-3"24"-7139,-15 123 144,18-142-2179,-1 0 0,1 0 0,-1-1 0,0 1 0,-1 0 0,1 0 0,-1-1 0,0 1 0,0-1 0,0 1 0,-1-1 0,-5 7 0,8-10-97,-1-1 0,1 0 0,0 0 0,-1 0 0,1 0 0,0 0 0,-1 1 0,1-1 0,0 0 0,-1 0 0,1 0 0,0 0 0,-1 0 0,1 0-1,-1 0 1,1 0 0,0 0 0,-1 0 0,1-1 0,0 1 0,-1 0 0,1 0 0,0 0 0,-1 0 0,1 0 0,0-1 0,-1 1 0,1 0 0,0 0 0,0-1-1,-1 1 1,1 0 0,0 0 0,0-1 0,-1 1 0,1 0 0,0-1 0,0 1 0,0 0 0,-1-1 0,1 1 0,0 0 0,0-1 0,0 1 0,0 0 0,0-1-1,0 1 1,0-1 0,0 1 0,0 0 0,0-1 0,0 0 0,-2-21-306,2 21 274,-2-59-1257,0 37 60,1 1 0,1 0 0,1-1 0,1 1 0,6-27 0,-8 48 1216,0 1-1,0-1 0,1 1 1,-1-1-1,0 1 0,0-1 1,1 1-1,-1-1 0,0 1 1,0 0-1,1-1 0,-1 1 1,0-1-1,1 1 0,-1 0 1,1-1-1,-1 1 0,1 0 1,-1 0-1,0-1 0,1 1 1,-1 0-1,1 0 0,-1 0 1,1-1-1,-1 1 0,1 0 1,-1 0-1,1 0 0,-1 0 1,1 0-1,0 0 0,-1 0 1,1 0-1,-1 0 0,1 0 1,-1 0-1,1 1 0,-1-1 1,1 0-1,-1 0 0,1 0 1,-1 1-1,0-1 0,1 0 1,-1 1-1,1-1 0,-1 0 1,1 1-1,28 25 539,-16-14-260,-4-6-177,0-1 1,0 0-1,0-1 1,1 0-1,-1-1 1,1 0-1,0 0 1,0-1-1,19 2 1,7-2 133,52-4 0,-69 1-166,-7 0-40,1-1 1,-1 0 0,0-1-1,1 0 1,-1-1-1,-1-1 1,1 0 0,-1 0-1,1-1 1,-2 0 0,14-11-1,-19 14 27,0 0 1,-1-1-1,1 0 0,-1 0 0,0-1 0,0 1 1,0-1-1,0 0 0,-1 0 0,0 0 1,0 0-1,0 0 0,-1-1 0,0 1 0,0-1 1,0 0-1,-1 0 0,1 0 0,-2 0 1,1 1-1,0-1 0,-1 0 0,0 0 1,-1 0-1,-1-9 0,1 13 26,-1 1-1,1-1 1,-1 1 0,1 0-1,-1 0 1,1-1-1,-1 1 1,0 0 0,0 0-1,0 1 1,1-1 0,-1 0-1,0 1 1,0-1 0,0 1-1,0-1 1,0 1 0,0 0-1,0 0 1,0 0 0,0 0-1,-4 1 1,-48 3 889,47-2-837,0 1 0,1 0 0,-1 0 0,1 0 0,0 1 0,0 0 0,0 0 0,1 1 0,-1-1 0,1 1 0,0 0 0,0 1 0,1-1 0,0 1 0,-5 8 0,5-8-68,0 0 1,1 0-1,0 0 1,0 0-1,1 0 0,-1 1 1,1-1-1,1 1 1,-1-1-1,1 1 1,1 0-1,-1 0 0,1 0 1,0-1-1,0 1 1,2 7-1,0-10-56,0 0 0,0 0 1,0 0-1,0 0 0,1-1 0,-1 1 0,1-1 0,0 0 1,0 1-1,0-1 0,1-1 0,-1 1 0,1 0 0,0-1 0,-1 0 1,1 0-1,8 3 0,-1 0-335,1-1-1,-1-1 1,1 0 0,-1 0-1,19 1 1,-13-2-991,-1-1 0,1-1-1,0 0 1,0-1 0,-1-1-1,1-1 1,21-5 0,16-18-5082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1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168 154 9556,'0'0'14311,"-3"19"-12870,-4 23 302,-3 79 1,11-57-609,-3 79-81,0-125-1032,0 1 0,-1-1 0,-1-1 0,-1 1 0,-11 28 0,13-38-76,-1 2 65,0-1 0,-1 1 0,0-1 0,-8 11 0,12-19-64,1 0 1,-1 0 0,0 0 0,1 0-1,-1 0 1,0 0 0,0 0 0,0-1-1,0 1 1,0 0 0,0-1 0,0 1-1,0 0 1,0-1 0,0 1 0,0-1 0,0 0-1,0 1 1,0-1 0,0 0 0,-1 1-1,1-1 1,0 0 0,0 0 0,0 0-1,0 0 1,-1 0 0,1-1 0,0 1 0,0 0-1,0 0 1,0-1 0,0 1 0,-1-1-1,1 1 1,0-1 0,0 1 0,0-1-1,0 0 1,0 1 0,1-1 0,-1 0-1,0 0 1,0 0 0,0 0 0,1 0 0,-1 0-1,0-1 1,-4-4-209,1-1-1,1 0 1,-1 0-1,1 0 1,0 0-1,1-1 1,0 1-1,0-1 1,0 1-1,1-1 1,0 0-1,1 0 1,0 1-1,0-1 1,2-8-1,-1 2-279,1 0 1,1 1-1,0-1 0,1 0 0,0 1 0,1 0 0,11-20 1,28-40-2949,73-94 1,-65 104 2953,90-86 0,-136 143 804,-3 3 167,-1 0 1,1 1-1,0-1 0,0 1 1,0-1-1,0 1 0,0 0 1,1 0-1,-1 0 0,1 0 1,-1 1-1,1-1 0,-1 1 1,8-1-1,-9 3 2828,-1 5-2552,-2-3-105,1 5-195,-1 0-1,-1 0 1,1 0 0,-2 0-1,1 0 1,-1 0-1,0 0 1,0-1-1,-1 1 1,0-1-1,-1 0 1,0 0-1,0 0 1,0-1-1,0 0 1,-10 8 0,-8 6-73,-1 0 0,-1-2 0,-32 17 1,46-28 965,-12 7-6215,38-17-3048,18-15 1566,6-8-2682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1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60 2369,'0'0'19956,"17"0"-18764,2 1-924,-6 1-149,0-1 0,0-1-1,0 0 1,0-1 0,0 0 0,21-6 0,-33 7-115,0 0 0,0 0 0,0 0 0,0 0 0,0-1-1,0 1 1,0 0 0,0-1 0,0 1 0,1-1 0,-2 1 0,1-1 0,0 0 0,0 1 0,0-1 0,0 0 0,0 0 0,0 0 0,-1 1 0,1-1 0,0 0 0,-1 0 0,1 0 0,-1 0 0,1 0 0,-1 0 0,1 0 0,-1-1 0,0 1 0,0 0 0,1 0 0,-1 0 0,0 0 0,0-2 0,-1 1 0,0 1 0,1-1-1,-1 1 1,0 0 0,0 0 0,-1-1 0,1 1-1,0 0 1,0 0 0,0 0 0,-1 0 0,1 0-1,-1 0 1,1 1 0,0-1 0,-1 0 0,1 1-1,-1-1 1,0 1 0,1-1 0,-1 1 0,-1 0-1,-21-3 12,0 1 0,0 1-1,-25 2 1,46-1 0,1 1 1,-1 0-1,1 0 0,-1 0 0,1 0 1,-1 0-1,1 0 0,0 0 1,0 1-1,-1 0 0,1-1 0,0 1 1,0 0-1,0 0 0,1 0 1,-1 0-1,0 0 0,1 0 0,0 0 1,-1 1-1,1-1 0,0 1 0,0-1 1,0 1-1,0-1 0,1 1 1,-1-1-1,1 1 0,-1 0 0,1-1 1,0 1-1,0 0 0,1 3 1,-2-1-59,1 0 0,0 1 0,1-1 0,-1 0 1,1 0-1,0 0 0,0 0 0,1 0 0,-1 0 1,1 0-1,0 0 0,1-1 0,-1 1 0,1 0 1,0-1-1,6 7 0,-3-6-441,0-1-1,0 0 1,0 0-1,1-1 1,-1 0-1,9 3 1,-3-2-1065,0-2 0,0 1-1,0-2 1,0 1 0,18-2 0,23 0-4328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2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6115,'0'0'14473,"-17"2"-12926,-54 5-258,67-6-1163,0-1 0,0 2 1,0-1-1,0 0 0,0 1 0,0 0 0,1 0 1,-1 0-1,1 0 0,0 1 0,-1-1 0,1 1 1,0 0-1,0 0 0,1 0 0,-1 0 1,1 0-1,-1 1 0,1-1 0,0 1 0,-3 7 1,3-5-34,0 0 0,0 0 1,1 1-1,0-1 1,0 1-1,0-1 1,1 1-1,0-1 1,0 1-1,1 0 0,1 6 1,-1-11-91,0 0 1,0 0 0,1 0-1,-1 0 1,1 0-1,-1-1 1,1 1 0,0 0-1,0-1 1,0 1-1,0-1 1,0 0-1,0 0 1,0 0 0,0 0-1,0 0 1,1 0-1,-1-1 1,0 1 0,1-1-1,-1 1 1,0-1-1,1 0 1,-1 0 0,0 0-1,5-1 1,-1 1-48,0 0 1,0 0-1,0 0 1,0-1-1,-1 0 1,1 0-1,0-1 1,-1 0-1,1 0 1,5-3-1,-7 2 1,0 0 0,-1 0-1,1 0 1,-1-1 0,1 0 0,-1 1-1,-1-1 1,5-6 0,-9 18-78,0 1 0,0 0 0,1 1 0,0-1 0,1 0 1,2 17-1,-2-2-2734,0-23 2585,0 0 109,0-1 0,0 0 0,0 0 0,0 1 0,0-1 0,0 0 0,0 1 0,0-1 0,0 0 0,0 0 0,0 1 0,0-1 0,0 0 1,0 1-1,0-1 0,0 0 0,0 0 0,0 1 0,0-1 0,0 0 0,0 0 0,1 1 0,-1-1 0,0 0 0,0 0 0,0 1 0,0-1 0,1 0 0,-1 0 0,0 0 0,0 0 0,1 1 0,-1-1 0,0 0 0,0 0 0,1 0 0,-1 0 0,0 0 0,0 0 0,1 0 0,-1 1 0,0-1 0,0 0 0,1 0 0,-1 0 0,0 0 0,1 0 0,-1 0 0,0 0 0,0-1 0,1 1 0,12 0-6525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2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0 15415,'0'0'5058,"-115"152"-480,95-94-1744,6 5-1426,14-2-175,0-2-577,7-7-432,7-7-160,-1-6-64,-6-6-112,0-8-768,-7-2-385,0-5-816,-21-7-656,-12-6-1569,-1-5-2913,-7 0-3330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2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10213,'0'0'7491,"27"-6"-3927,224-35 918,-230 38-4229,25-4 113,62-2 0,-108 9-365,0 0 1,1 0-1,-1 0 0,1 1 1,-1-1-1,0 0 1,1 0-1,-1 0 0,0 0 1,1 0-1,-1 1 0,0-1 1,1 0-1,-1 0 1,0 0-1,0 1 0,1-1 1,-1 0-1,0 1 1,0-1-1,1 0 0,-1 1 1,0-1-1,0 0 0,0 1 1,1-1-1,-1 0 1,0 1-1,0-1 0,0 0 1,0 1-1,0-1 0,0 0 1,0 1-1,0-1 1,0 1-1,0-1 0,0 0 1,0 1-1,0-1 1,0 0-1,0 1 0,-1-1 1,1 0-1,0 1 0,0-1 1,0 1-1,-7 15 31,7-16-29,-14 24 46,-8 21 278,21-43-300,1 1 1,-1 0 0,1-1-1,0 1 1,0 0 0,0-1-1,1 1 1,-1 0 0,0-1-1,1 1 1,0 0 0,0-1-1,-1 1 1,2-1 0,-1 1-1,3 3 1,-4-5 19,1 0 0,-1 0 0,1-1 1,-1 1-1,0 0 0,1 0 0,-1 0 0,0-1 0,0 1 1,1 0-1,-1 0 0,0 0 0,0 0 0,0 0 0,0 0 1,0-1-1,0 1 0,0 0 0,-1 0 0,1 0 0,0 0 1,0 0-1,-1-1 0,1 1 0,0 0 0,-1 0 0,1 0 1,-1 0-1,-1 1 42,0 0 1,0-1 0,0 1 0,0-1-1,0 1 1,0-1 0,0 0 0,0 0-1,-1 0 1,-2 1 0,-56 9 732,52-11-928,-11 2 1,15 7-3283,6-8 3155,0 0-1,0-1 0,0 1 0,0-1 0,0 1 0,0-1 0,0 1 0,0-1 0,0 0 0,1 1 0,-1-1 0,0 0 0,0 0 0,0 0 0,1 0 0,-1 0 0,0 0 0,0 0 1,0 0-1,2-1 0,2 1-824,40-1-4860,9 0-3195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3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9 15207,'0'0'13526,"-15"12"-12894,-44 40-322,58-51-301,-1 1 1,1-1-1,-1 1 0,1 0 0,0-1 1,-1 1-1,1 0 0,0 0 1,0-1-1,0 1 0,1 0 0,-1 0 1,0 0-1,1 0 0,-1 0 1,1 1-1,0-1 0,0 0 0,0 0 1,0 0-1,0 0 0,0 0 1,0 0-1,1 2 0,0-2-7,-1-1 0,1 1-1,0-1 1,0 1 0,0-1 0,0 0-1,0 1 1,0-1 0,0 0 0,0 0-1,0 0 1,0 0 0,1 0-1,-1 0 1,1 0 0,-1 0 0,0-1-1,1 1 1,-1 0 0,1-1 0,-1 0-1,4 1 1,0 0-48,-1-1 1,1 1-1,0-1 1,0 0-1,0-1 0,0 1 1,-1-1-1,1 0 1,0 0-1,-1-1 1,1 1-1,0-1 0,7-4 1,-10 4-10,1 0 1,-1 0-1,1 0 1,-1 0-1,0 0 1,0-1-1,0 1 1,0-1-1,0 1 1,-1-1-1,1 0 1,-1 0-1,1 0 1,-1 0-1,0 0 1,0 0-1,-1 0 1,1 0-1,-1 0 1,1 0-1,-1 0 1,0-4 0,0 5 54,1 0 0,-1-1 0,0 1 0,0-1 0,0 1 0,0-1 0,0 1 0,-1 0 0,1-1 0,-1 1 0,1 0 0,-1-1 0,0 1 0,0 0 0,0 0 0,0-1 0,-1 1 0,1 0 0,0 0 0,-1 0 0,0 1 0,1-1 0,-1 0 0,0 1 0,0-1 0,0 1 0,0-1 0,0 1 0,0 0 0,0 0 0,0 0 0,-1 0 0,1 0 0,0 1 0,-1-1 0,1 1 0,-1-1 0,1 1 0,0 0 0,-1 0 0,-3 0 0,0 0-556,0-1 0,0 1 0,0 0 0,1 1 0,-1-1 0,-9 3 0,14-2 397,0-1 1,0 0 0,-1 1-1,1-1 1,0 1 0,0-1 0,0 1-1,0 0 1,0-1 0,1 1-1,-1 0 1,0 0 0,0 0-1,0-1 1,1 1 0,-1 0-1,0 0 1,1 0 0,-1 0-1,1 0 1,-1 1 0,1-1 0,-1 0-1,1 0 1,0 0 0,0 0-1,-1 0 1,1 1 0,0-1-1,0 0 1,0 0 0,0 0-1,1 0 1,-1 1 0,0-1 0,0 0-1,1 0 1,-1 0 0,1 0-1,-1 0 1,1 2 0,7 3-6496,10-5-1102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3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461 35 12070,'0'0'3108,"-26"-6"851,-8-3-2490,16 4-653,-1 1 0,1 0 0,-1 1 0,0 1 0,-30 1 0,42 1-671,1 1 0,0 0 0,0 0-1,0 1 1,0 0 0,0 0 0,0 0 0,0 1-1,1 0 1,-1 0 0,1 0 0,0 0 0,0 1-1,0 0 1,0 0 0,1 1 0,-1-1 0,1 1-1,0 0 1,1 0 0,-1 0 0,1 1-1,0-1 1,-4 11 0,-1 4 49,0 1-1,1-1 1,1 2-1,1-1 1,-4 41-1,0 381 479,11-272-2518,-1-169 1624,-1 0 0,0-1 0,-1 1 1,1 0-1,0-1 0,0 1 0,-1 0 0,1-1 0,-1 1 0,1 0 0,-1-1 0,0 1 0,0-1 0,0 1 0,0-1 0,0 0 0,0 1 0,0-1 0,0 0 0,0 0 0,-2 2 1,1-3-402,1 1 1,-1 0-1,0 0 1,1-1-1,-1 1 1,0-1-1,0 0 1,0 0-1,1 1 1,-1-1-1,0 0 1,0 0-1,0-1 1,1 1-1,-1 0 1,0-1-1,0 1 1,0-1-1,1 1 1,-4-2-1,-21-15-8962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3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11685,'0'0'8772,"129"-16"-7187,-81 16-977,-8 9-512,1 11-96,6 3-784,1-5-2690,-8-5-3873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3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16039,'0'0'12358,"81"43"-12278,-67-32-80,-1-2 0,1-2-960,-1-2-929,1-5-1073,13 0-1808,-7 0-3169,7-21-1922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4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468 0 7972,'0'0'12517,"-149"70"-8931,109-18-1425,-8 11-352,-6 10-609,13 6-303,-6-5-513,13-4-368,7-11-16,7-12-832,13-15-881,7-14-864,0-16-1249,20-2-2289,21-25-3729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4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 2721,'0'0'23779,"-8"17"-22669,-24 56-326,30-66-732,-1 0 0,1 0 0,1 0 0,-1 1 0,1-1 0,0 1 1,1-1-1,0 0 0,0 1 0,1-1 0,0 1 0,0-1 0,0 1 0,1-1 0,0 0 0,1 0 0,0 0 0,0 0 0,5 7 0,-7-11-76,1 0 1,0-1 0,1 1 0,-1-1-1,0 0 1,1 0 0,-1 0-1,1 0 1,0 0 0,-1-1-1,1 1 1,0-1 0,0 1-1,0-1 1,0 0 0,0 0-1,0-1 1,1 1 0,-1-1-1,0 1 1,0-1 0,0 0-1,1 0 1,-1-1 0,0 1-1,0 0 1,0-1 0,1 0-1,-1 0 1,0 0 0,0 0-1,5-3 1,-3 1-142,0 0 1,0 0-1,0 0 0,-1 0 0,1-1 1,-1 0-1,0 0 0,0 0 0,0 0 1,-1-1-1,1 0 0,-1 1 0,0-1 1,0-1-1,-1 1 0,0 0 1,3-9-1,-3 7 20,-1 0-1,1 0 1,-1 0 0,-1 0 0,1 0 0,-1 0 0,-1 0-1,-1-12 1,1 16 110,0 0-1,0 0 1,-1 0 0,1 1-1,0-1 1,-1 1-1,0-1 1,0 1 0,0 0-1,0 0 1,0-1-1,0 1 1,0 1-1,-1-1 1,1 0 0,-1 0-1,1 1 1,-1 0-1,0-1 1,0 1 0,1 0-1,-7-1 1,-9-2 91,-1 1 1,1 0-1,-1 2 0,0 0 1,0 1-1,-35 4 1,51-3-21,-1 0 0,1 0 1,-1 1-1,1-1 1,0 1-1,0 0 0,-1 0 1,1 0-1,1 0 1,-1 0-1,0 1 0,0-1 1,1 1-1,-1 0 1,-3 6-1,5-8-30,0 0 0,0 0 0,1 0-1,-1 1 1,0-1 0,1 0 0,-1 0 0,1 1 0,-1-1 0,1 1 0,-1-1-1,1 0 1,0 1 0,0-1 0,0 1 0,0-1 0,0 1 0,0-1 0,0 0 0,0 1-1,1-1 1,-1 1 0,0-1 0,1 0 0,-1 1 0,1-1 0,0 0 0,-1 0-1,1 1 1,0-1 0,0 0 0,0 0 0,0 0 0,0 0 0,0 0 0,0 0-1,0 0 1,0 0 0,0 0 0,1-1 0,-1 1 0,2 0 0,13 4 1,0-1 0,0-1 0,0 0-1,0-1 1,1-1 0,-1 0 0,1-1 0,17-3 0,15 2-3,-37 1 7,1 0-1,-1 0 1,0-1-1,0 0 1,0-1-1,0-1 1,0 0-1,-1 0 1,1-1-1,-1-1 1,0 0-1,0 0 1,-1-1-1,17-12 1,-11 7 789,-11 14 1129,-16 27 1913,2-8-4325,9-21 477,-1 0 0,1 1 0,-1-1 0,1 0 0,0 0 0,0 0 0,-1 0 0,1 1 0,0-1 1,0 0-1,0 0 0,0 1 0,0-1 0,1 0 0,-1 0 0,0 0 0,1 0 0,-1 1 0,0-1 0,1 0 0,-1 0 0,1 0 0,0 0 0,-1 0 1,1 0-1,0 0 0,0 0 0,0 0 0,-1-1 0,1 1 0,0 0 0,0 0 0,0-1 0,0 1 0,0-1 0,1 1 0,-1-1 0,0 1 0,2 0 0,2-1-64,0 1 0,0-1 0,0 0-1,0 0 1,1 0 0,-1-1 0,0 1-1,7-3 1,-5 1 27,-1-1 1,1 1-1,-1-1 0,0 0 1,0-1-1,0 1 0,-1-1 1,1 0-1,-1-1 0,0 1 1,0-1-1,7-9 0,0 75 2126,-4-29-3200,-7-26 790,6 16-4439,-6-21 4160,-1-1 0,1 1 0,0 0 0,-1 0 0,1-1 1,0 1-1,0-1 0,0 1 0,0-1 0,0 1 0,-1-1 1,1 1-1,0-1 0,0 0 0,0 0 0,0 1 0,0-1 1,0 0-1,0 0 0,0 0 0,2 0 0,16 0-11314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5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42 165 5186,'0'0'19044,"-5"15"-18001,-13 44-320,18-59-680,0 0 1,0 0-1,0 0 0,0 0 1,0-1-1,0 1 1,0 0-1,0 0 0,0 0 1,0 0-1,0 0 1,0 0-1,0-1 0,0 1 1,0 0-1,0 0 1,0 0-1,0 0 0,0 0 1,0 0-1,0 0 1,0-1-1,0 1 0,0 0 1,0 0-1,0 0 1,0 0-1,0 0 0,-1 0 1,1 0-1,0 0 1,0 0-1,0 0 0,0-1 1,0 1-1,0 0 1,0 0-1,0 0 0,-1 0 1,1 0-1,0 0 1,0 0-1,0 0 0,0 0 1,0 0-1,0 0 1,-1 0-1,1 0 0,0 0 1,0 0-1,0 0 1,0 0-1,0 0 0,0 0 1,0 0-1,-1 0 1,1 0-1,0 1 0,0-1 1,0 0-1,0 0 1,0 0-1,-6-22 459,-2-30-657,8 32-56,-1 12 275,1-1 1,0 1-1,1 0 1,0-1-1,4-15 0,-4 20-406,1 1-1,0-1 1,0 1-1,0 0 1,0 0-1,0 0 1,1 0-1,-1 0 1,1 0-1,0 1 1,0-1-1,0 1 0,0 0 1,0 0-1,0 0 1,6-2-1,13-8-4584,4-3-2610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5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0 14295,'0'0'3089,"-19"8"1334,2-3-3150,9-3-909,1 0 0,1 0 1,-1 1-1,0 0 0,1 0 0,-1 0 1,1 1-1,0 0 0,0 0 0,0 0 1,1 1-1,-1 0 0,1 0 0,0 1 1,1-1-1,-5 8 0,-12 26 135,2 1 1,2 1-1,1 1 0,3 0 0,1 1 1,-12 86-1,15-85-901,5-29-281,2 1 0,-1-1-1,1 19 1,2-33 511,0-1-1,0 0 0,0 1 1,0-1-1,0 1 1,0-1-1,0 0 1,0 1-1,0-1 0,0 0 1,0 1-1,1-1 1,-1 0-1,0 0 0,0 1 1,0-1-1,1 0 1,-1 1-1,0-1 1,0 0-1,1 0 0,-1 0 1,0 1-1,0-1 1,1 0-1,-1 0 0,0 0 1,1 0-1,-1 1 1,0-1-1,1 0 1,-1 0-1,0 0 0,1 0 1,-1 0-1,0 0 1,1 0-1,-1 0 0,1 0 1,-1 0-1,0 0 1,1 0-1,-1 0 1,0 0-1,1-1 0,-1 1 1,4 0-1327,21 0-6790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6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18 14391,'0'0'13262,"-12"21"-12665,-35 70-282,46-89-310,0 0 0,0 0 1,1 0-1,-1-1 0,1 1 0,-1 0 0,1 0 0,0 0 1,-1 0-1,1 0 0,0 0 0,1 0 0,-1 0 0,0 0 0,0 0 1,1-1-1,-1 1 0,1 0 0,0 0 0,-1 0 0,1 0 1,0-1-1,0 1 0,0-1 0,0 1 0,1 0 0,-1-1 1,0 0-1,1 1 0,-1-1 0,2 2 0,2-1 0,-1 1-1,1-1 0,-1 1 1,1-1-1,0-1 0,0 1 1,10 1-1,-11-1-53,1-1 0,0 0 0,0-1 0,0 1 0,0-1 0,0 0 0,0-1-1,0 1 1,0-1 0,7-2 0,-10 2 12,0 0-1,0 0 0,0 0 1,-1 0-1,1-1 1,-1 1-1,1-1 0,-1 1 1,0-1-1,1 0 1,-1 0-1,0 1 0,0-1 1,0 0-1,0 0 0,-1 0 1,1 0-1,0 0 1,-1 0-1,1 0 0,-1 0 1,0 0-1,0-1 1,0 1-1,0 0 0,-1-4 1,1 3-11,1-9-67,-1 1 1,-1 0-1,0-1 0,-1 1 0,-3-13 0,5 22 102,-1 0 0,0-1 0,0 1 0,0 0 0,0 0 0,-1-1 0,1 1 1,0 0-1,-1 0 0,0 1 0,1-1 0,-1 0 0,0 0 0,0 1 0,0-1 0,0 1 0,0 0 0,0-1 0,0 1 0,0 0 0,-1 0 0,1 1 0,0-1 0,-1 0 0,1 1 0,-1-1 0,1 1 0,-1 0 0,-3 0 0,7 18-566,1-17 529,-1 1-1,1 0 1,0 0-1,0 0 1,0-1-1,0 1 1,0-1 0,0 0-1,0 1 1,0-1-1,1 0 1,-1 0-1,1-1 1,-1 1 0,0 0-1,1-1 1,4 1-1,49 2-375,-49-3 351,57 1-617,78-3-591,-127 1 1214,1-1 1,-1 0-1,1-2 1,-1 0 0,0 0-1,23-11 1,-35 11 4512,-13 4-2945,-22 11-351,20-3-833,1 2 1,0-1-1,0 1 0,-11 15 1,19-21-310,-1 1 0,0 0 0,1 0-1,0 0 1,0 0 0,1 1 0,0-1 0,0 1 0,0 0 0,0 0 0,1-1 0,0 1 0,-1 8 0,3-14-39,-1 1 1,1 0 0,-1-1 0,1 1 0,-1-1 0,1 1 0,0-1 0,-1 1 0,1-1 0,-1 1 0,1-1-1,0 0 1,0 1 0,-1-1 0,1 0 0,0 1 0,-1-1 0,1 0 0,0 0 0,0 0 0,0 0-1,-1 0 1,1 0 0,0 0 0,0 0 0,-1 0 0,2 0 0,28-1-336,-25 1 231,1-1 57,1 0 0,0 0 0,-1 0 0,1-1 0,-1 0 0,0-1 0,0 1 0,0-1 0,0 0 0,0-1 0,0 1 0,-1-1 0,0 0 0,0 0 0,0-1 0,0 0 0,0 0 0,-1 0 0,0 0 0,0-1 0,-1 1-1,1-1 1,-1 0 0,-1 0 0,1 0 0,-1-1 0,0 1 0,0-1 0,-1 1 0,0-1 0,0 1 0,0-14 0,-1 18 91,0 1 0,0 0 0,-1-1-1,1 1 1,0 0 0,-1-1 0,1 1 0,-1 0-1,1-1 1,-1 1 0,0 0 0,1 0 0,-1-1-1,0 1 1,0 0 0,0 0 0,0 0 0,0 0 0,0 0-1,0 0 1,0 1 0,-2-2 0,-1 0 39,0 0 1,1 1 0,-1-1-1,0 1 1,0 0-1,0 0 1,0 0 0,-6 0-1,6 1-25,-1 0 0,0 0-1,1 0 1,-1 0 0,0 0-1,1 1 1,-1 0 0,1 0-1,-1 0 1,1 1 0,-1 0-1,1 0 1,0 0 0,-1 0 0,-3 4-1,4-1-144,0 0-1,1 0 1,0 1 0,0-1-1,0 1 1,1 0-1,-3 8 1,3 16-3214,2-29 3004,0 0 0,1-1 0,-1 1 0,0 0 0,1 0 0,-1 0 0,0 0 0,1 0 0,-1-1 0,1 1 0,0 0 0,-1 0 0,1-1 0,0 1 0,-1 0 0,1-1 0,0 1 0,0-1 0,-1 1 0,1-1 0,0 1 0,0-1 0,0 1 0,1-1 0,23 4-6534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6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10869,'0'0'13230,"-7"25"-10746,-23 86-427,16-71-701,-34 73 1,33-84-997,-20 63 0,26-65-497,-5 26 308,10-16-2865,4-48-6377,0 7 7300,-1-27-5787,-5-8-1038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6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27 4898,'0'0'11349,"22"-5"-7926,73-14-1144,-93 19-2167,1-1 0,-1 1 0,1-1 0,-1 1 0,1 0 0,-1 0 0,1 0 0,-1 0 0,0 0 0,1 1 0,-1-1 0,1 1 0,-1-1 1,0 1-1,1 0 0,-1 0 0,0 0 0,0 0 0,0 1 0,1-1 0,-1 0 0,-1 1 0,1 0 0,0-1 0,0 1 0,-1 0 0,1 0 0,-1 0 0,1 0 0,-1 0 0,0 0 1,0 0-1,2 4 0,-1 4 283,0-1 1,0 1-1,-1-1 1,0 1 0,0-1-1,-2 14 1,1-11 241,0-9-579,-1-1 0,1 1 0,-1-1-1,0 1 1,1 0 0,-1-1 0,-1 1-1,1-1 1,0 0 0,0 1 0,-1-1-1,0 0 1,1 0 0,-1 0 0,0 0-1,0 0 1,0 0 0,0 0 0,0-1-1,0 1 1,-1-1 0,1 0 0,0 1-1,-1-1 1,1 0 0,-1 0 0,0-1-1,1 1 1,-1-1 0,0 1 0,-4-1 0,-13 3-221,0-1 0,-1-1 0,-24-1 1,22-1-286,-34 1-2824,-1 0-4856,18 0-2768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7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61 8116,'0'0'5608,"-24"8"-2740,3-1-2338,9-4-371,1 1-1,1-1 1,-1 2-1,1-1 1,-1 2-1,1-1 0,1 1 1,-1 1-1,1 0 1,0 0-1,0 1 1,-8 10-1,0 2 541,0 2 1,1 0-1,-23 46 0,33-57-562,1 1 1,1-1-1,0 1 1,0 0-1,1 0 1,1 1-1,0-1 0,1 1 1,0-1-1,1 22 1,1-31-132,0 1 0,0-1 0,1 0 1,-1 0-1,0 0 0,1 0 0,0 0 1,0-1-1,0 1 0,0-1 0,0 1 1,0-1-1,1 1 0,-1-1 0,1 0 1,0 0-1,-1 0 0,1-1 0,0 1 1,0-1-1,0 1 0,0-1 0,5 1 1,5 2 13,1 0 1,-1-1 0,1 0-1,16 1 1,-12-2-8,0-1-1,0-1 1,0-1 0,-1 0-1,1-1 1,0-1 0,-1-1-1,24-7 1,-32 7-6,0 0 1,-1-1-1,1 0 1,-1 0-1,0-1 1,0 0-1,-1 0 0,0 0 1,0-1-1,0-1 1,-1 1-1,0-1 1,0 0-1,-1 0 0,0-1 1,7-16-1,-7 6 8,0-1-1,-1 0 1,-1 1-1,-1-1 1,-1 0-1,-1 0 1,0 0 0,-7-37-1,6 48-11,0 1 1,-1 0-1,-1 1 0,1-1 0,-1 0 1,0 1-1,-1-1 0,0 1 1,0 0-1,-1 0 0,1 1 0,-2-1 1,1 1-1,-1 0 0,1 1 1,-2-1-1,-9-6 0,10 8-4,1 1 0,-1 0 0,0 0-1,0 0 1,0 1 0,0 0 0,-1 0 0,1 1-1,-1-1 1,1 2 0,-1-1 0,1 1 0,-1-1 0,1 2-1,-1-1 1,1 1 0,-1 0 0,1 0 0,-1 1 0,1 0-1,0 0 1,-8 4 0,7-2-144,1 0-1,-1 0 1,1 1 0,1-1-1,-1 1 1,1 1 0,0-1-1,0 1 1,0 0 0,1 0 0,-1 0-1,2 1 1,-1-1 0,-3 10-1,-5 23-4401,8-1-4901,4-29 1476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7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685 59 3874,'0'0'12117,"-9"-12"-10110,8 10-1963,-1-2 147,-1 0-1,-1 0 0,1 0 1,-1 0-1,1 0 0,-1 0 0,0 1 1,-7-4-1,8 5-96,0 1 0,0 0 0,0 1 0,0-1 0,0 0 0,0 1 0,0 0 0,0-1 0,0 1 0,-1 0 1,1 1-1,0-1 0,0 1 0,0-1 0,0 1 0,0 0 0,0 0 0,0 0 0,0 1 0,-4 2 0,-40 20 833,2 2 1,0 3-1,2 1 1,2 2-1,-73 72 1,87-76-600,2 2-1,0 0 1,2 2 0,2 0 0,1 2 0,1 0 0,2 1 0,-21 62 0,33-81-300,1 0-1,1 0 1,0 1 0,1-1 0,1 1 0,0-1-1,1 1 1,4 30 0,-2-39-37,0 0 0,0 0 0,0-1 0,1 1 0,0-1 1,1 0-1,-1 0 0,1 0 0,1 0 0,-1 0 0,1-1 0,0 0 0,1 0 0,0 0 0,0-1 1,0 0-1,0 0 0,1 0 0,13 6 0,-3-4-322,1 0-1,-1-2 1,1 0 0,0-1 0,0 0 0,1-2-1,-1 0 1,1-1 0,-1-1 0,1-1-1,26-4 1,-28 2-759,0 0-1,0-2 1,0 0-1,0 0 0,-1-2 1,1 0-1,16-11 1,37-32-9502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8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4098,'0'0'5445,"18"-8"-3033,59-27-683,-73 33-1483,0 1 1,0-1 0,1 1 0,-1 0 0,1 0 0,0 0-1,-1 0 1,1 1 0,-1 0 0,1 0 0,0 0 0,4 2-1,-7-2-128,0 1 0,0 0 0,0 0 0,0 0-1,0 0 1,0 0 0,0 0 0,-1 0 0,1 0-1,0 1 1,-1-1 0,1 1 0,-1 0 0,0-1-1,1 1 1,-1 0 0,0 0 0,1 2 0,1 5 209,0 1-1,0-1 1,-2 1 0,1 0 0,-1 0 0,0 0 0,-2 19 0,1-16-68,-1-6-103,1-1 0,-2 1 0,1 0 1,-1-1-1,0 1 0,0-1 0,0 1 1,-1-1-1,0 0 0,-1 0 0,-6 9 1,2-3 22,4-9-64,2-13-147,3-12-198,2 14 124,1 0-1,0 0 0,0 1 0,1-1 1,0 1-1,0 0 0,0 0 1,1 1-1,0 0 0,1 0 1,8-6-1,6-5-126,0 2 0,36-19 0,-53 32 219,9-6 12,0 1 0,1 0 1,0 1-1,0 0 0,1 1 0,0 1 1,0 0-1,21-2 0,-33 6 109,-1 1-1,0-1 0,1 1 0,-1 0 0,0 0 1,0-1-1,0 2 0,0-1 0,0 0 1,0 0-1,0 1 0,0-1 0,0 1 0,-1-1 1,1 1-1,-1 0 0,1-1 0,-1 1 1,0 0-1,1 0 0,-1 0 0,0 0 0,0 0 1,0 1-1,-1-1 0,1 0 0,0 0 0,-1 3 1,3 6 83,-1 0 1,0 1 0,0-1 0,-1 15-1,-1-24-255,0 0 0,0 0 0,0 0 0,0 0 0,0 0 0,1 0 0,-1-1 0,1 1 1,-1 0-1,1 0 0,0-1 0,0 1 0,-1 0 0,1-1 0,1 1 0,-1 0 0,0-1 0,0 0 0,0 1 0,1-1 0,-1 0 0,1 1 0,-1-1 0,1 0 0,-1 0 0,1 0 0,0 0 0,2 0 0,4 1-1346,-1 0-1,1-1 0,-1 0 0,1 0 1,14-1-1,17 0-6616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7:48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2913,'0'0'7892,"12"-7"-6382,-5 3-1170,32-17 532,-37 20-783,0 0 0,0 1 0,1-1 0,-1 1 0,1-1-1,-1 1 1,0 0 0,1 0 0,-1 0 0,1 0 0,-1 0 0,1 1 0,-1-1 0,0 1 0,1 0 0,-1-1 0,0 1 0,0 0 0,4 3 0,21 18 755,-2 1 0,0 1 1,-2 1-1,-1 1 1,27 41-1,-43-58-647,23 30 513,-1 1 0,-2 1 0,21 48 0,-41-75-599,0 1 0,0-1 0,-2 1 0,0 0 0,0 0 0,-2 1 0,0-1 0,0 1 0,-2-1 0,0 1 0,-1-1 0,0 1 0,-7 29 0,5-36 4,-1-1 0,0 1 0,0-1 0,-1 0 0,0 0 0,-1 0 0,1-1 0,-2 0 0,1 0 0,-1 0 0,0-1 0,0 0 0,-9 6 0,-18 10 738,-64 32 0,59-34-492,-22 17-174,-21 10-604,79-46 260,1 0-926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3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64 2017,'0'0'11573,"11"-11"-9948,34-31-27,-34 31-131,-11 13-1293,-1 0-1,1-1 0,-1 1 1,0 0-1,0-1 0,0 1 1,0-1-1,0 0 0,0 1 1,0-1-1,0 0 0,-1 1 1,1-1-1,-2 1 0,-4 5 106,-38 40 471,3 1 1,-59 90-1,85-114-537,2 1 0,0 1 1,2 0-1,1 1 0,1 0 0,2 0 1,0 1-1,-5 41 0,9-29-104,2 0 1,1 1 0,2-1-1,12 71 1,-11-95-123,2-1 0,0 0 1,0 0-1,2 0 0,0-1 0,0 0 1,1 0-1,1 0 0,1-1 0,0 0 1,0-1-1,1 0 0,1 0 1,0-1-1,17 14 0,-26-24-110,0 1-1,0-1 1,0 1 0,0-1-1,1 0 1,-1 0-1,0 0 1,1 0 0,-1 0-1,0 0 1,1-1-1,-1 1 1,1-1 0,-1 0-1,1 0 1,-1 0-1,1 0 1,-1 0 0,1 0-1,1-1 1,-1 0-444,0-1 0,0 1 0,0-1 0,0 0 0,-1 0 0,1 0 0,-1 0 0,1 0 0,-1-1 0,0 1 0,0 0 0,0-1 0,0 0 0,1-3 0,17-22-5606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3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1 808 10709,'0'0'9572,"4"-21"-8902,-1 10-640,1-12-5,1 1 0,2-1-1,0 2 1,1-1 0,17-31 0,31-58-326,-4-3 1,68-227-1,-116 328 48,7-19 1274,-11 32-1009,0 0 0,0 0 0,0 0 0,0 1 0,0-1 0,0 0 0,0 0 0,0 0 0,0 0 0,0 0 0,0 0 0,0 0 0,1 0 0,-1 0 0,0 0 0,0 0 0,0 0 0,0 0 0,0 0 0,0 1 0,0-1 0,0 0 0,0 0 0,0 0 0,0 0-1,1 0 1,-1 0 0,0 0 0,0 0 0,0 0 0,0 0 0,0 0 0,0 0 0,0 0 0,0 0 0,0 0 0,0 0 0,1 0 0,-1 0 0,0 0 0,0 0 0,0 0 0,0-1 0,0 1 0,0 0 0,0 0 0,0 0 0,0 0 0,0 0 0,0 0 0,0 0 0,1 0 0,-1 0-1,0 0 1,0 0 0,0 0 0,0 0 0,0 0 0,0-1 0,0 1 0,0 0 0,0 0 0,0 0 0,0 0 0,0 0 0,0 0 0,0 0 0,2 20 562,-2 722 5434,0-742-6651,0-10-2015,0-12 360,1 12 846,-1 0-1,0 0 1,0 0-1,-1 1 1,-3-12-1,-13-15-5454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3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87 4290,'0'0'17400,"149"0"-15463,-88 0-945,-7-7-624,7-5-368,0-1-176,0-3-2065,0-2-2209,-14-2-5794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4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2801,'0'0'8375,"2"3"-4556,8 19-715,-4 14 961,-6-27-3439,1 0-1,1-1 1,0 1 0,0 0 0,6 13 0,-8-22-635,0 1 0,0-1-1,1 1 1,-1-1 0,0 0 0,1 1 0,-1-1 0,1 0 0,-1 1 0,0-1 0,1 0 0,-1 0 0,1 1 0,-1-1 0,1 0 0,-1 0 0,1 0 0,-1 1 0,1-1 0,-1 0 0,1 0 0,-1 0 0,1 0 0,-1 0 0,1 0 0,-1 0 0,1 0 0,-1 0 0,1 0 0,-1-1 0,1 1 0,-1 0 0,1 0 0,-1 0 0,0-1 0,1 1 0,-1 0 0,1 0 0,-1-1 0,1 1 0,-1 0 0,0-1 0,1 1 0,-1 0 0,0-1 0,1 1 0,-1-1 0,0 1 0,0-1 0,1 1 0,-1-1 0,22-31-518,-16 22 453,3-2-12,-3 3 132,0 1 0,0 0 0,1 0 0,13-12 0,-19 20 22,0 0 1,-1 0 0,1 0-1,-1 0 1,1 0 0,-1-1-1,1 1 1,0 0 0,-1 0-1,1 0 1,-1 1 0,1-1-1,0 0 1,-1 0 0,1 0-1,-1 0 1,1 0 0,-1 1-1,1-1 1,-1 0 0,1 1-1,-1-1 1,1 0-1,-1 1 1,1-1 0,-1 0-1,1 1 1,-1-1 0,0 1-1,1-1 1,-1 1 0,0-1-1,1 1 1,-1-1 0,0 1-1,16 27-310,-9-13 299,11 5-2318,-17-19 1360,0 0 1,0 0-1,0 0 1,0 0 0,1-1-1,-1 1 1,0 0 0,1-1-1,-1 1 1,0-1-1,1 1 1,-1-1 0,1 1-1,0-1 1,6 0-8755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4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11557,'0'0'12582,"40"34"-12582,-26-31-160,-1-3-1505,15 0-2161,-1-7-1936,0-14-1778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4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 8964,'0'0'8164,"-142"162"-3890,101-94-1809,-6 4-1313,6-4-159,7-9-465,0-7-528,7-14-48,20-11-960,7-9-1714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5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12 208 17336,'0'0'10151,"-3"21"-8622,-4 64-603,6-83-862,1 1 1,0-1-1,0 1 1,0-1-1,0 1 1,1-1-1,-1 1 1,1-1-1,0 1 1,-1-1-1,1 1 1,0-1-1,2 4 1,-3-6-58,0-1 1,0 1-1,0 0 1,0 0-1,0 0 1,0-1-1,0 1 0,0 0 1,0 0-1,0 0 1,0-1-1,0 1 1,0 0-1,0 0 0,0-1 1,0 1-1,0 0 1,1 0-1,-1 0 1,0 0-1,0-1 1,0 1-1,0 0 0,0 0 1,0 0-1,1 0 1,-1-1-1,0 1 1,0 0-1,0 0 1,1 0-1,-1 0 0,0 0 1,0 0-1,0 0 1,1-1-1,-1 1 1,0 0-1,0 0 1,0 0-1,1 0 0,-1 0 1,0 0-1,0 0 1,0 0-1,1 0 1,-1 0-1,0 0 0,0 0 1,0 1-1,1-1 1,-1 0-1,0 0 1,0 0-1,0 0 1,1 0-1,-1 0 0,0 0 1,0 0-1,0 1 1,1-1-1,-1 0 1,0 0-1,0 0 1,0 0-1,0 1 0,0-1 1,0 0-1,8-168 71,-6 149-124,1 0 1,1 0-1,0 1 0,2-1 0,0 1 0,15-30 1,-21 47 15,0 0 0,1 0 0,-1 0 1,1 0-1,-1 0 0,1 0 0,0 0 1,-1 0-1,1 0 0,0 0 0,0 0 1,0 0-1,0 1 0,0-1 1,0 0-1,0 1 0,0-1 0,0 0 1,0 1-1,0-1 0,0 1 0,0 0 1,0-1-1,0 1 0,0 0 0,1 0 1,-1 0-1,0 0 0,0 0 0,0 0 1,0 0-1,1 0 0,1 1 1,1 1-388,1 0 0,-1 1 0,0 0 1,0 0-1,0 0 0,7 7 1,25 17-3785,3-18-1506,7-7-3393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5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0 2673,'0'0'16645,"-26"11"-12720,-1-2-2727,-4 2 189,-1 1 0,1 1-1,1 2 1,-43 28-1,50-27-962,9-7-178,1 1-1,-22 21 0,32-28-230,0 0-1,0 0 1,1 1 0,-1-1-1,1 1 1,0 0-1,0 0 1,0 0-1,0 0 1,1 0-1,0 0 1,-1 0-1,2 0 1,-1 0-1,0 8 1,1-11-15,0 0 0,1 0 0,-1 1 0,1-1 0,-1 0 0,1 0 0,0 0 0,-1 0 0,1 0 0,0 0 0,0-1 0,0 1 0,0 0 0,0 0 0,0 0 0,0-1 0,0 1 0,0-1 0,0 1 0,0-1 0,0 1 0,0-1 0,0 1 0,1-1 0,-1 0 0,0 0 0,0 0 0,0 1 0,1-1 0,-1 0 0,0-1 0,2 1 0,48-2 0,-45 2 0,11-3-267,0-1 0,0-1 0,-1 0 0,0-1 0,0 0 0,0-2 0,-1 0 0,1 0 0,25-21-1,-34 23 212,-6 5 1518,3 23-1809,-4-20 255,0-1 0,0 1 1,0 0-1,0-1 0,0 1 0,1-1 1,-1 1-1,0-1 0,1 1 1,-1-1-1,1 1 0,0-1 1,-1 1-1,1-1 0,0 0 1,0 1-1,2 1 0,-1 0-401,1-1 0,0 0 0,-1 1 0,1-1 0,0 0 0,1-1-1,-1 1 1,0 0 0,5 1 0,0-1-1502,0 0-1,0-1 1,0 0-1,0 0 1,13 0-1,12-1-5690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5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12 2513,'0'0'23464,"-5"10"-21620,2-5-1604,-1 1 50,1 0 1,0 0-1,0 0 1,0 0 0,1 1-1,0 0 1,0-1-1,1 1 1,0 0-1,-1 7 1,5-13-293,-1 0 0,1 0-1,-1-1 1,1 1 0,-1-1 0,1 0-1,0 0 1,-1 0 0,1 0 0,-1 0 0,5-1-1,7-3-422,-2 0-1,1-1 0,0 0 1,-1-1-1,0 0 0,0-1 1,17-13-1,35-19-1929,-56 35 2262,12-4 2145,-19 44 597,1-33-2774,-1 0 0,1-1 0,-1 1 0,1 0 0,0-1 0,0 0 0,0 1 0,1-1 0,-1 0 0,0 0 0,1 0-1,-1 0 1,1-1 0,0 1 0,-1-1 0,1 1 0,0-1 0,0 0 0,0 0 0,0 0 0,0-1 0,0 1 0,0-1 0,1 1 0,-1-1 0,6-1 0,8 2-2639,1-2-1,-1 0 1,26-6-1,4-6-6012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6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135 521 10341,'0'0'15401,"-20"10"-13111,-63 30-866,80-39-1305,0 1 0,0 0 0,0-1 0,0 1-1,0 0 1,1 0 0,-1 1 0,0-1 0,-2 4 0,4-5-121,1-1 0,0 0 0,0 0 0,0 1 0,0-1 0,0 0 0,0 1 0,0-1 0,0 0 1,0 1-1,0-1 0,1 0 0,-1 1 0,0-1 0,0 0 0,0 1 0,0-1 0,0 0 0,0 0 0,1 1 0,-1-1 0,0 0 0,0 0 0,1 1 1,-1-1-1,0 0 0,0 0 0,1 1 0,-1-1 0,0 0 0,0 0 0,1 0 0,-1 0 0,0 0 0,1 0 0,-1 1 0,0-1 0,1 0 0,-1 0 1,0 0-1,1 0 0,-1 0 0,0 0 0,1 0 0,-1 0 0,45-2-644,-41 1 571,0-1 1,0-1 0,-1 1-1,1-1 1,-1 1-1,1-1 1,-1 0 0,0 0-1,0 0 1,0-1-1,0 1 1,3-6 0,31-55-965,-27 47 649,26-60-382,-3-1-1,-3-2 1,21-94 0,-47 160 796,-3 13 13,9-43 343,-11 32 994,-11 26 2061,-18 33-2852,2 2-1,-35 83 1,53-103-391,0 0 0,2 0 0,1 1 0,1 0 0,2 1 0,-2 48 0,6-66-610,0 0 1,1 1-1,0-1 0,1 0 0,1 0 1,7 25-1,-9-35 258,1-1 1,-1 1-1,0-1 0,1 1 1,0-1-1,0 1 0,0-1 0,0 0 1,0 1-1,0-1 0,0-1 1,1 1-1,-1 0 0,1 0 1,3 1-1,-2-2 16,0 0 0,0 0 0,-1 0 0,1-1-1,0 1 1,0-1 0,0 0 0,0 0 0,-1-1 0,1 1 0,0-1 0,0 0-1,0 0 1,-1 0 0,6-2 0,4-4-2181,0 1 1,-1-2-1,0 0 0,22-19 0,8-12-6567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0 13846,'0'0'11534,"-21"15"-8712,-69 49-930,84-60-1789,0 0-1,1 0 1,0 1 0,0-1 0,0 1 0,0 1-1,1-1 1,0 0 0,0 1 0,1 0 0,-1 0 0,1 0-1,1 1 1,-1-1 0,1 0 0,0 1 0,0 0-1,1 0 1,0-1 0,0 1 0,1 0 0,-1 0 0,2 0-1,-1 0 1,3 10 0,-3-15-102,1-1 0,0 0-1,0 0 1,0 0 0,0 0 0,1 0-1,-1 0 1,0 0 0,0 0 0,1 0 0,-1 0-1,0-1 1,1 1 0,-1 0 0,1-1 0,-1 1-1,1-1 1,-1 0 0,1 1 0,-1-1-1,1 0 1,-1 0 0,1 0 0,-1 0 0,1 0-1,-1 0 1,2-1 0,46-8-111,-40 4-165,0-1 1,0 1-1,0-2 1,0 1-1,-1-1 1,0-1-1,-1 0 0,0 0 1,0 0-1,0-1 1,-1 1-1,0-2 1,-1 1-1,0-1 0,-1 0 1,0 0-1,0 0 1,-1 0-1,0-1 1,-1 1-1,0-1 0,-1 1 1,0-16-1,-2 26 268,1-1-1,-1 0 0,0 0 1,1 0-1,-1 0 0,0 1 1,0-1-1,1 0 0,-1 0 1,0 1-1,0-1 0,0 1 1,0-1-1,0 1 1,0-1-1,0 1 0,0 0 1,0 0-1,0-1 0,0 1 1,0 0-1,-1 0 0,1 0 1,0 0-1,0 0 0,0 0 1,0 0-1,-1 1 0,-38 3-109,36-3 83,-1 1 0,1 0 0,-1 0 0,1 0 0,0 1 0,0 0 0,0-1-1,0 1 1,1 1 0,-1-1 0,-4 5 0,7-6-315,-1 1 1,1-1 0,-1 0-1,1 1 1,0-1-1,-1 0 1,1 1-1,1-1 1,-1 1-1,0 0 1,1-1 0,-1 1-1,1 4 1,0-7 184,0 1 1,0 0-1,1-1 1,-1 1-1,0 0 1,1-1-1,-1 1 1,1-1-1,-1 1 1,1 0-1,-1-1 1,1 1-1,0-1 1,-1 0-1,1 1 1,-1-1-1,1 1 1,0-1-1,-1 0 1,1 0 0,0 1-1,-1-1 1,1 0-1,0 0 1,0 0-1,-1 0 1,1 0-1,0 0 1,0 0-1,0 0 1,33 1-2830,-23-2 1559,34 1-2888,2 0 189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7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42 848,'0'0'1014,"20"-2"1531,62-5 937,-62 8 10156,-20 19-10020,0 36 3020,6-55-7055,1 0 0,-1-1 1,1 1-1,-1-1 1,1-1-1,9-1 1,2-5-818,0-1 1,-1-1 0,-1-1 0,1 0 0,22-19 0,3-1-391,-30 23 3819,-17 15 4359,-1 1-4153,0 2-3352,4-9 1030,1 0 0,0-1 0,0 1 0,1 0 0,-1 0 0,0 0 0,1 0 0,-1 0 0,1 0 0,-1 0-1,1 0 1,0 0 0,0 0 0,0 1 0,0-1 0,0 0 0,1 0 0,0 3 0,0-4-99,0 1 0,0-1-1,0 0 1,0 0 0,1 0 0,-1 0-1,0 0 1,0-1 0,1 1-1,-1 0 1,1 0 0,-1-1 0,1 1-1,-1-1 1,1 1 0,-1-1 0,1 0-1,-1 0 1,1 0 0,-1 0 0,1 0-1,-1 0 1,3 0 0,7-1-306,0-1 0,-1 0 0,1 0 1,0-1-1,-1 0 0,0-1 0,0 0 0,0-1 0,0 0 1,12-9-1,18-8-441,-29 19 6182,-12 11-4073,0-8-1397,1 1 0,0-1 0,-1 0 0,1 1 0,0-1 0,0 1 0,-1-1 0,1 1 0,0-1 0,0 1 0,0-1 0,0 1 1,0-1-1,0 1 0,0-1 0,0 1 0,0-1 0,0 1 0,0-1 0,0 0 0,0 1 0,0-1 0,0 1 0,0-1 0,1 1 0,-1-1 0,0 1 0,0-1 0,1 1 0,-1-1 0,0 0 0,0 1 0,1-1 0,-1 0 0,1 1 0,-1-1 0,0 0 0,1 1 0,-1-1 0,1 0 0,-1 0 0,0 1 0,1-1 0,-1 0 0,1 0 0,-1 0 0,1 0 0,-1 1 0,1-1 0,0 0 0,68 0-9349,-5 0-1062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7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71 114 15591,'0'0'15180,"-12"19"-14598,-33 56-96,43-70-444,0-1 0,0 1 1,0-1-1,1 1 0,-1 0 1,1-1-1,1 1 0,-2 9 1,4-5-421,-1-22-124,-1 1 115,0 0 1,0 0 0,2 0-1,0 0 1,0 0 0,5-14-1,-6 23 343,0 0 0,1-1 0,-1 1 1,1 0-1,0 0 0,0 1 0,0-1 0,0 0 0,1 1 0,-1-1 0,1 1 0,-1 0 0,1 0 1,0 0-1,0 0 0,0 0 0,0 0 0,0 1 0,0 0 0,1-1 0,-1 1 0,0 1 0,1-1 1,-1 0-1,0 1 0,6-1 0,6 0 55,1 1 1,-1 0 0,19 3-1,-28-2 8,0 0 1,0 1-1,0 0 0,0 0 1,-1 1-1,1 0 0,-1 0 1,0 0-1,1 0 0,7 8 1,-6-5 62,0 0 1,-1 1-1,0-1 1,0 1-1,9 14 1,-13-17 277,0-1 0,-1 1 0,1 0 0,-1 0 0,0-1 0,0 1 0,0 0 0,0 0 0,0 8 0,-9-19 438,4 1-781,0-1 1,1 1 0,0-1-1,0 0 1,0 0 0,1-1 0,0 1-1,0 0 1,1-1 0,-1-14-1,1 3-67,1-1 0,1 1 0,3-23 0,-3 39-121,-1 1-1,1 0 1,0 0-1,0 0 1,0 1-1,0-1 1,1 0-1,-1 0 1,0 0-1,1 1 1,-1-1-1,1 1 1,0-1-1,-1 1 1,1 0-1,0 0 1,0 0-1,0-1 1,0 2-1,0-1 1,0 0-1,0 0 1,0 1-1,0-1 1,0 1-1,1 0 1,-1-1-1,3 1 1,11-1-3586,1 0 0,29 3 0,-21 0-2590,10-2-3658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8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163 409 14695,'0'0'7448,"-20"6"-3296,-66 22-1682,80-26-2286,0 0 0,0 0 0,0 1 0,1 0 0,-1 0 0,-5 4 0,10-6-175,0 0 0,0 0 1,0 0-1,0 1 0,0-1 0,1 0 1,-1 1-1,0-1 0,1 1 0,-1-1 1,1 1-1,-1-1 0,1 1 0,0-1 1,-1 1-1,1-1 0,0 1 0,0-1 1,0 3-1,0-4-21,1 1 0,-1-1 0,0 1 0,0-1 0,0 1 0,1-1 0,-1 1 0,0-1 0,0 1-1,1-1 1,-1 1 0,0-1 0,1 1 0,-1-1 0,1 0 0,-1 1 0,0-1 0,1 0 0,-1 1 0,1-1 0,-1 0 0,1 0 0,-1 1 0,1-1 0,-1 0 0,1 0 0,-1 0 0,1 0 0,0 0 0,-1 0 0,1 0 0,23 1-260,-19-1 174,8-1-145,0-1 0,0 0 0,0-1 0,0-1 1,0 0-1,-1 0 0,0-1 0,0-1 0,0 0 0,-1-1 1,1 0-1,-2-1 0,1 0 0,-1 0 0,0-1 0,-1-1 0,10-12 1,8-11-620,-1-1 0,-2-1 0,-2-1 0,20-42 0,-19 37 228,17-37-398,-38 72 1368,0-1-1,0 1 1,-1-1-1,1 1 1,-2-1-1,1-8 1,-2 15-82,0 0 1,-1 0 0,1 0 0,-1 0-1,1 0 1,-1 0 0,1 0 0,-1 1 0,1-1-1,-1 0 1,1 1 0,0-1 0,-3 2-1,-9 5 103,1 1-1,0 1 0,1 0 0,0 1 0,0 0 0,-15 20 0,7-7 324,1 1 0,-20 36 0,30-43-504,0 1-1,2-1 1,0 1-1,0 0 1,2 1-1,0-1 1,-2 31-1,5-37-158,1-1 1,0 1-1,0 0 0,1-1 1,1 1-1,0-1 0,0 1 0,1-1 1,1 0-1,-1 0 0,2 0 1,0-1-1,8 15 0,-8-20-115,-1 0 0,1 0 0,0 0 0,0-1 0,1 0 0,-1 0-1,1 0 1,0 0 0,0-1 0,0 0 0,0-1 0,1 1 0,-1-1 0,1 0-1,0-1 1,-1 0 0,1 0 0,0 0 0,0-1 0,0 0 0,-1 0-1,1 0 1,0-1 0,0 0 0,-1-1 0,1 0 0,0 0 0,-1 0 0,0-1-1,0 1 1,11-8 0,-7 2 33,-1 0 0,0-1-1,0-1 1,-1 1 0,0-1-1,-1-1 1,0 0 0,-1 1 0,0-2-1,0 1 1,-1-1 0,-1 0-1,0 0 1,-1 0 0,0-1 0,-1 1-1,0-1 1,0-20 0,-3 32 159,1 0 0,-1 1 0,1-1 0,-1 1 0,0-1 0,1 1 0,-1-1 0,0 1 0,1-1 0,-1 1 0,0-1-1,1 1 1,-1 0 0,0 0 0,0-1 0,1 1 0,-1 0 0,0 0 0,0 0 0,0 0 0,1 0 0,-1 0 0,0 0 0,0 0 0,0 0 0,1 0 0,-1 0 0,0 1 0,0-1 0,1 0 0,-2 1 0,-1 0-57,1-1 0,0 0 1,0 1-1,-1 0 0,1-1 0,0 1 0,0 0 0,0 0 0,0 1 0,0-1 0,0 0 0,-1 2 0,-1 4-19,0 0-1,1 0 0,0 1 1,1-1-1,0 1 0,-3 15 1,5-21-123,-1 1 0,1 0 1,-1 0-1,1 0 0,0 0 1,0-1-1,0 1 0,1 0 1,-1 0-1,1 0 0,-1-1 0,1 1 1,0 0-1,0-1 0,0 1 1,0 0-1,1-1 0,-1 1 1,1-1-1,-1 0 0,1 1 1,3 2-1,0-2-452,0-1 1,0 1-1,1-1 0,-1 0 1,1 0-1,-1-1 0,1 0 1,7 1-1,50 1-7903,-16-3-1561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28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31 147 6051,'0'0'22610,"-5"11"-21185,-13 34 376,14-129-921,2 58-880,1 17 0,1 1 0,0-1 0,0 0 0,0 0 0,4-14 0,-3 21-346,1 0 1,0 1-1,0-1 0,-1 1 1,1-1-1,0 1 0,1 0 1,-1-1-1,0 1 0,0 0 1,0 1-1,1-1 0,-1 0 0,0 0 1,1 1-1,-1 0 0,0-1 1,1 1-1,-1 0 0,1 0 1,-1 0-1,4 1 0,12-2-2895,32-5-4984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0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344 246 4978,'0'0'1660,"0"-19"1309,1-12-1528,0-1 889,-4-44 1,3 72-2164,-1 0 1,1 0-1,0 1 1,-1-1-1,0 0 1,0 1-1,0-1 1,0 1 0,0-1-1,-1 1 1,0 0-1,1-1 1,-1 1-1,-1 0 1,1 0 0,0 0-1,-1 1 1,1-1-1,-1 0 1,0 1-1,0 0 1,0 0-1,0 0 1,0 0 0,0 0-1,-1 0 1,1 1-1,-1 0 1,1 0-1,-1 0 1,1 0 0,-1 0-1,0 1 1,1-1-1,-1 1 1,0 0-1,0 0 1,1 0-1,-1 1 1,-5 1 0,-2 0-113,1 0 0,-1 1 0,1 0 0,0 1 0,0 0 0,0 1 0,0 0 0,1 0 0,0 1 0,0 0 0,0 1 0,1 0 0,-8 8 0,5-1-43,1 1-1,1 0 0,0 0 0,1 1 1,0 0-1,2 0 0,-1 1 0,2 0 0,1 0 1,0 0-1,-2 26 0,2 3-12,2-1 0,2 1 0,7 56 0,-2-75-47,1-1 1,1 0-1,2 0 0,0-1 1,17 33-1,-12-28-2286,-1 0 0,16 60-1,-29-89 2191,0-1-1,0 1 0,0-1 0,0 1 0,1-1 0,-1 1 1,0-1-1,0 0 0,0 1 0,0-1 0,0 1 1,0-1-1,-1 1 0,1-1 0,0 1 0,0-1 0,0 1 1,0-1-1,-1 0 0,1 1 0,0-1 0,0 1 0,-1-1 1,1 0-1,0 1 0,0-1 0,-1 0 0,1 1 1,0-1-1,-1 0 0,1 0 0,-1 1 0,1-1 0,0 0 1,-1 0-1,1 0 0,-1 1 0,-19 0-4082,13-2 3302,-26 1-4611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1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1 281 7491,'0'0'6318,"21"-1"-2375,10 0-2739,102 2 2872,-95 1-3047,354 8 3675,-383-10-4678,-8 0-22,1 0 1,0 0-1,-1 0 1,1 0-1,0-1 1,0 1-1,-1 0 1,1-1-1,0 1 0,-1-1 1,1 1-1,-1-1 1,3-1-1,-3 1 290,-22 1 26,5 0-317,-55 3-19,68-3 3,0 1 1,0-1-1,0 1 0,0-1 0,1 1 1,-1 0-1,0 0 0,0 1 1,1-1-1,-1 1 0,0-1 1,1 1-1,0 0 0,-1 0 0,1 0 1,0 0-1,0 0 0,0 0 1,-2 4-1,3-3-75,0 0-1,1 0 1,-1-1-1,1 1 1,0 0-1,0 0 1,0 0-1,0 0 1,0 0-1,0 0 1,1 0-1,0 0 1,-1-1-1,1 1 1,0 0-1,1 0 1,-1-1 0,0 1-1,1-1 1,2 4-1,-4-5 67,1 0 0,0 0 1,-1 0-1,1 0 0,0 0 0,-1 0 0,1 0 0,0 0 1,0 0-1,0 0 0,0 0 0,0-1 0,0 1 0,0 0 1,0-1-1,0 1 0,1-1 0,-1 1 0,0-1 0,0 0 1,0 1-1,1-1 0,-1 0 0,0 0 0,0 0 0,1 0 1,-1 0-1,0 0 0,0 0 0,1 0 0,-1-1 1,0 1-1,0 0 0,0-1 0,0 1 0,1-1 0,-1 1 1,0-1-1,0 0 0,0 1 0,0-1 0,0 0 0,0 0 1,0 0-1,0 0 0,1-1 0,45-61-345,-36 45 310,1 1-1,1 1 1,0 0-1,1 0 1,1 2-1,0 0 1,25-18-1,-39 31 70,1 0 0,-1 1 1,0-1-1,0 0 0,1 1 0,-1-1 0,1 1 1,-1-1-1,0 1 0,1-1 0,-1 1 0,1 0 1,-1 0-1,1 0 0,-1 0 0,1 0 0,-1 0 0,0 0 1,1 0-1,-1 1 0,1-1 0,-1 0 0,1 1 1,-1 0-1,0-1 0,1 1 0,-1 0 0,0-1 1,0 1-1,0 0 0,1 0 0,-1 0 0,0 0 1,0 0-1,0 0 0,0 0 0,-1 1 0,1-1 1,0 0-1,0 0 0,-1 1 0,1-1 0,0 3 1,3 7 250,0 1 1,0 0 0,-2 0 0,3 16 0,-2-9 196,0 4 343,-1 0 0,0 34 0,-2-56 187,0-11-209,0-239-479,0 243-394,0 0 0,0 1 0,1-1 0,-1 0 0,1 1 0,1-1 1,-1 0-1,1 1 0,0 0 0,0-1 0,1 1 0,0 0 0,0 0 0,0 0 1,0 1-1,1-1 0,5-5 0,-4 6-404,0 0 0,1 0 0,-1 1 0,1 0 0,0 0-1,0 0 1,0 1 0,0 0 0,1 0 0,-1 0 0,1 1 0,-1 0 0,1 0 0,-1 1 0,9 0 0,80 0-10581,-36 0 3284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1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245 674 9380,'0'0'12908,"-20"-9"-9744,-66-28-1243,80 35-1752,1 0 0,-1 0 0,0 0 0,1 1 1,-1 0-1,0 0 0,0 1 0,0-1 0,0 1 1,-11 2-1,15-2-146,-1 1 0,0 0 0,1 0 0,-1 0-1,1 0 1,-1 0 0,1 0 0,-1 1 0,1-1 0,0 1 0,0 0 0,0 0 0,0 0 0,0 0 0,0 0 0,-2 4 0,0 2-75,0 0 0,1 1 1,0 0-1,1-1 1,0 1-1,0 0 0,1 0 1,0 0-1,1 0 1,0 12-1,0-20 10,0 0 0,0 1 1,0-1-1,0 0 0,0 0 0,0 0 0,0 0 0,0 0 1,0 0-1,1 0 0,-1 0 0,0 0 0,1 0 1,-1 0-1,0 0 0,1 0 0,0 0 0,-1 0 1,1 0-1,0 0 0,-1-1 0,1 1 0,0 0 0,0 0 1,-1-1-1,1 1 0,0 0 0,0-1 0,0 1 1,0-1-1,0 0 0,0 1 0,0-1 0,0 1 1,0-1-1,0 0 0,0 0 0,0 0 0,1 0 0,-1 0 1,0 0-1,0 0 0,0 0 0,0 0 0,0 0 1,0-1-1,1 1 0,3-2-96,-1 1 0,1-1 0,-1 0 1,1 0-1,-1 0 0,0 0 0,0-1 0,0 0 0,7-6 0,5-9-329,0-2-1,-1 0 0,-1-1 0,-1-1 0,-1 0 0,17-42 0,42-148-1172,-70 208 1617,27-85-381,-11 42 289,-3-1 0,15-92-1,-29 138 241,1 1 0,-1-1 0,0 1 0,0-1-1,0 1 1,0-1 0,-1 1 0,1 0-1,0-1 1,0 1 0,-1-1 0,1 1 0,-1-1-1,0-1 1,0 3-12,1 0 1,0-1-1,-1 1 0,1 0 0,-1-1 1,1 1-1,-1 0 0,1 0 0,-1-1 0,1 1 1,-1 0-1,1 0 0,-1 0 0,1 0 1,-1-1-1,1 1 0,-1 0 0,1 0 0,-1 0 1,1 0-1,-1 0 0,1 1 0,-1-1 1,1 0-1,-1 0 0,0 0 0,-3 2 177,0 0 0,0 0-1,0 1 1,0-1 0,0 1-1,1 0 1,-6 5-1,-5 7-26,0 0 0,1 1 0,1 0 0,1 1 0,0 1 0,1 0-1,1 0 1,0 1 0,2 0 0,-9 32 0,7-9-131,1 0 0,2 0 0,2 1 0,1 45-1,3-75-244,1 0-1,0 0 1,1 0-1,1 0 0,0 0 1,0 0-1,1-1 1,1 0-1,0 0 0,1 0 1,13 21-1,-14-26-397,1 0 1,0 0-1,0 0 0,1-1 0,0 0 0,0 0 0,12 7 0,-12-9-451,1 0 0,0 0 1,-1-1-1,1 0 0,0-1 0,0 0 0,1 0 0,15 1 0,25-2-7450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2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0 11733,'0'0'7350,"-25"2"-3238,-80 8-660,100-9-3325,1 0 1,-1 0-1,1 0 1,-1 0-1,1 1 1,-1 0-1,1 0 1,0 0-1,0 0 1,0 1-1,0-1 1,0 1-1,0 0 1,1 0-1,-1 1 1,1-1-1,0 1 1,0 0-1,0-1 1,1 1-1,-1 0 1,1 1-1,0-1 0,0 0 1,1 1-1,-1-1 1,1 1-1,0-1 1,0 1-1,0 9 1,0-11-152,1 1 1,0 0-1,0 0 1,0-1-1,1 1 1,-1 0-1,1 0 1,0-1-1,0 1 1,0 0 0,0-1-1,1 1 1,0-1-1,-1 1 1,1-1-1,0 0 1,1 0-1,-1 0 1,1 0-1,-1 0 1,1-1-1,0 1 1,0-1-1,0 0 1,0 1-1,0-1 1,1-1-1,-1 1 1,0 0-1,1-1 1,0 0-1,-1 0 1,5 1-1,-1-1-274,-1 0-1,0-1 0,1 0 0,-1 0 1,10-2-1,-15 2 319,1-1 0,-1 1 0,0 0 0,1-1 0,-1 1 0,0-1 0,0 1 0,0-1 0,1 0 0,-1 0 0,0 1 0,0-1 0,0 0 1,0 0-1,0 0 0,0 0 0,-1 0 0,1 0 0,0 0 0,0 0 0,-1-1 0,1 1 0,-1 0 0,1 0 0,-1-1 0,1 1 0,-1 0 0,0-1 0,0 1 0,1 0 0,-1-1 0,0-1 1870,1 14-1692,1-5-303,0 0 1,1-1 0,0 1-1,0 0 1,0-1 0,1 0-1,0 0 1,0 0 0,0 0-1,1 0 1,-1-1 0,1 0-1,0 0 1,0 0-1,1-1 1,-1 1 0,1-1-1,0-1 1,7 4 0,-2-2-825,1 0 1,-1-1-1,1 0 1,12 1-1,-14-3-923,1 0-1,-1-1 0,0 0 0,16-2 0,21-12-8552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2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15655,'0'0'5026,"-68"128"81,48-56-1810,13 7-1584,7 3-144,0-6-1169,0-8-400,0-11 0,0-8 0,0-8 0,0-14 0,0-9 0,0-11-480,-7-18-10469,-20-21-48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2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5619,'0'0'4628,"22"-2"-1303,376-19 9312,-402 23-12431,1-1 0,-1 0 0,0 1 0,1 0 0,-1 0 0,1 0 0,0 0 0,0 1 0,-5 3 0,0 1 191,-2 0-108,0 0-1,1 1 0,0 0 0,-15 18 0,21-22-303,-1 1 0,2-1 0,-1 1 0,1 0 0,-1-1 0,1 1 0,1 0 0,-1 1-1,1-1 1,0 0 0,0 0 0,0 1 0,1 7 0,0-12-23,0 0 0,1 0-1,-1 0 1,1 0-1,-1 0 1,1 0-1,-1 0 1,1 0 0,-1 0-1,1 0 1,0 0-1,0 0 1,0-1-1,-1 1 1,1 0 0,0 0-1,0-1 1,0 1-1,0 0 1,0-1-1,0 1 1,0-1 0,1 0-1,-1 1 1,0-1-1,0 0 1,0 0-1,0 1 1,0-1 0,1 0-1,-1 0 1,1-1-1,47 1-1370,-39 0 1066,-5-1 240,0 1 0,-1-1-1,1 0 1,0 0 0,0-1-1,-1 1 1,1-1 0,0 0-1,-1 0 1,0-1-1,0 1 1,1-1 0,-2 0-1,1 0 1,0 0 0,-1-1-1,1 0 1,5-7 0,-10 29 5211,3-11-5126,1 1 0,-1-1 1,1 0-1,1 1 1,5 8-1,-6-12-185,1 0 1,-1 0-1,1-1 0,0 1 0,-1-1 1,1 0-1,1 0 0,-1-1 0,0 1 1,1-1-1,-1 0 0,1 0 1,0 0-1,5 1 0,-7-3-545,1 1 0,0 0-1,0-1 1,0 0 0,0 0-1,0 0 1,0 0 0,-1-1 0,1 1-1,0-1 1,0 0 0,4-2 0,19-16-9564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33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1 7684,'0'0'4332,"7"19"-784,28 78 1272,50 148 3231,-68-188-6728,-3 0 0,10 88 0,-24-137-1294,6 43 89,-3-1 0,-5 65 0,1-100-120,0-1 1,-2 1-1,0 0 1,-1-1-1,0 0 1,-1 1-1,-1-2 1,0 1-1,-1-1 1,0 0-1,-1 0 1,-12 14-1,-2-3-71,-1-1-1,-1-2 1,-1 0 0,-1-2-1,-1-1 1,-1-1-1,-32 15 1,9-8-522,-1-3 0,-1-2 0,-67 15 0,56-22-4276,3-9-2978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6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3650,'0'0'4378,"-4"25"-2972,-20 191 1203,18 85 230,6-221-2546,6-62-1710,-1-18-7,-1-11-166,1-17-2290,2-7-407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7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240 168 16,'0'0'4925,"1"-6"-4399,3-15-102,-4 21-398,1 0 0,-1-1 0,0 1 0,0 0 0,0-1 0,1 1 1,-1 0-1,0-1 0,0 1 0,1 0 0,-1-1 0,0 1 0,0 0 0,1 0 1,-1 0-1,0-1 0,1 1 0,-1 0 0,1 0 0,-1 0 0,0 0 0,1-1 1,-1 1-1,0 0 0,1 0 0,-1 0 0,1 0 0,-1 0 0,0 0 0,1 0 1,-1 0-1,1 0 0,-1 1 0,0-1 0,1 0 0,-1 0 0,0 0 1,1 0-1,-1 0 0,0 1 0,1-1 0,-1 0 0,0 0 0,1 1 0,-1-1 1,0 0-1,0 0 0,1 1 0,-1-1 0,19 15 719,-18-13-601,10 2 5,0 0 0,-1 0 0,1-1-1,0 0 1,1-1 0,-1 0-1,0-1 1,1-1 0,-1 1 0,1-2-1,11-1 1,10 2 259,60-6 19,-1-3 0,122-29-1,-109 18-230,34-6-91,2-2-69,2 6 0,191-5 0,-334 27 18,1 0 1,0 1-1,-1-1 0,1 0 1,-1 1-1,1-1 0,-1 1 0,1-1 1,0 1-1,-1-1 0,0 1 1,1-1-1,-1 1 0,1 0 0,-1-1 1,0 1-1,1 0 0,-1-1 1,0 1-1,0 0 0,0-1 0,1 1 1,-1 0-1,0-1 0,0 1 1,0 0-1,0 0 0,0-1 0,-1 2 1,1 31 1609,0-23-1070,-14 441 4931,14-451-5524,0 1 0,0 0 0,0-1 0,0 1 0,0-1 0,0 1 0,-1 0 0,1-1 0,0 1-1,0-1 1,-1 1 0,1 0 0,0-1 0,-1 1 0,1-1 0,0 1 0,-1-1 0,1 0 0,-1 1-1,1-1 1,-1 1 0,1-1 0,-1 0 0,1 1 0,-1-1 0,0 0 0,1 1 0,-1-1 0,1 0-1,-1 0 1,0 0 0,1 0 0,-2 1 0,-27-2-208,15 1-65,-36 1-200,1 3 0,-93 20 0,-98 40 156,140-35 258,-930 214 55,982-238-71,180-55-2817,-45 9-6080,-53 21 2712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7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53 1889,'0'0'9674,"-4"-6"-8308,-11-19-470,15 25-869,-1-1 0,1 1 1,-1 0-1,1 0 0,-1-1 0,0 1 1,1 0-1,-1 0 0,1 0 0,-1 0 1,0 0-1,1 0 0,-1 0 0,1 0 0,-1 0 1,0 0-1,1 1 0,-1-1 0,1 0 1,-1 0-1,0 0 0,1 1 0,-1-1 0,1 0 1,-1 1-1,1-1 0,-1 0 0,1 1 1,0-1-1,-1 1 0,1-1 0,-1 1 1,1-1-1,0 1 0,-1-1 0,1 1 0,0-1 1,-1 1-1,1-1 0,0 2 0,-15 21 583,10-7-516,1-1 0,0 1-1,1 0 1,0 0 0,1 1-1,1-1 1,2 30 0,-1-27-126,0-18 28,0 0 1,1-1 0,-1 1-1,0-1 1,1 1-1,-1-1 1,0 1-1,1-1 1,-1 0 0,0 1-1,1-1 1,-1 1-1,1-1 1,-1 0-1,1 1 1,-1-1 0,1 0-1,-1 0 1,1 1-1,-1-1 1,1 0-1,-1 0 1,1 0 0,-1 0-1,1 1 1,0-1-1,-1 0 1,1 0 0,-1 0-1,1 0 1,0-1-1,-1 1 1,1 0-1,-1 0 1,1 0 0,-1 0-1,1 0 1,-1-1-1,1 1 1,0-1-1,28-10-165,-14-2 101,0 0 0,-1-1 0,-1-1 0,0 0 0,0-1 0,-2 0 0,0-1 0,-1 0 0,-1-1 0,0 0 0,11-36 0,-33 85 3936,7-20-3533,1 0 0,0 0 0,1 1 0,0-1 0,1 1 0,-3 24 0,5-17-176,3 21 11,-1-38-184,0 0-1,-1-1 1,1 1-1,0-1 0,0 1 1,0-1-1,0 1 0,0-1 1,0 1-1,0-1 0,1 0 1,-1 0-1,0 0 0,1 0 1,-1 0-1,1 0 0,-1 0 1,1 0-1,0 0 0,2 0 1,18 6-1497,1-2 0,-1 0 1,1-2-1,24 1 1,-44-4 1225,51 6-5988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8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1091 1953,'0'0'5360,"5"4"-4221,3 0-734,0-1 0,0 0 1,0-1-1,0 0 0,0 0 1,0 0-1,0-1 0,1 0 0,-1-1 1,16-1-1,186 19 462,-166-17-1435,1-2 0,-1-1 1,0-3-1,0-2 0,73-20 0,-41 1-696,0-3-1,90-50 0,-139 65 1323,-2-2-1,0 0 0,-1-2 1,0 0-1,-2-2 1,0 0-1,-2-2 0,0 0 1,26-39-1,-38 48 273,-2-1 1,1 1-1,-2-1 0,0-1 0,0 1 1,-1-1-1,-1 0 0,1-18 1,0-15 1551,-5-61 1,0 37-1031,1 69-850,1 1 0,-1-1-1,1 0 1,0 1 0,0-1-1,1 0 1,-1 1 0,0-1 0,1 1-1,-1 0 1,1 0 0,0-1-1,0 1 1,0 0 0,0 0-1,0 1 1,0-1 0,0 0 0,1 1-1,-1-1 1,1 1 0,4-2-1,70-26-37,-53 21 38,126-40 5,2 7-1,186-26 0,316-11 1394,-517 64-372,-53 3 986,-83 11-154,-28 0-2323,17 0-2733,5-1-3281,0-5 1790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8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3522,'0'0'11512,"7"17"-9909,24 57-613,-28-70-915,0 1-1,0-1 1,0-1 0,0 1 0,1 0-1,-1-1 1,1 0 0,0 0 0,0 0 0,0 0-1,0 0 1,1-1 0,-1 0 0,1 0 0,-1 0-1,1-1 1,6 2 0,10 5 57,-10-4-111,-1 1 1,0 0-1,-1 0 1,1 1-1,14 12 1,-23-17-2,0 1-1,1-1 1,-1 0 0,0 1 0,0-1 0,0 0 0,0 1 0,0-1 0,0 1-1,0 0 1,0-1 0,-1 1 0,1 0 0,-1-1 0,1 1 0,-1 0 0,0 0-1,1 0 1,-1-1 0,0 1 0,0 0 0,0 0 0,-1-1 0,1 1 0,0 0-1,-1 0 1,1 0 0,-1-1 0,1 1 0,-1 0 0,0-1 0,0 1 0,0-1-1,0 1 1,0-1 0,0 1 0,0-1 0,0 0 0,-1 1 0,1-1 0,0 0-1,-1 0 1,1 0 0,-1 0 0,-1 1 0,-17 11 505,0 0 0,-1-1 0,-44 17-1,46-21-609,1-1 0,0 2-1,1 1 1,0 0 0,0 1-1,-24 21 1,28-17-1367,10-3-3147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9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3089,'0'0'9439,"-2"9"-7841,-16 72 425,4 1 0,4 0 0,0 103 0,22 329 360,-10-430-3068,-2-70-3390,-2-89-6223,-3 15 2468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1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466 826 2017,'0'0'7521,"-1"-4"-7046,1 3-446,0 0 1,0 0 0,0 0 0,0 0-1,0 0 1,0 0 0,1 0 0,-1 0-1,0 0 1,1 0 0,-1 1 0,1-1-1,-1 0 1,1 0 0,-1 0 0,1 0-1,-1 1 1,1-1 0,0 0 0,-1 1 0,1-1-1,0 0 1,0 1 0,0-1 0,-1 1-1,1-1 1,0 1 0,0 0 0,0-1-1,0 1 1,0 0 0,0 0 0,0-1-1,0 1 1,0 0 0,0 0 0,0 0-1,1 0 1,61-4 992,-20 2-432,618-110 1296,-288 44-2006,304-53-437,678-103 1589,252 63 211,-822 103-1325,-407 27-215,606 15 171,-804 18 100,369 19-15,55 0-1,12-21-387,-576-3 395,53-10 0,-56 7 783,65-3 3166,-105 18-3688,-1 0 0,1 0-1,-1 0 1,-1 0-1,0 0 1,-8 10-1,8-10-11,-10 17 134,1 2 0,2 0 0,0 0 0,2 1 1,2 1-1,-9 48 0,5 5 574,-1 98 0,11 226 182,3-221 125,6-135-904,-3-39-182,-2-36-668,-2 22 459,-1-1 0,1 1 0,-1-1 1,0 1-1,0 0 0,0 0 0,0-1 0,0 1 0,0 0 0,-1 0 0,1 0 0,-1 0 0,1 0 0,-1 0 1,0 1-1,0-1 0,0 1 0,0-1 0,0 1 0,0-1 0,0 1 0,0 0 0,-1 0 0,-3-1 0,-5-2-89,0 0-1,0 1 1,-1 0-1,-12-1 0,-63-3-399,-143 7-1,120 3 451,-532 19-56,333-22 138,-357 8 64,468 4-51,-267 50 0,-623 77 15,166-30-1,-123 33 224,809-119-251,-477 40-134,28 22 151,3 39-22,568-106 35,-1-5 1,-165-3 0,152-10 10,-540 11 112,795-18-99,-21-16-2464,-37 0-2041,-8-5-2178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2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1649,'0'0'10639,"0"14"-8630,5 234 6131,7 10-5034,5 278-2701,-18-499-1346,3 0 1,1 0 0,14 70-1,-16-105 625,-1 0 0,0 0-1,1 0 1,0 0 0,-1 1-1,1-1 1,0 0 0,0 0-1,0-1 1,0 1 0,1 0 0,-1 0-1,0 0 1,1-1 0,-1 1-1,1-1 1,0 1 0,-1-1-1,1 0 1,0 1 0,0-1-1,0 0 1,0 0 0,2 1 0,22-1-7416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2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1617,'0'0'8105,"2"4"-6870,2 4-614,-2 1 1,1-1-1,-1 1 1,0 0-1,-1-1 1,0 1-1,0 12 0,-5 74 1968,3-60-1796,-8 211 3096,13 124-2746,-2-337-1423,2 0-1,10 44 1,7-21-9577,-16-52 4025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2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5715,'0'0'10378,"0"8"-9231,-5 239 4887,-24 132-2488,0 35-2389,25-138-5440,3-276 4161,1 0 0,0 0 0,0 1 0,0-1 0,0 0 0,0 0 1,0 0-1,0 1 0,0-1 0,0 0 0,0 0 0,0 0 1,0 1-1,0-1 0,1 0 0,-1 0 0,0 1 0,0-1 0,0 0 1,0 0-1,0 0 0,0 0 0,0 1 0,1-1 0,-1 0 0,0 0 1,0 0-1,0 0 0,0 0 0,1 1 0,-1-1 0,0 0 1,0 0-1,0 0 0,1 0 0,-1 0 0,0 0 0,0 0 0,0 0 1,1 0-1,-1 0 0,0 0 0,0 0 0,0 0 0,1 0 1,-1 0-1,0 0 0,0 0 0,1 0 0,-1 0 0,0 0 0,0 0 1,0 0-1,1 0 0,-1 0 0,0 0 0,0-1 0,0 1 1,0 0-1,1 0 0,-1 0 0,0 0 0,0 0 0,0-1 0,0 1 1,1 0-1,17-10-7596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3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 8340,'0'0'8756,"-8"24"-6755,-7 24-840,1 0 0,3 1 0,-8 88 1,20 332 2312,46-1-4323,-47-466 683,0-1 1,1 1 0,0 0-1,-1 0 1,1 0 0,0-1-1,0 1 1,0 0 0,0-1-1,0 1 1,0-1 0,1 1 0,-1-1-1,2 2 1,-1-2-270,-1 0 0,0 0 0,0 0 0,1 0 0,-1-1 0,0 1 1,1 0-1,-1-1 0,1 1 0,-1-1 0,1 1 0,-1-1 0,1 0 0,-1 0 0,1 1 0,-1-1 0,1 0 1,-1 0-1,1-1 0,-1 1 0,1 0 0,-1 0 0,1-1 0,-1 1 0,1-1 0,-1 1 0,1-1 0,1-1 1,18-23-7672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3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11 6819,'0'0'10994,"10"-4"-9676,-5 3-1228,-3 0-44,0 0-1,0 0 1,0 0-1,1 1 0,-1-1 1,0 1-1,0-1 0,1 1 1,-1 0-1,0 0 0,1 0 1,2 1-1,-4 0-5,0 0 0,0 0-1,0 0 1,0 0 0,0 0 0,0 0-1,0 0 1,0 1 0,0-1 0,0 0-1,-1 0 1,1 1 0,0-1 0,-1 1-1,1-1 1,-1 1 0,0-1 0,1 1-1,-1-1 1,0 1 0,0-1 0,0 1-1,0-1 1,0 1 0,0-1-1,-1 3 1,-2 38 1112,-1 1 0,-17 68 0,-4 38 338,16 1-422,11 180-1,0-302-1023,1-1 0,1 0 0,11 35 0,-13-51-345,2 0-1,-1-1 1,2 0-1,-1 0 1,1 0-1,1-1 1,0 1-1,0-1 1,0-1-1,1 1 1,9 7-1,-15-15-171,1 0-1,0 0 1,-1 0-1,1 0 1,0 0 0,0 0-1,0-1 1,0 1-1,0-1 1,-1 0-1,1 1 1,0-1 0,0 0-1,0 0 1,0 0-1,0 0 1,0 0-1,0-1 1,0 1-1,0-1 1,0 1 0,0-1-1,2-1 1,17-19-7181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3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3986,'0'0'11987,"7"10"-9861,-3-3-1823,0 0 0,-1 0 0,0 0 0,0 1-1,0-1 1,-1 1 0,0 0 0,-1-1 0,1 1 0,-2 0 0,1 0 0,-1 0 0,0 0-1,-2 15 1,-18 443 5583,20-425-5788,2-8-10,2 1-1,1-1 1,18 62-1,-1-3-1835,-20-82 901,8 33-2333,-10-41 2677,1 0 0,-1 0 0,1 0 0,0 0 0,0-1 0,0 1 0,0 0 0,0 0 0,0 0 0,0-1 0,1 1 0,-1-1 0,1 1 0,-1-1-1,1 0 1,1 2 0,11-1-5966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4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4226,'0'0'7038,"0"12"-5843,-9 198 7496,-4-114-7412,-3-5-561,4 1-1,3 0 1,5 0 0,9 130-1,1-195-675,0 0-1,1 0 1,2-1 0,1 0-1,1-1 1,24 42-1,-19-37-4,0 1 0,-2 1-1,14 50 1,-27-82-52,-1 1 1,0-1 0,0 0-1,0 0 1,1 1 0,-1-1-1,0 0 1,0 1-1,0-1 1,0 0 0,0 0-1,0 1 1,1-1 0,-1 0-1,0 1 1,0-1-1,0 0 1,0 1 0,0-1-1,0 0 1,0 1 0,-1-1-1,1 0 1,0 1-1,0-1 1,0 0 0,0 1-1,0-1 1,0 0 0,-1 0-1,1 1 1,0-1-1,0 0 1,0 0 0,-1 1-1,1-1 1,0 0 0,0 0-1,-1 1 1,1-1 0,0 0-1,0 0 1,-1 0-1,1 0 1,0 0 0,-1 1-1,1-1 1,0 0 0,-1 0-1,1 0 1,0 0-1,0 0 1,-1 0 0,1 0-1,0 0 1,-1 0 0,1 0-1,-1 0 1,-20-10-1851,16 7 1083,-59-24-5275,20 12-913,4 3-2307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5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14 3362,'0'0'9559,"-18"7"-7628,4-1-1546,-3 0 132,0 0 1,0 2-1,1 0 1,1 1-1,-1 0 1,-21 19-1,34-26-416,1 0 0,0 0 0,1 0 0,-1 1 0,0-1 0,1 1 0,-1-1 0,1 1 0,0 0 0,0-1 0,0 1 0,0 0 0,0 0 0,1 0 0,-1-1 0,1 1 0,0 5 0,0-6-80,0-1 1,0 1-1,1-1 1,-1 1-1,1-1 1,-1 1-1,1-1 1,0 0-1,-1 1 1,1-1-1,0 0 1,0 1-1,0-1 1,0 0-1,0 0 1,0 0-1,1 0 1,-1 0-1,0 0 1,0 0-1,1 0 1,-1 0-1,1-1 1,-1 1-1,1-1 1,-1 1-1,1-1 1,-1 1-1,1-1 1,2 0-1,13 3 43,0-1 0,0-1 0,0-1-1,1-1 1,-1 0 0,24-5 0,-35 5-71,-1 0 0,1-1 0,-1 0 0,0 0 0,1 0 0,-1 0 0,0-1 0,0 0 0,-1 0 0,1 0 0,-1 0 0,1-1 1,-1 0-1,0 0 0,0 0 0,-1 0 0,1-1 0,-1 0 0,0 1 0,0-1 0,-1 0 0,1 0 0,1-8 0,-3 9 33,1 1 0,-2-1 1,1 0-1,0 1 0,-1-1 0,0 0 0,1 0 0,-2 0 0,1 1 1,0-1-1,-1 0 0,0 0 0,1 1 0,-1-1 0,-3-6 0,3 8-190,-1 0 0,1 1 0,0-1 0,0 0 0,-1 1 0,1-1 0,-1 1 0,0 0 0,1-1 0,-1 1 0,-3-2 0,2 2-929,0 0-1,0 0 1,0 0-1,-1 0 1,1 0-1,0 1 0,0-1 1,-6 1-1,14 0-4223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8660,'0'0'13526,"0"133"-13270,0-103-208,7-6-48,0-5-720,13-6-1761,1-13-2081,6 0-4578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6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3970,'0'0'9671,"9"0"-8628,116-3 1868,-124 4-2876,0 0 1,0 0 0,0 0-1,-1 0 1,1 1 0,0-1-1,-1 0 1,1 0 0,-1 0-1,1 1 1,-1-1 0,1 0-1,-1 0 1,0 1 0,1-1-1,-1 0 1,0 1 0,0-1-1,0 0 1,0 1 0,0-1-1,-1 3 1,-1 35 979,1-34-877,0 0-1,-1 0 1,1-1-1,-1 1 1,0 0 0,0-1-1,-1 0 1,1 1-1,-1-1 1,0 0-1,0 0 1,-4 3 0,4-3 48,-1 1 0,1-1 0,-1 1-1,1 0 1,1 0 0,-1 0 0,-2 7 0,5-11-177,0 0 0,0 0-1,0-1 1,0 1 0,0 0-1,0 0 1,0 0-1,0 0 1,0 0 0,0 0-1,1 0 1,-1 0 0,0-1-1,1 1 1,-1 0 0,1 0-1,-1 0 1,1-1-1,-1 1 1,1 0 0,-1 0-1,1-1 1,0 1 0,-1-1-1,1 1 1,0 0-1,0-1 1,-1 1 0,1-1-1,0 0 1,0 1 0,0-1-1,0 0 1,0 1 0,-1-1-1,1 0 1,0 0-1,0 0 1,0 0 0,0 0-1,0 0 1,0 0 0,1 0-1,57-1 291,-41 0-265,58-9-1822,-50 4-503,-1-2 0,37-16 1,-15 4-5810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6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10277,'0'0'9367,"13"-1"-8991,141 0 411,-153 1-788,0 0 1,0 0-1,0 0 1,0 0-1,0 0 1,0 0 0,0 1-1,0-1 1,0 0-1,0 1 1,0-1-1,0 0 1,0 1-1,0-1 1,0 1-1,-1 0 1,1-1-1,0 1 1,0 0-1,0 0 1,-1-1-1,1 1 1,0 0 0,-1 0-1,1 0 1,-1 0-1,1 0 1,-1 0-1,1 0 1,-1 0-1,0 0 1,0 0-1,1 0 1,-1 0-1,0 0 1,0 0-1,0 0 1,0 0-1,0 0 1,0 0-1,0 0 1,-1 0 0,1 0-1,0 0 1,0 0-1,-1 0 1,1 0-1,-1 0 1,1 0-1,-2 2 1,0 1 17,0 1 0,0-1 0,-1 0 0,1 1 0,-1-1 0,0 0 0,0 0 0,-1-1 1,-5 5-1,-12 2 123,19-10-120,0 1 1,-1 0-1,1-1 1,0 1 0,0 0-1,0 0 1,0 0 0,0 0-1,0 0 1,0 0 0,0 1-1,1-1 1,-1 1 0,0-1-1,1 1 1,-1 0 0,1 0-1,-1-1 1,1 1 0,-2 4-1,6-5-47,1 1-1,-1-1 0,0 0 1,0 0-1,1 0 0,-1 0 1,0-1-1,1 1 1,6-1-1,6 3-221,-6-1 13,3 0-40,0 1 0,0 1-1,-1 0 1,12 6 0,-22-10 250,0 1 0,0-1 0,-1 1 0,1 0 0,-1 0 0,1 0 0,-1 0 0,1 0 0,-1 0 0,1 0 0,-1 1 0,0-1 0,0 0 0,0 1 0,0-1 0,0 1 0,0-1 0,0 1 0,0-1 0,0 1 1,-1 0-1,1-1 0,-1 1 0,1 0 0,-1 0 0,0 0 0,0-1 0,0 1 0,0 0 0,0 0 0,0 0 0,0-1 0,0 1 0,-1 0 0,1 0 0,-1-1 0,-1 4 0,1-3 67,-1 0 0,1 0 1,-1 0-1,0 0 0,0-1 1,0 1-1,0-1 0,0 1 1,0-1-1,0 0 0,-1 0 1,1 0-1,0 0 0,-1 0 1,1 0-1,-4 0 0,-48 9 1436,40-7-860,-38 3 1218,50-6-1736,25 0-4053,9 0-40,8 0-2942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7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8340,'0'0'14633,"-8"5"-13691,0 0-757,1 0 1,-1 1-1,1 0 1,1 0-1,-1 1 1,1 0-1,0 0 1,0 0-1,1 1 1,0 0-1,1 0 1,-1 0-1,2 1 1,-1-1-1,1 1 1,0 0-1,1 0 1,0 0-1,0 0 1,1 11-1,1-18-183,0 1 1,0-1-1,0 0 0,0 0 1,1 0-1,-1 0 0,1 0 0,0 0 1,0 0-1,0 0 0,0 0 1,0 0-1,0-1 0,0 1 0,0 0 1,1-1-1,-1 1 0,1 0 1,1 1-1,1 0-21,0-1-1,0 1 1,1-1 0,-1 0 0,1 0 0,-1-1-1,1 1 1,6 1 0,12 0-487,0-1 0,46 0-1,-50-3-80,12 3-628,48-3-2209,-43-10-1043,-33 10 3677,0 0-1,0-1 0,-1 0 0,1 0 1,0 0-1,-1 0 0,0 0 0,1 0 1,1-4-1,10-13-6396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7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1393,'0'0'16567,"-48"128"-14646,48-89-1233,0-1-528,0-2-160,14 0-1040,13-6-593,0-12-2993,7-14-2305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8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11557,'0'0'10293,"-23"8"-9485,-70 30-325,90-37-469,0 1-1,0 0 0,0 0 1,1 0-1,-1 0 1,0 1-1,1-1 0,0 1 1,-1-1-1,1 1 1,0 0-1,0 0 0,0 0 1,1 0-1,-1 0 1,1 1-1,0-1 0,0 0 1,0 1-1,0-1 1,0 1-1,1-1 0,0 1 1,-1-1-1,1 1 1,1-1-1,-1 1 0,0-1 1,1 0-1,0 1 0,1 3 1,-1 1-16,0-3-27,0-1 0,0 1 0,1-1 0,0 1 0,0-1 0,0 0 0,0 0 0,0 1 0,1-2 0,0 1 0,0 0 0,0 0 0,0-1 0,4 3 0,60 43-1602,-20-16-171,-46-32 1735,1 0 1,-1 0-1,0 0 1,0 0-1,0 0 1,0 0-1,0 0 1,0 1-1,0-1 0,0 0 1,-1 1-1,1-1 1,0 0-1,-1 1 1,1 2-1,-1-4 67,0 1 0,0-1 0,0 1 0,0 0 0,0-1-1,-1 1 1,1-1 0,0 1 0,0 0 0,-1-1 0,1 1-1,0-1 1,-1 1 0,1-1 0,-1 1 0,1-1 0,-1 0 0,1 1-1,-1-1 1,1 1 0,-1-1 0,1 0 0,-1 1 0,1-1-1,-2 0 1,-5 3 263,-1-1 0,1-1 0,-1 1 1,-14 0-1,5 0 101,-17 5 719,1 2 0,-40 16 1,25-9-765,46-15-610,3-13-9276,5-14 443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8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9877,'0'0'5282,"122"-2"-3121,-95 2-1233,6 0-800,1 0-128,0 0-576,-7 0-1073,7 0-2384,0 0-2851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8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0 10485,'0'0'4522,"-20"14"-1067,3-3-2666,-1 0-176,1 0 0,0 1 0,1 1 0,1 0 0,0 1 0,-17 21-1,24-22-506,1 0-1,1 0 0,0 1 0,1-1 0,0 1 0,1 0 0,1 1 0,0-1 0,1 1 0,0-1 0,2 1 0,1 29 0,-1-43-123,0 0 0,0 0 0,0 0 0,0 0 0,1 0 0,-1-1 0,0 1-1,1 0 1,-1 0 0,1 0 0,-1 0 0,1 0 0,-1-1 0,1 1-1,-1 0 1,1 0 0,0-1 0,-1 1 0,1-1 0,0 1 0,0 0 0,-1-1-1,1 1 1,0-1 0,0 0 0,0 1 0,0-1 0,0 0 0,0 1 0,0-1-1,-1 0 1,1 0 0,0 0 0,0 0 0,0 0 0,0 0 0,0 0 0,0 0-1,2-1 1,0 1-24,-1 0-1,1-1 1,0 1-1,0-1 1,0 0-1,0 0 1,-1 0-1,1 0 1,-1 0-1,1-1 1,0 1-1,2-3 0,1-3 13,0-1 0,-1 1 0,-1-1 0,1 0 0,-1 0 0,0 0 0,-1-1-1,0 1 1,0-1 0,-1 0 0,0 0 0,-1 0 0,0 0 0,0 0 0,-1 0-1,-1-13 1,1 21 53,-1 0 0,1 0 0,-1 0 0,1 0 0,-1 1 0,1-1 0,-1 0 0,0 0 0,1 1 0,-1-1 0,0 0-1,0 1 1,0-1 0,1 1 0,-1-1 0,0 1 0,0-1 0,0 1 0,0-1 0,0 1 0,0 0 0,0 0 0,0 0 0,0-1 0,0 1 0,0 0-1,0 0 1,0 0 0,-1 1 0,-42-2 90,32 2-73,11-1-105,0 0 0,0 0 0,1 1 0,-1-1 0,0 0 0,0 1 1,1-1-1,-1 1 0,0-1 0,1 1 0,-1-1 0,0 1 0,1-1 1,-1 1-1,1-1 0,-1 1 0,1 0 0,-1-1 0,1 1 0,-1 0 1,1 0-1,0-1 0,-1 1 0,1 0 0,0 0 0,0 0 0,0-1 1,-1 1-1,1 0 0,0 0 0,0 0 0,0-1 0,0 1 0,1 0 1,-1 0-1,0 0 0,0-1 0,0 1 0,1 0 0,-1 0 0,0 0 1,1-1-1,-1 1 0,0 0 0,1-1 0,-1 1 0,1 0 0,-1-1 1,1 1-1,0-1 0,-1 1 0,1-1 0,0 1 0,-1-1 0,1 1 1,0-1-1,0 1 0,5 2-1025,-1-1 1,0 1-1,1-1 0,0-1 0,-1 1 1,1-1-1,0 0 0,9 1 1,30-1-6195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9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 1377,'0'0'16471,"-5"-4"-12891,15 10-3448,-1-1 0,1 0 0,1-1 0,-1 0 0,0 0 0,1-1 0,0-1 0,0 0 0,0 0 0,15-1 0,24 6-108,-49-6-29,0-1 0,1 1-1,-1-1 1,0 1 0,1 0 0,-1-1 0,0 1 0,0 0 0,0 0-1,0 0 1,0 0 0,0 0 0,0 0 0,0 0 0,0 0 0,0 0-1,0 0 1,-1 1 0,1-1 0,0 0 0,-1 1 0,1-1 0,-1 0-1,0 1 1,1-1 0,-1 0 0,0 1 0,0-1 0,0 1 0,0-1-1,0 1 1,0-1 0,0 0 0,0 1 0,-1-1 0,1 1 0,-1-1-1,1 0 1,-2 3 0,-2 10 102,-1-1 0,0 1 0,-9 13 0,5-7 406,4-4-190,1-1 0,1 1-1,0 0 1,1 1 0,0 24-1,-2 19 160,-14 175 128,16-133-3126,2-126-13817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9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1473,'0'0'17288,"156"32"-17048,-109-27-240,-13 1-288,0-6-2130,-7 0-3904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5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5074,'0'0'6497,"-1"12"-5809,-15 231 1988,21-75-4082,-5-166 1099,0 0 1,0 0-1,0 0 1,0 0-1,1 0 0,-1 0 1,1 0-1,-1-1 1,1 1-1,0 0 1,0 0-1,0-1 0,0 1 1,0 0-1,0-1 1,0 1-1,0-1 1,0 1-1,1-1 0,-1 0 1,1 1-1,1 0 1,16 0-5996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5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2401,'0'0'7350,"19"-9"-6614,58-29-141,-68 34-499,-1 1 0,1-1 0,0 2 0,-1-1 0,1 1 0,0 1-1,0-1 1,1 2 0,-1-1 0,10 2 0,-1-1 149,-17 1-221,0-1 0,0 1 0,-1 0 0,1 0 0,0 0 0,0 0 0,-1 0 0,1 0 0,0 0 0,-1 0 0,1 0 0,-1 0 0,1 0 0,-1 1 0,0-1 0,1 0 0,-1 0 0,0 0 0,0 1 0,0-1 0,0 0 0,0 0 0,0 0 0,0 1 0,0-1 0,-1 1 0,-4 38 960,1-29-711,-1-1 0,-1 0-1,0 0 1,0-1-1,-1 0 1,-13 14 0,14-17-171,0 0 0,0 1 1,0 0-1,1 0 1,0 0-1,1 0 0,0 1 1,0 0-1,0 0 1,1 0-1,0 0 0,1 0 1,0 1-1,-2 14 1,4-22-104,1 0 0,-1 0 0,0 0 0,1 0 0,-1 0 0,1 0 0,0 0 0,-1 0 0,1 0 0,0-1 0,-1 1 0,1 0 0,0-1 0,0 1 0,0 0 0,0-1 0,-1 1 1,1-1-1,0 1 0,0-1 0,0 0 0,0 1 0,0-1 0,0 0 0,0 0 0,0 0 0,0 1 0,0-1 0,1 0 0,-1 0 0,1-1 0,45 0-194,-38 1 39,12-3-968,-1-1 1,0-1-1,0 0 0,0-2 1,19-8-1,-25 9 209,47-18-3815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6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4594,'0'0'6280,"17"-9"-5770,55-30 138,-67 37-536,-1 0 1,0 0-1,1 0 0,-1 0 0,1 1 0,-1 0 1,1 0-1,-1 0 0,1 0 0,0 1 1,0 0-1,-1 0 0,1 0 0,0 0 0,7 2 1,-12-1-84,1 0 0,0 0 0,0-1 0,-1 1 0,1 0 1,0 0-1,-1 0 0,1 0 0,-1 0 0,1 0 0,-1 0 0,1 0 1,-1 0-1,0 0 0,0 0 0,1 0 0,-1 0 0,0 1 1,0-1-1,0 0 0,0 0 0,0 0 0,-1 0 0,1 0 0,0 0 1,0 0-1,-1 1 0,-9 34 761,-66 54 1019,75-89-1818,0 0 0,1-1 1,-1 1-1,1 0 0,-1 0 1,1 0-1,-1 0 0,1 0 1,0 0-1,-1 0 0,1 0 1,0 0-1,0 0 0,0 0 1,0 0-1,0 0 0,0 0 1,0 0-1,0 0 0,0 0 1,0 0-1,1 0 0,-1 0 1,0 0-1,1 0 0,-1 0 1,1 0-1,-1 0 0,1-1 1,-1 1-1,1 0 0,0 0 1,-1 0-1,1-1 0,0 1 1,0 0-1,-1-1 0,1 1 1,0-1-1,0 1 0,0-1 1,0 1-1,0-1 0,0 1 1,0-1-1,0 0 0,1 1 1,8 1-235,0 0 0,0 0 1,0-1-1,10 0 0,-3 1-251,-6-1 280,0 1 0,0 0 0,0 1 0,-1 1 0,1-1 0,13 8 0,-22-9 225,1-1 0,-1 0 1,0 1-1,1 0 0,-1 0 0,0-1 1,0 1-1,0 0 0,-1 1 0,1-1 1,0 0-1,-1 0 0,1 1 0,-1-1 1,0 1-1,0-1 0,0 1 0,0 0 1,0-1-1,-1 1 0,1 0 0,-1 0 1,0-1-1,0 1 0,0 0 0,0 0 1,0-1-1,0 1 0,-2 5 0,1-5 116,0-1-1,-1 1 0,1-1 0,-1 1 0,1-1 0,-1 0 0,0 0 0,0 1 0,0-1 1,0-1-1,0 1 0,0 0 0,0 0 0,-1-1 0,-4 3 0,-49 22 1088,26-13-695,26-11-546,2-2-13,0 1-1,0 0 1,1 0 0,-1-1 0,0 1 0,1 0 0,-1 0 0,1 0 0,-1 1 0,1-1 0,-1 0 0,1 1-1,0-1 1,0 0 0,0 1 0,0 0 0,0-1 0,0 1 0,0-1 0,0 1 0,-1 3 0,5-4-3338,8-1-1912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1 960,'0'0'13447,"0"3"-12121,-1 4-916,0 0 1,0 0 0,-1 0 0,0-1-1,0 1 1,-1 0 0,0-1 0,0 0-1,-1 1 1,0-1 0,-6 8 0,6-8-298,-1 0 1,1 0 0,0 1 0,1 0 0,-1-1 0,1 1 0,1 1 0,-1-1 0,1 0 0,1 1 0,-2 11 0,3-16-110,-1-1 1,1 1-1,1-1 1,-1 1-1,0-1 0,0 1 1,1-1-1,0 1 1,-1-1-1,1 0 1,0 1-1,0-1 1,0 0-1,1 0 1,-1 0-1,0 0 0,4 3 1,-2-2-1,0-2-1,0 1 1,0 0 0,0-1-1,0 1 1,1-1 0,-1 0-1,1 0 1,-1 0 0,1 0-1,-1-1 1,5 0 0,37 5-244,0-3 0,0-2-1,47-5 1,-85 4 25,1-1 0,-1 1 0,0-1 0,0 0-1,12-5 1,1-10-2463,-19 15 2084,0 1 0,0-1-1,0 0 1,0 0-1,0 1 1,-1-1 0,1 0-1,-1 0 1,1 0-1,-1 0 1,0 1 0,0-4-1,0-6-3975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7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4210,'0'0'13686,"-67"86"-12405,60-56-385,7-1-528,0-4-368,0-3-32,20-4-832,7-2-1745,14-9-2594,0-7-2304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7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5 6227,'0'0'9167,"-6"-2"-8025,0 1-932,0 0 1,0 1-1,0 0 1,0 0-1,0 0 1,0 1-1,0 0 1,0 0-1,0 0 1,1 1-1,-1 0 1,1 0-1,-1 1 1,-5 2-1,7-3-123,1 0 0,-1 0 0,1 1 0,-1-1 0,1 1 0,0-1 0,0 1 0,0 0-1,0 0 1,0 1 0,1-1 0,-1 0 0,1 1 0,0 0 0,0-1 0,0 1 0,1 0 0,-1 0 0,1 0 0,0 0 0,0 0 0,0 8 0,1-9-96,0-1 1,1 0 0,-1 0 0,1 1 0,0-1 0,0 0 0,0 0-1,0 0 1,0 0 0,0 0 0,0 0 0,1 0 0,-1-1 0,1 1 0,-1 0-1,1-1 1,0 1 0,0-1 0,0 0 0,0 1 0,0-1 0,0 0-1,3 1 1,62 21-128,-40-14-125,-14-5 110,1 1-109,-1 0-1,1 0 1,-1 1-1,0 1 0,14 10 1,-24-15 241,0 0 0,0 1-1,-1 0 1,1 0 0,0 0 0,-1 0 0,0 0 0,0 0 0,0 0-1,0 1 1,0-1 0,-1 1 0,0 0 0,1-1 0,-1 1 0,0 0-1,-1 0 1,1-1 0,-1 1 0,0 0 0,0 0 0,0 0 0,0 0-1,-2 5 1,2-6 47,-1-1 0,0 1 1,0 0-1,-1-1 0,1 1 0,0-1 0,-1 0 0,0 1 0,1-1 0,-1 0 0,0 0 0,0 0 0,0 0 0,0 0 1,-1 0-1,1-1 0,0 1 0,-1-1 0,1 1 0,-6 1 0,-64 19 949,44-15-794,-51 12-246,45-16-2435,27-5-1101,6-12-2190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7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8612,'0'0'1441,"122"-27"608,-68 15-1425,0 3-624,-6 0-528,-1-2-2946,-13-5-3569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8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4882,'0'0'11992,"-15"16"-10292,5-4-1411,-14 14 751,0 2 0,-32 51 0,42-57-872,1 1 1,1 1-1,1 0 0,1 0 0,1 1 0,1 0 0,1 1 0,1 0 0,2 0 0,-3 45 0,7-69-207,-1-1 0,1 1-1,0-1 1,0 1 0,0-1-1,1 1 1,-1-1 0,0 1 0,0-1-1,1 1 1,-1-1 0,1 0-1,-1 1 1,1-1 0,0 0-1,0 1 1,-1-1 0,1 0 0,0 0-1,0 0 1,0 0 0,0 0-1,2 2 1,-1-2 5,1-1 0,-1 0 0,0 1 0,0-1-1,0 0 1,1 0 0,-1 0 0,0 0 0,0 0 0,0-1 0,1 1 0,-1-1-1,0 0 1,0 1 0,0-1 0,3-2 0,2 0-19,0-1 0,0 0 1,-1-1-1,1 0 0,-1 0 0,0 0 1,-1-1-1,1 0 0,-1 0 0,0 0 0,0-1 1,-1 0-1,0 1 0,0-1 0,-1-1 1,0 1-1,0-1 0,-1 1 0,0-1 1,0 0-1,0 0 0,-1 1 0,-1-1 1,1 0-1,-1 0 0,-1-12 0,0 18 107,0 0 0,0 0 1,1-1-1,-1 1 0,0 0 0,-1 0 0,1 0 0,0 0 0,-1 0 1,1 1-1,-1-1 0,1 0 0,-1 1 0,0-1 0,0 1 0,1-1 0,-1 1 1,0 0-1,0 0 0,-1 0 0,1 0 0,0 0 0,0 0 0,0 1 1,-1-1-1,1 1 0,-3-1 0,-8-1 70,-1 1 0,1 0 0,-21 2 0,17-1-124,16 0-29,0 0 0,0 1 0,0-1 0,0 0 0,1 1 0,-1-1 0,0 0 0,0 1 0,1-1 0,-1 1 0,0 0 0,0-1 0,1 1 0,-1-1 1,1 1-1,-1 0 0,1-1 0,-1 1 0,1 0 0,-1 0 0,1 0 0,0-1 0,-1 3 0,1-3-71,0 1 1,-1-1-1,1 0 1,0 1-1,0-1 1,0 1-1,0-1 1,0 0-1,0 1 1,0-1-1,0 1 1,0-1-1,1 0 1,-1 1-1,0-1 1,0 0-1,0 1 1,0-1-1,0 1 1,1-1-1,-1 0 1,0 1-1,0-1 1,1 0-1,-1 0 1,0 1-1,0-1 1,1 0-1,-1 1 0,0-1 1,1 0-1,-1 0 1,1 0-1,-1 1 1,25 3-4050,14-3-1760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8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4098,'0'0'8052,"8"0"-7201,247 0 3201,-254 0-3992,0 1 0,-1 0 1,1 0-1,0-1 0,0 1 0,-1 0 0,1 0 0,-1 0 0,1 0 1,0 0-1,-1 0 0,0 0 0,1 0 0,-1 0 0,0 0 0,1 0 1,-1 0-1,0 0 0,0 0 0,0 0 0,0 0 0,0 0 0,0 0 0,0 0 1,0 1-1,0-1 0,-1 0 0,1 0 0,-1 1 0,-6 38 1298,0-10-507,2 0 1,-2 56-1,6 12-2516,1-79 810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9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4530,'0'0'7187,"156"0"-6466,-115 0-673,0-2-48,-1-7-1137,-6-2-2817,0-5-3441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9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41 6355,'0'0'12040,"-20"1"-10949,-65 6-170,81-6-852,1-1 0,0 0 1,-1 1-1,1 0 0,0 0 1,0 0-1,-1 0 0,1 0 0,0 1 1,0-1-1,0 1 0,0 0 1,1 0-1,-4 2 0,5-2-64,-1 0-1,1-1 1,0 1 0,0 0-1,0-1 1,0 1-1,0 0 1,1 0-1,-1 0 1,1 0 0,-1 0-1,1 0 1,-1 0-1,1 0 1,0 0-1,0 0 1,1 3 0,0 4-115,1 0 1,1 0-1,0 0 1,0 0-1,1 0 1,0 0-1,6 8 1,-4-6 17,2 6-24,0 1 1,-1 0-1,-1 0 0,-1 1 0,0 0 0,-1 0 0,-2 0 0,0 0 0,-1 0 0,-2 32 0,1-49 116,0 1 0,-1 0 0,0 0 0,0-1 0,0 1 0,0-1 0,0 1 0,0-1 0,-1 1 0,1-1 1,-1 0-1,1 0 0,-1 0 0,0 0 0,0 0 0,0 0 0,-4 3 0,1-2 12,-1 0 0,0 1 0,0-2 0,0 1 0,0-1 1,0 0-1,-8 2 0,-10 0 87,0-1 0,-48-1 0,72-2-94,-1 0-1,0 0 0,0 0 1,0 0-1,0 0 1,0-1-1,1 1 1,-1 0-1,0 0 1,0-1-1,0 1 1,1-1-1,-1 1 1,0-1-1,0 1 1,1-1-1,-1 1 1,0-1-1,1 0 1,-1 1-1,1-1 1,-1 0-1,1 1 1,-1-1-1,1 0 1,0 0-1,-1-1 1,-2-31 51,4 28-49,-1 0 0,1 1-1,0-1 1,1 0-1,-1 0 1,1 1 0,0-1-1,0 1 1,0 0-1,1-1 1,5-5-1,11-5 103,1 2-1,0 1 0,2 0 1,-1 1-1,1 2 0,40-13 1,-23 9 347,39-21 0,-66 28-323,0-1 1,0 0 0,-1-1 0,0 0-1,-1-1 1,0 0 0,12-13-1,-18 15-19,1 0-1,-1-1 0,0 1 1,-1-1-1,1 0 0,-2 0 1,1 0-1,-1 0 0,0-1 0,-1 1 1,0-1-1,0 1 0,-1-1 1,0 1-1,0-1 0,-2-8 1,1 15-93,0 0 1,1 0 0,-1 0-1,0 0 1,0 0-1,0 1 1,0-1 0,-1 0-1,1 1 1,0-1 0,-1 0-1,1 1 1,-1 0 0,1-1-1,-1 1 1,0 0-1,1 0 1,-1 0 0,0 0-1,0 0 1,0 0 0,0 0-1,0 1 1,0-1 0,0 1-1,0-1 1,0 1-1,-3 0 1,-9-2 48,0 2-1,0 0 1,-16 1-1,21 0-73,5-1-23,0 1 0,0-1 0,0 1 0,0 0-1,0 0 1,0 1 0,0-1 0,0 1 0,1 0 0,-1 0-1,0 0 1,1 0 0,0 1 0,-1-1 0,1 1-1,0 0 1,1 0 0,-4 4 0,3-3-852,0 1 0,0 0 0,0 0 0,1 0 0,0 0 0,0 0 0,0 1 0,-1 5-1,2 3-7574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38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1217,'0'0'2889,"-3"23"-1963,-11 74-214,12-69-266,1 1-1,1 0 1,2-1 0,6 40-1,1 18 318,-6 290 2019,-5-192-3035,9-221-5515,-7 11 2545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39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20 864,'0'0'4112,"-27"69"258,10-32-3746,1 2 0,2 0 0,-12 58 1,18-74-527,8-22 129,0-18-181,2-13-223,2 1 0,0 0 0,2 0 0,2 0 0,0 1 0,22-48 0,-11 28-388,-14 38 615,-1 11 90,0 25 379,-3 59 1275,-1-67-1058,-1-14-616,2 0 0,-1 0 0,0-1 0,1 1 0,0 0 0,-1-1 1,2 1-1,-1 0 0,0-1 0,1 1 0,-1-1 0,1 0 0,0 1 0,0-1 0,0 0 0,3 2 0,3 3 183,0-2 0,1 1 0,-1-1 0,14 7 0,-19-11-260,15 9 893,1 0 1,-2 2-1,26 22 1,-43-34-976,1-1 0,0 1 0,-1 0 0,1 0 0,-1 0 0,1-1 0,-1 1 0,1 0 0,-1 0 0,0 0 1,1 0-1,-1 0 0,0 0 0,0 0 0,0 0 0,0 0 0,0 0 0,0 1 0,0 0-556,0 0-1,-1 0 1,1 0-1,-1-1 1,0 1 0,1 0-1,-1 0 1,0-1-1,0 1 1,0 0-1,0-1 1,0 1-1,-1-1 1,-1 3 0,-11 9-5654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0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2881,'0'0'7118,"0"0"-7047,1 0 1,-1 0-1,1 0 0,-1 0 0,1 0 0,-1 0 0,0 0 0,1 0 1,-1 1-1,1-1 0,-1 0 0,1 0 0,-1 0 0,0 1 0,1-1 1,-1 0-1,1 1 0,-1-1 0,0 0 0,1 1 0,-1-1 0,0 0 1,0 1-1,1-1 0,-1 1 0,0-1 0,0 0 0,0 1 0,1-1 1,-1 1-1,0-1 0,0 1 0,0-1 0,0 1 0,0 0 0,2 10 389,-1 0-1,0 1 1,-1-1-1,0 0 1,0 1-1,-2-1 0,1 0 1,-7 21-1,-2 29 846,-3 172 467,11-132-10526,6-101 4699,13 0-427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0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17 4178,'0'0'9943,"-5"9"-8908,4-9-1025,-24 53 1198,24-50-1171,0 0 0,0-1 0,0 1 0,0 0 0,0-1 0,1 1 0,-1 0 0,1 0 0,0 0 0,0 0 0,0 0 0,0-1-1,0 1 1,1 0 0,-1 0 0,1 0 0,0 0 0,0-1 0,0 1 0,0 0 0,0-1 0,3 5 0,-1-6-32,0 1 0,0-1 1,0 0-1,0 0 0,0 0 0,0 0 1,0 0-1,1-1 0,-1 1 0,0-1 1,0 0-1,1 0 0,-1 0 0,0-1 1,0 1-1,1-1 0,-1 0 0,0 0 1,0 0-1,0 0 0,0 0 0,0-1 1,0 1-1,-1-1 0,1 0 0,0 0 1,-1 0-1,1 0 0,3-4 0,-3 0-7,-1 1 0,0-1 0,0 0-1,0 0 1,-1-1 0,1 1 0,-1 0-1,-1 0 1,1-1 0,-1 1 0,-1-10-1,0 1 1,1 14 2,0 0 0,0 0 0,0-1 0,0 1 0,0 0 0,0 0 0,-1 0 0,1-1 0,-1 1 0,1 0 0,-1 0 0,1 0 0,-1 0 0,1 0 0,-1 0 0,0 0 0,0 0 0,0 0 0,1 0 0,-1 0 0,0 0 0,0 1 0,0-1 0,0 0 0,0 1 0,-1-1 0,1 1 0,0-1 1,0 1-1,-2-1 0,-40-2-57,34 3 17,9 0-3,-1 0 0,1 0 1,0 0-1,0 0 0,-1 0 1,1 0-1,0 0 0,-1 0 1,1 0-1,0 0 0,0 0 0,-1 0 1,1 0-1,0 0 0,0 1 1,-1-1-1,1 0 0,0 0 1,0 0-1,0 0 0,-1 0 0,1 1 1,0-1-1,0 0 0,0 0 1,-1 1-1,1-1 0,0 0 1,0 0-1,0 1 0,0-1 0,0 0 1,0 0-1,0 1 0,-1-1 1,1 0-1,0 0 0,0 1 1,0-1-1,0 0 0,0 0 0,0 1 1,0-1-1,0 0 0,0 1 1,1-1-1,-1 0 0,0 0 1,0 1-1,0-1 0,0 0 0,1 1-163,-1 0 0,0-1-1,1 1 1,-1 0-1,0-1 1,1 1-1,-1-1 1,1 1-1,-1-1 1,1 1 0,0-1-1,-1 1 1,1-1-1,-1 1 1,1-1-1,0 0 1,-1 1 0,1-1-1,0 0 1,0 0-1,-1 1 1,2-1-1,12 0-2925,6 0-421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1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0 152 2769,'0'0'10125,"1"0"-10020,-1 0 0,0 1 0,1-1 0,-1 0 1,0 0-1,1 0 0,-1 0 0,0 1 0,1-1 0,-1 0 1,0 0-1,1 1 0,-1-1 0,0 0 0,0 0 0,1 1 0,-1-1 1,0 0-1,0 1 0,0-1 0,1 0 0,-1 1 0,0-1 0,0 0 1,0 1-1,0-1 0,0 0 0,0 1 0,0-1 0,0 1 0,0-1 1,0 0-1,0 1 0,-1 20 846,1 22-311,0-42-643,1 0 0,-1 0 1,0 0-1,1 0 0,-1 0 0,1 0 1,-1 0-1,1 0 0,0 0 1,-1 0-1,1 0 0,0 0 1,-1 0-1,1 0 0,0-1 1,0 1-1,0 0 0,0-1 1,0 1-1,0-1 0,0 1 0,0-1 1,0 1-1,0-1 0,0 0 1,0 1-1,0-1 0,0 0 1,0 0-1,1 0 0,-1 0 1,1 0-1,3 1-88,0-1-1,1 0 1,-1 0-1,0 0 1,0 0 0,0-1-1,0 0 1,0 0 0,0 0-1,0-1 1,0 0-1,-1 0 1,1 0 0,0 0-1,-1-1 1,0 0 0,1 0-1,-1 0 1,0 0-1,-1-1 1,1 1 0,-1-1-1,5-6 1,6 22-48,-10-8 134,0 0 1,0 0 0,0 0 0,0-1 0,1 1 0,6 3 0,-6-5-24,0 0 0,0-1 0,0 0 0,0 0 0,1 0-1,-1 0 1,0-1 0,1 0 0,-1 0 0,0 0 0,1-1 0,-1 0 0,0 0 0,8-3 0,-9 2 19,0 0 0,0 0 0,0-1 1,0 0-1,0 0 0,-1 0 0,0 0 0,1-1 1,-1 1-1,0-1 0,-1 0 0,1 0 0,-1 0 0,1 0 1,-1 0-1,2-7 0,1-4 356,-1 1 1,-1-1 0,0 0-1,-1 0 1,0 0-1,-2-24 1,0 37-235,0 0 0,-1-1-1,0 1 1,1-1 0,-1 1 0,0 0-1,0 0 1,0-1 0,0 1 0,-1 0-1,1 0 1,-1 0 0,1 0 0,-1 1-1,1-1 1,-1 0 0,0 1 0,0-1-1,0 1 1,0-1 0,0 1 0,0 0-1,-1 0 1,1 0 0,0 0 0,-1 0-1,1 1 1,0-1 0,-1 1 0,1-1 0,-1 1-1,1 0 1,-4 0 0,6 1-317,0-1 0,0 1 0,0-1 0,0 1 0,0 0 0,0-1 0,0 1-1,0-1 1,0 1 0,0 0 0,0-1 0,0 1 0,0-1 0,0 1 0,0-1 0,0 1 0,1 0 0,-1-1 0,0 1 0,0-1 0,1 1 0,0 0 0,18 1-6351,13-2-3503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8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3762,'0'0'5368,"-3"20"-3597,-3 16-1039,2 1 0,1 0 0,2-1 0,5 57 0,7-35-259,-6-33-716,0 0 0,1 45 0,-6-85-12749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0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0 193 160,'0'0'4215,"28"-12"-2398,161-32 838,473-83-1724,-431 118-198,-230 46 2250,-15 449 1558,14-485-4424,-9 0-107,0 0-1,0-1 1,0 0 0,0 0-1,0-1 1,-1 0-1,-12-4 1,-23-1-113,-35 2 48,0 4 0,0 4 0,0 3 0,-78 17 0,60-7 63,37-8 72,1 3-1,0 2 0,-93 35 0,142-42-85,11-3-85,24-3-410,44-10-2193,11-16-4336,-44 11 1785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1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1065 2753,'0'0'4744,"19"-3"-4136,139-19 1054,-66 10-1471,-1-4 1,-1-4-1,-1-4 0,0-4 0,143-67 0,-216 87-149,-3 2 29,0 0 1,-1-1 0,21-16-1,-30 21 2,0-1-1,0 1 0,0-1 1,-1 0-1,1 0 0,-1 0 1,0-1-1,0 1 0,0 0 1,0-1-1,-1 1 0,0-1 1,1 0-1,-1 1 0,0-1 0,-1 0 1,1 0-1,0-7 0,-3-5 164,0 1-1,-1-1 0,0 0 0,-1 1 0,-1 0 0,-1 0 0,0 0 0,-14-25 0,-17-45-139,25 51-56,-9-32 111,-3 2 1,-2 0-1,-61-104 1,83 162-136,-1 0 0,0 0 1,0 0-1,0 0 0,-1 1 0,0 0 1,0 0-1,0 1 0,-1-1 0,1 1 1,-1 1-1,0-1 0,0 1 1,0 1-1,-1-1 0,1 1 0,-1 0 1,1 1-1,-1 0 0,0 0 0,-12 1 1,-11 2-16,1 1 0,0 1 1,0 2-1,-36 12 1,-12 2 9,18-7-4,-3 1 23,-71 6 0,79-10 54,44-7-39,-2 0 0,1-2 0,-18 2 0,28-48 1422,-16 34-968,21 10-832,12 2-577,1-1-1913,3 0-3334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2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4002,'0'0'1553,"-5"31"322,0 0-1273,-2 15 532,2 0 0,0 57 1,8-6 30,20 125 1,-23-208-870,0-1 0,0 0 0,-1 0-1,-1 0 1,0 0 0,-1 0 0,0 0 0,-1 0-1,0-1 1,-1 0 0,-7 12 0,3-2 193,0 0 1,-5 23 0,7-4 350,1 0 0,2 0 1,2 57-1,2-98-803,-6-13-407,-4-112-9195,-1 80 3880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62 1377,'0'0'3222,"0"-6"-2592,0-22 4375,0 33-2743,-1 0-1932,0 0-1,0 0 0,0 0 1,0-1-1,-1 1 0,0 0 1,0-1-1,0 1 0,-1-1 1,-3 5-1,-37 50 1540,19-28-787,-76 92 759,209-261-2276,-60 84 129,-34 35 274,2 1 1,0 1-1,37-28 1,-32 35 320,-16 25 673,-2 2-591,-2-9-175,0 1-1,1-1 1,0 0 0,1 0 0,-1 0 0,2-1-1,-1 1 1,1-1 0,0 0 0,0 0-1,1-1 1,0 0 0,0 0 0,1 0-1,0-1 1,0 1 0,0-2 0,10 6-1,4-1-127,-1-1-1,2-1 1,-1 0-1,1-2 1,43 5-1,-20-2-2279,-5 7-4652,-30-4-854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3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5715,'0'0'11234,"3"12"-9668,5 30 96,-2 2 0,-2-1-1,-4 86 1,-1-70-1516,-4-31-15,3-17-89,6-18-85,3-5-74,0 1 0,1 0 0,0 0 0,1 1-1,0 1 1,1-1 0,14-10 0,84-57-558,-86 63 689,32-16 0,-52 29 199,-1 2-101,1 0-1,0 0 1,0 0-1,-1 0 1,1 0 0,0 1-1,-1-1 1,0 1-1,1-1 1,-1 1 0,2 2-1,0 3 64,1 0 0,0 0-1,0 0 1,1 0 0,0-1-1,6 7 1,13 2-2949,10-10-7736,-20-5 2415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5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3330,'0'0'11522,"2"3"-10031,1 4-1205,0-1 0,0 1-1,-1-1 1,0 1 0,0 0-1,-1 0 1,1 0-1,-2 0 1,1 0 0,-1 0-1,0 0 1,-1 7-1,1-12-276,0 73 181,0-44-5107,7-31-3460,0-1 2216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5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1617,'0'0'14102,"0"-2"-14054,0 13 16,0 0-64,0 5-560,0 0-1521,0 0-1473,0 2-2400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6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285 783 8004,'0'0'8067,"-20"-5"-6042,-1 1-1553,0-1 297,0 1 0,-1 0 0,-42 1 1,64 3-766,-1 0 0,1 0 0,0 0 1,-1 0-1,1 0 0,0 0 1,-1 1-1,1-1 0,0 0 0,-1 0 1,1 0-1,0 1 0,-1-1 1,1 0-1,0 0 0,0 1 0,-1-1 1,1 0-1,0 1 0,0-1 1,0 0-1,-1 1 0,1-1 0,0 0 1,0 1-1,0-1 0,0 0 1,0 1-1,0-1 0,0 0 0,0 1 1,0-1-1,0 1 0,0-1 1,0 0-1,0 1 0,0-1 0,0 0 1,0 1-1,0-1 0,0 0 1,0 1-1,1-1 0,-1 0 0,0 1 1,0-1-1,1 1 0,6 15-20,1-5 14,-1 0-1,0 1 1,-1 0-1,0 1 1,-1-1-1,-1 1 1,0 0-1,0 0 1,-2 0-1,1 0 1,-2 1-1,1 19 1,-2-20-1,0-1 1,0 1-1,-1-1 0,-1 1 1,0-1-1,-1 0 0,-1 0 1,-6 17-1,8-25 0,-1 0 0,1 0 0,-1 0 0,0 0 1,-1 0-1,1-1 0,0 1 0,-1-1 0,0 0 0,0 0 0,0 0 0,0-1 1,0 1-1,-1-1 0,1 0 0,-1 0 0,0-1 0,1 0 0,-1 1 0,0-1 0,0-1 1,0 1-1,0-1 0,-6 0 0,10 1-16,-1-1 0,0 0 0,0 0 0,0 0 0,0 0 0,0 0 0,0 0 0,0 0 0,1-1 0,-1 1 0,0 0 0,0-1 0,0 0 0,0 1 0,1-1 0,-1 0 0,0 0 0,1 0 0,-1 0 0,1 0 0,-3-3 0,2 0-33,1 1-1,0-1 1,0 0-1,0 0 1,0 0-1,1 0 1,-1 0-1,1 1 1,0-1-1,1-5 1,-1 2-17,1 0 0,0 0 0,0 0 0,1 1 0,-1-1 1,2 0-1,-1 1 0,1-1 0,0 1 0,0 0 0,0 0 0,1 0 0,0 1 1,6-7-1,7-7-347,2 1 0,30-25 0,-25 24 74,130-106-2203,148-134-1186,-259 217 3384,-3-2 1,-1-2-1,-3-1 1,52-87-1,-77 115 387,-4 9 103,0-1-1,-1 0 1,-1-1 0,0 1-1,0-1 1,-1 0-1,-1 0 1,0 0 0,0-1-1,0-14 1,-3 26-35,0-1 1,0 1-1,0-1 1,0 1-1,-1-1 1,1 1-1,0-1 0,-1 1 1,0-1-1,1 1 1,-1 0-1,0-1 0,1 1 1,-1 0-1,0-1 1,0 1-1,0 0 1,0 0-1,0 0 0,-1 0 1,1 0-1,0 0 1,0 0-1,-1 1 1,1-1-1,0 0 0,-1 1 1,1-1-1,-1 1 1,1-1-1,-3 1 1,-5-2 171,0 1 0,0 0 0,0 1 1,-12 0-1,6 0 195,6 1-336,0 0 0,0 0-1,0 1 1,0 0 0,1 1-1,-1 0 1,1 0 0,0 1-1,0 0 1,0 0 0,0 1-1,1 0 1,0 0 0,0 1-1,0-1 1,1 2 0,0-1-1,0 1 1,0 0 0,1 0-1,0 1 1,0-1 0,-4 11-1,-2 5-3,0 0-1,2 1 0,0 0 0,2 1 1,1 0-1,1 0 0,-2 26 0,0 29-29,3-1 0,9 111 0,14-119-46,-19-71-14,14-2 75,18-35-151,-30 33 36,0 0-1,1 0 1,0 0 0,0 0-1,0 0 1,0 1 0,0-1-1,1 1 1,0 0 0,0 0-1,-1 0 1,2 1 0,-1-1-1,0 1 1,0 0 0,1 0-1,-1 1 1,1-1 0,0 1-1,5-1 1,-8 3 120,0 0 1,0-1-1,-1 1 0,1 1 0,0-1 0,-1 0 1,1 0-1,-1 1 0,1-1 0,-1 1 0,0-1 1,1 1-1,-1-1 0,0 1 0,0 0 0,0 0 1,1 2-1,0 1-112,0-1 0,0 0 0,0 1 0,-1-1 0,1 1 0,-1-1 0,1 7 1,-4 28-721,1 20-2620,5-24-3090,1-25-138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7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1217,'0'0'6515,"8"7"-5462,24 25 47,-30-28-665,1 0 0,-1 1 0,0-1 1,0 1-1,0-1 0,-1 1 1,1 0-1,-1 0 0,-1 0 1,1-1-1,0 1 0,-1 0 1,0 0-1,0 0 0,-1 0 1,-1 8-1,0 10 64,-10 177 1361,-3-67-6942,9-85 228,-1 8-3477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2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56 464,'0'0'9471,"6"-9"-8273,23-27-69,-14 26 1100,-7 18-745,-5 20-304,-3-27-1167,10 208 3780,0 4-5913,-24-273-9029,8 21 5922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3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0 360 848,'0'0'6753,"22"-6"-5385,6-2-1030,3 0 79,0 0-1,37-3 1,218-23 1276,122-18-1468,401-138-1127,-760 176 988,-30 7 391,0 1 0,1 2 0,-1 0 0,39-3 0,-55 28 2492,-5 1-2333,-1-1-1,0 0 1,-2 0-1,-7 21 1,-10 50 791,18-53-1180,1 2-1,3-1 1,0 0 0,3 0 0,1 0 0,3-1-1,0 1 1,3-1 0,20 52 0,-27-82-239,-1 1 0,1 0 0,-1-1 0,-1 1 0,0 0 0,0 17 0,-1-26-7,-1-1 0,1 1 0,-1 0 0,1-1-1,-1 1 1,1-1 0,-1 1 0,0-1 0,1 1 0,-1-1 0,0 1 0,1-1 0,-1 1 0,0-1 0,0 0 0,1 1 0,-1-1 0,0 0 0,0 0 0,0 0 0,1 0 0,-1 0 0,0 0 0,0 0 0,0 0 0,-1 0-1,-32 1-1,25-2-5,-273-20-1170,42 0 245,-280 16-21,364 12 926,-205 34 1,360-41 24,-21 3 4,1 1-1,-1 1 0,1 0 0,1 2 1,-30 13-1,45-13-3047,17-5 1029,21-6-2285,-9-9-271,-2-8-1469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4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1339 1378 1953,'0'0'5293,"-14"4"-4749,-310 83 3171,-198 4-3052,428-83-568,-171-10 0,259 2-64,0 0 1,0-1-1,0 0 0,0 0 1,1-1-1,-1 0 1,0 0-1,1 0 1,-11-6-1,14 6-7,-1 0 1,0-1-1,0 1 0,1-1 1,-1 1-1,1-1 0,0 0 1,0 0-1,0 0 0,0 0 1,1-1-1,-1 1 0,1 0 1,0-1-1,0 1 0,0-1 1,-1-5-1,-7-61 5,4-1-1,2-1 1,9-81 0,37-147-185,0 1-40,-43 297 196,0-17-2,1 0 0,1 0 0,0 0 0,2 0 0,0 1 0,1-1 1,1 1-1,0 0 0,12-21 0,-13 33 0,0-1 0,0 1 0,1 0 0,0 1 0,0 0 0,0-1 1,1 2-1,-1-1 0,1 1 0,0 0 0,1 0 0,-1 1 0,14-4 0,48-1 593,101 1 1,-109 6-113,1-2 0,84-14 0,-106 10-77,1 3 0,47 0 0,26-2 206,-95 1-330,0 0-1,32-16 1,-49 21-251,-1-1 1,1 0 0,-1 0 0,1 0-1,-1 0 1,0-1 0,0 1 0,1 0 0,-1 0-1,0-1 1,0 1 0,0-1 0,0 1-1,-1-1 1,1 1 0,0-1 0,-1 1 0,1-1-1,-1 0 1,1 1 0,-1-1 0,0 0-1,0 0 1,1 1 0,-1-1 0,-1 0-1,1 1 1,0-1 0,0 0 0,-1 0 0,1 1-1,0-1 1,-1 1 0,0-1 0,1 0-1,-1 1 1,0-1 0,-1-1 0,0-28 589,2 29-587,1 0 1,-1 0-1,0 0 1,0-1-1,0 1 1,0 0 0,0 0-1,-1 0 1,1 0-1,-1 0 1,1-1-1,-1 1 1,0 0-1,-1-2 1,-1-5 6,3 8-37,0 1 0,0-1 1,0 0-1,-1 0 0,1 0 1,0 0-1,0 0 0,-1 0 0,1 0 1,-1 0-1,1 1 0,-1-1 1,1 0-1,-1 0 0,1 0 1,-1 1-1,0-1 0,1 0 0,-1 1 1,0-1-1,0 1 0,1-1 1,-1 1-1,0-1 0,0 1 0,0-1 1,0 1-1,-1-1 0,1 1-146,-14 5-8061,3-1-1512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1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60 544,'0'0'4794,"14"-33"4880,-16 32-9660,1 0-1,0 0 1,-1 1-1,1-1 1,0 1-1,-1-1 0,1 1 1,-1-1-1,1 1 1,-1 0-1,1 0 1,-1 0-1,1-1 1,-1 2-1,1-1 1,-4 0-1,-27 2-28,24-1 91,1 1 1,0 1 0,0-1 0,0 1 0,0 0 0,1 1-1,-1 0 1,1 0 0,0 0 0,0 1 0,0 0-1,1 0 1,0 0 0,0 1 0,0-1 0,0 1 0,1 0-1,0 1 1,0-1 0,1 1 0,0 0 0,0 0-1,1 0 1,-1 0 0,2 0 0,-1 1 0,1-1 0,-1 11-1,2-11 3,0 1 0,0-1 0,1 1-1,0-1 1,1 1 0,-1-1 0,1 0 0,1 0-1,3 9 1,-3-12-36,0 1 1,0-1-1,0 0 0,0-1 1,1 1-1,-1 0 0,1-1 1,0 0-1,0 0 0,0 0 0,1 0 1,-1-1-1,0 0 0,1 0 1,6 2-1,8 2 2,1-1 0,0-1 0,0 0 0,1-2 0,-1 0 0,22-2 0,-38 0-38,0-2-1,0 1 1,0 0 0,0-1 0,0 0 0,0 0-1,-1 0 1,1 0 0,-1 0 0,1-1 0,-1 0-1,0 0 1,0 0 0,0 0 0,-1 0 0,5-6-1,2-3-4,0-1-1,-1 0 0,9-19 0,-10 14 9,-2 0 1,0-1-1,-1 1 0,-1-1 1,0 0-1,-2 0 0,-1-32 1,0 49 19,0 0 0,0 0 1,-1 0-1,1 0 0,-1 0 1,0 0-1,1 0 0,-1 0 1,0 0-1,0 0 0,0 1 0,0-1 1,-1 0-1,1 1 0,0-1 1,-1 1-1,1-1 0,-1 1 1,1 0-1,-1 0 0,0-1 1,1 1-1,-1 0 0,0 0 1,0 1-1,0-1 0,0 0 1,0 1-1,0-1 0,0 1 1,0 0-1,0-1 0,-2 1 1,-12-1 107,1 0 0,-1 1 0,-22 2 0,16-1-153,18-1 6,-47 5 51,49-5-58,-1 0 0,1 1 0,0-1 0,-1 1 0,1 0 0,0 0 0,0 0 1,0 0-1,-1 0 0,1 0 0,0 1 0,1-1 0,-1 0 0,0 1 0,0 0 1,1-1-1,-1 1 0,-1 2 0,3-3-115,-1-1 1,1 1-1,0 0 1,-1-1-1,1 1 1,0-1-1,0 1 1,0-1-1,-1 1 1,1 0-1,0-1 1,0 1-1,0-1 1,0 1-1,0 0 1,0-1-1,0 1 1,0-1-1,1 1 1,-1 0-1,0-1 1,0 1-1,0-1 1,1 1 0,-1-1-1,0 1 1,1 0-1,-1-1 1,0 0-1,1 1 1,-1-1-1,1 1 1,-1-1-1,0 1 1,1-1-1,-1 0 1,1 1-1,0-1 1,-1 0-1,1 1 1,-1-1-1,1 0 1,0 0-1,30 5-6073,-28-4 5493,35-1-6727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7235,'0'0'11331,"1"0"-11248,-1 1 0,1-1 0,-1 0 0,1 1 0,-1-1 0,1 0 0,-1 1 0,1-1 0,-1 1 0,1-1 0,-1 1 0,0-1 0,1 1 0,-1-1 0,0 1 0,0 0 0,1-1 0,-1 1 0,0-1 0,0 1 0,0 0 0,0-1 0,0 1 0,0-1 0,0 2 0,5 35 598,-2-1 0,-1 53-1,-3-62-2953,-10 51-1,11-77 2035,-3 12-1536,-1-6-2753,-1-4-810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6883,'0'0'12310,"6"0"-11766,15 4-432,-8-2-112,8 3-16,6-5-576,7 0-1249,-1 0-688,8 0-1809,0 0-2065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4818,'0'0'12971,"6"-1"-12352,-5 1-609,6-1 76,-1 0 1,1 0-1,-1 1 0,1 0 0,-1 0 0,1 0 0,10 3 0,-15-2-72,0 0 0,0 0 0,0 0 0,0 0 1,0 0-1,0 1 0,-1-1 0,1 1 0,-1-1 0,1 1 0,-1-1 0,1 1 0,-1 0 0,0 0 0,0 0 0,0 0 0,0 0 0,0 0 0,0 0 0,0 0 0,-1 0 0,1 0 1,-1 0-1,0 0 0,1 0 0,-1 1 0,0-1 0,0 0 0,-1 4 0,1 12-10,1-7 12,-1 0 0,0 1 0,-1-1-1,0 0 1,-1 0 0,0 0 0,-8 21 0,9-28-41,-15 29 267,2 2 0,1 0 0,-8 39 1,18-56-1009,0 0 1,1 28-1,2-44-430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5442,'0'0'9941,"121"0"-9221,-73 0-544,6-5-176,7 1-224,-7-3-704,0-2-1585,-13 2-1809,-7 3-1345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3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0 540 2673,'0'0'9319,"23"-4"-7857,356-64 2308,20 6-2550,1200-217-997,-1594 278-208,85-18 466,-1-3-1,95-39 1,-179 59-211,-3 2-163,-1-1 0,0 1 0,0 0 0,0-1 0,1 1 0,-1 0 0,0-1 0,0 0 0,0 1 0,0-1 0,0 0 0,0 1 0,0-1 0,0 0 0,0 0 0,0 0 0,-1 0 0,1 0 0,0 0 0,-1 0 0,1 0 0,0 0 0,-1 0 0,1 0 0,-1-2 0,-33 3 16,24 0-1153,0 2 0,0-1 0,0 1 0,1 1 1,-1-1-1,1 2 0,-15 6 0,-23 9-6408,6-8 632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3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1121,'0'0'12763,"21"-3"-10818,16-4-1778,41-8 1551,129-7 1,-206 22-1706,1 1 0,-1-1-1,1 1 1,-1 0 0,0-1 0,1 1 0,-1 0 0,0 0-1,0 0 1,0 0 0,0 0 0,0 0 0,0 0-1,0 0 1,0 1 0,0-1 0,0 0 0,0 0 0,-1 1-1,1-1 1,-1 0 0,1 1 0,-1-1 0,1 1 0,-1-1-1,0 1 1,0-1 0,0 1 0,0-1 0,0 1-1,0 2 1,0 3 103,0-1-1,0 1 0,0 0 0,-1 0 0,0-1 0,-3 10 0,0-7 49,-1 0-1,0 0 0,-1-1 1,0 0-1,0 0 0,-1 0 1,0-1-1,-10 9 0,9-10 47,1 1-1,0 0 1,1 0-1,-1 1 1,1-1-1,1 1 0,-1 1 1,2-1-1,-8 16 1,12-23-199,0-1 1,0 1-1,0 0 1,0 0-1,0 0 1,0-1-1,0 1 1,0 0 0,0 0-1,0-1 1,0 1-1,1 0 1,-1 0-1,0-1 1,0 1-1,1 0 1,-1-1-1,0 1 1,1 0-1,-1-1 1,1 1-1,-1 0 1,1-1 0,-1 1-1,1-1 1,0 1-1,-1-1 1,1 1-1,0-1 1,-1 0-1,1 1 1,0-1-1,-1 0 1,1 1-1,0-1 1,0 0-1,-1 0 1,1 0-1,0 0 1,0 0 0,0 0-1,-1 0 1,3 0-1,46 0 445,-31-1-213,25-3 40,-1-2 0,0-1 0,0-3 0,-1-1 0,41-17 0,-64 22-421,20-8-2452,-15 3-2124,-9 0-2188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4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6515,'0'0'11861,"14"0"-10460,214-28 1635,-211 28-3118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4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1953,'0'0'14903,"129"23"-13239,-88-23-639,-1 0-545,-6-7-384,-7-2-96,0 4-640,-20 1-1329,0-1-2273,-7 1-3441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9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75 1153,'0'0'11293,"-6"-17"-8652,5 17-2627,1-1 0,0 1 1,0-1-1,0 0 0,0 1 0,0-1 1,0 1-1,0-1 0,0 0 0,0 1 1,0-1-1,1 1 0,-1-1 0,0 1 1,0-1-1,1 0 0,-1 1 0,0-1 1,0 1-1,1-1 0,-1 1 0,1-1 1,-1 1-1,0 0 0,1-1 0,-1 1 1,1-1-1,-1 1 0,1 0 0,-1-1 1,1 1-1,-1 0 0,1 0 0,-1-1 1,1 1-1,0 0 0,-1 0 0,1 0 1,-1 0-1,2 0 0,8-1 510,-1-1-1,0 1 1,0-1-1,17-7 1,27-6-527,-7 10 31,62-1 0,-107 6-26,1 1 0,-1-1 0,0 1 0,1 0 0,-1-1 0,0 1 0,0 0 0,1 0 0,-1-1 0,0 1 0,0 0 0,0 0 0,0 0 0,0 1 0,0-1 0,-1 0-1,1 0 1,0 0 0,0 1 0,-1-1 0,1 0 0,-1 1 0,1-1 0,-1 0 0,0 1 0,1-1 0,-1 1 0,0-1 0,0 0 0,0 1 0,0-1 0,0 1 0,-1 1 0,1 1 35,0 0 0,0 1 0,0-1 1,-1 0-1,1 0 0,-1 1 0,0-1 0,-1 0 0,1 0 0,-1 0 0,-2 4 0,-4 1 112,-1 1-1,0-1 1,0-1 0,-1 0-1,-1 0 1,-18 10 0,-72 34 304,88-46-432,-4 5-169,17-11 143,0 1 0,0-1 0,0 0 0,0 0 0,0 0 1,0 1-1,0-1 0,0 0 0,0 0 0,0 1 0,0-1 0,0 0 0,0 0 1,0 0-1,0 1 0,0-1 0,0 0 0,0 0 0,0 1 0,0-1 1,0 0-1,1 0 0,-1 0 0,0 1 0,0-1 0,0 0 0,0 0 0,0 0 1,1 0-1,-1 0 0,0 1 0,0-1 0,0 0 0,1 0 0,-1 0 0,0 0 1,0 0-1,0 0 0,1 0 0,-1 0 0,41 9-401,-7-3 235,-27-4 129,66 26-287,-68-26 318,0 1-1,0-1 1,0 1-1,-1 0 1,1 0-1,-1 1 1,0-1-1,0 1 0,0 0 1,0 0-1,-1 0 1,4 5-1,-7-7 51,1 0-1,-1-1 0,1 1 0,-1 0 0,0 0 0,1 0 1,-1 0-1,0 0 0,0 0 0,0-1 0,-1 1 0,1 0 1,0 0-1,-1 0 0,1 0 0,-1 0 0,0-1 1,1 1-1,-1 0 0,0-1 0,0 1 0,0 0 0,0-1 1,-1 1-1,1-1 0,0 0 0,-1 1 0,1-1 0,0 0 1,-1 0-1,0 0 0,1 0 0,-1 0 0,0 0 1,1 0-1,-4 0 0,-9 6 367,0-1 0,0-1 1,-21 5-1,28-8-243,-20 4 555,-1 0 0,1-1-1,-1-2 1,-40 0 135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24 848,'0'0'4795,"0"-4"-3923,0-11 78,2 10 7922,4 9-8041,-2 19-403,-1 0 1,0 1-1,-2-1 1,-1 1-1,-3 24 1,1 15 175,-11 469 1530,5-328-795,-11-232-2939,7-52-5687,10 25-1124,2 21 2357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5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92 1281,'0'0'5461,"1"-4"-4997,7-26 662,-3 7 6461,-13 26-6141,0 5-1175,0 1-1,0 1 0,1-1 0,1 1 0,-8 15 1,-2 0 148,3-1 80,1-1 1,-12 35-1,16-37-298,0-1 0,-1 0 0,-24 36 1,40-67-223,47-73-255,28-24-416,17-19 376,-94 113 290,-5 14 39,0 0 0,0-1 0,0 1 0,0 0-1,0-1 1,0 1 0,0-1 0,0 1 0,0 0 0,0-1 0,0 1 0,0-1 0,0 1 0,0 0 0,0-1-1,0 1 1,1-1 0,-1 1 0,0 0 0,0-1 0,0 1 0,1 0 0,-1-1 0,0 1 0,0 0-1,1 0 1,-1-1 0,0 1 0,1 0 0,-1 0 0,0-1 0,1 1 0,-1 0 0,0 0 0,1 0 0,-1 0-1,0-1 1,1 1 0,-1 0 0,1 0 0,-1 0 0,0 0 0,1 0 0,-1 0 0,1 0 0,-1 0-1,0 0 1,1 0 0,-1 0 0,1 0 0,-1 1 0,0-1 0,1 0 0,-1 0 0,0 0 0,1 0 0,-1 1-1,0-1 1,1 0 0,-1 0 0,0 1 0,1-1 0,-1 0 0,0 1 0,0-1 0,1 0 0,-1 1 0,0-1-1,29 35 1326,16 14-8,31 2 4,-59-41-752,0 0-1,-1 1 1,27 25 0,-43-36-695,11 12 1059,-9-5-3135,-1-5 1382,-2 0 0,1 1-1,0-1 1,0 0 0,-1 1-1,1-1 1,-1 0 0,0 1-1,0-1 1,0 0-1,0 0 1,0 0 0,0 0-1,0 0 1,-1 0 0,1 0-1,-1 0 1,1 0 0,-1 0-1,-3 2 1,-20 13-8480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7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84 320,'0'0'6542,"6"-7"-4899,18-21 347,-24 27-1791,1 0 0,-1 0 0,1 0 0,-1 0-1,1 1 1,0-1 0,-1 0 0,1 1-1,0-1 1,0 0 0,-1 1 0,1-1-1,0 1 1,0-1 0,0 1 0,0-1-1,0 1 1,0 0 0,-1-1 0,1 1-1,0 0 1,0 0 0,0 0 0,0 0-1,0 0 1,0 0 0,0 0 0,0 0-1,0 0 1,0 0 0,0 0 0,0 1-1,0-1 1,0 0 0,0 1 0,0-1 0,0 1-1,0-1 1,-1 1 0,1-1 0,0 1-1,0 0 1,-1-1 0,1 1 0,0 0-1,-1 0 1,2 0 0,1 5 219,-1-1 0,1 1 0,-1-1-1,0 1 1,3 10 0,-4-10-33,3 5 58,-1 1 0,-1-1-1,0 1 1,1 20 0,-3-31-400,0-10-577,1 2 435,0 0 0,1 0 0,-1 0-1,2 0 1,-1 0 0,1 1 0,0-1-1,0 1 1,0 0 0,1 0 0,0 0-1,7-8 1,-8 10 59,1 0-1,-1-1 1,1 2-1,0-1 1,0 0-1,1 1 0,-1 0 1,1 0-1,-1 0 1,1 0-1,0 1 1,0 0-1,0 0 1,0 0-1,0 0 1,1 1-1,5-1 1,-11 3 62,1-1 1,0 0 0,0 1-1,-1-1 1,1 1 0,0-1-1,-1 1 1,1-1 0,0 1-1,-1 0 1,1-1 0,-1 1-1,1 0 1,-1 0 0,1-1-1,-1 1 1,0 0 0,1 0-1,-1 0 1,0-1-1,0 1 1,1 0 0,-1 0-1,0 0 1,0 0 0,0 0-1,2 23 413,5 23 586,-7-47-999,3-1-65,0 0 1,0-1 0,0 1-1,-1-1 1,1 0 0,0 0-1,-1 0 1,1 0-1,-1-1 1,0 1 0,0-1-1,0 1 1,0-1 0,0 0-1,-1 0 1,2-3 0,11-14-281,-10 16 256,1-2 14,1 0 0,-1 1 0,1-1 0,0 1 0,0 1 0,0-1 0,9-4 0,-14 9 229,12 10 755,-13-7-1109,2 2 341,-1 0 0,1 0 0,0 0 0,0 0 0,0-1 0,0 1 0,5 6 0,11 1-2841,12-8-7981,-16-4 1169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7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7603,'0'0'15880,"-27"20"-15880,27-18-128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7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7475,'0'0'8452,"14"11"-10709,-7 5-2209,6-3-2161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7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157 278 10773,'0'0'10247,"-13"2"-9390,3-1-627,-1 2 1,0-1 0,1 2-1,-1-1 1,1 1 0,-15 9-1,21-11-164,0 0-1,1 1 1,-1-1-1,1 1 0,-1 0 1,1 0-1,0 0 1,0 1-1,0-1 0,1 1 1,-1-1-1,1 1 1,0 0-1,0 0 0,0 0 1,0 0-1,1 1 0,0-1 1,0 0-1,0 1 1,0-1-1,0 8 0,1-1-6,3 17-214,-2-28 137,-1 1 1,1 0-1,0 0 1,-1-1-1,1 1 1,0 0-1,0-1 1,0 1-1,0-1 1,0 1-1,0-1 1,0 1 0,0-1-1,0 1 1,0-1-1,0 0 1,0 0-1,0 0 1,0 0-1,0 1 1,0-1-1,0-1 1,0 1-1,1 0 1,3 0-60,0-1-1,0 1 1,-1-1 0,1 0 0,0 0-1,-1-1 1,1 0 0,-1 1-1,0-1 1,1-1 0,-1 1 0,7-6-1,-2 1-127,-1-1 0,1 0 0,-2 0 0,0-1 0,8-11-1,5-11-547,-2-2-1,19-45 1,-36 76 721,10-24-114,-1-1-1,-1 0 0,9-44 0,-12 3 2314,-15 81-220,-16 24-948,2 2 0,-21 47-1,36-67-683,1 0 0,0 0 0,2 1 0,0 0 0,2 0-1,0 0 1,0 28 0,2-28-519,2 36 11,8-32-2458,-8-23 2207,0 1-1,0-1 1,0 0-1,0 0 1,0 0-1,0 0 1,0 0-1,1 0 1,-1 0-1,0 0 1,1-1-1,-1 1 1,3 1-1,15-1-8967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8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54 848,'0'0'5189,"5"-5"-3897,-2 1-855,12-18 944,-11-1 6811,-4 31-6800,2 64 90,2-1-1,4 1 0,18 79 1,-21-130-1499,-1 1 0,2 41 0,-6-56-1526,1-10-2743,-3-18-941,-19-45-3574,9 26 4116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29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32 213 176,'0'0'4744,"19"-12"-3144,-1-1-1144,-4 3-120,1 1 1,-1 0-1,1 1 0,1 1 0,0 0 0,27-8 1,60-14 887,257-58 2890,-347 84-3711,0 1 1,0 1-1,0 0 0,0 1 1,18 2-1,-30-1-327,0-1 0,0 1 0,0-1 0,0 1-1,0 0 1,0 0 0,0 0 0,-1 0 0,1 0 0,0-1 0,0 1 0,-1 0 0,1 1 0,-1-1 0,1 0 0,-1 0 0,1 0 0,-1 0-1,0 0 1,1 0 0,-1 1 0,0-1 0,0 0 0,0 0 0,0 0 0,0 2 0,1 4 307,13 121 3427,-12-93-3210,1-1-1,2 0 1,10 38-1,47 102 447,-51-149-990,1-1-1,2 0 1,0 0-1,30 36 0,-31-41-58,-15-8-53,-1-10 39,0 0-1,0-1 1,0 1 0,0 0-1,0-1 1,0 0-1,0 1 1,0-1-1,-4-1 1,-13 2-40,-117 12-411,-216 49 1,-71 9 812,408-71-313,46-1-1272,-1-1 0,1-1 0,44-12-1,-48 9-2327,-1-2 0,29-14-1,-13 0-5448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0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1438 4434,'0'0'4794,"-8"4"-2699,16-2-1676,0 0 0,0 0 0,0-1 0,1 0 0,-1-1 0,0 0 0,17-2 0,-4 1-90,13 0-196,1-2 0,-1-2 0,0-1 0,49-15 0,128-55-82,-196 70-36,261-125 36,-71 30 461,-163 84-330,-25 11 221,-1 0 0,0-2-1,0 1 1,24-18 0,-39 24-321,-1 1 1,1 0 0,-1-1-1,0 1 1,1 0-1,-1-1 1,0 1 0,1 0-1,-1-1 1,0 1-1,1-1 1,-1 1 0,0-1-1,0 1 1,0-1-1,1 1 1,-1-1 0,0 1-1,0-1 1,0 1-1,0-1 1,0 1-1,0-1 1,0 1 0,0-1-1,0 1 1,0-1-1,0 1 1,0-1 0,0 1-1,-1-1 1,1 1-1,0-1 1,0 1 0,-1 0-1,1-1 1,0 1-1,0-1 1,-1 1 0,1-1-1,0 1 1,-1 0-1,1-1 1,-1 1 0,0-1-1,-22-12 14,17 10 72,3 0-136,-1-1-1,1 1 1,0-1-1,0 1 1,0-1-1,1 0 1,-1 0-1,1 0 1,0-1-1,0 1 1,1 0-1,-3-10 1,-8-59 18,9 49-48,-23-241-422,-2-16-441,25 263 872,-2 0 0,0 1 1,-1 0-1,0 0 0,-2 0 1,0 1-1,0 0 0,-16-21 0,-26-62 64,48 97-73,0 1 0,-1-1-1,1 1 1,0-1 0,-1 1 0,0 0 0,1 0 0,-1 0-1,0 0 1,1 0 0,-1 1 0,0-1 0,0 1-1,1 0 1,-1-1 0,0 1 0,0 1 0,0-1 0,-4 1-1,-58 9 14,-264 79 89,212-56-107,66-19-20,1 2-1,0 2 1,2 2-1,-91 54 1,119-61 12,16-9 26,0 0 0,-1-1 0,0 0 0,0 0 0,0 0 0,0 0 0,-1-1 0,1 0 0,-1 0 0,-7 1 0,-12 4-17,24-6 51,0 0 1,0-1-1,0 1 0,0-1 0,0 1 0,-1-1 1,1 1-1,0-1 0,0 1 0,-1-1 0,1 0 0,0 0 1,0 0-1,-1 0 0,1 0 0,0 0 0,0 0 1,-1 0-1,1 0 0,0 0 0,0-1 0,-1 1 1,1-1-1,0 1 0,0-1 0,-1 0 0,-12-23 175,12 22-199,1 0 0,-1-1 0,1 1 0,-1-1 0,1 1 0,0-1 0,0 0 0,0 1 0,0-1 0,1 0 0,-1 0 0,1 0 0,-1-4 0,1-66 242,-19 96-2113,17 3-5206,-4-16 1060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1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2 102 4322,'0'0'9965,"-1"-7"-8533,2-21 54,5 24-207,8 19 27,-4 0-844,-1 1 0,0 0 0,-2 0 0,1 1 0,-2 0-1,-1 0 1,0 1 0,4 26 0,-8-35-345,1-12-133,2-16-205,-4 10 186,0 1-1,1-1 1,0 0-1,0 1 1,1-1 0,0 1-1,0-1 1,1 1-1,1 0 1,-1 0 0,1 0-1,0 1 1,1-1-1,0 1 1,0 0 0,1 0-1,-1 1 1,1 0-1,1 0 1,-1 0-1,1 0 1,0 1 0,1 1-1,-1-1 1,12-4-1,-17 8 69,0 0-1,-1 0 1,1 0-1,-1 0 0,1 1 1,0-1-1,-1 1 1,1-1-1,0 1 0,0 0 1,-1-1-1,1 1 0,0 0 1,0 0-1,0 0 1,-1 1-1,1-1 0,0 0 1,0 1-1,-1-1 0,1 1 1,0-1-1,-1 1 1,1 0-1,0 0 0,-1 0 1,1 0-1,-1 0 1,0 0-1,1 0 0,-1 0 1,0 1-1,0-1 0,1 0 1,-1 1-1,0-1 1,0 1-1,-1-1 0,1 1 1,0 0-1,0-1 0,-1 1 1,1 3-1,0-3 11,0 1 0,0-1-1,0 0 1,0 1 0,1-1-1,-1 0 1,0 0 0,1 0-1,0 0 1,-1 0 0,1-1-1,0 1 1,0 0 0,0-1-1,0 1 1,0-1 0,3 2-1,-4-3 1,28-2-80,-18-4-46,-1 0 1,1 0-1,-1-1 1,0-1-1,13-12 0,-15 12 32,1 0-1,0 1 0,0 0 0,1 1 0,0-1 0,20-7 0,-29 13 319,1 4-171,-1-1 1,1 1-1,-1-1 1,0 1-1,1 0 1,-1 0 0,0 0-1,-1 0 1,1 3-1,0-3-207,13 51 609,0-31-3131,-13-22 2114,0 0 0,0 0 0,0 0 1,0 0-1,0-1 0,0 1 1,0 0-1,0 0 0,0-1 0,1 1 1,-1-1-1,0 1 0,1-1 1,-1 0-1,2 1 0,11-1-6585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9268,'0'0'13719,"0"41"-13719,0-30-16,0-4-561,7 0-1920,-7-5-1345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3506,'0'0'14998,"41"74"-15670,-27-45-1617,6 3-304,0-3-3314,1-2-336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230 394 4514,'0'0'8623,"-21"-2"-4870,-70-6-218,86 8-3320,1-1-1,-1 1 1,1 0-1,-1 1 0,1-1 1,-1 1-1,1 0 1,-1 0-1,1 0 1,0 1-1,0-1 0,0 1 1,0 0-1,0 0 1,0 1-1,0-1 1,1 1-1,-1 0 0,1 0 1,-1 0-1,-3 5 1,4-2-96,-1-1 1,2 1 0,-1-1-1,1 1 1,-1 0-1,2 0 1,-1 0 0,1 0-1,0 0 1,0 0-1,0 1 1,1 7 0,0-13-121,1 1 0,-1 0 0,1-1 0,-1 1 1,1 0-1,0-1 0,-1 1 0,1-1 0,0 1 1,0-1-1,0 1 0,0-1 0,0 0 0,0 0 1,1 1-1,-1-1 0,0 0 0,1 0 1,-1 0-1,1 0 0,-1-1 0,1 1 0,-1 0 1,1-1-1,0 1 0,-1-1 0,1 1 0,0-1 1,-1 0-1,1 1 0,2-1 0,1 0-48,-1 1-1,1-1 0,-1 0 0,1 0 1,0 0-1,-1-1 0,1 1 1,-1-1-1,1-1 0,-1 1 1,9-4-1,-2-2-177,-1-1 0,0 0-1,0-1 1,-1 0 0,0 0 0,-1-1-1,0 0 1,0 0 0,6-13 0,1-3-622,-1-1 0,20-53 1,-22 45 629,-2-1 0,-2 0 0,-1-1 1,-2 1-1,2-74 0,-7 110 259,0 0 1,0-1-1,0 1 0,0 0 1,0 0-1,0 0 0,0-1 0,0 1 1,-1 0-1,1 0 0,0 0 1,0-1-1,0 1 0,0 0 1,0 0-1,0 0 0,0 0 0,0-1 1,-1 1-1,1 0 0,0 0 1,0 0-1,0 0 0,0 0 0,-1 0 1,1-1-1,0 1 0,0 0 1,0 0-1,0 0 0,-1 0 1,1 0-1,0 0 0,0 0 0,0 0 1,-1 0-1,1 0 0,0 0 1,0 0-1,0 0 0,-1 0 0,1 0 1,0 0-1,0 0 0,0 0 1,-1 0-1,1 0 0,0 0 1,0 0-1,0 0 0,0 1 0,-1-1 1,1 0-1,0 0 0,0 0 1,0 0-1,0 0 0,0 1 0,-1-1 1,1 0-1,0 0 0,0 0 1,0 0-1,0 1 0,0-1 1,0 0-1,0 0 0,-6 5 188,1 1-1,0-1 0,0 1 1,1-1-1,-1 1 1,1 0-1,1 1 1,-1-1-1,1 1 1,0 0-1,-2 8 1,-22 84 1492,21-70-1282,1 0 0,2 0 0,1 0 0,2 0 0,4 51 0,-2-74-520,-1 1 1,1-1-1,0 1 1,0-1-1,1 0 1,0 0-1,0 0 1,0 0-1,1-1 0,0 1 1,0-1-1,0 0 1,1 0-1,0 0 1,0-1-1,0 0 1,0 0-1,1 0 1,0 0-1,-1-1 0,1 0 1,12 4-1,-7-3-791,0 0 0,0-1-1,1-1 1,-1 0 0,16 1 0,-15-3-1278,0 0 0,0 0 0,-1-1 0,24-6 0,7-11-7581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13270,'0'0'10005,"122"-52"-8100,-68 39-1105,0-1-560,-13 5-240,-7 2-32,-7 5-576,-20 2-961,-7 7-5458,-21 13 272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3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1 150 6931,'0'0'14999,"135"-3"-13894,-74-17-849,0-3-256,-14 1-481,1-5-2352,-8 2-2962,-13-4-3793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4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4722,'0'0'11990,"8"1"-10171,19-1-718,0-1-1,0-1 1,45-9-1,24-11-720,37-12-3812,-130 33 583,-8 1-1393,-17 0-1217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4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4946,'0'0'11974,"142"-11"-11670,-87-5-304,6-4-64,-7-3-2401,0-6-4659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6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3810,'0'0'11794,"-10"21"-9080,0 0-2252,-48 102 2534,49-100-2439,0 0 0,2 1 0,1-1 0,-4 28 0,7 104 325,4-91-5796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6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89 5250,'0'0'15781,"-5"16"-14215,0 1-1192,1-5-164,0 1 0,1-1 1,1 1-1,0-1 1,0 1-1,1 14 0,2-25-205,-1-1 0,0 0 0,0 0 0,1 1 0,-1-1 0,1 0 1,-1 0-1,1 0 0,-1 1 0,1-1 0,0 0 0,-1 0 0,1 0 0,0 0 0,0 0 0,0 0 0,0-1 0,0 1 0,0 0 0,0 0 0,0-1 0,0 1 0,0 0 0,0-1 0,1 1 0,-1-1 1,0 1-1,0-1 0,1 0 0,-1 0 0,0 0 0,0 1 0,1-1 0,-1 0 0,0 0 0,1-1 0,-1 1 0,1 0 0,1 0-31,-1-1 0,0 1 0,0 0 0,0-1-1,0 1 1,0-1 0,0 1 0,0-1 0,0 0 0,0 0 0,-1 0 0,1 0-1,0 0 1,0 0 0,-1-1 0,1 1 0,-1-1 0,1 1 0,-1-1 0,1 1 0,-1-1-1,0 0 1,0 0 0,2-3 0,2-17-452,0-1 0,1-28-1,-5 42 401,0 0-1,-1 0 0,0 0 1,-1 0-1,0 0 1,-1 0-1,0 0 0,-5-14 1,7 21 78,-1 0 0,-1 0 0,1 1 1,0-1-1,0 0 0,0 1 0,-1-1 0,1 1 1,-1-1-1,1 1 0,-1 0 0,0 0 1,0 0-1,1 0 0,-1 0 0,0 0 0,0 0 1,0 0-1,0 1 0,-3-1 0,-42-1-312,30 2-354,17 0 590,0 0 0,0 0 0,0 0 0,-1 1 0,1-1 0,0 0 0,0 0 0,0 0 0,0 0 0,0 0 0,0 1 0,0-1 0,0 0 0,0 0 0,0 0 0,0 0 0,0 0 0,0 1 0,-1-1 0,1 0 0,0 0 0,0 0 1,0 0-1,1 1 0,-1-1 0,0 0 0,0 0 0,0 0 0,0 0 0,0 0 0,0 1 0,0-1 0,0 0 0,0 0 0,0 0 0,0 0 0,0 0 0,0 1 0,1-1 0,-1 0 0,0 0 0,0 0 0,0 0 0,0 0 0,0 0 0,0 0 0,1 0 0,-1 0 0,0 1 0,0-1 0,0 0 0,0 0 0,0 0 0,1 0 0,-1 0 0,0 0 0,0 0 0,0 0 1,0 0-1,1 0 0,-1 0 0,0 0 0,0 0 0,0-1 0,99 2-9142,-53-1 4616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66 201 1665,'0'0'15836,"-9"6"-14115,-28 21 19,35-25-1681,0 0 1,0-1 0,1 1 0,-1 0 0,1 0-1,0 0 1,-1 1 0,1-1 0,0 0-1,0 0 1,0 1 0,1-1 0,-1 0 0,1 1-1,-1-1 1,1 1 0,0-1 0,0 1 0,0-1-1,0 0 1,0 1 0,0-1 0,1 1-1,1 4 1,-1-3 7,0 1 1,1 0-1,0-1 0,0 1 0,1-1 0,-1 0 0,1 0 0,0 0 0,0 0 0,4 4 1,0-3-277,-1 0 0,1 0 1,0-1-1,0 0 0,1-1 1,-1 1-1,1-1 0,0-1 1,0 1-1,0-1 0,11 1 1,-15-2 94,0-1 1,0 1 0,1-1-1,-1 0 1,0 0 0,0 0-1,0-1 1,0 1 0,0-1-1,0 0 1,0 0 0,0 0 0,0-1-1,0 0 1,0 1 0,0-1-1,-1-1 1,1 1 0,-1 0-1,0-1 1,0 0 0,0 0-1,6-6 1,-6 3 29,1 0 1,-1-1 0,0 1-1,0-1 1,2-9-1,0-21 4568,8 39-4305,-2 4-70,0 0 0,0 0 1,15 13-1,-16-11-90,1-1 0,0 0-1,21 10 1,-22-13-81,0-1-1,-1 0 1,1-1-1,1 0 1,-1-1-1,16 1 1,-25-2 49,0-1 0,0 1 1,1-1-1,-1 1 0,0-1 1,0 1-1,0-1 0,0 0 1,0 0-1,0 1 0,0-1 1,-1 0-1,1 0 1,0 0-1,0 0 0,-1 0 1,1 0-1,0 0 0,-1 0 1,1 0-1,-1-1 0,0 1 1,1 0-1,-1 0 1,1-2-1,5-32-163,-5 29 157,6-137-20,-7 127 229,-1 0 0,-1-1 0,-1 1 0,0 0 0,-1 1 1,-10-27-1,10 33 45,4 9-455,0 0 1,1 0 0,-1 0 0,0 0-1,0 0 1,1 0 0,-1 0 0,0 0-1,0 0 1,1 0 0,-1 0 0,0 0-1,0 0 1,1 0 0,-1 0 0,0 0-1,0 0 1,0 0 0,1-1 0,-1 1-1,0 0 1,0 0 0,0 0 0,0 0-1,1-1 1,-1 1 0,0 0 0,0 0-1,0 0 1,0-1 0,0 1 0,1 0-1,-1 0 1,0 0 0,0-1 0,0 1-1,0 0 1,0 0 0,0-1 0,0 1-1,0 0 1,0 0 0,0-1 0,0 1-1,0 0 1,0 0 0,0 0 0,0-1-1,0 1 1,0 0 0,-1 0 0,1-1-1,0 1 1,0 0 0,14 1-822,24 2-4956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2145,'0'0'24075,"-40"124"-22298,40-86-625,0-2-655,0 1-401,0-8-96,7-4-224,-1-9-785,1-5-880,-7-7-960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9973,'0'0'8179,"149"-16"-8179,-102 9-880,0 0-2322,1-6-2576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12582,'0'0'3044,"-21"21"1094,-65 71 394,77-81-4049,0 1 0,1 0-1,0 0 1,2 0-1,-1 1 1,1 0-1,1 0 1,0 0-1,1 1 1,-2 14-1,1 5 67,2 0 0,1 54 0,2-62-402,0 126-99,0-151-104,0 1 0,0 0-1,0 0 1,0-1 0,0 1-1,0 0 1,0 0 0,0-1-1,0 1 1,0 0-1,0-1 1,0 1 0,1 0-1,-1-1 1,0 1 0,1 0-1,-1-1 1,0 1 0,1 0-1,-1-1 1,1 1-1,-1-1 1,1 1 0,-1-1-1,1 1 1,-1-1 0,1 1-1,0-1 1,0 1 0,20-7-1010,16-23-222,-27 17 1198,0 1 1,1 0-1,1 1 0,14-10 2236,-23 22-2063,1-1 0,0 1 0,-1 0 0,0 0 0,1 1 0,-1-1 0,0 1 0,0 0 0,0-1 0,-1 1 0,1 1 0,-1-1 0,3 4 0,18 19-490,-18-23-41,1 1 0,-1-1-1,0 0 1,1-1 0,-1 1-1,1-1 1,0 0 0,0-1 0,0 1-1,9 0 1,-1-1-2489,0 0 0,-1-1 0,22-3 0,0-5-7655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14823,'0'0'15639,"-55"67"-15479,55-58-160,0-2-288,0-2-785,7-3-944,7-2-1088,6 0-1729,0-7-3458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8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10069,'0'0'5474,"-55"59"-10020,83-43-2017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96 781 12166,'0'0'15807,"-16"7"-15396,-47 24-294,62-30-112,-1 0-1,1 0 1,0 0-1,0 0 1,0 1-1,0-1 1,0 0-1,0 0 1,0 1-1,0-1 1,0 0-1,0 1 1,1-1-1,-1 1 1,1-1-1,-1 1 1,1-1-1,0 1 1,-1-1-1,1 1 1,0 0-1,0-1 1,0 1 0,0-1-1,1 1 1,-1 0-1,0-1 1,0 1-1,1-1 1,1 3-1,23 38-3,-20-35-9,2 3-310,0 0-1,-1 1 0,0 0 1,-1 0-1,0 0 0,-1 1 1,0-1-1,0 1 0,-2 0 1,3 17-1,-6-29 269,0-1 0,-1 1 1,1 0-1,0-1 0,0 1 0,0-1 1,-1 1-1,1-1 0,0 0 0,0 1 1,0-1-1,0 0 0,0 0 0,0 0 1,1 1-1,-2-2 0,-1-5-28,1 0-1,0 0 1,0-1-1,1 1 1,0 0 0,0-1-1,0 1 1,2-12-1,6-63-658,-2 61 447,1 0 1,0 1 0,2 0-1,15-30 1,50-77-1742,-40 72 928,128-210-4137,-47 93 4645,-51 73 3322,-44 67 1275,-18 30-1695,-19 20 204,-5 8-2113,1 1 0,2 1 0,0 0 0,3 2 0,0 0 0,2 1 0,1 1 0,1 0 0,-10 39 0,-4 37-27,-22 169 0,42-196-376,7-80-129,4-3 103,-1 0 0,1 0 0,-1 0 0,0 0-1,0-1 1,0 0 0,0 1 0,0-1-1,2-3 1,2-1-75,85-76-716,-82 76 1781,-7 13 669,0 6-1926,0-4 205,0 0 1,0 0-1,0-1 1,1 1-1,7 11 1,12-1-3001,-21-17 2432,0 0 0,1-1 0,-1 1 0,1 0 0,0-1 0,-1 0 0,1 1-1,-1-1 1,1 0 0,4-1 0,13-3-6897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1068 2193,'0'0'3794,"-15"11"-3013,-48 33 169,58-40-670,-1-1 0,1 0 1,-1-1-1,0 1 0,0-1 0,0 0 0,0-1 0,0 0 0,0 1 0,-1-2 1,1 1-1,-7-1 0,12 0 427,13-1 301,6-2-859,0-2 0,0 0 0,0-1 0,29-13 0,3-2 3,756-275 811,19 45-3290,-459 162 324,492-146-1799,-653 153 6648,-109 30 1844,-8-10 3693,-77 47-4461,-19 11-1581,-28 12-1958,18 3-1971,-1 0 1,-26 22-1,29-20-1587,-1-1 0,0-1-1,-25 13 1,-13-1-7737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0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10805,'0'0'7844,"25"0"-4838,178-8 326,-149 7-2387,-53 3-934,-1 0 0,1-1-1,-1 1 1,0 0 0,0-1 0,0 1 0,0 0 0,0-1-1,0 1 1,0 0 0,0-1 0,-1 1 0,1 0 0,-1-1-1,0 2 1,-4 6 38,0-1-1,0 0 0,-1 0 1,0-1-1,-1 0 0,0 0 1,-12 10-1,11-10 90,-1 0-1,1 1 0,1 1 1,0-1-1,-10 16 1,16-24-112,1 0 1,0 1 0,0-1 0,0 1 0,-1-1 0,1 1 0,0-1 0,0 1 0,0-1 0,0 0 0,0 1 0,-1-1 0,1 1 0,0-1 0,0 1 0,0-1 0,1 1-1,-1-1 1,0 1 0,0-1 0,0 1 0,0-1 0,0 1 0,0-1 0,1 1 0,-1-1 0,0 0 0,0 1 0,1-1 0,-1 1 0,0-1 0,1 1 0,19 6 441,31-5-29,-43-3-285,29 2-26,0-3 1,1 0-1,-2-3 0,1-1 1,0-2-1,-1-1 0,56-23 1,-60 12-2094,-31 19 1505,1-1 0,-1 0 0,1 0 0,-1 0 0,0 0 0,0 0-1,0 0 1,0 0 0,0-1 0,0 1 0,0 0 0,-1 0 0,1-4-1,0-21-4570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2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16,'0'0'22685,"7"8"-22592,1 1-76,-2 0 0,1 1 0,-1 0 0,-1 0 0,0 1 0,-1 0 0,1-1 0,-2 1 0,0 1 0,0-1 0,-1 0 0,0 1 0,-1 18 0,0-41-90,0-1 0,0 1 0,1 0 0,0 0 0,1 0 0,0 0 0,1 0 1,0 0-1,1 1 0,0 0 0,1 0 0,0 0 0,0 1 0,1 0 0,0 0 0,1 0 0,0 1 0,0 0 0,1 1 0,9-7 1,-17 14 85,-1 0 1,0-1-1,1 1 1,-1 0 0,1 0-1,-1 0 1,1-1-1,-1 1 1,0 0 0,1 0-1,-1 0 1,1 0 0,-1 0-1,1 0 1,-1 0-1,1 0 1,-1 0 0,1 0-1,-1 0 1,1 0 0,-1 0-1,1 0 1,-1 1-1,0-1 1,1 0 0,-1 0-1,1 0 1,-1 1 0,0-1-1,1 0 1,-1 0-1,0 1 1,1-1 0,0 1-1,5 21 363,-6 38 152,0-44-377,0-15-130,3-2-63,1 1 1,0-1-1,-1 0 0,1 0 0,-1 0 0,1 0 0,-1-1 0,1 1 1,-1-1-1,0 0 0,0 0 0,0 0 0,0-1 0,4-3 1,7-4-73,1 0 214,1 0 0,1 1 1,0 1-1,0 0 0,1 2 1,0 0-1,26-5 1,-44 52 1950,0-21-1707,0 32-2342,8-50-6014,4-2 388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2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4322,'0'0'20377,"-27"29"-20377,20-29-5394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2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7892,'0'0'9188,"0"11"-23499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197 407 10293,'0'0'9954,"-20"3"-7988,-66 14-907,82-17-978,-1 1 0,1 1 0,-1-1 0,1 1 0,0-1 0,0 1 0,0 0 0,0 1 1,0-1-1,0 1 0,0 0 0,1 0 0,-1 0 0,1 0 0,0 0 0,0 1 0,0-1 0,1 1 0,-1 0 0,-1 4 0,1 1-95,0-1 0,1 0-1,1 1 1,-1-1-1,1 1 1,1 0 0,0 13-1,0-21-26,0 0-1,1 0 1,-1 0-1,1-1 1,-1 1 0,0 0-1,1 0 1,0-1-1,-1 1 1,1 0-1,-1-1 1,1 1-1,0 0 1,0-1-1,-1 1 1,1-1-1,0 1 1,0-1-1,-1 0 1,1 1-1,0-1 1,0 0-1,0 0 1,0 1 0,0-1-1,0 0 1,0 0-1,-1 0 1,1 0-1,0 0 1,0 0-1,0 0 1,2-1-1,33-3-351,-24 0 268,-1-1 1,0 1 0,0-2-1,0 0 1,0 0-1,-1-1 1,12-9-1,67-63-1398,-76 67 1198,12-12-234,-1-1 0,-1-1 0,-2-1 0,0-1 0,19-36-1,-29 43 511,-1 0 0,-1-1 0,7-27 0,-11 30 867,0 0 0,-2-1 0,-1 1 0,1-27 2166,-8 51-1442,-16 17-750,1 2-1,1 1 0,-25 44 1,36-55-579,1 0 0,1 0 0,1 1 0,0 0 0,0 0 0,2 0 0,0 1 0,1-1 0,-1 25 0,3-29-349,-1 3 210,1 0-1,1 0 1,0 0-1,1 0 1,6 21-1,-7-32-200,0 1 0,1 0 0,0-1 0,0 0 0,0 1 0,0-1 0,0 0 0,1 0 0,-1 0 0,6 4 0,-5-5-237,0 1 0,1-1 0,-1 0 0,1 0 0,-1-1 0,1 1 0,0-1 0,0 0 0,0 0 0,0 0 0,0 0 0,4-1 0,60 1-8499,-23-1 950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10645,'0'0'13446,"115"-29"-13382,-101 29-64,-1 0-320,-6 0-913,0 0-1280,-7 7-6595,-7 2 1921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6339,'108'75'2129,"-94"-69"1777,0-1 192,13-3-2402,6-2-1023,8 0-673,7 0-256,12 0-3234,1-11-5042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2561,'0'0'15978,"-19"27"-13761,-62 92-59,64-91-1359,1 1-1,1 1 1,2 0-1,1 1 0,-11 44 1,11-32-211,4-15-444,2 0-1,0 0 1,-1 36-1,5 0-2686,3-63 2233,-1 0 0,1 0-1,0 0 1,-1 0 0,1-1-1,0 1 1,0 0 0,-1 0 0,1-1-1,0 1 1,0 0 0,0-1-1,0 1 1,0-1 0,0 1 0,0-1-1,0 0 1,0 1 0,0-1 0,0 0-1,0 0 1,0 0 0,0 0-1,0 0 1,0 0 0,0 0 0,0 0-1,1 0 1,-1 0 0,0 0 0,0-1-1,0 1 1,1-1 0,6 1-1797,19 0-5958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4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28 201 11717,'0'0'14588,"-5"9"-13566,5-8-1012,-4 6 120,0 0 0,1 1 0,0 0 0,1 0 0,-3 11-1,5-18-144,-1 1 0,1-1 0,0 1-1,0-1 1,0 1 0,0 0-1,0-1 1,0 1 0,0-1-1,0 1 1,0-1 0,1 1 0,-1-1-1,1 0 1,-1 1 0,1-1-1,0 1 1,0-1 0,-1 0-1,1 0 1,0 1 0,0-1 0,0 0-1,0 0 1,0 0 0,1 0-1,-1 0 1,0 0 0,0 0-1,1-1 1,-1 1 0,0 0-1,1-1 1,-1 1 0,1-1 0,-1 1-1,1-1 1,-1 0 0,1 0-1,-1 1 1,1-1 0,-1 0-1,1 0 1,-1-1 0,2 1 0,-1 0-38,0 0 0,0 0 0,-1 0 0,1 0 0,0 0 0,-1-1 0,1 1 1,0-1-1,-1 1 0,1-1 0,0 1 0,-1-1 0,1 0 0,-1 0 0,1 0 1,-1 0-1,0 0 0,3-2 0,-2 0 21,-1 1-1,1-1 1,-1 0 0,0 1-1,0-1 1,0 0-1,0 0 1,0 0 0,0 0-1,0-5 1,0 2 38,0 0 0,-1 0 0,1 0 0,-1-1 0,-1 1 0,1 0 1,-1 0-1,0 0 0,-2-9 0,2 13 17,0 0 1,-1 0 0,1 0 0,0 0-1,-1 0 1,1 0 0,-1 0 0,1 1-1,-1-1 1,0 1 0,0-1 0,0 1-1,0 0 1,0 0 0,0 0 0,0 0-1,0 0 1,0 0 0,0 0 0,-1 1-1,1-1 1,0 1 0,0 0 0,-1 0-1,1-1 1,0 1 0,-4 1 0,5-1-120,23 0-6422,92 4 1060,-65 0 3306,1-3 1,57-6 0,-90 8 23962,-17 2-18431,0 6-7255,0-10 3888,-1 8-45,1 0 0,0 0-1,1 0 1,0-1 0,1 1 0,3 12-1,-4-19-77,0 0-1,0 0 0,1 0 0,-1 0 0,0 0 0,1 0 1,-1 0-1,1 0 0,0-1 0,0 1 0,0-1 0,0 1 1,0-1-1,0 0 0,0 0 0,0 1 0,0-2 0,1 1 1,-1 0-1,0 0 0,1-1 0,-1 1 0,0-1 0,1 0 1,-1 0-1,0 0 0,5 0 0,-2 0 53,0 0 1,0 0-1,0 0 1,0 0-1,0-1 1,0 0-1,-1 0 0,1 0 1,0-1-1,0 1 1,-1-1-1,1 0 0,-1-1 1,0 1-1,0-1 1,0 0-1,0 0 1,0 0-1,0 0 0,-1-1 1,1 0-1,-1 1 1,5-9-1,-6 10 126,0 0 0,0 1 0,1-1 0,-1 0 1,1 1-1,-1-1 0,1 1 0,0 0 0,-1 0 0,1 0 0,0 0 0,0 0 0,0 1 0,0-1 1,0 1-1,0 0 0,0-1 0,0 2 0,5-1 0,0 1 77,-1 0 1,1 0-1,-1 1 1,1 0-1,-1 0 0,12 5 1,-19-7-132,1 1 1,0-1-1,0 1 0,0-1 1,-1 0-1,1 0 1,0 0-1,0 1 0,0-1 1,0 0-1,0 0 1,-1 0-1,1 0 1,0 0-1,0-1 0,0 1 1,0 0-1,-1 0 1,1 0-1,0-1 0,0 1 1,0-1-1,-1 1 1,1 0-1,0-1 0,1 0 1,13-23 873,0-34 713,-14 45-1169,0-1-1,0 1 1,-3-26-1,1 35-393,1-1 0,-1 1 0,0-1-1,-1 1 1,1 0 0,0 0-1,-1-1 1,0 1 0,0 0 0,-1 1-1,1-1 1,-1 0 0,1 1-1,-7-6 1,22 2-15026,14 6 11415,-26 1 3141,37 0-5421,3 0-1545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11333,'0'0'17384,"0"52"-15831,0-27-625,0 2-544,0-2-175,0-1-161,0-3-48,0-5-481,0-3-991,0-4-833,0-4-881,-7-5-2000,-13 0-3410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6051,'0'0'18696,"68"-11"-18552,-41 9-144,0 0-784,7-3-1393,-7-4-1152,7 0-1842,0-9-2336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7652,'0'0'17762,"-8"24"-15529,-10 32-994,3 0-1,2 1 1,-7 70 0,19 99-1930,23-232-2049,21-26 1756,-35 24 824,0 1-1,1 1 1,0 0-1,0 0 0,1 1 1,13-6-1,-22 10 1823,1 9-1407,-2 0 0,1 0 0,-1 0 0,0-1 0,-1 1 0,-1 8 0,1-11-241,0 1 0,1-1 0,-1 1 0,1-1 0,0 0 0,0 1 0,1-1 0,-1 1 0,1-1 0,1 0 0,-1 1-1,4 8 1,-3-12-272,0-1 0,0 1 0,0-1 0,1 1 0,-1-1 0,0 0 0,1 0 0,-1 0 0,0 0 0,1-1 0,-1 1 0,1 0 0,0-1 0,-1 0 0,1 0 0,-1 1 0,1-2 0,3 1 0,52-4-6982,-55 3 6579,36-6-7190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10597,'0'0'16744,"0"11"-16184,0-8-352,0 1-112,0-2-96,0 1-512,0-1-3394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6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9156,'0'0'10917,"-68"3"-10965,68 13-800,0-1-1393,0 3-2449,14 0-1313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6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130 535 144,'0'0'24022,"-13"0"-22915,-36 0-630,48 0-485,0 1-1,1-1 1,-1 0-1,0 0 0,1 1 1,-1-1-1,0 0 0,1 1 1,-1-1-1,1 0 0,-1 1 1,0-1-1,1 1 1,-1-1-1,1 1 0,-1-1 1,1 1-1,0-1 0,-1 1 1,1 0-1,0-1 1,-1 1-1,1 0 0,0-1 1,0 1-1,-1 0 0,1-1 1,0 1-1,0 0 0,0 0 1,0-1-1,0 2 1,1 23-415,-1-20 290,3 48-1138,-2-37 624,1 0 0,-2 0 0,0 0 0,-1 1-1,-1-1 1,0 0 0,-5 17 0,5-31 566,1 0 1,0 1 0,-1-1-1,1 0 1,-1 0-1,0 0 1,0 0 0,0 0-1,0-1 1,0 1 0,0-1-1,-4 3 1,5-3 78,1-1 1,-1 0 0,1 1-1,-1-1 1,1 0-1,-1 0 1,1 0 0,-1 1-1,1-1 1,-1 0-1,0 0 1,1 0 0,-1 0-1,1 0 1,-1 0-1,1 0 1,-1 0 0,0 0-1,1 0 1,-1 0-1,1-1 1,-1 1 0,1 0-1,-1 0 1,1 0 0,-1-1-1,1 1 1,-1 0-1,1-1 1,-1 1 0,1 0-1,-1-1 1,1 1-1,-1-1 1,1 1 0,0-1-1,-1 1 1,1-1-1,0 1 1,0-1 0,-1 1-1,1-1 1,0 1-1,0-1 1,0 1 0,0-1-1,-1 1 1,1-1-1,0 0 1,0 1 0,0-1-1,0 1 1,0-1-1,1 0 1,-1 1 0,0-1-1,0 0 1,0-13-54,1-1 0,1 1 0,0-1 0,1 1 0,1 0 0,0 0-1,0 0 1,2 1 0,0-1 0,0 1 0,1 0 0,1 1 0,16-21 0,342-408-2505,-358 433 2585,7-9 146,-5 7 344,-1 0 1,-1 0-1,1 0 0,-2-1 1,1-1-1,8-17 0,-16 28-370,1 1-1,-1-1 1,0 0 0,1 1-1,-1-1 1,0 1-1,0-1 1,0 1 0,1-1-1,-1 0 1,0 1-1,0-1 1,0 0 0,0 1-1,0-1 1,0 1-1,0-1 1,0 0 0,0 1-1,-1-1 1,1 0 0,0 1-1,0-1 1,0 1-1,-1-1 1,1 1 0,0-1-1,-1 1 1,1-1-1,0 1 1,-1-1 0,1 1-1,-1-1 1,1 1-1,-1-1 1,1 1 0,-1 0-1,1-1 1,-1 1-1,1 0 1,-1 0 0,0-1-1,1 1 1,-1 0-1,1 0 1,-1 0 0,0 0-1,1-1 1,-1 1-1,-1 0 1,-30 6 1148,23-2-1130,0 1-1,1-1 0,0 2 1,0-1-1,0 1 0,1 0 1,0 1-1,0 0 1,0 0-1,1 1 0,-8 12 1,5-6-44,0 0 1,1 0-1,1 1 1,1 0-1,0 0 1,-5 19-1,4 12-115,1 0 0,2 1 0,5 77 0,-1-53-641,0-69 587,0-1 1,0 1 0,-1 0-1,1-1 1,0 1 0,0 0 0,0-1-1,1 1 1,-1 0 0,0-1-1,1 1 1,-1-1 0,1 1-1,-1 0 1,1-1 0,0 1-1,-1-1 1,1 0 0,0 1-1,0-1 1,0 0 0,0 1-1,0-1 1,1 0 0,-1 0-1,0 0 1,1 0 0,-1 0-1,0 0 1,1 0 0,-1-1-1,1 1 1,2 0 0,-1-1 31,1 0-1,-1-1 1,1 1 0,-1-1 0,1 0-1,-1 0 1,0 0 0,1-1 0,-1 1-1,0-1 1,0 0 0,0 1 0,0-1-1,0-1 1,4-3 0,85-70 1477,-90 76-250,-1 0-1369,1 0 0,0 1 0,0-1 1,0 1-1,0 0 0,0-1 0,-1 1 1,1 0-1,0 0 0,0 0 0,-1 0 0,1 0 1,-1 1-1,3 2 0,-2-3-274,-1 1 0,1-1 0,-1 1 0,1-1 0,0 0 0,0 0 0,0 0 0,0 0 0,-1 0 0,1 0 0,1 0 0,-1 0 0,0-1 0,0 1 0,3-1 0,16 0-4797,5 0-2349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0 10661,'0'0'10143,"5"28"-7992,44 183 1223,-33-145-2577,-2 1-1,-4 0 0,4 125 1,-14-185-799,0 0 0,-1 0 0,1 0 0,-2 0 0,1 0-1,-1 0 1,0 0 0,0 0 0,-1 0 0,1-1 0,-2 0 0,-5 11 0,3-10-67,-1 0 0,1 0 1,-1-1-1,0 1 0,-1-2 0,1 1 0,-1-1 0,0 0 1,-10 4-1,-14 6-1308,-1-1 0,-54 14 0,-17-3-5740,30-11-2447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7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0 784,'0'0'13182,"-1"10"-11245,-12 42 718,8-34-1453,0 1 0,1-1 0,-2 35-1,6 2-108,8 57 1,-5-90-1040,1 0 1,1 0 0,1-1 0,1 0 0,14 30 0,-17-42-199,1 1-1,0-1 1,0 0-1,1 0 1,0-1-1,1 0 1,9 9-1,-11-13-221,0 0-1,0-1 0,1 0 1,-1 0-1,1 0 0,-1-1 0,1 0 1,0 0-1,0 0 0,0-1 1,0 0-1,1 0 0,-1-1 1,7 1-1,60-1-6025,19 0-5080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8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5170,'0'0'10117,"-9"28"-7062,-64 183 1368,42-107-1991,-29 157 0,36-142-2083,4-63-2278,30-56-10532,14 0 6557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9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4514,'0'0'16912,"2"-12"-12774,32 11-4225,-22 0-271,0 0 0,-1 1-1,1 0 1,0 1 0,20 4 0,-31-4 335,-1-1 1,1 1-1,0 0 1,0 0-1,0-1 0,0 1 1,-1 0-1,1 0 1,0 0-1,-1 0 0,1 0 1,-1 0-1,1 0 1,-1 0-1,1 0 0,-1 0 1,0 0-1,0 0 1,1 0-1,-1 0 0,0 0 1,0 0-1,0 1 1,0-1-1,0 0 0,0 0 1,-1 0-1,1 0 1,0 0-1,0 0 0,-1 0 1,0 2-1,-14 33 233,-65 56 2858,74-86-2825,-18 27 700,23-33-931,1 0-1,0 1 0,-1-1 0,1 1 0,-1-1 0,1 1 1,0-1-1,-1 1 0,1-1 0,0 1 0,0-1 0,0 1 1,-1 0-1,1-1 0,0 1 0,0-1 0,0 1 0,0 0 1,0-1-1,0 1 0,0-1 0,0 1 0,0 0 0,0-1 1,0 1-1,0-1 0,1 1 0,-1-1 0,0 1 0,0 0 1,1-1-1,-1 1 0,0-1 0,1 1 0,-1-1 0,0 1 1,1-1-1,-1 0 0,1 1 0,-1-1 0,1 1 0,-1-1 0,1 0 1,-1 1-1,1-1 0,-1 0 0,1 0 0,-1 0 0,2 1 1,27 4 17,0-2-1,0-1 1,0-1 0,0-1 0,30-4 0,-58 3-111,-1 1 1,0 0-1,0 0 0,1-1 0,-1 1 1,0 0-1,0 0 0,0-1 0,0 1 1,0 0-1,1-1 0,-1 1 1,0 0-1,0-1 0,0 1 0,0 0 1,0-1-1,0 1 0,0 0 0,0-1 1,0 1-1,0 0 0,0-1 1,0 1-1,0 0 0,0-1 0,-1 1 1,1 0-1,0-1 0,0 1 0,0 0 1,0-1-1,-1 1 0,1 0 1,0 0-1,0-1 0,0 1 0,-1 0 1,1 0-1,-1-1 0,-3 0-851,-1 0-1,1 0 1,-1 1-1,0-1 1,1 1-1,-1 0 1,-6 1-1,-4-1-1600,-32 0-5472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5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2721,'0'0'13532,"2"8"-12406,3 24 26,-1 0 0,-2 0 1,-1 0-1,-5 50 0,1 11 60,15 283-336,-10-362-1353,1 56-2097,-3-67 2032,0 0-1,0 0 1,0 0-1,0 0 1,-1 0 0,1 0-1,-1 0 1,0 0-1,0 0 1,0 0 0,0-1-1,-1 1 1,1 0-1,-1-1 1,1 1-1,-1-1 1,-3 4 0,-20 6-5757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6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7796,'19'-6'2059,"72"-19"2079,185-25 0,-116 42-4050,-90 7-5010,-84 19 5079,-26 22 1049,2 1 0,-50 69 0,85-105-1156,1-1 0,0 1 0,0-1-1,0 1 1,0 0 0,1 0 0,0-1 0,0 1 0,0 0 0,0 0 0,1 0 0,0 0 0,0 0-1,0 0 1,1 0 0,1 6 0,-1-10-45,1 1 1,-1-1-1,0 0 0,1 0 0,-1 0 0,1 0 1,-1 0-1,1 0 0,0 0 0,-1 0 0,1-1 1,0 1-1,0-1 0,0 1 0,-1-1 0,1 0 0,0 0 1,0 0-1,0 0 0,-1 0 0,4 0 0,43-3 36,-41 1-95,0 0 1,0-1-1,0 1 1,0-2-1,-1 1 1,0-1-1,1 0 1,-1 0-1,0 0 1,-1-1-1,10-10 1,-8 9 26,-1-1 1,0 0-1,-1 0 1,0 0-1,0 0 1,0-1-1,-1 0 1,0 0-1,4-13 1,-5 5 1146,-5 20 1579,-5 27-1196,7-27-1587,0 3 41,0 0 0,0 0 0,1 1-1,0-1 1,0 0 0,3 9 0,-3-14-260,0 0 0,-1-1 1,1 1-1,0-1 1,0 1-1,0-1 0,0 1 1,1-1-1,-1 0 0,0 0 1,1 1-1,1 0 0,-1-1-561,1 0-1,-1 1 1,0-2-1,1 1 1,-1 0-1,0 0 1,1-1 0,-1 0-1,1 1 1,-1-1-1,4 0 1,7 0-6452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6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63 161 5763,'0'0'14262,"-2"14"-13243,-8 40-197,10-52-739,-1-1 0,1 1 0,-1 0 0,1 0 0,-1-1 0,0 1 0,0 0 0,1-1 0,-1 1 0,0-1 0,-1 1 0,-1 2 0,3-4-53,-1 1 0,0-1 1,1 0-1,-1 1 0,1-1 1,-1 0-1,1 0 0,-1 0 1,0 1-1,1-1 0,-1 0 1,0 0-1,1 0 0,-1 0 1,1 0-1,-1 0 0,0 0 1,1 0-1,-1 0 0,0 0 1,1 0-1,-1-1 0,0 1 1,-1-1 1,1 0 0,0 1 0,-1-1 0,1 0 0,0 0 0,0 0 0,-1 0 1,1 0-1,0-1 0,0 1 0,0 0 0,0-1 0,1 1 0,-1 0 1,0-1-1,0 1 0,1-1 0,-1-2 0,-1-9-48,1-1 1,0 1-1,1-1 0,1 1 0,0-1 0,6-23 0,-5 30-140,0 0 1,0 0-1,1-1 0,0 1 0,0 1 0,1-1 0,0 1 0,0-1 0,0 1 0,1 0 0,0 0 0,0 1 0,10-9 0,11 4-2580,18 8-5755,-34 2 6306,12 0-3367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7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109 135 6419,'0'0'13478,"-13"14"-12469,-41 42-505,52-54-496,0 0-1,1-1 1,-1 1 0,1 0 0,0 0 0,0 0-1,-1 1 1,1-1 0,1 0 0,-1 0 0,0 1-1,0-1 1,1 0 0,0 1 0,-1-1-1,1 0 1,0 1 0,0-1 0,0 1 0,0-1-1,1 0 1,-1 1 0,1-1 0,-1 0 0,1 1-1,0-1 1,0 0 0,0 0 0,0 1 0,0-1-1,1 0 1,2 3 0,-1-1 2,4 6-72,-1 1-1,0-1 1,0 1 0,-1 0 0,0 0 0,-1 1 0,-1-1 0,0 1 0,0 0 0,-1 0 0,0 0 0,-1 1 0,-1-1 0,0 14-1,-1-24 34,1 0 0,-1 0-1,0 0 1,0 0-1,0 0 1,1 0-1,-2-1 1,1 1-1,0 0 1,0-1-1,0 1 1,-1-1 0,1 1-1,-1-1 1,0 0-1,1 1 1,-1-1-1,0 0 1,1 0-1,-1 0 1,0 0-1,0 0 1,-2 0-1,-3 1-42,0 0 0,1-1-1,-1 0 1,0 0-1,-11 0 1,17-1 70,1 0 0,0 0 1,-1 0-1,1-1 1,0 1-1,-1 0 1,1 0-1,-1 0 0,1 0 1,0 0-1,-1 0 1,1-1-1,0 1 1,-1 0-1,1 0 0,0-1 1,0 1-1,-1 0 1,1 0-1,0-1 1,0 1-1,-1 0 0,1-1 1,0 1-1,0 0 1,0-1-1,0 1 1,-1 0-1,1-1 0,0 1 1,0-1-1,0 1 1,0 0-1,0-1 1,2-20-73,13-17-123,5 11 26,1 1 1,2 1-1,0 1 0,2 1 0,0 1 0,42-27 0,18-17 127,-46 36 16,29-25-31,-62 50 79,-1-1-1,0 1 1,0-1 0,-1 0-1,0 0 1,0-1 0,0 1 0,5-14-1,-8 19 61,-1 0 0,0 0-1,0 0 1,1 0-1,-1 0 1,0 0 0,0 0-1,0 0 1,0 0-1,0 0 1,0 0 0,0 0-1,-1 0 1,1 0-1,0 0 1,-1 0 0,1 0-1,0 0 1,-1 0 0,1 0-1,-1 0 1,1 1-1,-1-1 1,0 0 0,1 0-1,-1 0 1,0 1-1,0-1 1,1 0 0,-1 1-1,0-1 1,0 1 0,0-1-1,0 1 1,0-1-1,0 1 1,0 0 0,0 0-1,0-1 1,0 1-1,0 0 1,0 0 0,0 0-1,0 0 1,0 0-1,0 0 1,-2 0 0,-56 5 831,54-5-748,-4 2 7,1 0 1,-1 0 0,1 1-1,0 0 1,0 1 0,0 0-1,-9 6 1,14-9-122,0 1 1,0 0 0,1 0-1,-1 0 1,0 0-1,1 1 1,0-1 0,-1 1-1,1 0 1,0-1-1,0 1 1,0 0 0,1 0-1,-1 0 1,1 0-1,0 1 1,0-1 0,0 0-1,0 0 1,0 6-1,0-5-96,1 1 0,0-1 0,1 0 0,-1 1-1,1-1 1,0 1 0,0-1 0,0 0 0,0 0-1,1 1 1,0-1 0,0 0 0,0-1 0,0 1 0,1 0-1,-1 0 1,1-1 0,0 0 0,0 0 0,0 1-1,1-2 1,-1 1 0,1 0 0,0-1 0,-1 1-1,1-1 1,0 0 0,0-1 0,1 1 0,-1-1-1,6 2 1,0 0-1029,1-1 0,-1 0-1,1-1 1,15 0 0,-18-1-199,-1 0 0,1-1 0,0 0 0,-1-1 1,1 1-1,12-6 0,15-14-5891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7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14086,'0'0'3893,"-9"27"-406,4-13-2980,-13 40 1308,2 1 0,-11 75 0,20 43 1211,7-171-3019,0 1-82,0 0 0,0-1 0,0 1 0,0-1 0,1 1 0,-1 0-1,1-1 1,-1 1 0,1-1 0,0 1 0,0-1 0,0 1 0,0-1 0,0 0 0,1 1-1,-1-1 1,1 0 0,-1 0 0,1 0 0,0 0 0,0 0 0,0-1 0,0 1 0,0-1-1,0 1 1,1-1 0,-1 0 0,0 1 0,1-1 0,-1 0 0,4 0 0,-3 0-418,0-1-1,1 0 1,-1 0 0,1 0 0,-1-1 0,1 1 0,-1-1 0,0 0 0,1 1-1,-1-1 1,0-1 0,0 1 0,0-1 0,0 1 0,0-1 0,0 0 0,0 0-1,0 0 1,-1 0 0,1-1 0,-1 1 0,1-1 0,2-4 0,16-22-7588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7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6147,'0'0'10837,"115"0"-10261,-67 0-576,-1-4-1233,-6-5-3233,-1-3-2897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8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12198,'0'0'11845,"67"0"-11221,-26 0-384,0-5-240,-8 3 0,1 0-576,-13 2-961,-8 0-1472,-6 0-1297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8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6771,'0'0'10261,"149"-7"-9285,-102-9-832,7-2-144,-13 0-2369,0-4-4306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7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6067,'0'0'17224,"122"0"-16808,-75 0-304,-6 0-48,-1 0-64,-13 5-576,-6-1-1073,-15-1-992,-6 1-1537,0 1-2529,-27-3-801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8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4034,'0'0'7443,"115"33"-3009,-67-28-1616,-1-3-1330,-13-2-847,0 0-641,-7 0-657,-7 0-1424,-6-16-3585,-7-8-4227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8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 10117,'0'0'13774,"-2"24"-11549,-3 407 3036,5-406-5315,1-6-283,-1 0 0,-1 0 0,-1 0 0,0 0 0,-8 27 0,10-44 94,-1-1 0,1 0 0,-1 1-1,0-1 1,1 1 0,-1-1 0,0 0-1,0 0 1,0 0 0,0 1-1,0-1 1,0 0 0,0 0 0,0 0-1,-1 0 1,1-1 0,0 1 0,-1 0-1,-1 0 1,-30 2-8693,13-7 559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8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7507,'0'0'1326,"26"0"1086,166 4 3084,131 2 2198,-336-1-7646,1-1 0,-1 2 0,1 0 0,1 0-1,-1 1 1,1 1 0,0 0 0,1 0 0,0 1-1,0 0 1,1 1 0,0 0 0,-9 14 0,18-23-97,-1-1 1,0 1-1,1 0 0,-1 0 1,0-1-1,1 1 0,-1 0 1,1 0-1,-1 0 0,1 0 1,-1 0-1,1 0 0,0 0 1,0 0-1,-1 0 0,1 0 1,0 0-1,0 0 0,0 0 1,0 0-1,0 0 0,0 0 1,0 0-1,1 1 1,0-1 2,0 0 0,-1-1 0,1 1 1,0 0-1,0-1 0,0 1 1,0-1-1,0 0 0,0 1 1,0-1-1,0 0 0,0 1 1,0-1-1,0 0 0,0 0 1,0 0-1,0 0 0,0 0 1,1 0-1,4 0-4,0-1-1,0 0 1,0 0 0,0 0 0,-1 0-1,1-1 1,8-4 0,20-11 17,24-15 234,-58 47 5694,12 11-5966,-10-23-382,0 0 1,0 0 0,0 0-1,0 0 1,0-1 0,0 1-1,1-1 1,-1 1 0,1-1-1,0 0 1,0 0 0,0 0-1,0 0 1,0-1-1,4 2 1,40-2-9510,-20-1 2519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9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1 217 4706,'0'0'18166,"5"34"-13417,-4-89-5027,-1 45 173,1-1 1,0 1-1,1-1 0,0 1 0,0 0 0,1 0 0,0 0 1,1 0-1,7-14 0,-7 18-196,0 0-1,0 0 1,0 0 0,1 1 0,0 0-1,7-7 1,-7 8-352,0 0-1,1 1 0,-1-1 1,1 1-1,-1 1 1,1-1-1,0 1 1,6-2-1,28-1-8798,-20 5 3113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9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48 5747,'0'0'15457,"-17"0"-13755,-81 0 374,97 0-2074,1 0 0,-1 0 0,0 0 1,1 1-1,-1-1 0,0 0 0,1 0 0,-1 0 0,0 1 0,1-1 0,-1 0 1,0 1-1,1-1 0,-1 1 0,1-1 0,-1 0 0,1 1 0,-1-1 0,1 1 0,-1 0 1,1-1-1,-1 1 0,1-1 0,0 1 0,-1 0 0,1-1 0,0 1 0,0 0 1,-1-1-1,1 1 0,0 0 0,0-1 0,0 1 0,0 0 0,0-1 0,0 1 1,0 0-1,0 0 0,0-1 0,0 1 0,1 0 0,-1-1 0,0 1 0,0 0 0,1-1 1,-1 2-1,1-1 2,2 42-359,1-1 1,3 0-1,2 0 0,19 57 1,-13-49-103,-3-1 1,10 73-1,-22-120 445,1 0 0,-1 0 0,0 0 0,0 0 0,0 0 0,0 0-1,0-1 1,0 1 0,-1 0 0,1 0 0,-1 0 0,1 0 0,-1 0 0,0 0-1,1-1 1,-1 1 0,0 0 0,0 0 0,0-1 0,-1 1 0,1-1-1,0 1 1,-1-1 0,1 0 0,-1 1 0,1-1 0,-1 0 0,1 0 0,-1 0-1,0 0 1,0 0 0,-2 1 0,-4-1 44,1 0-1,0 0 1,0 0 0,0-1 0,-1 0-1,1-1 1,-10-1 0,14 2-13,0-1 1,0 0 0,0 0-1,0 0 1,1 0 0,-1-1-1,0 1 1,1-1 0,-1 1 0,1-1-1,0 0 1,-1 0 0,1 0-1,0 0 1,0-1 0,0 1-1,0 0 1,1-1 0,-1 0 0,1 1-1,-1-1 1,1 0 0,0 1-1,0-1 1,0 0 0,1 0-1,-1 0 1,1 0 0,-1-5-1,0-6-16,0-1 0,1 1 0,0-1 0,5-24 0,-3 28-42,1 0 0,1 0 0,0 1 0,1-1 0,0 1 0,0 0-1,1 1 1,0-1 0,1 1 0,0 0 0,13-12 0,7-6-27,1 2 0,37-25 0,-12 13 200,50-40-72,-92 67 519,-1 0-1,0 0 0,0-1 0,-1-1 1,-1 0-1,14-23 0,-33 31 2966,-21 3-3998,30 1 698,-2 0-251,1 0 0,-1 0 0,1 1 0,-1 0 0,1-1 0,-1 1 0,1 0-1,0 1 1,0-1 0,-1 1 0,1-1 0,0 1 0,0 0 0,1 0 0,-1 0 0,0 1-1,1-1 1,-1 0 0,1 1 0,0 0 0,0 0 0,0 0 0,0 0 0,0 0 0,1 0-1,-1 0 1,-1 5 0,0 2-519,0-1 0,1 1 0,0 0-1,1 0 1,0 0 0,1 0 0,0 0 0,1 16 0,0-24 276,-1 0 0,0 0 1,1 0-1,-1 0 0,1 0 1,0 0-1,-1 0 1,1 0-1,0 0 0,0-1 1,0 1-1,1 0 0,-1-1 1,0 1-1,1-1 1,-1 1-1,1-1 0,-1 1 1,1-1-1,-1 0 0,4 2 1,0-1-685,0 0 1,0-1-1,0 1 1,0-1 0,0 0-1,0-1 1,8 1-1,28 0-7231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0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11093,'0'0'16877,"-3"6"-16012,-12 51-44,3 0 0,2 0 0,-5 108 0,10-92-867,1-16-3512,5 85-1,0-119 1662,1-1-1,2 0 1,0 0 0,1-1-1,2 1 1,12 30 0,2-21-7777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48 168 7363,'0'0'10357,"-47"-120"-9444,47 107-913,27-1-769,7 7-1664,6 1-2769,1-1-257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1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1713,'0'0'669,"24"3"319,357 15 2832,-358-18-3557,9 0 425,42-5-1,-65 4-366,-1 0 1,0-1-1,1 0 0,-1-1 0,0 1 0,0-2 1,0 1-1,-1-1 0,15-10 0,-13-4 1753,-9 13-6376,6 5 349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1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94 1889,'0'0'2983,"-10"-16"-2215,-30-46-245,39 62-509,1 0 0,0 0 0,-1 0 0,1 0 0,0-1 1,-1 1-1,1 0 0,0 0 0,0-1 0,-1 1 0,1 0 0,0-1 0,0 1 1,-1 0-1,1-1 0,0 1 0,0 0 0,0-1 0,0 1 0,0 0 0,0-1 1,-1 1-1,1 0 0,0-1 0,0 1 0,0 0 0,0-1 0,0 1 0,0 0 0,0-1 1,1 1-1,-1-1 0,0 1 0,0 0 0,0-1 0,0 1 0,0 0 0,0-1 1,1 1-1,-1 0 0,0-1 0,0 1 0,1 0 0,-1 0 0,0-1 0,0 1 1,1 0-1,-1 0 0,0-1 0,1 1 0,-1 0 0,0 0 0,1 0 0,-1 0 1,0 0-1,1-1 0,15 3 230,-15-2-165,8 2 138,0 0-1,0 1 1,1 0-1,-2 1 1,1 0-1,0 0 0,-1 1 1,0 0-1,0 1 1,0-1-1,7 8 1,15 15 797,31 36 1,-59-62-960,30 37 393,-1 2 0,-2 1-1,-2 1 1,-2 1 0,-2 2 0,-2 0-1,-2 1 1,-2 1 0,-2 1-1,-2 0 1,-2 1 0,-3 0-1,-2 0 1,0 90 0,-6-127-412,1 44 43,-3-1-1,-16 107 1,11-128-89,5-16-218,-2-1 1,0 0 0,-13 33 0,15-47 51,0 0-1,0 0 1,0 0-1,0-1 1,-1 1-1,1-1 1,-1 0-1,0 1 1,0-1-1,0 0 1,0-1-1,-1 1 1,1-1-1,-1 1 1,0-1-1,1 0 0,-1 0 1,0-1-1,0 1 1,0-1-1,-1 0 1,-4 1-1,-38 0-2651,-12-2-1443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2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4690,'0'0'10410,"4"-1"-9369,-3 1-987,0 0 0,-1 0 0,1 0 0,0 0 0,0 0 0,0 0 0,-1 0 0,1 0 0,0 1 0,0-1 0,0 0 0,-1 0 0,1 1 0,0-1 0,0 0 0,-1 1 0,1-1 0,0 0 0,-1 1 0,1-1 0,-1 1 0,1 0 0,0-1 0,-1 1 0,1-1 0,-1 1 0,1 0 0,0 1 0,5 28 1648,-5-18-1505,0 88 753,-1-99-2038,0-12-12521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2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6275,'0'0'13270,"0"-11"-15031,0 27-13446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326 221 6755,'0'0'3148,"0"-23"-552,-1-72-368,1 91-2113,0 0 0,0-1 0,-1 1 1,1 0-1,-1 0 0,0-1 0,0 1 1,0 0-1,-1 0 0,1 0 0,-1 0 0,0 1 1,0-1-1,-1 0 0,1 1 0,-1 0 1,0-1-1,0 1 0,0 0 0,0 0 0,0 1 1,0-1-1,-1 0 0,0 1 0,1 0 1,-1 0-1,-6-2 0,5 2-101,0 1 1,0 0-1,0 1 0,0-1 1,-1 1-1,1 0 1,0 0-1,0 1 0,0-1 1,0 1-1,0 0 0,0 0 1,0 1-1,1 0 1,-1 0-1,0 0 0,1 0 1,-1 1-1,-5 4 0,-4 4 54,2 1 1,0 1-1,0 0 0,1 1 0,1 0 0,0 0 0,1 1 0,1 0 0,0 1 1,1 0-1,1 0 0,0 1 0,1-1 0,-3 22 0,0 10 378,2 0 1,3 1-1,4 91 0,4-84-20,13 55 1,-9-65-349,-2 0 1,0 57-1,-6-97-364,-4 32 642,-5-28-2835,7-10 2127,0 0 0,0 0-1,1 0 1,-1 0 0,0 0-1,0 0 1,0 0 0,0-1 0,0 1-1,1 0 1,-1-1 0,0 1-1,0-1 1,1 1 0,-1-1 0,0 1-1,1-1 1,-1 1 0,-1-2-1,-11-18-5284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3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8420,'0'0'9204,"135"0"-9108,-108 0-96,0-5-1312,0-4-3267,1-7-2864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4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2449,'0'0'13046,"-19"9"-11595,-62 31 54,74-36-1289,0 0 0,0 0 0,0 0 0,1 1 0,0 0 0,0 0-1,0 1 1,0 0 0,-7 11 0,10-12-174,0 0 0,1 0 0,0 0 0,0 0 0,1 0 0,-1 1 0,1-1 0,0 1 0,0-1 0,1 1 0,0 7 0,0-12-54,1-1 0,-1 1 1,1-1-1,-1 1 0,1-1 0,-1 0 1,1 1-1,-1-1 0,1 1 1,-1-1-1,1 0 0,0 0 1,-1 1-1,1-1 0,0 0 0,-1 0 1,1 0-1,0 1 0,-1-1 1,1 0-1,0 0 0,-1 0 1,1 0-1,0 0 0,0-1 0,0 1 1,23-1-320,-23 1 303,5-2-61,0 1 0,0-1 0,-1-1 0,1 1 0,0-1 1,-1 0-1,1 0 0,-1-1 0,0 0 0,0 0 0,-1 0 1,6-5-1,0-1-33,-1 0-1,0-1 1,0-1 0,11-17 0,-11 16 1212,-6 21 1138,8 21-80,-6-22-2645,-1-1 1,1 0-1,1 0 0,-1-1 1,1 1-1,0-1 0,0 0 1,0 0-1,1-1 0,-1 0 1,1 0-1,0-1 0,0 0 1,1 0-1,-1-1 0,1 1 1,8 0-1,17-2-7083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4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5 9156,'0'0'10893,"-15"-1"-10074,-28-2-396,0 3 0,1 1 1,-1 2-1,-42 8 0,57-4-434,-61 16 93,82-21-129,1 0 1,0 1 0,0-1-1,0 1 1,1 1-1,-1-1 1,1 1-1,0 0 1,0 0-1,-9 10 1,12-11-39,0 0 0,1 0 0,0 0 0,-1 0 1,1 0-1,0 1 0,0-1 0,1 0 0,-1 1 0,1-1 1,0 1-1,-1-1 0,2 1 0,-1-1 0,0 0 1,1 1-1,-1-1 0,1 1 0,0-1 0,3 6 1,2 6 34,1-1 1,0 0-1,10 15 1,-11-20 56,5 10-13,-1 0 0,-1 1 0,-1 0 0,-1 0 0,0 1 0,-2 0 0,6 37 0,-5 5 483,-4 83 0,-2-98 277,-4-22-63,2 10 70,2-35-751,0 0 0,1 0 0,-1 0 0,1 0-1,0 0 1,-1 0 0,1 0 0,0 0 0,-1 0-1,1 0 1,0 0 0,0 0 0,0-1 0,0 1 0,0 0-1,0-1 1,0 1 0,0 0 0,0-1 0,0 0 0,0 1-1,0-1 1,1 1 0,-1-1 0,0 0 0,0 0-1,0 0 1,1 0 0,0 0 0,3 0-2,17 3-53,1-2 1,0 0-1,43-6 0,-65 5-37,0-1-1,0 1 1,0 0 0,0-1-1,0 1 1,-1-1-1,1 0 1,0 1-1,0-1 1,-1 0-1,1 1 1,0-1 0,-1 0-1,1 0 1,-1 0-1,1 1 1,-1-1-1,1 0 1,-1 0 0,1 0-1,-1 0 1,0 0-1,0 0 1,0 0-1,1 0 1,-1-2 0,0-30-4968,-1 20 1382,1-11-2378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5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7411,'0'0'14973,"2"8"-13551,28 94 2259,-29-101-3751,-1-1 1,0 1-1,1-1 0,-1 1 0,1-1 0,-1 1 1,1-1-1,-1 0 0,1 1 0,-1-1 0,1 1 1,-1-1-1,1 0 0,-1 0 0,1 1 0,0-1 0,-1 0 1,1 0-1,-1 0 0,1 1 0,0-1 0,-1 0 1,1 0-1,0 0 0,-1 0 0,1 0 0,-1 0 1,1 0-1,0-1 0,-1 1 0,1 0 0,0 0 0,-1 0 1,1-1-1,-1 1 0,1 0 0,-1-1 0,1 1 1,0 0-1,-1-1 0,0 1 0,2-1 0,33-27-394,-11 9-80,-11 10 643,27-15-838,-13 16 4514,-23 11-3746,-1 0-1,1 1 0,-1-1 0,0 1 1,0 0-1,0 0 0,2 5 1,0-1 0,3 4-213,10 11-1273,-7-18-3307,2-8-4942,-1-9 2903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5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1 768,'0'0'23819,"7"43"-22698,0-34-289,-1-2-528,-6-1-192,7-1-112,0-3-384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6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82 64,'0'0'1788,"-8"1"-1714,-24 6-10,30-6 101,0 0 0,0 0 0,0 0 0,1 0 0,-1 1 0,0-1 0,0 1 0,1-1 0,-1 1 0,1 0 0,-1 0 0,0 2 0,-3 1 54,2-3 33,0 1 1,1 0-1,-1-1 1,1 1-1,-1 0 1,1 0-1,0 0 0,0 0 1,0 1-1,0-1 1,1 0-1,-1 1 1,1-1-1,0 1 0,0 0 1,0-1-1,1 1 1,-1 0-1,1 0 1,0 8 4294,3-13-4206,-1 0-1,0 0 1,1 0-1,-1 0 1,0 0-1,0 0 1,0-1-1,0 1 0,0-1 1,0 1-1,0-1 1,-1 0-1,3-3 1,24-29-472,-26 31 364,86-106 1621,-85 107-1569,-1-1 0,1 1 0,0 0 0,0 0-1,0 0 1,0 0 0,0 1 0,0-1 0,1 1-1,-1 0 1,0 0 0,1 0 0,-1 0 0,1 1-1,-1-1 1,1 1 0,-1 0 0,1 0 0,-1 0 0,1 1-1,3 0 1,5-1-150,-11 0 644,-1 8-1022,0 5 852,0 0 0,1 1 0,4 18 0,9-1-1882,-13-29 695,1 0 1,-1 0 0,1-1 0,0 1-1,0-1 1,0 1 0,-1-1 0,1 0-1,1 1 1,-1-1 0,0 0 0,3 0-1,9 0-15680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6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5186,'0'0'21418,"-14"58"-21018,14-53-288,0-3-112,0 0-384,0 1-3281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6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4194,'0'0'18168,"0"-12"-18568,0 30-432,6 5-1265,8 2-1249,-1 0-1184,1 0-880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7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197 375 6643,'0'0'11138,"-21"-2"-8075,-70-2-1374,88 4-1595,0-1 1,-1 1-1,1 0 1,0 0-1,-1 0 0,1 0 1,0 1-1,-1-1 1,1 1-1,0 0 0,0 0 1,0 0-1,-1 0 1,1 1-1,0-1 0,1 1 1,-1 0-1,0 0 1,0 0-1,1 0 1,-1 0-1,-2 4 0,3-1-71,0 0 0,0-1-1,0 1 1,1 0-1,0 0 1,0 0-1,1 0 1,-1 0 0,1 0-1,1 8 1,-1-12-41,0 1 1,0-1-1,0 0 1,1 0-1,-1 1 1,1-1-1,-1 0 1,1 0-1,-1 1 1,1-1-1,0 0 1,-1 0-1,1 0 1,0 0-1,0 0 1,0 0-1,0 0 1,0 0-1,0-1 1,0 1-1,0 0 1,0 0-1,0-1 0,0 1 1,1-1-1,-1 1 1,0-1-1,0 0 1,1 1-1,-1-1 1,0 0-1,0 0 1,1 0-1,-1 0 1,0 0-1,1 0 1,-1 0-1,0 0 1,3-1-1,1 0-109,0 1 0,0-1 0,0 0 0,0-1 0,0 1 0,0-1 0,0 0-1,-1 0 1,9-5 0,0-5-184,0 0-1,-1-1 0,0 0 1,-1-1-1,-1 0 1,0-1-1,16-31 0,42-122-763,-55 132 1074,-12 35 6,8-25 376,0 0-1,7-39 1,-17 62 2736,-3 7-1222,-13 22-586,-16 38-307,28-51-865,0 0 0,2 0 0,-1 0 0,1 0 1,1 0-1,1 0 0,0 1 0,0-1 0,2 1 0,-1-1 0,2 1 0,0-1 0,0 0 0,1 0 0,9 24 0,-8-29-326,0 0-1,0 0 1,0 0-1,1-1 1,1 0-1,-1 0 1,1 0-1,0 0 1,1-1-1,11 9 1,-11-10-438,0-1 0,1 1 0,0-2 0,-1 1 0,1-1 0,1 0 0,-1-1 1,0 0-1,0 0 0,1-1 0,-1 0 0,14 0 0,18-6-6211,1-20-3684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7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26 6211,'0'0'14257,"13"-1"-13758,97-8 47,118-6 87,-227 15 114,-2 12-234,-1 0 0,0 0-1,0 0 1,-2 0 0,-6 19 0,-10 36 956,15-11-1020,3-1-1,2 1 0,14 110 1,-1-36-410,-12-111-57,1-3 0,-1 0-1,-1 0 0,0 1 0,-4 23 0,3-38 13,0-1 1,0 1-1,0 0 0,-1 0 1,1 0-1,0 0 0,-1-1 1,1 1-1,-1-1 0,1 1 0,-1-1 1,0 0-1,0 1 0,1-1 1,-1 0-1,0 0 0,0 0 1,0-1-1,0 1 0,0 0 1,-1-1-1,1 1 0,0-1 1,0 0-1,-3 1 0,-66 0 17,53-1 1,-23 1-7,25 0-16,0 0 0,0-1 0,-1-1 0,1 0 0,0-1 0,1-1 0,-26-7 0,40 10-116,1 0 0,0 0 0,-1 0 0,1-1 0,0 1 0,-1 0 0,1 0 0,-1 0 0,1-1 0,0 1-1,-1 0 1,1 0 0,0-1 0,-1 1 0,1 0 0,0 0 0,0-1 0,-1 1 0,1-1 0,0 1 0,0 0 0,0-1 0,-1 1 0,1 0 0,0-1 0,0 1 0,0-1 0,0 1 0,0 0 0,0-1 0,0 1 0,0-1 0,0 1 0,0-1-1,0 1 1,0 0 0,0-1 0,0 1 0,0-1 0,0 1 0,1 0 0,-1-1 0,0 1 0,0 0 0,0-1 0,1 1 0,-1 0 0,0-1 0,0 1 0,1 0 0,-1-1 0,0 1 0,1 0 0,-1 0 0,0-1 0,1 1 0,-1 0 0,1 0-1,-1 0 1,0 0 0,1-1 0,30-15-7815,-26 14 6209,33-15-8787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2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 1 3586,'0'0'8166,"-6"3"-7096,-9 4-391,1 2 1,0 0 0,1 0-1,0 1 1,0 1 0,1 0-1,-15 19 1,-75 103 1850,87-113-2315,-7 12 137,-24 29 61,4 2 1,-61 120 0,97-170-414,1 1 0,0 0 0,1 0 0,1 0-1,0 1 1,1-1 0,0 1 0,1-1 0,1 1 0,1 0 0,0-1 0,0 1 0,7 22-1,-2-15-75,2 0-1,1 0 0,0-1 0,2-1 0,0 0 0,2 0 1,26 32-1,-8-12-236,2-1 1,2-1-1,1-2 0,2-2 1,44 32-1,-35-33-313,-35-23 74,1 0-1,1-1 1,0 0 0,0-1-1,1-1 1,19 7-1,-22-12-4411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1 169 7059,'0'0'9250,"6"20"-7017,49 169 651,-54-185-2906,4 16 465,-5-20-434,0 0 0,0 1 0,0-1-1,0 0 1,-1 1 0,1-1 0,0 0-1,0 1 1,0-1 0,0 0 0,-1 1-1,1-1 1,0 0 0,0 0 0,0 1-1,-1-1 1,1 0 0,0 0 0,-1 1-1,1-1 1,0 0 0,0 0 0,-1 0-1,1 0 1,0 1 0,-1-1 0,1 0-1,-1 0 1,1 0 0,0 0 0,-1 0-1,1 0 1,0 0 0,-1 0 0,1 0-1,0 0 1,-1 0 0,1 0 0,0 0-1,-1 0 1,1 0 0,-1-1 0,1 1-12,-1 0 0,0-1 1,1 1-1,-1 0 0,1-1 1,-1 1-1,1-1 1,-1 1-1,1-1 0,0 1 1,-1-1-1,1 1 0,0-1 1,-1 1-1,1-1 1,0 1-1,-1-1 0,1 0 1,0 1-1,0-1 0,0 1 1,0-1-1,0 0 1,0 1-1,-1-1 0,1 0 1,1 0-1,-1-26-176,0 19 85,2-13-151,1 0 0,1 0 0,1 0 0,0 1 1,2-1-1,0 1 0,1 1 0,1 0 0,1 0 0,1 0 1,1 1-1,14-17 0,-26 35 251,0 0 1,0-1-1,1 1 0,-1 0 1,0-1-1,1 1 1,-1 0-1,0-1 0,1 1 1,-1 0-1,0 0 1,1 0-1,-1-1 0,1 1 1,-1 0-1,0 0 0,1 0 1,-1 0-1,1 0 1,-1-1-1,0 1 0,1 0 1,-1 0-1,1 0 1,-1 0-1,1 1 0,-1-1 1,1 0-1,-1 0 0,0 0 1,1 0-1,-1 0 1,1 0-1,-1 1 0,0-1 1,1 0-1,-1 0 1,0 1-1,1-1 0,-1 0 1,0 0-1,1 1 0,-1-1 1,0 0-1,1 1 1,-1-1-1,0 0 0,0 1 1,1 0-1,16 29 100,-4-6 120,-7-18-204,0 0 0,0-1 0,0 0 0,1-1 0,-1 1 0,1-1 0,1 0 0,-1-1 0,0 0 0,1 0 0,-1-1 0,1 1 0,0-2 0,0 1 0,0-1 0,0 0 0,0-1 0,0 0 0,0 0 0,15-3 0,-11 1-31,-1 0-1,0-1 0,-1 0 0,1-1 0,-1 0 0,1 0 1,-1-1-1,0-1 0,-1 0 0,1 0 0,-1-1 0,-1 0 0,1 0 1,11-14-1,-17 17 5,0-1 0,0 0 0,0 0 0,-1 0 0,0-1 0,0 1 0,0-1 0,1-9 0,-2 14 35,-1-1 0,1 1 1,-1-1-1,0 1 0,0-1 0,1 1 1,-1-1-1,0 1 0,-1-1 1,1 0-1,0 1 0,0-1 1,-1 1-1,1-1 0,0 1 0,-1-1 1,0 1-1,1 0 0,-1-1 1,0 1-1,0-1 0,0 1 1,0 0-1,0 0 0,0 0 0,0 0 1,0 0-1,0 0 0,0 0 1,-1 0-1,1 0 0,0 0 1,-1 0-1,1 1 0,-3-2 0,-3 1 95,1-1 0,-1 1-1,0 1 1,1-1 0,-1 1-1,0 0 1,1 1-1,-1-1 1,0 1 0,1 1-1,-1-1 1,1 1 0,-8 4-1,10-4-58,0 0 0,1 0-1,-1 1 1,1-1 0,0 1 0,0 0 0,0 0-1,0 0 1,0 0 0,1 1 0,0-1-1,-1 1 1,1 0 0,0-1 0,1 1 0,-1 0-1,1 0 1,0 0 0,0 0 0,0 1-1,0-1 1,0 6 0,0 2 10,0 0 0,1 0 1,0-1-1,1 1 0,1 0 0,0 0 0,0-1 0,1 1 1,0-1-1,1 1 0,9 16 0,-9-21-210,0 0 0,1 0 0,0-1-1,0 0 1,1 0 0,-1 0 0,1 0 0,1-1-1,-1 0 1,1-1 0,0 1 0,0-1 0,0 0 0,0-1-1,1 0 1,0 0 0,-1-1 0,10 2 0,3 0-1555,0-1 0,37 1 1,-46-4 47,0-1 0,0 0 0,20-4 0,24-20-5391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3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4162,'0'0'7409,"-13"20"-4728,7-12-2584,-7 11 982,0-1-1,2 2 0,0 0 0,1 0 1,1 1-1,1 0 0,1 1 0,-5 26 1,9-15 107,1 1-1,4 61 1,0-80-1243,0-1 0,0 1 0,1-1 0,1 0 0,0 0 0,2 0 0,-1 0 0,15 25 0,-11-31-646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4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7123,'0'0'2305,"23"0"371,237 2 4962,-73 5-6136,-186-7-1496,-1-1-1,1 1 0,-1 0 0,0 0 1,1 0-1,-1 0 0,1 0 0,-1 0 1,1 0-1,-1 0 0,1 0 0,-1 0 1,0 0-1,1 0 0,-1 0 0,1 0 0,-1 0 1,1 0-1,-1 1 0,0-1 0,1 0 1,-1 0-1,1 0 0,-1 1 0,0-1 1,1 0-1,-1 0 0,0 1 0,1-1 1,-1 0-1,0 1 0,0-1 0,1 0 1,-1 1-1,0-1 0,0 1 0,0-1 1,1 0-1,-1 1 0,0-1 0,0 1 0,0-1 1,0 1-1,0-1 0,0 1 0,0-1 1,0 0-1,0 1 0,0-1 0,0 1 1,0-1-1,0 1 0,0-1 0,-1 0 1,1 1-1,0-1 0,0 1 0,0-1 1,-1 0-1,1 1 0,0-1 0,0 0 1,-1 1-1,-28 28 493,11-13 82,17-10-554,0 0-1,0 0 0,0 0 0,1 0 1,-1 0-1,1 0 0,1 0 0,-1 0 1,1 1-1,1-1 0,-1-1 0,4 11 1,-3-13-13,0-1 0,1 1 0,-1-1 0,1 1 0,0-1 0,-1 0 0,1 0 1,0 0-1,0 0 0,0-1 0,1 1 0,-1-1 0,0 0 0,0 0 1,1 0-1,-1 0 0,1 0 0,-1-1 0,1 0 0,-1 0 0,5 0 0,0 1 14,0-1 0,1-1-1,-1 1 1,0-1-1,0-1 1,0 1 0,0-1-1,12-5 1,-9 2 18,1-1 0,-1-1 1,0 1-1,-1-2 1,0 1-1,17-18 0,-23 13 1454,-2 4 2217,9 16-3053,-6-3-1117,1 0 0,-1 0 0,1-1 0,0 1 0,1-1 0,-1-1 0,0 1 0,1-1 0,0 0 0,9 2 1,27 2-4587,5-5-3384,-14-2-908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4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49 220 3762,'0'0'18536,"-6"12"-17010,-21 40-317,20-40 2011,0-35-1553,7-13-2111,-1 15 617,0 0 0,2 0 0,1 0 1,6-30-1,-6 44-572,0 1-1,0 0 1,1 0-1,0 0 1,0 1 0,0-1-1,7-8 1,-6 9-549,1 1 1,-1 0-1,0 0 1,1 0-1,0 0 1,0 1 0,0 0-1,1 0 1,8-3-1,0 1-6351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5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2513,'0'0'21853,"8"0"-20535,-1-1-988,-5 0-215,1 1 1,-1-1 0,1 1 0,0 0-1,-1 0 1,1 0 0,0 0 0,-1 0-1,1 0 1,-1 1 0,1-1 0,-1 1-1,4 1 1,-2 1-7,0 0 1,-1 1-1,0 0 1,0-1-1,0 1 1,0 0-1,-1 0 1,1 1-1,2 6 1,9 12-58,-13-22-95,0 0 0,1 0 0,-1 0 0,1 0 0,-1 0 0,1 0 0,-1-1 0,1 1 0,0-1 0,-1 1 0,1-1 0,0 0 0,-1 1 0,1-1 0,0 0 0,-1 0 0,1 0 0,0 0 0,0-1 0,-1 1 0,1 0 0,0-1 0,-1 1 0,3-2 0,45-17-405,-43 17 344,18-9-88,1 2 1,0 1-1,46-9 1,-70 30 5290,14 17-4646,-10-27-1201,0 0 1,0 0-1,0 0 1,0-1-1,0 0 0,0 0 1,1 0-1,-1-1 1,1 0-1,0 0 1,-1 0-1,1-1 0,7 0 1,27 1-7857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35 9332,'0'0'11976,"-7"-5"-10428,-20-13-260,20 14 463,7 179 3043,0-174-4914,3-3-16,130-98-2527,-39 44 3021,-91 69 2927,-1-8-3234,0 1 1,0-1 0,1 0-1,-1 0 1,1 0-1,1 0 1,4 6-1,-3-9-102,1-1 0,-1 1 0,1-1 0,-1 0 0,1-1 0,0 1 0,-1-1 0,1-1 0,-1 1 0,1-1 0,0 1 0,-1-2 0,1 1-1,7-3 1,5-3-247,0 0-1,29-18 0,20-19 1001,-65 43 936,3 26-1374,-4-21-610,1 0 0,-1 0 0,1 0 1,-1-1-1,1 1 0,0 0 0,1-1 0,-1 0 0,1 1 0,-1-1 1,1 0-1,0 0 0,0 0 0,0-1 0,1 1 0,-1-1 0,1 0 1,-1 0-1,6 3 0,0-2-1134,-1 0 1,1 0 0,0-1-1,0 0 1,1-1-1,-1 0 1,16 0-1,8-1-9941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6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10405,'0'0'18120,"-27"68"-17304,27-54-623,0-3-193,0-7-369,0 1-1023,-7-19-21403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6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10901,'0'0'10165,"-6"126"-10165,12-87-417,21 10-1135,0-1-1009,14-1-2834,0-8 1121,6-15-2321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6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252 594 6243,'0'0'12928,"-21"-12"-10481,-63-37-684,80 47-1627,0 0-1,0 0 1,1 1-1,-1-1 0,0 1 1,0 0-1,-1 0 1,1 0-1,0 0 0,0 1 1,0 0-1,0 0 1,-1 0-1,1 0 0,0 0 1,0 1-1,-5 1 1,6 0-66,0-1 1,0 1-1,0 0 1,0 0 0,0 0-1,0 0 1,0 1-1,1-1 1,-1 1-1,1-1 1,-1 1 0,1 0-1,0 0 1,0 0-1,-2 6 1,-1 3-17,1 0-1,0 1 1,1 0 0,0 0 0,1 0-1,0 0 1,1 22 0,2-34-78,0 1 0,0-1-1,0 0 1,0 0 0,0 0 0,0 0 0,0 0 0,0 0-1,1 0 1,-1 0 0,0 0 0,1 0 0,-1-1 0,0 1 0,1-1-1,-1 1 1,1-1 0,-1 1 0,1-1 0,-1 0 0,1 0-1,0 0 1,-1 0 0,1 0 0,-1 0 0,1 0 0,-1 0-1,3-1 1,49-4-716,-38-1 414,-1-1 0,1 0 0,-1-1 0,-1-1-1,1 0 1,-2 0 0,1-2 0,-1 1 0,-1-2 0,0 1 0,15-22-1,7-15 99,-3-1-1,-2-2 0,-2 0 1,-2-2-1,-2-1 0,24-97 1,-33 85 1157,-11 21 3662,-18 47-2446,8 2-2000,1 1 1,0 0-1,0 1 1,0-1 0,1 1-1,0 0 1,0 1 0,1 0-1,-1 0 1,2 0 0,-1 0-1,1 1 1,0 0 0,-4 9-1,-3 11 229,1 1-1,-11 53 1,2 38-245,6 1 0,3 206 0,10-326-257,1 0 0,-1 0-1,1 0 1,-1 0 0,1 0 0,-1 0 0,1 0 0,-1 0-1,1 0 1,0 0 0,0-1 0,0 1 0,-1 0 0,1 0-1,0-1 1,0 1 0,0-1 0,0 1 0,0-1 0,0 1 0,0-1-1,0 0 1,0 1 0,0-1 0,0 0 0,0 0 0,0 0-1,1 0 1,-1 0 0,0 0 0,0 0 0,0 0 0,0 0-1,1-1 1,43-4-3451,2-14-2277,6-10-4287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7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8308,'0'0'21338,"0"-2"-18217,0 11-4466,0 4-1696,0 3-1777,0-2-4691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7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0 14375,'0'0'4898,"-102"149"272,75-99-368,0-7-3009,0 0-1104,-7 0-593,0 2-96,-6-2-513,-8 2-447,1-2-1233,-1 2-1489,1-7-1904,6-4-6420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3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3522,'0'0'9652,"0"21"-7595,-6 162 2092,-1-18-2146,7-165-2154,0 0-1,-1 0 1,1 0 0,0 0-1,0 0 1,0 0 0,0 0-1,0 0 1,0 0 0,-1 0-1,1 0 1,0 0-1,0 0 1,0 0 0,0 0-1,0 0 1,0 0 0,0 0-1,-1 0 1,1 0 0,0 0-1,0 0 1,0 0-1,0 0 1,0 0 0,0 0-1,-1 0 1,-2-20-4884,3-19-2801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3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21 496,'0'0'18985,"6"-20"-18841,-6 31-144,0 5-272,0 2-2145,0 2-2978,0-2-3665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3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246 158 5523,'0'0'6763,"-9"-21"-5339,-31-67-535,39 84-792,-1 0 0,0 1 0,0 0 0,-1-1 0,1 1-1,-1 0 1,1 0 0,-1 0 0,0 0 0,0 1 0,0-1 0,-1 1 0,-3-2 0,5 3-64,0 0 0,0 0-1,0 1 1,0-1 0,0 1 0,0 0-1,-1 0 1,1-1 0,0 1-1,0 1 1,0-1 0,0 0-1,-1 0 1,1 1 0,0-1 0,0 1-1,-2 1 1,-2 1-18,1 0-1,0 0 1,0 1-1,0 0 1,0 0-1,1 0 1,0 0-1,0 1 1,0-1 0,0 1-1,-5 9 1,0 5 93,0 1 1,1 0 0,1 0-1,1 0 1,1 1 0,0 0 0,2 0-1,-1 23 1,5 177 866,0-186-991,32 226 170,-19-184-32,6 149-1,-21-226-465,-1 1 1,1-1-1,0 0 1,-1 1-1,1-1 0,0 0 1,-1 0-1,1 0 0,0 1 1,-1-2-1,1 1 1,0 0-1,-1 0 0,1 0 1,0-1-1,-1 1 0,1 0 1,0-1-1,-1 1 1,1-1-1,0 0 0,0 1 1,0-1-1,-2-1 0,-11-20-5333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5186,'0'0'7268,"143"0"-4115,-82 0-1264,6-4-913,-6-1-671,-7-1-305,-6 1-305,-28-2-2560,-13-2-4162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3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7187,'0'0'8535,"24"9"-7324,-2 0-863,-4-3-21,-1 1 0,0 0 1,-1 1-1,0 1 1,0 1-1,-1 0 0,21 18 1,-18-8 213,0-1 0,-1 2-1,-1 1 1,-1 0 0,-1 0 0,0 2 0,-2 0 0,-1 0 0,-1 1 0,13 50-1,-14-35-74,-1 1-1,-2 0 0,-2 0 1,-1 1-1,-3-1 0,-5 56 1,-1-67-161,-1 0 0,-2-1 1,0 0-1,-2 0 0,-1-1 1,-2 0-1,0-1 0,-30 40 1,39-60-387,0-1 1,-1 1 0,0-1 0,0-1-1,0 1 1,-1-1 0,0 0-1,0-1 1,0 0 0,-1 0 0,0 0-1,1-1 1,-17 5 0,-15 7-3716,20-3-1292,11 2-3086,7-1-3434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6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1 688,'0'0'5211,"-23"0"-3432,18 0-1592,-1 0-1,0 1 1,1 0-1,-1 0 1,1 0 0,-1 1-1,1 0 1,0 0-1,-1 0 1,1 0-1,0 1 1,0 0-1,1 0 1,-9 7-1,6-3 75,-1 1-1,2 0 1,-1 0-1,1 1 0,0-1 1,1 1-1,-7 15 0,1 2 197,2 1-1,0 0 1,2 1-1,1 0 0,-2 31 1,1 159 1528,7-168-1545,1-37-182,0-1 1,1 1-1,0 0 0,1-1 1,1 0-1,0 0 0,0 0 1,1 0-1,1-1 1,12 21-1,-12-22 110,1-1 0,0-1 0,0 1 0,0-1-1,1 0 1,0-1 0,1 0 0,0 0 0,0-1 0,0 0 0,1-1 0,0 0 0,10 4 0,-13-11-1954,-9-9-3669,-3-12-3973,5 7 2830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7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18 448,'0'0'5883,"11"-14"-4134,-11 10 4503,-10 5-5966,-1 1-1,1 0 1,0 1 0,-1 0 0,1 0-1,1 1 1,-1 0 0,1 1 0,-1 0 0,1 1-1,1 0 1,-1 0 0,1 0 0,0 1-1,1 1 1,-1-1 0,-7 12 0,14-17-275,-1 0 0,1 0 0,0 0 0,0 1 1,0-1-1,0 0 0,0 1 0,0-1 0,1 0 0,-1 1 1,1-1-1,-1 1 0,1-1 0,0 1 0,0 0 1,0-1-1,1 4 0,-1-4-10,1-1 0,-1 1 1,0-1-1,1 0 0,-1 0 0,1 1 1,-1-1-1,1 0 0,0 0 0,0 1 1,-1-1-1,1 0 0,0 0 0,0 0 1,0 0-1,0 0 0,0 0 0,1 0 1,-1-1-1,0 1 0,0 0 0,0-1 1,1 1-1,-1-1 0,0 1 0,1-1 1,-1 1-1,0-1 0,1 0 0,1 0 1,9 1-15,0-1 1,1 0 0,-1-1-1,0 0 1,1-1-1,-1 0 1,0-1 0,21-9-1,-27 9 11,0 0 0,-1 0 0,1 0 0,-1-1 0,0 0 0,0 0 0,0-1 0,-1 0 0,1 1 0,-1-1 0,-1-1 0,1 1 0,0 0 0,-1-1 0,0 0 0,-1 0 0,1 0 0,2-12 0,-1 1 1256,-9 28 540,-6 33-840,10-30-922,1-8-83,0-1 1,0 1-1,0 0 1,1-1 0,0 1-1,0 0 1,2 6 0,-2-10-155,0 0 1,0-1 0,0 1-1,0 0 1,1 0 0,-1-1 0,1 1-1,-1-1 1,1 1 0,0-1-1,-1 0 1,1 0 0,0 0 0,0 0-1,0 0 1,0 0 0,0 0-1,0 0 1,0-1 0,0 1 0,0-1-1,0 0 1,4 1 0,26 0-4092,2-1-1522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8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3 9380,'0'0'9765,"-4"-1"-9053,-20 0-388,0 1 0,0 1 0,0 1 0,1 1 0,-1 1 0,1 1 1,-28 10-1,-45 8 309,88-22-660,1 1 1,-1-1 0,1 1 0,-1 1 0,1 0-1,-11 5 1,16-7 18,0 1 0,0-1 0,0 1 0,0 0-1,1 0 1,-1 0 0,0 0 0,1 0 0,0 0 0,-1 0 0,1 0-1,0 0 1,0 1 0,0-1 0,0 1 0,1-1 0,-1 0-1,1 1 1,-1-1 0,1 1 0,0-1 0,0 5 0,2 16 13,0-1 0,2 0 1,0 0-1,9 23 0,9 51 33,-18-59 110,-2 0 0,-2 1 1,-1-1-1,-3 0 0,0 0 0,-13 46 1,12-57 390,1 1 1,0 52 0,37-79 58,61-9 1381,-93 9-1104,20-18-5923,12-12-7949,-19 10 3742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8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9188,'0'0'13777,"0"6"-12758,0 126 1612,2-136-2722,0 1 0,0-1 0,0 1 0,0 0 0,1 0 1,-1 0-1,1 0 0,0 1 0,0-1 0,6-3 0,-3 1 16,7-9 89,-11 12 70,0-1 0,0 1 0,0 0 0,1-1 0,-1 1 0,0 0 1,1 0-1,-1 1 0,1-1 0,0 0 0,0 1 0,-1 0 0,1 0 0,0 0 0,0 0 0,5-1 0,-4 4-18,15 5-39,-13-7-30,1 1-1,0-1 1,-1-1-1,1 1 0,-1-1 1,1 0-1,-1-1 0,1 0 1,-1 0-1,0 0 1,0-1-1,0 1 0,10-8 1,-14 11 214,-1 0-1,1 0 1,-1 1 0,0-1 0,0 0 0,1 1 0,-1-1 0,0 1-1,0-1 1,0 1 0,0-1 0,-1 1 0,1 0 0,0-1-1,-1 1 1,1 2 0,9 14-1007,-6-16-181,0-1 1,0 0-1,0 0 1,0 0-1,0-1 1,1 1-1,-1-1 1,0 0-1,0 0 1,0-1-1,0 1 1,8-3-1,-12 3 860,27-7-7809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9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12966,'0'0'13782,"-14"13"-13542,14-8-208,-7-5-2609,1 0-6515,-1-14-160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9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7299,'0'0'7700,"7"54"-8853,7-34-2576,-1 3-1154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9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154 410 8980,'0'0'12352,"-19"-1"-10543,-60 2-448,77-1-1330,-1 1 1,0-1-1,0 1 0,1 0 0,-1 0 1,1 0-1,-1 0 0,1 1 1,-1-1-1,1 0 0,0 1 1,0 0-1,0 0 0,0-1 1,0 1-1,0 1 0,0-1 1,0 0-1,1 0 0,-1 0 1,1 1-1,0-1 0,0 1 0,0-1 1,0 1-1,0 0 0,0-1 1,1 1-1,-1 0 0,1 0 1,0-1-1,0 1 0,0 0 1,0 0-1,0-1 0,1 1 1,-1 0-1,1-1 0,-1 1 1,1 0-1,2 2 0,-1-4-60,0 1 0,1-2-1,-1 1 1,0 0 0,1 0-1,-1-1 1,1 1 0,-1-1-1,1 0 1,0 0 0,-1 0-1,1 0 1,-1 0 0,1-1-1,4 0 1,-5 0 7,3 0-34,0-1 0,0 1 0,0-1 0,0-1 0,0 1 0,0-1 0,0 0 0,-1 0 0,0 0 0,1-1 0,-1 1 0,4-7 0,47-54-700,-48 53 653,28-35-335,33-59 1,-56 84 443,-1 0-1,-1 0 1,-2-1 0,0-1 0,9-38-1,-15-2 1967,-2 62-1915,-1 1 1,1-1-1,0 1 1,-1 0-1,1 0 0,0-1 1,-1 1-1,1 0 0,0 0 1,-1-1-1,1 1 0,-1 0 1,1 0-1,-1 0 1,1 0-1,0-1 0,-1 1 1,1 0-1,-1 0 0,1 0 1,-1 0-1,1 0 0,-1 0 1,1 0-1,0 0 1,-1 0-1,1 1 0,-1-1 1,1 0-1,-1 0 0,1 0 1,0 0-1,-1 1 0,1-1 1,-1 0-1,1 1 1,-21 8 522,12-2-446,2 0 0,-1 0 1,1 1-1,0 0 0,0 1 1,1 0-1,0 0 0,0 0 1,1 0-1,1 1 0,0 0 1,0 0-1,1 0 0,0 0 1,-3 17-1,2 4-39,1 0-1,1 0 1,1 1 0,5 36-1,-4-62-268,0 1 0,1-1 0,1 1 0,-1-1-1,1 0 1,0 0 0,0 1 0,1-1 0,-1-1 0,1 1-1,1 0 1,-1-1 0,1 0 0,0 1 0,0-1 0,1-1-1,7 8 1,25 6-4900,8-11-3914,-6-7 552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0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8340,'0'0'11653,"15"0"-10258,89 2 299,113-4-762,-201 4 1504,-18 11 1058,-2 5-3947,1 13 818,4 61 1,0-38-177,1-21-93,1 0-1,2-1 1,1 0-1,20 60 1,-26-91-69,0-1-1,0 0 1,0 0 0,0 1 0,0-1-1,0 0 1,0 1 0,0-1 0,0 0 0,0 1-1,0-1 1,0 0 0,-1 0 0,1 1-1,0-1 1,0 0 0,0 0 0,0 1 0,0-1-1,-1 0 1,1 0 0,0 1 0,0-1-1,0 0 1,-1 0 0,1 0 0,0 1 0,0-1-1,-1 0 1,1 0 0,0 0 0,0 0-1,-1 0 1,1 0 0,-1 1 0,-19 3 412,-37-3-342,28-2 6,-4 3-300,0 1 1,1 2-1,-63 16 0,94-21-963,11 0-7895,17-2 2361,17-7-2692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0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20 6867,'0'0'9063,"-5"-3"-8033,0-1-542,4 3-282,-1 0 0,1-1 0,-1 1 0,1 0 0,-1 0 1,0 0-1,1 0 0,-1 1 0,0-1 0,0 0 0,1 1 0,-1-1 0,0 1 0,0 0 0,-2-1 0,4 35 4626,1-32-4742,0-1 0,0 1-1,0-1 1,0 1 0,0-1-1,0 1 1,1-1 0,-1 0 0,1 0-1,-1 0 1,1 0 0,-1 0 0,1 0-1,-1 0 1,1 0 0,0 0 0,3 0-1,38 11 568,-32-10-413,364 85 1138,-292-67-1083,-90-14 1026,-8 0-1138,-87 22 241,19-6 98,-80 33 1,95-15-2194,84-40-7045,-9 0 6981,36-3-5517,5-14-2159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1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9877,'0'0'13966,"5"0"-12573,-4 0-1312,0 1 1,-1-1 0,1 0 0,0 1 0,0-1 0,0 0 0,0 1 0,-1-1 0,1 1-1,0-1 1,0 1 0,-1 0 0,1-1 0,0 1 0,-1 0 0,1-1 0,-1 1 0,1 0 0,-1 0-1,1-1 1,-1 1 0,1 0 0,0 2 0,6 32 1434,-8 55 487,0-57-1389,8 183 1211,-2-108-2533,-3 0-3477,-9-121-8653,0-20 2804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1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1393,'0'0'10388,"20"4"-6613,76 11-150,133 2-1,-129-15-3248,172-5-176,-272 3-194,2 0 71,0 0 0,0 0 0,0 0 1,0 0-1,0-1 0,0 1 0,0-1 0,0 0 0,0 0 0,0 1 0,4-4 2564,-10 4-1499,-2 0-1041,-1-1-1,1 1 1,0 1 0,-1-1-1,1 1 1,-1 1-1,1-1 1,0 1-1,0 0 1,0 0 0,0 1-1,0-1 1,0 2-1,0-1 1,1 0 0,0 1-1,0 0 1,0 0-1,0 1 1,1-1 0,-1 1-1,1 0 1,0 0-1,1 1 1,-1-1-1,-4 11 1,7-11-154,0 1 0,0-1 0,1 1 0,-1-1 0,1 1 0,1 9-1,0 2-334,-1-16 362,1 0 0,-1-1 0,0 1 0,1 0-1,-1 0 1,1 0 0,0-1 0,-1 1 0,1 0 0,-1 0 0,1-1 0,0 1 0,0-1 0,-1 1 0,1-1 0,0 1 0,0-1 0,0 1 0,0-1 0,-1 0 0,1 1 0,0-1 0,0 0 0,0 0 0,0 0-1,0 1 1,0-1 0,0 0 0,0 0 0,1-1 0,38 2-414,-31-2 303,-2 1 3,-1-1 0,0 0-1,1 0 1,-1 0 0,0-1 0,0 0 0,0 0 0,0 0-1,-1-1 1,10-6 0,14-18 698,-27 24-170,-1 1 0,0-1 0,1 1 0,-1-1 1,0 0-1,0 1 0,0-1 0,-1 0 0,1 0 0,-1 1 1,1-6-1,25 44-866,-24-32-98,0-1 0,0 0 0,1 1 0,-1-1 1,1 0-1,0 0 0,0-1 0,5 4 0,-5-4-511,0-1 0,0 1 0,0-1 0,1 0-1,-1 0 1,0-1 0,0 1 0,1 0 0,-1-1 0,7 0-1,16 0-6324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1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8 278 8884,'0'0'13921,"-1"7"-12811,0-2-1752,-2 16 4150,2-19-1223,0-16-1321,1-6-768,0-9-13,5-45-1,-4 64-208,1 0-1,1 1 1,0-1-1,0 0 1,1 1-1,0 0 1,0 0-1,8-11 1,-2 5-1020,20-28 1012,-11 27-4738,3 10-7489,-15 6 5880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2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166 220 8548,'0'0'15418,"-17"-4"-13652,-4-2-1149,11 3-332,1 1-1,-1-1 0,0 1 0,0 1 0,-1 0 0,-11 1 0,22 0-273,-1 0-1,0 0 1,0 1-1,0-1 0,0 0 1,0 1-1,0-1 1,1 1-1,-1-1 1,0 1-1,0-1 1,1 1-1,-1 0 0,0-1 1,1 1-1,-1 0 1,1-1-1,-1 1 1,1 0-1,-1 0 0,1 0 1,-1 0-1,1-1 1,0 1-1,-1 0 1,1 0-1,0 0 0,0 0 1,0 0-1,0 0 1,0 0-1,0 0 1,0 1-1,2 38-169,-1-36 163,3 20-180,1 0 0,15 38 0,-14-44-74,0 1 0,-1 0 1,0 0-1,-2 0 0,3 30 0,-6-47 237,0 1 1,0-1-1,0 0 0,0 0 1,0 1-1,-1-1 0,1 0 1,-1 0-1,1 0 0,-1 0 1,0 0-1,0 0 1,0 0-1,0 0 0,0 0 1,0 0-1,0 0 0,-1 0 1,1-1-1,-3 3 1,2-3 26,-1 0 0,1 0 1,0 0-1,-1-1 0,1 1 1,-1-1-1,1 1 1,-1-1-1,0 0 0,1 0 1,-1 0-1,1 0 1,-1-1-1,1 1 0,-1-1 1,1 1-1,0-1 0,-5-2 1,5 2-16,0-1 0,0 0 0,0 0 0,1 0 0,-1 0 0,0 0 0,1 0 0,0 0 0,-1 0 0,1 0 0,0-1 0,0 1 0,0 0-1,1-1 1,-1 1 0,0-1 0,1 1 0,0-1 0,-1 1 0,1-1 0,0 1 0,1-4 0,-1-3-100,0 0 0,0 1 0,1-1 0,0 0 0,4-14 0,-1 15-29,0 0-1,1 0 0,0 0 0,1 0 1,-1 1-1,1 0 0,1 0 1,-1 0-1,1 1 0,0 0 1,11-6-1,16-11-422,46-22-1,-55 32 367,-22 11 156,101-60-384,-95 56 418,-1-1 0,1 0 0,-1 0 1,-1 0-1,1-1 0,-1 0 0,-1-1 1,0 0-1,6-10 0,-10 15 63,0 1 0,0-1 0,-1 0 0,0 0 0,0 0 0,0 0 0,0 0 0,-1 0 0,1 0 0,-1-1 0,0 1 0,0 0 0,-1 0 0,1 0 0,-1 0 0,0 0 0,-1-4 0,1 5 34,-1 1-1,1-1 1,-1 1 0,1-1 0,-1 1 0,0-1 0,0 1 0,0 0 0,0 0 0,-1 0 0,1 0 0,0 1 0,-1-1-1,1 1 1,-1-1 0,0 1 0,0 0 0,1 0 0,-1 0 0,0 0 0,0 1 0,0-1 0,-3 0 0,2 1 10,0-1 0,0 1 0,1 0 0,-1-1-1,0 2 1,1-1 0,-1 0 0,0 1 0,1 0 0,-1 0 0,1 0 0,-1 0 0,1 0 0,-1 1 0,1-1 0,0 1 0,-1 0 0,1 0 0,0 1 0,-4 3 0,4-2-40,-1 1 0,1 0 0,0 0-1,0 0 1,1 1 0,0-1 0,0 1 0,0-1 0,0 1 0,1 0-1,0-1 1,-1 10 0,1-8-116,0 1 1,0 0-1,1 0 1,0 0-1,1-1 0,0 1 1,0 0-1,0-1 0,1 1 1,0 0-1,3 7 0,-3-12-246,0 0 0,1 0 0,-1 0 0,1 0 0,-1 0 0,1 0 0,0-1 0,0 1 0,0-1 0,0 0 0,1 0 0,-1 0 0,1 0 0,-1-1 0,1 1 0,-1-1 0,1 0 0,0 0-1,0 0 1,0-1 0,-1 1 0,1-1 0,0 0 0,4 0 0,32-1-4905,0-5-3089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2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5907,'0'0'15831,"-7"20"-11965,-1 0-3010,3-8-407,1 0-1,0 1 1,0-1-1,2 1 1,-1 0-1,1 0 1,1 25-1,1 16 459,3-1-1,14 82 0,-14-120-900,7 63-367,-9-77 112,-1-1-1,1 1 1,-1 0-1,1 0 1,-1 0 0,1-1-1,-1 1 1,1 0-1,0 0 1,-1-1-1,1 1 1,0-1 0,0 1-1,0-1 1,-1 1-1,1-1 1,0 1-1,0-1 1,0 0-1,0 1 1,0-1 0,0 0-1,0 0 1,0 0-1,0 1 1,0-1-1,0 0 1,0-1 0,-1 1-1,1 0 1,2 0-1,32-3-7991,-2-7-2538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7475,'0'0'10325,"156"11"-10325,-95-11-496,-7 0-3410,0 0-2609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5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30 2561,'0'0'10063,"5"-7"-8947,-1 0-989,8-9 835,-11 17-895,0-1 0,-1 1 1,1 0-1,0 0 0,-1-1 0,1 1 0,-1 0 0,1 0 0,-1 0 1,0-1-1,1 1 0,-1 0 0,0 0 0,0 0 0,1 0 0,-1 0 0,0 0 1,0 0-1,0-1 0,0 1 0,0 0 0,0 0 0,0 0 0,-1 0 1,1 0-1,0 0 0,-1 1 0,1 56 1881,-4 0 1,-11 67-1,7-68-1368,3 1 0,3 71 0,2-109-487,2-23-101,-1 0-1,1 0 1,0 0 0,0 0-1,0 1 1,0-1 0,1 0-1,-1 1 1,1 0 0,-1-1-1,1 1 1,0 0-1,3-1 1,1-3-46,21-17-172,2 0-1,0 3 0,60-32 0,-88 53 335,-1 0 1,0 0-1,0 1 0,1-1 0,-1 0 0,0 1 0,0-1 0,0 1 1,-1-1-1,1 1 0,0-1 0,-1 1 0,1 0 0,0-1 0,-1 1 1,0 0-1,0 0 0,1 1 0,7 41 110,-9-19-845,1 41-1967,0-64 2174,0 0-1,0 0 0,1 0 0,-1 0 0,0-1 1,1 1-1,-1 0 0,1 0 0,0 0 0,0 0 1,0-1-1,0 1 0,0 0 0,0-1 0,0 1 1,0-1-1,1 1 0,-1-1 0,0 0 0,1 0 1,-1 1-1,1-1 0,0 0 0,-1 0 0,1-1 1,2 2-1,22 0-6817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 11621,'0'0'12822,"-7"-5"-12774,14 17-2433,0-1-944,0-4-897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5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30 6371,'0'0'12486,"0"-29"-12774,-7 33-1281,7 12-1825,-7 2-1744,7-4-1441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6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129 370 7235,'0'0'14655,"-19"3"-13855,-59 12-269,76-15-522,1 1-1,-1-1 1,1 0-1,-1 1 1,1-1 0,0 1-1,-1 0 1,1 0-1,0-1 1,-1 1-1,1 0 1,0 0-1,0 0 1,0 0 0,0 0-1,0 1 1,0-1-1,0 0 1,0 0-1,0 1 1,0-1-1,1 0 1,-1 1-1,1-1 1,-1 1 0,1-1-1,-1 1 1,1-1-1,0 1 1,0-1-1,0 1 1,0-1-1,0 3 1,-1 3-6,1 2-40,-1 0 0,1 0 0,0 0 0,1 1 0,0-1 0,1 0 0,0 0 0,0 0 0,1-1 0,5 14 0,4 1-210,0-1 0,23 29 0,1 3-46,-32-48 239,2 3-229,0 0-1,0 1 1,-1 0 0,0 0-1,-1 0 1,0 0 0,-1 1 0,3 12-1,-6-21 31,-14-23-457,10 11 554,0 0 0,0 0-1,1 0 1,0 0 0,1-1 0,0 0 0,1 1-1,0-1 1,1 0 0,0 0 0,1 1 0,2-16-1,0 9-86,0-1-1,2 1 1,0-1-1,1 2 1,1-1 0,15-27-1,17-13-828,2 2 0,3 1 0,93-87 0,23-26 6115,-153 154 1587,-13 17-3845,-2 2-3692,-10 14 1172,0 0 0,1 1-1,1 1 1,1 1 0,1 0 0,-21 48-1,28-53-228,0 1-1,1 0 1,1 0-1,1 0 1,1 0-1,1 1 1,0-1-1,1 1 1,1 0-1,4 27 1,-3-45-60,0 0 1,-1 0-1,1-1 1,0 1-1,0 0 1,0-1-1,1 1 1,-1-1-1,0 1 1,0-1-1,1 1 1,-1-1-1,1 0 1,-1 0-1,1 0 1,0 0-1,-1 0 1,1 0-1,0 0 1,0-1-1,0 1 1,0-1-1,-1 1 1,1-1-1,0 0 1,0 1-1,0-1 1,0 0-1,0 0 1,0 0-1,0-1 1,3 0-1,2 1-61,1-1 0,-1 0 0,1-1 0,-1 1 0,0-1-1,1-1 1,8-4 0,-6 2 98,-1-1 1,0 0-1,-1 0 0,1-1 1,-1 0-1,-1-1 0,1 0 1,-1 0-1,0-1 0,-1 1 1,5-11-1,-13 60 4243,3-33-4625,0 1 0,0 0 0,0-1-1,1 1 1,1-1 0,-1 1-1,5 8 1,-4-14-35,-1 0 0,1 0-1,-1 0 1,1 0 0,0 0-1,0-1 1,0 1 0,1-1 0,-1 0-1,0 0 1,1 0 0,0 0 0,4 1-1,33 6-7104,5-8-2341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6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6451,'0'0'12982,"182"0"-11285,-114 0-657,7-7-528,-14 0-384,-7 0-128,-14 0-64,-12 3-496,-22 2-768,-46 2-5924,-14 0 1666,-14 9 639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6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30 288,'0'0'11013,"149"39"-8564,-95-39-800,7 0-689,-6-3-447,-15-8-513,8-2-625,-15-6-3568,1-3-3795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62 960,'0'0'9266,"3"0"-5187,14 0-1750,-15 0-2007,1 0-1,-1 0 0,0 0 1,0 0-1,0 0 1,0 0-1,0 1 0,0-1 1,-1 1-1,1-1 1,0 1-1,0 0 0,0 0 1,0 0-1,-1 0 0,1 0 1,0 0-1,-1 1 1,1-1-1,-1 0 0,3 4 1,-2-1-62,0 0 1,0 1-1,0-1 1,-1 1-1,0 0 1,0-1-1,0 1 1,0 6-1,0 27 473,-1-29-598,0 1 0,0-1 0,1 0 1,0 0-1,1 0 0,0 0 0,3 9 0,9-21-316,-1-8-202,-1 0-1,0-1 1,16-20 0,-6 7-232,-15 17 451,7-9 16,1 2-1,0-1 1,1 2 0,1 0 0,23-14 0,-39 27 290,1 1 1,-1-1-1,1 1 1,-1 0-1,0 0 1,1-1-1,-1 1 1,1 0-1,-1 1 1,1-1-1,-1 0 1,1 0-1,-1 1 1,1-1-1,-1 0 1,0 1 0,1 0-1,-1-1 1,0 1-1,1 0 1,-1-1-1,0 1 1,0 0-1,0 0 1,0 0-1,0 0 1,0 0-1,0 1 1,0-1-1,0 0 1,0 0-1,1 3 1,0-1-88,-1-1 1,1 0-1,0 0 1,1 1-1,-1-1 1,0 0-1,1-1 1,-1 1-1,1 0 1,-1-1-1,1 0 0,0 1 1,4 0-1,-3-1-38,-1-1 0,1 0 0,-1 0 0,1-1 0,-1 1 0,1-1 0,-1 1 0,1-1-1,-1 0 1,1-1 0,-1 1 0,0 0 0,4-3 0,42-30-340,-16 10 105,-24 19-54,18-7 999,-26 13-673,0-1-1,0 1 1,0-1-1,0 1 0,-1 0 1,1 0-1,0 0 1,0-1-1,0 1 0,-1 0 1,1 0-1,-1 0 1,1 0-1,0 0 0,-1 0 1,0 0-1,1 0 1,-1 0-1,0 1 0,1-1 1,-1 0-1,0 0 1,0 1-1,1 1-134,-1 0 0,1 0 0,0 0 0,0 0 0,0-1 0,0 1 0,1 0 0,-1-1 0,1 1 0,-1-1 0,1 1 0,0-1 0,0 0 0,0 0 0,0 0 0,1 0 0,-1 0 0,4 2 0,0-2-1236,0 0 0,0-1 0,0 0 0,1 0 0,-1 0 0,0-1 0,12 0 0,9 0-5947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9941,'0'0'19016,"-13"34"-18135,13-25-593,0-3-240,0 1-48,0-2-368,0 2-1073,0-5-720,0-32-22618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9764,'0'0'11670,"7"25"-11686,-7-2-336,7 4-1345,-1 5-256,1 1-2257,7 1-1425,-1-2-1536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177 422 8980,'0'0'13286,"-14"-9"-11955,-45-27-576,57 35-732,-1-1 0,0 1-1,1-1 1,-1 1-1,0 0 1,0 0 0,0 1-1,0-1 1,0 1-1,0-1 1,0 1-1,0 0 1,0 0 0,-1 0-1,1 0 1,0 1-1,0-1 1,-4 2-1,4 0-12,1-1 0,0 1-1,-1-1 1,1 1-1,0 0 1,0 0-1,0 0 1,1 0-1,-1 0 1,0 0-1,1 1 1,0-1 0,-1 1-1,1-1 1,0 1-1,-1 3 1,-2 8-82,1 1-1,1 0 1,0 0 0,1 0 0,1 22 0,0-29-38,0-7 76,0 0 1,0-1 0,0 1 0,0 0-1,0 0 1,0-1 0,0 1 0,0 0 0,0-1-1,1 1 1,-1 0 0,0-1 0,1 1-1,-1 0 1,0-1 0,1 1 0,-1-1 0,1 1-1,-1 0 1,1-1 0,-1 1 0,1-1-1,-1 0 1,1 1 0,0-1 0,-1 1 0,1-1-1,0 0 1,0 1 0,26-2-716,-21 0 607,-1 0 1,0-1-1,0 0 0,0 0 1,0 0-1,0-1 0,8-5 1,3-10-351,0-1 1,-1-1-1,0 0 1,18-37-1,37-94 195,-51 108 259,-6 14 508,-1 2-812,13-43 0,-22 59 1608,0 0-1,-1 0 1,-1 0 0,0-14-1,-1 29-1083,-1-1-1,0 0 0,0 0 1,0 0-1,-1 1 1,1-1-1,-1 0 0,1-1 1,-1 1-1,0 0 0,-3 3 1,-4 6 195,-1 5-9,1 0 0,0 1 1,2 1-1,0-1 1,1 1-1,0 1 0,-4 36 1,4 5-9,3 75 0,3-121-340,0-7-4,0 1 0,1-1 0,1 1 0,-1-1 0,1 1 0,0-1 0,7 15 0,-8-20-155,1 0 1,-1 0-1,1-1 0,0 1 1,-1 0-1,1-1 0,0 0 1,1 1-1,-1-1 1,0 0-1,1 0 0,-1 0 1,1 0-1,-1 0 0,1-1 1,0 1-1,0-1 0,0 0 1,0 0-1,0 0 1,0 0-1,0 0 0,0-1 1,0 0-1,3 1 0,7-1-1350,0-1 1,0 0-1,21-4 0,12-14-5225,-4-12-4702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9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6259,'0'0'18889,"74"0"-17881,-40 0-736,0 0-224,0 0-48,-7 0-560,-7-2-737,-6-5-1040,6-4-1585,1-7-2737,-1-5-3073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9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6371,'0'0'22042,"14"128"-20057,-14-80-1137,0 4-319,0-3-369,0 1-160,0 4-144,-7 3-1505,-6-3-2545,-8-5-4370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0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0 608,'0'0'1473,"-48"100"-1329,48-76-48,0 1-96,0-2 96,0 2-96,0 0-352,0 2-1249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0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3201,'0'0'15122,"9"7"-4549,-5-3-10958,-3 0-3397,-1 6-2736,0 1-3705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0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5539,'0'0'17624,"-102"133"-17624,69-101-176,-8 4-1585,-27 11-2097,-13 14-3746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3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2897,'0'0'11731,"-3"6"-10109,-1 1-1041,1-1 0,1 2 0,-1-1 0,1 0-1,0 0 1,1 1 0,0-1 0,0 12 0,1 73 2057,2-41-7940,-3-57-1277,-5-16-3447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12934,'0'0'5298,"7"2"-8387,13 16-129,-6-2-2496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4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380 219 6723,'0'0'1982,"1"-22"494,1-72-139,-1 89-2221,-1 1 0,0 0 0,-1 0 0,1 0-1,-1 0 1,1 0 0,-1 0 0,-1 0 0,1 0 0,0 0-1,-1 1 1,0-1 0,0 0 0,0 1 0,0 0 0,0-1-1,-1 1 1,0 0 0,0 0 0,0 0 0,0 0 0,0 1-1,0-1 1,0 1 0,-1 0 0,0 0 0,1 0 0,-1 1-1,0-1 1,0 1 0,-5-2 0,3 3-10,0-1 0,0 1 0,-1 0 0,1 0 0,0 0 0,0 1 0,0 0 0,0 0 1,0 1-1,0 0 0,0 0 0,1 0 0,-1 1 0,0 0 0,1 0 0,0 0 0,-8 7 0,-2 2 95,1 0-1,0 2 0,1-1 1,0 2-1,1 0 1,1 0-1,0 1 0,2 1 1,-1-1-1,2 2 1,0-1-1,1 1 1,1 0-1,1 0 0,-5 31 1,8 19-92,2 1 1,4 0-1,20 114 0,1 1-55,-24-99-174,-1-84-22,-1 0-1,0 0 1,1 0 0,-1-1 0,0 1 0,1 0 0,-1 0-1,0-1 1,0 1 0,0 0 0,1-1 0,-1 1 0,0-1 0,0 1-1,0-1 1,0 1 0,0-1 0,0 0 0,0 1 0,0-1-1,0 0 1,0 0 0,0 0 0,0 0 0,0 0 0,-2 0-1,0 0-808,-1 0-1,1 0 0,0 0 1,0 0-1,-1 0 0,1-1 0,0 1 1,0-1-1,-5-2 0,-11-12-5507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4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6547,'0'0'12118,"88"-7"-12118,-61 7-64,0 0-1361,7 0-1697,6 0-1776,8-12-2689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4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1 8788,'0'0'11082,"-25"14"-9633,7-5-1156,-2 2 80,0 0 1,0 1 0,2 2-1,-1-1 1,2 2-1,-31 32 1,31-27-118,0 0 0,1 1 0,2 1 0,0 1 0,1 0 0,1 0 0,1 2 0,1-1 0,2 1 0,0 0 0,2 1 0,0 0 0,2 0 0,1 0 0,1 1 0,2-1 0,2 35 0,1-47-330,0 0 1,1 0-1,0-1 1,1 1-1,0-1 1,1 0-1,1-1 1,0 1-1,1-1 1,0 0-1,1-1 1,0 0-1,13 12 1,-12-14-379,-1 0 0,2-1 0,-1 0 1,1-1-1,0 0 0,0-1 0,1 0 1,0 0-1,12 3 0,14-2-3686,-36-7 3493,0 1-1,0-1 1,0 0-1,0 0 1,0 0-1,0 0 1,0 0 0,0-1-1,0 1 1,0 0-1,0-1 1,0 0-1,0 1 1,0-1-1,0 0 1,2-2-1,4-14-5882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5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20 4034,'0'0'12662,"-2"-5"-10904,1 4-1696,1 0 0,-1 0 0,1 0 0,-1 0 0,1 0 0,-1 1 0,0-1 0,1 0 0,-1 0 0,0 1 0,0-1 0,1 0 0,-1 1 0,0-1 0,0 1 0,0-1 0,0 1 0,0-1 0,0 1 0,0 0 0,0 0 0,0-1 0,0 1 0,0 0 0,0 0 0,0 0 0,0 0 0,0 0 0,0 0 0,0 0 0,0 1 0,0-1 0,0 0 0,0 0 0,-1 1 0,-4 2 166,0-1-1,1 1 1,-1 0 0,1 1 0,-1-1-1,-7 9 1,-3 2 376,0 2 0,2-1 0,-20 29 1,31-40-562,1 1 0,0-1 0,0 1 0,0 0 0,1-1 0,0 1 0,0 0 0,0 0 0,1 0 0,-1 0 0,1 0 0,1 9 0,-1-2 11,0-11-53,1 0-1,-1 0 1,1-1-1,0 1 1,-1-1-1,1 1 1,-1 0 0,1-1-1,0 1 1,0-1-1,-1 1 1,1-1-1,0 0 1,0 1-1,0-1 1,-1 0-1,1 1 1,0-1-1,0 0 1,0 0 0,0 0-1,0 0 1,-1 0-1,1 0 1,0 0-1,2 0 1,34 0-40,-27 0 2,-4 0 7,0 0 0,0 0 0,0-1 0,-1 0 0,1 0 0,0 0 0,0-1 0,0 0 0,-1 0 1,1 0-1,-1-1 0,0 0 0,0 0 0,0 0 0,0 0 0,0-1 0,6-6 0,-7-4 202,-1 3 834,11 17-1181,2 9-708,-12-10-220,1-1 0,0 1 0,0-1 0,0 0 0,0 0 0,1-1 0,-1 0 0,1 0 0,0 0 0,8 3-1,7-3-5045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6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443 10 2369,'0'0'11987,"1"-1"-11885,-1 1 0,0 0 1,0 0-1,0 0 0,1 0 1,-1 0-1,0 0 0,0 0 0,0 0 1,1 0-1,-1 0 0,0 0 1,0-1-1,0 1 0,0 0 0,1 0 1,-1 0-1,0 0 0,0-1 1,0 1-1,0 0 0,0 0 0,0 0 1,0 0-1,1-1 0,-1 1 1,0 0-1,0 0 0,0 0 0,0-1 1,0 1-1,0 0 0,0 0 1,0-1-1,0 1 0,0 0 0,0 0 1,0 0-1,0-1 0,0 1 1,0 0-1,-1 0 0,1 0 0,0-1 1,0 1-1,0 0 0,0 0 1,0 0-1,0 0 0,0-1 0,-1 1 1,1 0-1,0 0 0,0 0 1,0-1-1,-24 4 610,1 0 1,-1 2 0,1 0-1,-31 12 1,-17 4-109,25-10-329,18-6-106,-1 2 1,1 1-1,-30 14 1,56-21-174,-1 0 0,1 0 0,0 1 0,-1-1 0,1 1 1,0-1-1,0 1 0,0 0 0,1 0 0,-1 0 0,0 0 1,1 0-1,-1 0 0,1 0 0,-1 1 0,1-1 0,0 1 1,0-1-1,0 1 0,1-1 0,-1 1 0,1-1 0,-1 1 0,1 0 1,0-1-1,0 1 0,0 3 0,2 6-16,0 0 0,0 0 0,1 0 0,9 21 0,2 8 73,-6-6-18,-2 1-1,-1 0 1,0 53 0,-5-69 66,0 0 1,-2 1-1,-1-1 0,0-1 1,-2 1-1,0 0 0,-14 32 1,18-49-32,-1 0 1,0 0 0,1 1 0,0-1-1,0 0 1,0 1 0,0-1 0,0 1 0,1 0-1,0-1 1,-1 1 0,2 5 0,-1-8-57,1 0 1,0 1-1,0-1 1,0 0-1,0 0 1,0 1-1,0-1 1,0 0-1,0 0 1,0 0-1,1 0 1,-1 0-1,0-1 1,1 1-1,-1 0 1,1-1-1,-1 1 1,1-1-1,-1 1 1,1-1-1,-1 0 1,1 1-1,-1-1 1,1 0-1,-1 0 1,1 0-1,-1 0 1,1 0-1,2-1 1,26 1 64,47 0 20,136-16 0,-202 13-204,-11-1-415,-20-6-1900,-8-6-3923,19-2 338,-3-6-1559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6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12870,'0'0'11333,"14"6"-9922,41 20-109,-53-24-1227,0-1 0,0 1 0,0 0 0,0-1 0,0 1 0,0 0 0,-1 0 1,1 0-1,-1 1 0,1-1 0,-1 0 0,0 1 0,0-1 0,0 0 0,0 1 0,-1-1 0,2 5 0,-2 45 622,-1-30-594,1-21-205,8-46-1939,-4 37 1993,0 0 0,0 0 0,1 0 0,0 1 0,1 0 0,0 0 0,0 1 0,0 0 0,1 0 0,0 0 0,0 1 0,0 0 0,1 0 0,-1 0 0,17-5 0,-23 9 105,0 1 0,1 0 1,-1-1-1,0 1 0,0 0 0,1 0 0,-1 0 1,0 0-1,1 0 0,-1 0 0,0 1 0,1-1 1,-1 0-1,0 1 0,0-1 0,1 0 0,-1 1 1,0 0-1,0-1 0,0 1 0,0 0 0,0-1 1,0 1-1,0 0 0,0 0 0,0 0 0,0 0 1,0 0-1,-1 0 0,1 0 0,0 0 0,0 2 1,1 1 22,0-1 1,-1 1 0,1 0-1,-1 0 1,0 0 0,0 0-1,-1 0 1,1 0 0,-1 4 0,2-7-76,1-1 0,-1 1-1,0-1 1,0 1 0,0-1 0,0 0 0,0 0 0,1 0 0,-1 0 0,0 0 0,0 0 0,0-1 0,0 1 0,3-1 0,12-8-142,0 0-1,-1-2 0,0 1 1,26-25-1,4-2-65,-26 26 1627,-18 28 802,-3-1-1781,1-2-399,2 26 210,-2-39-385,0 0 0,1 0 1,-1 0-1,1 0 0,-1 0 1,1 0-1,0 0 0,-1 0 1,1 0-1,0 0 0,0 0 1,0 0-1,-1 0 0,1 0 1,0-1-1,0 1 0,0 0 1,0-1-1,0 1 0,1-1 1,-1 1-1,0-1 0,0 1 0,0-1 1,0 0-1,1 0 0,-1 0 1,0 1-1,2-1 0,8 0-2025,1 1 0,0-1-1,0-1 1,0 0 0,21-6-1,8-12-6670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6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11237,'0'0'17848,"0"59"-17047,0-48-545,0-4-208,0-5-48,0-26-14935,-7-10 5811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7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9492,'0'0'6803,"7"70"-7443,0-48-2177,13-1-1697,-6-1-2161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7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193 336 6531,'0'0'15452,"-22"2"-14152,-72 7-319,90-9-918,0 1-1,-1 0 0,1 0 0,0 0 0,0 0 0,0 1 0,0-1 0,0 1 0,0 0 0,1 0 0,-1 1 0,1-1 0,-1 1 0,1-1 0,-4 5 1,6-5-67,-1 0 0,1-1 0,0 1 0,0-1 0,0 1 0,0 0 0,1 0 0,-1 0 0,0-1 0,1 1 0,-1 0 0,1 0 0,0 0 0,0 0 0,-1 0 0,1 0 0,0 0 0,1 0 0,-1 0 0,0 0 0,1 0 0,-1 0 0,1-1 0,1 5 0,-1-5-23,0-1-1,0 1 1,0 0 0,0-1-1,0 1 1,0 0 0,1-1-1,-1 1 1,0-1 0,0 0-1,1 1 1,-1-1 0,0 0-1,1 0 1,-1 0-1,0 0 1,0 0 0,1 0-1,-1 0 1,3-1 0,28-8-674,-19-5 79,1 0 0,-2 0 0,0-2 0,0 0 0,-2 0 0,0-1 0,10-23 0,-1 6 190,-8 13 173,0-1 0,-1-1 0,13-44 0,-19 50 969,-1 1 0,-1-1 0,1-29 0,-3 45-600,0 0 1,0 1-1,0-1 1,0 1-1,0-1 1,0 1-1,0-1 1,0 1-1,0-1 1,0 1-1,-1-1 1,1 1-1,0-1 1,0 1-1,-1-1 1,1 1-1,0-1 0,-1 1 1,1-1-1,0 1 1,-1 0-1,1-1 1,-1 1-1,1 0 1,-1-1-1,1 1 1,-1 0-1,1 0 1,-1-1-1,1 1 1,-1 0-1,1 0 1,-1 0-1,1 0 1,-1 0-1,1-1 1,-1 1-1,1 0 1,-1 0-1,1 1 1,-1-1-1,0 0 1,1 0-1,-1 0 1,-1 1 63,0-1 0,1 0 0,-1 1 0,0 0 0,1-1 0,-1 1 0,1 0 0,-1 0 0,1 0 0,-1 0 0,1 0 0,0 0 0,-1 1 0,0 1 0,-2 3 50,0 0 1,1 1 0,0 0-1,1 0 1,-1-1 0,1 1-1,1 1 1,-1-1 0,0 10-1,0 71 664,3-61-765,-1-14-87,1 0-1,1 0 1,0 0-1,1 0 1,4 14-1,-5-22-302,0 1 0,0-1 0,0 1 0,1-1 0,0 0 1,0 0-1,0 0 0,1 0 0,0 0 0,-1-1 0,2 0 0,-1 0 0,8 6 0,-9-9-657,-1 0-1,0 0 1,1 0-1,-1 0 1,1-1 0,0 1-1,-1-1 1,1 0 0,-1 0-1,5 0 1,-5 0-161,12 0-6740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8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3858,'0'0'13638,"6"1"-12184,94 4 2965,56-4-3305,-120-8 1375,-36 17-1534,-9 59 923,-2 7-679,10-36-939,2 1 1,2-1 0,13 67 0,-9-82-237,-3-12-1,-1-1 0,0 1 1,2 26-1,-5-38 28,-26 0 54,16-2-93,-149 18 118,103-9-153,-70 1-1,123-9-278,15-2-4044,8-5 1529,-1-2-1,1 0 0,20-13 0,-7 4-1611,33-17-6245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8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7 2657,'0'0'9887,"7"-1"-7606,28-5 1841,-34 7-3792,0 0 0,-1 1 0,1-1 0,0 0 0,-1 0 1,1 1-1,-1-1 0,1 0 0,-1 1 0,0-1 0,1 0 0,-1 1 0,0-1 0,0 1 0,0-1 0,0 0 0,0 1 0,-1 1 0,-1 34 2262,1-32-2449,-1-1 0,0 0 0,0 1 0,0-1 0,0 0 0,-1 0 0,0 0-1,0 0 1,0-1 0,0 1 0,0-1 0,-1 1 0,0-1 0,0-1 0,-7 6 0,-73 37 578,65-36-519,-83 35 412,62-28-429,1 2 0,-55 33-1,94-51-186,-1 0 0,0 1 0,0-1 0,1 0 0,-1 1 0,1-1 0,-1 1 0,0-1 0,1 1 0,-1-1 0,1 1 0,-1-1 0,1 1 0,-1 0 0,1-1 0,0 1 1,-1 0-1,1-1 0,0 1 0,0 0 0,-1 0 0,1-1 0,0 1 0,0 1 0,12 7-102,26-4-44,59-9-143,127-23 1,-74 7 110,-142 19 453,28-6-13272,-22 1 10510,19-17-6571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9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14567,'0'0'14654,"-1"25"-12538,-11 333-686,13-306-1430,0-24 0,-1 1 0,-4 28 0,4-56-144,0 1-1,-1-1 1,1 1-1,-1 0 1,1-1-1,-1 1 1,0-1-1,1 0 1,-1 1-1,0-1 1,0 1 0,0-1-1,0 0 1,0 0-1,-1 0 1,1 0-1,0 0 1,-3 2-1,2-2-358,-1 0-1,1 0 0,0 0 0,-1 0 0,1 0 0,-1-1 1,1 1-1,-1-1 0,1 0 0,-1 0 0,0 0 1,1 0-1,-1 0 0,1 0 0,-1-1 0,1 1 0,-5-3 1,-19-12-8269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9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 4002,'0'0'4815,"21"-4"-2827,0 0-1419,122-18 4352,253-22 2672,-403 48-7212,0 0-1,0 1 1,0 0-1,0 0 1,1 0 0,-1 1-1,-8 11 1,10-12-407,0 0 0,0 1 1,1 0-1,-1 0 1,1 0-1,1 0 1,-1 0-1,1 1 1,0-1-1,1 1 0,0 0 1,0 0-1,-2 10 1,9-16-41,0 0 0,0 0 0,0-1 1,0 1-1,0-1 0,9-1 0,-10 1 25,6-2 112,1 0-1,-1-1 1,0 0 0,1-1-1,-1 0 1,-1 0 0,1-1-1,-1 0 1,0-1-1,0 0 1,0 0 0,-1-1-1,0 0 1,13-16-1,-22 34 5294,2 22-5296,1-10-49,-3-10-5,1-9-429,0 0-1,0 0 0,0 0 0,0 0 0,1 0 1,-1 0-1,1 0 0,2 5 0,9 2-5754,12-6-4411,-10-5 1935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9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1 250 6723,'0'0'16813,"5"12"-15303,20 38-405,-6-27 101,-19-23-1183,0 0 0,1 0 0,-1 0 0,0 1 0,1-1 1,-1 0-1,0 0 0,0 0 0,1 0 0,-1 0 0,0 0 0,0 0 0,1 0 0,-1 0 0,0 0 0,1-1 0,-1 1 0,0 0 0,0 0 0,1 0 0,-1 0 0,0 0 0,0 0 0,1-1 0,-1 1 0,0 0 0,0 0 0,0 0 0,1 0 0,-1-1 0,0 1 0,0 0 0,0 0 0,0-1 0,0 1 0,1 0 0,-1 0 0,0-1 0,0 1 0,0 0 0,0 0 0,0-1 0,0 1 0,3-42 740,-3 35-925,0-80 96,0-29-329,0 38-3560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0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239 138 4898,'0'0'21165,"-19"0"-19309,-60 1-698,77-1-1135,0 0-1,1 0 0,-1 0 1,0 0-1,0 0 0,0 0 0,1 1 1,-1-1-1,0 1 0,1 0 1,-1-1-1,0 1 0,1 0 1,-1 0-1,1 0 0,-1 0 1,1 0-1,-1 0 0,1 0 1,0 0-1,-1 1 0,1-1 0,0 1 1,0-1-1,0 1 0,0-1 1,-1 3-1,1 0-42,0 1 0,1-1 0,-1 0 0,1 1 0,0-1 0,0 0 0,1 9 0,0 0-18,0 2-165,1 0 0,1-1 0,0 1-1,1-1 1,11 25 0,5 23-496,-15-42 493,-2 1 0,0 0 0,-1 39 0,-2-59 207,-1 0 0,1 0 1,-1 0-1,1 0 0,-1 0 1,1 0-1,-1-1 0,1 1 1,-1 0-1,1 0 0,-1-1 1,0 1-1,0 0 0,1-1 1,-1 1-1,0-1 0,0 1 1,0-1-1,0 1 0,0-1 1,0 0-1,1 1 0,-1-1 1,0 0-1,0 0 0,0 0 1,0 0-1,0 0 0,0 0 1,0 0-1,-2 0 0,-40-1 135,36 0-109,3 1-22,0-1 1,-1 1-1,1-1 0,0-1 0,0 1 1,0 0-1,0-1 0,0 0 1,0 0-1,0 0 0,0 0 0,1-1 1,-1 0-1,1 1 0,0-1 1,-3-4-1,4 5-5,1 0 0,-1 0 0,1-1 0,0 1 0,0 0 0,-1-1 0,2 1 0,-1-1 0,0 0 0,0 1 0,1-1 0,0 0 0,-1 1 0,1-1 0,0 0 0,0 1 0,1-1 0,-1 0 0,0 1 0,1-1 0,0 0 1,0 1-1,-1-1 0,1 1 0,1-1 0,-1 1 0,0 0 0,3-4 0,9-10-124,1 1 1,0 0 0,1 1-1,1 1 1,0 0-1,26-15 1,21-18-809,71-68-324,-113 95 1388,-1-2 0,-2 0 1,0-1-1,17-27 0,-34 48 3,-1 1-1,0 0 0,1 0 1,-1 0-1,0-1 0,0 1 0,1 0 1,-1 0-1,0-1 0,0 1 1,0 0-1,1 0 0,-1-1 1,0 1-1,0 0 0,0-1 1,0 1-1,0 0 0,0-1 0,0 1 1,1 0-1,-1-1 0,0 1 1,0 0-1,0-1 0,0 1 1,-1 0-1,1-1 0,0 1 0,0 0 1,0-1-1,0 1 0,0 0 1,0 0-1,0-1 0,-1 1 1,1 0-1,0-1 0,0 1 1,0 0-1,-1 0 0,1-1 0,0 1 1,-17 4 1090,-17 14-1268,28-12 104,0-1 0,0 1 1,0 0-1,1 0 1,0 0-1,0 1 1,1 0-1,0 0 1,0 0-1,1 0 1,0 1-1,0 0 1,0-1-1,1 1 1,0 0-1,1 0 0,0 0 1,0 0-1,1 16 1,0-18-198,1 1 0,0-1 1,0 0-1,0 0 0,1 0 0,0-1 0,0 1 1,0 0-1,1-1 0,-1 1 0,8 9 1,-7-12-177,0 1 1,0-1-1,1 1 1,0-1-1,-1 0 0,1 0 1,0-1-1,0 1 1,1-1-1,-1 0 1,0 0-1,1 0 1,0-1-1,-1 1 1,1-1-1,7 0 1,-6 1-769,1-2 0,0 1 0,0-1 0,0 0 0,0 0 1,0-1-1,12-3 0,15-15-8148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0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14759,'0'0'12496,"-11"24"-10588,-30 83-318,36-91-1386,0 1-1,1 0 1,1 0 0,1 0 0,1 1-1,0-1 1,1 0 0,3 20 0,-1 16-24,-3-29-180,1-15 0,-1 0 0,1-1 0,1 1 0,0 0 0,0 0 0,0 0 0,5 12 0,5-15-2924,9-10-6165,-12-13 837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0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13654,'0'0'3234,"142"3"-49,-88-3-1664,7 0-1169,-7 0-352,-6-5-32,-8-9-1681,8-1-912,-14-6-2785,-1-6-2498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1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 9748,'0'0'13671,"21"26"-11222,3 3-1772,6 7 501,-1 2 1,43 72-1,-54-76-933,0 1-1,-3 0 0,0 1 0,-3 0 1,-1 2-1,-1-1 0,-3 1 0,0 0 1,-3 1-1,-1 71 0,-3-99-244,-1 1 0,0-1 0,-1 1 0,-1-1 0,0 0 0,0 0 0,-1 0 0,-1-1 0,1 1 0,-2-1 0,1 0 0,-2 0 0,1-1 0,-1 0 0,0 0 0,-1 0 0,0-1 0,-1 0 0,0-1 0,0 0 0,0 0 0,-1-1 0,0 0 0,0-1 0,0 0 0,-22 7 0,12-6-219,0 2-1719,-1-1-1,-1-1 1,1-1-1,-42 4 1,54-9-7008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1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482 12 1761,'0'0'8313,"12"-11"-4837,-15 21-1174,-7 5-1015,-101 132 3659,-41 84-3471,138-210-1460,2 1 0,0 0 0,1 0 1,1 1-1,1 1 0,1 0 0,1 0 0,1 0 0,2 1 0,0 0 0,0 33 1,3-55-21,1 1 0,1-1 0,-1 1 0,0-1 1,1 0-1,0 1 0,-1-1 0,1 0 1,1 1-1,-1-1 0,0 0 0,1 0 0,0 0 1,-1 0-1,1 0 0,1 0 0,-1-1 1,0 1-1,0-1 0,1 1 0,0-1 0,-1 0 1,1 0-1,0 0 0,0-1 0,0 1 1,0 0-1,0-1 0,1 0 0,-1 0 0,0 0 1,7 1-1,-4-1 7,0-1 0,0 0-1,-1 0 1,1 0 0,0-1 0,0 1 0,0-1 0,-1-1-1,1 1 1,0-1 0,-1 0 0,0 0 0,1-1 0,-1 1-1,0-1 1,0-1 0,0 1 0,7-8 0,-8 7 11,0 0 0,0-1 0,-1 1 0,0-1 0,0 0 0,0 0 0,-1-1 0,0 1 0,1 0 0,-2-1 0,1 1 0,-1-1-1,0 0 1,0 1 0,0-1 0,-1 0 0,0 0 0,0 1 0,-1-1 0,1 0 0,-3-6 0,2 9 5,1 1 0,-1-1 0,0 1 0,-1 0 0,1-1 0,0 1 0,-1 0 0,1 0 0,-1 0 0,1 0 0,-1 0 0,0 0 0,0 1 0,0-1-1,0 1 1,0-1 0,-1 1 0,1 0 0,0-1 0,0 1 0,-1 0 0,1 1 0,-1-1 0,1 0 0,-1 1 0,1-1 0,-5 1 0,-12-2 146,1 0 0,-35 3 0,30 0-44,19-1-108,-75 4 272,74-4-269,-1 1 0,1 0 0,0 1 1,-1-1-1,1 1 0,0 0 0,0 0 1,0 1-1,0-1 0,0 1 1,1 0-1,-6 4 0,10-7-56,-1 1 1,1-1-1,-1 0 1,1 0-1,0 0 0,-1 1 1,1-1-1,-1 0 1,1 0-1,-1 1 1,1-1-1,0 0 0,-1 1 1,1-1-1,0 1 1,0-1-1,-1 0 0,1 1 1,0-1-1,0 1 1,-1-1-1,1 1 0,0-1 1,0 1-1,0-1 1,0 1-1,0-1 1,0 1-1,0-1 0,0 1 1,0-1-1,0 1 1,0-1-1,0 1 0,0-1 1,0 1-1,0-1 1,0 1-1,1-1 0,-1 0 1,0 1-1,0-1 1,0 1-1,1-1 1,-1 1-1,0-1 0,1 0 1,-1 1-1,0-1 1,1 0-1,-1 1 0,1-1 1,-1 0-1,0 0 1,1 1-1,-1-1 0,1 0 1,-1 0-1,1 0 1,-1 1-1,1-1 1,-1 0-1,1 0 0,-1 0 1,1 0-1,0 0 1,42 0-5659,-35 0 3966,38-2-8923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5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136 152 1697,'0'0'4468,"1"-3"-4243,4-17 10025,-2 0-7786,8-34-3669,-2 25 1140,-1 3-4,-8 26 123,0 0 0,0 0 0,1 0 0,-1 0 1,0 0-1,0 1 0,0-1 0,0 0 0,0 0 1,0 0-1,0 0 0,1 0 0,-1 0 0,0 0 0,0 0 1,0 0-1,0 0 0,0 0 0,0 0 0,0 0 1,1 0-1,-1 0 0,0 0 0,0 0 0,0 0 0,0 0 1,0 0-1,0 0 0,1-1 0,-4 20 399,1 0-1,-2-1 1,-1 1-1,0-1 1,-1 0-1,-13 25 1,-11 35 779,-4 49 567,-33 241 1,66-309-4065,12-65-11746,-7 3 12454,21-17-3709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52 6739,'0'0'14148,"-10"17"-12489,7-12-1550,-6 9 274,1 1 0,0 0 0,1 0 0,0 1 0,1 0 0,1 0 0,-5 31-1,10-46-366,-2 11 86,1 0-1,0 0 1,1 0-1,1 0 1,0 0 0,2 12-1,-2-22-102,-1 0 0,1 1 1,0-1-1,0 0 0,0 0 0,1 0 1,-1 0-1,0 0 0,1-1 0,-1 1 0,1 0 1,-1-1-1,1 1 0,0-1 0,0 1 0,0-1 1,0 0-1,0 0 0,0 0 0,0 0 0,0 0 1,0 0-1,0-1 0,0 1 0,1-1 0,-1 1 1,0-1-1,1 0 0,-1 0 0,0 0 0,0 0 1,1 0-1,-1-1 0,0 1 0,0-1 0,1 1 1,1-2-1,0 1-20,-1-1 0,0 1 1,1-1-1,-1 0 0,0 0 1,0 0-1,0 0 0,0-1 1,-1 1-1,1-1 0,-1 0 1,1 1-1,-1-1 0,0 0 0,0-1 1,0 1-1,0 0 0,-1 0 1,1-1-1,-1 1 0,1-6 1,4-11-132,-1 0 1,4-29-1,-8 44 120,-1 3 27,3-13-46,-1 1-1,-1-1 0,0 0 1,-3-26-1,2 37 48,-1 0 0,0-1-1,0 1 1,-1 0-1,1 0 1,-1 0 0,0 0-1,0 0 1,0 0-1,-1 1 1,1-1 0,-1 1-1,0-1 1,0 1-1,0 0 1,0 0 0,0 0-1,-1 1 1,0-1 0,-6-2-1,2 0-23,-1 2-1,0-1 1,1 1-1,-1 1 1,0-1-1,-1 2 0,1-1 1,0 1-1,0 1 1,-1-1-1,1 2 1,-15 1-1,23 1-775,1-1-1,0 1 1,-1 0-1,1-1 1,0 1-1,0 0 1,1-1-1,-1 1 1,0 0-1,2 3 1,0-4 313,-1-1 1,1 0 0,-1 0-1,1 0 1,0 0-1,-1 0 1,1 0-1,0 0 1,0 0-1,0-1 1,0 1 0,-1-1-1,1 1 1,0-1-1,0 0 1,0 0-1,3 0 1,32 1-4531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5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14 136 7619,'0'0'13732,"-2"13"-12110,-9 175 1217,11-187-2853,1 0-1,-1 0 1,0 0 0,1 0 0,0 0 0,-1 0-1,1 0 1,-1 0 0,1-1 0,0 1-1,0 0 1,0 0 0,-1-1 0,1 1 0,0 0-1,0-1 1,0 1 0,0-1 0,0 1 0,0-1-1,0 1 1,0-1 0,0 0 0,0 1-1,0-1 1,1 0 0,-1 0 0,0 0 0,0 0-1,1 0 1,1 0-50,-1 0-1,1 0 1,0 0-1,-1 0 1,1 0-1,-1 0 0,1-1 1,-1 1-1,1-1 1,-1 0-1,1 0 1,-1 0-1,0 0 1,4-2-1,4-6-93,-1 0 1,0-1-1,0 0 0,-1-1 0,0 0 0,12-23 1,-20 36 174,0 1 1,0-1-1,0 0 1,0 1 0,0-1-1,0 0 1,1 0-1,0 0 1,-1 1 0,1-1-1,0 0 1,0 0-1,0 0 1,0 0-1,0 0 1,0 0 0,1-1-1,-1 1 1,1 0-1,-1-1 1,1 1 0,0-1-1,3 3 1,-1 0-15,1 0 1,-1-1-1,1 1 1,-1-1-1,1-1 1,0 1-1,0 0 1,0-1-1,1 0 1,-1-1-1,7 2 1,-9-2 1,1 0 0,-1-1 0,1 0-1,-1 1 1,1-1 0,-1-1 0,1 1 0,-1 0 0,1-1 0,-1 0 0,0 0 0,1 0-1,-1 0 1,0 0 0,0-1 0,0 0 0,0 1 0,0-1 0,0 0 0,0 0 0,3-4 0,-3 1 13,0 0 0,0 0 1,0-1-1,0 0 0,-1 1 1,0-1-1,0 0 1,-1 0-1,0 0 0,0 0 1,1-9-1,-2 3 162,1 1 0,-1 0 0,-1-1-1,0 1 1,-1 0 0,0 0 0,-1-1 0,0 2 0,0-1-1,-1 0 1,-1 1 0,0 0 0,0 0 0,-1 0 0,0 0-1,-1 1 1,0 0 0,0 1 0,-1-1 0,0 1 0,-18-12 0,26 20-211,0-1 0,0 1 1,0 0-1,0 0 1,0 0-1,0 0 0,-1 0 1,1 0-1,0 0 1,0 0-1,0 0 0,0 0 1,0 0-1,-1 0 1,1 0-1,0 0 0,0 0 1,0 0-1,0 0 1,0 0-1,0 0 1,-1 0-1,1 0 0,0 0 1,0 0-1,0 0 1,0 0-1,0 0 0,0 0 1,-1 1-1,1-1 1,0 0-1,0 0 0,0 0 1,0 0-1,0 0 1,0 0-1,0 0 0,0 0 1,0 1-1,0-1 1,0 0-1,-1 0 1,1 0-1,0 0 0,0 0 1,0 0-1,0 1 1,0-1-1,0 0 0,0 0 1,0 0-1,0 0 1,0 0-1,0 1 0,1 13-1579,-1-11 1127,1 0 0,0 0 0,-1 0-1,1 0 1,0-1 0,0 1 0,1 0-1,-1-1 1,3 5 0,18 9-4754,9-5-1975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6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2097,'0'0'19417,"61"-2"-18521,-21-3-143,1 1-321,6 1-288,-13 1-128,0 0-16,-14 2-624,-6 0-753,-7 0-1072,-21 4-10117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6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2593,'0'0'16408,"135"9"-14231,-94-9-865,-14 0-799,-7 0-513,0 0-16,-13-2-1201,7-5-1904,-14 1-3619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7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 6419,'0'0'14809,"6"11"-13496,-1-2-985,-1 1 0,0 0 0,0 0 1,-1 0-1,-1 1 0,0-1 0,0 1 0,-1 0 0,0 13 0,8-37-397,0 0-1,1 1 0,0 0 0,1 0 0,0 2 0,1-1 0,0 1 0,1 1 0,17-10 1,-30 19 117,1 0 0,0-1 0,-1 1 1,1 0-1,0 0 0,-1 0 1,1 1-1,0-1 0,-1 0 0,1 0 1,0 0-1,-1 0 0,1 0 1,-1 1-1,1-1 0,0 0 0,-1 1 1,1-1-1,-1 0 0,1 1 1,-1-1-1,1 1 0,-1-1 1,1 1-1,-1-1 0,0 1 0,1-1 1,-1 1-1,1 0 0,15 28 742,-14-25-705,0 1 0,0-1-1,0 0 1,0 0 0,1-1-1,0 1 1,5 6 0,-6-10-86,-1 1 0,0 0 1,1-1-1,-1 1 0,0 0 1,1-1-1,-1 0 0,1 1 1,-1-1-1,1 0 0,-1 0 1,1 0-1,-1 0 1,1 0-1,-1 0 0,1 0 1,-1-1-1,1 1 0,-1 0 1,1-1-1,-1 1 0,0-1 1,1 0-1,1-1 0,35-28-207,-12 7 179,-13 13 172,21-15-280,-15 17 2991,1 60-2150,-19-29-678,2 0-2594,-2-23 2165,0 1 0,0 0 0,0 0 0,0 0 0,0-1 0,0 1 0,0 0 0,0-1 0,0 1 0,0-1 0,0 0 0,1 1 0,-1-1 0,0 0 0,0 1 0,0-1 0,1 0 0,-1 0 0,0 0 0,0 0 0,2-1 0,22 0-6698,2-9-2234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7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48,'0'0'27549,"0"50"-26045,0-39-831,0-2-545,0 0-96,0-4-32,0-1-833,0-1-959,-14-30-20571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7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 3153,'0'0'20762,"54"-70"-20298,-54 79-464,0 13-48,0 5-528,0 5-1681,0 4-1729,0 0-3585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8.2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198 506 7716,'0'0'16036,"-20"-8"-14947,-61-24-406,78 31-648,-1 0 0,1-1 0,-1 2 0,1-1 1,-1 0-1,1 1 0,-1 0 0,1 0 0,-1 0 1,0 0-1,1 0 0,-1 1 0,-6 1 0,8-1-14,0 0 0,0 0-1,0 0 1,0 1 0,1-1-1,-1 0 1,0 1 0,0-1 0,1 1-1,-1 0 1,1-1 0,0 1-1,-1 0 1,1 0 0,0 0-1,-1 3 1,-1 3-82,0 1 0,1 0-1,1 1 1,-1-1 0,1 0 0,1 0-1,0 13 1,0-17-67,2-5 36,1 0 0,-1 0-1,0 0 1,1 0-1,-1 0 1,1 0 0,-1 0-1,0-1 1,0 1-1,4-2 1,6-8-24,0 0 0,-1 0 0,-1-1 1,0 0-1,0-1 0,-1 0 0,13-24 0,-5 10-275,4-7 275,-2-1 1,-2 0-1,-1-1 0,-2-1 0,-1 0 1,-2-1-1,12-69 0,-21 41 1203,-2 41 1519,-8 30-363,-6 19-1989,1 1-1,1 1 1,1 0-1,2 1 1,1 0-1,1 0 0,1 1 1,2 0-1,1 0 1,1 0-1,1 0 1,5 47-1,-3-69-358,-1 1 0,1 0 0,1 0 0,0-1 0,0 1-1,0-1 1,1 0 0,0 1 0,0-1 0,1 0 0,0-1 0,0 1 0,10 11-1,-9-14-331,0 1 0,0-1-1,0 0 1,1 0-1,-1-1 1,1 0-1,0 0 1,0 0 0,1 0-1,-1-1 1,0 0-1,1-1 1,-1 1-1,1-1 1,-1-1 0,11 1-1,37-1-5020,6-4-3237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8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7555,'0'0'14797,"0"8"-12954,-10 137 5137,0 18-7466,10-163 295,0 0 1,0 1-1,0-1 1,0 0-1,0 1 1,0-1-1,0 1 1,0-1-1,0 0 1,0 0-1,0 1 1,1-1-1,-1 0 1,0 1-1,0-1 1,0 0-1,1 1 1,-1-1-1,0 0 1,0 0-1,1 1 1,-1-1-1,0 0 1,0 0-1,1 0 1,-1 1-1,0-1 1,1 0-1,-1 0 0,0 0 1,1 0-1,-1 0 1,0 0-1,1 0 1,-1 0-1,0 0 1,1 0-1,-1 0 1,0 0-1,1 0 1,-1 0-1,0 0 1,1 0-1,-1 0 1,0 0-1,1 0 1,-1 0-1,0 0 1,1-1-1,-1 1 1,0 0-1,1 0 1,-1-1-1,7-4-6716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8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5539,'0'0'18488,"149"0"-17335,-95 0-497,-7 0-544,-6 0-112,-7-7-512,0-2-817,-7-2-1456,-7-2-1473,0-6-3954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9.0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0 5523,'0'0'18267,"-2"8"-15981,-26 72 1531,15-48-2871,2 1-1,-10 42 1,15-37-934,2 1 1,1 42-1,4-80-64,-1-1-1,1 1 1,0 0-1,0-1 1,0 1-1,0-1 1,0 0 0,0 1-1,0-1 1,0 0-1,0 1 1,0-1 0,0 0-1,0 0 1,0 0-1,0 0 1,0 0-1,0 0 1,0 0 0,0 0-1,1-1 1,23-1-2602,-22 0 2014,0 1 0,0-1-1,0 0 1,0 0 0,0 0 0,-1 0 0,1 0-1,-1 0 1,1-1 0,-1 1 0,0-1 0,0 0-1,0 0 1,0 0 0,1-3 0,-3 6 598,20-35-10597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9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8420,'0'0'24347,"41"0"-24347,-41 4-1088,0 12-2386,0-7-2257,-7-2-3873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9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481 0 16808,'0'0'7955,"-102"149"-3056,69-97-3347,6 5-1296,-1-3-160,-5-4-96,-15 1-704,1 1-1393,-1-2-1360,-6-9-2242,-7-7-6002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51.3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1 576,'0'0'2497,"-122"0"-2272,81 7-193,-6 9-32,-8 4-225,-5 0-959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6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3650,'0'0'4378,"-4"25"-2972,-20 191 1203,18 85 230,6-221-2546,6-62-1710,-1-18-7,-1-11-166,1-17-2290,2-7-407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7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240 168 16,'0'0'4925,"1"-6"-4399,3-15-102,-4 21-398,1 0 0,-1-1 0,0 1 0,0 0 0,0-1 0,1 1 1,-1 0-1,0-1 0,0 1 0,1 0 0,-1-1 0,0 1 0,0 0 0,1 0 1,-1 0-1,0-1 0,1 1 0,-1 0 0,1 0 0,-1 0 0,0 0 0,1-1 1,-1 1-1,0 0 0,1 0 0,-1 0 0,1 0 0,-1 0 0,0 0 0,1 0 1,-1 0-1,1 0 0,-1 1 0,0-1 0,1 0 0,-1 0 0,0 0 1,1 0-1,-1 0 0,0 1 0,1-1 0,-1 0 0,0 0 0,1 1 0,-1-1 1,0 0-1,0 0 0,1 1 0,-1-1 0,19 15 719,-18-13-601,10 2 5,0 0 0,-1 0 0,1-1-1,0 0 1,1-1 0,-1 0-1,0-1 1,1-1 0,-1 1 0,1-2-1,11-1 1,10 2 259,60-6 19,-1-3 0,122-29-1,-109 18-230,34-6-91,2-2-69,2 6 0,191-5 0,-334 27 18,1 0 1,0 1-1,-1-1 0,1 0 1,-1 1-1,1-1 0,-1 1 0,1-1 1,0 1-1,-1-1 0,0 1 1,1-1-1,-1 1 0,1 0 0,-1-1 1,0 1-1,1 0 0,-1-1 1,0 1-1,0 0 0,0-1 0,1 1 1,-1 0-1,0-1 0,0 1 1,0 0-1,0 0 0,0-1 0,-1 2 1,1 31 1609,0-23-1070,-14 441 4931,14-451-5524,0 1 0,0 0 0,0-1 0,0 1 0,0-1 0,0 1 0,-1 0 0,1-1 0,0 1-1,0-1 1,-1 1 0,1 0 0,0-1 0,-1 1 0,1-1 0,0 1 0,-1-1 0,1 0 0,-1 1-1,1-1 1,-1 1 0,1-1 0,-1 0 0,1 1 0,-1-1 0,0 0 0,1 1 0,-1-1 0,1 0-1,-1 0 1,0 0 0,1 0 0,-2 1 0,-27-2-208,15 1-65,-36 1-200,1 3 0,-93 20 0,-98 40 156,140-35 258,-930 214 55,982-238-71,180-55-2817,-45 9-6080,-53 21 2712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7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53 1889,'0'0'9674,"-4"-6"-8308,-11-19-470,15 25-869,-1-1 0,1 1 1,-1 0-1,1 0 0,-1-1 0,0 1 1,1 0-1,-1 0 0,1 0 0,-1 0 1,0 0-1,1 0 0,-1 0 0,1 0 0,-1 0 1,0 0-1,1 1 0,-1-1 0,1 0 1,-1 0-1,0 0 0,1 1 0,-1-1 0,1 0 1,-1 1-1,1-1 0,-1 0 0,1 1 1,0-1-1,-1 1 0,1-1 0,-1 1 1,1-1-1,0 1 0,-1-1 0,1 1 0,0-1 1,-1 1-1,1-1 0,0 2 0,-15 21 583,10-7-516,1-1 0,0 1-1,1 0 1,0 0 0,1 1-1,1-1 1,2 30 0,-1-27-126,0-18 28,0 0 1,1-1 0,-1 1-1,0-1 1,1 1-1,-1-1 1,0 1-1,1-1 1,-1 0 0,0 1-1,1-1 1,-1 1-1,1-1 1,-1 0-1,1 1 1,-1-1 0,1 0-1,-1 0 1,1 1-1,-1-1 1,1 0-1,-1 0 1,1 0 0,-1 0-1,1 1 1,0-1-1,-1 0 1,1 0 0,-1 0-1,1 0 1,0-1-1,-1 1 1,1 0-1,-1 0 1,1 0 0,-1 0-1,1 0 1,-1-1-1,1 1 1,0-1-1,28-10-165,-14-2 101,0 0 0,-1-1 0,-1-1 0,0 0 0,0-1 0,-2 0 0,0-1 0,-1 0 0,-1-1 0,0 0 0,11-36 0,-33 85 3936,7-20-3533,1 0 0,0 0 0,1 1 0,0-1 0,1 1 0,-3 24 0,5-17-176,3 21 11,-1-38-184,0 0-1,-1-1 1,1 1-1,0-1 0,0 1 1,0-1-1,0 1 0,0-1 1,0 1-1,0-1 0,1 0 1,-1 0-1,0 0 0,1 0 1,-1 0-1,1 0 0,-1 0 1,1 0-1,0 0 0,2 0 1,18 6-1497,1-2 0,-1 0 1,1-2-1,24 1 1,-44-4 1225,51 6-5988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8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1091 1953,'0'0'5360,"5"4"-4221,3 0-734,0-1 0,0 0 1,0-1-1,0 0 0,0 0 1,0 0-1,0-1 0,1 0 0,-1-1 1,16-1-1,186 19 462,-166-17-1435,1-2 0,-1-1 1,0-3-1,0-2 0,73-20 0,-41 1-696,0-3-1,90-50 0,-139 65 1323,-2-2-1,0 0 0,-1-2 1,0 0-1,-2-2 1,0 0-1,-2-2 0,0 0 1,26-39-1,-38 48 273,-2-1 1,1 1-1,-2-1 0,0-1 0,0 1 1,-1-1-1,-1 0 0,1-18 1,0-15 1551,-5-61 1,0 37-1031,1 69-850,1 1 0,-1-1-1,1 0 1,0 1 0,0-1-1,1 0 1,-1 1 0,0-1 0,1 1-1,-1 0 1,1 0 0,0-1-1,0 1 1,0 0 0,0 0-1,0 1 1,0-1 0,0 0 0,1 1-1,-1-1 1,1 1 0,4-2-1,70-26-37,-53 21 38,126-40 5,2 7-1,186-26 0,316-11 1394,-517 64-372,-53 3 986,-83 11-154,-28 0-2323,17 0-2733,5-1-3281,0-5 1790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8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3522,'0'0'11512,"7"17"-9909,24 57-613,-28-70-915,0 1-1,0-1 1,0-1 0,0 1 0,1 0-1,-1-1 1,1 0 0,0 0 0,0 0 0,0 0-1,0 0 1,1-1 0,-1 0 0,1 0 0,-1 0-1,1-1 1,6 2 0,10 5 57,-10-4-111,-1 1 1,0 0-1,-1 0 1,1 1-1,14 12 1,-23-17-2,0 1-1,1-1 1,-1 0 0,0 1 0,0-1 0,0 0 0,0 1 0,0-1 0,0 1-1,0 0 1,0-1 0,-1 1 0,1 0 0,-1-1 0,1 1 0,-1 0 0,0 0-1,1 0 1,-1-1 0,0 1 0,0 0 0,0 0 0,-1-1 0,1 1 0,0 0-1,-1 0 1,1 0 0,-1-1 0,1 1 0,-1 0 0,0-1 0,0 1 0,0-1-1,0 1 1,0-1 0,0 1 0,0-1 0,0 0 0,-1 1 0,1-1 0,0 0-1,-1 0 1,1 0 0,-1 0 0,-1 1 0,-17 11 505,0 0 0,-1-1 0,-44 17-1,46-21-609,1-1 0,0 2-1,1 1 1,0 0 0,0 1-1,-24 21 1,28-17-1367,10-3-3147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09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3089,'0'0'9439,"-2"9"-7841,-16 72 425,4 1 0,4 0 0,0 103 0,22 329 360,-10-430-3068,-2-70-3390,-2-89-6223,-3 15 2468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1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466 826 2017,'0'0'7521,"-1"-4"-7046,1 3-446,0 0 1,0 0 0,0 0 0,0 0-1,0 0 1,0 0 0,1 0 0,-1 0-1,0 0 1,1 0 0,-1 1 0,1-1-1,-1 0 1,1 0 0,-1 0 0,1 0-1,-1 1 1,1-1 0,0 0 0,-1 1 0,1-1-1,0 0 1,0 1 0,0-1 0,-1 1-1,1-1 1,0 1 0,0 0 0,0-1-1,0 1 1,0 0 0,0 0 0,0-1-1,0 1 1,0 0 0,0 0 0,0 0-1,1 0 1,61-4 992,-20 2-432,618-110 1296,-288 44-2006,304-53-437,678-103 1589,252 63 211,-822 103-1325,-407 27-215,606 15 171,-804 18 100,369 19-15,55 0-1,12-21-387,-576-3 395,53-10 0,-56 7 783,65-3 3166,-105 18-3688,-1 0 0,1 0-1,-1 0 1,-1 0-1,0 0 1,-8 10-1,8-10-11,-10 17 134,1 2 0,2 0 0,0 0 0,2 1 1,2 1-1,-9 48 0,5 5 574,-1 98 0,11 226 182,3-221 125,6-135-904,-3-39-182,-2-36-668,-2 22 459,-1-1 0,1 1 0,-1-1 1,0 1-1,0 0 0,0 0 0,0-1 0,0 1 0,0 0 0,-1 0 0,1 0 0,-1 0 0,1 0 0,-1 0 1,0 1-1,0-1 0,0 1 0,0-1 0,0 1 0,0-1 0,0 1 0,0 0 0,-1 0 0,-3-1 0,-5-2-89,0 0-1,0 1 1,-1 0-1,-12-1 0,-63-3-399,-143 7-1,120 3 451,-532 19-56,333-22 138,-357 8 64,468 4-51,-267 50 0,-623 77 15,166-30-1,-123 33 224,809-119-251,-477 40-134,28 22 151,3 39-22,568-106 35,-1-5 1,-165-3 0,152-10 10,-540 11 112,795-18-99,-21-16-2464,-37 0-2041,-8-5-2178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2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1649,'0'0'10639,"0"14"-8630,5 234 6131,7 10-5034,5 278-2701,-18-499-1346,3 0 1,1 0 0,14 70-1,-16-105 625,-1 0 0,0 0-1,1 0 1,0 0 0,-1 1-1,1-1 1,0 0 0,0 0-1,0-1 1,0 1 0,1 0 0,-1 0-1,0 0 1,1-1 0,-1 1-1,1-1 1,0 1 0,-1-1-1,1 0 1,0 1 0,0-1-1,0 0 1,0 0 0,2 1 0,22-1-7416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2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1617,'0'0'8105,"2"4"-6870,2 4-614,-2 1 1,1-1-1,-1 1 1,0 0-1,-1-1 1,0 1-1,0 12 0,-5 74 1968,3-60-1796,-8 211 3096,13 124-2746,-2-337-1423,2 0-1,10 44 1,7-21-9577,-16-52 4025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2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5715,'0'0'10378,"0"8"-9231,-5 239 4887,-24 132-2488,0 35-2389,25-138-5440,3-276 4161,1 0 0,0 0 0,0 1 0,0-1 0,0 0 0,0 0 1,0 0-1,0 1 0,0-1 0,0 0 0,0 0 0,0 0 1,0 1-1,0-1 0,1 0 0,-1 0 0,0 1 0,0-1 0,0 0 1,0 0-1,0 0 0,0 0 0,0 1 0,1-1 0,-1 0 0,0 0 1,0 0-1,0 0 0,0 0 0,1 1 0,-1-1 0,0 0 1,0 0-1,0 0 0,1 0 0,-1 0 0,0 0 0,0 0 0,0 0 1,1 0-1,-1 0 0,0 0 0,0 0 0,0 0 0,1 0 1,-1 0-1,0 0 0,0 0 0,1 0 0,-1 0 0,0 0 0,0 0 1,0 0-1,1 0 0,-1 0 0,0 0 0,0-1 0,0 1 1,0 0-1,1 0 0,-1 0 0,0 0 0,0 0 0,0-1 0,0 1 1,1 0-1,17-10-7596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3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 8340,'0'0'8756,"-8"24"-6755,-7 24-840,1 0 0,3 1 0,-8 88 1,20 332 2312,46-1-4323,-47-466 683,0-1 1,1 1 0,0 0-1,-1 0 1,1 0 0,0-1-1,0 1 1,0 0 0,0-1-1,0 1 1,0-1 0,1 1 0,-1-1-1,2 2 1,-1-2-270,-1 0 0,0 0 0,0 0 0,1 0 0,-1-1 0,0 1 1,1 0-1,-1-1 0,1 1 0,-1-1 0,1 1 0,-1-1 0,1 0 0,-1 0 0,1 1 0,-1-1 0,1 0 1,-1 0-1,1-1 0,-1 1 0,1 0 0,-1 0 0,1-1 0,-1 1 0,1-1 0,-1 1 0,1-1 0,1-1 1,18-23-7672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3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11 6819,'0'0'10994,"10"-4"-9676,-5 3-1228,-3 0-44,0 0-1,0 0 1,0 0-1,1 1 0,-1-1 1,0 1-1,0-1 0,1 1 1,-1 0-1,0 0 0,1 0 1,2 1-1,-4 0-5,0 0 0,0 0-1,0 0 1,0 0 0,0 0 0,0 0-1,0 0 1,0 1 0,0-1 0,0 0-1,-1 0 1,1 1 0,0-1 0,-1 1-1,1-1 1,-1 1 0,0-1 0,1 1-1,-1-1 1,0 1 0,0-1 0,0 1-1,0-1 1,0 1 0,0-1-1,-1 3 1,-2 38 1112,-1 1 0,-17 68 0,-4 38 338,16 1-422,11 180-1,0-302-1023,1-1 0,1 0 0,11 35 0,-13-51-345,2 0-1,-1-1 1,2 0-1,-1 0 1,1 0-1,1-1 1,0 1-1,0-1 1,0-1-1,1 1 1,9 7-1,-15-15-171,1 0-1,0 0 1,-1 0-1,1 0 1,0 0 0,0 0-1,0-1 1,0 1-1,0-1 1,-1 0-1,1 1 1,0-1 0,0 0-1,0 0 1,0 0-1,0 0 1,0 0-1,0-1 1,0 1-1,0-1 1,0 1 0,0-1-1,2-1 1,17-19-7181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3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3986,'0'0'11987,"7"10"-9861,-3-3-1823,0 0 0,-1 0 0,0 0 0,0 1-1,0-1 1,-1 1 0,0 0 0,-1-1 0,1 1 0,-2 0 0,1 0 0,-1 0 0,0 0-1,-2 15 1,-18 443 5583,20-425-5788,2-8-10,2 1-1,1-1 1,18 62-1,-1-3-1835,-20-82 901,8 33-2333,-10-41 2677,1 0 0,-1 0 0,1 0 0,0 0 0,0-1 0,0 1 0,0 0 0,0 0 0,0 0 0,0-1 0,1 1 0,-1-1 0,1 1 0,-1-1-1,1 0 1,1 2 0,11-1-5966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4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4226,'0'0'7038,"0"12"-5843,-9 198 7496,-4-114-7412,-3-5-561,4 1-1,3 0 1,5 0 0,9 130-1,1-195-675,0 0-1,1 0 1,2-1 0,1 0-1,1-1 1,24 42-1,-19-37-4,0 1 0,-2 1-1,14 50 1,-27-82-52,-1 1 1,0-1 0,0 0-1,0 0 1,1 1 0,-1-1-1,0 0 1,0 1-1,0-1 1,0 0 0,0 0-1,0 1 1,1-1 0,-1 0-1,0 1 1,0-1-1,0 0 1,0 1 0,0-1-1,0 0 1,0 1 0,-1-1-1,1 0 1,0 1-1,0-1 1,0 0 0,0 1-1,0-1 1,0 0 0,-1 0-1,1 1 1,0-1-1,0 0 1,0 0 0,-1 1-1,1-1 1,0 0 0,0 0-1,-1 1 1,1-1 0,0 0-1,0 0 1,-1 0-1,1 0 1,0 0 0,-1 1-1,1-1 1,0 0 0,-1 0-1,1 0 1,0 0-1,0 0 1,-1 0 0,1 0-1,0 0 1,-1 0 0,1 0-1,-1 0 1,-20-10-1851,16 7 1083,-59-24-5275,20 12-913,4 3-2307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5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14 3362,'0'0'9559,"-18"7"-7628,4-1-1546,-3 0 132,0 0 1,0 2-1,1 0 1,1 1-1,-1 0 1,-21 19-1,34-26-416,1 0 0,0 0 0,1 0 0,-1 1 0,0-1 0,1 1 0,-1-1 0,1 1 0,0 0 0,0-1 0,0 1 0,0 0 0,0 0 0,1 0 0,-1-1 0,1 1 0,0 5 0,0-6-80,0-1 1,0 1-1,1-1 1,-1 1-1,1-1 1,-1 1-1,1-1 1,0 0-1,-1 1 1,1-1-1,0 0 1,0 1-1,0-1 1,0 0-1,0 0 1,0 0-1,1 0 1,-1 0-1,0 0 1,0 0-1,1 0 1,-1 0-1,1-1 1,-1 1-1,1-1 1,-1 1-1,1-1 1,-1 1-1,1-1 1,2 0-1,13 3 43,0-1 0,0-1 0,0-1-1,1-1 1,-1 0 0,24-5 0,-35 5-71,-1 0 0,1-1 0,-1 0 0,0 0 0,1 0 0,-1 0 0,0-1 0,0 0 0,-1 0 0,1 0 0,-1 0 0,1-1 1,-1 0-1,0 0 0,0 0 0,-1 0 0,1-1 0,-1 0 0,0 1 0,0-1 0,-1 0 0,1 0 0,1-8 0,-3 9 33,1 1 0,-2-1 1,1 0-1,0 1 0,-1-1 0,0 0 0,1 0 0,-2 0 0,1 1 1,0-1-1,-1 0 0,0 0 0,1 1 0,-1-1 0,-3-6 0,3 8-190,-1 0 0,1 1 0,0-1 0,0 0 0,-1 1 0,1-1 0,-1 1 0,0 0 0,1-1 0,-1 1 0,-3-2 0,2 2-929,0 0-1,0 0 1,0 0-1,-1 0 1,1 0-1,0 1 0,0-1 1,-6 1-1,14 0-4223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8660,'0'0'13526,"0"133"-13270,0-103-208,7-6-48,0-5-720,13-6-1761,1-13-2081,6 0-4578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6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3970,'0'0'9671,"9"0"-8628,116-3 1868,-124 4-2876,0 0 1,0 0 0,0 0-1,-1 0 1,1 1 0,0-1-1,-1 0 1,1 0 0,-1 0-1,1 1 1,-1-1 0,1 0-1,-1 0 1,0 1 0,1-1-1,-1 0 1,0 1 0,0-1-1,0 0 1,0 1 0,0-1-1,-1 3 1,-1 35 979,1-34-877,0 0-1,-1 0 1,1-1-1,-1 1 1,0 0 0,0-1-1,-1 0 1,1 1-1,-1-1 1,0 0-1,0 0 1,-4 3 0,4-3 48,-1 1 0,1-1 0,-1 1-1,1 0 1,1 0 0,-1 0 0,-2 7 0,5-11-177,0 0 0,0 0-1,0-1 1,0 1 0,0 0-1,0 0 1,0 0-1,0 0 1,0 0 0,0 0-1,1 0 1,-1 0 0,0-1-1,1 1 1,-1 0 0,1 0-1,-1 0 1,1-1-1,-1 1 1,1 0 0,-1 0-1,1-1 1,0 1 0,-1-1-1,1 1 1,0 0-1,0-1 1,-1 1 0,1-1-1,0 0 1,0 1 0,0-1-1,0 0 1,0 1 0,-1-1-1,1 0 1,0 0-1,0 0 1,0 0 0,0 0-1,0 0 1,0 0 0,1 0-1,57-1 291,-41 0-265,58-9-1822,-50 4-503,-1-2 0,37-16 1,-15 4-5810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6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10277,'0'0'9367,"13"-1"-8991,141 0 411,-153 1-788,0 0 1,0 0-1,0 0 1,0 0-1,0 0 1,0 0 0,0 1-1,0-1 1,0 0-1,0 1 1,0-1-1,0 0 1,0 1-1,0-1 1,0 1-1,-1 0 1,1-1-1,0 1 1,0 0-1,0 0 1,-1-1-1,1 1 1,0 0 0,-1 0-1,1 0 1,-1 0-1,1 0 1,-1 0-1,1 0 1,-1 0-1,0 0 1,0 0-1,1 0 1,-1 0-1,0 0 1,0 0-1,0 0 1,0 0-1,0 0 1,0 0-1,0 0 1,-1 0 0,1 0-1,0 0 1,0 0-1,-1 0 1,1 0-1,-1 0 1,1 0-1,-2 2 1,0 1 17,0 1 0,0-1 0,-1 0 0,1 1 0,-1-1 0,0 0 0,0 0 0,-1-1 1,-5 5-1,-12 2 123,19-10-120,0 1 1,-1 0-1,1-1 1,0 1 0,0 0-1,0 0 1,0 0 0,0 0-1,0 0 1,0 0 0,0 1-1,1-1 1,-1 1 0,0-1-1,1 1 1,-1 0 0,1 0-1,-1-1 1,1 1 0,-2 4-1,6-5-47,1 1-1,-1-1 0,0 0 1,0 0-1,1 0 0,-1 0 1,0-1-1,1 1 1,6-1-1,6 3-221,-6-1 13,3 0-40,0 1 0,0 1-1,-1 0 1,12 6 0,-22-10 250,0 1 0,0-1 0,-1 1 0,1 0 0,-1 0 0,1 0 0,-1 0 0,1 0 0,-1 0 0,1 0 0,-1 1 0,0-1 0,0 0 0,0 1 0,0-1 0,0 1 0,0-1 0,0 1 0,0-1 0,0 1 1,-1 0-1,1-1 0,-1 1 0,1 0 0,-1 0 0,0 0 0,0-1 0,0 1 0,0 0 0,0 0 0,0 0 0,0-1 0,0 1 0,-1 0 0,1 0 0,-1-1 0,-1 4 0,1-3 67,-1 0 0,1 0 1,-1 0-1,0 0 0,0-1 1,0 1-1,0-1 0,0 1 1,0-1-1,0 0 0,-1 0 1,1 0-1,0 0 0,-1 0 1,1 0-1,-4 0 0,-48 9 1436,40-7-860,-38 3 1218,50-6-1736,25 0-4053,9 0-40,8 0-2942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7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8340,'0'0'14633,"-8"5"-13691,0 0-757,1 0 1,-1 1-1,1 0 1,1 0-1,-1 1 1,1 0-1,0 0 1,0 0-1,1 1 1,0 0-1,1 0 1,-1 0-1,2 1 1,-1-1-1,1 1 1,0 0-1,1 0 1,0 0-1,0 0 1,1 11-1,1-18-183,0 1 1,0-1-1,0 0 0,0 0 1,1 0-1,-1 0 0,1 0 0,0 0 1,0 0-1,0 0 0,0 0 1,0 0-1,0-1 0,0 1 0,0 0 1,1-1-1,-1 1 0,1 0 1,1 1-1,1 0-21,0-1-1,0 1 1,1-1 0,-1 0 0,1 0 0,-1-1-1,1 1 1,6 1 0,12 0-487,0-1 0,46 0-1,-50-3-80,12 3-628,48-3-2209,-43-10-1043,-33 10 3677,0 0-1,0-1 0,-1 0 0,1 0 1,0 0-1,-1 0 0,0 0 0,1 0 1,1-4-1,10-13-6396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7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1393,'0'0'16567,"-48"128"-14646,48-89-1233,0-1-528,0-2-160,14 0-1040,13-6-593,0-12-2993,7-14-2305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8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11557,'0'0'10293,"-23"8"-9485,-70 30-325,90-37-469,0 1-1,0 0 0,0 0 1,1 0-1,-1 0 1,0 1-1,1-1 0,0 1 1,-1-1-1,1 1 1,0 0-1,0 0 0,0 0 1,1 0-1,-1 0 1,1 1-1,0-1 0,0 0 1,0 1-1,0-1 1,0 1-1,1-1 0,0 1 1,-1-1-1,1 1 1,1-1-1,-1 1 0,0-1 1,1 0-1,0 1 0,1 3 1,-1 1-16,0-3-27,0-1 0,0 1 0,1-1 0,0 1 0,0-1 0,0 0 0,0 0 0,0 1 0,1-2 0,0 1 0,0 0 0,0 0 0,0-1 0,4 3 0,60 43-1602,-20-16-171,-46-32 1735,1 0 1,-1 0-1,0 0 1,0 0-1,0 0 1,0 0-1,0 0 1,0 1-1,0-1 0,0 0 1,-1 1-1,1-1 1,0 0-1,-1 1 1,1 2-1,-1-4 67,0 1 0,0-1 0,0 1 0,0 0 0,0-1-1,-1 1 1,1-1 0,0 1 0,0 0 0,-1-1 0,1 1-1,0-1 1,-1 1 0,1-1 0,-1 1 0,1-1 0,-1 0 0,1 1-1,-1-1 1,1 1 0,-1-1 0,1 0 0,-1 1 0,1-1-1,-2 0 1,-5 3 263,-1-1 0,1-1 0,-1 1 1,-14 0-1,5 0 101,-17 5 719,1 2 0,-40 16 1,25-9-765,46-15-610,3-13-9276,5-14 443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8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9877,'0'0'5282,"122"-2"-3121,-95 2-1233,6 0-800,1 0-128,0 0-576,-7 0-1073,7 0-2384,0 0-2851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8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0 10485,'0'0'4522,"-20"14"-1067,3-3-2666,-1 0-176,1 0 0,0 1 0,1 1 0,1 0 0,0 1 0,-17 21-1,24-22-506,1 0-1,1 0 0,0 1 0,1-1 0,0 1 0,1 0 0,1 1 0,0-1 0,1 1 0,0-1 0,2 1 0,1 29 0,-1-43-123,0 0 0,0 0 0,0 0 0,0 0 0,1 0 0,-1-1 0,0 1-1,1 0 1,-1 0 0,1 0 0,-1 0 0,1 0 0,-1-1 0,1 1-1,-1 0 1,1 0 0,0-1 0,-1 1 0,1-1 0,0 1 0,0 0 0,-1-1-1,1 1 1,0-1 0,0 0 0,0 1 0,0-1 0,0 0 0,0 1 0,0-1-1,-1 0 1,1 0 0,0 0 0,0 0 0,0 0 0,0 0 0,0 0 0,0 0-1,2-1 1,0 1-24,-1 0-1,1-1 1,0 1-1,0-1 1,0 0-1,0 0 1,-1 0-1,1 0 1,-1 0-1,1-1 1,0 1-1,2-3 0,1-3 13,0-1 0,-1 1 0,-1-1 0,1 0 0,-1 0 0,0 0 0,-1-1-1,0 1 1,0-1 0,-1 0 0,0 0 0,-1 0 0,0 0 0,0 0 0,-1 0-1,-1-13 1,1 21 53,-1 0 0,1 0 0,-1 0 0,1 0 0,-1 1 0,1-1 0,-1 0 0,0 0 0,1 1 0,-1-1 0,0 0-1,0 1 1,0-1 0,1 1 0,-1-1 0,0 1 0,0-1 0,0 1 0,0-1 0,0 1 0,0 0 0,0 0 0,0 0 0,0-1 0,0 1 0,0 0-1,0 0 1,0 0 0,-1 1 0,-42-2 90,32 2-73,11-1-105,0 0 0,0 0 0,1 1 0,-1-1 0,0 0 0,0 1 1,1-1-1,-1 1 0,0-1 0,1 1 0,-1-1 0,0 1 0,1-1 1,-1 1-1,1-1 0,-1 1 0,1 0 0,-1-1 0,1 1 0,-1 0 1,1 0-1,0-1 0,-1 1 0,1 0 0,0 0 0,0 0 0,0-1 1,-1 1-1,1 0 0,0 0 0,0 0 0,0-1 0,0 1 0,1 0 1,-1 0-1,0 0 0,0-1 0,0 1 0,1 0 0,-1 0 0,0 0 1,1-1-1,-1 1 0,0 0 0,1-1 0,-1 1 0,1 0 0,-1-1 1,1 1-1,0-1 0,-1 1 0,1-1 0,0 1 0,-1-1 0,1 1 1,0-1-1,0 1 0,5 2-1025,-1-1 1,0 1-1,1-1 0,0-1 0,-1 1 1,1-1-1,0 0 0,9 1 1,30-1-6195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9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 1377,'0'0'16471,"-5"-4"-12891,15 10-3448,-1-1 0,1 0 0,1-1 0,-1 0 0,0 0 0,1-1 0,0-1 0,0 0 0,0 0 0,15-1 0,24 6-108,-49-6-29,0-1 0,1 1-1,-1-1 1,0 1 0,1 0 0,-1-1 0,0 1 0,0 0 0,0 0-1,0 0 1,0 0 0,0 0 0,0 0 0,0 0 0,0 0 0,0 0-1,0 0 1,-1 1 0,1-1 0,0 0 0,-1 1 0,1-1 0,-1 0-1,0 1 1,1-1 0,-1 0 0,0 1 0,0-1 0,0 1 0,0-1-1,0 1 1,0-1 0,0 0 0,0 1 0,-1-1 0,1 1 0,-1-1-1,1 0 1,-2 3 0,-2 10 102,-1-1 0,0 1 0,-9 13 0,5-7 406,4-4-190,1-1 0,1 1-1,0 0 1,1 1 0,0 24-1,-2 19 160,-14 175 128,16-133-3126,2-126-13817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19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1473,'0'0'17288,"156"32"-17048,-109-27-240,-13 1-288,0-6-2130,-7 0-3904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5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5074,'0'0'6497,"-1"12"-5809,-15 231 1988,21-75-4082,-5-166 1099,0 0 1,0 0-1,0 0 1,0 0-1,1 0 0,-1 0 1,1 0-1,-1-1 1,1 1-1,0 0 1,0 0-1,0-1 0,0 1 1,0 0-1,0-1 1,0 1-1,0-1 1,0 1-1,1-1 0,-1 0 1,1 1-1,1 0 1,16 0-5996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5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2401,'0'0'7350,"19"-9"-6614,58-29-141,-68 34-499,-1 1 0,1-1 0,0 2 0,-1-1 0,1 1 0,0 1-1,0-1 1,1 2 0,-1-1 0,10 2 0,-1-1 149,-17 1-221,0-1 0,0 1 0,-1 0 0,1 0 0,0 0 0,0 0 0,-1 0 0,1 0 0,0 0 0,-1 0 0,1 0 0,-1 0 0,1 0 0,-1 1 0,0-1 0,1 0 0,-1 0 0,0 0 0,0 1 0,0-1 0,0 0 0,0 0 0,0 0 0,0 1 0,0-1 0,-1 1 0,-4 38 960,1-29-711,-1-1 0,-1 0-1,0 0 1,0-1-1,-1 0 1,-13 14 0,14-17-171,0 0 0,0 1 1,0 0-1,1 0 1,0 0-1,1 0 0,0 1 1,0 0-1,0 0 1,1 0-1,0 0 0,1 0 1,0 1-1,-2 14 1,4-22-104,1 0 0,-1 0 0,0 0 0,1 0 0,-1 0 0,1 0 0,0 0 0,-1 0 0,1 0 0,0-1 0,-1 1 0,1 0 0,0-1 0,0 1 0,0 0 0,0-1 0,-1 1 1,1-1-1,0 1 0,0-1 0,0 0 0,0 1 0,0-1 0,0 0 0,0 0 0,0 0 0,0 1 0,0-1 0,1 0 0,-1 0 0,1-1 0,45 0-194,-38 1 39,12-3-968,-1-1 1,0-1-1,0 0 0,0-2 1,19-8-1,-25 9 209,47-18-3815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6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4594,'0'0'6280,"17"-9"-5770,55-30 138,-67 37-536,-1 0 1,0 0-1,1 0 0,-1 0 0,1 1 0,-1 0 1,1 0-1,-1 0 0,1 0 0,0 1 1,0 0-1,-1 0 0,1 0 0,0 0 0,7 2 1,-12-1-84,1 0 0,0 0 0,0-1 0,-1 1 0,1 0 1,0 0-1,-1 0 0,1 0 0,-1 0 0,1 0 0,-1 0 0,1 0 1,-1 0-1,0 0 0,0 0 0,1 0 0,-1 0 0,0 1 1,0-1-1,0 0 0,0 0 0,0 0 0,-1 0 0,1 0 0,0 0 1,0 0-1,-1 1 0,-9 34 761,-66 54 1019,75-89-1818,0 0 0,1-1 1,-1 1-1,1 0 0,-1 0 1,1 0-1,-1 0 0,1 0 1,0 0-1,-1 0 0,1 0 1,0 0-1,0 0 0,0 0 1,0 0-1,0 0 0,0 0 1,0 0-1,0 0 0,0 0 1,0 0-1,1 0 0,-1 0 1,0 0-1,1 0 0,-1 0 1,1 0-1,-1 0 0,1-1 1,-1 1-1,1 0 0,0 0 1,-1 0-1,1-1 0,0 1 1,0 0-1,-1-1 0,1 1 1,0-1-1,0 1 0,0-1 1,0 1-1,0-1 0,0 1 1,0-1-1,0 0 0,1 1 1,8 1-235,0 0 0,0 0 1,0-1-1,10 0 0,-3 1-251,-6-1 280,0 1 0,0 0 0,0 1 0,-1 1 0,1-1 0,13 8 0,-22-9 225,1-1 0,-1 0 1,0 1-1,1 0 0,-1 0 0,0-1 1,0 1-1,0 0 0,-1 1 0,1-1 1,0 0-1,-1 0 0,1 1 0,-1-1 1,0 1-1,0-1 0,0 1 0,0 0 1,0-1-1,-1 1 0,1 0 0,-1 0 1,0-1-1,0 1 0,0 0 0,0 0 1,0-1-1,0 1 0,-2 5 0,1-5 116,0-1-1,-1 1 0,1-1 0,-1 1 0,1-1 0,-1 0 0,0 0 0,0 1 0,0-1 1,0-1-1,0 1 0,0 0 0,0 0 0,-1-1 0,-4 3 0,-49 22 1088,26-13-695,26-11-546,2-2-13,0 1-1,0 0 1,1 0 0,-1-1 0,0 1 0,1 0 0,-1 0 0,1 0 0,-1 1 0,1-1 0,-1 0 0,1 1-1,0-1 1,0 0 0,0 1 0,0 0 0,0-1 0,0 1 0,0-1 0,0 1 0,-1 3 0,5-4-3338,8-1-1912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1 960,'0'0'13447,"0"3"-12121,-1 4-916,0 0 1,0 0 0,-1 0 0,0-1-1,0 1 1,-1 0 0,0-1 0,0 0-1,-1 1 1,0-1 0,-6 8 0,6-8-298,-1 0 1,1 0 0,0 1 0,1 0 0,-1-1 0,1 1 0,1 1 0,-1-1 0,1 0 0,1 1 0,-2 11 0,3-16-110,-1-1 1,1 1-1,1-1 1,-1 1-1,0-1 0,0 1 1,1-1-1,0 1 1,-1-1-1,1 0 1,0 1-1,0-1 1,0 0-1,1 0 1,-1 0-1,0 0 0,4 3 1,-2-2-1,0-2-1,0 1 1,0 0 0,0-1-1,0 1 1,1-1 0,-1 0-1,1 0 1,-1 0 0,1 0-1,-1-1 1,5 0 0,37 5-244,0-3 0,0-2-1,47-5 1,-85 4 25,1-1 0,-1 1 0,0-1 0,0 0-1,12-5 1,1-10-2463,-19 15 2084,0 1 0,0-1-1,0 0 1,0 0-1,0 1 1,-1-1 0,1 0-1,-1 0 1,1 0-1,-1 0 1,0 1 0,0-4-1,0-6-3975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7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4210,'0'0'13686,"-67"86"-12405,60-56-385,7-1-528,0-4-368,0-3-32,20-4-832,7-2-1745,14-9-2594,0-7-2304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7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5 6227,'0'0'9167,"-6"-2"-8025,0 1-932,0 0 1,0 1-1,0 0 1,0 0-1,0 0 1,0 1-1,0 0 1,0 0-1,0 0 1,1 1-1,-1 0 1,1 0-1,-1 1 1,-5 2-1,7-3-123,1 0 0,-1 0 0,1 1 0,-1-1 0,1 1 0,0-1 0,0 1 0,0 0-1,0 0 1,0 1 0,1-1 0,-1 0 0,1 1 0,0 0 0,0-1 0,0 1 0,1 0 0,-1 0 0,1 0 0,0 0 0,0 0 0,0 8 0,1-9-96,0-1 1,1 0 0,-1 0 0,1 1 0,0-1 0,0 0 0,0 0-1,0 0 1,0 0 0,0 0 0,0 0 0,1 0 0,-1-1 0,1 1 0,-1 0-1,1-1 1,0 1 0,0-1 0,0 0 0,0 1 0,0-1 0,0 0-1,3 1 1,62 21-128,-40-14-125,-14-5 110,1 1-109,-1 0-1,1 0 1,-1 1-1,0 1 0,14 10 1,-24-15 241,0 0 0,0 1-1,-1 0 1,1 0 0,0 0 0,-1 0 0,0 0 0,0 0 0,0 0-1,0 1 1,0-1 0,-1 1 0,0 0 0,1-1 0,-1 1 0,0 0-1,-1 0 1,1-1 0,-1 1 0,0 0 0,0 0 0,0 0 0,0 0-1,-2 5 1,2-6 47,-1-1 0,0 1 1,0 0-1,-1-1 0,1 1 0,0-1 0,-1 0 0,0 1 0,1-1 0,-1 0 0,0 0 0,0 0 0,0 0 0,0 0 1,-1 0-1,1-1 0,0 1 0,-1-1 0,1 1 0,-6 1 0,-64 19 949,44-15-794,-51 12-246,45-16-2435,27-5-1101,6-12-2190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7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8612,'0'0'1441,"122"-27"608,-68 15-1425,0 3-624,-6 0-528,-1-2-2946,-13-5-3569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8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4882,'0'0'11992,"-15"16"-10292,5-4-1411,-14 14 751,0 2 0,-32 51 0,42-57-872,1 1 1,1 1-1,1 0 0,1 0 0,1 1 0,1 0 0,1 1 0,1 0 0,2 0 0,-3 45 0,7-69-207,-1-1 0,1 1-1,0-1 1,0 1 0,0-1-1,1 1 1,-1-1 0,0 1 0,0-1-1,1 1 1,-1-1 0,1 0-1,-1 1 1,1-1 0,0 0-1,0 1 1,-1-1 0,1 0 0,0 0-1,0 0 1,0 0 0,0 0-1,2 2 1,-1-2 5,1-1 0,-1 0 0,0 1 0,0-1-1,0 0 1,1 0 0,-1 0 0,0 0 0,0 0 0,0-1 0,1 1 0,-1-1-1,0 0 1,0 1 0,0-1 0,3-2 0,2 0-19,0-1 0,0 0 1,-1-1-1,1 0 0,-1 0 0,0 0 1,-1-1-1,1 0 0,-1 0 0,0 0 0,0-1 1,-1 0-1,0 1 0,0-1 0,-1-1 1,0 1-1,0-1 0,-1 1 0,0-1 1,0 0-1,0 0 0,-1 1 0,-1-1 1,1 0-1,-1 0 0,-1-12 0,0 18 107,0 0 0,0 0 1,1-1-1,-1 1 0,0 0 0,-1 0 0,1 0 0,0 0 0,-1 0 1,1 1-1,-1-1 0,1 0 0,-1 1 0,0-1 0,0 1 0,1-1 0,-1 1 1,0 0-1,0 0 0,-1 0 0,1 0 0,0 0 0,0 0 0,0 1 1,-1-1-1,1 1 0,-3-1 0,-8-1 70,-1 1 0,1 0 0,-21 2 0,17-1-124,16 0-29,0 0 0,0 1 0,0-1 0,0 0 0,1 1 0,-1-1 0,0 0 0,0 1 0,1-1 0,-1 1 0,0 0 0,0-1 0,1 1 0,-1-1 1,1 1-1,-1 0 0,1-1 0,-1 1 0,1 0 0,-1 0 0,1 0 0,0-1 0,-1 3 0,1-3-71,0 1 1,-1-1-1,1 0 1,0 1-1,0-1 1,0 1-1,0-1 1,0 0-1,0 1 1,0-1-1,0 1 1,0-1-1,1 0 1,-1 1-1,0-1 1,0 0-1,0 1 1,0-1-1,0 1 1,1-1-1,-1 0 1,0 1-1,0-1 1,1 0-1,-1 0 1,0 1-1,0-1 1,1 0-1,-1 1 0,0-1 1,1 0-1,-1 0 1,1 0-1,-1 1 1,25 3-4050,14-3-1760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8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4098,'0'0'8052,"8"0"-7201,247 0 3201,-254 0-3992,0 1 0,-1 0 1,1 0-1,0-1 0,0 1 0,-1 0 0,1 0 0,-1 0 0,1 0 1,0 0-1,-1 0 0,0 0 0,1 0 0,-1 0 0,0 0 0,1 0 1,-1 0-1,0 0 0,0 0 0,0 0 0,0 0 0,0 0 0,0 0 0,0 0 1,0 1-1,0-1 0,-1 0 0,1 0 0,-1 1 0,-6 38 1298,0-10-507,2 0 1,-2 56-1,6 12-2516,1-79 810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9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4530,'0'0'7187,"156"0"-6466,-115 0-673,0-2-48,-1-7-1137,-6-2-2817,0-5-3441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29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41 6355,'0'0'12040,"-20"1"-10949,-65 6-170,81-6-852,1-1 0,0 0 1,-1 1-1,1 0 0,0 0 1,0 0-1,-1 0 0,1 0 0,0 1 1,0-1-1,0 1 0,0 0 1,1 0-1,-4 2 0,5-2-64,-1 0-1,1-1 1,0 1 0,0 0-1,0-1 1,0 1-1,0 0 1,1 0-1,-1 0 1,1 0 0,-1 0-1,1 0 1,-1 0-1,1 0 1,0 0-1,0 0 1,1 3 0,0 4-115,1 0 1,1 0-1,0 0 1,0 0-1,1 0 1,0 0-1,6 8 1,-4-6 17,2 6-24,0 1 1,-1 0-1,-1 0 0,-1 1 0,0 0 0,-1 0 0,-2 0 0,0 0 0,-1 0 0,-2 32 0,1-49 116,0 1 0,-1 0 0,0 0 0,0-1 0,0 1 0,0-1 0,0 1 0,0-1 0,-1 1 0,1-1 1,-1 0-1,1 0 0,-1 0 0,0 0 0,0 0 0,0 0 0,-4 3 0,1-2 12,-1 0 0,0 1 0,0-2 0,0 1 0,0-1 1,0 0-1,-8 2 0,-10 0 87,0-1 0,-48-1 0,72-2-94,-1 0-1,0 0 0,0 0 1,0 0-1,0 0 1,0-1-1,1 1 1,-1 0-1,0 0 1,0-1-1,0 1 1,1-1-1,-1 1 1,0-1-1,0 1 1,1-1-1,-1 1 1,0-1-1,1 0 1,-1 1-1,1-1 1,-1 0-1,1 1 1,-1-1-1,1 0 1,0 0-1,-1-1 1,-2-31 51,4 28-49,-1 0 0,1 1-1,0-1 1,1 0-1,-1 0 1,1 1 0,0-1-1,0 1 1,0 0-1,1-1 1,5-5-1,11-5 103,1 2-1,0 1 0,2 0 1,-1 1-1,1 2 0,40-13 1,-23 9 347,39-21 0,-66 28-323,0-1 1,0 0 0,-1-1 0,0 0-1,-1-1 1,0 0 0,12-13-1,-18 15-19,1 0-1,-1-1 0,0 1 1,-1-1-1,1 0 0,-2 0 1,1 0-1,-1 0 0,0-1 0,-1 1 1,0-1-1,0 1 0,-1-1 1,0 1-1,0-1 0,-2-8 1,1 15-93,0 0 1,1 0 0,-1 0-1,0 0 1,0 0-1,0 1 1,0-1 0,-1 0-1,1 1 1,0-1 0,-1 0-1,1 1 1,-1 0 0,1-1-1,-1 1 1,0 0-1,1 0 1,-1 0 0,0 0-1,0 0 1,0 0 0,0 0-1,0 1 1,0-1 0,0 1-1,0-1 1,0 1-1,-3 0 1,-9-2 48,0 2-1,0 0 1,-16 1-1,21 0-73,5-1-23,0 1 0,0-1 0,0 1 0,0 0-1,0 0 1,0 1 0,0-1 0,0 1 0,1 0 0,-1 0-1,0 0 1,1 0 0,0 1 0,-1-1 0,1 1-1,0 0 1,1 0 0,-4 4 0,3-3-852,0 1 0,0 0 0,0 0 0,1 0 0,0 0 0,0 0 0,0 1 0,-1 5-1,2 3-7574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0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2881,'0'0'7118,"0"0"-7047,1 0 1,-1 0-1,1 0 0,-1 0 0,1 0 0,-1 0 0,0 0 0,1 0 1,-1 1-1,1-1 0,-1 0 0,1 0 0,-1 0 0,0 1 0,1-1 1,-1 0-1,1 1 0,-1-1 0,0 0 0,1 1 0,-1-1 0,0 0 1,0 1-1,1-1 0,-1 1 0,0-1 0,0 0 0,0 1 0,1-1 1,-1 1-1,0-1 0,0 1 0,0-1 0,0 1 0,0 0 0,2 10 389,-1 0-1,0 1 1,-1-1-1,0 0 1,0 1-1,-2-1 0,1 0 1,-7 21-1,-2 29 846,-3 172 467,11-132-10526,6-101 4699,13 0-427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0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17 4178,'0'0'9943,"-5"9"-8908,4-9-1025,-24 53 1198,24-50-1171,0 0 0,0-1 0,0 1 0,0 0 0,0-1 0,1 1 0,-1 0 0,1 0 0,0 0 0,0 0 0,0 0 0,0-1-1,0 1 1,1 0 0,-1 0 0,1 0 0,0 0 0,0-1 0,0 1 0,0 0 0,0-1 0,3 5 0,-1-6-32,0 1 0,0-1 1,0 0-1,0 0 0,0 0 0,0 0 1,0 0-1,1-1 0,-1 1 0,0-1 1,0 0-1,1 0 0,-1 0 0,0-1 1,0 1-1,1-1 0,-1 0 0,0 0 1,0 0-1,0 0 0,0 0 0,0-1 1,0 1-1,-1-1 0,1 0 0,0 0 1,-1 0-1,1 0 0,3-4 0,-3 0-7,-1 1 0,0-1 0,0 0-1,0 0 1,-1-1 0,1 1 0,-1 0-1,-1 0 1,1-1 0,-1 1 0,-1-10-1,0 1 1,1 14 2,0 0 0,0 0 0,0-1 0,0 1 0,0 0 0,0 0 0,-1 0 0,1-1 0,-1 1 0,1 0 0,-1 0 0,1 0 0,-1 0 0,1 0 0,-1 0 0,0 0 0,0 0 0,0 0 0,1 0 0,-1 0 0,0 0 0,0 1 0,0-1 0,0 0 0,0 1 0,-1-1 0,1 1 0,0-1 1,0 1-1,-2-1 0,-40-2-57,34 3 17,9 0-3,-1 0 0,1 0 1,0 0-1,0 0 0,-1 0 1,1 0-1,0 0 0,-1 0 1,1 0-1,0 0 0,0 0 0,-1 0 1,1 0-1,0 0 0,0 1 1,-1-1-1,1 0 0,0 0 1,0 0-1,0 0 0,-1 0 0,1 1 1,0-1-1,0 0 0,0 0 1,-1 1-1,1-1 0,0 0 1,0 0-1,0 1 0,0-1 0,0 0 1,0 0-1,0 1 0,-1-1 1,1 0-1,0 0 0,0 1 1,0-1-1,0 0 0,0 0 0,0 1 1,0-1-1,0 0 0,0 1 1,1-1-1,-1 0 0,0 0 1,0 1-1,0-1 0,0 0 0,1 1-163,-1 0 0,0-1-1,1 1 1,-1 0-1,0-1 1,1 1-1,-1-1 1,1 1-1,-1-1 1,1 1 0,0-1-1,-1 1 1,1-1-1,-1 1 1,1-1-1,0 0 1,-1 1 0,1-1-1,0 0 1,0 0-1,-1 1 1,2-1-1,12 0-2925,6 0-421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1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0 152 2769,'0'0'10125,"1"0"-10020,-1 0 0,0 1 0,1-1 0,-1 0 1,0 0-1,1 0 0,-1 0 0,0 1 0,1-1 0,-1 0 1,0 0-1,1 1 0,-1-1 0,0 0 0,0 0 0,1 1 0,-1-1 1,0 0-1,0 1 0,0-1 0,1 0 0,-1 1 0,0-1 0,0 0 1,0 1-1,0-1 0,0 0 0,0 1 0,0-1 0,0 1 0,0-1 1,0 0-1,0 1 0,-1 20 846,1 22-311,0-42-643,1 0 0,-1 0 1,0 0-1,1 0 0,-1 0 0,1 0 1,-1 0-1,1 0 0,0 0 1,-1 0-1,1 0 0,0 0 1,-1 0-1,1 0 0,0-1 1,0 1-1,0 0 0,0-1 1,0 1-1,0-1 0,0 1 0,0-1 1,0 1-1,0-1 0,0 0 1,0 1-1,0-1 0,0 0 1,0 0-1,1 0 0,-1 0 1,1 0-1,3 1-88,0-1-1,1 0 1,-1 0-1,0 0 1,0 0 0,0-1-1,0 0 1,0 0 0,0 0-1,0-1 1,0 0-1,-1 0 1,1 0 0,0 0-1,-1-1 1,0 0 0,1 0-1,-1 0 1,0 0-1,-1-1 1,1 1 0,-1-1-1,5-6 1,6 22-48,-10-8 134,0 0 1,0 0 0,0 0 0,0-1 0,1 1 0,6 3 0,-6-5-24,0 0 0,0-1 0,0 0 0,0 0 0,1 0-1,-1 0 1,0-1 0,1 0 0,-1 0 0,0 0 0,1-1 0,-1 0 0,0 0 0,8-3 0,-9 2 19,0 0 0,0 0 0,0-1 1,0 0-1,0 0 0,-1 0 0,0 0 0,1-1 1,-1 1-1,0-1 0,-1 0 0,1 0 0,-1 0 0,1 0 1,-1 0-1,2-7 0,1-4 356,-1 1 1,-1-1 0,0 0-1,-1 0 1,0 0-1,-2-24 1,0 37-235,0 0 0,-1-1-1,0 1 1,1-1 0,-1 1 0,0 0-1,0 0 1,0-1 0,0 1 0,-1 0-1,1 0 1,-1 0 0,1 0 0,-1 1-1,1-1 1,-1 0 0,0 1 0,0-1-1,0 1 1,0-1 0,0 1 0,0 0-1,-1 0 1,1 0 0,0 0 0,-1 0-1,1 1 1,0-1 0,-1 1 0,1-1 0,-1 1-1,1 0 1,-4 0 0,6 1-317,0-1 0,0 1 0,0-1 0,0 1 0,0 0 0,0-1 0,0 1-1,0-1 1,0 1 0,0 0 0,0-1 0,0 1 0,0-1 0,0 1 0,0-1 0,0 1 0,1 0 0,-1-1 0,0 1 0,0-1 0,1 1 0,0 0 0,18 1-6351,13-2-3503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8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3762,'0'0'5368,"-3"20"-3597,-3 16-1039,2 1 0,1 0 0,2-1 0,5 57 0,7-35-259,-6-33-716,0 0 0,1 45 0,-6-85-12749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0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0 193 160,'0'0'4215,"28"-12"-2398,161-32 838,473-83-1724,-431 118-198,-230 46 2250,-15 449 1558,14-485-4424,-9 0-107,0 0-1,0-1 1,0 0 0,0 0-1,0-1 1,-1 0-1,-12-4 1,-23-1-113,-35 2 48,0 4 0,0 4 0,0 3 0,-78 17 0,60-7 63,37-8 72,1 3-1,0 2 0,-93 35 0,142-42-85,11-3-85,24-3-410,44-10-2193,11-16-4336,-44 11 1785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2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4002,'0'0'1553,"-5"31"322,0 0-1273,-2 15 532,2 0 0,0 57 1,8-6 30,20 125 1,-23-208-870,0-1 0,0 0 0,-1 0-1,-1 0 1,0 0 0,-1 0 0,0 0 0,-1 0-1,0-1 1,-1 0 0,-7 12 0,3-2 193,0 0 1,-5 23 0,7-4 350,1 0 0,2 0 1,2 57-1,2-98-803,-6-13-407,-4-112-9195,-1 80 3880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62 1377,'0'0'3222,"0"-6"-2592,0-22 4375,0 33-2743,-1 0-1932,0 0-1,0 0 0,0 0 1,0-1-1,-1 1 0,0 0 1,0-1-1,0 1 0,-1-1 1,-3 5-1,-37 50 1540,19-28-787,-76 92 759,209-261-2276,-60 84 129,-34 35 274,2 1 1,0 1-1,37-28 1,-32 35 320,-16 25 673,-2 2-591,-2-9-175,0 1-1,1-1 1,0 0 0,1 0 0,-1 0 0,2-1-1,-1 1 1,1-1 0,0 0 0,0 0-1,1-1 1,0 0 0,0 0 0,1 0-1,0-1 1,0 1 0,0-2 0,10 6-1,4-1-127,-1-1-1,2-1 1,-1 0-1,1-2 1,43 5-1,-20-2-2279,-5 7-4652,-30-4-854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43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5715,'0'0'11234,"3"12"-9668,5 30 96,-2 2 0,-2-1-1,-4 86 1,-1-70-1516,-4-31-15,3-17-89,6-18-85,3-5-74,0 1 0,1 0 0,0 0 0,1 1-1,0 1 1,1-1 0,14-10 0,84-57-558,-86 63 689,32-16 0,-52 29 199,-1 2-101,1 0-1,0 0 1,0 0-1,-1 0 1,1 0 0,0 1-1,-1-1 1,0 1-1,1-1 1,-1 1 0,2 2-1,0 3 64,1 0 0,0 0-1,0 0 1,1 0 0,0-1-1,6 7 1,13 2-2949,10-10-7736,-20-5 2415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5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3330,'0'0'11522,"2"3"-10031,1 4-1205,0-1 0,0 1-1,-1-1 1,0 1 0,0 0-1,-1 0 1,1 0-1,-2 0 1,1 0 0,-1 0-1,0 0 1,-1 7-1,1-12-276,0 73 181,0-44-5107,7-31-3460,0-1 2216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5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1617,'0'0'14102,"0"-2"-14054,0 13 16,0 0-64,0 5-560,0 0-1521,0 0-1473,0 2-2400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6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285 783 8004,'0'0'8067,"-20"-5"-6042,-1 1-1553,0-1 297,0 1 0,-1 0 0,-42 1 1,64 3-766,-1 0 0,1 0 0,0 0 1,-1 0-1,1 0 0,0 0 1,-1 1-1,1-1 0,0 0 0,-1 0 1,1 0-1,0 1 0,-1-1 1,1 0-1,0 0 0,0 1 0,-1-1 1,1 0-1,0 1 0,0-1 1,0 0-1,-1 1 0,1-1 0,0 0 1,0 1-1,0-1 0,0 0 1,0 1-1,0-1 0,0 0 0,0 1 1,0-1-1,0 1 0,0-1 1,0 0-1,0 1 0,0-1 0,0 0 1,0 1-1,0-1 0,0 0 1,0 1-1,1-1 0,-1 0 0,0 1 1,0-1-1,1 1 0,6 15-20,1-5 14,-1 0-1,0 1 1,-1 0-1,0 1 1,-1-1-1,-1 1 1,0 0-1,0 0 1,-2 0-1,1 0 1,-2 1-1,1 19 1,-2-20-1,0-1 1,0 1-1,-1-1 0,-1 1 1,0-1-1,-1 0 0,-1 0 1,-6 17-1,8-25 0,-1 0 0,1 0 0,-1 0 0,0 0 1,-1 0-1,1-1 0,0 1 0,-1-1 0,0 0 0,0 0 0,0 0 0,0-1 1,0 1-1,-1-1 0,1 0 0,-1 0 0,0-1 0,1 0 0,-1 1 0,0-1 0,0-1 1,0 1-1,0-1 0,-6 0 0,10 1-16,-1-1 0,0 0 0,0 0 0,0 0 0,0 0 0,0 0 0,0 0 0,0 0 0,1-1 0,-1 1 0,0 0 0,0-1 0,0 0 0,0 1 0,1-1 0,-1 0 0,0 0 0,1 0 0,-1 0 0,1 0 0,-3-3 0,2 0-33,1 1-1,0-1 1,0 0-1,0 0 1,0 0-1,1 0 1,-1 0-1,1 1 1,0-1-1,1-5 1,-1 2-17,1 0 0,0 0 0,0 0 0,1 1 0,-1-1 1,2 0-1,-1 1 0,1-1 0,0 1 0,0 0 0,0 0 0,1 0 0,0 1 1,6-7-1,7-7-347,2 1 0,30-25 0,-25 24 74,130-106-2203,148-134-1186,-259 217 3384,-3-2 1,-1-2-1,-3-1 1,52-87-1,-77 115 387,-4 9 103,0-1-1,-1 0 1,-1-1 0,0 1-1,0-1 1,-1 0-1,-1 0 1,0 0 0,0-1-1,0-14 1,-3 26-35,0-1 1,0 1-1,0-1 1,0 1-1,-1-1 1,1 1-1,0-1 0,-1 1 1,0-1-1,1 1 1,-1 0-1,0-1 0,1 1 1,-1 0-1,0-1 1,0 1-1,0 0 1,0 0-1,0 0 0,-1 0 1,1 0-1,0 0 1,0 0-1,-1 1 1,1-1-1,0 0 0,-1 1 1,1-1-1,-1 1 1,1-1-1,-3 1 1,-5-2 171,0 1 0,0 0 0,0 1 1,-12 0-1,6 0 195,6 1-336,0 0 0,0 0-1,0 1 1,0 0 0,1 1-1,-1 0 1,1 0 0,0 1-1,0 0 1,0 0 0,0 1-1,1 0 1,0 0 0,0 1-1,0-1 1,1 2 0,0-1-1,0 1 1,0 0 0,1 0-1,0 1 1,0-1 0,-4 11-1,-2 5-3,0 0-1,2 1 0,0 0 0,2 1 1,1 0-1,1 0 0,-2 26 0,0 29-29,3-1 0,9 111 0,14-119-46,-19-71-14,14-2 75,18-35-151,-30 33 36,0 0-1,1 0 1,0 0 0,0 0-1,0 0 1,0 1 0,0-1-1,1 1 1,0 0 0,0 0-1,-1 0 1,2 1 0,-1-1-1,0 1 1,0 0 0,1 0-1,-1 1 1,1-1 0,0 1-1,5-1 1,-8 3 120,0 0 1,0-1-1,-1 1 0,1 1 0,0-1 0,-1 0 1,1 0-1,-1 1 0,1-1 0,-1 1 0,0-1 1,1 1-1,-1-1 0,0 1 0,0 0 0,0 0 1,1 2-1,0 1-112,0-1 0,0 0 0,0 1 0,-1-1 0,1 1 0,-1-1 0,1 7 1,-4 28-721,1 20-2620,5-24-3090,1-25-138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7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1217,'0'0'6515,"8"7"-5462,24 25 47,-30-28-665,1 0 0,-1 1 0,0-1 1,0 1-1,0-1 0,-1 1 1,1 0-1,-1 0 0,-1 0 1,1-1-1,0 1 0,-1 0 1,0 0-1,0 0 0,-1 0 1,-1 8-1,0 10 64,-10 177 1361,-3-67-6942,9-85 228,-1 8-3477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2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56 464,'0'0'9471,"6"-9"-8273,23-27-69,-14 26 1100,-7 18-745,-5 20-304,-3-27-1167,10 208 3780,0 4-5913,-24-273-9029,8 21 5922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3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0 360 848,'0'0'6753,"22"-6"-5385,6-2-1030,3 0 79,0 0-1,37-3 1,218-23 1276,122-18-1468,401-138-1127,-760 176 988,-30 7 391,0 1 0,1 2 0,-1 0 0,39-3 0,-55 28 2492,-5 1-2333,-1-1-1,0 0 1,-2 0-1,-7 21 1,-10 50 791,18-53-1180,1 2-1,3-1 1,0 0 0,3 0 0,1 0 0,3-1-1,0 1 1,3-1 0,20 52 0,-27-82-239,-1 1 0,1 0 0,-1-1 0,-1 1 0,0 0 0,0 17 0,-1-26-7,-1-1 0,1 1 0,-1 0 0,1-1-1,-1 1 1,1-1 0,-1 1 0,0-1 0,1 1 0,-1-1 0,0 1 0,1-1 0,-1 1 0,0-1 0,0 0 0,1 1 0,-1-1 0,0 0 0,0 0 0,0 0 0,1 0 0,-1 0 0,0 0 0,0 0 0,0 0 0,-1 0-1,-32 1-1,25-2-5,-273-20-1170,42 0 245,-280 16-21,364 12 926,-205 34 1,360-41 24,-21 3 4,1 1-1,-1 1 0,1 0 0,1 2 1,-30 13-1,45-13-3047,17-5 1029,21-6-2285,-9-9-271,-2-8-1469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04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1339 1378 1953,'0'0'5293,"-14"4"-4749,-310 83 3171,-198 4-3052,428-83-568,-171-10 0,259 2-64,0 0 1,0-1-1,0 0 0,0 0 1,1-1-1,-1 0 1,0 0-1,1 0 1,-11-6-1,14 6-7,-1 0 1,0-1-1,0 1 0,1-1 1,-1 1-1,1-1 0,0 0 1,0 0-1,0 0 0,0 0 1,1-1-1,-1 1 0,1 0 1,0-1-1,0 1 0,0-1 1,-1-5-1,-7-61 5,4-1-1,2-1 1,9-81 0,37-147-185,0 1-40,-43 297 196,0-17-2,1 0 0,1 0 0,0 0 0,2 0 0,0 1 0,1-1 1,1 1-1,0 0 0,12-21 0,-13 33 0,0-1 0,0 1 0,1 0 0,0 1 0,0 0 0,0-1 1,1 2-1,-1-1 0,1 1 0,0 0 0,1 0 0,-1 1 0,14-4 0,48-1 593,101 1 1,-109 6-113,1-2 0,84-14 0,-106 10-77,1 3 0,47 0 0,26-2 206,-95 1-330,0 0-1,32-16 1,-49 21-251,-1-1 1,1 0 0,-1 0 0,1 0-1,-1 0 1,0-1 0,0 1 0,1 0 0,-1 0-1,0-1 1,0 1 0,0-1 0,0 1-1,-1-1 1,1 1 0,0-1 0,-1 1 0,1-1-1,-1 0 1,1 1 0,-1-1 0,0 0-1,0 0 1,1 1 0,-1-1 0,-1 0-1,1 1 1,0-1 0,0 0 0,-1 0 0,1 1-1,0-1 1,-1 1 0,0-1 0,1 0-1,-1 1 1,0-1 0,-1-1 0,0-28 589,2 29-587,1 0 1,-1 0-1,0 0 1,0-1-1,0 1 1,0 0 0,0 0-1,-1 0 1,1 0-1,-1 0 1,1-1-1,-1 1 1,0 0-1,-1-2 1,-1-5 6,3 8-37,0 1 0,0-1 1,0 0-1,-1 0 0,1 0 1,0 0-1,0 0 0,-1 0 0,1 0 1,-1 0-1,1 1 0,-1-1 1,1 0-1,-1 0 0,1 0 1,-1 1-1,0-1 0,1 0 0,-1 1 1,0-1-1,0 1 0,1-1 1,-1 1-1,0-1 0,0 1 0,0-1 1,0 1-1,-1-1 0,1 1-146,-14 5-8061,3-1-1512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1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60 544,'0'0'4794,"14"-33"4880,-16 32-9660,1 0-1,0 0 1,-1 1-1,1-1 1,0 1-1,-1-1 0,1 1 1,-1-1-1,1 1 1,-1 0-1,1 0 1,-1 0-1,1-1 1,-1 2-1,1-1 1,-4 0-1,-27 2-28,24-1 91,1 1 1,0 1 0,0-1 0,0 1 0,0 0 0,1 1-1,-1 0 1,1 0 0,0 0 0,0 1 0,0 0-1,1 0 1,0 0 0,0 1 0,0-1 0,0 1 0,1 0-1,0 1 1,0-1 0,1 1 0,0 0 0,0 0-1,1 0 1,-1 0 0,2 0 0,-1 1 0,1-1 0,-1 11-1,2-11 3,0 1 0,0-1 0,1 1-1,0-1 1,1 1 0,-1-1 0,1 0 0,1 0-1,3 9 1,-3-12-36,0 1 1,0-1-1,0 0 0,0-1 1,1 1-1,-1 0 0,1-1 1,0 0-1,0 0 0,0 0 0,1 0 1,-1-1-1,0 0 0,1 0 1,6 2-1,8 2 2,1-1 0,0-1 0,0 0 0,1-2 0,-1 0 0,22-2 0,-38 0-38,0-2-1,0 1 1,0 0 0,0-1 0,0 0 0,0 0-1,-1 0 1,1 0 0,-1 0 0,1-1 0,-1 0-1,0 0 1,0 0 0,0 0 0,-1 0 0,5-6-1,2-3-4,0-1-1,-1 0 0,9-19 0,-10 14 9,-2 0 1,0-1-1,-1 1 0,-1-1 1,0 0-1,-2 0 0,-1-32 1,0 49 19,0 0 0,0 0 1,-1 0-1,1 0 0,-1 0 1,0 0-1,1 0 0,-1 0 1,0 0-1,0 0 0,0 1 0,0-1 1,-1 0-1,1 1 0,0-1 1,-1 1-1,1-1 0,-1 1 1,1 0-1,-1 0 0,0-1 1,1 1-1,-1 0 0,0 0 1,0 1-1,0-1 0,0 0 1,0 1-1,0-1 0,0 1 1,0 0-1,0-1 0,-2 1 1,-12-1 107,1 0 0,-1 1 0,-22 2 0,16-1-153,18-1 6,-47 5 51,49-5-58,-1 0 0,1 1 0,0-1 0,-1 1 0,1 0 0,0 0 0,0 0 1,0 0-1,-1 0 0,1 0 0,0 1 0,1-1 0,-1 0 0,0 1 0,0 0 1,1-1-1,-1 1 0,-1 2 0,3-3-115,-1-1 1,1 1-1,0 0 1,-1-1-1,1 1 1,0-1-1,0 1 1,0-1-1,-1 1 1,1 0-1,0-1 1,0 1-1,0-1 1,0 1-1,0 0 1,0-1-1,0 1 1,0-1-1,1 1 1,-1 0-1,0-1 1,0 1-1,0-1 1,1 1 0,-1-1-1,0 1 1,1 0-1,-1-1 1,0 0-1,1 1 1,-1-1-1,1 1 1,-1-1-1,0 1 1,1-1-1,-1 0 1,1 1-1,0-1 1,-1 0-1,1 1 1,-1-1-1,1 0 1,0 0-1,30 5-6073,-28-4 5493,35-1-6727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7235,'0'0'11331,"1"0"-11248,-1 1 0,1-1 0,-1 0 0,1 1 0,-1-1 0,1 0 0,-1 1 0,1-1 0,-1 1 0,1-1 0,-1 1 0,0-1 0,1 1 0,-1-1 0,0 1 0,0 0 0,1-1 0,-1 1 0,0-1 0,0 1 0,0 0 0,0-1 0,0 1 0,0-1 0,0 2 0,5 35 598,-2-1 0,-1 53-1,-3-62-2953,-10 51-1,11-77 2035,-3 12-1536,-1-6-2753,-1-4-810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6883,'0'0'12310,"6"0"-11766,15 4-432,-8-2-112,8 3-16,6-5-576,7 0-1249,-1 0-688,8 0-1809,0 0-2065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4818,'0'0'12971,"6"-1"-12352,-5 1-609,6-1 76,-1 0 1,1 0-1,-1 1 0,1 0 0,-1 0 0,1 0 0,10 3 0,-15-2-72,0 0 0,0 0 0,0 0 0,0 0 1,0 0-1,0 1 0,-1-1 0,1 1 0,-1-1 0,1 1 0,-1-1 0,1 1 0,-1 0 0,0 0 0,0 0 0,0 0 0,0 0 0,0 0 0,0 0 0,0 0 0,-1 0 0,1 0 1,-1 0-1,0 0 0,1 0 0,-1 1 0,0-1 0,0 0 0,-1 4 0,1 12-10,1-7 12,-1 0 0,0 1 0,-1-1-1,0 0 1,-1 0 0,0 0 0,-8 21 0,9-28-41,-15 29 267,2 2 0,1 0 0,-8 39 1,18-56-1009,0 0 1,1 28-1,2-44-430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2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5442,'0'0'9941,"121"0"-9221,-73 0-544,6-5-176,7 1-224,-7-3-704,0-2-1585,-13 2-1809,-7 3-1345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3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0 540 2673,'0'0'9319,"23"-4"-7857,356-64 2308,20 6-2550,1200-217-997,-1594 278-208,85-18 466,-1-3-1,95-39 1,-179 59-211,-3 2-163,-1-1 0,0 1 0,0 0 0,0-1 0,1 1 0,-1 0 0,0-1 0,0 0 0,0 1 0,0-1 0,0 0 0,0 1 0,0-1 0,0 0 0,0 0 0,0 0 0,-1 0 0,1 0 0,0 0 0,-1 0 0,1 0 0,0 0 0,-1 0 0,1 0 0,-1-2 0,-33 3 16,24 0-1153,0 2 0,0-1 0,0 1 0,1 1 1,-1-1-1,1 2 0,-15 6 0,-23 9-6408,6-8 632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3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1121,'0'0'12763,"21"-3"-10818,16-4-1778,41-8 1551,129-7 1,-206 22-1706,1 1 0,-1-1-1,1 1 1,-1 0 0,0-1 0,1 1 0,-1 0 0,0 0-1,0 0 1,0 0 0,0 0 0,0 0 0,0 0-1,0 0 1,0 1 0,0-1 0,0 0 0,0 0 0,-1 1-1,1-1 1,-1 0 0,1 1 0,-1-1 0,1 1 0,-1-1-1,0 1 1,0-1 0,0 1 0,0-1 0,0 1-1,0 2 1,0 3 103,0-1-1,0 1 0,0 0 0,-1 0 0,0-1 0,-3 10 0,0-7 49,-1 0-1,0 0 0,-1-1 1,0 0-1,0 0 0,-1 0 1,0-1-1,-10 9 0,9-10 47,1 1-1,0 0 1,1 0-1,-1 1 1,1-1-1,1 1 0,-1 1 1,2-1-1,-8 16 1,12-23-199,0-1 1,0 1-1,0 0 1,0 0-1,0 0 1,0-1-1,0 1 1,0 0 0,0 0-1,0-1 1,0 1-1,1 0 1,-1 0-1,0-1 1,0 1-1,1 0 1,-1-1-1,0 1 1,1 0-1,-1-1 1,1 1-1,-1 0 1,1-1 0,-1 1-1,1-1 1,0 1-1,-1-1 1,1 1-1,0-1 1,-1 0-1,1 1 1,0-1-1,-1 0 1,1 1-1,0-1 1,0 0-1,-1 0 1,1 0-1,0 0 1,0 0 0,0 0-1,-1 0 1,3 0-1,46 0 445,-31-1-213,25-3 40,-1-2 0,0-1 0,0-3 0,-1-1 0,41-17 0,-64 22-421,20-8-2452,-15 3-2124,-9 0-2188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4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6515,'0'0'11861,"14"0"-10460,214-28 1635,-211 28-3118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4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1953,'0'0'14903,"129"23"-13239,-88-23-639,-1 0-545,-6-7-384,-7-2-96,0 4-640,-20 1-1329,0-1-2273,-7 1-3441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19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75 1153,'0'0'11293,"-6"-17"-8652,5 17-2627,1-1 0,0 1 1,0-1-1,0 0 0,0 1 0,0-1 1,0 1-1,0-1 0,0 0 0,0 1 1,0-1-1,1 1 0,-1-1 0,0 1 1,0-1-1,1 0 0,-1 1 0,0-1 1,0 1-1,1-1 0,-1 1 0,1-1 1,-1 1-1,0 0 0,1-1 0,-1 1 1,1-1-1,-1 1 0,1 0 0,-1-1 1,1 1-1,-1 0 0,1 0 0,-1-1 1,1 1-1,0 0 0,-1 0 0,1 0 1,-1 0-1,2 0 0,8-1 510,-1-1-1,0 1 1,0-1-1,17-7 1,27-6-527,-7 10 31,62-1 0,-107 6-26,1 1 0,-1-1 0,0 1 0,1 0 0,-1-1 0,0 1 0,0 0 0,1 0 0,-1-1 0,0 1 0,0 0 0,0 0 0,0 0 0,0 1 0,0-1 0,-1 0-1,1 0 1,0 0 0,0 1 0,-1-1 0,1 0 0,-1 1 0,1-1 0,-1 0 0,0 1 0,1-1 0,-1 1 0,0-1 0,0 0 0,0 1 0,0-1 0,0 1 0,-1 1 0,1 1 35,0 0 0,0 1 0,0-1 1,-1 0-1,1 0 0,-1 1 0,0-1 0,-1 0 0,1 0 0,-1 0 0,-2 4 0,-4 1 112,-1 1-1,0-1 1,0-1 0,-1 0-1,-1 0 1,-18 10 0,-72 34 304,88-46-432,-4 5-169,17-11 143,0 1 0,0-1 0,0 0 0,0 0 0,0 0 1,0 1-1,0-1 0,0 0 0,0 0 0,0 1 0,0-1 0,0 0 0,0 0 1,0 0-1,0 1 0,0-1 0,0 0 0,0 0 0,0 1 0,0-1 1,0 0-1,1 0 0,-1 0 0,0 1 0,0-1 0,0 0 0,0 0 0,0 0 1,1 0-1,-1 0 0,0 1 0,0-1 0,0 0 0,1 0 0,-1 0 0,0 0 1,0 0-1,0 0 0,1 0 0,-1 0 0,41 9-401,-7-3 235,-27-4 129,66 26-287,-68-26 318,0 1-1,0-1 1,0 1-1,-1 0 1,1 0-1,-1 1 1,0-1-1,0 1 0,0 0 1,0 0-1,-1 0 1,4 5-1,-7-7 51,1 0-1,-1-1 0,1 1 0,-1 0 0,0 0 0,1 0 1,-1 0-1,0 0 0,0 0 0,0-1 0,-1 1 0,1 0 1,0 0-1,-1 0 0,1 0 0,-1 0 0,0-1 1,1 1-1,-1 0 0,0-1 0,0 1 0,0 0 0,0-1 1,-1 1-1,1-1 0,0 0 0,-1 1 0,1-1 0,0 0 1,-1 0-1,0 0 0,1 0 0,-1 0 0,0 0 1,1 0-1,-4 0 0,-9 6 367,0-1 0,0-1 1,-21 5-1,28-8-243,-20 4 555,-1 0 0,1-1-1,-1-2 1,-40 0 135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1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2 102 4322,'0'0'9965,"-1"-7"-8533,2-21 54,5 24-207,8 19 27,-4 0-844,-1 1 0,0 0 0,-2 0 0,1 1 0,-2 0-1,-1 0 1,0 1 0,4 26 0,-8-35-345,1-12-133,2-16-205,-4 10 186,0 1-1,1-1 1,0 0-1,0 1 1,1-1 0,0 1-1,0-1 1,1 1-1,1 0 1,-1 0 0,1 0-1,0 1 1,1-1-1,0 1 1,0 0 0,1 0-1,-1 1 1,1 0-1,1 0 1,-1 0-1,1 0 1,0 1 0,1 1-1,-1-1 1,12-4-1,-17 8 69,0 0-1,-1 0 1,1 0-1,-1 0 0,1 1 1,0-1-1,-1 1 1,1-1-1,0 1 0,0 0 1,-1-1-1,1 1 0,0 0 1,0 0-1,0 0 1,-1 1-1,1-1 0,0 0 1,0 1-1,-1-1 0,1 1 1,0-1-1,-1 1 1,1 0-1,0 0 0,-1 0 1,1 0-1,-1 0 1,0 0-1,1 0 0,-1 0 1,0 1-1,0-1 0,1 0 1,-1 1-1,0-1 1,0 1-1,-1-1 0,1 1 1,0 0-1,0-1 0,-1 1 1,1 3-1,0-3 11,0 1 0,0-1-1,0 0 1,0 1 0,1-1-1,-1 0 1,0 0 0,1 0-1,0 0 1,-1 0 0,1-1-1,0 1 1,0 0 0,0-1-1,0 1 1,0-1 0,3 2-1,-4-3 1,28-2-80,-18-4-46,-1 0 1,1 0-1,-1-1 1,0-1-1,13-12 0,-15 12 32,1 0-1,0 1 0,0 0 0,1 1 0,0-1 0,20-7 0,-29 13 319,1 4-171,-1-1 1,1 1-1,-1-1 1,0 1-1,1 0 1,-1 0 0,0 0-1,-1 0 1,1 3-1,0-3-207,13 51 609,0-31-3131,-13-22 2114,0 0 0,0 0 0,0 0 1,0 0-1,0-1 0,0 1 1,0 0-1,0 0 0,0-1 0,1 1 1,-1-1-1,0 1 0,1-1 1,-1 0-1,2 1 0,11-1-6585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9268,'0'0'13719,"0"41"-13719,0-30-16,0-4-561,7 0-1920,-7-5-1345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3506,'0'0'14998,"41"74"-15670,-27-45-1617,6 3-304,0-3-3314,1-2-336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230 394 4514,'0'0'8623,"-21"-2"-4870,-70-6-218,86 8-3320,1-1-1,-1 1 1,1 0-1,-1 1 0,1-1 1,-1 1-1,1 0 1,-1 0-1,1 0 1,0 1-1,0-1 0,0 1 1,0 0-1,0 0 1,0 1-1,0-1 1,1 1-1,-1 0 0,1 0 1,-1 0-1,-3 5 1,4-2-96,-1-1 1,2 1 0,-1-1-1,1 1 1,-1 0-1,2 0 1,-1 0 0,1 0-1,0 0 1,0 0-1,0 1 1,1 7 0,0-13-121,1 1 0,-1 0 0,1-1 0,-1 1 1,1 0-1,0-1 0,-1 1 0,1-1 0,0 1 1,0-1-1,0 1 0,0-1 0,0 0 0,0 0 1,1 1-1,-1-1 0,0 0 0,1 0 1,-1 0-1,1 0 0,-1-1 0,1 1 0,-1 0 1,1-1-1,0 1 0,-1-1 0,1 1 0,0-1 1,-1 0-1,1 1 0,2-1 0,1 0-48,-1 1-1,1-1 0,-1 0 0,1 0 1,0 0-1,-1-1 0,1 1 1,-1-1-1,1-1 0,-1 1 1,9-4-1,-2-2-177,-1-1 0,0 0-1,0-1 1,-1 0 0,0 0 0,-1-1-1,0 0 1,0 0 0,6-13 0,1-3-622,-1-1 0,20-53 1,-22 45 629,-2-1 0,-2 0 0,-1-1 1,-2 1-1,2-74 0,-7 110 259,0 0 1,0-1-1,0 1 0,0 0 1,0 0-1,0 0 0,0-1 0,0 1 1,-1 0-1,1 0 0,0 0 1,0-1-1,0 1 0,0 0 1,0 0-1,0 0 0,0 0 0,0-1 1,-1 1-1,1 0 0,0 0 1,0 0-1,0 0 0,0 0 0,-1 0 1,1-1-1,0 1 0,0 0 1,0 0-1,0 0 0,-1 0 1,1 0-1,0 0 0,0 0 0,0 0 1,-1 0-1,1 0 0,0 0 1,0 0-1,0 0 0,-1 0 0,1 0 1,0 0-1,0 0 0,0 0 1,-1 0-1,1 0 0,0 0 1,0 0-1,0 0 0,0 1 0,-1-1 1,1 0-1,0 0 0,0 0 1,0 0-1,0 0 0,0 1 0,-1-1 1,1 0-1,0 0 0,0 0 1,0 0-1,0 1 0,0-1 1,0 0-1,0 0 0,-6 5 188,1 1-1,0-1 0,0 1 1,1-1-1,-1 1 1,1 0-1,1 1 1,-1-1-1,1 1 1,0 0-1,-2 8 1,-22 84 1492,21-70-1282,1 0 0,2 0 0,1 0 0,2 0 0,4 51 0,-2-74-520,-1 1 1,1-1-1,0 1 1,0-1-1,1 0 1,0 0-1,0 0 1,0 0-1,1-1 0,0 1 1,0-1-1,0 0 1,1 0-1,0 0 1,0-1-1,0 0 1,0 0-1,1 0 1,0 0-1,-1-1 0,1 0 1,12 4-1,-7-3-791,0 0 0,0-1-1,1-1 1,-1 0 0,16 1 0,-15-3-1278,0 0 0,0 0 0,-1-1 0,24-6 0,7-11-7581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2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13270,'0'0'10005,"122"-52"-8100,-68 39-1105,0-1-560,-13 5-240,-7 2-32,-7 5-576,-20 2-961,-7 7-5458,-21 13 272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3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1 150 6931,'0'0'14999,"135"-3"-13894,-74-17-849,0-3-256,-14 1-481,1-5-2352,-8 2-2962,-13-4-3793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4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4722,'0'0'11990,"8"1"-10171,19-1-718,0-1-1,0-1 1,45-9-1,24-11-720,37-12-3812,-130 33 583,-8 1-1393,-17 0-1217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4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4946,'0'0'11974,"142"-11"-11670,-87-5-304,6-4-64,-7-3-2401,0-6-4659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6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3810,'0'0'11794,"-10"21"-9080,0 0-2252,-48 102 2534,49-100-2439,0 0 0,2 1 0,1-1 0,-4 28 0,7 104 325,4-91-5796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6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89 5250,'0'0'15781,"-5"16"-14215,0 1-1192,1-5-164,0 1 0,1-1 1,1 1-1,0-1 1,0 1-1,1 14 0,2-25-205,-1-1 0,0 0 0,0 0 0,1 1 0,-1-1 0,1 0 1,-1 0-1,1 0 0,-1 1 0,1-1 0,0 0 0,-1 0 0,1 0 0,0 0 0,0 0 0,0 0 0,0-1 0,0 1 0,0 0 0,0 0 0,0-1 0,0 1 0,0 0 0,0-1 0,1 1 0,-1-1 1,0 1-1,0-1 0,1 0 0,-1 0 0,0 0 0,0 1 0,1-1 0,-1 0 0,0 0 0,1-1 0,-1 1 0,1 0 0,1 0-31,-1-1 0,0 1 0,0 0 0,0-1-1,0 1 1,0-1 0,0 1 0,0-1 0,0 0 0,0 0 0,-1 0 0,1 0-1,0 0 1,0 0 0,-1-1 0,1 1 0,-1-1 0,1 1 0,-1-1 0,1 1 0,-1-1-1,0 0 1,0 0 0,2-3 0,2-17-452,0-1 0,1-28-1,-5 42 401,0 0-1,-1 0 0,0 0 1,-1 0-1,0 0 1,-1 0-1,0 0 0,-5-14 1,7 21 78,-1 0 0,-1 0 0,1 1 1,0-1-1,0 0 0,0 1 0,-1-1 0,1 1 1,-1-1-1,1 1 0,-1 0 0,0 0 1,0 0-1,1 0 0,-1 0 0,0 0 0,0 0 1,0 0-1,0 1 0,-3-1 0,-42-1-312,30 2-354,17 0 590,0 0 0,0 0 0,0 0 0,-1 1 0,1-1 0,0 0 0,0 0 0,0 0 0,0 0 0,0 0 0,0 1 0,0-1 0,0 0 0,0 0 0,0 0 0,0 0 0,0 0 0,0 1 0,-1-1 0,1 0 0,0 0 0,0 0 1,0 0-1,1 1 0,-1-1 0,0 0 0,0 0 0,0 0 0,0 0 0,0 0 0,0 1 0,0-1 0,0 0 0,0 0 0,0 0 0,0 0 0,0 0 0,0 1 0,1-1 0,-1 0 0,0 0 0,0 0 0,0 0 0,0 0 0,0 0 0,0 0 0,1 0 0,-1 0 0,0 1 0,0-1 0,0 0 0,0 0 0,0 0 0,1 0 0,-1 0 0,0 0 0,0 0 0,0 0 1,0 0-1,1 0 0,-1 0 0,0 0 0,0 0 0,0-1 0,99 2-9142,-53-1 4616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66 201 1665,'0'0'15836,"-9"6"-14115,-28 21 19,35-25-1681,0 0 1,0-1 0,1 1 0,-1 0 0,1 0-1,0 0 1,-1 1 0,1-1 0,0 0-1,0 0 1,0 1 0,1-1 0,-1 0 0,1 1-1,-1-1 1,1 1 0,0-1 0,0 1 0,0-1-1,0 0 1,0 1 0,0-1 0,1 1-1,1 4 1,-1-3 7,0 1 1,1 0-1,0-1 0,0 1 0,1-1 0,-1 0 0,1 0 0,0 0 0,0 0 0,4 4 1,0-3-277,-1 0 0,1 0 1,0-1-1,0 0 0,1-1 1,-1 1-1,1-1 0,0-1 1,0 1-1,0-1 0,11 1 1,-15-2 94,0-1 1,0 1 0,1-1-1,-1 0 1,0 0 0,0 0-1,0-1 1,0 1 0,0-1-1,0 0 1,0 0 0,0 0 0,0-1-1,0 0 1,0 1 0,0-1-1,-1-1 1,1 1 0,-1 0-1,0-1 1,0 0 0,0 0-1,6-6 1,-6 3 29,1 0 1,-1-1 0,0 1-1,0-1 1,2-9-1,0-21 4568,8 39-4305,-2 4-70,0 0 0,0 0 1,15 13-1,-16-11-90,1-1 0,0 0-1,21 10 1,-22-13-81,0-1-1,-1 0 1,1-1-1,1 0 1,-1-1-1,16 1 1,-25-2 49,0-1 0,0 1 1,1-1-1,-1 1 0,0-1 1,0 1-1,0-1 0,0 0 1,0 0-1,0 1 0,0-1 1,-1 0-1,1 0 1,0 0-1,0 0 0,-1 0 1,1 0-1,0 0 0,-1 0 1,1 0-1,-1-1 0,0 1 1,1 0-1,-1 0 1,1-2-1,5-32-163,-5 29 157,6-137-20,-7 127 229,-1 0 0,-1-1 0,-1 1 0,0 0 0,-1 1 1,-10-27-1,10 33 45,4 9-455,0 0 1,1 0 0,-1 0 0,0 0-1,0 0 1,1 0 0,-1 0 0,0 0-1,0 0 1,1 0 0,-1 0 0,0 0-1,0 0 1,1 0 0,-1 0 0,0 0-1,0 0 1,0 0 0,1-1 0,-1 1-1,0 0 1,0 0 0,0 0 0,0 0-1,1-1 1,-1 1 0,0 0 0,0 0-1,0 0 1,0-1 0,0 1 0,1 0-1,-1 0 1,0 0 0,0-1 0,0 1-1,0 0 1,0 0 0,0-1 0,0 1-1,0 0 1,0 0 0,0-1 0,0 1-1,0 0 1,0 0 0,0 0 0,0-1-1,0 1 1,0 0 0,-1 0 0,1-1-1,0 1 1,0 0 0,14 1-822,24 2-4956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2145,'0'0'24075,"-40"124"-22298,40-86-625,0-2-655,0 1-401,0-8-96,7-4-224,-1-9-785,1-5-880,-7-7-960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9973,'0'0'8179,"149"-16"-8179,-102 9-880,0 0-2322,1-6-2576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12582,'0'0'3044,"-21"21"1094,-65 71 394,77-81-4049,0 1 0,1 0-1,0 0 1,2 0-1,-1 1 1,1 0-1,1 0 1,0 0-1,1 1 1,-2 14-1,1 5 67,2 0 0,1 54 0,2-62-402,0 126-99,0-151-104,0 1 0,0 0-1,0 0 1,0-1 0,0 1-1,0 0 1,0 0 0,0-1-1,0 1 1,0 0-1,0-1 1,0 1 0,1 0-1,-1-1 1,0 1 0,1 0-1,-1-1 1,0 1 0,1 0-1,-1-1 1,1 1-1,-1-1 1,1 1 0,-1-1-1,1 1 1,-1-1 0,1 1-1,0-1 1,0 1 0,20-7-1010,16-23-222,-27 17 1198,0 1 1,1 0-1,1 1 0,14-10 2236,-23 22-2063,1-1 0,0 1 0,-1 0 0,0 0 0,1 1 0,-1-1 0,0 1 0,0 0 0,0-1 0,-1 1 0,1 1 0,-1-1 0,3 4 0,18 19-490,-18-23-41,1 1 0,-1-1-1,0 0 1,1-1 0,-1 1-1,1-1 1,0 0 0,0-1 0,0 1-1,9 0 1,-1-1-2489,0 0 0,-1-1 0,22-3 0,0-5-7655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14823,'0'0'15639,"-55"67"-15479,55-58-160,0-2-288,0-2-785,7-3-944,7-2-1088,6 0-1729,0-7-3458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8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10069,'0'0'5474,"-55"59"-10020,83-43-2017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96 781 12166,'0'0'15807,"-16"7"-15396,-47 24-294,62-30-112,-1 0-1,1 0 1,0 0-1,0 0 1,0 1-1,0-1 1,0 0-1,0 0 1,0 1-1,0-1 1,0 0-1,0 1 1,1-1-1,-1 1 1,1-1-1,-1 1 1,1-1-1,0 1 1,-1-1-1,1 1 1,0 0-1,0-1 1,0 1 0,0-1-1,1 1 1,-1 0-1,0-1 1,0 1-1,1-1 1,1 3-1,23 38-3,-20-35-9,2 3-310,0 0-1,-1 1 0,0 0 1,-1 0-1,0 0 0,-1 1 1,0-1-1,0 1 0,-2 0 1,3 17-1,-6-29 269,0-1 0,-1 1 1,1 0-1,0-1 0,0 1 0,0-1 1,-1 1-1,1-1 0,0 0 0,0 1 1,0-1-1,0 0 0,0 0 0,0 0 1,1 1-1,-2-2 0,-1-5-28,1 0-1,0 0 1,0-1-1,1 1 1,0 0 0,0-1-1,0 1 1,2-12-1,6-63-658,-2 61 447,1 0 1,0 1 0,2 0-1,15-30 1,50-77-1742,-40 72 928,128-210-4137,-47 93 4645,-51 73 3322,-44 67 1275,-18 30-1695,-19 20 204,-5 8-2113,1 1 0,2 1 0,0 0 0,3 2 0,0 0 0,2 1 0,1 1 0,1 0 0,-10 39 0,-4 37-27,-22 169 0,42-196-376,7-80-129,4-3 103,-1 0 0,1 0 0,-1 0 0,0 0-1,0-1 1,0 0 0,0 1 0,0-1-1,2-3 1,2-1-75,85-76-716,-82 76 1781,-7 13 669,0 6-1926,0-4 205,0 0 1,0 0-1,0-1 1,1 1-1,7 11 1,12-1-3001,-21-17 2432,0 0 0,1-1 0,-1 1 0,1 0 0,0-1 0,-1 0 0,1 1-1,-1-1 1,1 0 0,4-1 0,13-3-6897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3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1068 2193,'0'0'3794,"-15"11"-3013,-48 33 169,58-40-670,-1-1 0,1 0 1,-1-1-1,0 1 0,0-1 0,0 0 0,0-1 0,0 0 0,0 1 0,-1-2 1,1 1-1,-7-1 0,12 0 427,13-1 301,6-2-859,0-2 0,0 0 0,0-1 0,29-13 0,3-2 3,756-275 811,19 45-3290,-459 162 324,492-146-1799,-653 153 6648,-109 30 1844,-8-10 3693,-77 47-4461,-19 11-1581,-28 12-1958,18 3-1971,-1 0 1,-26 22-1,29-20-1587,-1-1 0,0-1-1,-25 13 1,-13-1-7737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0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10805,'0'0'7844,"25"0"-4838,178-8 326,-149 7-2387,-53 3-934,-1 0 0,1-1-1,-1 1 1,0 0 0,0-1 0,0 1 0,0 0 0,0-1-1,0 1 1,0 0 0,0-1 0,-1 1 0,1 0 0,-1-1-1,0 2 1,-4 6 38,0-1-1,0 0 0,-1 0 1,0-1-1,-1 0 0,0 0 1,-12 10-1,11-10 90,-1 0-1,1 1 0,1 1 1,0-1-1,-10 16 1,16-24-112,1 0 1,0 1 0,0-1 0,0 1 0,-1-1 0,1 1 0,0-1 0,0 1 0,0-1 0,0 0 0,0 1 0,-1-1 0,1 1 0,0-1 0,0 1 0,0-1 0,1 1-1,-1-1 1,0 1 0,0-1 0,0 1 0,0-1 0,0 1 0,0-1 0,1 1 0,-1-1 0,0 0 0,0 1 0,1-1 0,-1 1 0,0-1 0,1 1 0,19 6 441,31-5-29,-43-3-285,29 2-26,0-3 1,1 0-1,-2-3 0,1-1 1,0-2-1,-1-1 0,56-23 1,-60 12-2094,-31 19 1505,1-1 0,-1 0 0,1 0 0,-1 0 0,0 0 0,0 0-1,0 0 1,0 0 0,0-1 0,0 1 0,0 0 0,-1 0 0,1-4-1,0-21-4570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2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16,'0'0'22685,"7"8"-22592,1 1-76,-2 0 0,1 1 0,-1 0 0,-1 0 0,0 1 0,-1 0 0,1-1 0,-2 1 0,0 1 0,0-1 0,-1 0 0,0 1 0,-1 18 0,0-41-90,0-1 0,0 1 0,1 0 0,0 0 0,1 0 0,0 0 0,1 0 1,0 0-1,1 1 0,0 0 0,1 0 0,0 0 0,0 1 0,1 0 0,0 0 0,1 0 0,0 1 0,0 0 0,1 1 0,9-7 1,-17 14 85,-1 0 1,0-1-1,1 1 1,-1 0 0,1 0-1,-1 0 1,1-1-1,-1 1 1,0 0 0,1 0-1,-1 0 1,1 0 0,-1 0-1,1 0 1,-1 0-1,1 0 1,-1 0 0,1 0-1,-1 0 1,1 0 0,-1 0-1,1 0 1,-1 1-1,0-1 1,1 0 0,-1 0-1,1 0 1,-1 1 0,0-1-1,1 0 1,-1 0-1,0 1 1,1-1 0,0 1-1,5 21 363,-6 38 152,0-44-377,0-15-130,3-2-63,1 1 1,0-1-1,-1 0 0,1 0 0,-1 0 0,1 0 0,-1-1 0,1 1 1,-1-1-1,0 0 0,0 0 0,0 0 0,0-1 0,4-3 1,7-4-73,1 0 214,1 0 0,1 1 1,0 1-1,0 0 0,1 2 1,0 0-1,26-5 1,-44 52 1950,0-21-1707,0 32-2342,8-50-6014,4-2 388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2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4322,'0'0'20377,"-27"29"-20377,20-29-5394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2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7892,'0'0'9188,"0"11"-23499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197 407 10293,'0'0'9954,"-20"3"-7988,-66 14-907,82-17-978,-1 1 0,1 1 0,-1-1 0,1 1 0,0-1 0,0 1 0,0 0 0,0 1 1,0-1-1,0 1 0,0 0 0,1 0 0,-1 0 0,1 0 0,0 0 0,0 1 0,0-1 0,1 1 0,-1 0 0,-1 4 0,1 1-95,0-1 0,1 0-1,1 1 1,-1-1-1,1 1 1,1 0 0,0 13-1,0-21-26,0 0-1,1 0 1,-1 0-1,1-1 1,-1 1 0,0 0-1,1 0 1,0-1-1,-1 1 1,1 0-1,-1-1 1,1 1-1,0 0 1,0-1-1,-1 1 1,1-1-1,0 1 1,0-1-1,-1 0 1,1 1-1,0-1 1,0 0-1,0 0 1,0 1 0,0-1-1,0 0 1,0 0-1,-1 0 1,1 0-1,0 0 1,0 0-1,0 0 1,2-1-1,33-3-351,-24 0 268,-1-1 1,0 1 0,0-2-1,0 0 1,0 0-1,-1-1 1,12-9-1,67-63-1398,-76 67 1198,12-12-234,-1-1 0,-1-1 0,-2-1 0,0-1 0,19-36-1,-29 43 511,-1 0 0,-1-1 0,7-27 0,-11 30 867,0 0 0,-2-1 0,-1 1 0,1-27 2166,-8 51-1442,-16 17-750,1 2-1,1 1 0,-25 44 1,36-55-579,1 0 0,1 0 0,1 1 0,0 0 0,0 0 0,2 0 0,0 1 0,1-1 0,-1 25 0,3-29-349,-1 3 210,1 0-1,1 0 1,0 0-1,1 0 1,6 21-1,-7-32-200,0 1 0,1 0 0,0-1 0,0 0 0,0 1 0,0-1 0,0 0 0,1 0 0,-1 0 0,6 4 0,-5-5-237,0 1 0,1-1 0,-1 0 0,1 0 0,-1-1 0,1 1 0,0-1 0,0 0 0,0 0 0,0 0 0,0 0 0,4-1 0,60 1-8499,-23-1 950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10645,'0'0'13446,"115"-29"-13382,-101 29-64,-1 0-320,-6 0-913,0 0-1280,-7 7-6595,-7 2 1921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6339,'108'75'2129,"-94"-69"1777,0-1 192,13-3-2402,6-2-1023,8 0-673,7 0-256,12 0-3234,1-11-5042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3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2561,'0'0'15978,"-19"27"-13761,-62 92-59,64-91-1359,1 1-1,1 1 1,2 0-1,1 1 0,-11 44 1,11-32-211,4-15-444,2 0-1,0 0 1,-1 36-1,5 0-2686,3-63 2233,-1 0 0,1 0-1,0 0 1,-1 0 0,1-1-1,0 1 1,0 0 0,-1 0 0,1-1-1,0 1 1,0 0 0,0-1-1,0 1 1,0-1 0,0 1 0,0-1-1,0 0 1,0 1 0,0-1 0,0 0-1,0 0 1,0 0 0,0 0-1,0 0 1,0 0 0,0 0 0,0 0-1,1 0 1,-1 0 0,0 0 0,0-1-1,0 1 1,1-1 0,6 1-1797,19 0-5958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4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28 201 11717,'0'0'14588,"-5"9"-13566,5-8-1012,-4 6 120,0 0 0,1 1 0,0 0 0,1 0 0,-3 11-1,5-18-144,-1 1 0,1-1 0,0 1-1,0-1 1,0 1 0,0 0-1,0-1 1,0 1 0,0-1-1,0 1 1,0-1 0,1 1 0,-1-1-1,1 0 1,-1 1 0,1-1-1,0 1 1,0-1 0,-1 0-1,1 0 1,0 1 0,0-1 0,0 0-1,0 0 1,0 0 0,1 0-1,-1 0 1,0 0 0,0 0-1,1-1 1,-1 1 0,0 0-1,1-1 1,-1 1 0,1-1 0,-1 1-1,1-1 1,-1 0 0,1 0-1,-1 1 1,1-1 0,-1 0-1,1 0 1,-1-1 0,2 1 0,-1 0-38,0 0 0,0 0 0,-1 0 0,1 0 0,0 0 0,-1-1 0,1 1 1,0-1-1,-1 1 0,1-1 0,0 1 0,-1-1 0,1 0 0,-1 0 0,1 0 1,-1 0-1,0 0 0,3-2 0,-2 0 21,-1 1-1,1-1 1,-1 0 0,0 1-1,0-1 1,0 0-1,0 0 1,0 0 0,0 0-1,0-5 1,0 2 38,0 0 0,-1 0 0,1 0 0,-1-1 0,-1 1 0,1 0 1,-1 0-1,0 0 0,-2-9 0,2 13 17,0 0 1,-1 0 0,1 0 0,0 0-1,-1 0 1,1 0 0,-1 0 0,1 1-1,-1-1 1,0 1 0,0-1 0,0 1-1,0 0 1,0 0 0,0 0 0,0 0-1,0 0 1,0 0 0,0 0 0,-1 1-1,1-1 1,0 1 0,0 0 0,-1 0-1,1-1 1,0 1 0,-4 1 0,5-1-120,23 0-6422,92 4 1060,-65 0 3306,1-3 1,57-6 0,-90 8 23962,-17 2-18431,0 6-7255,0-10 3888,-1 8-45,1 0 0,0 0-1,1 0 1,0-1 0,1 1 0,3 12-1,-4-19-77,0 0-1,0 0 0,1 0 0,-1 0 0,0 0 0,1 0 1,-1 0-1,1 0 0,0-1 0,0 1 0,0-1 0,0 1 1,0-1-1,0 0 0,0 0 0,0 1 0,0-2 0,1 1 1,-1 0-1,0 0 0,1-1 0,-1 1 0,0-1 0,1 0 1,-1 0-1,0 0 0,5 0 0,-2 0 53,0 0 1,0 0-1,0 0 1,0 0-1,0-1 1,0 0-1,-1 0 0,1 0 1,0-1-1,0 1 1,-1-1-1,1 0 0,-1-1 1,0 1-1,0-1 1,0 0-1,0 0 1,0 0-1,0 0 0,-1-1 1,1 0-1,-1 1 1,5-9-1,-6 10 126,0 0 0,0 1 0,1-1 0,-1 0 1,1 1-1,-1-1 0,1 1 0,0 0 0,-1 0 0,1 0 0,0 0 0,0 0 0,0 1 0,0-1 1,0 1-1,0 0 0,0-1 0,0 2 0,5-1 0,0 1 77,-1 0 1,1 0-1,-1 1 1,1 0-1,-1 0 0,12 5 1,-19-7-132,1 1 1,0-1-1,0 1 0,0-1 1,-1 0-1,1 0 1,0 0-1,0 1 0,0-1 1,0 0-1,0 0 1,-1 0-1,1 0 1,0 0-1,0-1 0,0 1 1,0 0-1,-1 0 1,1 0-1,0-1 0,0 1 1,0-1-1,-1 1 1,1 0-1,0-1 0,1 0 1,13-23 873,0-34 713,-14 45-1169,0-1-1,0 1 1,-3-26-1,1 35-393,1-1 0,-1 1 0,0-1-1,-1 1 1,1 0 0,0 0-1,-1-1 1,0 1 0,0 0 0,-1 1-1,1-1 1,-1 0 0,1 1-1,-7-6 1,22 2-15026,14 6 11415,-26 1 3141,37 0-5421,3 0-1545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11333,'0'0'17384,"0"52"-15831,0-27-625,0 2-544,0-2-175,0-1-161,0-3-48,0-5-481,0-3-991,0-4-833,0-4-881,-7-5-2000,-13 0-3410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6051,'0'0'18696,"68"-11"-18552,-41 9-144,0 0-784,7-3-1393,-7-4-1152,7 0-1842,0-9-2336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7652,'0'0'17762,"-8"24"-15529,-10 32-994,3 0-1,2 1 1,-7 70 0,19 99-1930,23-232-2049,21-26 1756,-35 24 824,0 1-1,1 1 1,0 0-1,0 0 0,1 1 1,13-6-1,-22 10 1823,1 9-1407,-2 0 0,1 0 0,-1 0 0,0-1 0,-1 1 0,-1 8 0,1-11-241,0 1 0,1-1 0,-1 1 0,1-1 0,0 0 0,0 1 0,1-1 0,-1 1 0,1-1 0,1 0 0,-1 1-1,4 8 1,-3-12-272,0-1 0,0 1 0,0-1 0,1 1 0,-1-1 0,0 0 0,1 0 0,-1 0 0,0 0 0,1-1 0,-1 1 0,1 0 0,0-1 0,-1 0 0,1 0 0,-1 1 0,1-2 0,3 1 0,52-4-6982,-55 3 6579,36-6-7190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5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10597,'0'0'16744,"0"11"-16184,0-8-352,0 1-112,0-2-96,0 1-512,0-1-3394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6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9156,'0'0'10917,"-68"3"-10965,68 13-800,0-1-1393,0 3-2449,14 0-1313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6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130 535 144,'0'0'24022,"-13"0"-22915,-36 0-630,48 0-485,0 1-1,1-1 1,-1 0-1,0 0 0,1 1 1,-1-1-1,0 0 0,1 1 1,-1-1-1,1 0 0,-1 1 1,0-1-1,1 1 1,-1-1-1,1 1 0,-1-1 1,1 1-1,0-1 0,-1 1 1,1 0-1,0-1 1,-1 1-1,1 0 0,0-1 1,0 1-1,-1 0 0,1-1 1,0 1-1,0 0 0,0 0 1,0-1-1,0 2 1,1 23-415,-1-20 290,3 48-1138,-2-37 624,1 0 0,-2 0 0,0 0 0,-1 1-1,-1-1 1,0 0 0,-5 17 0,5-31 566,1 0 1,0 1 0,-1-1-1,1 0 1,-1 0-1,0 0 1,0 0 0,0 0-1,0-1 1,0 1 0,0-1-1,-4 3 1,5-3 78,1-1 1,-1 0 0,1 1-1,-1-1 1,1 0-1,-1 0 1,1 0 0,-1 1-1,1-1 1,-1 0-1,0 0 1,1 0 0,-1 0-1,1 0 1,-1 0-1,1 0 1,-1 0 0,0 0-1,1 0 1,-1 0-1,1-1 1,-1 1 0,1 0-1,-1 0 1,1 0 0,-1-1-1,1 1 1,-1 0-1,1-1 1,-1 1 0,1 0-1,-1-1 1,1 1-1,-1-1 1,1 1 0,0-1-1,-1 1 1,1-1-1,0 1 1,0-1 0,-1 1-1,1-1 1,0 1-1,0-1 1,0 1 0,0-1-1,-1 1 1,1-1-1,0 0 1,0 1 0,0-1-1,0 1 1,0-1-1,1 0 1,-1 1 0,0-1-1,0 0 1,0-13-54,1-1 0,1 1 0,0-1 0,1 1 0,1 0 0,0 0-1,0 0 1,2 1 0,0-1 0,0 1 0,1 0 0,1 1 0,16-21 0,342-408-2505,-358 433 2585,7-9 146,-5 7 344,-1 0 1,-1 0-1,1 0 0,-2-1 1,1-1-1,8-17 0,-16 28-370,1 1-1,-1-1 1,0 0 0,1 1-1,-1-1 1,0 1-1,0-1 1,0 1 0,1-1-1,-1 0 1,0 1-1,0-1 1,0 0 0,0 1-1,0-1 1,0 1-1,0-1 1,0 0 0,0 1-1,-1-1 1,1 0 0,0 1-1,0-1 1,0 1-1,-1-1 1,1 1 0,0-1-1,-1 1 1,1-1-1,0 1 1,-1-1 0,1 1-1,-1-1 1,1 1-1,-1-1 1,1 1 0,-1 0-1,1-1 1,-1 1-1,1 0 1,-1 0 0,0-1-1,1 1 1,-1 0-1,1 0 1,-1 0 0,0 0-1,1-1 1,-1 1-1,-1 0 1,-30 6 1148,23-2-1130,0 1-1,1-1 0,0 2 1,0-1-1,0 1 0,1 0 1,0 1-1,0 0 1,0 0-1,1 1 0,-8 12 1,5-6-44,0 0 1,1 0-1,1 1 1,1 0-1,0 0 1,-5 19-1,4 12-115,1 0 0,2 1 0,5 77 0,-1-53-641,0-69 587,0-1 1,0 1 0,-1 0-1,1-1 1,0 1 0,0 0 0,0-1-1,1 1 1,-1 0 0,0-1-1,1 1 1,-1-1 0,1 1-1,-1 0 1,1-1 0,0 1-1,-1-1 1,1 0 0,0 1-1,0-1 1,0 0 0,0 1-1,0-1 1,1 0 0,-1 0-1,0 0 1,1 0 0,-1 0-1,0 0 1,1 0 0,-1-1-1,1 1 1,2 0 0,-1-1 31,1 0-1,-1-1 1,1 1 0,-1-1 0,1 0-1,-1 0 1,0 0 0,1-1 0,-1 1-1,0-1 1,0 0 0,0 1 0,0-1-1,0-1 1,4-3 0,85-70 1477,-90 76-250,-1 0-1369,1 0 0,0 1 0,0-1 1,0 1-1,0 0 0,0-1 0,-1 1 1,1 0-1,0 0 0,0 0 0,-1 0 0,1 0 1,-1 1-1,3 2 0,-2-3-274,-1 1 0,1-1 0,-1 1 0,1-1 0,0 0 0,0 0 0,0 0 0,0 0 0,-1 0 0,1 0 0,1 0 0,-1 0 0,0-1 0,0 1 0,3-1 0,16 0-4797,5 0-2349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0 10661,'0'0'10143,"5"28"-7992,44 183 1223,-33-145-2577,-2 1-1,-4 0 0,4 125 1,-14-185-799,0 0 0,-1 0 0,1 0 0,-2 0 0,1 0-1,-1 0 1,0 0 0,0 0 0,-1 0 0,1-1 0,-2 0 0,-5 11 0,3-10-67,-1 0 0,1 0 1,-1-1-1,0 1 0,-1-2 0,1 1 0,-1-1 0,0 0 1,-10 4-1,-14 6-1308,-1-1 0,-54 14 0,-17-3-5740,30-11-2447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7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0 784,'0'0'13182,"-1"10"-11245,-12 42 718,8-34-1453,0 1 0,1-1 0,-2 35-1,6 2-108,8 57 1,-5-90-1040,1 0 1,1 0 0,1-1 0,1 0 0,14 30 0,-17-42-199,1 1-1,0-1 1,0 0-1,1 0 1,0-1-1,1 0 1,9 9-1,-11-13-221,0 0-1,0-1 0,1 0 1,-1 0-1,1 0 0,-1-1 0,1 0 1,0 0-1,0 0 0,0-1 1,0 0-1,1 0 0,-1-1 1,7 1-1,60-1-6025,19 0-5080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8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5170,'0'0'10117,"-9"28"-7062,-64 183 1368,42-107-1991,-29 157 0,36-142-2083,4-63-2278,30-56-10532,14 0 6557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29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4514,'0'0'16912,"2"-12"-12774,32 11-4225,-22 0-271,0 0 0,-1 1-1,1 0 1,0 1 0,20 4 0,-31-4 335,-1-1 1,1 1-1,0 0 1,0 0-1,0-1 0,0 1 1,-1 0-1,1 0 1,0 0-1,-1 0 0,1 0 1,-1 0-1,1 0 1,-1 0-1,1 0 0,-1 0 1,0 0-1,0 0 1,1 0-1,-1 0 0,0 0 1,0 0-1,0 1 1,0-1-1,0 0 0,0 0 1,-1 0-1,1 0 1,0 0-1,0 0 0,-1 0 1,0 2-1,-14 33 233,-65 56 2858,74-86-2825,-18 27 700,23-33-931,1 0-1,0 1 0,-1-1 0,1 1 0,-1-1 0,1 1 1,0-1-1,-1 1 0,1-1 0,0 1 0,0-1 0,0 1 1,-1 0-1,1-1 0,0 1 0,0-1 0,0 1 0,0 0 1,0-1-1,0 1 0,0-1 0,0 1 0,0 0 0,0-1 1,0 1-1,0-1 0,1 1 0,-1-1 0,0 1 0,0 0 1,1-1-1,-1 1 0,0-1 0,1 1 0,-1-1 0,0 1 1,1-1-1,-1 0 0,1 1 0,-1-1 0,1 1 0,-1-1 0,1 0 1,-1 1-1,1-1 0,-1 0 0,1 0 0,-1 0 0,2 1 1,27 4 17,0-2-1,0-1 1,0-1 0,0-1 0,30-4 0,-58 3-111,-1 1 1,0 0-1,0 0 0,1-1 0,-1 1 1,0 0-1,0 0 0,0-1 0,0 1 1,0 0-1,1-1 0,-1 1 1,0 0-1,0-1 0,0 1 0,0 0 1,0-1-1,0 1 0,0 0 0,0-1 1,0 1-1,0 0 0,0-1 1,0 1-1,0 0 0,0-1 0,-1 1 1,1 0-1,0-1 0,0 1 0,0 0 1,0-1-1,-1 1 0,1 0 1,0 0-1,0-1 0,0 1 0,-1 0 1,1 0-1,-1-1 0,-3 0-851,-1 0-1,1 0 1,-1 1-1,0-1 1,1 1-1,-1 0 1,-6 1-1,-4-1-1600,-32 0-5472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5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2721,'0'0'13532,"2"8"-12406,3 24 26,-1 0 0,-2 0 1,-1 0-1,-5 50 0,1 11 60,15 283-336,-10-362-1353,1 56-2097,-3-67 2032,0 0-1,0 0 1,0 0-1,0 0 1,-1 0 0,1 0-1,-1 0 1,0 0-1,0 0 1,0 0 0,0-1-1,-1 1 1,1 0-1,-1-1 1,1 1-1,-1-1 1,-3 4 0,-20 6-5757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6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7796,'19'-6'2059,"72"-19"2079,185-25 0,-116 42-4050,-90 7-5010,-84 19 5079,-26 22 1049,2 1 0,-50 69 0,85-105-1156,1-1 0,0 1 0,0-1-1,0 1 1,0 0 0,1 0 0,0-1 0,0 1 0,0 0 0,0 0 0,1 0 0,0 0 0,0 0-1,0 0 1,1 0 0,1 6 0,-1-10-45,1 1 1,-1-1-1,0 0 0,1 0 0,-1 0 0,1 0 1,-1 0-1,1 0 0,0 0 0,-1 0 0,1-1 1,0 1-1,0-1 0,0 1 0,-1-1 0,1 0 0,0 0 1,0 0-1,0 0 0,-1 0 0,4 0 0,43-3 36,-41 1-95,0 0 1,0-1-1,0 1 1,0-2-1,-1 1 1,0-1-1,1 0 1,-1 0-1,0 0 1,-1-1-1,10-10 1,-8 9 26,-1-1 1,0 0-1,-1 0 1,0 0-1,0 0 1,0-1-1,-1 0 1,0 0-1,4-13 1,-5 5 1146,-5 20 1579,-5 27-1196,7-27-1587,0 3 41,0 0 0,0 0 0,1 1-1,0-1 1,0 0 0,3 9 0,-3-14-260,0 0 0,-1-1 1,1 1-1,0-1 1,0 1-1,0-1 0,0 1 1,1-1-1,-1 0 0,0 0 1,1 1-1,1 0 0,-1-1-561,1 0-1,-1 1 1,0-2-1,1 1 1,-1 0-1,0 0 1,1-1 0,-1 0-1,1 1 1,-1-1-1,4 0 1,7 0-6452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6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63 161 5763,'0'0'14262,"-2"14"-13243,-8 40-197,10-52-739,-1-1 0,1 1 0,-1 0 0,1 0 0,-1-1 0,0 1 0,0 0 0,1-1 0,-1 1 0,0-1 0,-1 1 0,-1 2 0,3-4-53,-1 1 0,0-1 1,1 0-1,-1 1 0,1-1 1,-1 0-1,1 0 0,-1 0 1,0 1-1,1-1 0,-1 0 1,0 0-1,1 0 0,-1 0 1,1 0-1,-1 0 0,0 0 1,1 0-1,-1 0 0,0 0 1,1 0-1,-1-1 0,0 1 1,-1-1 1,1 0 0,0 1 0,-1-1 0,1 0 0,0 0 0,0 0 0,-1 0 1,1 0-1,0-1 0,0 1 0,0 0 0,0-1 0,1 1 0,-1 0 1,0-1-1,0 1 0,1-1 0,-1-2 0,-1-9-48,1-1 1,0 1-1,1-1 0,1 1 0,0-1 0,6-23 0,-5 30-140,0 0 1,0 0-1,1-1 0,0 1 0,0 1 0,1-1 0,0 1 0,0-1 0,0 1 0,1 0 0,0 0 0,0 1 0,10-9 0,11 4-2580,18 8-5755,-34 2 6306,12 0-3367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7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109 135 6419,'0'0'13478,"-13"14"-12469,-41 42-505,52-54-496,0 0-1,1-1 1,-1 1 0,1 0 0,0 0 0,0 0-1,-1 1 1,1-1 0,1 0 0,-1 0 0,0 1-1,0-1 1,1 0 0,0 1 0,-1-1-1,1 0 1,0 1 0,0-1 0,0 1 0,0-1-1,1 0 1,-1 1 0,1-1 0,-1 0 0,1 1-1,0-1 1,0 0 0,0 0 0,0 1 0,0-1-1,1 0 1,2 3 0,-1-1 2,4 6-72,-1 1-1,0-1 1,0 1 0,-1 0 0,0 0 0,-1 1 0,-1-1 0,0 1 0,0 0 0,-1 0 0,0 0 0,-1 1 0,-1-1 0,0 14-1,-1-24 34,1 0 0,-1 0-1,0 0 1,0 0-1,0 0 1,1 0-1,-2-1 1,1 1-1,0 0 1,0-1-1,0 1 1,-1-1 0,1 1-1,-1-1 1,0 0-1,1 1 1,-1-1-1,0 0 1,1 0-1,-1 0 1,0 0-1,0 0 1,-2 0-1,-3 1-42,0 0 0,1-1-1,-1 0 1,0 0-1,-11 0 1,17-1 70,1 0 0,0 0 1,-1 0-1,1-1 1,0 1-1,-1 0 1,1 0-1,-1 0 0,1 0 1,0 0-1,-1 0 1,1-1-1,0 1 1,-1 0-1,1 0 0,0-1 1,0 1-1,-1 0 1,1 0-1,0-1 1,0 1-1,-1 0 0,1-1 1,0 1-1,0 0 1,0-1-1,0 1 1,-1 0-1,1-1 0,0 1 1,0-1-1,0 1 1,0 0-1,0-1 1,2-20-73,13-17-123,5 11 26,1 1 1,2 1-1,0 1 0,2 1 0,0 1 0,42-27 0,18-17 127,-46 36 16,29-25-31,-62 50 79,-1-1-1,0 1 1,0-1 0,-1 0-1,0 0 1,0-1 0,0 1 0,5-14-1,-8 19 61,-1 0 0,0 0-1,0 0 1,1 0-1,-1 0 1,0 0 0,0 0-1,0 0 1,0 0-1,0 0 1,0 0 0,0 0-1,-1 0 1,1 0-1,0 0 1,-1 0 0,1 0-1,0 0 1,-1 0 0,1 0-1,-1 0 1,1 1-1,-1-1 1,0 0 0,1 0-1,-1 0 1,0 1-1,0-1 1,1 0 0,-1 1-1,0-1 1,0 1 0,0-1-1,0 1 1,0-1-1,0 1 1,0 0 0,0 0-1,0-1 1,0 1-1,0 0 1,0 0 0,0 0-1,0 0 1,0 0-1,0 0 1,-2 0 0,-56 5 831,54-5-748,-4 2 7,1 0 1,-1 0 0,1 1-1,0 0 1,0 1 0,0 0-1,-9 6 1,14-9-122,0 1 1,0 0 0,1 0-1,-1 0 1,0 0-1,1 1 1,0-1 0,-1 1-1,1 0 1,0-1-1,0 1 1,0 0 0,1 0-1,-1 0 1,1 0-1,0 1 1,0-1 0,0 0-1,0 0 1,0 6-1,0-5-96,1 1 0,0-1 0,1 0 0,-1 1-1,1-1 1,0 1 0,0-1 0,0 0 0,0 0-1,1 1 1,0-1 0,0 0 0,0-1 0,0 1 0,1 0-1,-1 0 1,1-1 0,0 0 0,0 0 0,0 1-1,1-2 1,-1 1 0,1 0 0,0-1 0,-1 1-1,1-1 1,0 0 0,0-1 0,1 1 0,-1-1-1,6 2 1,0 0-1029,1-1 0,-1 0-1,1-1 1,15 0 0,-18-1-199,-1 0 0,1-1 0,0 0 0,-1-1 1,1 1-1,12-6 0,15-14-5891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7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14086,'0'0'3893,"-9"27"-406,4-13-2980,-13 40 1308,2 1 0,-11 75 0,20 43 1211,7-171-3019,0 1-82,0 0 0,0-1 0,0 1 0,0-1 0,1 1 0,-1 0-1,1-1 1,-1 1 0,1-1 0,0 1 0,0-1 0,0 1 0,0-1 0,0 0 0,1 1-1,-1-1 1,1 0 0,-1 0 0,1 0 0,0 0 0,0 0 0,0-1 0,0 1 0,0-1-1,0 1 1,1-1 0,-1 0 0,0 1 0,1-1 0,-1 0 0,4 0 0,-3 0-418,0-1-1,1 0 1,-1 0 0,1 0 0,-1-1 0,1 1 0,-1-1 0,0 0 0,1 1-1,-1-1 1,0-1 0,0 1 0,0-1 0,0 1 0,0-1 0,0 0 0,0 0-1,0 0 1,-1 0 0,1-1 0,-1 1 0,1-1 0,2-4 0,16-22-7588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7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6147,'0'0'10837,"115"0"-10261,-67 0-576,-1-4-1233,-6-5-3233,-1-3-2897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8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12198,'0'0'11845,"67"0"-11221,-26 0-384,0-5-240,-8 3 0,1 0-576,-13 2-961,-8 0-1472,-6 0-1297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48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6771,'0'0'10261,"149"-7"-9285,-102-9-832,7-2-144,-13 0-2369,0-4-4306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7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6067,'0'0'17224,"122"0"-16808,-75 0-304,-6 0-48,-1 0-64,-13 5-576,-6-1-1073,-15-1-992,-6 1-1537,0 1-2529,-27-3-801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8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4034,'0'0'7443,"115"33"-3009,-67-28-1616,-1-3-1330,-13-2-847,0 0-641,-7 0-657,-7 0-1424,-6-16-3585,-7-8-4227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8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 10117,'0'0'13774,"-2"24"-11549,-3 407 3036,5-406-5315,1-6-283,-1 0 0,-1 0 0,-1 0 0,0 0 0,-8 27 0,10-44 94,-1-1 0,1 0 0,-1 1-1,0-1 1,1 1 0,-1-1 0,0 0-1,0 0 1,0 0 0,0 1-1,0-1 1,0 0 0,0 0 0,0 0-1,-1 0 1,1-1 0,0 1 0,-1 0-1,-1 0 1,-30 2-8693,13-7 559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8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7507,'0'0'1326,"26"0"1086,166 4 3084,131 2 2198,-336-1-7646,1-1 0,-1 2 0,1 0 0,1 0-1,-1 1 1,1 1 0,0 0 0,1 0 0,0 1-1,0 0 1,1 1 0,0 0 0,-9 14 0,18-23-97,-1-1 1,0 1-1,1 0 0,-1 0 1,0-1-1,1 1 0,-1 0 1,1 0-1,-1 0 0,1 0 1,-1 0-1,1 0 0,0 0 1,0 0-1,-1 0 0,1 0 1,0 0-1,0 0 0,0 0 1,0 0-1,0 0 0,0 0 1,0 0-1,1 1 1,0-1 2,0 0 0,-1-1 0,1 1 1,0 0-1,0-1 0,0 1 1,0-1-1,0 0 0,0 1 1,0-1-1,0 0 0,0 1 1,0-1-1,0 0 0,0 0 1,0 0-1,0 0 0,0 0 1,1 0-1,4 0-4,0-1-1,0 0 1,0 0 0,0 0 0,-1 0-1,1-1 1,8-4 0,20-11 17,24-15 234,-58 47 5694,12 11-5966,-10-23-382,0 0 1,0 0 0,0 0-1,0 0 1,0-1 0,0 1-1,1-1 1,-1 1 0,1-1-1,0 0 1,0 0 0,0 0-1,0 0 1,0-1-1,4 2 1,40-2-9510,-20-1 2519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9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1 217 4706,'0'0'18166,"5"34"-13417,-4-89-5027,-1 45 173,1-1 1,0 1-1,1-1 0,0 1 0,0 0 0,1 0 0,0 0 1,1 0-1,7-14 0,-7 18-196,0 0-1,0 0 1,0 0 0,1 1 0,0 0-1,7-7 1,-7 8-352,0 0-1,1 1 0,-1-1 1,1 1-1,-1 1 1,1-1-1,0 1 1,6-2-1,28-1-8798,-20 5 3113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9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48 5747,'0'0'15457,"-17"0"-13755,-81 0 374,97 0-2074,1 0 0,-1 0 0,0 0 1,1 1-1,-1-1 0,0 0 0,1 0 0,-1 0 0,0 1 0,1-1 0,-1 0 1,0 1-1,1-1 0,-1 1 0,1-1 0,-1 0 0,1 1 0,-1-1 0,1 1 0,-1 0 1,1-1-1,-1 1 0,1-1 0,0 1 0,-1 0 0,1-1 0,0 1 0,0 0 1,-1-1-1,1 1 0,0 0 0,0-1 0,0 1 0,0 0 0,0-1 0,0 1 1,0 0-1,0 0 0,0-1 0,0 1 0,1 0 0,-1-1 0,0 1 0,0 0 0,1-1 1,-1 2-1,1-1 2,2 42-359,1-1 1,3 0-1,2 0 0,19 57 1,-13-49-103,-3-1 1,10 73-1,-22-120 445,1 0 0,-1 0 0,0 0 0,0 0 0,0 0 0,0 0-1,0-1 1,0 1 0,-1 0 0,1 0 0,-1 0 0,1 0 0,-1 0 0,0 0-1,1-1 1,-1 1 0,0 0 0,0 0 0,0-1 0,-1 1 0,1-1-1,0 1 1,-1-1 0,1 0 0,-1 1 0,1-1 0,-1 0 0,1 0 0,-1 0-1,0 0 1,0 0 0,-2 1 0,-4-1 44,1 0-1,0 0 1,0 0 0,0-1 0,-1 0-1,1-1 1,-10-1 0,14 2-13,0-1 1,0 0 0,0 0-1,0 0 1,1 0 0,-1-1-1,0 1 1,1-1 0,-1 1 0,1-1-1,0 0 1,-1 0 0,1 0-1,0 0 1,0-1 0,0 1-1,0 0 1,1-1 0,-1 0 0,1 1-1,-1-1 1,1 0 0,0 1-1,0-1 1,0 0 0,1 0-1,-1 0 1,1 0 0,-1-5-1,0-6-16,0-1 0,1 1 0,0-1 0,5-24 0,-3 28-42,1 0 0,1 0 0,0 1 0,1-1 0,0 1 0,0 0-1,1 1 1,0-1 0,1 1 0,0 0 0,13-12 0,7-6-27,1 2 0,37-25 0,-12 13 200,50-40-72,-92 67 519,-1 0-1,0 0 0,0-1 0,-1-1 1,-1 0-1,14-23 0,-33 31 2966,-21 3-3998,30 1 698,-2 0-251,1 0 0,-1 0 0,1 1 0,-1 0 0,1-1 0,-1 1 0,1 0-1,0 1 1,0-1 0,-1 1 0,1-1 0,0 1 0,0 0 0,1 0 0,-1 0 0,0 1-1,1-1 1,-1 0 0,1 1 0,0 0 0,0 0 0,0 0 0,0 0 0,0 0 0,1 0-1,-1 0 1,-1 5 0,0 2-519,0-1 0,1 1 0,0 0-1,1 0 1,0 0 0,1 0 0,0 0 0,1 16 0,0-24 276,-1 0 0,0 0 1,1 0-1,-1 0 0,1 0 1,0 0-1,-1 0 1,1 0-1,0 0 0,0-1 1,0 1-1,1 0 0,-1-1 1,0 1-1,1-1 1,-1 1-1,1-1 0,-1 1 1,1-1-1,-1 0 0,4 2 1,0-1-685,0 0 1,0-1-1,0 1 1,0-1 0,0 0-1,0-1 1,8 1-1,28 0-7231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0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11093,'0'0'16877,"-3"6"-16012,-12 51-44,3 0 0,2 0 0,-5 108 0,10-92-867,1-16-3512,5 85-1,0-119 1662,1-1-1,2 0 1,0 0 0,1-1-1,2 1 1,12 30 0,2-21-7777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48 168 7363,'0'0'10357,"-47"-120"-9444,47 107-913,27-1-769,7 7-1664,6 1-2769,1-1-257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1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1713,'0'0'669,"24"3"319,357 15 2832,-358-18-3557,9 0 425,42-5-1,-65 4-366,-1 0 1,0-1-1,1 0 0,-1-1 0,0 1 0,0-2 1,0 1-1,-1-1 0,15-10 0,-13-4 1753,-9 13-6376,6 5 349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1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94 1889,'0'0'2983,"-10"-16"-2215,-30-46-245,39 62-509,1 0 0,0 0 0,-1 0 0,1 0 0,0-1 1,-1 1-1,1 0 0,0 0 0,0-1 0,-1 1 0,1 0 0,0-1 0,0 1 1,-1 0-1,1-1 0,0 1 0,0 0 0,0-1 0,0 1 0,0 0 0,0-1 1,-1 1-1,1 0 0,0-1 0,0 1 0,0 0 0,0-1 0,0 1 0,0 0 0,0-1 1,1 1-1,-1-1 0,0 1 0,0 0 0,0-1 0,0 1 0,0 0 0,0-1 1,1 1-1,-1 0 0,0-1 0,0 1 0,1 0 0,-1 0 0,0-1 0,0 1 1,1 0-1,-1 0 0,0-1 0,1 1 0,-1 0 0,0 0 0,1 0 0,-1 0 1,0 0-1,1-1 0,15 3 230,-15-2-165,8 2 138,0 0-1,0 1 1,1 0-1,-2 1 1,1 0-1,0 0 0,-1 1 1,0 0-1,0 1 1,0-1-1,7 8 1,15 15 797,31 36 1,-59-62-960,30 37 393,-1 2 0,-2 1-1,-2 1 1,-2 1 0,-2 2 0,-2 0-1,-2 1 1,-2 1 0,-2 1-1,-2 0 1,-2 1 0,-3 0-1,-2 0 1,0 90 0,-6-127-412,1 44 43,-3-1-1,-16 107 1,11-128-89,5-16-218,-2-1 1,0 0 0,-13 33 0,15-47 51,0 0-1,0 0 1,0 0-1,0-1 1,-1 1-1,1-1 1,-1 0-1,0 1 1,0-1-1,0 0 1,0-1-1,-1 1 1,1-1-1,-1 1 1,0-1-1,1 0 0,-1 0 1,0-1-1,0 1 1,0-1-1,-1 0 1,-4 1-1,-38 0-2651,-12-2-1443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2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4690,'0'0'10410,"4"-1"-9369,-3 1-987,0 0 0,-1 0 0,1 0 0,0 0 0,0 0 0,0 0 0,-1 0 0,1 0 0,0 1 0,0-1 0,0 0 0,-1 0 0,1 1 0,0-1 0,0 0 0,-1 1 0,1-1 0,0 0 0,-1 1 0,1-1 0,-1 1 0,1 0 0,0-1 0,-1 1 0,1-1 0,-1 1 0,1 0 0,0 1 0,5 28 1648,-5-18-1505,0 88 753,-1-99-2038,0-12-12521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2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6275,'0'0'13270,"0"-11"-15031,0 27-13446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326 221 6755,'0'0'3148,"0"-23"-552,-1-72-368,1 91-2113,0 0 0,0-1 0,-1 1 1,1 0-1,-1 0 0,0-1 0,0 1 1,0 0-1,-1 0 0,1 0 0,-1 0 0,0 1 1,0-1-1,-1 0 0,1 1 0,-1 0 1,0-1-1,0 1 0,0 0 0,0 0 0,0 1 1,0-1-1,-1 0 0,0 1 0,1 0 1,-1 0-1,-6-2 0,5 2-101,0 1 1,0 0-1,0 1 0,0-1 1,-1 1-1,1 0 1,0 0-1,0 1 0,0-1 1,0 1-1,0 0 0,0 0 1,0 1-1,1 0 1,-1 0-1,0 0 0,1 0 1,-1 1-1,-5 4 0,-4 4 54,2 1 1,0 1-1,0 0 0,1 1 0,1 0 0,0 0 0,1 1 0,1 0 0,0 1 1,1 0-1,1 0 0,0 1 0,1-1 0,-3 22 0,0 10 378,2 0 1,3 1-1,4 91 0,4-84-20,13 55 1,-9-65-349,-2 0 1,0 57-1,-6-97-364,-4 32 642,-5-28-2835,7-10 2127,0 0 0,0 0-1,1 0 1,-1 0 0,0 0-1,0 0 1,0 0 0,0-1 0,0 1-1,1 0 1,-1-1 0,0 1-1,0-1 1,1 1 0,-1-1 0,0 1-1,1-1 1,-1 1 0,-1-2-1,-11-18-5284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3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8420,'0'0'9204,"135"0"-9108,-108 0-96,0-5-1312,0-4-3267,1-7-2864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4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2449,'0'0'13046,"-19"9"-11595,-62 31 54,74-36-1289,0 0 0,0 0 0,0 0 0,1 1 0,0 0 0,0 0-1,0 1 1,0 0 0,-7 11 0,10-12-174,0 0 0,1 0 0,0 0 0,0 0 0,1 0 0,-1 1 0,1-1 0,0 1 0,0-1 0,1 1 0,0 7 0,0-12-54,1-1 0,-1 1 1,1-1-1,-1 1 0,1-1 0,-1 0 1,1 1-1,-1-1 0,1 1 1,-1-1-1,1 0 0,0 0 1,-1 1-1,1-1 0,0 0 0,-1 0 1,1 0-1,0 1 0,-1-1 1,1 0-1,0 0 0,-1 0 1,1 0-1,0 0 0,0-1 0,0 1 1,23-1-320,-23 1 303,5-2-61,0 1 0,0-1 0,-1-1 0,1 1 0,0-1 1,-1 0-1,1 0 0,-1-1 0,0 0 0,0 0 0,-1 0 1,6-5-1,0-1-33,-1 0-1,0-1 1,0-1 0,11-17 0,-11 16 1212,-6 21 1138,8 21-80,-6-22-2645,-1-1 1,1 0-1,1 0 0,-1-1 1,1 1-1,0-1 0,0 0 1,0 0-1,1-1 0,-1 0 1,1 0-1,0-1 0,0 0 1,1 0-1,-1-1 0,1 1 1,8 0-1,17-2-7083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4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5 9156,'0'0'10893,"-15"-1"-10074,-28-2-396,0 3 0,1 1 1,-1 2-1,-42 8 0,57-4-434,-61 16 93,82-21-129,1 0 1,0 1 0,0-1-1,0 1 1,1 1-1,-1-1 1,1 1-1,0 0 1,0 0-1,-9 10 1,12-11-39,0 0 0,1 0 0,0 0 0,-1 0 1,1 0-1,0 1 0,0-1 0,1 0 0,-1 1 0,1-1 1,0 1-1,-1-1 0,2 1 0,-1-1 0,0 0 1,1 1-1,-1-1 0,1 1 0,0-1 0,3 6 1,2 6 34,1-1 1,0 0-1,10 15 1,-11-20 56,5 10-13,-1 0 0,-1 1 0,-1 0 0,-1 0 0,0 1 0,-2 0 0,6 37 0,-5 5 483,-4 83 0,-2-98 277,-4-22-63,2 10 70,2-35-751,0 0 0,1 0 0,-1 0 0,1 0-1,0 0 1,-1 0 0,1 0 0,0 0 0,-1 0-1,1 0 1,0 0 0,0 0 0,0-1 0,0 1 0,0 0-1,0-1 1,0 1 0,0 0 0,0-1 0,0 0 0,0 1-1,0-1 1,1 1 0,-1-1 0,0 0 0,0 0-1,0 0 1,1 0 0,0 0 0,3 0-2,17 3-53,1-2 1,0 0-1,43-6 0,-65 5-37,0-1-1,0 1 1,0 0 0,0-1-1,0 1 1,-1-1-1,1 0 1,0 1-1,0-1 1,-1 0-1,1 1 1,0-1 0,-1 0-1,1 0 1,-1 0-1,1 1 1,-1-1-1,1 0 1,-1 0 0,1 0-1,-1 0 1,0 0-1,0 0 1,0 0-1,1 0 1,-1-2 0,0-30-4968,-1 20 1382,1-11-2378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5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7411,'0'0'14973,"2"8"-13551,28 94 2259,-29-101-3751,-1-1 1,0 1-1,1-1 0,-1 1 0,1-1 0,-1 1 1,1-1-1,-1 0 0,1 1 0,-1-1 0,1 1 1,-1-1-1,1 0 0,-1 0 0,1 1 0,0-1 0,-1 0 1,1 0-1,-1 0 0,1 1 0,0-1 0,-1 0 1,1 0-1,0 0 0,-1 0 0,1 0 0,-1 0 1,1 0-1,0-1 0,-1 1 0,1 0 0,0 0 0,-1 0 1,1-1-1,-1 1 0,1 0 0,-1-1 0,1 1 1,0 0-1,-1-1 0,0 1 0,2-1 0,33-27-394,-11 9-80,-11 10 643,27-15-838,-13 16 4514,-23 11-3746,-1 0-1,1 1 0,-1-1 0,0 1 1,0 0-1,0 0 0,2 5 1,0-1 0,3 4-213,10 11-1273,-7-18-3307,2-8-4942,-1-9 2903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5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1 768,'0'0'23819,"7"43"-22698,0-34-289,-1-2-528,-6-1-192,7-1-112,0-3-384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6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82 64,'0'0'1788,"-8"1"-1714,-24 6-10,30-6 101,0 0 0,0 0 0,0 0 0,1 0 0,-1 1 0,0-1 0,0 1 0,1-1 0,-1 1 0,1 0 0,-1 0 0,0 2 0,-3 1 54,2-3 33,0 1 1,1 0-1,-1-1 1,1 1-1,-1 0 1,1 0-1,0 0 0,0 0 1,0 1-1,0-1 1,1 0-1,-1 1 1,1-1-1,0 1 0,0 0 1,0-1-1,1 1 1,-1 0-1,1 0 1,0 8 4294,3-13-4206,-1 0-1,0 0 1,1 0-1,-1 0 1,0 0-1,0 0 1,0-1-1,0 1 0,0-1 1,0 1-1,0-1 1,-1 0-1,3-3 1,24-29-472,-26 31 364,86-106 1621,-85 107-1569,-1-1 0,1 1 0,0 0 0,0 0-1,0 0 1,0 0 0,0 1 0,0-1 0,1 1-1,-1 0 1,0 0 0,1 0 0,-1 0 0,1 1-1,-1-1 1,1 1 0,-1 0 0,1 0 0,-1 0 0,1 1-1,3 0 1,5-1-150,-11 0 644,-1 8-1022,0 5 852,0 0 0,1 1 0,4 18 0,9-1-1882,-13-29 695,1 0 1,-1 0 0,1-1 0,0 1-1,0-1 1,0 1 0,-1-1 0,1 0-1,1 1 1,-1-1 0,0 0 0,3 0-1,9 0-15680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6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5186,'0'0'21418,"-14"58"-21018,14-53-288,0-3-112,0 0-384,0 1-3281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6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4194,'0'0'18168,"0"-12"-18568,0 30-432,6 5-1265,8 2-1249,-1 0-1184,1 0-880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7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197 375 6643,'0'0'11138,"-21"-2"-8075,-70-2-1374,88 4-1595,0-1 1,-1 1-1,1 0 1,0 0-1,-1 0 0,1 0 1,0 1-1,-1-1 1,1 1-1,0 0 0,0 0 1,0 0-1,-1 0 1,1 1-1,0-1 0,1 1 1,-1 0-1,0 0 1,0 0-1,1 0 1,-1 0-1,-2 4 0,3-1-71,0 0 0,0-1-1,0 1 1,1 0-1,0 0 1,0 0-1,1 0 1,-1 0 0,1 0-1,1 8 1,-1-12-41,0 1 1,0-1-1,0 0 1,1 0-1,-1 1 1,1-1-1,-1 0 1,1 0-1,-1 1 1,1-1-1,0 0 1,-1 0-1,1 0 1,0 0-1,0 0 1,0 0-1,0 0 1,0 0-1,0-1 1,0 1-1,0 0 1,0 0-1,0-1 0,0 1 1,1-1-1,-1 1 1,0-1-1,0 0 1,1 1-1,-1-1 1,0 0-1,0 0 1,1 0-1,-1 0 1,0 0-1,1 0 1,-1 0-1,0 0 1,3-1-1,1 0-109,0 1 0,0-1 0,0 0 0,0-1 0,0 1 0,0-1 0,0 0-1,-1 0 1,9-5 0,0-5-184,0 0-1,-1-1 0,0 0 1,-1-1-1,-1 0 1,0-1-1,16-31 0,42-122-763,-55 132 1074,-12 35 6,8-25 376,0 0-1,7-39 1,-17 62 2736,-3 7-1222,-13 22-586,-16 38-307,28-51-865,0 0 0,2 0 0,-1 0 0,1 0 1,1 0-1,1 0 0,0 1 0,0-1 0,2 1 0,-1-1 0,2 1 0,0-1 0,0 0 0,1 0 0,9 24 0,-8-29-326,0 0-1,0 0 1,0 0-1,1-1 1,1 0-1,-1 0 1,1 0-1,0 0 1,1-1-1,11 9 1,-11-10-438,0-1 0,1 1 0,0-2 0,-1 1 0,1-1 0,1 0 0,-1-1 1,0 0-1,0 0 0,1-1 0,-1 0 0,14 0 0,18-6-6211,1-20-3684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1:57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26 6211,'0'0'14257,"13"-1"-13758,97-8 47,118-6 87,-227 15 114,-2 12-234,-1 0 0,0 0-1,0 0 1,-2 0 0,-6 19 0,-10 36 956,15-11-1020,3-1-1,2 1 0,14 110 1,-1-36-410,-12-111-57,1-3 0,-1 0-1,-1 0 0,0 1 0,-4 23 0,3-38 13,0-1 1,0 1-1,0 0 0,-1 0 1,1 0-1,0 0 0,-1-1 1,1 1-1,-1-1 0,1 1 0,-1-1 1,0 0-1,0 1 0,1-1 1,-1 0-1,0 0 0,0 0 1,0-1-1,0 1 0,0 0 1,-1-1-1,1 1 0,0-1 1,0 0-1,-3 1 0,-66 0 17,53-1 1,-23 1-7,25 0-16,0 0 0,0-1 0,-1-1 0,1 0 0,0-1 0,1-1 0,-26-7 0,40 10-116,1 0 0,0 0 0,-1 0 0,1-1 0,0 1 0,-1 0 0,1 0 0,-1 0 0,1-1 0,0 1-1,-1 0 1,1 0 0,0-1 0,-1 1 0,1 0 0,0 0 0,0-1 0,-1 1 0,1-1 0,0 1 0,0 0 0,0-1 0,-1 1 0,1 0 0,0-1 0,0 1 0,0-1 0,0 1 0,0 0 0,0-1 0,0 1 0,0-1 0,0 1 0,0-1-1,0 1 1,0 0 0,0-1 0,0 1 0,0-1 0,0 1 0,1 0 0,-1-1 0,0 1 0,0 0 0,0-1 0,1 1 0,-1 0 0,0-1 0,0 1 0,1 0 0,-1-1 0,0 1 0,1 0 0,-1 0 0,0-1 0,1 1 0,-1 0 0,1 0-1,-1 0 1,0 0 0,1-1 0,30-15-7815,-26 14 6209,33-15-8787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2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 1 3586,'0'0'8166,"-6"3"-7096,-9 4-391,1 2 1,0 0 0,1 0-1,0 1 1,0 1 0,1 0-1,-15 19 1,-75 103 1850,87-113-2315,-7 12 137,-24 29 61,4 2 1,-61 120 0,97-170-414,1 1 0,0 0 0,1 0 0,1 0-1,0 1 1,1-1 0,0 1 0,1-1 0,1 1 0,1 0 0,0-1 0,0 1 0,7 22-1,-2-15-75,2 0-1,1 0 0,0-1 0,2-1 0,0 0 0,2 0 1,26 32-1,-8-12-236,2-1 1,2-1-1,1-2 0,2-2 1,44 32-1,-35-33-313,-35-23 74,1 0-1,1-1 1,0 0 0,0-1-1,1-1 1,19 7-1,-22-12-4411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1 169 7059,'0'0'9250,"6"20"-7017,49 169 651,-54-185-2906,4 16 465,-5-20-434,0 0 0,0 1 0,0-1-1,0 0 1,-1 1 0,1-1 0,0 0-1,0 1 1,0-1 0,0 0 0,-1 1-1,1-1 1,0 0 0,0 0 0,0 1-1,-1-1 1,1 0 0,0 0 0,-1 1-1,1-1 1,0 0 0,0 0 0,-1 0-1,1 0 1,0 1 0,-1-1 0,1 0-1,-1 0 1,1 0 0,0 0 0,-1 0-1,1 0 1,0 0 0,-1 0 0,1 0-1,0 0 1,-1 0 0,1 0 0,0 0-1,-1 0 1,1 0 0,-1-1 0,1 1-12,-1 0 0,0-1 1,1 1-1,-1 0 0,1-1 1,-1 1-1,1-1 1,-1 1-1,1-1 0,0 1 1,-1-1-1,1 1 0,0-1 1,-1 1-1,1-1 1,0 1-1,-1-1 0,1 0 1,0 1-1,0-1 0,0 1 1,0-1-1,0 0 1,0 1-1,-1-1 0,1 0 1,1 0-1,-1-26-176,0 19 85,2-13-151,1 0 0,1 0 0,1 0 0,0 1 1,2-1-1,0 1 0,1 1 0,1 0 0,1 0 0,1 0 1,1 1-1,14-17 0,-26 35 251,0 0 1,0-1-1,1 1 0,-1 0 1,0-1-1,1 1 1,-1 0-1,0-1 0,1 1 1,-1 0-1,0 0 1,1 0-1,-1-1 0,1 1 1,-1 0-1,0 0 0,1 0 1,-1 0-1,1 0 1,-1-1-1,0 1 0,1 0 1,-1 0-1,1 0 1,-1 0-1,1 1 0,-1-1 1,1 0-1,-1 0 0,0 0 1,1 0-1,-1 0 1,1 0-1,-1 1 0,0-1 1,1 0-1,-1 0 1,0 1-1,1-1 0,-1 0 1,0 0-1,1 1 0,-1-1 1,0 0-1,1 1 1,-1-1-1,0 0 0,0 1 1,1 0-1,16 29 100,-4-6 120,-7-18-204,0 0 0,0-1 0,0 0 0,1-1 0,-1 1 0,1-1 0,1 0 0,-1-1 0,0 0 0,1 0 0,-1-1 0,1 1 0,0-2 0,0 1 0,0-1 0,0 0 0,0-1 0,0 0 0,0 0 0,15-3 0,-11 1-31,-1 0-1,0-1 0,-1 0 0,1-1 0,-1 0 0,1 0 1,-1-1-1,0-1 0,-1 0 0,1 0 0,-1-1 0,-1 0 0,1 0 1,11-14-1,-17 17 5,0-1 0,0 0 0,0 0 0,-1 0 0,0-1 0,0 1 0,0-1 0,1-9 0,-2 14 35,-1-1 0,1 1 1,-1-1-1,0 1 0,0-1 0,1 1 1,-1-1-1,0 1 0,-1-1 1,1 0-1,0 1 0,0-1 1,-1 1-1,1-1 0,0 1 0,-1-1 1,0 1-1,1 0 0,-1-1 1,0 1-1,0-1 0,0 1 1,0 0-1,0 0 0,0 0 0,0 0 1,0 0-1,0 0 0,0 0 1,-1 0-1,1 0 0,0 0 1,-1 0-1,1 1 0,-3-2 0,-3 1 95,1-1 0,-1 1-1,0 1 1,1-1 0,-1 1-1,0 0 1,1 1-1,-1-1 1,0 1 0,1 1-1,-1-1 1,1 1 0,-8 4-1,10-4-58,0 0 0,1 0-1,-1 1 1,1-1 0,0 1 0,0 0 0,0 0-1,0 0 1,0 0 0,1 1 0,0-1-1,-1 1 1,1 0 0,0-1 0,1 1 0,-1 0-1,1 0 1,0 0 0,0 0 0,0 1-1,0-1 1,0 6 0,0 2 10,0 0 0,1 0 1,0-1-1,1 1 0,1 0 0,0 0 0,0-1 0,1 1 1,0-1-1,1 1 0,9 16 0,-9-21-210,0 0 0,1 0 0,0-1-1,0 0 1,1 0 0,-1 0 0,1 0 0,1-1-1,-1 0 1,1-1 0,0 1 0,0-1 0,0 0 0,0-1-1,1 0 1,0 0 0,-1-1 0,10 2 0,3 0-1555,0-1 0,37 1 1,-46-4 47,0-1 0,0 0 0,20-4 0,24-20-5391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3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4162,'0'0'7409,"-13"20"-4728,7-12-2584,-7 11 982,0-1-1,2 2 0,0 0 0,1 0 1,1 1-1,1 0 0,1 1 0,-5 26 1,9-15 107,1 1-1,4 61 1,0-80-1243,0-1 0,0 1 0,1-1 0,1 0 0,0 0 0,2 0 0,-1 0 0,15 25 0,-11-31-646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4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7123,'0'0'2305,"23"0"371,237 2 4962,-73 5-6136,-186-7-1496,-1-1-1,1 1 0,-1 0 0,0 0 1,1 0-1,-1 0 0,1 0 0,-1 0 1,1 0-1,-1 0 0,1 0 0,-1 0 1,0 0-1,1 0 0,-1 0 0,1 0 0,-1 0 1,1 0-1,-1 1 0,0-1 0,1 0 1,-1 0-1,1 0 0,-1 1 0,0-1 1,1 0-1,-1 0 0,0 1 0,1-1 1,-1 0-1,0 1 0,0-1 0,1 0 1,-1 1-1,0-1 0,0 1 0,0-1 1,1 0-1,-1 1 0,0-1 0,0 1 0,0-1 1,0 1-1,0-1 0,0 1 0,0-1 1,0 0-1,0 1 0,0-1 0,0 1 1,0-1-1,0 1 0,0-1 0,-1 0 1,1 1-1,0-1 0,0 1 0,0-1 1,-1 0-1,1 1 0,0-1 0,0 0 1,-1 1-1,-28 28 493,11-13 82,17-10-554,0 0-1,0 0 0,0 0 0,1 0 1,-1 0-1,1 0 0,1 0 0,-1 0 1,1 1-1,1-1 0,-1-1 0,4 11 1,-3-13-13,0-1 0,1 1 0,-1-1 0,1 1 0,0-1 0,-1 0 0,1 0 1,0 0-1,0 0 0,0-1 0,1 1 0,-1-1 0,0 0 0,0 0 1,1 0-1,-1 0 0,1 0 0,-1-1 0,1 0 0,-1 0 0,5 0 0,0 1 14,0-1 0,1-1-1,-1 1 1,0-1-1,0-1 1,0 1 0,0-1-1,12-5 1,-9 2 18,1-1 0,-1-1 1,0 1-1,-1-2 1,0 1-1,17-18 0,-23 13 1454,-2 4 2217,9 16-3053,-6-3-1117,1 0 0,-1 0 0,1-1 0,0 1 0,1-1 0,-1-1 0,0 1 0,1-1 0,0 0 0,9 2 1,27 2-4587,5-5-3384,-14-2-908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4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49 220 3762,'0'0'18536,"-6"12"-17010,-21 40-317,20-40 2011,0-35-1553,7-13-2111,-1 15 617,0 0 0,2 0 0,1 0 1,6-30-1,-6 44-572,0 1-1,0 0 1,1 0-1,0 0 1,0 1 0,0-1-1,7-8 1,-6 9-549,1 1 1,-1 0-1,0 0 1,1 0-1,0 0 1,0 1 0,0 0-1,1 0 1,8-3-1,0 1-6351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5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2513,'0'0'21853,"8"0"-20535,-1-1-988,-5 0-215,1 1 1,-1-1 0,1 1 0,0 0-1,-1 0 1,1 0 0,0 0 0,-1 0-1,1 0 1,-1 1 0,1-1 0,-1 1-1,4 1 1,-2 1-7,0 0 1,-1 1-1,0 0 1,0-1-1,0 1 1,0 0-1,-1 0 1,1 1-1,2 6 1,9 12-58,-13-22-95,0 0 0,1 0 0,-1 0 0,1 0 0,-1 0 0,1 0 0,-1-1 0,1 1 0,0-1 0,-1 1 0,1-1 0,0 0 0,-1 1 0,1-1 0,0 0 0,-1 0 0,1 0 0,0 0 0,0-1 0,-1 1 0,1 0 0,0-1 0,-1 1 0,3-2 0,45-17-405,-43 17 344,18-9-88,1 2 1,0 1-1,46-9 1,-70 30 5290,14 17-4646,-10-27-1201,0 0 1,0 0-1,0 0 1,0-1-1,0 0 0,0 0 1,1 0-1,-1-1 1,1 0-1,0 0 1,-1 0-1,1-1 0,7 0 1,27 1-7857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35 9332,'0'0'11976,"-7"-5"-10428,-20-13-260,20 14 463,7 179 3043,0-174-4914,3-3-16,130-98-2527,-39 44 3021,-91 69 2927,-1-8-3234,0 1 1,0-1 0,1 0-1,-1 0 1,1 0-1,1 0 1,4 6-1,-3-9-102,1-1 0,-1 1 0,1-1 0,-1 0 0,1-1 0,0 1 0,-1-1 0,1-1 0,-1 1 0,1-1 0,0 1 0,-1-2 0,1 1-1,7-3 1,5-3-247,0 0-1,29-18 0,20-19 1001,-65 43 936,3 26-1374,-4-21-610,1 0 0,-1 0 0,1 0 1,-1-1-1,1 1 0,0 0 0,1-1 0,-1 0 0,1 1 0,-1-1 1,1 0-1,0 0 0,0 0 0,0-1 0,1 1 0,-1-1 0,1 0 1,-1 0-1,6 3 0,0-2-1134,-1 0 1,1 0 0,0-1-1,0 0 1,1-1-1,-1 0 1,16 0-1,8-1-9941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6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10405,'0'0'18120,"-27"68"-17304,27-54-623,0-3-193,0-7-369,0 1-1023,-7-19-21403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6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10901,'0'0'10165,"-6"126"-10165,12-87-417,21 10-1135,0-1-1009,14-1-2834,0-8 1121,6-15-2321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6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252 594 6243,'0'0'12928,"-21"-12"-10481,-63-37-684,80 47-1627,0 0-1,0 0 1,1 1-1,-1-1 0,0 1 1,0 0-1,-1 0 1,1 0-1,0 0 0,0 1 1,0 0-1,0 0 1,-1 0-1,1 0 0,0 0 1,0 1-1,-5 1 1,6 0-66,0-1 1,0 1-1,0 0 1,0 0 0,0 0-1,0 0 1,0 1-1,1-1 1,-1 1-1,1-1 1,-1 1 0,1 0-1,0 0 1,0 0-1,-2 6 1,-1 3-17,1 0-1,0 1 1,1 0 0,0 0 0,1 0-1,0 0 1,1 22 0,2-34-78,0 1 0,0-1-1,0 0 1,0 0 0,0 0 0,0 0 0,0 0 0,0 0-1,1 0 1,-1 0 0,0 0 0,1 0 0,-1-1 0,0 1 0,1-1-1,-1 1 1,1-1 0,-1 1 0,1-1 0,-1 0 0,1 0-1,0 0 1,-1 0 0,1 0 0,-1 0 0,1 0 0,-1 0-1,3-1 1,49-4-716,-38-1 414,-1-1 0,1 0 0,-1-1 0,-1-1-1,1 0 1,-2 0 0,1-2 0,-1 1 0,-1-2 0,0 1 0,15-22-1,7-15 99,-3-1-1,-2-2 0,-2 0 1,-2-2-1,-2-1 0,24-97 1,-33 85 1157,-11 21 3662,-18 47-2446,8 2-2000,1 1 1,0 0-1,0 1 1,0-1 0,1 1-1,0 0 1,0 1 0,1 0-1,-1 0 1,2 0 0,-1 0-1,1 1 1,0 0 0,-4 9-1,-3 11 229,1 1-1,-11 53 1,2 38-245,6 1 0,3 206 0,10-326-257,1 0 0,-1 0-1,1 0 1,-1 0 0,1 0 0,-1 0 0,1 0 0,-1 0-1,1 0 1,0 0 0,0-1 0,0 1 0,-1 0 0,1 0-1,0-1 1,0 1 0,0-1 0,0 1 0,0-1 0,0 1 0,0-1-1,0 0 1,0 1 0,0-1 0,0 0 0,0 0 0,0 0-1,1 0 1,-1 0 0,0 0 0,0 0 0,0 0 0,0 0-1,1-1 1,43-4-3451,2-14-2277,6-10-4287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7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8308,'0'0'21338,"0"-2"-18217,0 11-4466,0 4-1696,0 3-1777,0-2-4691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07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0 14375,'0'0'4898,"-102"149"272,75-99-368,0-7-3009,0 0-1104,-7 0-593,0 2-96,-6-2-513,-8 2-447,1-2-1233,-1 2-1489,1-7-1904,6-4-6420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3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3522,'0'0'9652,"0"21"-7595,-6 162 2092,-1-18-2146,7-165-2154,0 0-1,-1 0 1,1 0 0,0 0-1,0 0 1,0 0 0,0 0-1,0 0 1,0 0 0,-1 0-1,1 0 1,0 0-1,0 0 1,0 0 0,0 0-1,0 0 1,0 0 0,0 0-1,-1 0 1,1 0 0,0 0-1,0 0 1,0 0-1,0 0 1,0 0 0,0 0-1,-1 0 1,-2-20-4884,3-19-2801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3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21 496,'0'0'18985,"6"-20"-18841,-6 31-144,0 5-272,0 2-2145,0 2-2978,0-2-3665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3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246 158 5523,'0'0'6763,"-9"-21"-5339,-31-67-535,39 84-792,-1 0 0,0 1 0,0 0 0,-1-1 0,1 1-1,-1 0 1,1 0 0,-1 0 0,0 0 0,0 1 0,0-1 0,-1 1 0,-3-2 0,5 3-64,0 0 0,0 0-1,0 1 1,0-1 0,0 1 0,0 0-1,-1 0 1,1-1 0,0 1-1,0 1 1,0-1 0,0 0-1,-1 0 1,1 1 0,0-1 0,0 1-1,-2 1 1,-2 1-18,1 0-1,0 0 1,0 1-1,0 0 1,0 0-1,1 0 1,0 0-1,0 1 1,0-1 0,0 1-1,-5 9 1,0 5 93,0 1 1,1 0 0,1 0-1,1 0 1,1 1 0,0 0 0,2 0-1,-1 23 1,5 177 866,0-186-991,32 226 170,-19-184-32,6 149-1,-21-226-465,-1 1 1,1-1-1,0 0 1,-1 1-1,1-1 0,0 0 1,-1 0-1,1 0 0,0 1 1,-1-2-1,1 1 1,0 0-1,-1 0 0,1 0 1,0-1-1,-1 1 0,1 0 1,0-1-1,-1 1 1,1-1-1,0 0 0,0 1 1,0-1-1,-2-1 0,-11-20-5333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3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5186,'0'0'7268,"143"0"-4115,-82 0-1264,6-4-913,-6-1-671,-7-1-305,-6 1-305,-28-2-2560,-13-2-4162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3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7187,'0'0'8535,"24"9"-7324,-2 0-863,-4-3-21,-1 1 0,0 0 1,-1 1-1,0 1 1,0 1-1,-1 0 0,21 18 1,-18-8 213,0-1 0,-1 2-1,-1 1 1,-1 0 0,-1 0 0,0 2 0,-2 0 0,-1 0 0,-1 1 0,13 50-1,-14-35-74,-1 1-1,-2 0 0,-2 0 1,-1 1-1,-3-1 0,-5 56 1,-1-67-161,-1 0 0,-2-1 1,0 0-1,-2 0 0,-1-1 1,-2 0-1,0-1 0,-30 40 1,39-60-387,0-1 1,-1 1 0,0-1 0,0-1-1,0 1 1,-1-1 0,0 0-1,0-1 1,0 0 0,-1 0 0,0 0-1,1-1 1,-17 5 0,-15 7-3716,20-3-1292,11 2-3086,7-1-3434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6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1 688,'0'0'5211,"-23"0"-3432,18 0-1592,-1 0-1,0 1 1,1 0-1,-1 0 1,1 0 0,-1 1-1,1 0 1,0 0-1,-1 0 1,1 0-1,0 1 1,0 0-1,1 0 1,-9 7-1,6-3 75,-1 1-1,2 0 1,-1 0-1,1 1 0,0-1 1,1 1-1,-7 15 0,1 2 197,2 1-1,0 0 1,2 1-1,1 0 0,-2 31 1,1 159 1528,7-168-1545,1-37-182,0-1 1,1 1-1,0 0 0,1-1 1,1 0-1,0 0 0,0 0 1,1 0-1,1-1 1,12 21-1,-12-22 110,1-1 0,0-1 0,0 1 0,0-1-1,1 0 1,0-1 0,1 0 0,0 0 0,0-1 0,0 0 0,1-1 0,0 0 0,10 4 0,-13-11-1954,-9-9-3669,-3-12-3973,5 7 2830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7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18 448,'0'0'5883,"11"-14"-4134,-11 10 4503,-10 5-5966,-1 1-1,1 0 1,0 1 0,-1 0 0,1 0-1,1 1 1,-1 0 0,1 1 0,-1 0 0,1 1-1,1 0 1,-1 0 0,1 0 0,0 1-1,1 1 1,-1-1 0,-7 12 0,14-17-275,-1 0 0,1 0 0,0 0 0,0 1 1,0-1-1,0 0 0,0 1 0,0-1 0,1 0 0,-1 1 1,1-1-1,-1 1 0,1-1 0,0 1 0,0 0 1,0-1-1,1 4 0,-1-4-10,1-1 0,-1 1 1,0-1-1,1 0 0,-1 0 0,1 1 1,-1-1-1,1 0 0,0 0 0,0 1 1,-1-1-1,1 0 0,0 0 0,0 0 1,0 0-1,0 0 0,0 0 0,1 0 1,-1-1-1,0 1 0,0 0 0,0-1 1,1 1-1,-1-1 0,0 1 0,1-1 1,-1 1-1,0-1 0,1 0 0,1 0 1,9 1-15,0-1 1,1 0 0,-1-1-1,0 0 1,1-1-1,-1 0 1,0-1 0,21-9-1,-27 9 11,0 0 0,-1 0 0,1 0 0,-1-1 0,0 0 0,0 0 0,0-1 0,-1 0 0,1 1 0,-1-1 0,-1-1 0,1 1 0,0 0 0,-1-1 0,0 0 0,-1 0 0,1 0 0,2-12 0,-1 1 1256,-9 28 540,-6 33-840,10-30-922,1-8-83,0-1 1,0 1-1,0 0 1,1-1 0,0 1-1,0 0 1,2 6 0,-2-10-155,0 0 1,0-1 0,0 1-1,0 0 1,1 0 0,-1-1 0,1 1-1,-1-1 1,1 1 0,0-1-1,-1 0 1,1 0 0,0 0 0,0 0-1,0 0 1,0 0 0,0 0-1,0 0 1,0-1 0,0 1 0,0-1-1,0 0 1,4 1 0,26 0-4092,2-1-1522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8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3 9380,'0'0'9765,"-4"-1"-9053,-20 0-388,0 1 0,0 1 0,0 1 0,1 1 0,-1 1 0,1 1 1,-28 10-1,-45 8 309,88-22-660,1 1 1,-1-1 0,1 1 0,-1 1 0,1 0-1,-11 5 1,16-7 18,0 1 0,0-1 0,0 1 0,0 0-1,1 0 1,-1 0 0,0 0 0,1 0 0,0 0 0,-1 0 0,1 0-1,0 0 1,0 1 0,0-1 0,0 1 0,1-1 0,-1 0-1,1 1 1,-1-1 0,1 1 0,0-1 0,0 5 0,2 16 13,0-1 0,2 0 1,0 0-1,9 23 0,9 51 33,-18-59 110,-2 0 0,-2 1 1,-1-1-1,-3 0 0,0 0 0,-13 46 1,12-57 390,1 1 1,0 52 0,37-79 58,61-9 1381,-93 9-1104,20-18-5923,12-12-7949,-19 10 3742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8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9188,'0'0'13777,"0"6"-12758,0 126 1612,2-136-2722,0 1 0,0-1 0,0 1 0,0 0 0,1 0 1,-1 0-1,1 0 0,0 1 0,0-1 0,6-3 0,-3 1 16,7-9 89,-11 12 70,0-1 0,0 1 0,0 0 0,1-1 0,-1 1 0,0 0 1,1 0-1,-1 1 0,1-1 0,0 0 0,0 1 0,-1 0 0,1 0 0,0 0 0,0 0 0,5-1 0,-4 4-18,15 5-39,-13-7-30,1 1-1,0-1 1,-1-1-1,1 1 0,-1-1 1,1 0-1,-1-1 0,1 0 1,-1 0-1,0 0 1,0-1-1,0 1 0,10-8 1,-14 11 214,-1 0-1,1 0 1,-1 1 0,0-1 0,0 0 0,1 1 0,-1-1 0,0 1-1,0-1 1,0 1 0,0-1 0,-1 1 0,1 0 0,0-1-1,-1 1 1,1 2 0,9 14-1007,-6-16-181,0-1 1,0 0-1,0 0 1,0 0-1,0-1 1,1 1-1,-1-1 1,0 0-1,0 0 1,0-1-1,0 1 1,8-3-1,-12 3 860,27-7-7809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9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12966,'0'0'13782,"-14"13"-13542,14-8-208,-7-5-2609,1 0-6515,-1-14-160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9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7299,'0'0'7700,"7"54"-8853,7-34-2576,-1 3-1154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49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154 410 8980,'0'0'12352,"-19"-1"-10543,-60 2-448,77-1-1330,-1 1 1,0-1-1,0 1 0,1 0 0,-1 0 1,1 0-1,-1 0 0,1 1 1,-1-1-1,1 0 0,0 1 1,0 0-1,0 0 0,0-1 1,0 1-1,0 1 0,0-1 1,0 0-1,1 0 0,-1 0 1,1 1-1,0-1 0,0 1 0,0-1 1,0 1-1,0 0 0,0-1 1,1 1-1,-1 0 0,1 0 1,0-1-1,0 1 0,0 0 1,0 0-1,0-1 0,1 1 1,-1 0-1,1-1 0,-1 1 1,1 0-1,2 2 0,-1-4-60,0 1 0,1-2-1,-1 1 1,0 0 0,1 0-1,-1-1 1,1 1 0,-1-1-1,1 0 1,0 0 0,-1 0-1,1 0 1,-1 0 0,1-1-1,4 0 1,-5 0 7,3 0-34,0-1 0,0 1 0,0-1 0,0-1 0,0 1 0,0-1 0,0 0 0,-1 0 0,0 0 0,1-1 0,-1 1 0,4-7 0,47-54-700,-48 53 653,28-35-335,33-59 1,-56 84 443,-1 0-1,-1 0 1,-2-1 0,0-1 0,9-38-1,-15-2 1967,-2 62-1915,-1 1 1,1-1-1,0 1 1,-1 0-1,1 0 0,0-1 1,-1 1-1,1 0 0,0 0 1,-1-1-1,1 1 0,-1 0 1,1 0-1,-1 0 1,1 0-1,0-1 0,-1 1 1,1 0-1,-1 0 0,1 0 1,-1 0-1,1 0 0,-1 0 1,1 0-1,0 0 1,-1 0-1,1 1 0,-1-1 1,1 0-1,-1 0 0,1 0 1,0 0-1,-1 1 0,1-1 1,-1 0-1,1 1 1,-21 8 522,12-2-446,2 0 0,-1 0 1,1 1-1,0 0 0,0 1 1,1 0-1,0 0 0,0 0 1,1 0-1,1 1 0,0 0 1,0 0-1,1 0 0,0 0 1,-3 17-1,2 4-39,1 0-1,1 0 1,1 1 0,5 36-1,-4-62-268,0 1 0,1-1 0,1 1 0,-1-1-1,1 0 1,0 0 0,0 1 0,1-1 0,-1-1 0,1 1-1,1 0 1,-1-1 0,1 0 0,0 1 0,0-1 0,1-1-1,7 8 1,25 6-4900,8-11-3914,-6-7 552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0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8340,'0'0'11653,"15"0"-10258,89 2 299,113-4-762,-201 4 1504,-18 11 1058,-2 5-3947,1 13 818,4 61 1,0-38-177,1-21-93,1 0-1,2-1 1,1 0-1,20 60 1,-26-91-69,0-1-1,0 0 1,0 0 0,0 1 0,0-1-1,0 0 1,0 1 0,0-1 0,0 0 0,0 1-1,0-1 1,0 0 0,-1 0 0,1 1-1,0-1 1,0 0 0,0 0 0,0 1 0,0-1-1,-1 0 1,1 0 0,0 1 0,0-1-1,0 0 1,-1 0 0,1 0 0,0 1 0,0-1-1,-1 0 1,1 0 0,0 0 0,0 0-1,-1 0 1,1 0 0,-1 1 0,-19 3 412,-37-3-342,28-2 6,-4 3-300,0 1 1,1 2-1,-63 16 0,94-21-963,11 0-7895,17-2 2361,17-7-2692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0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20 6867,'0'0'9063,"-5"-3"-8033,0-1-542,4 3-282,-1 0 0,1-1 0,-1 1 0,1 0 0,-1 0 1,0 0-1,1 0 0,-1 1 0,0-1 0,0 0 0,1 1 0,-1-1 0,0 1 0,0 0 0,-2-1 0,4 35 4626,1-32-4742,0-1 0,0 1-1,0-1 1,0 1 0,0-1-1,0 1 1,1-1 0,-1 0 0,1 0-1,-1 0 1,1 0 0,-1 0 0,1 0-1,-1 0 1,1 0 0,0 0 0,3 0-1,38 11 568,-32-10-413,364 85 1138,-292-67-1083,-90-14 1026,-8 0-1138,-87 22 241,19-6 98,-80 33 1,95-15-2194,84-40-7045,-9 0 6981,36-3-5517,5-14-2159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1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9877,'0'0'13966,"5"0"-12573,-4 0-1312,0 1 1,-1-1 0,1 0 0,0 1 0,0-1 0,0 0 0,0 1 0,-1-1 0,1 1-1,0-1 1,0 1 0,-1 0 0,1-1 0,0 1 0,-1 0 0,1-1 0,-1 1 0,1 0 0,-1 0-1,1-1 1,-1 1 0,1 0 0,0 2 0,6 32 1434,-8 55 487,0-57-1389,8 183 1211,-2-108-2533,-3 0-3477,-9-121-8653,0-20 2804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1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1393,'0'0'10388,"20"4"-6613,76 11-150,133 2-1,-129-15-3248,172-5-176,-272 3-194,2 0 71,0 0 0,0 0 0,0 0 1,0 0-1,0-1 0,0 1 0,0-1 0,0 0 0,0 0 0,0 1 0,4-4 2564,-10 4-1499,-2 0-1041,-1-1-1,1 1 1,0 1 0,-1-1-1,1 1 1,-1 1-1,1-1 1,0 1-1,0 0 1,0 0 0,0 1-1,0-1 1,0 2-1,0-1 1,1 0 0,0 1-1,0 0 1,0 0-1,0 1 1,1-1 0,-1 1-1,1 0 1,0 0-1,1 1 1,-1-1-1,-4 11 1,7-11-154,0 1 0,0-1 0,1 1 0,-1-1 0,1 1 0,1 9-1,0 2-334,-1-16 362,1 0 0,-1-1 0,0 1 0,1 0-1,-1 0 1,1 0 0,0-1 0,-1 1 0,1 0 0,-1 0 0,1-1 0,0 1 0,0-1 0,-1 1 0,1-1 0,0 1 0,0-1 0,0 1 0,0-1 0,-1 0 0,1 1 0,0-1 0,0 0 0,0 0 0,0 0-1,0 1 1,0-1 0,0 0 0,0 0 0,1-1 0,38 2-414,-31-2 303,-2 1 3,-1-1 0,0 0-1,1 0 1,-1 0 0,0-1 0,0 0 0,0 0 0,0 0-1,-1-1 1,10-6 0,14-18 698,-27 24-170,-1 1 0,0-1 0,1 1 0,-1-1 1,0 0-1,0 1 0,0-1 0,-1 0 0,1 0 0,-1 1 1,1-6-1,25 44-866,-24-32-98,0-1 0,0 0 0,1 1 0,-1-1 1,1 0-1,0 0 0,0-1 0,5 4 0,-5-4-511,0-1 0,0 1 0,0-1 0,1 0-1,-1 0 1,0-1 0,0 1 0,1 0 0,-1-1 0,7 0-1,16 0-6324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1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8 278 8884,'0'0'13921,"-1"7"-12811,0-2-1752,-2 16 4150,2-19-1223,0-16-1321,1-6-768,0-9-13,5-45-1,-4 64-208,1 0-1,1 1 1,0-1-1,0 0 1,1 1-1,0 0 1,0 0-1,8-11 1,-2 5-1020,20-28 1012,-11 27-4738,3 10-7489,-15 6 5880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2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166 220 8548,'0'0'15418,"-17"-4"-13652,-4-2-1149,11 3-332,1 1-1,-1-1 0,0 1 0,0 1 0,-1 0 0,-11 1 0,22 0-273,-1 0-1,0 0 1,0 1-1,0-1 0,0 0 1,0 1-1,0-1 1,1 1-1,-1-1 1,0 1-1,0-1 1,1 1-1,-1 0 0,0-1 1,1 1-1,-1 0 1,1-1-1,-1 1 1,1 0-1,-1 0 0,1 0 1,-1 0-1,1-1 1,0 1-1,-1 0 1,1 0-1,0 0 0,0 0 1,0 0-1,0 0 1,0 0-1,0 0 1,0 1-1,2 38-169,-1-36 163,3 20-180,1 0 0,15 38 0,-14-44-74,0 1 0,-1 0 1,0 0-1,-2 0 0,3 30 0,-6-47 237,0 1 1,0-1-1,0 0 0,0 0 1,0 1-1,-1-1 0,1 0 1,-1 0-1,1 0 0,-1 0 1,0 0-1,0 0 1,0 0-1,0 0 0,0 0 1,0 0-1,0 0 0,-1 0 1,1-1-1,-3 3 1,2-3 26,-1 0 0,1 0 1,0 0-1,-1-1 0,1 1 1,-1-1-1,1 1 1,-1-1-1,0 0 0,1 0 1,-1 0-1,1 0 1,-1-1-1,1 1 0,-1-1 1,1 1-1,0-1 0,-5-2 1,5 2-16,0-1 0,0 0 0,0 0 0,1 0 0,-1 0 0,0 0 0,1 0 0,0 0 0,-1 0 0,1 0 0,0-1 0,0 1 0,0 0-1,1-1 1,-1 1 0,0-1 0,1 1 0,0-1 0,-1 1 0,1-1 0,0 1 0,1-4 0,-1-3-100,0 0 0,0 1 0,1-1 0,0 0 0,4-14 0,-1 15-29,0 0-1,1 0 0,0 0 0,1 0 1,-1 1-1,1 0 0,1 0 1,-1 0-1,1 1 0,0 0 1,11-6-1,16-11-422,46-22-1,-55 32 367,-22 11 156,101-60-384,-95 56 418,-1-1 0,1 0 0,-1 0 1,-1 0-1,1-1 0,-1 0 0,-1-1 1,0 0-1,6-10 0,-10 15 63,0 1 0,0-1 0,-1 0 0,0 0 0,0 0 0,0 0 0,0 0 0,-1 0 0,1 0 0,-1-1 0,0 1 0,0 0 0,-1 0 0,1 0 0,-1 0 0,0 0 0,-1-4 0,1 5 34,-1 1-1,1-1 1,-1 1 0,1-1 0,-1 1 0,0-1 0,0 1 0,0 0 0,0 0 0,-1 0 0,1 0 0,0 1 0,-1-1-1,1 1 1,-1-1 0,0 1 0,0 0 0,1 0 0,-1 0 0,0 0 0,0 1 0,0-1 0,-3 0 0,2 1 10,0-1 0,0 1 0,1 0 0,-1-1-1,0 2 1,1-1 0,-1 0 0,0 1 0,1 0 0,-1 0 0,1 0 0,-1 0 0,1 0 0,-1 1 0,1-1 0,0 1 0,-1 0 0,1 0 0,0 1 0,-4 3 0,4-2-40,-1 1 0,1 0 0,0 0-1,0 0 1,1 1 0,0-1 0,0 1 0,0-1 0,0 1 0,1 0-1,0-1 1,-1 10 0,1-8-116,0 1 1,0 0-1,1 0 1,0 0-1,1-1 0,0 1 1,0 0-1,0-1 0,1 1 1,0 0-1,3 7 0,-3-12-246,0 0 0,1 0 0,-1 0 0,1 0 0,-1 0 0,1 0 0,0-1 0,0 1 0,0-1 0,0 0 0,1 0 0,-1 0 0,1 0 0,-1-1 0,1 1 0,-1-1 0,1 0 0,0 0-1,0 0 1,0-1 0,-1 1 0,1-1 0,0 0 0,4 0 0,32-1-4905,0-5-3089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2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5907,'0'0'15831,"-7"20"-11965,-1 0-3010,3-8-407,1 0-1,0 1 1,0-1-1,2 1 1,-1 0-1,1 0 1,1 25-1,1 16 459,3-1-1,14 82 0,-14-120-900,7 63-367,-9-77 112,-1-1-1,1 1 1,-1 0-1,1 0 1,-1 0 0,1-1-1,-1 1 1,1 0-1,0 0 1,-1-1-1,1 1 1,0-1 0,0 1-1,0-1 1,-1 1-1,1-1 1,0 1-1,0-1 1,0 0-1,0 1 1,0-1 0,0 0-1,0 0 1,0 0-1,0 1 1,0-1-1,0 0 1,0-1 0,-1 1-1,1 0 1,2 0-1,32-3-7991,-2-7-2538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2:52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7475,'0'0'10325,"156"11"-10325,-95-11-496,-7 0-3410,0 0-2609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5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30 2561,'0'0'10063,"5"-7"-8947,-1 0-989,8-9 835,-11 17-895,0-1 0,-1 1 1,1 0-1,0 0 0,-1-1 0,1 1 0,-1 0 0,1 0 0,-1 0 1,0-1-1,1 1 0,-1 0 0,0 0 0,0 0 0,1 0 0,-1 0 0,0 0 1,0 0-1,0-1 0,0 1 0,0 0 0,0 0 0,0 0 0,-1 0 1,1 0-1,0 0 0,-1 1 0,1 56 1881,-4 0 1,-11 67-1,7-68-1368,3 1 0,3 71 0,2-109-487,2-23-101,-1 0-1,1 0 1,0 0 0,0 0-1,0 1 1,0-1 0,1 0-1,-1 1 1,1 0 0,-1-1-1,1 1 1,0 0-1,3-1 1,1-3-46,21-17-172,2 0-1,0 3 0,60-32 0,-88 53 335,-1 0 1,0 0-1,0 1 0,1-1 0,-1 0 0,0 1 0,0-1 0,0 1 1,-1-1-1,1 1 0,0-1 0,-1 1 0,1 0 0,0-1 0,-1 1 1,0 0-1,0 0 0,1 1 0,7 41 110,-9-19-845,1 41-1967,0-64 2174,0 0-1,0 0 0,1 0 0,-1 0 0,0-1 1,1 1-1,-1 0 0,1 0 0,0 0 0,0 0 1,0-1-1,0 1 0,0 0 0,0-1 0,0 1 1,0-1-1,1 1 0,-1-1 0,0 0 0,1 0 1,-1 1-1,1-1 0,0 0 0,-1 0 0,1-1 1,2 2-1,22 0-6817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 11621,'0'0'12822,"-7"-5"-12774,14 17-2433,0-1-944,0-4-897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5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30 6371,'0'0'12486,"0"-29"-12774,-7 33-1281,7 12-1825,-7 2-1744,7-4-1441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6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129 370 7235,'0'0'14655,"-19"3"-13855,-59 12-269,76-15-522,1 1-1,-1-1 1,1 0-1,-1 1 1,1-1 0,0 1-1,-1 0 1,1 0-1,0-1 1,-1 1-1,1 0 1,0 0-1,0 0 1,0 0 0,0 0-1,0 1 1,0-1-1,0 0 1,0 0-1,0 1 1,0-1-1,1 0 1,-1 1-1,1-1 1,-1 1 0,1-1-1,-1 1 1,1-1-1,0 1 1,0-1-1,0 1 1,0-1-1,0 3 1,-1 3-6,1 2-40,-1 0 0,1 0 0,0 0 0,1 1 0,0-1 0,1 0 0,0 0 0,0 0 0,1-1 0,5 14 0,4 1-210,0-1 0,23 29 0,1 3-46,-32-48 239,2 3-229,0 0-1,0 1 1,-1 0 0,0 0-1,-1 0 1,0 0 0,-1 1 0,3 12-1,-6-21 31,-14-23-457,10 11 554,0 0 0,0 0-1,1 0 1,0 0 0,1-1 0,0 0 0,1 1-1,0-1 1,1 0 0,0 0 0,1 1 0,2-16-1,0 9-86,0-1-1,2 1 1,0-1-1,1 2 1,1-1 0,15-27-1,17-13-828,2 2 0,3 1 0,93-87 0,23-26 6115,-153 154 1587,-13 17-3845,-2 2-3692,-10 14 1172,0 0 0,1 1-1,1 1 1,1 1 0,1 0 0,-21 48-1,28-53-228,0 1-1,1 0 1,1 0-1,1 0 1,1 0-1,1 1 1,0-1-1,1 1 1,1 0-1,4 27 1,-3-45-60,0 0 1,-1 0-1,1-1 1,0 1-1,0 0 1,0-1-1,1 1 1,-1-1-1,0 1 1,0-1-1,1 1 1,-1-1-1,1 0 1,-1 0-1,1 0 1,0 0-1,-1 0 1,1 0-1,0 0 1,0-1-1,0 1 1,0-1-1,-1 1 1,1-1-1,0 0 1,0 1-1,0-1 1,0 0-1,0 0 1,0 0-1,0-1 1,3 0-1,2 1-61,1-1 0,-1 0 0,1-1 0,-1 1 0,0-1-1,1-1 1,8-4 0,-6 2 98,-1-1 1,0 0-1,-1 0 0,1-1 1,-1 0-1,-1-1 0,1 0 1,-1 0-1,0-1 0,-1 1 1,5-11-1,-13 60 4243,3-33-4625,0 1 0,0 0 0,0-1-1,1 1 1,1-1 0,-1 1-1,5 8 1,-4-14-35,-1 0 0,1 0-1,-1 0 1,1 0 0,0 0-1,0-1 1,0 1 0,1-1 0,-1 0-1,0 0 1,1 0 0,0 0 0,4 1-1,33 6-7104,5-8-2341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6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6451,'0'0'12982,"182"0"-11285,-114 0-657,7-7-528,-14 0-384,-7 0-128,-14 0-64,-12 3-496,-22 2-768,-46 2-5924,-14 0 1666,-14 9 639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6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30 288,'0'0'11013,"149"39"-8564,-95-39-800,7 0-689,-6-3-447,-15-8-513,8-2-625,-15-6-3568,1-3-3795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62 960,'0'0'9266,"3"0"-5187,14 0-1750,-15 0-2007,1 0-1,-1 0 0,0 0 1,0 0-1,0 0 1,0 0-1,0 1 0,0-1 1,-1 1-1,1-1 1,0 1-1,0 0 0,0 0 1,0 0-1,-1 0 0,1 0 1,0 0-1,-1 1 1,1-1-1,-1 0 0,3 4 1,-2-1-62,0 0 1,0 1-1,0-1 1,-1 1-1,0 0 1,0-1-1,0 1 1,0 6-1,0 27 473,-1-29-598,0 1 0,0-1 0,1 0 1,0 0-1,1 0 0,0 0 0,3 9 0,9-21-316,-1-8-202,-1 0-1,0-1 1,16-20 0,-6 7-232,-15 17 451,7-9 16,1 2-1,0-1 1,1 2 0,1 0 0,23-14 0,-39 27 290,1 1 1,-1-1-1,1 1 1,-1 0-1,0 0 1,1-1-1,-1 1 1,1 0-1,-1 1 1,1-1-1,-1 0 1,1 0-1,-1 1 1,1-1-1,-1 0 1,0 1 0,1 0-1,-1-1 1,0 1-1,1 0 1,-1-1-1,0 1 1,0 0-1,0 0 1,0 0-1,0 0 1,0 0-1,0 1 1,0-1-1,0 0 1,0 0-1,1 3 1,0-1-88,-1-1 1,1 0-1,0 0 1,1 1-1,-1-1 1,0 0-1,1-1 1,-1 1-1,1 0 1,-1-1-1,1 0 0,0 1 1,4 0-1,-3-1-38,-1-1 0,1 0 0,-1 0 0,1-1 0,-1 1 0,1-1 0,-1 1 0,1-1-1,-1 0 1,1-1 0,-1 1 0,0 0 0,4-3 0,42-30-340,-16 10 105,-24 19-54,18-7 999,-26 13-673,0-1-1,0 1 1,0-1-1,0 1 0,-1 0 1,1 0-1,0 0 1,0-1-1,0 1 0,-1 0 1,1 0-1,-1 0 1,1 0-1,0 0 0,-1 0 1,0 0-1,1 0 1,-1 0-1,0 1 0,1-1 1,-1 0-1,0 0 1,0 1-1,1 1-134,-1 0 0,1 0 0,0 0 0,0 0 0,0-1 0,0 1 0,1 0 0,-1-1 0,1 1 0,-1-1 0,1 1 0,0-1 0,0 0 0,0 0 0,0 0 0,1 0 0,-1 0 0,4 2 0,0-2-1236,0 0 0,0-1 0,0 0 0,1 0 0,-1 0 0,0-1 0,12 0 0,9 0-5947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9941,'0'0'19016,"-13"34"-18135,13-25-593,0-3-240,0 1-48,0-2-368,0 2-1073,0-5-720,0-32-22618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9764,'0'0'11670,"7"25"-11686,-7-2-336,7 4-1345,-1 5-256,1 1-2257,7 1-1425,-1-2-1536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8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177 422 8980,'0'0'13286,"-14"-9"-11955,-45-27-576,57 35-732,-1-1 0,0 1-1,1-1 1,-1 1-1,0 0 1,0 0 0,0 1-1,0-1 1,0 1-1,0-1 1,0 1-1,0 0 1,0 0 0,-1 0-1,1 0 1,0 1-1,0-1 1,-4 2-1,4 0-12,1-1 0,0 1-1,-1-1 1,1 1-1,0 0 1,0 0-1,0 0 1,1 0-1,-1 0 1,0 0-1,1 1 1,0-1 0,-1 1-1,1-1 1,0 1-1,-1 3 1,-2 8-82,1 1-1,1 0 1,0 0 0,1 0 0,1 22 0,0-29-38,0-7 76,0 0 1,0-1 0,0 1 0,0 0-1,0 0 1,0-1 0,0 1 0,0 0 0,0-1-1,1 1 1,-1 0 0,0-1 0,1 1-1,-1 0 1,0-1 0,1 1 0,-1-1 0,1 1-1,-1 0 1,1-1 0,-1 1 0,1-1-1,-1 0 1,1 1 0,0-1 0,-1 1 0,1-1-1,0 0 1,0 1 0,26-2-716,-21 0 607,-1 0 1,0-1-1,0 0 0,0 0 1,0 0-1,0-1 0,8-5 1,3-10-351,0-1 1,-1-1-1,0 0 1,18-37-1,37-94 195,-51 108 259,-6 14 508,-1 2-812,13-43 0,-22 59 1608,0 0-1,-1 0 1,-1 0 0,0-14-1,-1 29-1083,-1-1-1,0 0 0,0 0 1,0 0-1,-1 1 1,1-1-1,-1 0 0,1-1 1,-1 1-1,0 0 0,-3 3 1,-4 6 195,-1 5-9,1 0 0,0 1 1,2 1-1,0-1 1,1 1-1,0 1 0,-4 36 1,4 5-9,3 75 0,3-121-340,0-7-4,0 1 0,1-1 0,1 1 0,-1-1 0,1 1 0,0-1 0,7 15 0,-8-20-155,1 0 1,-1 0-1,1-1 0,0 1 1,-1 0-1,1-1 0,0 0 1,1 1-1,-1-1 1,0 0-1,1 0 0,-1 0 1,1 0-1,-1 0 0,1-1 1,0 1-1,0-1 0,0 0 1,0 0-1,0 0 1,0 0-1,0 0 0,0-1 1,0 0-1,3 1 0,7-1-1350,0-1 1,0 0-1,21-4 0,12-14-5225,-4-12-4702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9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6259,'0'0'18889,"74"0"-17881,-40 0-736,0 0-224,0 0-48,-7 0-560,-7-2-737,-6-5-1040,6-4-1585,1-7-2737,-1-5-3073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09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6371,'0'0'22042,"14"128"-20057,-14-80-1137,0 4-319,0-3-369,0 1-160,0 4-144,-7 3-1505,-6-3-2545,-8-5-4370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0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0 608,'0'0'1473,"-48"100"-1329,48-76-48,0 1-96,0-2 96,0 2-96,0 0-352,0 2-1249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0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3201,'0'0'15122,"9"7"-4549,-5-3-10958,-3 0-3397,-1 6-2736,0 1-3705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0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5539,'0'0'17624,"-102"133"-17624,69-101-176,-8 4-1585,-27 11-2097,-13 14-3746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3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2897,'0'0'11731,"-3"6"-10109,-1 1-1041,1-1 0,1 2 0,-1-1 0,1 0-1,0 0 1,1 1 0,0-1 0,0 12 0,1 73 2057,2-41-7940,-3-57-1277,-5-16-3447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12934,'0'0'5298,"7"2"-8387,13 16-129,-6-2-2496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4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380 219 6723,'0'0'1982,"1"-22"494,1-72-139,-1 89-2221,-1 1 0,0 0 0,-1 0 0,1 0-1,-1 0 1,1 0 0,-1 0 0,-1 0 0,1 0 0,0 0-1,-1 1 1,0-1 0,0 0 0,0 1 0,0 0 0,0-1-1,-1 1 1,0 0 0,0 0 0,0 0 0,0 0 0,0 1-1,0-1 1,0 1 0,-1 0 0,0 0 0,1 0 0,-1 1-1,0-1 1,0 1 0,-5-2 0,3 3-10,0-1 0,0 1 0,-1 0 0,1 0 0,0 0 0,0 1 0,0 0 0,0 0 1,0 1-1,0 0 0,0 0 0,1 0 0,-1 1 0,0 0 0,1 0 0,0 0 0,-8 7 0,-2 2 95,1 0-1,0 2 0,1-1 1,0 2-1,1 0 1,1 0-1,0 1 0,2 1 1,-1-1-1,2 2 1,0-1-1,1 1 1,1 0-1,1 0 0,-5 31 1,8 19-92,2 1 1,4 0-1,20 114 0,1 1-55,-24-99-174,-1-84-22,-1 0-1,0 0 1,1 0 0,-1-1 0,0 1 0,1 0 0,-1 0-1,0-1 1,0 1 0,0 0 0,1-1 0,-1 1 0,0-1 0,0 1-1,0-1 1,0 1 0,0-1 0,0 0 0,0 1 0,0-1-1,0 0 1,0 0 0,0 0 0,0 0 0,0 0 0,-2 0-1,0 0-808,-1 0-1,1 0 0,0 0 1,0 0-1,-1 0 0,1-1 0,0 1 1,0-1-1,-5-2 0,-11-12-5507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4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6547,'0'0'12118,"88"-7"-12118,-61 7-64,0 0-1361,7 0-1697,6 0-1776,8-12-2689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4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1 8788,'0'0'11082,"-25"14"-9633,7-5-1156,-2 2 80,0 0 1,0 1 0,2 2-1,-1-1 1,2 2-1,-31 32 1,31-27-118,0 0 0,1 1 0,2 1 0,0 1 0,1 0 0,1 0 0,1 2 0,1-1 0,2 1 0,0 0 0,2 1 0,0 0 0,2 0 0,1 0 0,1 1 0,2-1 0,2 35 0,1-47-330,0 0 1,1 0-1,0-1 1,1 1-1,0-1 1,1 0-1,1-1 1,0 1-1,1-1 1,0 0-1,1-1 1,0 0-1,13 12 1,-12-14-379,-1 0 0,2-1 0,-1 0 1,1-1-1,0 0 0,0-1 0,1 0 1,0 0-1,12 3 0,14-2-3686,-36-7 3493,0 1-1,0-1 1,0 0-1,0 0 1,0 0-1,0 0 1,0 0 0,0-1-1,0 1 1,0 0-1,0-1 1,0 0-1,0 1 1,0-1-1,0 0 1,2-2-1,4-14-5882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5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20 4034,'0'0'12662,"-2"-5"-10904,1 4-1696,1 0 0,-1 0 0,1 0 0,-1 0 0,1 0 0,-1 1 0,0-1 0,1 0 0,-1 0 0,0 1 0,0-1 0,1 0 0,-1 1 0,0-1 0,0 1 0,0-1 0,0 1 0,0-1 0,0 1 0,0 0 0,0 0 0,0-1 0,0 1 0,0 0 0,0 0 0,0 0 0,0 0 0,0 0 0,0 0 0,0 0 0,0 1 0,0-1 0,0 0 0,0 0 0,-1 1 0,-4 2 166,0-1-1,1 1 1,-1 0 0,1 1 0,-1-1-1,-7 9 1,-3 2 376,0 2 0,2-1 0,-20 29 1,31-40-562,1 1 0,0-1 0,0 1 0,0 0 0,1-1 0,0 1 0,0 0 0,0 0 0,1 0 0,-1 0 0,1 0 0,1 9 0,-1-2 11,0-11-53,1 0-1,-1 0 1,1-1-1,0 1 1,-1-1-1,1 1 1,-1 0 0,1-1-1,0 1 1,0-1-1,-1 1 1,1-1-1,0 0 1,0 1-1,0-1 1,-1 0-1,1 1 1,0-1-1,0 0 1,0 0 0,0 0-1,0 0 1,-1 0-1,1 0 1,0 0-1,2 0 1,34 0-40,-27 0 2,-4 0 7,0 0 0,0 0 0,0-1 0,-1 0 0,1 0 0,0 0 0,0-1 0,0 0 0,-1 0 1,1 0-1,-1-1 0,0 0 0,0 0 0,0 0 0,0 0 0,0-1 0,6-6 0,-7-4 202,-1 3 834,11 17-1181,2 9-708,-12-10-220,1-1 0,0 1 0,0-1 0,0 0 0,0 0 0,1-1 0,-1 0 0,1 0 0,0 0 0,8 3-1,7-3-5045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6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443 10 2369,'0'0'11987,"1"-1"-11885,-1 1 0,0 0 1,0 0-1,0 0 0,1 0 1,-1 0-1,0 0 0,0 0 0,0 0 1,1 0-1,-1 0 0,0 0 1,0-1-1,0 1 0,0 0 0,1 0 1,-1 0-1,0 0 0,0-1 1,0 1-1,0 0 0,0 0 0,0 0 1,0 0-1,1-1 0,-1 1 1,0 0-1,0 0 0,0 0 0,0-1 1,0 1-1,0 0 0,0 0 1,0-1-1,0 1 0,0 0 0,0 0 1,0 0-1,0-1 0,0 1 1,0 0-1,-1 0 0,1 0 0,0-1 1,0 1-1,0 0 0,0 0 1,0 0-1,0 0 0,0-1 0,-1 1 1,1 0-1,0 0 0,0 0 1,0-1-1,-24 4 610,1 0 1,-1 2 0,1 0-1,-31 12 1,-17 4-109,25-10-329,18-6-106,-1 2 1,1 1-1,-30 14 1,56-21-174,-1 0 0,1 0 0,0 1 0,-1-1 0,1 1 1,0-1-1,0 1 0,0 0 0,1 0 0,-1 0 0,0 0 1,1 0-1,-1 0 0,1 0 0,-1 1 0,1-1 0,0 1 1,0-1-1,0 1 0,1-1 0,-1 1 0,1-1 0,-1 1 0,1 0 1,0-1-1,0 1 0,0 3 0,2 6-16,0 0 0,0 0 0,1 0 0,9 21 0,2 8 73,-6-6-18,-2 1-1,-1 0 1,0 53 0,-5-69 66,0 0 1,-2 1-1,-1-1 0,0-1 1,-2 1-1,0 0 0,-14 32 1,18-49-32,-1 0 1,0 0 0,1 1 0,0-1-1,0 0 1,0 1 0,0-1 0,0 1 0,1 0-1,0-1 1,-1 1 0,2 5 0,-1-8-57,1 0 1,0 1-1,0-1 1,0 0-1,0 0 1,0 1-1,0-1 1,0 0-1,0 0 1,0 0-1,1 0 1,-1 0-1,0-1 1,1 1-1,-1 0 1,1-1-1,-1 1 1,1-1-1,-1 1 1,1-1-1,-1 0 1,1 1-1,-1-1 1,1 0-1,-1 0 1,1 0-1,-1 0 1,1 0-1,2-1 1,26 1 64,47 0 20,136-16 0,-202 13-204,-11-1-415,-20-6-1900,-8-6-3923,19-2 338,-3-6-1559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6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12870,'0'0'11333,"14"6"-9922,41 20-109,-53-24-1227,0-1 0,0 1 0,0 0 0,0-1 0,0 1 0,0 0 0,-1 0 1,1 0-1,-1 1 0,1-1 0,-1 0 0,0 1 0,0-1 0,0 0 0,0 1 0,-1-1 0,2 5 0,-2 45 622,-1-30-594,1-21-205,8-46-1939,-4 37 1993,0 0 0,0 0 0,1 0 0,0 1 0,1 0 0,0 0 0,0 1 0,0 0 0,1 0 0,0 0 0,0 1 0,0 0 0,1 0 0,-1 0 0,17-5 0,-23 9 105,0 1 0,1 0 1,-1-1-1,0 1 0,0 0 0,1 0 0,-1 0 1,0 0-1,1 0 0,-1 0 0,0 1 0,1-1 1,-1 0-1,0 1 0,0-1 0,1 0 0,-1 1 1,0 0-1,0-1 0,0 1 0,0 0 0,0-1 1,0 1-1,0 0 0,0 0 0,0 0 0,0 0 1,0 0-1,-1 0 0,1 0 0,0 0 0,0 2 1,1 1 22,0-1 1,-1 1 0,1 0-1,-1 0 1,0 0 0,0 0-1,-1 0 1,1 0 0,-1 4 0,2-7-76,1-1 0,-1 1-1,0-1 1,0 1 0,0-1 0,0 0 0,0 0 0,1 0 0,-1 0 0,0 0 0,0 0 0,0-1 0,0 1 0,3-1 0,12-8-142,0 0-1,-1-2 0,0 1 1,26-25-1,4-2-65,-26 26 1627,-18 28 802,-3-1-1781,1-2-399,2 26 210,-2-39-385,0 0 0,1 0 1,-1 0-1,1 0 0,-1 0 1,1 0-1,0 0 0,-1 0 1,1 0-1,0 0 0,0 0 1,0 0-1,-1 0 0,1 0 1,0-1-1,0 1 0,0 0 1,0-1-1,0 1 0,1-1 1,-1 1-1,0-1 0,0 1 0,0-1 1,0 0-1,1 0 0,-1 0 1,0 1-1,2-1 0,8 0-2025,1 1 0,0-1-1,0-1 1,0 0 0,21-6-1,8-12-6670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6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11237,'0'0'17848,"0"59"-17047,0-48-545,0-4-208,0-5-48,0-26-14935,-7-10 5811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7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9492,'0'0'6803,"7"70"-7443,0-48-2177,13-1-1697,-6-1-2161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7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193 336 6531,'0'0'15452,"-22"2"-14152,-72 7-319,90-9-918,0 1-1,-1 0 0,1 0 0,0 0 0,0 0 0,0 1 0,0-1 0,0 1 0,0 0 0,1 0 0,-1 1 0,1-1 0,-1 1 0,1-1 0,-4 5 1,6-5-67,-1 0 0,1-1 0,0 1 0,0-1 0,0 1 0,0 0 0,1 0 0,-1 0 0,0-1 0,1 1 0,-1 0 0,1 0 0,0 0 0,0 0 0,-1 0 0,1 0 0,0 0 0,1 0 0,-1 0 0,0 0 0,1 0 0,-1 0 0,1-1 0,1 5 0,-1-5-23,0-1-1,0 1 1,0 0 0,0-1-1,0 1 1,0 0 0,1-1-1,-1 1 1,0-1 0,0 0-1,1 1 1,-1-1 0,0 0-1,1 0 1,-1 0-1,0 0 1,0 0 0,1 0-1,-1 0 1,3-1 0,28-8-674,-19-5 79,1 0 0,-2 0 0,0-2 0,0 0 0,-2 0 0,0-1 0,10-23 0,-1 6 190,-8 13 173,0-1 0,-1-1 0,13-44 0,-19 50 969,-1 1 0,-1-1 0,1-29 0,-3 45-600,0 0 1,0 1-1,0-1 1,0 1-1,0-1 1,0 1-1,0-1 1,0 1-1,0-1 1,0 1-1,-1-1 1,1 1-1,0-1 1,0 1-1,-1-1 1,1 1-1,0-1 0,-1 1 1,1-1-1,0 1 1,-1 0-1,1-1 1,-1 1-1,1 0 1,-1-1-1,1 1 1,-1 0-1,1 0 1,-1-1-1,1 1 1,-1 0-1,1 0 1,-1 0-1,1 0 1,-1 0-1,1-1 1,-1 1-1,1 0 1,-1 0-1,1 1 1,-1-1-1,0 0 1,1 0-1,-1 0 1,-1 1 63,0-1 0,1 0 0,-1 1 0,0 0 0,1-1 0,-1 1 0,1 0 0,-1 0 0,1 0 0,-1 0 0,1 0 0,0 0 0,-1 1 0,0 1 0,-2 3 50,0 0 1,1 1 0,0 0-1,1 0 1,-1-1 0,1 1-1,1 1 1,-1-1 0,0 10-1,0 71 664,3-61-765,-1-14-87,1 0-1,1 0 1,0 0-1,1 0 1,4 14-1,-5-22-302,0 1 0,0-1 0,0 1 0,1-1 0,0 0 1,0 0-1,0 0 0,1 0 0,0 0 0,-1-1 0,2 0 0,-1 0 0,8 6 0,-9-9-657,-1 0-1,0 0 1,1 0-1,-1 0 1,1-1 0,0 1-1,-1-1 1,1 0 0,-1 0-1,5 0 1,-5 0-161,12 0-6740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8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3858,'0'0'13638,"6"1"-12184,94 4 2965,56-4-3305,-120-8 1375,-36 17-1534,-9 59 923,-2 7-679,10-36-939,2 1 1,2-1 0,13 67 0,-9-82-237,-3-12-1,-1-1 0,0 1 1,2 26-1,-5-38 28,-26 0 54,16-2-93,-149 18 118,103-9-153,-70 1-1,123-9-278,15-2-4044,8-5 1529,-1-2-1,1 0 0,20-13 0,-7 4-1611,33-17-6245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8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7 2657,'0'0'9887,"7"-1"-7606,28-5 1841,-34 7-3792,0 0 0,-1 1 0,1-1 0,0 0 0,-1 0 1,1 1-1,-1-1 0,1 0 0,-1 1 0,0-1 0,1 0 0,-1 1 0,0-1 0,0 1 0,0-1 0,0 0 0,0 1 0,-1 1 0,-1 34 2262,1-32-2449,-1-1 0,0 0 0,0 1 0,0-1 0,0 0 0,-1 0 0,0 0-1,0 0 1,0-1 0,0 1 0,0-1 0,-1 1 0,0-1 0,0-1 0,-7 6 0,-73 37 578,65-36-519,-83 35 412,62-28-429,1 2 0,-55 33-1,94-51-186,-1 0 0,0 1 0,0-1 0,1 0 0,-1 1 0,1-1 0,-1 1 0,0-1 0,1 1 0,-1-1 0,1 1 0,-1-1 0,1 1 0,-1 0 0,1-1 0,0 1 1,-1 0-1,1-1 0,0 1 0,0 0 0,-1 0 0,1-1 0,0 1 0,0 1 0,12 7-102,26-4-44,59-9-143,127-23 1,-74 7 110,-142 19 453,28-6-13272,-22 1 10510,19-17-6571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9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14567,'0'0'14654,"-1"25"-12538,-11 333-686,13-306-1430,0-24 0,-1 1 0,-4 28 0,4-56-144,0 1-1,-1-1 1,1 1-1,-1 0 1,1-1-1,-1 1 1,0-1-1,1 0 1,-1 1-1,0-1 1,0 1 0,0-1-1,0 0 1,0 0-1,-1 0 1,1 0-1,0 0 1,-3 2-1,2-2-358,-1 0-1,1 0 0,0 0 0,-1 0 0,1 0 0,-1-1 1,1 1-1,-1-1 0,1 0 0,-1 0 0,0 0 1,1 0-1,-1 0 0,1 0 0,-1-1 0,1 1 0,-5-3 1,-19-12-8269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9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 4002,'0'0'4815,"21"-4"-2827,0 0-1419,122-18 4352,253-22 2672,-403 48-7212,0 0-1,0 1 1,0 0-1,0 0 1,1 0 0,-1 1-1,-8 11 1,10-12-407,0 0 0,0 1 1,1 0-1,-1 0 1,1 0-1,1 0 1,-1 0-1,1 1 1,0-1-1,1 1 0,0 0 1,0 0-1,-2 10 1,9-16-41,0 0 0,0 0 0,0-1 1,0 1-1,0-1 0,9-1 0,-10 1 25,6-2 112,1 0-1,-1-1 1,0 0 0,1-1-1,-1 0 1,-1 0 0,1-1-1,-1 0 1,0-1-1,0 0 1,0 0 0,-1-1-1,0 0 1,13-16-1,-22 34 5294,2 22-5296,1-10-49,-3-10-5,1-9-429,0 0-1,0 0 0,0 0 0,0 0 0,1 0 1,-1 0-1,1 0 0,2 5 0,9 2-5754,12-6-4411,-10-5 1935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19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1 250 6723,'0'0'16813,"5"12"-15303,20 38-405,-6-27 101,-19-23-1183,0 0 0,1 0 0,-1 0 0,0 1 0,1-1 1,-1 0-1,0 0 0,0 0 0,1 0 0,-1 0 0,0 0 0,0 0 0,1 0 0,-1 0 0,0 0 0,1-1 0,-1 1 0,0 0 0,0 0 0,1 0 0,-1 0 0,0 0 0,0 0 0,1-1 0,-1 1 0,0 0 0,0 0 0,0 0 0,1 0 0,-1-1 0,0 1 0,0 0 0,0 0 0,0-1 0,0 1 0,1 0 0,-1 0 0,0-1 0,0 1 0,0 0 0,0 0 0,0-1 0,0 1 0,3-42 740,-3 35-925,0-80 96,0-29-329,0 38-3560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0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239 138 4898,'0'0'21165,"-19"0"-19309,-60 1-698,77-1-1135,0 0-1,1 0 0,-1 0 1,0 0-1,0 0 0,0 0 0,1 1 1,-1-1-1,0 1 0,1 0 1,-1-1-1,0 1 0,1 0 1,-1 0-1,1 0 0,-1 0 1,1 0-1,-1 0 0,1 0 1,0 0-1,-1 1 0,1-1 0,0 1 1,0-1-1,0 1 0,0-1 1,-1 3-1,1 0-42,0 1 0,1-1 0,-1 0 0,1 1 0,0-1 0,0 0 0,1 9 0,0 0-18,0 2-165,1 0 0,1-1 0,0 1-1,1-1 1,11 25 0,5 23-496,-15-42 493,-2 1 0,0 0 0,-1 39 0,-2-59 207,-1 0 0,1 0 1,-1 0-1,1 0 0,-1 0 1,1 0-1,-1-1 0,1 1 1,-1 0-1,1 0 0,-1-1 1,0 1-1,0 0 0,1-1 1,-1 1-1,0-1 0,0 1 1,0-1-1,0 1 0,0-1 1,0 0-1,1 1 0,-1-1 1,0 0-1,0 0 0,0 0 1,0 0-1,0 0 0,0 0 1,0 0-1,-2 0 0,-40-1 135,36 0-109,3 1-22,0-1 1,-1 1-1,1-1 0,0-1 0,0 1 1,0 0-1,0-1 0,0 0 1,0 0-1,0 0 0,0 0 0,1-1 1,-1 0-1,1 1 0,0-1 1,-3-4-1,4 5-5,1 0 0,-1 0 0,1-1 0,0 1 0,0 0 0,-1-1 0,2 1 0,-1-1 0,0 0 0,0 1 0,1-1 0,0 0 0,-1 1 0,1-1 0,0 0 0,0 1 0,1-1 0,-1 0 0,0 1 0,1-1 0,0 0 1,0 1-1,-1-1 0,1 1 0,1-1 0,-1 1 0,0 0 0,3-4 0,9-10-124,1 1 1,0 0 0,1 1-1,1 1 1,0 0-1,26-15 1,21-18-809,71-68-324,-113 95 1388,-1-2 0,-2 0 1,0-1-1,17-27 0,-34 48 3,-1 1-1,0 0 0,1 0 1,-1 0-1,0-1 0,0 1 0,1 0 1,-1 0-1,0-1 0,0 1 1,0 0-1,1 0 0,-1-1 1,0 1-1,0 0 0,0-1 1,0 1-1,0 0 0,0-1 0,0 1 1,1 0-1,-1-1 0,0 1 1,0 0-1,0-1 0,0 1 1,-1 0-1,1-1 0,0 1 0,0 0 1,0-1-1,0 1 0,0 0 1,0 0-1,0-1 0,-1 1 1,1 0-1,0-1 0,0 1 1,0 0-1,-1 0 0,1-1 0,0 1 1,-17 4 1090,-17 14-1268,28-12 104,0-1 0,0 1 1,0 0-1,1 0 1,0 0-1,0 1 1,1 0-1,0 0 1,0 0-1,1 0 1,0 1-1,0 0 1,0-1-1,1 1 1,0 0-1,1 0 0,0 0 1,0 0-1,1 16 1,0-18-198,1 1 0,0-1 1,0 0-1,0 0 0,1 0 0,0-1 0,0 1 1,0 0-1,1-1 0,-1 1 0,8 9 1,-7-12-177,0 1 1,0-1-1,1 1 1,0-1-1,-1 0 0,1 0 1,0-1-1,0 1 1,1-1-1,-1 0 1,0 0-1,1 0 1,0-1-1,-1 1 1,1-1-1,7 0 1,-6 1-769,1-2 0,0 1 0,0-1 0,0 0 0,0 0 1,0-1-1,12-3 0,15-15-8148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0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14759,'0'0'12496,"-11"24"-10588,-30 83-318,36-91-1386,0 1-1,1 0 1,1 0 0,1 0 0,1 1-1,0-1 1,1 0 0,3 20 0,-1 16-24,-3-29-180,1-15 0,-1 0 0,1-1 0,1 1 0,0 0 0,0 0 0,0 0 0,5 12 0,5-15-2924,9-10-6165,-12-13 837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0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13654,'0'0'3234,"142"3"-49,-88-3-1664,7 0-1169,-7 0-352,-6-5-32,-8-9-1681,8-1-912,-14-6-2785,-1-6-2498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21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 9748,'0'0'13671,"21"26"-11222,3 3-1772,6 7 501,-1 2 1,43 72-1,-54-76-933,0 1-1,-3 0 0,0 1 0,-3 0 1,-1 2-1,-1-1 0,-3 1 0,0 0 1,-3 1-1,-1 71 0,-3-99-244,-1 1 0,0-1 0,-1 1 0,-1-1 0,0 0 0,0 0 0,-1 0 0,-1-1 0,1 1 0,-2-1 0,1 0 0,-2 0 0,1-1 0,-1 0 0,0 0 0,-1 0 0,0-1 0,-1 0 0,0-1 0,0 0 0,0 0 0,-1-1 0,0 0 0,0-1 0,0 0 0,-22 7 0,12-6-219,0 2-1719,-1-1-1,-1-1 1,1-1-1,-42 4 1,54-9-7008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1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482 12 1761,'0'0'8313,"12"-11"-4837,-15 21-1174,-7 5-1015,-101 132 3659,-41 84-3471,138-210-1460,2 1 0,0 0 0,1 0 1,1 1-1,1 1 0,1 0 0,1 0 0,1 0 0,2 1 0,0 0 0,0 33 1,3-55-21,1 1 0,1-1 0,-1 1 0,0-1 1,1 0-1,0 1 0,-1-1 0,1 0 1,1 1-1,-1-1 0,0 0 0,1 0 0,0 0 1,-1 0-1,1 0 0,1 0 0,-1-1 1,0 1-1,0-1 0,1 1 0,0-1 0,-1 0 1,1 0-1,0 0 0,0-1 0,0 1 1,0 0-1,0-1 0,1 0 0,-1 0 0,0 0 1,7 1-1,-4-1 7,0-1 0,0 0-1,-1 0 1,1 0 0,0-1 0,0 1 0,0-1 0,-1-1-1,1 1 1,0-1 0,-1 0 0,0 0 0,1-1 0,-1 1-1,0-1 1,0-1 0,0 1 0,7-8 0,-8 7 11,0 0 0,0-1 0,-1 1 0,0-1 0,0 0 0,0 0 0,-1-1 0,0 1 0,1 0 0,-2-1 0,1 1 0,-1-1-1,0 0 1,0 1 0,0-1 0,-1 0 0,0 0 0,0 1 0,-1-1 0,1 0 0,-3-6 0,2 9 5,1 1 0,-1-1 0,0 1 0,-1 0 0,1-1 0,0 1 0,-1 0 0,1 0 0,-1 0 0,1 0 0,-1 0 0,0 0 0,0 1 0,0-1-1,0 1 1,0-1 0,-1 1 0,1 0 0,0-1 0,0 1 0,-1 0 0,1 1 0,-1-1 0,1 0 0,-1 1 0,1-1 0,-5 1 0,-12-2 146,1 0 0,-35 3 0,30 0-44,19-1-108,-75 4 272,74-4-269,-1 1 0,1 0 0,0 1 1,-1-1-1,1 1 0,0 0 0,0 0 1,0 1-1,0-1 0,0 1 1,1 0-1,-6 4 0,10-7-56,-1 1 1,1-1-1,-1 0 1,1 0-1,0 0 0,-1 1 1,1-1-1,-1 0 1,1 0-1,-1 1 1,1-1-1,0 0 0,-1 1 1,1-1-1,0 1 1,0-1-1,-1 0 0,1 1 1,0-1-1,0 1 1,-1-1-1,1 1 0,0-1 1,0 1-1,0-1 1,0 1-1,0-1 1,0 1-1,0-1 0,0 1 1,0-1-1,0 1 1,0-1-1,0 1 0,0-1 1,0 1-1,0-1 1,0 1-1,1-1 0,-1 0 1,0 1-1,0-1 1,0 1-1,1-1 1,-1 1-1,0-1 0,1 0 1,-1 1-1,0-1 1,1 0-1,-1 1 0,1-1 1,-1 0-1,0 0 1,1 1-1,-1-1 0,1 0 1,-1 0-1,1 0 1,-1 1-1,1-1 1,-1 0-1,1 0 0,-1 0 1,1 0-1,0 0 1,42 0-5659,-35 0 3966,38-2-8923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5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136 152 1697,'0'0'4468,"1"-3"-4243,4-17 10025,-2 0-7786,8-34-3669,-2 25 1140,-1 3-4,-8 26 123,0 0 0,0 0 0,1 0 0,-1 0 1,0 0-1,0 1 0,0-1 0,0 0 0,0 0 1,0 0-1,0 0 0,1 0 0,-1 0 0,0 0 0,0 0 1,0 0-1,0 0 0,0 0 0,0 0 0,0 0 1,1 0-1,-1 0 0,0 0 0,0 0 0,0 0 0,0 0 1,0 0-1,0 0 0,1-1 0,-4 20 399,1 0-1,-2-1 1,-1 1-1,0-1 1,-1 0-1,-13 25 1,-11 35 779,-4 49 567,-33 241 1,66-309-4065,12-65-11746,-7 3 12454,21-17-3709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52 6739,'0'0'14148,"-10"17"-12489,7-12-1550,-6 9 274,1 1 0,0 0 0,1 0 0,0 1 0,1 0 0,1 0 0,-5 31-1,10-46-366,-2 11 86,1 0-1,0 0 1,1 0-1,1 0 1,0 0 0,2 12-1,-2-22-102,-1 0 0,1 1 1,0-1-1,0 0 0,0 0 0,1 0 1,-1 0-1,0 0 0,1-1 0,-1 1 0,1 0 1,-1-1-1,1 1 0,0-1 0,0 1 0,0-1 1,0 0-1,0 0 0,0 0 0,0 0 0,0 0 1,0 0-1,0-1 0,0 1 0,1-1 0,-1 1 1,0-1-1,1 0 0,-1 0 0,0 0 0,0 0 1,1 0-1,-1-1 0,0 1 0,0-1 0,1 1 1,1-2-1,0 1-20,-1-1 0,0 1 1,1-1-1,-1 0 0,0 0 1,0 0-1,0 0 0,0-1 1,-1 1-1,1-1 0,-1 0 1,1 1-1,-1-1 0,0 0 0,0-1 1,0 1-1,0 0 0,-1 0 1,1-1-1,-1 1 0,1-6 1,4-11-132,-1 0 1,4-29-1,-8 44 120,-1 3 27,3-13-46,-1 1-1,-1-1 0,0 0 1,-3-26-1,2 37 48,-1 0 0,0-1-1,0 1 1,-1 0-1,1 0 1,-1 0 0,0 0-1,0 0 1,0 0-1,-1 1 1,1-1 0,-1 1-1,0-1 1,0 1-1,0 0 1,0 0 0,0 0-1,-1 1 1,0-1 0,-6-2-1,2 0-23,-1 2-1,0-1 1,1 1-1,-1 1 1,0-1-1,-1 2 0,1-1 1,0 1-1,0 1 1,-1-1-1,1 2 1,-15 1-1,23 1-775,1-1-1,0 1 1,-1 0-1,1-1 1,0 1-1,0 0 1,1-1-1,-1 1 1,0 0-1,2 3 1,0-4 313,-1-1 1,1 0 0,-1 0-1,1 0 1,0 0-1,-1 0 1,1 0-1,0 0 1,0 0-1,0-1 1,0 1 0,-1-1-1,1 1 1,0-1-1,0 0 1,0 0-1,3 0 1,32 1-4531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5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14 136 7619,'0'0'13732,"-2"13"-12110,-9 175 1217,11-187-2853,1 0-1,-1 0 1,0 0 0,1 0 0,0 0 0,-1 0-1,1 0 1,-1 0 0,1-1 0,0 1-1,0 0 1,0 0 0,-1-1 0,1 1 0,0 0-1,0-1 1,0 1 0,0-1 0,0 1 0,0-1-1,0 1 1,0-1 0,0 0 0,0 1-1,0-1 1,1 0 0,-1 0 0,0 0 0,0 0-1,1 0 1,1 0-50,-1 0-1,1 0 1,0 0-1,-1 0 1,1 0-1,-1 0 0,1-1 1,-1 1-1,1-1 1,-1 0-1,1 0 1,-1 0-1,0 0 1,4-2-1,4-6-93,-1 0 1,0-1-1,0 0 0,-1-1 0,0 0 0,12-23 1,-20 36 174,0 1 1,0-1-1,0 0 1,0 1 0,0-1-1,0 0 1,1 0-1,0 0 1,-1 1 0,1-1-1,0 0 1,0 0-1,0 0 1,0 0-1,0 0 1,0 0 0,1-1-1,-1 1 1,1 0-1,-1-1 1,1 1 0,0-1-1,3 3 1,-1 0-15,1 0 1,-1-1-1,1 1 1,-1-1-1,1-1 1,0 1-1,0 0 1,0-1-1,1 0 1,-1-1-1,7 2 1,-9-2 1,1 0 0,-1-1 0,1 0-1,-1 1 1,1-1 0,-1-1 0,1 1 0,-1 0 0,1-1 0,-1 0 0,0 0 0,1 0-1,-1 0 1,0 0 0,0-1 0,0 0 0,0 1 0,0-1 0,0 0 0,0 0 0,3-4 0,-3 1 13,0 0 0,0 0 1,0-1-1,0 0 0,-1 1 1,0-1-1,0 0 1,-1 0-1,0 0 0,0 0 1,1-9-1,-2 3 162,1 1 0,-1 0 0,-1-1-1,0 1 1,-1 0 0,0 0 0,-1-1 0,0 2 0,0-1-1,-1 0 1,-1 1 0,0 0 0,0 0 0,-1 0 0,0 0-1,-1 1 1,0 0 0,0 1 0,-1-1 0,0 1 0,-18-12 0,26 20-211,0-1 0,0 1 1,0 0-1,0 0 1,0 0-1,0 0 0,-1 0 1,1 0-1,0 0 1,0 0-1,0 0 0,0 0 1,0 0-1,-1 0 1,1 0-1,0 0 0,0 0 1,0 0-1,0 0 1,0 0-1,0 0 1,-1 0-1,1 0 0,0 0 1,0 0-1,0 0 1,0 0-1,0 0 0,0 0 1,-1 1-1,1-1 1,0 0-1,0 0 0,0 0 1,0 0-1,0 0 1,0 0-1,0 0 0,0 0 1,0 1-1,0-1 1,0 0-1,-1 0 1,1 0-1,0 0 0,0 0 1,0 0-1,0 1 1,0-1-1,0 0 0,0 0 1,0 0-1,0 0 1,0 0-1,0 1 0,1 13-1579,-1-11 1127,1 0 0,0 0 0,-1 0-1,1 0 1,0-1 0,0 1 0,1 0-1,-1-1 1,3 5 0,18 9-4754,9-5-1975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6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2097,'0'0'19417,"61"-2"-18521,-21-3-143,1 1-321,6 1-288,-13 1-128,0 0-16,-14 2-624,-6 0-753,-7 0-1072,-21 4-10117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6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2593,'0'0'16408,"135"9"-14231,-94-9-865,-14 0-799,-7 0-513,0 0-16,-13-2-1201,7-5-1904,-14 1-3619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7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 6419,'0'0'14809,"6"11"-13496,-1-2-985,-1 1 0,0 0 0,0 0 1,-1 0-1,-1 1 0,0-1 0,0 1 0,-1 0 0,0 13 0,8-37-397,0 0-1,1 1 0,0 0 0,1 0 0,0 2 0,1-1 0,0 1 0,1 1 0,17-10 1,-30 19 117,1 0 0,0-1 0,-1 1 1,1 0-1,0 0 0,-1 0 1,1 1-1,0-1 0,-1 0 0,1 0 1,0 0-1,-1 0 0,1 0 1,-1 1-1,1-1 0,0 0 0,-1 1 1,1-1-1,-1 0 0,1 1 1,-1-1-1,1 1 0,-1-1 1,1 1-1,-1-1 0,0 1 0,1-1 1,-1 1-1,1 0 0,15 28 742,-14-25-705,0 1 0,0-1-1,0 0 1,0 0 0,1-1-1,0 1 1,5 6 0,-6-10-86,-1 1 0,0 0 1,1-1-1,-1 1 0,0 0 1,1-1-1,-1 0 0,1 1 1,-1-1-1,1 0 0,-1 0 1,1 0-1,-1 0 1,1 0-1,-1 0 0,1 0 1,-1-1-1,1 1 0,-1 0 1,1-1-1,-1 1 0,0-1 1,1 0-1,1-1 0,35-28-207,-12 7 179,-13 13 172,21-15-280,-15 17 2991,1 60-2150,-19-29-678,2 0-2594,-2-23 2165,0 1 0,0 0 0,0 0 0,0 0 0,0-1 0,0 1 0,0 0 0,0-1 0,0 1 0,0-1 0,0 0 0,1 1 0,-1-1 0,0 0 0,0 1 0,0-1 0,1 0 0,-1 0 0,0 0 0,0 0 0,2-1 0,22 0-6698,2-9-2234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7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48,'0'0'27549,"0"50"-26045,0-39-831,0-2-545,0 0-96,0-4-32,0-1-833,0-1-959,-14-30-20571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7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 3153,'0'0'20762,"54"-70"-20298,-54 79-464,0 13-48,0 5-528,0 5-1681,0 4-1729,0 0-3585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8.2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198 506 7716,'0'0'16036,"-20"-8"-14947,-61-24-406,78 31-648,-1 0 0,1-1 0,-1 2 0,1-1 1,-1 0-1,1 1 0,-1 0 0,1 0 0,-1 0 1,0 0-1,1 0 0,-1 1 0,-6 1 0,8-1-14,0 0 0,0 0-1,0 0 1,0 1 0,1-1-1,-1 0 1,0 1 0,0-1 0,1 1-1,-1 0 1,1-1 0,0 1-1,-1 0 1,1 0 0,0 0-1,-1 3 1,-1 3-82,0 1 0,1 0-1,1 1 1,-1-1 0,1 0 0,1 0-1,0 13 1,0-17-67,2-5 36,1 0 0,-1 0-1,0 0 1,1 0-1,-1 0 1,1 0 0,-1 0-1,0-1 1,0 1-1,4-2 1,6-8-24,0 0 0,-1 0 0,-1-1 1,0 0-1,0-1 0,-1 0 0,13-24 0,-5 10-275,4-7 275,-2-1 1,-2 0-1,-1-1 0,-2-1 0,-1 0 1,-2-1-1,12-69 0,-21 41 1203,-2 41 1519,-8 30-363,-6 19-1989,1 1-1,1 1 1,1 0-1,2 1 1,1 0-1,1 0 0,1 1 1,2 0-1,1 0 1,1 0-1,1 0 1,5 47-1,-3-69-358,-1 1 0,1 0 0,1 0 0,0-1 0,0 1-1,0-1 1,1 0 0,0 1 0,0-1 0,1 0 0,0-1 0,0 1 0,10 11-1,-9-14-331,0 1 0,0-1-1,0 0 1,1 0-1,-1-1 1,1 0-1,0 0 1,0 0 0,1 0-1,-1-1 1,0 0-1,1-1 1,-1 1-1,1-1 1,-1-1 0,11 1-1,37-1-5020,6-4-3237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8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7555,'0'0'14797,"0"8"-12954,-10 137 5137,0 18-7466,10-163 295,0 0 1,0 1-1,0-1 1,0 0-1,0 1 1,0-1-1,0 1 1,0-1-1,0 0 1,0 0-1,0 1 1,1-1-1,-1 0 1,0 1-1,0-1 1,0 0-1,1 1 1,-1-1-1,0 0 1,0 0-1,1 1 1,-1-1-1,0 0 1,0 0-1,1 0 1,-1 1-1,0-1 1,1 0-1,-1 0 0,0 0 1,1 0-1,-1 0 1,0 0-1,1 0 1,-1 0-1,0 0 1,1 0-1,-1 0 1,0 0-1,1 0 1,-1 0-1,0 0 1,1 0-1,-1 0 1,0 0-1,1 0 1,-1 0-1,0 0 1,1-1-1,-1 1 1,0 0-1,1 0 1,-1-1-1,7-4-6716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8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5539,'0'0'18488,"149"0"-17335,-95 0-497,-7 0-544,-6 0-112,-7-7-512,0-2-817,-7-2-1456,-7-2-1473,0-6-3954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9.0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0 5523,'0'0'18267,"-2"8"-15981,-26 72 1531,15-48-2871,2 1-1,-10 42 1,15-37-934,2 1 1,1 42-1,4-80-64,-1-1-1,1 1 1,0 0-1,0-1 1,0 1-1,0-1 1,0 0 0,0 1-1,0-1 1,0 0-1,0 1 1,0-1 0,0 0-1,0 0 1,0 0-1,0 0 1,0 0-1,0 0 1,0 0 0,0 0-1,1-1 1,23-1-2602,-22 0 2014,0 1 0,0-1-1,0 0 1,0 0 0,0 0 0,-1 0 0,1 0-1,-1 0 1,1-1 0,-1 1 0,0-1 0,0 0-1,0 0 1,0 0 0,1-3 0,-3 6 598,20-35-10597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9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8420,'0'0'24347,"41"0"-24347,-41 4-1088,0 12-2386,0-7-2257,-7-2-3873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3:39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481 0 16808,'0'0'7955,"-102"149"-3056,69-97-3347,6 5-1296,-1-3-160,-5-4-96,-15 1-704,1 1-1393,-1-2-1360,-6-9-2242,-7-7-6002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4:38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2748 224,'0'0'4981,"4"0"-4410,45 2 4327,-34 0-4830,0-1 1,-1-1-1,1 0 1,-1-1-1,1 0 0,0-2 1,20-5-1,-9 2-33,1 0 0,0 1 0,42-1 1,-34 4 188,50-11 1,10-10 62,-2-3 0,100-44 0,-51 19 306,-93 35-405,0-1-1,61-33 1,-93 39-173,-1-1 1,0-1-1,-1-1 1,-1 0-1,0-1 1,24-33-1,-23 28 3,2 1-1,0 0 1,35-30-1,2 10 17,1 3-1,1 2 1,3 2-1,0 4 1,2 1-1,0 4 1,2 2-1,74-14 1,432-43 206,-441 65-269,14-2 29,384-35 1240,-87 44 712,-267 7-1196,-128 1-496,46 8-1,-60-5 82,-1-1 0,1-2 1,0-1-1,55-5 0,-68-1-215,0 0 0,0 0-1,29-16 1,12-3 14,-43 17-99,0 0 0,0-1-1,0 0 1,-1-1 0,19-16 0,-16 11 56,2 2 0,22-13 0,-26 16-28,-1 0 0,0-1 0,0 0-1,-1-1 1,0 0 0,-1-1 0,17-22-1,-12 15 228,-1 4-164,0 0 0,26-18 0,-21 17-80,-17 10-14,-1 1 0,0-1-1,0 0 1,0 1 0,-1-1-1,1-1 1,-1 1-1,2-12 1,-2 8-9,0 4-8,2-9 73,0 0 0,-1-1 0,0 0 0,0-28 0,-3-110 186,-13 104-77,-1-98-45,13 117-80,-11-57 0,6 57 52,-2-61 0,8 65-119,1 12-1,0 0 0,-2 0 0,0 0-1,-1 0 1,0 1 0,-6-21 0,-8-36 105,12 51-108,1 0 0,0 0 0,2 0 0,1-1 0,3-37 1,-1-3-1,-2-75 12,7 92 771,-8 52-787,0 0 1,0 0-1,-1 0 1,0 0-1,-1-1 1,0 1-1,0-1 1,-1 1-1,1-1 1,-7 8-1,-55 73 40,47-66-39,-27 29-18,32-38 7,1 1 0,0 0 0,1 1 0,0 1-1,1-1 1,-12 27 0,145-197 58,-107 132-78,-2-1 0,14-31 0,-17 34 16,0-1 0,1 2 0,25-34-1,-35 50 11,-1 3-1,-1 0 0,0 0 0,1 0 0,-1 0 1,1 0-1,-1-1 0,1 2 0,0-1 0,-1 0 0,1 0 0,0 0 0,0 0 0,0 0 0,0 0 0,0 1 0,0-1 0,0 0 0,0 1 0,0-1 1,0 1-1,0-1 0,0 1 0,0 0 0,0-1 0,0 1 0,0 0 0,1 0 0,-1 0 0,0 0 0,0 0 0,0 0 0,1 0 0,0 0 1,1 5 43,0 1 1,-1-1-1,0 1 0,0-1 1,0 1-1,0 0 1,-1-1-1,0 1 1,0 9-1,1-2 201,0-9-170,-1 1 0,0-1 0,1 1 1,0-1-1,0 0 0,1 0 1,-1 0-1,1 0 0,-1 0 1,1-1-1,1 1 0,-1-1 1,0 0-1,5 3 0,59 36 740,-14-10-324,-51-30-384,0 1 1,0-1 0,0 1-1,0-1 1,0 1 0,-1 0-1,1-1 1,-1 1-1,0 0 1,0 0 0,0 0-1,0 0 1,0 0 0,-1 0-1,1 1 1,-1-1 0,0 0-1,0 0 1,-1 6 0,1-8 545,-15-1-5211,6 0 3021,5 0 476,0 0 0,0 0 0,1 0 1,-1 0-1,0-1 0,0 1 0,-6-3 0,-17-16-9651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46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1 131 1953,'0'0'5000,"7"-18"-4165,20-55 152,-19 40 2282,-9 26 2500,1 11-4920,-2 196 3355,5 250-679,13-238-2192,0 49-287,-16-162-717,1-99-332,-1 0 3,0 0 0,0 0-1,1 0 1,-1 0 0,0 0 0,0 0 0,1 0-1,-1 0 1,0 0 0,0 0 0,0 0-1,1 0 1,-1 0 0,0 0 0,0 0-1,1 0 1,-1 0 0,0 0 0,0 0 0,0 0-1,1 0 1,-1-1 0,0 1 0,0 0-1,0 0 1,1 0 0,-1 0 0,0 0-1,0-1 1,0 1 0,0 0 0,0 0 0,1 0-1,-1-1 1,0 1 0,0 0 0,0 0-1,0 0 1,0-1 0,0 1 0,0 0-1,0 0 1,0-1 0,0 1 0,0 0 0,0-1-1,21-96-3621,-3-58-7621,-17 90 1297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49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28245,'0'1668'0,"9434"-1668"0,-9434-1668 0,-9434 1668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5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3153,'0'0'18190,"0"30"-15778,-1 16-1693,3 133 1718,2-143-2011,2 0 0,1 0 0,2-1 0,16 45 0,-11-40-683,-2 1-1,10 65 1,-21-105 2,1 33-1656,-5-17-2176,-4-9-6046,-11-8-53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6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1 255 11157,'0'0'11448,"-1"-5"-10520,1 4-904,0 0-1,0 0 1,0 0-1,0 0 0,0 0 1,1 0-1,-1 0 1,0 0-1,1 0 0,-1 0 1,0 0-1,1 0 1,-1 0-1,1 0 0,0 0 1,-1 0-1,1 0 1,0 1-1,-1-1 0,1 0 1,0 1-1,0-1 1,0 0-1,0 1 0,0-1 1,0 1-1,-1-1 1,1 1-1,0-1 0,0 1 1,1 0-1,-1 0 1,0-1-1,0 1 0,0 0 1,0 0-1,0 0 0,0 0 1,0 0-1,1 1 1,72-2 252,-35 2-119,184-6-213,-1-10-1,-1-9 0,-1-11 1,259-74-1,-436 93 83,-35 12 295,0 1 0,1 0 1,-1 0-1,1 1 0,0 0 1,0 0-1,9 0 0,-16 2-245,0 1 1,-1-1-1,1 1 1,0 0-1,0 0 0,-1-1 1,1 1-1,0 0 0,-1 0 1,1 1-1,-1-1 0,0 0 1,1 0-1,-1 1 0,0-1 1,1 1-1,-1-1 1,0 1-1,0 0 0,-1-1 1,1 1-1,0 0 0,0-1 1,-1 1-1,1 2 0,15 58 698,-13-47-483,21 110 880,12 193 0,-35-301-1160,1 22 31,0 0-1,-7 59 1,4-95-45,0 0 1,0 0-1,-1 0 1,1 0-1,-1 0 1,0 0-1,1 0 1,-1-1-1,-1 1 1,1-1-1,0 1 1,0-1-1,-1 0 1,0 0-1,1 0 1,-1 0-1,0 0 1,0-1-1,0 1 1,0-1-1,0 0 1,0 0-1,-4 1 1,-10 3-52,0 0 1,-34 3-1,50-8 54,-292 23-690,25-2 550,76 0 192,-327 80 0,505-97-112,-66 22 114,76-24-145,0 0-1,-1 0 0,1 0 0,0 1 0,0-1 1,0 1-1,1 0 0,-1 0 0,0 1 1,1-1-1,0 1 0,0-1 0,0 1 1,-2 4-1,4-7-51,1 0 0,-1 0 1,1 0-1,-1 1 0,1-1 0,0 0 1,-1 0-1,1 0 0,0 0 0,0 0 1,0 1-1,0-1 0,0 0 0,0 0 1,0 0-1,0 0 0,0 1 0,1-1 1,-1 0-1,0 0 0,1 0 0,-1 0 1,1 0-1,-1 0 0,1 0 0,0 0 1,-1 0-1,1 0 0,0 0 0,0 0 1,-1-1-1,1 1 0,0 0 0,0 0 1,0-1-1,1 1 0,3 2-541,0-1-1,-1-1 1,1 1 0,0-1-1,0 1 1,0-2-1,6 2 1,59 2-7200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7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5282,'0'0'12177,"5"-4"-9963,9-6-927,-7 16-55,-5 36 969,-3-17-1337,-1 53 1245,0-37-1512,2 0 0,5 44 0,-5-83-645,1 1 0,-1-1 0,1 1 0,-1-1 0,1 1 0,0-1 0,-1 0-1,1 0 1,1 1 0,-1-1 0,0 0 0,0 0 0,1 0 0,-1 0 0,1 0-1,0 0 1,0-1 0,-1 1 0,1-1 0,0 1 0,0-1 0,0 1 0,1-1 0,1 1-1,4 0-510,0 0-1,0-1 0,0 1 0,0-2 0,0 1 0,11-1 0,16 1-2109,16 0-2134,-18-6-1825,-4-6-2491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7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4098,'0'0'11429,"136"-2"-10757,-62 2-672,14 0-2401,-6-11-5538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04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6195,'0'0'13868,"20"-3"-12428,4-2-1041,-9 1-138,-1 2-1,1 0 1,0 0 0,18 2-1,-31 0-209,-1 0-1,1 0 1,0 0-1,0 1 1,-1-1-1,1 1 1,0-1-1,-1 1 1,1 0-1,-1 0 1,1-1-1,-1 1 1,1 0-1,-1 0 1,1 1-1,-1-1 1,0 0-1,0 0 1,0 1-1,2 1 1,0 1 46,-1 1 1,1 0 0,-1 0 0,0-1 0,0 1 0,2 10-1,0 2 87,-2 1 0,0 0 0,0 21 0,0-7-87,-1-23-81,0 0 1,-1-1 0,0 1-1,0 0 1,-1 0 0,0 0-1,-2 8 1,2-16-17,0 0 1,1 0 0,-1 0-1,0 0 1,0 0-1,0 0 1,0 0 0,0 0-1,0 0 1,0 0-1,0-1 1,0 1 0,-1 0-1,1-1 1,0 1-1,0-1 1,-1 1 0,1-1-1,0 0 1,-1 1-1,1-1 1,0 0 0,-1 0-1,1 0 1,0 0-1,-2 0 1,2 0-44,2-8-9,0 0-1,1 0 0,0 1 1,1-1-1,-1 1 1,1-1-1,1 1 0,-1 0 1,1 0-1,1 1 1,-1-1-1,1 1 1,0 0-1,1 0 0,8-7 1,9-9 55,2 1 0,38-24 0,-58 42 10,-1 0-1,0 0 0,0 0 0,0 0 0,0 1 0,0-1 0,0 1 0,1 0 0,-1 0 0,1 1 0,0-1 0,-1 1 0,1 0 0,0 1 0,0-1 0,5 1 0,-9 7 228,-1 21 362,1-1 52,-1 1 0,-1-1-1,-2 0 1,0 1 0,-10 31 0,11-53-666,0 0-1,0 1 0,1-1 1,0 0-1,0 1 1,0-1-1,1 1 1,0-1-1,0 0 1,1 1-1,0-1 1,0 1-1,2 6 1,-2-10-296,1 0 0,-1 0 0,1 0 0,0 0 0,-1 0 0,1-1 0,1 1 0,-1-1 0,0 1 0,4 2 0,-2-2-599,0-1 0,0 1 0,0-1 0,0 0 0,0 0 1,0-1-1,0 1 0,8 0 0,18 2-12385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27.82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968 542 5298,'-313'1'1430,"112"0"2385,314-6-3518,-1-4-1,143-32 0,-88 12-237,964-142-14,-154 25 30,-867 129-67,45-6 3,164-47-1,-313 68-1,0 1 0,1-2 0,-1 1 0,0-1-1,10-6 1,-12 2 78,-18 3 133,-182 2 1033,134 3-1057,-620 51 2100,-7 48-317,607-88-1772,-1299 235 1215,1350-240-1421,3-2 4,1 1 0,-1 2 0,2 1 0,-27 12 1,53-21-8,-1 0 1,0 0 0,1 0-1,-1 1 1,1-1 0,-1 0 0,1 0-1,-1 0 1,1 0 0,-1 1 0,1-1-1,-1 0 1,1 1 0,-1-1-1,1 0 1,-1 1 0,1-1 0,0 0-1,-1 1 1,1-1 0,0 1 0,-1-1-1,1 1 1,0-1 0,0 0-1,-1 1 1,1-1 0,0 1 0,0 0-1,0-1 1,-1 1 0,1-1 0,0 1-1,0-1 1,0 1 0,0-1-1,0 1 1,0-1 0,0 1 0,1 1-1,24 5-194,51-3-167,0-3 0,117-14 0,162-39 100,-211 29 207,31-5-2,186-27-12,-4 30 251,-357 24-174,1 1-1,-1 0 0,1 0 1,-1-1-1,1 1 1,0 0-1,-1 0 1,1 0-1,-1 0 0,1 0 1,-1 0-1,1 0 1,0 0-1,-1 0 1,1 0-1,-1 0 0,1 1 1,-1-1-1,1 0 1,-1 0-1,1 0 1,-1 1-1,1-1 1,-1 0-1,1 1 0,-1-1 1,1 0-1,-1 1 1,0-1-1,1 1 1,-1-1-1,1 1 0,-22 13 340,-38 11 370,-2-3 0,-118 28 0,98-30-431,-1087 242 2082,479-116-1541,670-142-761,-15 5 52,34-9-116,0 0-1,0 0 1,0 0 0,0 0-1,0 0 1,0 0 0,0 0 0,0 0-1,0 0 1,0 0 0,0 0 0,1 0-1,-1 0 1,0 0 0,0 0-1,0 0 1,0 0 0,0 0 0,0 0-1,0 0 1,0 1 0,0-1 0,0 0-1,0 0 1,0 0 0,0 0-1,0 0 1,0 0 0,0 0 0,0 0-1,0 0 1,0 0 0,0 0 0,0 0-1,0 0 1,0 1 0,0-1-1,0 0 1,0 0 0,0 0 0,0 0-1,0 0 1,0 0 0,0 0 0,0 0-1,0 0 1,0 0 0,0 0-1,-1 0 1,24 1 16,84-6-95,-1-6 0,117-26 0,-87 13-107,1940-310-2717,-2008 322 2928,-57 7 5,-15 3 9,-26-1 41,-563 32 77,-6 42 419,584-69-557,-156 20 155,-547 93 557,703-112-686,1 1 0,-1 1 0,-15 7 0,31-12-46,-1 0 0,1 0 0,-1 0 0,0 0 0,1 0 0,-1 0 0,0 0-1,1 1 1,-1-1 0,0 0 0,1 0 0,-1 0 0,0 1 0,0-1 0,1 0-1,-1 1 1,0-1 0,0 0 0,1 0 0,-1 1 0,0-1 0,0 0 0,0 1-1,1-1 1,-1 0 0,0 1 0,0-1 0,0 1 0,0-1 0,0 0 0,0 1-1,0-1 1,0 0 0,0 1 0,0-1 0,0 1 0,0-1 0,0 0 0,0 1-1,0-1 1,0 0 0,-1 1 0,1-1 0,0 1 0,0-1 0,0 0 0,-1 0-1,1 1 1,0-1 0,0 0 0,-1 1 0,1-1 0,0 0 0,0 0 0,-1 1-1,1-1 1,0 0 0,-1 0 0,1 0 0,0 0 0,-1 1 0,1-1 0,-1 0 0,42 6-86,424-15-724,4-33 1,-178 15 43,1214-64-1835,-1472 90 2593,-28 0 17,-20 1 49,-526 28 1999,-17 32-431,249-24-841,-22-1-45,-498 60 2125,785-90-2594,25-3-123,0 1 1,1 0-1,-1 1 1,-32 12-1,46-12-130,15-2-41,75 0-144,134-14 0,90-30-204,-82 10-93,-150 22 241,711-66-2133,-761 75 2329,-24 1 23,-15 0 13,4 0-3,-949 75 1537,916-71-1472,-13 2-33,-10 0-85,1 3-1,-111 30 1,157-30 14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32.345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410 559 5410,'0'0'406,"30"0"-182,443-26 4424,1556-27-3520,-1996 51-1170,-28 1 29,0 0 1,0 1 0,0 0-1,1 0 1,-1 0-1,0 0 1,0 1 0,0 0-1,0 0 1,10 4-1,-15-5 13,0 0 0,0 0 0,1 0 0,-1 1 0,0-1-1,0 0 1,0 0 0,1 1 0,-1-1 0,0 0 0,0 0-1,0 1 1,0-1 0,0 0 0,0 1 0,1-1 0,-1 0-1,0 0 1,0 1 0,0-1 0,0 0 0,0 1 0,0-1-1,0 0 1,0 1 0,0-1 0,0 0 0,0 0 0,0 1-1,-1-1 1,1 0 0,0 1 0,0-1 0,0 0 0,0 0-1,0 1 1,-1-1 0,1 0 0,0 0 0,0 1 0,0-1-1,-1 0 1,1 0 0,0 0 0,0 1 0,-1-1 0,1 0-1,-1 0 1,-5 5 62,-2-1 0,1 0-1,0 0 1,-1-1 0,0 0-1,0 0 1,0-1-1,0 0 1,-10 1 0,-3 2 159,-515 93 3609,320-65-2956,-1348 259 1372,1260-228-1574,254-50-541,50-14-132,0 0 1,0 1-1,0-1 0,0 0 0,0 0 0,0 0 0,0 0 0,0 0 0,0 0 1,0 0-1,0 0 0,0 0 0,1 1 0,-1-1 0,0 0 0,0 0 0,0 0 1,0 0-1,0 0 0,0 0 0,0 0 0,-1 0 0,1 0 0,0 1 0,0-1 1,0 0-1,0 0 0,0 0 0,0 0 0,0 0 0,0 0 0,0 0 0,0 0 1,0 0-1,0 1 0,0-1 0,0 0 0,0 0 0,0 0 0,0 0 1,-1 0-1,34-2-118,287-54 94,-141 19 24,450-69 43,5 28 1,800 3 0,-1425 75-37,6 0-15,-27 4 68,-1638 339 3259,1190-231-2234,433-104-939,-61 21 158,81-26-295,1 0 0,-1 0 1,1 0-1,-1 1 0,1 0 1,1 1-1,-1-1 0,-9 11 0,14-15-8,1 1-1,-1-1 1,1 1-1,-1-1 1,1 1-1,-1-1 1,1 1-1,0 0 1,-1-1-1,1 1 1,0-1-1,-1 1 1,1 0-1,0-1 1,0 1-1,0 0 1,0-1-1,-1 1 1,1 0-1,0-1 1,0 1-1,0 0 1,0-1-1,0 1 1,1 0-1,-1 0 1,0-1-1,0 1 1,0-1-1,1 1 1,-1 0-1,0-1 1,1 1-1,-1 0 1,0-1-1,1 1 1,-1-1-1,1 1 1,-1-1-1,1 1 1,-1-1-1,1 1 1,-1-1-1,1 0 1,-1 1-1,2-1 0,5 4-11,1-1 0,-1 0-1,1 0 1,0-1 0,0 0-1,0 0 1,0-1 0,8 1-1,81 0-39,-49-2 37,513-2-301,147 4-194,-4 47 295,-596-34 153,146 38-1,-234-47 10,-1 0 1,29 14-1,-46-20 51,-1 1-1,1 0 0,-1-1 0,1 1 0,-1 0 0,0 0 0,1 0 0,-1 0 0,0 0 0,0 0 0,0 1 0,1-1 0,-1 0 0,0 1 0,-1-1 0,1 0 0,0 1 0,0-1 0,-1 1 0,1-1 0,-1 1 0,1 2 1,-1-3 1,0 1 1,-1-1 0,0 1 0,1-1 0,-1 1 0,0-1 0,1 1 0,-1-1 0,0 0 0,0 1 0,0-1 0,0 0 0,-1 0 0,1 0 0,0 0 0,0 0-1,-1 0 1,1 0 0,0 0 0,-1-1 0,1 1 0,-3 0 0,-24 10 26,0-2-1,0-1 1,-58 8 0,45-9 2,-857 133 999,330-56-533,521-76-396,-3-1 172,-75 21-1,115-23-235,15-1-52,49-3-99,545-56-139,-340 22 114,276-19-121,369-48-357,-893 98 611,123-23-93,-119 22 85,0-2 1,0 0 0,0 0 0,-1-1 0,24-15 0,-35 20 17,-1 0-1,0-1 0,0 1 1,0 0-1,0-1 1,0 0-1,0 1 0,-1-1 1,1 0-1,0 0 1,-1 0-1,0 0 1,1 0-1,-1 0 0,0-1 1,0 1-1,0 0 1,0 0-1,-1-1 1,1 1-1,-1-1 0,1 1 1,-1-1-1,0 1 1,0-1-1,0 1 1,0-1-1,0 1 0,-1-1 1,1 1-1,-1 0 1,1-1-1,-1 1 1,0 0-1,0-1 0,0 1 1,0 0-1,-1 0 1,1 0-1,-1 0 0,1 0 1,-1 0-1,-3-3 1,-5-5 8,-1 1 0,0 0 0,-1 1 0,0 0 0,0 0 0,-17-6 0,-93-37 64,122 51-73,-129-45 64,-196-40 1,-148-2 109,395 74-144,-193-32-8,-730-140 340,936 172-262,2-3-1,-1-3 1,-91-41-1,148 56-98,-1 1 0,1-2 0,0 1 0,0-1 0,0 0 0,1-1 0,0 1 0,0-1 0,0-1 0,1 1 0,-7-10 0,10 12-8,0 0 0,1 0 0,-1 0 0,1-1-1,-1 1 1,2-1 0,-1 1 0,0-1-1,1 1 1,0-1 0,0 1 0,0-1-1,0 1 1,1-1 0,0 0 0,0 1-1,0 0 1,0-1 0,1 1 0,0 0 0,3-7-1,6-5-57,1 0 0,1 1 0,0 0-1,1 1 1,0 0 0,2 1 0,-1 1 0,28-17-1,23-13-257,2 3 1,135-56-1,155-34-275,-338 122 593,13-6 2,-33 13 4,0 1-1,0-1 0,0 0 1,1 0-1,-1 0 0,0 0 1,0 0-1,0 0 0,0 0 1,1 0-1,-1 0 0,0-1 1,0 1-1,0 0 0,0 0 1,0 0-1,1 0 0,-1 0 1,0 0-1,0 0 0,0 0 1,0 0-1,0 0 0,0 0 1,1-1-1,-1 1 0,0 0 1,0 0-1,0 0 0,0 0 1,0 0-1,0 0 0,0-1 1,0 1-1,0 0 0,0 0 1,0 0-1,0 0 0,0-1 1,1 1-1,-1 0 0,0 0 0,0 0 1,0 0-1,-1 0 0,1-1 1,0 1-1,0 0 0,0 0 1,0 0-1,0 0 0,0-1 1,0 1-1,0 0 0,0 0 1,0 0-1,0 0 0,0 0 1,0 0-1,-1-1 0,1 1 1,0 0-1,0 0 0,0 0 1,0 0-1,-53-3 56,39 3-51,-69 3 46,-147 24 0,-91 38 182,188-36-109,-730 144 471,7-37 795,1047-174-1134,1958-385-1731,-2053 405 1461,-70 7 73,-27 10-53,0 1 1,0-1-1,0 0 1,-1 1-1,1-1 1,0 1-1,0-1 1,-1 1-1,1 0 1,0-1-1,0 1 0,-1 0 1,1 0-1,0 0 1,-1 0-1,1 0 1,0 0-1,-2 1 1,-154-3 442,-237 29 0,-155 60 886,513-81-1226,-48 11 180,77-15-248,1 0 1,-1 0-1,0 1 0,1 0 0,0 0 0,-1 1 0,1-1 0,-8 8 0,13-10-41,1-1 1,-1 1-1,0-1 0,1 1 0,-1 0 1,1-1-1,-1 1 0,1 0 1,-1 0-1,1 0 0,0-1 0,-1 1 1,1 0-1,0 0 0,0 0 1,0 0-1,-1-1 0,1 1 0,0 0 1,0 0-1,0 0 0,0 0 1,0 0-1,1 0 0,-1-1 0,0 1 1,0 0-1,1 0 0,-1 0 1,0 0-1,1-1 0,-1 1 0,1 0 1,-1 0-1,1-1 0,-1 1 1,1 0-1,-1-1 0,1 1 0,0 0 1,-1-1-1,1 1 0,0-1 1,0 1-1,-1-1 0,1 0 1,1 1-1,45 21-110,57 9-901,144 25-1,-60-16-1268,-169-36 1957,115 27-3174,0-6-4046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8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1134 4066,'0'0'7166,"11"-11"-6427,36-34 99,-37 37-270,0 0 1,1 0-1,21-12 1,-25 17-461,0-1 1,-1 0-1,1 0 0,-1-1 1,0 0-1,10-11 1,78-95-805,137-208-1,-197 257-37,46-120 0,-6 10 524,-19 68 880,-59 103-496,1 1 0,0-1 1,0 1-1,-1 0 0,1 0 1,0 0-1,-1 0 0,1 0 1,0 1-1,0 0 0,-6 1 0,7-1 640,-11 16-512,-31 24 140,-2-2 1,-2-2-1,-1-3 1,-2-1-1,-1-3 1,-109 45-1,144-68-484,22-9-179,27-12 199,48-31 55,-2-4 0,-2-3 1,77-68-1,-124 86-34,-26 30 68,0-1 1,1 1-1,0-1 1,0 1-1,0 0 1,0 1-1,10-7 1,-12 9 428,-2 1-469,0 0 0,0 0 0,0-1 0,0 1 0,1 0 0,-1 0 0,0 0 0,0 0 0,0 0 0,0-1 0,0 1 0,1 0 0,-1 0 0,0 0-1,0 0 1,0 0 0,0 0 0,1 0 0,-1-1 0,0 1 0,0 0 0,0 0 0,1 0 0,-1 0 0,0 0 0,0 0 0,0 0 0,1 0 0,-1 0 0,0 0 0,0 0 0,0 0 0,1 0 0,-1 1 0,0-1 0,0 0 0,0 0 0,1 0-1,-1 0 1,0 0 0,0 0 0,0 0 0,0 0 0,0 1 0,1-1 0,-1 0 0,0 0 0,0 0 0,0 0 0,0 1 0,0-1 0,0 0 0,1 0 0,-1 0 0,0 1 0,0-1 0,0 0 0,6 12 589,-5-5-398,1 0-1,1 0 1,-1-1 0,1 1 0,0-1-1,1 0 1,-1 0 0,1 0 0,1 0 0,-1 0-1,1-1 1,0 0 0,9 8 0,5 1 248,0-1 0,40 20 0,-43-25-413,0 0 0,0 2 0,0 0 0,-1 1 0,19 18 0,-31-26-148,0 1 0,-1 0 0,1-1 1,-1 1-1,0 0 0,0 1 1,2 5-1,-3-8-218,-1-1 0,1 1 1,-1 0-1,1-1 0,-1 1 0,0-1 0,0 1 1,0 0-1,0-1 0,0 1 0,0 0 1,0-1-1,0 1 0,-1 0 0,1-1 0,-1 1 1,1-1-1,-1 1 0,1-1 0,-1 1 0,0-1 1,0 1-1,0-1 0,-1 2 0,-32 14-9974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8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5619,'0'0'10647,"14"12"-8603,-8-7-1796,-2-2-96,1 0-1,-1 1 1,0-1-1,0 1 1,0 0-1,-1 0 1,1 0-1,-1 1 1,0-1-1,0 1 1,0 0-1,-1 0 1,0 0-1,1 0 1,-2 0-1,1 0 1,-1 1-1,0-1 1,0 0-1,0 1 1,-1-1-1,0 1 1,0 5-1,-10 35 824,-2-1 0,-34 85 0,25-79-878,-21 88 0,42-138-213,0-1-1,-1 0 1,1 1-1,0-1 1,0 0-1,0 1 1,0-1 0,0 0-1,0 1 1,-1-1-1,1 0 1,0 1 0,0-1-1,0 1 1,0-1-1,1 0 1,-1 1 0,0-1-1,0 0 1,0 1-1,0-1 1,0 1 0,0-1-1,0 0 1,1 1-1,-1-1 1,0 0 0,0 0-1,1 1 1,-1-1-1,0 0 1,0 1 0,1-1-1,-1 0 1,0 0-1,1 0 1,-1 1-1,0-1 1,1 0 0,-1 0-1,0 0 1,1 0-1,-1 0 1,0 1 0,1-1-1,-1 0 1,0 0-1,1 0 1,-1 0 0,1 0-1,-1 0 1,0 0-1,1 0 1,-1 0 0,0-1-1,1 1 1,-1 0-1,1 0 1,23-11-4701,17-18-930,10-10-1510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9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 7716,'0'0'9062,"-19"12"-5753,-60 42-1180,76-51-1994,-1-1 0,1 1 0,-1 0 0,1 0 1,0 0-1,1 0 0,-1 1 0,0-1 0,1 1 1,0 0-1,0-1 0,0 1 0,0 0 1,0 0-1,1 1 0,0-1 0,0 0 0,0 0 1,0 0-1,1 1 0,0-1 0,0 0 0,0 1 1,1 5-1,-1 5 110,1-14-250,1 0-1,-1 0 1,1 0-1,-1 0 0,1-1 1,0 1-1,-1 0 1,1-1-1,0 1 1,-1-1-1,1 1 1,0-1-1,0 0 1,-1 0-1,1 0 1,0 0-1,0 0 0,0 0 1,2-1-1,39-2-118,-39 2 87,0 0-1,-1 0 0,1-1 0,-1 1 1,1-1-1,-1 0 0,1 0 0,-1-1 1,0 1-1,0 0 0,0-1 0,0 0 1,-1 0-1,1 0 0,-1 0 0,0 0 0,1-1 1,-2 1-1,1 0 0,3-8 0,-3 6 11,0-1-1,-1 0 0,0 1 0,1-1 1,-2 0-1,1 1 0,-1-1 0,0 0 0,0 0 1,0 0-1,-1 1 0,0-1 0,-2-8 1,1 12 36,1-1 0,-1 1 1,0 0-1,1 0 0,-1 0 0,0 0 1,0 0-1,-1 1 0,1-1 1,0 0-1,-1 1 0,1 0 1,0 0-1,-1-1 0,0 1 1,1 1-1,-1-1 0,0 0 1,1 1-1,-1-1 0,0 1 1,0 0-1,-3 0 0,-66 2 136,68-1-137,1 0-1,0 0 1,0 1 0,-1-1 0,1 1 0,0-1 0,0 1-1,0 0 1,-3 4 0,5-6-90,0 0 0,1 1 0,-1-1 0,0 1 0,1-1 0,-1 1 0,0-1 0,1 1 0,-1 0 0,1-1 0,-1 1 0,1 0-1,-1-1 1,1 1 0,-1 0 0,1 0 0,0-1 0,0 1 0,-1 0 0,1 0 0,0 0 0,0-1 0,0 1 0,0 0 0,0 0 0,0 0 0,0 0 0,0-1 0,0 1 0,0 0 0,0 0 0,0 0 0,1 0 0,-1-1-1,0 1 1,1 0 0,-1 0 0,1-1 0,-1 1 0,1 0 0,-1-1 0,1 2 0,1-1-261,1 0-1,-1 0 1,0-1-1,1 1 1,-1 0 0,0-1-1,1 0 1,-1 1-1,1-1 1,-1 0 0,1 0-1,-1 0 1,0-1-1,5 0 1,6 0-1208,35 1-3221,5-2-663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9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37 10325,'0'0'12168,"-11"20"-10565,-34 61-680,43-78-854,0 1-1,1-1 1,-1 1-1,1-1 0,0 1 1,0-1-1,0 1 1,1 0-1,-1-1 0,1 1 1,0 0-1,0 6 0,0-9-56,1 0-1,-1 1 0,1-1 0,-1 1 0,1-1 1,0 0-1,-1 0 0,1 1 0,0-1 0,0 0 0,0 0 1,0 0-1,0 0 0,0 0 0,0 0 0,0 0 1,0 0-1,1-1 0,-1 1 0,0 0 0,3 0 0,4 1-76,1 0-1,0-1 1,-1 0-1,1 0 0,0-1 1,0-1-1,13-1 0,1 1-178,-17 1 102,-1 0-1,0 0 1,1-1-1,-1 1 1,0-1 0,0 0-1,1-1 1,-1 1-1,0-1 1,0 0 0,-1 0-1,1-1 1,0 1-1,-1-1 1,8-6 0,-11 8 339,-2 8 24,0-4-199,-1 4 19,-1 0-1,1 1 1,1-1-1,-1 1 1,0 12-1,2-19-42,0 1 1,0 0-1,0-1 0,1 1 1,-1-1-1,0 1 0,1-1 1,-1 1-1,1-1 0,-1 1 1,1-1-1,0 1 0,0-1 0,0 0 1,0 1-1,0-1 0,0 0 1,0 0-1,0 1 0,0-1 1,0 0-1,1 0 0,-1-1 0,0 1 1,1 0-1,-1 0 0,1-1 1,-1 1-1,1 0 0,-1-1 1,1 0-1,-1 1 0,1-1 1,2 0-1,2 2-25,1-1 1,0-1-1,0 1 0,-1-1 0,1 0 1,0-1-1,0 1 0,-1-2 1,1 1-1,-1 0 0,1-1 1,-1-1-1,1 1 0,-1-1 1,0 0-1,0 0 0,-1 0 1,1-1-1,-1 0 0,1 0 1,-1-1-1,0 0 0,-1 1 1,1-2-1,-1 1 0,0 0 1,0-1-1,-1 0 0,0 0 1,0 0-1,0 0 0,0 0 0,-1-1 1,0 1-1,-1-1 0,0 1 1,1-9-1,-1 7 187,0-1 0,-1 0 0,-1 1 0,1-1-1,-2 1 1,1-1 0,-1 1 0,0-1 0,-6-14 0,7 20-60,-1-1 1,0 1 0,0 0 0,1 0-1,-2 0 1,1 0 0,0 0 0,-1 1-1,1-1 1,-1 1 0,0-1 0,1 1-1,-1 0 1,0 0 0,-1 0 0,1 1-1,0-1 1,0 1 0,-1-1 0,1 1-1,-1 0 1,1 1 0,-1-1 0,0 0-1,-5 1 1,12 9-4202,20-3-1696,4-5-4965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1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41 134 1361,'0'0'3428,"-6"-21"-2849,-21-63 213,20 55 623,7 34 2084,16 239 5113,21 3-5080,10 109-1338,-34-190-1688,50 530-481,-62-682-42,0-6-228,0 1 0,0 0 1,1-1-1,0 1 0,4 10 1,-5-18 91,-1 1 1,1-1-1,0 1 1,0-1-1,0 0 1,0 0-1,0 1 1,0-1-1,0 0 1,0 0-1,0 0 1,1 0-1,-1 0 1,0 0-1,1 0 1,-1-1-1,1 1 1,-1 0-1,1-1 1,-1 1-1,1-1 1,-1 0-1,1 1 1,0-1-1,-1 0 1,1 0-1,-1 0 1,1 0-1,0 0 1,-1 0-1,1-1 1,-1 1-1,3-1 1,-1 0-352,1 0 1,-1 0 0,0-1-1,1 1 1,-1-1-1,0 0 1,0 0-1,0 0 1,4-4 0,38-42-6853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1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7 2017,'0'0'8743,"0"-6"-4926,-4 13-2880,-23 77 1411,3 2 1,4 0-1,-12 118 0,23-68-828,8 145 0,2-128-1227,6 283-2382,-7-432 1677,0 0 0,0-1 0,0 1 0,1-1 0,-1 1 0,1-1 0,0 1 0,0-1 1,2 5-1,-2-7 76,-1 0 1,1-1-1,0 1 1,0 0-1,0 0 0,-1-1 1,1 1-1,0-1 1,0 1-1,0-1 1,0 1-1,0-1 1,0 0-1,0 1 1,0-1-1,0 0 1,0 0-1,0 0 1,0 1-1,1-1 1,-1 0-1,0-1 0,0 1 1,0 0-1,0 0 1,0 0-1,0-1 1,0 1-1,0 0 1,0-1-1,0 1 1,0-1-1,0 1 1,0-1-1,-1 0 1,1 1-1,1-2 1,35-26-8499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1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6435,'0'0'10946,"3"7"-9390,1 2-1015,0 1 0,-1 0 0,0 0 0,-1 0 1,0 0-1,-1 0 0,1 16 0,-4 89 1433,0-46-914,-5 815 3499,6-810-4645,-18 123-1,8-163-414,2 2-3136,9-34-37,0-8-2320,0-22-2066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2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3089,'0'0'16707,"-2"22"-14661,-11 142 954,-7 118 864,15-156-2722,6 0 0,31 228 0,-14-259-1188,19 118 211,-33-172-538,-1 0 1,-2 0-1,-4 48 1,-8-44-1954,8-37-3369,0-1-5320,14-26 475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2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7619,'0'0'14725,"5"31"-11868,-3-24-2685,8 52 1349,-2 1 0,0 74 0,-8-87-1237,-1 108 565,6 0 0,32 197 0,-17-251-849,-4-27 0,-3 1 0,6 128 0,-22-170-2613,2-29 1631,0 0-1,0 1 1,-1-1-1,1 0 0,-1 0 1,0 0-1,0 0 1,-5 7-1,-5-1-7330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3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 6611,'0'0'7628,"-8"27"-3933,-12 61-1356,4 0 1,-6 109 0,17 107 1507,0 3-2385,-8-227-1436,6-42-196,0-24-832,7-14 766,-1 0-1,1 1 1,0-1 0,-1 0 0,1 1 0,-1-1 0,1 0-1,-1 0 1,1 1 0,-1-1 0,1 0 0,-1 0 0,1 0-1,-1 0 1,1 0 0,-1 0 0,1 0 0,-1 1 0,1-2 0,-1 1-1,1 0 1,-1 0 0,1 0 0,-1 0 0,1 0 0,0 0-1,-1 0 1,1-1 0,-1 1 0,1 0 0,-1 0 0,1-1-1,-1 1 1,1 0 0,0-1 0,-1 1 0,1 0 0,0-1-1,-1 1 1,1 0 0,0-1 0,-1 1 0,1-1 0,0 0-1,-14-27-9367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3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1 120 6243,'0'0'5213,"26"-9"-3530,-9 3-1340,33-12 1531,0 3 0,54-9 1,54 2 1229,303-4 0,-464 40-2843,-6-4-188,-1-1 0,0 0 0,-1-1-1,0 0 1,0 0 0,-1-1 0,-19 8-1,5-1-48,25-14-24,-16 10 15,0 0 0,1 1 1,-23 20-1,36-29-22,0 0 0,0 0 0,1 1-1,-1 0 1,1-1 0,0 1 0,0 0 0,0 0 0,0 0 0,0 0 0,1 0-1,-1 1 1,1-1 0,0 0 0,0 1 0,0-1 0,0 1 0,1-1-1,0 1 1,-1-1 0,1 1 0,0 0 0,1-1 0,-1 1 0,1-1 0,-1 1-1,3 4 1,-2-6-4,0-1 0,0 1 0,1 0 0,-1 0-1,1-1 1,-1 1 0,1-1 0,0 0 0,0 1-1,0-1 1,-1 0 0,1 0 0,0 0 0,0 0 0,1 0-1,-1-1 1,0 1 0,0 0 0,0-1 0,0 0 0,3 1-1,54 0-151,-42-2 132,-9 1 26,-1-1 1,0-1-1,0 1 0,1-1 1,-1-1-1,0 1 0,-1-1 1,1 0-1,0-1 0,-1 0 1,0 0-1,0 0 0,0-1 1,0 1-1,-1-1 0,6-7 1,-1 1 87,0-1 0,-1 0 0,0 0 0,-1-1 0,0 0 0,11-28 0,-21 48 245,1 0 0,1-1 1,-1 1-1,1 0 1,0 0-1,1 0 1,-1-1-1,2 1 1,-1 0-1,1 0 0,-1-1 1,5 9-1,-4-9-590,0 0 1,1 0-1,0 0 0,0 0 0,0-1 0,1 0 0,0 0 1,0 0-1,0 0 0,0 0 0,1-1 0,-1 0 1,1 0-1,1 0 0,-1 0 0,8 3 0,-2-3-1163,0-1 0,0-1 0,0 0 0,0-1 0,1 0 0,-1 0-1,12-2 1,-9 1-809,33 0-5218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4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8 232 5426,'0'0'17278,"-2"16"-15424,-2 47-456,3-47 408,1-40-408,0 23-1395,5-132 699,-3 116-697,0 0 1,2 0 0,0 0 0,1 0-1,11-23 1,-11 29 384,-4 8-598,0 0 0,0 0 0,0 1 0,1-1 0,-1 0-1,1 1 1,0-1 0,0 1 0,4-5 0,-5 7-19,0-1-1,1 1 1,-1 0-1,0 0 1,0 0 0,1-1-1,-1 1 1,0 0-1,0 1 1,1-1 0,-1 0-1,0 0 1,0 0-1,1 1 1,-1-1 0,0 1-1,0-1 1,0 1-1,0-1 1,0 1-1,0 0 1,0-1 0,0 1-1,0 0 1,0 0-1,0 0 1,0 0 0,0 0-1,1 2 1,50 44-10978,-25-22 3569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4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209 137 6707,'0'0'17299,"-14"-1"-15765,-49 0-505,59 1-954,1 1-1,-1-1 0,1 0 1,-1 1-1,1 0 0,0 0 1,-1 0-1,1 0 0,0 1 0,0-1 1,0 1-1,0-1 0,0 1 1,0 0-1,0 0 0,-2 3 0,3-3-53,1 0 0,0 1 0,-1-1-1,1 0 1,0 1 0,0-1-1,0 0 1,1 1 0,-1-1-1,0 1 1,1-1 0,0 1-1,-1 0 1,1-1 0,0 1-1,1 3 1,1 4-48,0 0 0,1 0 0,0-1 0,0 0 0,1 1 0,0-2 0,1 1 0,9 14 0,8 7-230,-3-3-343,31 54 1,-47-74 398,1 1 0,-1-1 0,0 1 0,-1 0 0,1 0 0,-2 0 0,1 0 0,-1 0 0,0 1 0,-1-1 0,0 0 0,-2 16 0,1-22 181,1-1 0,-1 1-1,0-1 1,0 1 0,0-1-1,0 0 1,0 1 0,0-1-1,-1 0 1,1 0 0,0 0-1,-1 0 1,1 0 0,-1 0-1,1 0 1,-1 0 0,1 0-1,-1-1 1,0 1 0,1-1-1,-1 1 1,0-1 0,1 0-1,-1 0 1,-3 1 0,-51 0-69,44-1 63,-8 1 16,-36-4 8,54 3 4,1 0 1,-1-1 0,1 1 0,-1-1-1,0 0 1,1 1 0,-1-1 0,1 0-1,0 0 1,-1 0 0,1 0 0,0 0-1,-1 0 1,1 0 0,0 0-1,0 0 1,0-1 0,0 1 0,0 0-1,0-1 1,0 1 0,1-1 0,-1 1-1,1-1 1,-1 1 0,1-1 0,-1 0-1,1-1 1,-1-4-4,1 1 0,0-1 0,1 1 0,0-1 0,0 1 0,0 0 0,1-1 0,0 1 0,0 0 0,0 0 0,1 0 0,0 0 0,0 1 0,1-1 0,-1 1 0,1-1 0,0 1 0,1 1 0,-1-1 0,6-4 0,14-11 8,0 1 0,1 1 1,28-14-1,-29 17 1,57-32 24,49-32 26,-112 67-33,-1-2 0,0 1 1,-1-2-1,24-28 0,-36 39 59,-1 1 0,-1-1 0,1 0 0,0 0 0,-1 0 0,0 0 0,0 0 0,0-1 0,-1 1 0,1-1 1,-1 1-1,0-1 0,0 0 0,-1 1 0,1-1 0,-1 0 0,0-5 0,-1 10-4,1-1-1,-1 0 1,1 0 0,-1 0-1,0 1 1,1-1 0,-1 0 0,0 1-1,1-1 1,-1 0 0,0 1 0,0-1-1,0 1 1,1-1 0,-1 1 0,0 0-1,0-1 1,0 1 0,0 0 0,0 0-1,0-1 1,0 1 0,0 0-1,0 0 1,-2 0 0,-32 1 831,24 0-510,5-1-336,1 0-1,0 1 0,-1 0 0,1 0 0,-1 0 0,1 0 1,0 1-1,0 0 0,0 0 0,0 0 0,0 1 1,0 0-1,1 0 0,-1 0 0,1 0 0,0 1 0,0 0 1,0-1-1,1 1 0,-1 1 0,1-1 0,0 1 1,0-1-1,0 1 0,1 0 0,-1 0 0,1 0 0,1 0 1,-1 0-1,1 0 0,0 1 0,0-1 0,0 1 1,0 7-1,1-7-128,0 1 1,0 0-1,0-1 1,1 1 0,0-1-1,0 1 1,1-1-1,0 1 1,4 9 0,-4-13-167,1 0 0,-1 0 0,1 0 0,0 0 0,0-1 0,0 1 0,0-1 0,1 1 0,-1-1 0,0 0 0,1 0 0,0-1 0,-1 1 0,1-1 0,0 0 0,7 2 0,0-1-1228,0 0 0,0-1 0,0 0 0,15-1 0,-15 0-98,37 0-6635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4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8644,'0'0'15919,"-8"20"-13211,1-3-2109,-2 1 98,2 1 0,1 0 0,0 1 1,-6 39-1,10-39-442,-16 191 901,18-209-1169,0 1-1,0-1 1,1 0-1,-1 1 1,0-1 0,1 0-1,0 0 1,-1 1-1,1-1 1,0 0-1,0 0 1,0 0 0,1 0-1,-1 0 1,0 0-1,1 0 1,-1-1 0,1 1-1,0 0 1,2 1-1,1 0-65,-1-1-1,0 1 1,1-1-1,-1 0 1,1-1-1,-1 1 1,1-1-1,0 0 1,7 1 0,0-1-275,-1-1 0,1 0 1,-1-1-1,1 0 0,-1 0 1,0-1-1,21-7 0,-26 7-577,-1-1 0,0 0 1,0 0-1,0 0 0,0 0 0,0-1 0,-1 0 0,0 0 0,0 0 1,0-1-1,5-7 0,7-19-9797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8:54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10901,'0'0'3938,"156"3"-1073,-81-3-2369,-1 0-496,1 0-336,-1-12-5571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09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79 576,'0'0'3282,"3"-11"-3063,0-1-126,11-29 1721,-8 40 1065,-6 1-2829,1 0 0,-1 0 0,0 0 0,0 0-1,1 0 1,-1 0 0,0 1 0,0-1-1,0 0 1,1 0 0,-1 0 0,0 0 0,0 0-1,1 0 1,-1-1 0,0 1 0,0 0-1,1 0 1,-1 0 0,0 0 0,0 0-1,0 0 1,1 0 0,-1 0 0,0 0 0,0-1-1,0 1 1,1 0 0,-1 0 0,0 0-1,0 0 1,0-1 0,0 1 0,0 0 0,1 0-1,-1 0 1,0-1 0,0 1 0,0 0-1,0 0 1,0-1 0,0 1 0,0 0-1,0 0 1,0 0 0,0-1 0,0 1 0,0 0-1,0 0 1,0-1 0,0 1 0,0 0-1,0 0 1,0-1 0,0 1 0,0 0-1,0 0 1,-1-1 0,1 1 36,1 0 0,-1-1 0,0 1 0,0 0 0,0-1 0,0 1 0,0 0 0,1 0 1,-1-1-1,0 1 0,0 0 0,1 0 0,-1-1 0,0 1 0,0 0 0,1 0 0,-1 0 0,0-1 0,0 1 0,1 0 0,-1 0 0,0 0 0,1 0 0,-1 0 0,0 0 0,1-1 0,-1 1 0,0 0 1,1 0-1,-1 0 0,0 0 0,1 0 0,-1 0 0,0 0 0,1 1 0,-1-1 0,0 0 0,1 0 0,-1 0 0,0 0 0,1 0 0,-1 0 0,0 1 0,1-1 0,-1 0 0,0 0 0,0 0 1,1 1-1,-1-1 0,0 0 0,0 0 0,0 1 0,1-1 0,-1 1 0,8 35 1039,-1 0 0,-2 1 0,0 41 0,3 24 84,10 27 22,-5-39-559,3 126 0,-16-167-472,2 7-2,-4 1 0,-1-2 0,-13 63 0,0-50-23,4 0 0,2 0-1,-1 78 1,11-145-194,2-14-141,3-32-2221,1-55 0,-5-1-6482,-1 75 5414,0-30-4701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1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159 750 3810,'0'0'6680,"8"1"-5757,180 4 4559,10-22-3496,894-107 617,-266 36-2458,31-5-99,105-12-58,183-21 134,-211 26-108,443 18 605,-1046 73-298,229-2 81,270 11 2181,-820 1-2484,0 0-1,1 1 1,-1 0 0,18 7 0,25 5 20,80 4 33,-132-17-106,1-1 0,-1 0-1,0 1 1,1-1-1,-1 1 1,0-1-1,1 1 1,-1 0-1,0 0 1,0-1-1,0 1 1,0 0 0,1 0-1,-1 0 1,0 0-1,-1 0 1,1 1-1,0-1 1,0 0-1,0 0 1,-1 1 0,1-1-1,-1 0 1,1 1-1,-1-1 1,1 0-1,-1 1 1,0-1-1,0 1 1,0-1-1,1 1 1,-1-1 0,-1 0-1,1 1 1,0-1-1,0 1 1,0-1-1,-1 0 1,1 1-1,-1 1 1,-9 9 349,-1 0 0,0-1 0,-19 16 0,14-15-164,2 2 0,-20 22 0,21-17-146,0 1-1,1 0 1,1 1-1,1 0 1,1 1 0,1 0-1,1 0 1,-6 31-1,1 23 200,-4 91 1,12-112-172,-8 150 104,8-90 21,-33 201 1,27-254-239,3 1 0,1 65 0,1-11 0,-3 297 0,9-322 0,-2-92 0,1 0 0,0 0 0,0 1 0,0-1 0,0 0 0,0 0 0,0 0 0,0 0 0,-1 1 0,1-1 0,0 0 0,0 0 0,0 0 0,0 0 0,-1 0 0,1 0 0,0 1 0,0-1 0,0 0 0,-1 0 0,1 0 0,0 0 0,0 0 0,0 0 0,-1 0 0,1 0 0,0 0 0,0 0 0,0 0 0,-1 0 0,1 0 0,0 0 0,0 0 0,0 0 0,-1 0 0,1 0 0,0 0 0,0-1 0,0 1 0,-1 0 0,1 0 0,0 0 0,0 0 0,0 0 0,0 0 0,-1-1 0,1 1 0,-63-24 0,-1 4 0,0 2 0,-68-10 0,-206-16 0,295 40 0,-922-59-427,-4 49-111,939 14 532,-937-22-608,162 1 526,259 11 100,-710 1 64,793 36-39,93-3-10,228-19 10,-250 14 43,267-7-98,-137 31-1,93-1 35,-48 10 136,199-51-144,0 0-1,0-1 1,1 0-1,-1-2 0,0 0 1,0-1-1,1-1 0,0-1 1,-17-6-1,7 2-12,-1 2 0,-38-5 0,-60 5 34,-148 10 1,-22 32 143,292-33 774,15-1-833,27-2-1452,-26 1 404,2-1-138,1-2 0,-1 0-1,0 0 1,-1-1 0,1-1 0,-1 0 0,1-1 0,-2 0-1,25-17 1,-21 14-278,82-49-7500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3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 3153,'0'0'7913,"0"10"-5717,-1 7-1561,-1-1 0,-1 0 0,0 0-1,-7 20 1,-5 21 396,-23 139 1272,9 0 0,-5 264 0,58 478-1150,-18-313-1196,-11-568 50,-3-1-1,-2 0 1,-20 62-1,-63 152 78,90-262-79,-5 11 73,2-1 0,0 1-1,1 0 1,0 0 0,2 0 0,-1 22-1,49-40-949,-35-1 90,6-2-2885,-13-11-5093,-3 3 1402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7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2625,'0'0'13086,"7"4"-11594,-4-1-1332,1-1 1,0 1-1,-1 0 1,0 0-1,0 1 1,0-1-1,0 1 1,0-1-1,-1 1 1,1 0-1,-1 0 1,0 0 0,0 0-1,-1 0 1,1 1-1,-1-1 1,0 0-1,0 1 1,-1-1-1,1 1 1,-1-1-1,0 8 1,-1 24 804,1 15 281,0-39-1152,2-17-668,0-4 539,1 0-1,0 0 1,1 0-1,0 1 0,0-1 1,1 1-1,0 0 1,0 0-1,10-10 1,3-3 16,41-35 1,-57 53 22,2 1 0,-1-1 0,0 1 1,0-1-1,1 1 0,-1 0 0,1 0 0,0 0 0,0 1 0,-1-1 0,1 1 0,0 0 0,0 0 0,8 0 1,-11 46 880,-2-43-831,1 0 0,0 0-1,0 0 1,0 0 0,0 0-1,1 0 1,-1 0 0,0 0-1,1 0 1,0 0 0,-1 0-1,1 0 1,0-1 0,0 1 0,0 0-1,0 0 1,0-1 0,2 4-1,-1-5-45,-1 0 0,1 0 0,-1 1 1,1-1-1,-1 0 0,1 0 0,-1 0 0,1 0 0,-1-1 0,0 1 0,1 0 0,-1-1 0,1 1 0,-1-1 0,0 1 0,1-1 0,-1 0 0,0 1 1,1-1-1,-1 0 0,0 0 0,0 0 0,0 0 0,0 0 0,0 0 0,0 0 0,1-2 0,21-17-1,49-29-1,-46 31 32,-23 27 293,0 0 0,-1 0-1,-1 0 1,1 0 0,0 16 0,5-6-2393,6-13-7329,-6-6 1664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7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8852,'0'0'13654,"-40"84"-13430,40-77-224,0-3-160,0-24-19000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7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7251,'0'0'2193,"-14"127"-3521,14-96-1746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8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211 295 9476,'0'0'11424,"-23"8"-9930,-77 22-339,95-28-1040,0-1-1,0 1 0,0 0 0,0 0 1,0 0-1,0 1 0,0 0 0,1 0 1,-1 0-1,1 0 0,0 1 0,0-1 1,0 1-1,1 0 0,-5 7 0,6-6-49,0 1 0,0 0 0,0-1-1,1 1 1,0 0 0,0 0 0,1 0-1,0 0 1,0 10 0,0-9-78,1-6 11,-1 1 1,0-1-1,1 1 1,0-1-1,-1 1 1,1-1 0,0 1-1,0-1 1,-1 0-1,1 1 1,0-1-1,0 0 1,1 0-1,-1 0 1,0 0-1,0 0 1,1 0-1,-1 0 1,0 0-1,1 0 1,-1 0-1,1-1 1,-1 1-1,1-1 1,-1 1-1,1-1 1,-1 1-1,4-1 1,-1 1-6,0 0 0,0-1 0,0 1 0,0-1 1,0 0-1,1 0 0,-1-1 0,0 1 0,0-1 0,0 0 0,4-1 1,5-7-115,-2 0 1,1 0 0,-1-1 0,-1 0 0,1-1 0,-2-1 0,0 1-1,12-21 1,9-8-474,175-249-1105,-202 285 1741,-1 1-1,0-1 1,0 0 0,0 0 0,0 0 0,-1 0 0,3-8 0,-4 12-15,0-1 1,0 1-1,0 0 0,0 0 1,-1-1-1,1 1 1,0 0-1,0-1 0,0 1 1,0 0-1,0 0 1,-1-1-1,1 1 0,0 0 1,0 0-1,0 0 1,-1-1-1,1 1 0,0 0 1,0 0-1,-1 0 1,1-1-1,0 1 0,0 0 1,-1 0-1,1 0 1,0 0-1,-1 0 0,1 0 1,0 0-1,0 0 1,-1 0-1,1 0 0,0 0 1,-1 0-1,1 0 1,0 0-1,-1 0 0,1 0 1,0 0-1,0 0 1,-1 0-1,1 0 0,0 0 1,-1 1-1,1-1 1,0 0-1,0 0 0,-1 0 1,1 0-1,0 1 1,0-1-1,-9 5 240,2 0 0,-1 0-1,1 0 1,0 1 0,-11 11 0,6-4-52,0 0 0,2 0-1,-1 1 1,2 1 0,0-1 0,1 1 0,0 1 0,1 0-1,1 0 1,0 0 0,2 1 0,0-1 0,0 1 0,2 0-1,0 0 1,0 25 0,2-39-249,0 0 0,0 0 1,1 1-1,-1-1 0,1 0 0,0 0 0,-1 0 0,1 0 1,1 0-1,-1 0 0,0 0 0,1 0 0,-1 0 0,1 0 0,0-1 1,0 1-1,0-1 0,0 1 0,1-1 0,-1 0 0,1 0 0,-1 0 1,1 0-1,2 1 0,34 11-3173,4-10-4084,-21-4-880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9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2561,'0'0'9573,"4"4"-7415,-2-1-1832,0 0 0,0 1 1,0-1-1,0 1 0,-1-1 1,1 1-1,-1 0 0,0 0 1,0 0-1,0 0 0,-1 0 0,1 4 1,-1 61 1854,-1-35-1484,1 211 2137,0-81-4800,0-181-16440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19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21 6867,'0'0'6451,"28"0"-3956,306-2 1811,-4 4-1616,356-5-1219,-673 2-1427,-6 2 9,0-1 1,0 0 0,0-1 0,1 0 0,-1 0-1,0-1 1,0 0 0,0 0 0,0 0 0,6-4-1,-16 8 410,-1 1 1,1 0-1,0 0 0,0 0 0,0 1 0,0-1 0,1 1 0,-1-1 0,-3 9 0,-13 45 712,13-21-1309,-3 52-1,9-77 393,-20 421-122,20-318-136,-27-111-21,-447 23-771,3 32 358,205-23 326,148-21 119,-158 24-724,270-36-1133,9-1 419,21 1-664,36-1-2512,-5-8-2480,-1-8-2639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36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0 133 800,'0'0'11179,"12"-20"-9485,33-62-155,-27 51 2989,-18 37-3683,-3 47-377,-2 0 0,-20 84 0,13-84-530,3 1-1,-5 90 1,14-142 35,0 0-1,0-1 1,-1 1 0,1 0-1,1-1 1,-1 1 0,0 0-1,0-1 1,1 1 0,-1-1-1,1 1 1,-1 0 0,1-1-1,-1 1 1,1-1 0,0 1-1,0-1 1,0 0 0,0 1-1,0-1 1,2 2 0,0-1 12,0-2 0,0 1 0,0 0 1,0-1-1,0 1 0,0-1 1,0 0-1,0 0 0,0 0 0,4-1 1,13 1 102,-4 0-216,19 0 135,-14 0-2970,-20 0 1461,0-5-4968,-2 3 4790,1-3-2533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36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4690,'0'0'8980,"15"-7"-7651,47-22-163,-58 27-1011,1 0-1,0 1 1,-1-1 0,1 1 0,0 0 0,0 0 0,0 1-1,0-1 1,0 1 0,0 0 0,0 0 0,5 2 0,17 0 694,29-3-963,93-14-1,-138 13-791,4-1-770,-5 4-5520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39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7 224,'0'0'9420,"10"-6"-2969,-36 15-6358,1 1-1,1 1 1,0 2-1,1 0 1,-38 28-1,5-4-94,-42 36 31,83-64 16,0 0 1,-27 11-1,41-20 419,14 0-49,20-1 169,0 2 0,1 1 0,-1 1 0,50 13 0,-68-13-160,0-1 1,0 0-1,0 0 0,0-2 0,16 0 1,-7 0 2501,-24 3-2764,0-3-158,0 0 0,0 1 0,0-1 0,-1 0 0,1 0-1,0 1 1,0-1 0,0 0 0,0 0 0,0 1 0,0-1-1,0 0 1,0 1 0,0-1 0,0 0 0,0 0 0,0 1 0,0-1-1,0 0 1,0 1 0,0-1 0,1 0 0,-1 0 0,0 1-1,0-1 1,0 0 0,0 0 0,0 1 0,1-1 0,-1 0-1,0 0 1,0 0 0,0 1 0,1-1 0,-1 0 0,0 0 0,0 0-1,1 0 1,-1 1 0,0-1 0,0 0 0,1 0 0,-1 0-1,0 0 1,1 0 0,-1 0 0,1 0 0,0 0 14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0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11 1105,'0'0'7459,"3"-2"-5770,5-4-45,-10 4-435,-21 4 285,-38 15 506,44-8-1487,5-4-63,0 1 1,1 0-1,-15 11 0,24-15-391,-1 0 0,1 0-1,0 0 1,-1 0-1,1 1 1,0-1 0,1 0-1,-1 1 1,0 0 0,1-1-1,-1 1 1,1 0-1,0 0 1,0 0 0,0 0-1,0 0 1,1 0-1,-1 0 1,1 4 0,0-6-61,1 1 0,-1-1 1,1 0-1,-1 0 1,1 0-1,0 0 1,-1 0-1,1 0 1,0-1-1,0 1 1,0 0-1,0 0 1,0 0-1,0-1 0,0 1 1,0 0-1,0-1 1,0 1-1,0-1 1,0 0-1,1 1 1,-1-1-1,0 0 1,0 1-1,0-1 1,1 0-1,-1 0 0,2 0 1,43 2-80,-40-2 60,-4 0 2,0 0 0,0 0 1,0 0-1,0 0 1,1 0-1,-1 0 0,0-1 1,0 1-1,0-1 0,0 1 1,0-1-1,0 0 0,0 1 1,0-1-1,0 0 0,-1-1 1,1 1-1,0 0 0,0 0 1,-1-1-1,1 1 0,1-3 1,-2 0 180,1 0 1,-1 0-1,0 0 1,0-1-1,0 1 0,0 0 1,-1-1-1,1 1 1,-1-1-1,-1-4 1140,0 13-1290,1 0 1,0 0 0,0 0-1,0 1 1,0-1-1,1 0 1,-1 0-1,1 0 1,0 0-1,0 1 1,2 3-1,-1-2-98,-2-5-64,1 0 0,-1 1 0,1-1 1,-1 0-1,1 1 0,0-1 0,-1 0 0,1 0 0,0 0 1,0 0-1,0 0 0,0 0 0,0 0 0,0 0 0,0 0 0,0 0 1,0 0-1,1 0 0,-1-1 0,0 1 0,0-1 0,1 1 1,-1-1-1,3 1 0,36 1-5877,-25-3 3103,18 1-2878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0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4 7059,'0'0'10181,"-21"-1"-9157,-70-1-146,74 3-615,-1 0-1,1 2 0,-1 0 1,1 1-1,0 1 1,0 0-1,-28 14 0,7-4-80,32-13-171,1 0-1,0 0 1,-1 1-1,1 0 1,0 0-1,-6 5 1,10-8-12,0 1 0,1 0 1,-1 0-1,1-1 1,-1 1-1,1 0 1,-1 0-1,1 0 1,-1-1-1,1 1 1,0 0-1,0 0 1,-1 0-1,1 0 1,0 0-1,0 0 1,0 0-1,0 0 0,0 0 1,0 0-1,0-1 1,0 1-1,1 0 1,-1 0-1,0 0 1,0 0-1,1 0 1,-1 0-1,1 0 1,-1-1-1,1 1 1,-1 0-1,1 0 1,-1-1-1,1 1 0,0 0 1,-1-1-1,1 1 1,0 0-1,-1-1 1,1 1-1,2 0 1,-1 2 16,0 1 0,1 0 0,-1-1 0,-1 1-1,1 0 1,-1 0 0,1 0 0,-1 0 0,0 0 0,0 0 0,-1 0 0,1 1 0,-1-1 0,-1 7 0,-3 66 188,3-72-194,0 4 48,-1 0-1,-1 0 0,0 0 0,0-1 0,-8 16 1,8-17-6,-1 0 1,1 0-1,0 1 1,1-1-1,-1 1 1,2 0 0,-1 0-1,0 11 1,48-17 24,-30-2 193,-1-1 0,0 0 0,0-1 0,0-1 0,25-7 0,-33 9-39,-1 0-357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1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5955,'0'0'16191,"0"17"-14950,0 99 938,0-116-2208,33-6-1204,23-34 670,-33 23 662,-1 1 0,31-16 0,-51 31 1339,-2 23 416,0-6-327,-1-14-1921,1 1 0,0-1 1,0 1-1,0-1 0,0 1 0,1-1 0,-1 0 0,1 1 0,-1-1 0,2 4 0,-1-4 96,1-1 1,-1 0 0,0-1 0,0 1-1,0 0 1,1 0 0,-1 0-1,0-1 1,1 1 0,-1-1-1,1 1 1,-1-1 0,1 1 0,-1-1-1,1 0 1,-1 0 0,1 0-1,-1 0 1,1 0 0,2 0-1,4-1 35,0-1 0,-1 1-1,1-1 1,-1 0-1,1-1 1,-1 0 0,0 0-1,0 0 1,0-1-1,0 0 1,-1-1 0,1 1-1,10-11 1,33-20 287,-45 39 8266,-3 12-4841,-1 25-6549,-2-33 579,1-8 2330,0 0 1,0 0-1,0 0 1,0 1-1,0-1 1,0 0-1,1 0 1,-1 0 0,0 0-1,0 1 1,0-1-1,0 0 1,0 0-1,0 0 1,0 1-1,0-1 1,0 0-1,1 0 1,-1 0-1,0 0 1,0 0-1,0 1 1,0-1-1,0 0 1,1 0-1,-1 0 1,0 0-1,0 0 1,0 0-1,0 0 1,1 0-1,-1 0 1,0 0-1,0 0 1,0 0 0,1 0-1,-1 0 1,0 0-1,0 0 1,0 0-1,1 0 1,-1 0-1,0 0 1,0 0-1,0 0 1,1 0-1,-1 0-183,7 0-6552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1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3698,'0'0'22826,"-27"117"-21465,27-101-321,0-7-720,0-4-272,-7-3-48,0-9-4578,7-15-384,0-12-2097,-7-7-1409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1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5378,'0'0'19305,"0"55"-19257,0-37-48,0 0-592,0 0-1889,7 0-1841,0-2-3586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2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116 368 12198,'0'0'11946,"-16"0"-11204,-48 5-312,62-5-417,0 0 1,1 1 0,-1-1 0,1 1-1,-1 0 1,0-1 0,1 1 0,0 0 0,-1 0-1,1 0 1,-1 0 0,1 0 0,0 1 0,0-1-1,0 0 1,0 0 0,0 1 0,0-1-1,0 1 1,0-1 0,0 1 0,0-1 0,1 1-1,-1-1 1,0 3 0,-2 37 108,3-36-117,0-3-13,0 0 0,0 0-1,0 0 1,0-1 0,0 1 0,0 0 0,1 0-1,-1 0 1,1-1 0,-1 1 0,1 0-1,0-1 1,0 1 0,0-1 0,-1 1-1,2-1 1,-1 1 0,0-1 0,2 2 0,-2-2-19,1 0 1,0 0-1,-1-1 1,1 1-1,0-1 1,0 0-1,-1 1 1,1-1-1,0 0 1,0 0-1,0 0 1,-1 0-1,1 0 1,0-1-1,0 1 1,-1 0-1,1-1 1,0 0-1,0 1 1,-1-1-1,1 0 1,2-1-1,9-7-189,0 0-1,0-1 1,-1-1-1,-1 0 1,0 0-1,16-21 1,-1 1-275,-3 7 427,-2-1-1,-1-1 1,-2 0-1,0-2 0,-2 0 1,-1-1-1,-1 0 1,-1-2-1,11-43 1,-23 73 135,0-1 1,-1 0-1,1 1 1,-1-1-1,0 0 1,1 0 0,-1 1-1,0-1 1,0 0-1,0 0 1,0 0 0,-1 1-1,1-1 1,0 0-1,-1 0 1,1 1-1,-1-1 1,1 0 0,-2-1-1,1 3 2,0-1 0,0 1 0,1 0 0,-1 0 0,0 0 0,0 0 1,0 0-1,0 0 0,0 0 0,0 0 0,0 0 0,1 1 0,-1-1 0,0 0 0,0 0 0,0 1 0,0-1 0,1 1 0,-1-1 0,0 0 0,0 1 0,1 0 0,-1-1 0,0 1 0,0 0 0,-8 7 327,1-1-1,0 1 1,1 1-1,-10 12 0,6-2-218,1-1 0,0 1 0,2 1 0,0 0 1,1 0-1,2 0 0,0 1 0,0 0 0,2 0 0,1 0 0,1 0 0,0 1 0,4 24 0,-3-42-363,0-1 0,1 1 0,0-1 0,0 1 0,0-1 0,0 0 1,0 1-1,1-1 0,-1 0 0,1 0 0,0 0 0,0 0 0,0 0 0,0 0 0,1-1 1,-1 1-1,1-1 0,0 1 0,0-1 0,-1 0 0,1 0 0,1 0 0,-1-1 0,4 3 1,0-2-1016,0 0 0,0 0 1,0-1-1,1 0 0,-1 0 1,0-1-1,0 0 0,0 0 1,1 0-1,-1-1 0,8-2 1,20-10-8214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42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45 9748,'0'0'8983,"23"-5"-6088,-8 2-2535,184-29 2564,-199 32-2912,18-3 524,0 2 0,-1 0 0,25 3 0,-42 32 1670,-1-21-1616,-1 1 0,0-1-1,-7 25 1,5-25-453,1 1 1,1-1-1,-2 27 0,3-21-127,1 0 0,1-1 0,0 1 0,2 0 0,0-1 1,1 1-1,1-1 0,11 28 0,6 2-85,-22-48 96,-5 0 51,-401-2-979,376 8-6709,17-1-1103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2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2572 1745,'0'0'6051,"4"-4"-4912,5-4 6840,-6 3-7962,1 0 0,0 0 0,0 0 0,0 1 0,0 0 1,1-1-1,7-4 0,9-10-52,418-477-3476,-303 308 3198,8-8 348,30-21-14,-52 63-402,-95 116-9,-1 0 0,26-52 0,12-21 290,-28 50 59,48-110 0,-46 87 67,-27 69 23,0-1-1,0 1 1,2 1-1,0 0 1,0 1-1,1 0 1,16-10-1,8-9 138,-20 13-107,-1 0 0,-1-1 0,-1-1 0,-1 0 1,17-33-1,-15 25 13,1 1 1,30-37-1,81-100 3547,-124 160-3620,1 0 0,-1 0-1,1 1 1,0 0 0,0 0-1,0 0 1,0 0 0,1 1 0,6-3-1,12-9 73,-44 24 2179,7 1-2048,-1 0 0,0 0 0,0-2 0,-28 13 0,-3 2-161,-69 35-12,-33 19 6,130-62-29,17-15-24,0 0-1,0 0 1,0 1-1,0-1 1,0 0 0,0 0-1,0 1 1,0-1-1,0 0 1,0 0 0,0 1-1,0-1 1,0 0-1,0 0 1,0 1-1,1-1 1,-1 0 0,0 0-1,0 0 1,0 1-1,0-1 1,0 0 0,0 0-1,1 0 1,-1 1-1,0-1 1,0 0-1,0 0 1,1 0 0,-1 0-1,0 1 1,0-1-1,0 0 1,1 0 0,-1 0-1,0 0 1,0 0-1,1 0 1,-1 0-1,0 0 1,3 1 11,-1-1 0,1 0 0,0 0 1,-1 0-1,1 0 0,-1 0 0,1 0 0,0-1 0,-1 1 0,1-1 0,-1 0 1,4-1-1,99-45 271,175-109 0,-280 206 2603,-8 10-1002,3-29-499,-1 49 1,5-66-1099,1-5-99,0-1 1,0 1-1,1-1 1,3 15-1,-3-20-198,0-1-1,0 1 1,0 0-1,0-1 1,0 0 0,1 1-1,-1-1 1,1 0-1,0 0 1,0 0-1,-1 0 1,1 0-1,1 0 1,-1 0-1,0-1 1,0 1-1,1-1 1,-1 1-1,3 0 1,-2 0-475,0 0 1,-1 0 0,1 1 0,-1-1 0,0 1-1,1-1 1,-1 1 0,-1 0 0,1-1-1,0 1 1,-1 0 0,1 0 0,-1 1 0,0-1-1,0 0 1,0 0 0,0 1 0,-1-1-1,1 0 1,-1 1 0,0-1 0,0 0 0,-1 7-1,1 29-8128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3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 3121,'0'0'10234,"9"-8"-8422,28-24-51,-36 31-1635,0 0 0,-1 1 0,1-1 0,0 0 0,0 0 0,0 1 0,0-1 0,0 0 0,0 1 0,0-1 0,0 1 1,0 0-1,0-1 0,0 1 0,0 0 0,0-1 0,0 1 0,0 0 0,0 0 0,0 0 0,0 0 0,1 0 0,-1 0 0,0 0 0,0 0 0,0 1 0,0-1 1,0 0-1,0 1 0,0-1 0,0 1 0,0-1 0,0 1 0,0-1 0,0 1 0,0 0 0,0-1 0,0 1 0,-1 0 0,1 0 0,1 1 0,0 2 152,0 0-1,0 0 1,0 0-1,-1 0 0,1 0 1,0 9-1,-2-12-273,6 37 1051,-1 0 0,-2 74 0,-3-112-1202,0-13-752,1 6 822,-1 0 0,2 0 0,-1 0 0,1 1 0,0-1 0,0 0 0,1 1 0,0 0 0,0 0 0,0 0 0,5-6 0,53-64 24,-44 56-19,-13 16 101,0 0 0,0 1 0,1-1 0,-1 1 0,1 0 0,0 0 0,-1 0 0,1 1 0,0 0-1,6-2 1,-10 3 7,0 1 0,1 0 0,-1-1-1,0 1 1,0 0 0,0 0 0,1-1-1,-1 1 1,0 0 0,0 0-1,1 1 1,-1-1 0,0 0 0,0 0-1,0 1 1,1-1 0,-1 0 0,0 1-1,0-1 1,0 1 0,0-1 0,0 1-1,0 0 1,0 0 0,0-1 0,0 1-1,0 0 1,0 0 0,0 0-1,0 0 1,-1 0 0,1 0 0,0 0-1,-1 0 1,1 0 0,-1 0 0,1 1-1,-1-1 1,0 0 0,1 0 0,-1 0-1,0 1 1,0-1 0,0 0-1,0 0 1,0 1 0,0-1 0,0 0-1,-1 2 1,1-2-10,0 0-1,0 0 0,0 0 1,0 0-1,0-1 1,0 1-1,0 0 1,0 0-1,0 0 1,1 0-1,-1 0 0,0-1 1,1 1-1,-1 0 1,0 0-1,1 0 1,-1-1-1,1 1 0,-1 0 1,1-1-1,0 1 1,-1 0-1,1-1 1,0 1-1,-1-1 0,1 1 1,0-1-1,0 1 1,1-1-20,0 1 0,0-1 1,-1 0-1,1 0 0,0 0 1,0 0-1,-1 0 0,1-1 1,0 1-1,0 0 0,-1-1 1,1 1-1,2-2 0,53-32-361,-50 30 394,29-22-408,-25 17 276,1 0 0,0 1 1,0 1-1,1 0 0,18-8 0,-30 16 120,0-1 1,-1 0-1,1 1 1,-1-1-1,1 1 0,-1-1 1,1 0-1,-1 1 1,0-1-1,1 1 0,-1-1 1,1 1-1,-1 0 1,0-1-1,1 1 1,-1-1-1,0 1 0,0 0 1,1-1-1,-1 1 1,0-1-1,0 1 0,0 0 1,0-1-1,0 1 1,0 0-1,0-1 0,0 1 1,0 0-1,0-1 1,-1 2-1,1 32 532,0-27-282,0 49 504,0-20-4078,1-35 2936,-1 0 0,0 0-1,1 0 1,-1 0 0,1 0 0,-1 0 0,1-1 0,-1 1-1,1 0 1,0-1 0,-1 1 0,1 0 0,0-1 0,0 1-1,-1 0 1,1-1 0,0 0 0,0 1 0,0-1 0,0 1-1,0-1 1,0 0 0,0 0 0,-1 1 0,1-1 0,0 0-1,0 0 1,0 0 0,0 0 0,0 0 0,0 0 0,0 0-1,0 0 1,0-1 0,2 0 0,1 1-1577,16 0-7453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3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14519,'0'0'13030,"-20"83"-12998,27-90-7364,-7-20 1922,7-9-3746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3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10293,'0'0'11861,"-14"72"-11861,14-38-432,0 5-1841,0 1-576,7 3-1585,7-2-1905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3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109 287 1265,'0'0'21087,"-10"9"-19121,-4 3-1579,2-1 493,0 0 0,-19 24 0,28-30-729,-1 0 1,1 0-1,0 0 0,0 0 1,1 0-1,0 1 0,0-1 1,0 1-1,0 0 0,1 0 0,0-1 1,0 12-1,3-16-167,1 0 1,-1-1-1,1 1 1,-1-1-1,1 0 0,0 1 1,-1-1-1,1-1 0,-1 1 1,1 0-1,-1-1 1,1 1-1,2-2 0,-1-3-37,0 0 0,-1 0 0,1-1 0,-1 0-1,0 0 1,-1 0 0,0 0 0,1 0 0,-2 0-1,1 0 1,-1-1 0,1-7 0,0 1-56,11-57-56,-3 0-1,1-138 1,-11 207 728,-1 6-56,-16 51 166,10-36-337,1 0 1,1 1 0,-5 37-1,8-34-78,0 9 226,3 59 1,-1-84-488,1-1-1,0 1 1,1-1 0,-1 0 0,1 1 0,1-1-1,-1 0 1,1 0 0,1 0 0,-1-1 0,1 1-1,0-1 1,8 10 0,-7-13-363,-1 0-1,1 0 1,0 0-1,-1-1 1,1 1 0,0-1-1,1 0 1,-1-1-1,0 1 1,1-1 0,-1 0-1,0 0 1,10-1 0,-9 1-1206,1-1 1,-1-1 0,0 1 0,1-1 0,-1 0 0,12-4 0,9-12-8463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4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15351,'0'0'12022,"54"11"-11862,-27-11-160,1 0-577,-1 0-991,7 0-1330,-1-11-1936,1-8-4162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4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0 15223,'0'0'9380,"-55"151"-7555,49-103-1281,-1-3-480,0 0-64,0-2-768,0 2-1505,-13 2-2481,0 5-3842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5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30 944,'0'0'5523,"4"-6"-4445,2-7-1836,-2 2 6136,-10 35-1818,4-5-3513,0 1 1,2-1 0,2 29 0,-1-2-6915,-1-40 1628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6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45 1008,'0'0'13372,"19"-8"-8639,-18 10-4647,-1 0 1,1 0 0,-1 0 0,0 0-1,1 0 1,-1 0 0,0 0-1,0 0 1,-1 0 0,1 0 0,0 0-1,-1 0 1,1 0 0,-1-1-1,1 1 1,-1 0 0,0 0-1,0 0 1,0-1 0,0 1 0,-2 2-1,0-2 25,0 0-1,0-1 1,0 1-1,0-1 1,0 1-1,-1-1 1,1 0-1,0-1 1,-1 1-1,1 0 1,-6-1-1,8-27 429,1 24-523,0 0 0,0 0-1,0 0 1,1 1 0,-1-1-1,1 0 1,0 0 0,-1 0-1,1 1 1,1-1 0,-1 0 0,0 1-1,1-1 1,-1 1 0,1 0-1,0-1 1,-1 1 0,1 0-1,0 0 1,1 0 0,-1 0-1,3-2 1,-2 3 274,-1 0 0,1 0 0,0 0 0,-1 0 0,1 0 0,0 0 0,-1 1-1,1 0 1,5-1 0,-7 2-142,0 0 1,0 0-1,-1 1 0,1-1 0,0 0 0,-1 0 0,1 0 0,-1 0 0,0 1 0,1-1 0,-1 0 1,0 1-1,1-1 0,-1 0 0,0 0 0,0 1 0,0-1 0,-1 3 0,-2 14-1072,-9-8-5819,5-10-1081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8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64 592,'0'0'6851,"4"-11"-4948,9-31 90,-9 32 10,-1 26 2217,-5 14-2902,1-11-338,-2 16 74,-1 1-1,-2 0 1,-10 38 0,-3 11-96,-1 17-731,22-106-298,0 0 1,0 0-1,0 0 1,0 0-1,1 1 1,0-1 0,0 1-1,0 0 1,0-1-1,4-2 1,3-3-17,21-25-290,1 1 0,3 1 0,45-32 0,-80 63 409,1 1-1,-1-1 1,1 1-1,-1-1 0,1 1 1,0-1-1,-1 1 1,1-1-1,0 1 0,-1-1 1,1 1-1,0 0 1,-1-1-1,1 1 0,0 0 1,0 0-1,-1-1 1,1 1-1,0 0 0,0 0 1,-1 0-1,1 0 1,0 0-1,0 0 0,0 0 1,-1 0-1,1 1 1,0-1-1,0 0 0,-1 0 1,1 1-1,0-1 0,-1 0 1,1 1-1,0-1 1,-1 1-1,1-1 0,0 1 1,-1-1-1,1 1 1,-1-1-1,1 1 0,-1-1 1,1 1-1,-1 0 1,1-1-1,-1 1 0,0 0 1,1 0-1,-1-1 1,0 1-1,0 0 0,0 0 1,1-1-1,-1 1 1,0 1-1,-1 56 1732,-1-38-1202,2-17-663,0 0-1,0 0 1,0 0-1,1 0 0,-1 0 1,1-1-1,-1 1 1,1 0-1,0 0 0,0 0 1,0-1-1,2 4 1,12 3-5029,10-11-3636,-6-6 1924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8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9316,'0'0'13158,"0"61"-12870,0-55-288,0-1-704,0-3-1841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8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11621,'0'0'5587,"20"124"-9125,-6-99-2304,-1-2-1570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9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23 11333,'0'0'12078,"-20"13"-10568,-63 44-278,80-55-1163,1-1 0,-1 1-1,1 0 1,-1 0 0,1 0-1,0 0 1,0 1 0,0-1-1,1 0 1,-1 1 0,0-1-1,1 1 1,0 0 0,-1 0-1,1-1 1,0 1 0,1 0-1,-1 0 1,0 0 0,1 0-1,0 0 1,-1 0 0,1 0-1,0 0 1,1 0 0,0 6 0,2 0-92,0-1 0,0 1 1,1-1-1,0 0 1,1 0-1,7 11 1,1 1 102,-9-11-124,0 0 0,-1 0 1,0-1-1,0 2 0,-1-1 0,0 0 0,-1 0 0,0 1 0,0-1 0,-1 1 1,0-1-1,-3 17 0,2-21 34,0 0-1,0 0 1,0 1 0,-1-1 0,0 0-1,0-1 1,0 1 0,-1 0 0,1 0-1,-1-1 1,0 0 0,0 1 0,-1-1-1,1-1 1,-1 1 0,0 0 0,0-1-1,0 0 1,-1 0 0,1 0 0,-1 0-1,1-1 1,-7 3 0,10-5-11,1 0-1,0 0 1,-1 0 0,1 0 0,-1 0-1,1 0 1,0 0 0,-1 0 0,1 0 0,0 0-1,-1 0 1,1 0 0,0-1 0,-1 1 0,1 0-1,0 0 1,-1 0 0,1-1 0,0 1-1,-1 0 1,1 0 0,0-1 0,0 1 0,-1 0-1,1 0 1,0-1 0,0 1 0,0 0-1,0-1 1,-1 1 0,1 0 0,0-1 0,0 1-1,0 0 1,0-1 0,0 1 0,0-1 0,0 1-1,0 0 1,0-1 0,0 1 0,0 0-1,0-1 1,0 1 0,0-1 0,1-23-580,0 20 465,1-11-25,1 1 1,1 0-1,0 0 1,1 0 0,1 1-1,0-1 1,1 1-1,0 1 1,1-1-1,0 1 1,1 0-1,16-16 1,15-13-51,82-64 1,-116 101 206,26-22 3,84-62-64,-114 86 1036,-3 6 0,-24 57 1377,19-50-1978,1 0 0,0 0 0,1 0 0,0 1 0,1 0-1,0 0 1,1 0 0,-1 18 0,3-30-363,0 1 1,-1 0-1,1 0 0,0-1 0,0 1 0,0 0 1,0-1-1,1 1 0,-1 0 0,0 0 1,0-1-1,0 1 0,1 0 0,-1-1 0,0 1 1,0-1-1,1 1 0,-1 0 0,1-1 0,-1 1 1,0-1-1,1 1 0,-1-1 0,1 1 0,0-1 1,-1 1-1,1-1 0,-1 1 0,2-1 0,19-5-8,17-25-243,-37 29 239,71-59-67,-71 59 565,-1 44 1364,-1-21-1933,1 26 400,0-47-383,1 0-1,-1 0 1,0 0-1,1 0 1,-1 1-1,1-1 1,-1 0 0,1 0-1,-1 0 1,1 0-1,0 0 1,-1 0 0,1-1-1,0 1 1,0 0-1,0 0 1,0 0-1,0-1 1,0 1 0,0 0-1,0-1 1,0 1-1,0-1 1,0 0 0,0 1-1,0-1 1,0 0-1,1 1 1,-1-1-1,0 0 1,0 0 0,2 0-1,44-3-8346,-20-10-972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59:59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3570,'0'0'12096,"11"15"-9863,-5-8-1895,5 7 163,0-1-1,-2 1 1,0 1-1,0 0 1,-1 0-1,6 19 1,-1 4 211,-1 0 0,-2 0 1,-2 2-1,5 67 1,-12-91-662,-1-1 0,-1 1 1,0 0-1,-1-1 0,0 0 1,-1 1-1,-1-1 0,-1 0 1,0 0-1,-1-1 0,0 0 1,-1 0-1,-1 0 0,0-1 1,-11 13-1,0-5-898,0 0-1,-44 34 1,-13-2-5012,16-19-1363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0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3698,'0'0'11693,"4"22"-9161,-1-9-2182,0-3-135,-1 0 0,0-1 0,0 1 0,-1 0-1,-1 0 1,1 0 0,-2 0 0,1 0 0,-2 0-1,1 0 1,-1 0 0,-1-1 0,1 1-1,-6 11 1,-25 48 1155,-4 7 126,-27 85-1,55-137-1315,2 1-1,1-1 1,2 2-1,0-1 1,1 1-1,2-1 1,3 50 0,-1-69-188,0 0 0,0 0 0,0 0 0,1 0 0,0 0 0,0 0 0,1 0 0,0-1 0,0 1 0,0-1 0,1 0 0,-1 0 0,1 0 0,0 0 0,9 6 0,-5-4-102,1-1 0,0 0 1,0-1-1,1 0 1,-1-1-1,1 0 0,0 0 1,15 3-1,1-1-1119,1-2-1,40 2 1,40-5-7003,-102-1 7578,59-2-9668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4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4 448,'-1'-4'18876,"-34"105"-18058,16-49-399,-14 62 0,20-71-312,10-35-109,1-1-1,-1 0 1,1 1-1,0-1 1,1 1-1,-1 0 1,2 0-1,-1-1 1,1 1-1,0 0 1,1 0-1,1 9 1,-1-15 5,0 1 1,1-1-1,-1 0 0,1 1 1,-1-1-1,1 0 0,0 0 1,0 0-1,0-1 0,0 1 0,0 0 1,0-1-1,0 1 0,1-1 1,-1 0-1,0 0 0,1 0 1,-1 0-1,1 0 0,-1 0 1,5 0-1,18 2-2848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5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30 416,'0'0'7617,"0"-1"-7454,-1 1 0,1-1 1,0 1-1,0-1 0,1 0 0,-1 1 0,0-1 0,0 1 1,0-1-1,0 1 0,0-1 0,0 1 0,1-1 0,-1 1 1,0-1-1,1 1 0,-1-1 0,0 1 0,1-1 0,-1 1 1,0-1-1,1 1 0,-1 0 0,1-1 0,65-14 5473,-1 13-3382,63 18-884,-102-13-196,52-1 0,-54-2 2292,-29 6-2011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6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0 1153,'0'0'6989,"-6"2"-5697,3 0-733,-14 7-241,2-8 3511,15 3 2408,4 14-5113,9-10-828,1 0 0,1-1 0,-1-1 0,1 0 0,0-1 0,1-1 1,17 3-1,-22-4-131,25 6 260,24 7-28,0-3-1,2-2 1,84 4 0,-145-15-120,-1 0-242,0 0 0,0 0 0,0 0-1,1 0 1,-1 0 0,0 0 0,0 0 0,0 0 0,0 0 0,0 1-1,0-1 1,0 0 0,0 0 0,1 0 0,-1 0 0,0 0 0,0 1 0,0-1-1,0 0 1,0 0 0,0 0 0,0 0 0,0 0 0,0 1 0,0-1-1,0 0 1,0 0 0,0 0 0,0 0 0,0 1 0,0-1 0,0 0-1,0 0 1,0 0 0,0 0 0,0 0 0,-1 1 0,1-1 0,0 0-1,0 0 1,0 0 0,0 0 0,0 0 0,0 0 0,0 1 0,0-1-1,-1 0 1,1 0 0,0 0 0,0 0 0,0 0 0,0 0 0,0 0-1,-1 0 1,1 0 0,0 0 0,0 0 0,0 0 0,0 0 0,0 0-1,-1 0 1,1 0 0,0 0 0,0 0 0,0 0 0,0 0 0,-1 0-1,1 0 1,0 0 0,-12 3 180,-107 24-32,2 0-100,24-17-76,62-9-4,1 2 0,0 1 1,0 1-1,0 2 0,0 1 0,-34 14 1,62-21-9,0 0 1,0 0-1,0-1 1,0 1-1,0 0 1,1 1 0,-1-1-1,0 0 1,1 0-1,-1 1 1,1-1-1,-1 1 1,1-1-1,0 1 1,0 0 0,-1-1-1,1 1 1,0 0-1,1 0 1,-1 0-1,0 0 1,1 0-1,-1 0 1,1 0 0,-1 0-1,1 3 1,0-5 16,1 1-1,-1 0 1,1-1 0,-1 1 0,1-1 0,0 1 0,-1-1-1,1 1 1,0-1 0,-1 0 0,1 1 0,0-1 0,0 0 0,0 1-1,-1-1 1,1 0 0,0 0 0,0 0 0,0 1 0,-1-1 0,1 0-1,0 0 1,0 0 0,0-1 0,0 1 0,25-1 402,-25 1-400,3 0-1778,8-2 5570,-7 0-5437,-1 0-5186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6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 7908,'0'0'10661,"-25"0"-9610,-81 4 45,98-3-925,0 0-1,0 1 1,1 0-1,-1 1 1,1 0-1,0 0 1,0 0-1,0 1 1,0 0 0,0 1-1,1-1 1,0 1-1,0 0 1,0 1-1,0-1 1,-5 9-1,8-10-129,0 0-1,0 0 0,0 1 0,1-1 1,-1 1-1,1 0 0,0 0 1,0 0-1,1 0 0,-1 0 1,1 0-1,0 1 0,1-1 0,-1 0 1,1 0-1,0 1 0,1-1 1,-1 0-1,1 1 0,0-1 1,2 8-1,-1-11-48,-1 0-1,1 0 1,0 0 0,0 0-1,0 0 1,0-1 0,0 1-1,0-1 1,0 1 0,0-1-1,1 0 1,-1 1 0,0-1-1,1-1 1,-1 1-1,1 0 1,0 0 0,-1-1-1,1 0 1,-1 1 0,1-1-1,2 0 1,60-3-454,-58 1 357,0 0 0,0-1 0,0 0-1,0 0 1,-1-1 0,1 0 0,-1 0 0,0 0 0,0-1-1,-1 0 1,11-10 0,-6 3 92,1 0 0,-2 0 1,1-1-1,11-22 0,-18 23 622,-9 9 1040,5 3-1610,0 0 0,1 1 0,-1-1 0,0 1 0,0-1 0,0 1 0,1-1 0,-1 1 0,0 0 0,1-1 0,-1 1 0,0 0 0,1-1 0,-1 1 0,1 0 0,-1 0 0,1 0 0,-1 0 0,1-1 0,0 1 0,-1 0 0,1 0 0,0 2 0,-1 2-74,0 0-1,0 1 1,0-1 0,1 1 0,0-1 0,0 1-1,1-1 1,-1 0 0,3 9 0,-2-12-157,0 0-1,0 0 1,0 0 0,0 0 0,0 0 0,1 0 0,-1-1 0,0 1 0,1-1 0,0 1 0,-1-1 0,1 1-1,0-1 1,0 0 0,-1 0 0,1 0 0,0 0 0,0 0 0,0 0 0,1 0 0,-1-1 0,0 1 0,0-1-1,0 1 1,4-1 0,27 1-4442,1-1-2233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7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1 11605,'0'0'2023,"-23"1"-527,-179 14 5606,164-11-6491,1 1-1,-1 2 0,1 2 1,-49 17-1,85-25-612,0-1 1,-1 1-1,1-1 0,0 1 0,0 0 0,0-1 0,0 1 1,0 0-1,0 0 0,0 0 0,0 0 0,0 0 0,0 0 1,1 0-1,-1 0 0,0 0 0,1 0 0,-1 1 0,0-1 1,1 0-1,0 0 0,-1 1 0,1-1 0,0 0 0,0 0 1,-1 1-1,1-1 0,0 0 0,0 1 0,1-1 1,-1 0-1,0 1 0,0-1 0,1 0 0,-1 0 0,0 1 1,1 0-1,3 8 26,1-1 0,0 0-1,0 0 1,7 10 0,7 11 86,-12-11-69,-1 1 0,0 0 0,-2 0 0,0 0-1,-1 1 1,-2 0 0,0-1 0,-1 1 0,-4 37 0,-9 3-28,13-61-67,18-1 48,-2-1 0,1-1 0,0 0 0,0-2 0,-1 0-1,24-11 1,50-13-2079,-82 27 1014,3 0-1033,-3-2-2546,-1 0-3023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7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9428,'0'0'14324,"0"18"-13270,0 117 531,2-135-1636,-1 0-1,1 0 1,0 0 0,-1 0 0,1-1 0,-1 1 0,1 0-1,0-1 1,-1 0 0,1 1 0,-1-1 0,1 0 0,-1 0 0,1 1-1,-1-1 1,2-2 0,40-43-120,-35 36 130,1-1 0,1 1 0,0 1 0,16-13 0,-25 21 1260,0 2-1069,0 0-1,0 0 1,0 0-1,0 0 1,0 1-1,0-1 1,0 0 0,-1 0-1,1 1 1,0-1-1,-1 0 1,1 1-1,-1-1 1,0 0-1,1 1 1,-1-1 0,0 1-1,0-1 1,0 1-1,0 2 1,2 34 252,18-38-2245,-15-1 1727,-1 1 0,0-1 1,0 0-1,1-1 1,-1 1-1,0-1 1,0 1-1,0-1 1,-1-1-1,8-4 1,-8 5 131,0 0 1,0 0 0,0 0 0,1 0 0,-1 1 0,0-1-1,1 1 1,0 0 0,-1 0 0,6 0 0,-8 1 1306,-1 38-173,4-21-2702,-3-16 1056,0-1 1,0 1-1,0 0 0,0 0 1,0-1-1,0 1 1,0-1-1,0 1 0,0-1 1,0 1-1,0-1 1,1 0-1,-1 1 0,0-1 1,0 0-1,0 0 1,1 0-1,-1 0 1,2 0-1,16 0-8335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7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15927,'0'0'10069,"-74"54"-10165,74-52-1233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8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9700,'0'0'9461,"-14"81"-11958,35-63-2946,6 0-1792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8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224 300 13094,'0'0'6053,"-26"8"-1941,-83 30-1324,98-35-2325,1 1 1,0 1-1,-1 0 1,-15 10-1,25-13-403,-1-1-1,0 0 1,1 1-1,-1 0 1,1-1-1,-1 1 1,1 0-1,0 0 1,0 0-1,0 0 1,0 0-1,0 0 1,0 0-1,1 0 1,-1 0-1,1 0 1,-1 0-1,1 1 1,0-1-1,0 4 1,0-6-62,1 1 0,-1 0 0,0 0 0,1 0 0,-1-1 0,1 1 0,-1 0 0,1 0 0,0-1 0,-1 1 0,1-1 0,0 1 0,-1 0 0,1-1 0,0 0 0,0 1 0,-1-1 0,1 1 0,0-1 0,0 0 0,0 1 0,0-1 0,0 0 0,-1 0 0,1 0 0,0 0 0,0 0 0,0 0 0,0 0 0,1 0 0,39 0-112,-29 0 79,-5 0-39,0-1 0,0 0-1,0 0 1,0-1 0,0 1 0,0-2 0,0 1 0,0-1 0,-1 0 0,1 0-1,5-5 1,1-1-184,-1 0 1,-1 0-1,0-2 0,18-20 0,-1-4-438,-3-2 1,33-60-1,-50 84 766,-1 0 0,0-1 0,0 0-1,-2 0 1,0-1 0,0 0 0,-2 0 0,0 0 0,2-25 0,-15 43 2419,-2 9-2301,-1 0 0,2 1 0,0 1-1,1-1 1,0 2 0,1-1 0,0 1 0,2 1 0,0-1 0,0 1 0,1 1-1,1-1 1,1 1 0,1 0 0,0 0 0,1 0 0,0 0 0,2 20 0,1-32-305,-1-1 0,1 0 1,0 1-1,0-1 0,1 0 1,-1 0-1,1 0 0,0 0 1,0 0-1,1 0 0,-1-1 1,1 1-1,-1-1 0,1 1 1,0-1-1,1 0 0,-1 0 1,0 0-1,8 3 1,33 13-4624,3-13-4363,-20-6 507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09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24 12005,'0'0'12396,"22"-4"-10910,239-15 981,-167 19-1989,-93 3-337,0-1-1,-1 1 1,0 0 0,1-1-1,-1 1 1,0 0 0,0 0-1,-1-1 1,1 1 0,-2 4-1,-14 27 993,-6 16-262,15-12-802,1 1 0,3 0 0,0-1 0,6 69-1,-1-18-28,-2 9-40,0-98 0,0 1 0,0-1 0,0 1 0,0-1 0,0 0 0,0 1 0,0-1 0,-1 1 0,1-1 0,0 0 0,0 1 0,-1-1 0,1 0 0,0 1 0,0-1 0,-1 0 0,1 0 0,0 1 0,-1-1 0,1 0 0,0 0 0,-1 1 0,1-1 0,-1 0 0,1 0 0,0 0 0,-1 0 0,1 0 0,-1 1 0,1-1 0,-1 0 0,1 0 0,0 0 0,-1 0 0,1 0 0,-1 0 0,1-1 0,-1 1 0,-15-3 0,-30-22 0,32 17 0,0 0 0,0 1 0,-1 1 0,-24-7 0,15 7 0,-1 2 0,0 1 0,0 0 0,0 2 0,0 1 0,-33 4 0,57-4-176,-1 1 0,1-1 0,-1 1 0,0 0 0,1-1 0,-1 1 0,1 0 0,-1 0-1,1 0 1,0 0 0,-1 0 0,1 0 0,0 0 0,0 1 0,0-1 0,0 0 0,0 1 0,0-1 0,0 1 0,0-1 0,0 1 0,1-1 0,-1 1 0,1-1-1,-1 1 1,1 0 0,0-1 0,-1 1 0,1 0 0,0 0 0,0-1 0,0 1 0,0 0 0,1-1 0,-1 1 0,1 2 0,-1 3-1236,0 0-8110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2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9 112,'0'0'8532,"-7"-9"-5437,10 9-2888,1 0 1,-1 1-1,0-1 1,0 1-1,0 0 0,0-1 1,0 2-1,0-1 1,0 0-1,0 0 1,0 1-1,-1 0 1,1-1-1,0 1 0,2 3 1,25 13 1182,-28-18-1121,34 51 795,32 65 604,40 60-14,134 147-389,-110-154-633,165 278 0,-274-406-528,-3 1-1,-2 0 1,-1 2 0,-2 0-1,-3 1 1,14 89 0,-20-74 39,-3-20 263,11 50 0,-13-81-336,2 0 0,-1 1 0,1-1 0,1-1-1,0 1 1,0 0 0,0-1 0,1 0 0,1 0-1,10 13 1,-14-19-41,0-1 1,1 1-1,-1 0 0,0-1 0,1 0 0,-1 1 0,1-1 0,0 0 1,-1 0-1,1 0 0,0-1 0,0 1 0,0-1 0,-1 1 0,1-1 1,0 0-1,4 0 0,-6 0-48,0 0 1,1-1 0,-1 1-1,0 0 1,1 0-1,-1-1 1,0 1 0,1-1-1,-1 1 1,0-1-1,0 1 1,0-1-1,1 0 1,-1 1 0,0-1-1,0 0 1,0 0-1,0 0 1,0 0-1,0 0 1,-1 0 0,1 0-1,0 0 1,0-1-1,-1 1 1,1 0 0,-1 0-1,1-1 1,-1 1-1,0 0 1,1 0-1,-1-1 1,0 1 0,0-2-1,-3-37-3779,2 38 3096,-1-1 0,1 1 1,0-1-1,-1 1 0,0-1 1,0 1-1,1 0 0,-1-1 0,-1 1 1,1 0-1,0 1 0,0-1 1,-1 0-1,1 1 0,-1-1 1,-4-1-1,-26-15-7179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10 544,'0'0'6801,"8"-9"613,-10 9-7332,0 1 0,0 0 0,1-1 1,-1 1-1,0 0 0,1 0 0,-1 0 0,1 0 1,-1 0-1,1 0 0,-1 1 0,1-1 0,0 1 1,0-1-1,-1 0 0,1 1 0,0 0 0,0-1 1,1 1-1,-2 3 0,-19 46 563,16-38-204,5-13-433,-37 94 1616,5 2-1,-40 191 1,71-256-1173,1-31-347,0-9 299,1-9-340,0 1 0,1-1 0,0 1 0,2-1 0,0 1 0,1 0 0,9-19 0,-1-1-103,14-67 1,-20 71-15,3-19-119,-9 39 167,1-1 0,1 1 0,0 0-1,1 0 1,0 0 0,10-19 0,-13 31 39,0 1 0,1-1 0,-1 1 1,1-1-1,-1 1 0,0 0 0,1 0 0,-1 0 0,1 0 1,-1 0-1,0 0 0,1 0 0,-1 0 0,1 0 1,-1 1-1,0-1 0,1 0 0,-1 1 0,0-1 1,1 1-1,-1 0 0,0-1 0,0 1 0,2 1 1,102 90 2527,-27-45-1557,2-4-1,1-3 1,123 42 0,-43-18-3437,-126-47-894,-15-3-3041,-5-1-5334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3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62 2177,'0'0'10437,"-7"-15"-8041,2 4-2220,5 8-38,-1 0 1,0 1-1,0-1 0,0 1 0,0 0 1,-1-1-1,1 1 0,-1 0 0,1 0 1,-1 0-1,0 0 0,0 0 0,0 0 1,-2-2-1,4 4-74,-1 1-1,0-1 1,1 0-1,-1 0 1,0 1 0,1-1-1,-1 0 1,1 1-1,-1-1 1,1 0 0,-1 1-1,1-1 1,-1 1-1,1-1 1,-1 1 0,1-1-1,0 1 1,-1-1-1,1 1 1,0 0 0,-1-1-1,1 1 1,0-1-1,-1 2 1,-13 39 1765,2 11-545,3 0 0,1 0 0,3 1 0,2 0 1,7 87-1,-3-132-1253,0 1 0,1-1 0,0 0 0,0 0 0,0 0 1,7 13-1,-9-20-36,1 0 1,-1 0-1,1 0 1,0 0 0,-1 0-1,1 0 1,0 0-1,0 0 1,0 0-1,-1 0 1,1-1-1,0 1 1,0 0 0,0-1-1,0 1 1,0-1-1,1 1 1,-1-1-1,0 1 1,2-1-1,-1 0 4,0 0-1,-1-1 0,1 1 1,-1-1-1,1 1 0,-1-1 1,1 0-1,-1 1 0,1-1 0,-1 0 1,1 0-1,-1 0 0,0 0 1,0-1-1,0 1 0,1 0 0,-1 0 1,0-1-1,1-2 0,24-34-198,37-80 0,-59 112 214,-4 6 4,0 0 1,0-1-1,0 1 1,1 0 0,-1 0-1,0 0 1,0 0-1,0 0 1,1 0 0,-1 0-1,0 0 1,0 0 0,1 0-1,-1 0 1,0 0-1,0 0 1,0 0 0,1 0-1,-1 0 1,0 0 0,0 0-1,1 0 1,-1 1-1,0-1 1,0 0 0,0 0-1,0 0 1,1 0 0,-1 0-1,0 0 1,0 1-1,0-1 1,0 0 0,1 0-1,-1 0 1,0 1 0,0-1-1,0 0 1,0 0-1,0 0 1,0 1 0,0-1-1,0 0 1,0 0 0,0 0-1,0 1 1,0-1-1,0 0 1,0 0 0,0 1-1,0-1 1,8 17 199,-8-15-100,8 17-721,-2-2 1215,0 0 0,2-1 0,0 1 0,16 23 0,-21-38-916,-1 1 0,0 0-1,0-1 1,1 1-1,-1-1 1,1 0-1,0 0 1,0 0-1,0 0 1,0 0-1,0-1 1,0 0-1,4 2 1,18-4-5582,3-13-3380,-8-8-1856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3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6771,'0'0'20970,"-21"106"-20970,28-106-2497,0 0-1617,0-27-2962,-7-9-4513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4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9124,'0'0'8068,"47"120"-10021,-13-100-4530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4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146 616 16936,'0'0'2534,"-21"10"657,-63 33 301,81-42-3409,1 0 0,-1 0 0,1 0 0,0 0 0,0 1 0,0-1 0,-1 1 0,1-1 0,1 1 0,-1 0 0,0 0 0,0 0 0,1 0 0,-1 0 0,1 1 0,0-1 0,-1 0 0,1 1 0,0-1 0,0 0 1,1 1-1,-1-1 0,0 1 0,1 0 0,0-1 0,-1 1 0,1-1 0,0 1 0,0 0 0,1-1 0,-1 1 0,1-1 0,-1 1 0,1 0 0,0-1 0,1 5 0,4 3-170,1 0 0,-1 0 0,2-1 1,-1 0-1,1 0 0,12 10 0,-3-3 88,-2 1-266,51 62-1054,-62-74 1087,0 1-1,0 1 1,-1-1 0,1 0 0,-1 1 0,-1 0 0,1 0 0,-1-1 0,-1 1 0,1 0 0,0 11-1,-3-17 219,0 0 0,1-1 0,-1 0 0,0 1 0,0-1 0,0 1 0,1-1 0,-1 0 0,0 0 0,0 1 0,0-1 0,0 0 0,0 0 0,0 0 0,1 0 0,-1 0 0,0 0 0,0 0-1,0 0 1,0 0 0,0-1 0,0 1 0,1 0 0,-1-1 0,0 1 0,0 0 0,0-1 0,1 1 0,-2-2 0,0-1-19,0-1 0,0 1-1,0-1 1,1 0 0,0 1 0,0-1 0,0 0 0,0 0 0,0 0-1,1 0 1,-1-5 0,2-49-441,1 49 366,-1-1 1,1 1-1,1-1 1,-1 1 0,2 0-1,-1 0 1,1 0 0,1 0-1,0 1 1,0 0-1,8-11 1,10-9-480,47-43 1,-30 31 25,100-99-1705,-40 42-507,136-171 0,-224 252 2770,-2 1 0,0-1-1,10-22 1,-17 32 351,-1-1-1,0 1 1,0-1-1,0 1 0,-1-1 1,0 0-1,0-8 1,-1 15-201,0-1 0,-1 0 1,1 0-1,0 1 0,0-1 0,-1 0 1,1 1-1,-1-1 0,1 0 0,0 1 1,-1-1-1,1 1 0,-1-1 0,0 1 1,1-1-1,-1 1 0,1-1 0,-1 1 1,0 0-1,1-1 0,-1 1 0,0 0 1,1-1-1,-1 1 0,0 0 0,1 0 1,-1 0-1,0 0 0,0-1 0,1 1 1,-1 0-1,0 0 0,0 0 0,1 1 1,-1-1-1,0 0 0,0 0 0,1 0 1,-1 1-1,0-1 0,1 0 0,-2 1 1,-35 13 1782,24-6-1532,0 2-1,1-1 1,0 2-1,1 0 1,0 0 0,1 1-1,0 0 1,1 1-1,0 0 1,1 0-1,-11 26 1,9-16-133,0 1 0,2 0 1,0 0-1,2 1 0,0 0 0,-2 43 0,6-36-113,-1-5-62,2 0 0,4 39 1,-3-60-99,1 0 0,0-1 0,0 1 0,0-1 0,1 0 0,-1 1 0,1-1 0,1 0 1,-1 0-1,1 0 0,0 0 0,0-1 0,0 1 0,1-1 0,-1 1 0,1-1 0,8 6 0,-11-9-43,1 0 0,0 0-1,-1 0 1,1-1-1,0 1 1,-1 0-1,1-1 1,0 1 0,0-1-1,-1 0 1,1 0-1,0 1 1,0-1-1,0 0 1,-1-1 0,1 1-1,0 0 1,0 0-1,-1-1 1,1 1-1,0-1 1,0 0 0,-1 1-1,1-1 1,-1 0-1,1 0 1,0 0 0,-1 0-1,0 0 1,2-2-1,5-4-109,0-2 0,-1 1 1,0-1-1,7-11 0,12-13-202,-25 32 439,0 0 0,0 0 0,0 0 0,0 0 0,1 1 0,-1-1 0,0 0 0,0 1 0,1-1 0,-1 1 0,0-1 0,1 1 0,-1 0 0,1-1-1,-1 1 1,0 0 0,1 0 0,-1 0 0,1 0 0,-1 0 0,0 1 0,1-1 0,-1 0 0,0 1 0,1-1 0,-1 1 0,2 0 0,37 25 1227,-16-9-1206,-5-6-125,-11-7-233,0 0-1,-1 0 0,1 1 1,-1 0-1,0 1 0,-1 0 1,8 8-1,-11-7-2873,-17-5-9721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6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28 864,'0'0'4397,"0"-4"-3703,0-19 6208,8 28-4950,-3 1-1678,-1 0 0,0 0 0,0 1-1,-1 0 1,0 0 0,0 0-1,2 10 1,13 26 223,58 81 935,-11-24-289,263 428 2708,-115-196-2412,-162-239-843,67 168 1,-57-118-83,-38-95-276,2-2-1,2-1 1,2-1-1,54 63 0,155 140 515,-16-19-447,-215-221-275,1 1-1,-1 1 1,-1-1-1,1 1 1,-1 0-1,-1 0 1,0 1-1,0 0 1,-1 0-1,0 0 1,-1 0-1,0 1 1,0-1-1,-2 1 1,1 0-1,-1-1 1,0 16-1,0-10 199,-1-12-129,1 0-1,-1-1 1,0 1-1,0 0 1,0 0-1,0 0 1,-2 8-1,0-13-144,1 0-1,0 1 0,0-1 1,1 0-1,-1 0 0,0 0 1,0 0-1,0 0 0,1 0 1,-1 0-1,0 0 0,1 0 1,-1 0-1,1 0 0,-1 0 0,1 0 1,-1-2-1,-48-126-7067,-10 4-5618,25 55 3567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7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50 2449,'0'0'6331,"0"-7"-5045,0 6-1170,0-1-32,0-1 0,0 1 0,0 0 0,0 0 0,1 0 0,-1-1 0,0 1 0,1 0 0,0 0 0,0 0 1,0 0-1,1-3 0,-1 4 159,0 0 0,0 0-1,0 0 1,0 0 0,0 1 0,0-1 0,0 0 0,0 0 0,0 1 0,1-1 0,-1 1-1,0-1 1,0 1 0,1 0 0,-1 0 0,0-1 0,0 1 0,1 0 0,-1 0 0,2 0 0,-2 2-80,0 1 0,0-1 0,0 0 0,0 1 0,0-1 1,0 0-1,-1 1 0,1-1 0,-1 1 0,1-1 0,-1 1 1,0-1-1,-1 4 0,2-1 162,4 43 758,-2 0 0,-1 0 0,-8 62 0,2-89-843,0 1-1,-2 0 0,-9 21 0,8-25-116,1-1-1,1 1 0,1 0 1,0 0-1,0 22 1,17-97 224,-12 43-329,1-1 1,1 0 0,0 1-1,1 0 1,7-18 0,-5 16-23,-1-1 0,-1-1 0,3-18 0,7-38-4,-10 55 46,0 0-1,-1 0 0,1-24 0,-4 43 123,1 0-76,0 0-1,0 0 1,1 1-1,-1-1 1,0 0 0,0 1-1,1-1 1,-1 1-1,0-1 1,0 1 0,0 0-1,0-1 1,0 1-1,0 0 1,0 0 0,0 0-1,1 1 1,5 10 168,0-1 1,1 0-1,1 0 1,-1-1-1,2 0 1,-1-1-1,1 0 1,1 0-1,0-1 1,0 0-1,0-1 1,1-1-1,19 9 1,25 4 390,70 14 0,-45-13-377,-80-20-392,0 1-1,1-1 0,-1 1 0,0-1 0,0 1 0,0-1 0,1 1 0,-1 0 0,0 0 1,0 0-1,0 0 0,0 0 0,0 0 0,0 0 0,-1 0 0,1 0 0,0 0 0,0 0 1,-1 0-1,1 1 0,-1-1 0,1 0 0,-1 0 0,1 1 0,-1-1 0,0 0 0,0 1 1,0-1-1,1 0 0,-1 1 0,-1-1 0,1 0 0,0 1 0,0-1 0,0 0 0,-1 3 1,-1 4-2708,-1 0 1,1-1-1,-1 1 1,-8 13 0,-3 5-8074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8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39 272,'0'0'2612,"-8"-4"-1553,-23-12 216,23 4 408,4 5 1383,-1 11 3337,-14 36-4681,1 0 0,3 0 0,1 2 0,-10 50 0,21-81-1498,3-9-192,-17 59 761,3 0 1,2 1 0,-6 109-1,18-170-848,0-1 0,0 1 0,0 0 0,0 0 0,0-1 1,0 1-1,0 0 0,0-1 0,0 1 0,0 0 0,1 0 0,-1-1 0,0 1 0,0 0 0,1-1 0,-1 1 0,0-1 0,1 1 0,-1 0 0,1-1 0,-1 1 0,1-1 0,-1 1 0,1-1 0,-1 1 0,1-1 0,-1 0 0,1 1 0,0-1 0,-1 1 0,1-1 0,-1 0 0,1 0 0,0 1 0,0-1 0,-1 0 0,1 0 0,0 0 0,-1 0 0,1 0 0,0 0 0,-1 0 1,1 0-1,0 0 0,0 0 0,-1 0 0,1-1 0,0 1 0,-1 0 0,1 0 0,0-1 0,0 0 0,3 0-463,0-1 0,-1 0 0,1 0-1,-1 0 1,0 0 0,1-1 0,-1 1 0,0-1 0,2-3 0,22-33-5629,0-4-3684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9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26 10949,'0'0'13441,"-5"20"-12894,-2 6-382,3-15-91,1 0 0,0 0 0,1 1 0,1 0 0,-1-1 0,2 21 0,0-30-85,1-1 1,0 0-1,0 0 1,0 1-1,0-1 1,0 0-1,0 0 1,0 0-1,0 0 1,0 0-1,0 0 1,0 0-1,1-1 0,-1 1 1,0 0-1,1-1 1,-1 1-1,0-1 1,1 1-1,-1-1 1,1 0-1,-1 1 1,1-1-1,-1 0 1,1 0-1,-1 0 1,1 0-1,1-1 1,47 0-149,-47 0 143,0-1 0,-1 1 0,1 0 0,0-1 0,0 1 1,-1-1-1,1 0 0,-1 0 0,1 0 0,-1 0 0,0 0 1,0-1-1,0 1 0,0-1 0,0 1 0,-1-1 0,1 0 1,-1 1-1,0-1 0,0 0 0,0 0 0,0 0 0,0 0 1,0 0-1,-1 0 0,0 0 0,1-4 0,-1 3 17,1-1 0,-1 1-1,0-1 1,0 1-1,0 0 1,-1-1 0,1 1-1,-1-1 1,0 1-1,0 0 1,-1 0 0,1 0-1,-1 0 1,0 0-1,0 0 1,-1 0 0,-4-6-1,3 6 5,-1 1 0,1 0 0,-1 0 0,0 0 0,0 0 0,0 1-1,0 0 1,0 0 0,-1 0 0,1 1 0,-1 0 0,1 0 0,-1 0-1,1 1 1,-1-1 0,-6 2 0,11-1-68,1 0 0,-1 0 1,0 1-1,0-1 0,1 0 0,-1 1 1,0-1-1,1 1 0,-1-1 0,0 1 0,1-1 1,-1 1-1,0-1 0,1 1 0,-1-1 1,1 1-1,-1 0 0,1-1 0,0 1 0,-1 0 1,1-1-1,0 1 0,-1 0 0,1 0 0,0 0 1,0-1-1,-1 1 0,1 0 0,0 0 1,0 0-1,0-1 0,0 1 0,0 0 0,0 0 1,1 0-1,-1-1 0,0 1 0,0 0 1,0 0-1,1-1 0,-1 1 0,0 0 0,1 0 1,-1-1-1,1 1 0,0 1 0,22 0-503,0-2 0,0 0 0,0-1 0,-1-1 0,1-1 0,26-8 0,44-4-367,-88 14 1038,-1 0 1,1 1 0,0 0-1,-1 0 1,1 0-1,0 0 1,-1 1 0,9 1-1,-12-1 51,1 0-1,-1 0 0,0 0 1,1 0-1,-1 0 1,0 1-1,0-1 0,0 0 1,0 1-1,0-1 1,0 0-1,0 1 1,0-1-1,-1 1 0,1-1 1,0 1-1,-1 0 1,1-1-1,-1 1 0,0 0 1,0-1-1,0 1 1,1 0-1,-1-1 0,-1 1 1,1 2-1,0 144 4405,0-147-4761,5-1-224,-1-1 327,1 1 1,0-1-1,0 0 0,-1 0 1,1-1-1,-1 1 1,1-1-1,-1 0 0,0 0 1,1 0-1,-1-1 1,0 0-1,-1 1 1,1-1-1,0-1 0,4-4 1,25-19-1172,-27 24 1232,-5 3 431,20 29-47,-14-25-335,-1-1 0,1-1 0,0 1 0,-1-1 0,1-1 0,0 1 0,0-1 0,1 0-1,-1-1 1,0 1 0,0-1 0,0-1 0,0 0 0,9-1 0,-14-1 69,-1 1 0,0-1 0,0 1 0,0-1 0,0 0 0,0 1-1,0-1 1,-1 0 0,0 0 0,1 1 0,-1-1 0,0 0 0,0 0 0,0 0 0,-1 0 0,0-3 0,1-1 53,4-25 253,2-13 196,-6 43-550,0 0 0,0 0 0,0 0 1,0 0-1,-1 0 0,1 0 0,0 0 0,-1 0 0,1 0 0,-1 0 0,0 0 0,0 0 0,0 0 0,0 0 0,-2-2 0,1 2-68,-1 1-1,1 0 0,0 0 1,-1 1-1,1-1 0,-1 0 1,1 1-1,-1-1 0,0 1 1,1 0-1,-1 0 0,1 0 1,-1 0-1,1 1 1,-4 0-1,-7-1-495,-5 1-860,1 1 0,0 1 0,0 0 1,0 1-1,0 1 0,-23 10 0,-25 9-6148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19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5651,'0'0'12421,"-74"136"-10868,60-73-320,7 2-337,7-4-256,7-9-208,27-6-416,20-13-16,14-6-336,20-11-1104,7-9-785,6-7-1681,1 0-2369,0-25-2193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0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0 11349,'0'0'8212,"55"147"-5619,-42-95-944,-6 2-497,-7 0-95,0-6-209,-7-10-351,-13-6-353,0-10-128,-8-1-16,-12-8-705,-1-1-1024,-20-1-1552,0-2-1841,-20-2-4067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1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 3586,'0'0'13545,"14"0"-12500,41 3-98,-53-3-882,-1 0-1,0 1 0,0 0 0,1-1 0,-1 1 0,0 0 0,0 0 0,0 0 0,0 0 0,1 0 0,-1 0 0,-1 0 1,1 0-1,0 0 0,0 0 0,0 0 0,-1 1 0,1-1 0,0 0 0,-1 0 0,1 1 0,-1-1 0,0 1 1,1 1-1,2 29 1799,-3-31-1716,19-22 348,-10 7-502,-3 9 0,40-36-2,-43 39 13,-1 0 1,1 0-1,-1 0 1,1 1-1,0-1 1,0 1 0,0 0-1,0 0 1,0 0-1,0 0 1,0 0-1,0 1 1,0-1 0,0 1-1,0 0 1,6 0-1,-8 1 22,0 0 0,0 0 1,1 1-1,-1-1 0,0 0 0,0 0 0,0 1 0,0-1 0,0 1 0,-1-1 0,1 1 0,0-1 0,-1 1 0,1-1 0,-1 1 0,1 0 0,-1-1 0,0 1 0,0 0 0,1-1 1,-1 1-1,0 0 0,-1 2 0,2 9 178,5 21 325,-5-25-382,0-1 0,0 1 0,1-1 0,0 1 0,0-1 0,1 0 0,4 8 0,-6-15-146,0 0 1,0 0 0,-1-1-1,1 1 1,0-1-1,0 1 1,0-1 0,0 1-1,0-1 1,0 0-1,0 1 1,0-1 0,0 0-1,0 0 1,0 1-1,0-1 1,0 0 0,0 0-1,0 0 1,0 0-1,0-1 1,0 1 0,0 0-1,0 0 1,0-1-1,0 1 1,0 0 0,0-1-1,0 1 1,0-1-1,0 1 1,-1-1 0,1 1-1,1-2 1,13-15-310,-1 0 0,-1-1 0,-1-1 0,14-26 0,8-33-508,-33 77 2500,-1 32 573,0-26-2141,0-1 0,0 0 1,0 0-1,1 0 0,0 0 1,-1 0-1,1 0 1,1 0-1,-1-1 0,1 1 1,-1 0-1,1 0 1,0-1-1,0 1 0,1-1 1,-1 0-1,1 0 0,-1 0 1,6 5-1,16 4-4037,6-8-5971,-15-4 64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1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7796,'0'0'15511,"0"72"-15383,-21-97-22475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1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11701,'0'0'8116,"-7"135"-8116,7-97-1104,14-1-2386,-1-4-2977,1-3-1040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2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219 271 7924,'0'0'9692,"-24"-1"-6747,-75-1-994,95 2-1815,-1 1 0,1-1 0,0 1 0,-1 0 0,1 0 0,0 1 0,0-1 0,0 1 0,0 0 0,0 0 0,0 1 0,1-1 0,-1 1 0,1-1 0,0 1 0,-1 0 0,1 0 0,1 1 0,-1-1 0,0 1 0,1-1 0,0 1 0,-1 0-1,2 0 1,-1 0 0,0 0 0,1 0 0,0 0 0,0 0 0,0 1 0,0-1 0,1 0 0,-1 1 0,1-1 0,0 0 0,1 1 0,-1-1 0,2 8 0,-1-10-135,0 0-1,0-1 1,0 1 0,0 0-1,1 0 1,-1-1-1,0 1 1,1-1-1,-1 1 1,1-1-1,0 0 1,-1 1-1,1-1 1,0 0 0,0 0-1,0 0 1,-1 0-1,1-1 1,0 1-1,0 0 1,0-1-1,1 1 1,-1-1-1,0 0 1,0 0-1,0 0 1,0 0 0,0 0-1,4-1 1,0 1-71,0 0 0,-1-1 1,1 0-1,0 0 0,0-1 1,0 0-1,-1 0 0,1 0 1,9-5-1,-1-4-239,-1-1 0,0 0 0,0 0 0,-2-1 0,1-1 0,-2 0 0,0-1 0,-1 1 0,0-2 0,-1 1-1,-1-1 1,0-1 0,-1 1 0,-1-1 0,-1 0 0,0 0 0,-1-1 0,1-32 0,-4 34 353,1-28-24,-1 43 45,0 0 1,0 0-1,0 0 0,0 0 1,0 0-1,0-1 0,-1 1 1,1 0-1,0 0 0,-1 0 1,1 0-1,0 0 0,-1 0 0,1 0 1,-1 1-1,0-1 0,1 0 1,-1 0-1,0 0 0,1 0 1,-1 1-1,0-1 0,0 0 1,0 1-1,0-1 0,0 1 1,0-1-1,-1 0 0,-1 1 75,0 0 0,0 0 0,0 0 0,0 0-1,-1 1 1,1-1 0,0 1 0,0 0 0,0 0 0,1 0 0,-1 0-1,0 0 1,0 1 0,1-1 0,-1 1 0,0 0 0,1 0-1,0 0 1,-1 0 0,1 0 0,0 1 0,0-1 0,0 0-1,1 1 1,-1 0 0,0-1 0,1 1 0,0 0 0,0 0-1,-2 5 1,-1 5 84,0 0-1,1 0 0,1 0 1,0 0-1,0 0 1,1 16-1,1-25-267,1 0-1,-1 0 1,1-1-1,0 1 1,0 0-1,0-1 1,0 1-1,1-1 1,-1 1 0,1-1-1,0 1 1,0-1-1,0 0 1,0 0-1,1 0 1,-1 0-1,1-1 1,0 1 0,0-1-1,0 1 1,0-1-1,0 0 1,1 0-1,-1 0 1,0-1-1,1 1 1,0-1 0,-1 0-1,7 2 1,54 8-3804,-4-9-4036,-20-2-1400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2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7684,'0'0'18440,"-75"145"-16551,75-111-673,0-3-495,0-6-545,0-7-176,0-4-144,0-3-625,0-6-1055,0-1-930,-6-4-1664,-8 0-3233,-6-2-3266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2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5010,'0'0'18169,"122"-5"-17833,-89 5-336,-5 0-96,5-2-1345,1-9-1632,-7-3-2322,7-6-3377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0:22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3874,'0'0'20249,"-13"145"-18328,6-109-913,0-2-768,0 2-240,-6 0-880,-8 9-1601,-6 7-2721,-13 7-5219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15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14 131 976,'0'0'6982,"4"-10"-5728,15-34-5,-12 16 5536,-8-3-7104,-1 14 789,2 17-336,-7 12 421,-3 35 195,3 2 1,1-1 0,3 1 0,2 55-1,0 9 52,-1-1 211,18 160 0,-8-223-931,-3-19-77,-1 0-1,0 41 1,-6-77-492,0 1-1,-1 0 1,1 0-1,-1 0 1,0 0-1,-4-4 0,-4-7-1474,10 13 1187,0 0 1,-1-1-1,1 1 1,0 0-1,1-1 1,-1 1 0,1 0-1,-1-1 1,1 1-1,0-6 1,0-17-5997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17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305 340 768,'0'0'5446,"-5"-19"-1618,-34 17-3305,1-1 1,-1-3-1,-45-11 0,-15-4 1148,119 24 67,0-2 0,37-1 0,113-20-1536,-84 9 84,556-38 412,-86 10-436,-169-10-265,269-20 11,559 40-34,-405 20 5047,-811 20-4912,-1-1 0,0 1 0,0-1 0,-1 1 0,0-1 0,-1 0 0,0 0 1,-1 0-1,0-1 0,-6 10 0,-15 30 371,19-30-318,1-1 0,0 1-1,2 0 1,0 0-1,-1 22 1,-1 102 307,5-73-350,-4 28 93,5-1 0,22 168-1,-13-184-171,-2 1 0,-7 112 0,-1-91 86,1-102-120,-1 0 0,0 0 1,0-1-1,0 1 0,1 0 1,-1-1-1,0 1 0,0 0 0,0-1 1,0 1-1,0-1 0,0 1 1,0-1-1,0 0 0,-1 1 0,1-1 1,0 0-1,0 0 0,0 0 1,0 0-1,0 0 0,-2 0 0,-32 1 0,33-1-4,-37-2-257,1-2 1,-73-16-1,14 1-120,-52 3-291,-268 6-1,277 11 666,-469 15-635,-5 0 263,244-17 332,-911 10 531,1023-8-170,257-1 403,36 0-102,3 0-359,-37 0-292,15 0-2144,40-3-5085,1-12-449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18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0 1681,'0'0'6392,"-7"5"-5677,3-3-588,1 0 0,0 1 0,-1-1 0,1 1 0,1 0 0,-1 0 0,0 0 0,1 0 0,-1 0 0,1 1 0,0-1 0,-2 6 0,1 0 199,0-1 0,1 1 0,0 0 0,0 0 0,1 0 0,0 11-1,-10 317 5118,12-189-3986,29 209-1,-6-197-952,8 38-244,5 222 1,-37 200 64,-20-459 42,12-112 378,-4 84 0,12-132-638,7-37-3119,-7 29 1843,0 5-1419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0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6 133 720,'0'0'3055,"0"-42"-134,1 21-1956,0 16-848,0-1 0,-1 0 0,0 1 0,0-1 0,0 0 0,-1 0 0,0 1 0,0-1 0,0 0 0,-3-7 0,5 23 8021,2 6-9245,6 5-6007,4-14 2635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41 1185,'0'0'6608,"0"-7"-5381,0-20 6,0 20 1808,0 20-1568,-20 394 6947,20 89-6692,0-495-1912,-1-2 19,1 1 0,-1-1 0,0 1 0,1-1-1,-1 1 1,1-1 0,0 1 0,-1-1-1,1 1 1,-1-1 0,1 0 0,0 1 0,-1-1-1,1 0 1,0 0 0,0 1 0,-1-1 0,1 0-1,0 1 1,0-1 0,0 0 0,0 0 0,0 1-1,0-1 1,1-1 0,-1-30-2484,0 22 1005,0-24-2864,0-5-916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2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21 3105,'0'0'4330,"23"5"-1710,27 7-1727,1-2 0,0-2 0,53 0 0,159-6-55,-134-4-259,1230-51-187,-1230 44 746,-74 8 3223,-56 21-116,-5-14-3958,1 1 1,0 0 0,1 0 0,-1 0 0,1 1 0,1 0 0,0-1 0,0 1 0,0 0-1,-2 14 1,-3 28-35,2 0 0,3 1 0,5 99 0,0-45-171,0-57-58,3 0-1,15 65 1,-1-3 17,-18-59 50,-29-50-27,-144-13-211,16 1-381,-306 5-95,-579 66 0,958-50 623,-384 63-16,487-91-401,19-8-1564,49-7-9486,-54 14 2780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3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2865,'0'0'10064,"-3"9"-8381,-17 88 1628,3 1 0,-4 130 0,14 207-64,7-334-2517,31 471 1101,-29-559-1799,3 63 379,-3 0 1,-4 1-1,-14 94 1,14-88 238,2-54-564,0-29-86,0 0 0,0 1 0,0-1 0,0 0 0,0 0 0,0 0 0,0 0 0,0 1 0,0-1 0,0 0 0,0 0 0,0 0 0,0 0 0,0 0 0,0 1 0,0-1 0,0 0 0,1 0 0,-1 0 0,0 0 0,0 0 0,0 1 0,0-1 0,0 0 0,0 0 0,0 0 0,0 0 0,1 0 0,-1 0 0,0 0 0,0 0 0,0 1 0,0-1 0,0 0 0,1 0 0,-1 0 0,0 0 0,0 0 0,0 0 0,0 0 0,1 0 0,-1 0 0,0 0 0,0 0 0,0 0 0,0 0 0,1 0 0,-1 0 0,0 0 0,0 0 0,11-7 0,6-8 0,-16 12-791,1 0 1,-1-1-1,0 1 1,0 0-1,0-1 0,0 1 1,-1-1-1,1 0 0,-1 1 1,0-1-1,-1-6 1,1-3-1974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4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2097,'0'0'5421,"6"-1"-4250,17-4 115,-22 5-1205,0 0-1,-1 1 1,1-1-1,-1 0 1,1 0-1,0 1 1,-1-1 0,1 0-1,-1 1 1,1-1-1,-1 1 1,1-1-1,-1 0 1,1 1-1,-1-1 1,1 1-1,-1 0 1,0-1-1,1 1 1,-1-1-1,0 1 1,1 0 0,-1-1-1,0 1 1,0-1-1,0 1 1,0 0-1,0-1 1,1 1-1,-1 0 1,0-1-1,0 1 1,-1 0-1,1-1 1,0 2-1,0 33 1234,0-25-711,-2 24 723,-2 1 0,-11 49 0,8-50-740,1 1 0,-1 52 0,7-44-444,0-39-2203,0-28-3082,0 7 474,0-4-1102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5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215 130 3666,'0'0'4447,"25"-5"-2801,386-53 2553,-264 41-3180,370-31-15,-436 47 207,-80 1-1157,-1 0 0,1 0 1,0 1-1,-1-1 0,1 0 1,-1 0-1,1 1 0,0-1 0,-1 0 1,1 1-1,-1-1 0,1 1 0,-1-1 1,1 1-1,-1-1 0,1 1 0,-1-1 1,0 1-1,1 0 0,-1-1 1,0 1-1,1-1 0,-1 1 0,0 0 1,0-1-1,1 1 0,-1 0 0,0-1 1,0 1-1,0 0 0,0-1 1,0 1-1,0 0 0,0 0 0,-1 0 1,-2 29 884,3-28-764,-5 18 542,0-1 0,-1 0 0,-13 25 0,11-24-229,0-1 0,1 1 1,-6 30-1,7-7 163,2-1 0,2 1-1,6 77 1,35 125 1089,-34-214-1496,-2 0-1,-1 0 1,-3 40-1,0-20-64,1-50-176,0-1 0,-1 1 0,1 0 0,-1 0 0,1-1 0,-1 1 0,1 0 0,-1-1 0,0 1 0,1-1 0,-1 1 0,0 0 0,1-1 0,-1 0 0,0 1 0,0-1 0,0 1 0,1-1 0,-1 0 0,0 0 0,0 1 0,0-1 1,0 0-1,1 0 0,-1 0 0,0 0 0,0 0 0,0 0 0,0 0 0,0 0 0,0 0 0,1-1 0,-2 1 0,-36-8 16,-12-14-217,17 7-5,-2 1 1,-35-10 0,5 10-60,0 3 1,-107-5-1,-136 15-544,155 3 604,-205-2 84,491 5-134,-86-1-2902,0 2-4594,-33-5 747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29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 1105,'0'0'7606,"0"14"-6587,-3 123 2026,-26 172 1,-12 182 715,43 3-2661,2-178-812,-5-300-405,0 0 0,0 0 1,-2 0-1,0 0 0,-1 0 1,0-1-1,-1 0 1,-1 0-1,0 0 0,-1 0 1,-1-1-1,0 0 0,-16 18 1,12-8-4059,10-6-4736,2-14 5205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0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6 1873,'0'0'8959,"-1"0"-8899,1-1 1,0 1-1,0 0 1,0-1 0,0 1-1,0 0 1,-1 0-1,1-1 1,0 1-1,0 0 1,-1 0 0,1 0-1,0-1 1,0 1-1,0 0 1,-1 0 0,1 0-1,0 0 1,-1-1-1,1 1 1,0 0-1,-1 0 1,1 0 0,0 0-1,0 0 1,-1 0-1,1 0 1,0 0 0,-1 0-1,1 0 1,0 0-1,-1 0 1,1 0 0,0 0-1,-1 0 1,1 0-1,0 0 1,0 1-1,-1-1 1,1 0 0,0 0-1,0 0 1,-1 0-1,1 1 1,0-1 0,0 0-1,-1 0 1,1 0-1,0 1 1,0-1-1,0 0 1,-1 0 0,1 1-1,0-1 1,-25 313 7023,1-72-4273,-4-5-1704,9-97-408,13-79-568,6-60-171,0 1 0,-1-1 0,1 0 0,-1 0 0,1 1 0,-1-1 0,1 0 0,-1 0 0,1 1 0,-1-1 0,1 0 0,-1 0 0,1 0 0,-1 0 0,0 0 0,1 0 0,-1 0 0,1 0 0,-1 0 0,1 0 0,-1 0-1,1 0 1,-1-1 0,1 1 0,-1 0 0,1 0 0,-1 0 0,1-1 0,-1 1 0,1 0 0,-1-1 0,1 1 0,0 0 0,-1-1 0,1 1 0,-1-1 0,1 1 0,0 0 0,-1-1 0,-2-14-1761,0 1-1,1 0 0,1-1 1,0 1-1,3-24 1,-2 5-2069,0-19-1956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1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35 2417,'0'0'13177,"5"-3"-11934,6-1-787,1 1-1,0 0 1,-1 0 0,1 1-1,1 1 1,-1 0 0,0 1-1,0 0 1,17 2 0,15 0 133,74-1 491,146-3-452,-175-15-431,-88 17 174,-15 16 710,5-5-808,2 0 0,-1 1 0,2 0 0,0 0 1,0 0-1,1 1 0,1 0 0,-5 22 0,-13 115 1350,17-99-1254,-3 58 868,7 126 0,3-101-734,-3-130-503,0-4 0,-1 1 0,1-1 0,0 1 0,0-1 0,0 0 0,0 1 0,-1-1 0,1 0 0,0 0 0,0 0 0,0 0 0,-1 0 0,1 0 0,0 0 0,0-1 0,-1 1 0,0-1 0,-1 1 0,-184-10 0,80 11 0,1 3 0,-1 6 0,1 4 0,-119 32 0,212-40-120,21-3-189,26-1-556,34 0-688,35 0-2877,-36-8-2889,-25-8-3521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3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345 0 112,'0'0'6555,"0"6"-2948,0 20-667,1-17-2085,0 0-1,0-1 1,1 1 0,5 13 0,3 21 714,-3 49-6,-10 185 0,-2-88-1074,5-177-467,19 457 1495,12 162 311,-26-384-1380,88 856 323,-47-437-532,-43 3-190,-4-389-14,-12 814 93,8-765-122,-51 359 1,-40-76 34,-4 36 6,33 343-4,28-583-21,9-134 22,20-161 64,-14 297 494,24-346-559,2 9 84,-3-1-1,-3 1 1,-27 137 0,23-171 276,-4 40 0,-1 8-6,10-62-373,1-1 1,1 1-1,4 39 1,-1-1 74,-2-54-499,0 1-1,-1-1 0,0 0 0,-1 0 1,-3 9-1,-9 11-4640,-10-8-4388,17-20 3327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3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9012,'0'0'9983,"25"6"-8547,80 26-236,-99-29-1091,0-1 0,0 1 0,-1 1 0,1-1 1,-1 1-1,0 0 0,0 0 0,0 0 0,-1 1 0,1 0 0,-1 0 0,7 10 0,4 6 258,26 26 357,-3 2-1,-2 2 1,37 67 0,-72-115-748,0 0 0,0-1 0,1 1 0,-1 0-1,1-1 1,0 1 0,0-1 0,0 0 0,0 1 0,3 2 0,5-8-2349,0-18-1718,-4-1-1162,-5-1-2129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4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470 1 10389,'0'0'10546,"-8"3"-9655,-53 32 343,2 1-1,2 4 1,1 2 0,-67 65-1,109-95-1159,0 1-1,1 1 1,1 0-1,0 1 1,1 0-1,-14 25 1,21-28-2073,10-19-2606,10-19-1319,4-19-3542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5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251 209 352,'0'0'4338,"8"-19"-2662,6-18-968,12-32 992,-8 23 3116,-17 45-4572,0 0-1,-1 0 1,1 0-1,-1 0 0,0 0 1,1-1-1,-1 1 1,0 0-1,0 0 1,0 0-1,0-1 1,0 1-1,0 0 0,0 0 1,0 0-1,0-1 1,0 1-1,-1 0 1,1 0-1,-1 0 0,1 0 1,0 0-1,-1 0 1,0 0-1,1 0 1,-2-2-1,1 3-127,-1-1 1,1 0-1,0 1 1,-1-1-1,1 0 0,0 1 1,-1 0-1,1-1 0,-1 1 1,1 0-1,-1 0 0,1 0 1,-1 0-1,1 0 0,-1 0 1,1 0-1,-1 0 0,1 1 1,-1-1-1,1 1 0,-1-1 1,1 1-1,0-1 1,-2 2-1,-1 0-45,-1 1-1,1 0 1,1 0 0,-1 0-1,0 1 1,1 0 0,-1-1-1,1 1 1,0 0 0,-3 6-1,-24 45 452,-2 14-118,21-41-297,-2-1 0,0 0 0,-2-1 0,0 0 0,-2-1 0,-31 34 0,42-52-95,4-5-5,0 0 0,0 0 1,0 0-1,0 0 0,-1-1 0,1 1 1,0-1-1,-1 1 0,1-1 1,-1 0-1,1 0 0,-5 1 0,6-2 23,5-21-60,7 1 26,2 1-1,0 0 0,24-25 0,7-11-16,71-93-27,-113 144 117,1 1 0,-1-1 0,1 1 0,0 0 0,0 0 0,0 0 0,0 0 0,4-2-1,-7 5-10,1 0-1,0-1 0,-1 1 0,1 0 1,0 0-1,0 0 0,0 0 0,-1-1 0,1 1 1,0 0-1,0 0 0,-1 1 0,1-1 1,0 0-1,0 0 0,0 0 0,-1 0 0,1 1 1,0-1-1,-1 0 0,1 1 0,0-1 0,-1 0 1,1 1-1,0-1 0,-1 1 0,1-1 1,-1 1-1,1-1 0,0 1 0,-1 0 0,0-1 1,1 1-1,-1 0 0,1-1 0,-1 1 1,0 0-1,1 0 0,-1-1 0,0 1 0,0 0 1,0 0-1,0-1 0,0 1 0,0 1 1,21 47 1546,51 91 1,-29-61-842,-38-70-763,0 0 0,0-1 0,1 1 0,0-1 0,1 0 0,0-1 0,0 0 0,1 0 0,0 0 0,0-1 0,0 0 0,1 0 0,0-1 0,0-1 0,0 1 0,0-1 0,1-1 0,0 0 0,0 0 0,11 1 0,39 3 0,-44-6 0,0 0 0,0 2 0,24 6 0,-40-9 0,1 0 0,-1 0 0,0 0 0,1 0 0,-1 0 0,1 0 0,-1 0 0,0 0 0,1 1 0,-1-1 0,0 0 0,1 0 0,-1 0 0,0 1 0,0-1 0,1 0 0,-1 0 0,0 1 0,0-1 0,1 0 0,-1 0 0,0 1 0,0-1 0,1 0 0,-1 1 0,0-1 0,0 0 0,0 1 0,0-1 0,0 1 0,0-1 0,0 0 0,0 1 0,0-1 0,0 0 0,0 1 0,0-1 0,0 1 0,0-1 0,0 0 0,0 1 0,0 4 0,-3-4-4,0 0 1,-1 0-1,1 0 1,0 0-1,-1-1 0,1 1 1,0-1-1,-6 0 1,2 1-277,-40 6-5377,-1 4-5310,16 0 514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7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1 6467,'0'0'10293,"-5"23"-8084,-37 160 1046,13-36-643,19-92-2086,-1 0 1,-28 78-1,36-125-498,1 0 1,-1 1-1,2-1 1,-1 1-1,1 0 1,0 8 0,1 14-4242,0-27 3106,20-6-14537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7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11909,'0'0'2364,"-20"11"333,5-3-2065,-3 1 281,1 1 0,0 0 0,1 1 0,0 1 0,1 0-1,-25 26 1,38-35-882,0 0 0,0-1 0,0 1-1,0 0 1,0 1 0,1-1 0,0 0 0,-1 0-1,1 1 1,1-1 0,-1 0 0,0 1 0,1-1-1,-1 1 1,1-1 0,0 1 0,0-1 0,1 1-1,-1-1 1,1 1 0,0-1 0,-1 1 0,2-1-1,-1 0 1,0 0 0,1 1 0,-1-1-1,1 0 1,2 3 0,0-1 0,0 0-1,0-1 0,0 1 1,1-1-1,0 0 1,0-1-1,0 1 1,0-1-1,0 0 1,0 0-1,1 0 1,0-1-1,-1 0 1,1 0-1,11 2 1,-8-3-42,0 0 0,0 0 0,0-1 0,0 0 0,0 0 0,0-1 0,0 0 0,0-1 0,-1 0 0,1 0 0,16-7 0,-21 6 6,1 1 0,-1-1 0,1 0 1,-1-1-1,0 1 0,-1-1 1,1 0-1,-1 1 0,1-2 1,-1 1-1,0 0 0,-1-1 1,1 1-1,-1-1 0,0 0 0,0 0 1,0 0-1,-1 0 0,1 0 1,-1 0-1,-1 0 0,1-6 1,1 2 20,-2 1 1,1 0 0,-1-1 0,0 1-1,-1 0 1,0 0 0,0-1 0,-4-12 0,3 18-14,1 0 0,-1 0 0,1 1 1,-1-1-1,0 0 0,0 1 0,0-1 1,-1 1-1,1 0 0,0-1 0,-1 1 1,0 0-1,1 1 0,-1-1 0,0 0 0,0 1 1,0 0-1,0-1 0,0 1 0,0 0 1,-1 1-1,1-1 0,0 0 0,-5 1 1,1-1-39,-1 0 0,1 0 0,0 1 1,-1 0-1,-13 3 0,0 9-1875,20-11 1544,0 1 1,0-1-1,0 1 0,0-1 0,0 1 0,1-1 0,-1 1 0,1 0 1,-1-1-1,1 1 0,-1 0 0,1-1 0,0 1 0,0 3 0,2 6-5132,10-4-2183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8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651 1 5410,'0'0'13364,"-24"1"-12142,-78 8-272,95-7-850,-1 0-1,1 0 1,-1 1 0,1 0 0,0 1 0,0-1 0,1 1 0,-1 1 0,1-1 0,-1 1 0,2 0 0,-1 1 0,0-1 0,1 1-1,0 0 1,0 0 0,1 1 0,0 0 0,0-1 0,1 1 0,-4 8 0,5-10-80,1 0-1,-1 0 1,1 0 0,0 0 0,0 1-1,0-1 1,1 0 0,-1 0 0,1 1-1,1-1 1,0 8 0,0-11-22,-1 0 1,1 0-1,0 0 1,0 0-1,0-1 1,0 1-1,0 0 1,0 0-1,1-1 0,-1 1 1,0 0-1,1-1 1,-1 0-1,1 1 1,0-1-1,-1 0 1,1 0-1,0 0 1,0 0-1,0 0 0,0 0 1,0 0-1,0-1 1,0 1-1,0-1 1,0 1-1,0-1 1,4 0-1,9 1-146,-1 0 0,1-1 0,-1-1 0,1 0-1,-1-1 1,1-1 0,-1 0 0,0-1 0,26-11 0,-34 12 95,0 0 0,-1 0 0,0 0 0,1-1 0,-1 0 0,0 0 0,-1 0 0,1 0 0,-1-1 0,0 0 0,0 0-1,0 0 1,-1 0 0,0-1 0,0 0 0,0 1 0,-1-1 0,1 0 0,-2 0 0,1 0 0,-1 0 0,1-1 0,-2 1 0,1 0 0,-1-8 0,1 2-33,-5-22 617,4 33-501,-1 0 0,1 0 0,-1 0 1,0 0-1,0 1 0,1-1 0,-1 0 0,0 1 0,0-1 0,0 1 0,1-1 0,-1 1 0,0-1 0,0 1 0,0-1 0,0 1 0,0 0 0,0 0 0,0-1 1,0 1-1,0 0 0,0 0 0,0 0 0,0 0 0,-1 0 0,1 0 0,0 1 0,0-1 0,0 0 0,0 0 0,0 1 0,1-1 0,-3 1 0,-1 1-10,0 0-1,0 1 1,0-1-1,1 1 1,-1 0-1,0 0 1,1 0-1,0 0 0,0 1 1,0-1-1,0 1 1,1 0-1,-1 0 1,1 0-1,0 0 1,-2 5-1,-28 75 283,5 29-282,5 2 0,-11 157 0,22-166-35,9-94 58,-1 20-75,-1 1-1,-12 37 1,14-62 136,-1 1 1,0-1-1,0 0 1,-1-1-1,0 1 1,0 0-1,-1-1 1,0 0-1,0 0 1,-1-1-1,0 1 1,0-1-1,-9 7 1,10-10 49,0-1 0,0 1 0,0-1 1,0 0-1,-1 0 0,1-1 0,-1 1 0,1-1 1,-1 0-1,1-1 0,-1 0 0,0 0 1,1 0-1,-1 0 0,1-1 0,-10-2 0,1 0 117,1-1-1,0 0 1,0-1-1,1-1 1,-20-10-1,9 2 55,1 0-1,0-2 0,-31-29 0,47 39-319,0 1-1,1-2 1,0 1 0,0 0-1,0-1 1,1 0-1,0 0 1,0-1-1,1 1 1,0-1-1,0 1 1,1-1-1,0 0 1,0 0-1,1 0 1,-1-11-1,3 17-159,-1-1 0,1 1 0,-1-1 0,1 0 0,0 1 0,0-1 0,0 1 0,0-1 0,1 1 0,-1 0 0,0 0 0,1-1 1,0 1-1,-1 0 0,1 0 0,0 1 0,0-1 0,0 0 0,1 1 0,-1-1 0,0 1 0,0-1 0,1 1 0,2-1 0,10-4-2269,0 0 0,31-7 0,-20 6-1754,21-9-5248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9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0 127 1921,'0'0'11925,"17"-5"-10471,-6 1-1178,2 0 99,1-1-1,-1 2 1,1 0 0,0 0 0,0 1-1,0 1 1,17 0 0,-28 2-288,-1-1 0,1 1 0,0 0 0,-1 0 0,1 0 1,0 0-1,-1 0 0,0 0 0,1 1 0,-1-1 0,0 1 0,1 0 1,-1 0-1,0 0 0,-1 0 0,1 0 0,0 0 0,0 0 0,-1 0 0,1 1 1,-1-1-1,0 1 0,0-1 0,0 1 0,0 0 0,0-1 0,0 6 1,2 6 467,-1 0 0,0 1 0,-1 27 0,-1-36-274,0-5-216,0 0 0,0 0 1,0 0-1,-1 0 0,1 1 1,0-1-1,0 0 0,-1 0 1,1 0-1,-1 0 0,1 0 0,-1 0 1,1-1-1,-1 1 0,0 0 1,1 0-1,-1 0 0,0 0 1,-1 0-1,-5-1 513,4-14-533,3 8-92,2 0 1,-1 0 0,0 0-1,1 0 1,0 0 0,1 0 0,-1 0-1,1 1 1,0-1 0,1 1-1,-1 0 1,1 0 0,0 0-1,0 1 1,0-1 0,1 1-1,8-7 1,10-6-237,1 0-1,35-17 1,-57 33 262,28-16-220,-19 9 176,1 0 0,0 1 1,0 1-1,1 0 0,0 1 0,0 1 1,0-1-1,1 2 0,20-3 0,-33 6 106,1 1-1,-1-1 1,0 1-1,0 0 1,0-1-1,1 1 1,-1 0-1,0 0 1,0-1-1,0 1 1,0 0-1,-1 0 1,1 0-1,0 0 1,0 1-1,0-1 1,-1 0-1,1 0 1,-1 0-1,1 1 1,-1-1-1,1 0 1,-1 0-1,0 1 1,0-1-1,1 0 1,-1 1-1,0-1 1,0 0-1,0 1 1,-1 1-1,-1 51 1474,0-43-1103,-1 1 0,-1-1-1,0 0 1,-1 0 0,0-1 0,0 1 0,-1-1 0,-1 0 0,-9 11 0,6-6 50,-1 1 0,-10 23 1,20-19-2716,0-1-9213,-5-10-330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39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4386,'0'0'10127,"15"-6"-8963,46-20-228,-59 25-839,1 0 0,0 0 0,-1 0 0,1 1 0,0-1 0,0 1 0,0-1 0,-1 1 0,1 0 0,0 0 0,4 1 0,-6-1-59,0 0 0,0 1 0,0-1 1,0 0-1,0 1 0,0-1 0,0 1 0,-1 0 0,1-1 0,0 1 0,0-1 1,-1 1-1,1 0 0,0 0 0,-1 0 0,1-1 0,-1 1 0,1 0 1,-1 0-1,1 0 0,0 1 0,0 4 115,-1-1 0,1 0-1,-1 1 1,0-1 0,0 1 0,0-1 0,-1 0 0,-1 7-1,1-4 96,-1-1-77,0-1 0,-1 1 1,1-1-1,-1 0 0,-1 0 1,1 0-1,-1-1 0,0 1 1,0-1-1,-1 0 0,1 0 1,-1 0-1,-6 4 0,4-3 137,1-1-1,1 1 0,-1 0 0,1 1 0,0 0 0,0-1 0,-6 15 0,11-20-292,-1-1 0,1 1 1,0-1-1,0 1 0,0-1 0,0 1 0,0 0 0,1-1 0,-1 1 0,0-1 1,0 1-1,0-1 0,0 1 0,1-1 0,-1 1 0,0-1 0,0 1 1,1-1-1,-1 1 0,0-1 0,1 1 0,-1-1 0,1 1 0,-1-1 1,0 0-1,1 1 0,-1-1 0,1 0 0,-1 1 0,1-1 0,-1 0 0,1 0 1,-1 0-1,1 1 0,-1-1 0,1 0 0,0 0 0,-1 0 0,1 0 1,-1 0-1,1 0 0,-1 0 0,1 0 0,0 0 0,-1 0 0,1-1 0,36 0 257,-30 1-148,11-4-57,0 0 0,0-1 0,0 0-1,0-2 1,-1 0 0,0-1 0,17-11 0,-5 4-751,-27 13 498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11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0 100 3490,'0'0'6643,"3"-17"-5461,11-49-9,-11 50 1167,7 84 4108,-11 46-4401,-1-45-1063,-5 565 374,7-591-1606,0 68-725,0-38-3905,0-71 4362,-1 9-2582,-4-8-1913,-2-3-1112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13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15 379 2225,'0'0'3487,"6"0"-2321,11-1-243,1 2-1,-1 0 1,0 1 0,26 6 0,30 3 682,63-4-513,213-17-1,131-44-1178,-169 15 189,944-55-169,3 49 146,-166 8 1030,-210-5 682,494-20 262,178 49-1018,-389 10-539,-1106-2-140,13 1 3629,-65 46-3801,-3-24-73,-1 1-1,-1 0 1,0 1-1,-1-1 1,-4 33 0,-18 97 432,19-140-504,-15 95 559,-4 132 0,20-192-472,2 1 0,1-1 1,3 0-1,1 0 0,22 73 0,0-29-19,-1-12-76,-4 1 0,25 154 0,-44-196 15,6 97 551,-10-132-424,-33-5 796,9-10-970,-1 1 0,-1 1 1,0 1-1,0 1 0,-1 2 1,-1 1-1,-37-7 0,-1144-150-1989,-13 113 1342,-347 16-890,-434-4 640,1282 27 1051,179 2 97,-567 28 486,625-10-225,175-7-165,275 4-184,1 0 1,-1 3-1,1 0 1,0 2 0,-58 25-1,53-19-75,-1-1-1,0-2 0,-54 8 0,-139 20-24,94-15 292,107-20-2903,17-2-4274,55-26-1375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14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2417,'0'0'8070,"5"-7"-6821,13-22 93,-14 22 774,-4 22-772,-11 260 2638,1-64-2511,16 980 2763,-4-704-3722,-2-272 38,-14-67 613,46-179-4748,-24 15 177,-7 5-2175,-1-1-3408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43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11 660 2065,'0'0'4826,"-2"-6"-4183,-7-18-77,9 24-517,1-1 1,-1 1 0,1-1 0,-1 1 0,0-1-1,1 1 1,-1 0 0,1-1 0,-1 1-1,1 0 1,-1-1 0,1 1 0,-1 0-1,1-1 1,-1 1 0,1 0 0,-1 0-1,1 0 1,0 0 0,-1 0 0,1-1-1,-1 1 1,1 0 0,0 0 0,-1 0-1,1 1 1,-1-1 0,1 0 0,0 0-1,0 0 1,22 1 523,11 6-84,0-1 1,66 1-1,-8-10-163,133-20-1,86-35 419,-139 24-371,1150-132 1161,10 97-1107,348-15-127,-1486 74-229,1306-87 930,-774 83 580,-369 11-929,501-75 2250,-818 74-2050,66 2-1,-48 3-515,-57-1-358,-4 0-645,-67 0-3475,21 0-4959,29 0 1988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43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13958,'0'0'5872,"19"14"-4532,-11-9-1222,18 14 222,2-1-1,0-2 0,39 17 0,-33-18-157,-5-5-81,-1 2-1,0 1 0,-1 1 0,-1 2 0,0 0 0,24 22 0,-48-37-69,-1 0 0,1 1 0,-1-1 0,0 1 0,0-1 0,0 1 0,1-1-1,-1 1 1,-1-1 0,1 1 0,0 0 0,0 0 0,-1-1 0,1 1 0,0 0 0,-1 0 0,0 0 0,0 0 0,1-1 0,-1 1 0,0 0-1,0 0 1,-1 0 0,1 0 0,0 0 0,-1 0 0,1-1 0,-1 1 0,1 0 0,-1 0 0,0-1 0,0 1 0,0 0 0,0-1-1,0 1 1,0-1 0,0 1 0,-1-1 0,1 1 0,0-1 0,-1 0 0,1 0 0,-1 0 0,-1 1 0,-10 7 319,0 0 1,0-2 0,-1 1 0,-18 6-1,23-10-333,-47 25 363,-28 11-1672,76-37-287,1 0 0,-1-1 0,0-1 0,0 1 0,-10 0-1,-15-2-7728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44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709 1 960,'0'0'12481,"-8"4"-10283,-6 12-1354,1 1-1,1 0 1,-13 22-1,13-19-340,0-1 0,-29 33-1,6-21-228,-2-1-1,-1-2 0,-1-1 1,-1-3-1,-47 22 0,-42 26 126,93-50-214,16-11 69,1 1 0,0 0-1,0 2 1,-20 20 0,37-33-220,1 0 1,0 0 0,0 0-1,0 0 1,0 0 0,0 1 0,0-1-1,0 0 1,0 1 0,1-1-1,-1 1 1,1-1 0,-1 0-1,1 1 1,-1 0 0,1-1-1,0 1 1,0-1 0,-1 3 0,2-3-20,-1 0 0,1 0 1,-1 0-1,1 0 1,-1 0-1,1-1 1,-1 1-1,1 0 1,0 0-1,0 0 1,-1-1-1,1 1 1,0 0-1,0-1 1,0 1-1,0-1 1,0 1-1,0-1 0,0 1 1,0-1-1,1 1 1,7 1 52,0 1 1,1-2-1,0 1 1,15-1-1,-23-1-46,636 1 2357,-393-10-3010,-81-3-3257,-76-2-1112,6-7-3123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45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7411,'0'0'10341,"0"17"-8911,0 90 487,0-21 2478,12-95-4213,27-15-182,1 2 0,2 2 0,0 1 0,1 3 0,0 1 0,60-12 0,-102 26 65,0 1 1,0 0 0,1-1-1,-1 1 1,0 0-1,1-1 1,-1 1 0,0 0-1,0 0 1,1 0-1,-1 0 1,0 0 0,1 1-1,-1-1 1,0 0 0,1 0-1,-1 1 1,0-1-1,0 1 1,0-1 0,1 1-1,-1 0 1,0-1-1,0 1 1,0 0 0,1 1-1,-1 1 100,0-1 0,-1 0-1,1 0 1,-1 1 0,0-1-1,0 0 1,1 0 0,-2 1 0,1-1-1,0 0 1,0 0 0,-1 1-1,1-1 1,-2 4 0,0-1 94,0 0 1,0 0-1,-1 0 0,0 0 1,0 0-1,0-1 1,0 1-1,-5 4 0,-16 26-29,18-5-2888,12-23-8771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49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308 232 3522,'0'0'5095,"12"-17"-4260,38-52-114,-48 66-490,0 0 0,0 0 0,0 0 0,-1 0 0,1 0 0,-1 0 0,0-1 0,0 1 0,1-7 0,-2 10-174,0-1-1,0 1 1,0-1-1,0 0 1,0 1 0,0-1-1,0 0 1,-1 1-1,1-1 1,0 0 0,0 1-1,-1-1 1,1 1-1,0-1 1,-1 1 0,1-1-1,0 1 1,-1-1 0,1 1-1,-1-1 1,1 1-1,-1-1 1,1 1 0,-1 0-1,1-1 1,-1 1-1,0 0 1,1-1 0,-2 1-1,-3-1 72,0 1 0,-1-1-1,1 1 1,-1 0 0,1 1-1,-1-1 1,1 1 0,-6 1-1,2 0-293,-5 2 259,-1 0 0,1 1 0,0 1 0,0 0-1,1 0 1,-1 2 0,2 0 0,-1 0 0,1 1 0,0 1 0,1 0-1,0 0 1,1 1 0,0 1 0,-9 12 0,6-7 87,1 1 1,1 0 0,1 1 0,0 0-1,2 0 1,0 1 0,1 1 0,1-1-1,1 1 1,-4 25 0,7-26-97,1 0 1,0 0 0,1 1-1,1-1 1,1 0-1,9 37 1,-8-48-78,0 0 1,0-1-1,1 0 1,1 1 0,-1-1-1,1-1 1,0 1-1,1-1 1,0 0 0,0 0-1,0-1 1,1 1-1,0-1 1,0-1-1,1 1 1,0-2 0,10 7-1,-5-5 9,1-1-1,-1 1 1,1-2 0,0 0-1,0-1 1,0 0-1,1-1 1,-1-1-1,1 0 1,-1-1 0,1-1-1,-1 0 1,0 0-1,1-2 1,-1 0 0,0-1-1,0 0 1,-1-1-1,22-10 1,-19 7-6,-1-1 0,0-1-1,0 0 1,-1-1 0,0 0 0,-1-2 0,0 1 0,-1-1 0,-1-1 0,0 0-1,0-1 1,-2 0 0,0-1 0,-1 1 0,10-26 0,-11 19 1,-1 0 0,-1 0 1,0-1-1,-2 1 0,-1-1 1,-1 0-1,0 0 0,-2 0 0,-1 1 1,-1-1-1,-8-35 0,7 43 9,-1 1-1,0-1 1,-1 1-1,0 0 1,-1 1 0,0-1-1,-2 1 1,1 1-1,-1 0 1,-1 0-1,0 0 1,-1 2-1,0-1 1,-1 1-1,0 1 1,-1 0 0,1 1-1,-19-9 1,23 14-3,-1 0 1,1 0 0,-1 1 0,-17-2 0,25 4-57,-1-1 1,0 1-1,1 0 1,-1-1-1,0 1 1,0 0-1,1 0 1,-1 0-1,0 0 1,1 1-1,-1-1 1,0 0-1,1 1 1,-1-1-1,0 1 1,1-1-1,-1 1 1,1 0-1,-1 0 1,1-1-1,-1 1 1,1 0-1,0 0 1,-1 1-1,1-1 1,0 0-1,0 0 1,0 1-1,0-1 1,-1 3-1,1-2-478,1 1-1,-1-1 1,1 1 0,0-1-1,0 1 1,0-1 0,0 1-1,0-1 1,1 1-1,-1-1 1,1 1 0,1 3-1,15 7-5367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0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613 51 1553,'0'0'8806,"1"-8"-7514,-1 6-1216,1 1 0,-1-1 1,0 0-1,1 1 0,-1-1 1,0 0-1,0 0 0,0 1 1,0-1-1,-1 0 1,1 1-1,0-1 0,-1 0 1,1 1-1,-1-1 0,1 0 1,-3-2-1,1 3 29,-1-1 0,1 1 0,-1 0-1,0 0 1,1 0 0,-1 0 0,0 1 0,0-1 0,1 1 0,-1 0-1,0 0 1,0 0 0,0 0 0,1 0 0,-6 1 0,-5 1 135,-1 1 1,1 0-1,0 1 1,0 1 0,1 0-1,0 0 1,-1 1-1,2 1 1,-1 0-1,1 0 1,-18 17-1,-5 5 274,2 2 0,-39 47 0,42-44-382,2 2 1,1 1-1,1 1 0,2 0 0,2 2 0,2 1 0,2 1 0,1 0 0,2 1 0,3 0 0,-13 89 0,20-92 39,2-1-1,2 1 0,1 0 1,13 70-1,-12-96-146,1 1 0,1-1 0,1 0 1,0 0-1,1-1 0,0 0 0,1 0 0,0 0 0,1-1 0,1 0 0,0 0 0,0-1 1,1 0-1,1-1 0,0 0 0,12 9 0,-16-15 120,1 0 1,0 0-1,-1 0 0,1-1 0,1 0 0,-1 0 1,0-1-1,1 0 0,-1-1 0,1 0 1,-1 0-1,1-1 0,0 0 0,-1 0 1,17-4-1,-24 2-90,-1 0 0,1 0 0,-1-1 0,0 1 0,1 0 1,-1 0-1,0-1 0,0 1 0,0 0 0,-1 0 0,1-1 0,-1 1 0,0-3 0,-5 3-654,1 1-1,-1 1 0,1-1 0,-1 1 1,1 0-1,-1 0 0,-7 1 0,-12 1-10434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3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1 320,'0'0'11429,"-5"9"-9945,-29 51 421,2 2-1,3 1 1,-26 85 0,38-99-1759,-27 53 0,18-43-603,26-58 238,-1-1 0,1 0 1,0 1-1,0-1 0,-1 0 0,1 1 1,0-1-1,0 1 0,0-1 0,0 0 1,0 1-1,-1-1 0,1 1 0,0-1 1,0 0-1,0 1 0,0-1 0,0 1 1,0-1-1,1 0 0,-1 1 0,0-1 1,0 1-1,0-1 0,0 0 0,0 1 1,0-1-1,1 1 0,-1-1 1,0 0-1,0 1 0,1-1 0,-1 0 1,0 1-1,1-1 0,-1 0 0,0 0 1,1 1-1,9 0-5734,-4-1 5386,-4 0 1088,24-2-4453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6051,'0'0'10378,"-17"12"-9279,-53 40-179,66-49-843,1 1 0,-1 0 0,1 0 0,0 1 0,0-1 0,1 1 0,-1-1 0,1 1 0,0 0 0,0 0 0,0 0 0,1 0-1,0 0 1,0 0 0,0 5 0,0 3 8,1-1 0,0 1-1,1-1 1,2 14 0,-2-24-82,0 0 0,0 0 1,0 0-1,0 0 1,1 0-1,-1 0 1,0-1-1,1 1 0,0 0 1,-1-1-1,1 1 1,0-1-1,0 1 1,-1-1-1,1 0 0,0 0 1,0 0-1,1 0 1,-1 0-1,0 0 1,0-1-1,0 1 0,0-1 1,1 1-1,-1-1 1,0 0-1,3 0 1,0 1-1,1-1 0,-1 0 0,0 0 0,0 0 0,1-1 0,-1 1 0,0-1 0,0 0 1,0-1-1,0 0 0,8-3 0,-8 1 5,0 0-1,0-1 1,-1 1 0,0-1 0,0 0-1,0 0 1,-1 0 0,1-1 0,-1 1-1,-1-1 1,1 0 0,-1 0 0,0 0-1,0 0 1,-1 0 0,1-1 0,-1 1-1,-1 0 1,1 0 0,-1-1 0,-1-9-1,1 12-30,0 0 0,0 0 1,-1 0-1,0 0 0,1 0 0,-1 0 0,0 0 0,-1 1 0,1-1 0,-1 0 0,1 1 0,-1-1 0,0 1 0,-1-1 0,1 1 0,-1 0 0,1 0 1,-1 0-1,0 0 0,0 1 0,0-1 0,0 1 0,-1 0 0,1 0 0,0 0 0,-1 0 0,0 0 0,1 1 0,-1 0 0,0 0 0,0 0 0,0 0 1,0 0-1,-7 0 0,11 2-164,-1-1 0,1 0 0,-1 0 1,1 1-1,-1-1 0,1 0 1,0 0-1,-1 1 0,1-1 0,-1 1 1,1-1-1,0 0 0,-1 1 0,1-1 1,0 1-1,-1-1 0,1 1 0,0-1 1,0 1-1,0-1 0,-1 1 1,1-1-1,0 1 0,0-1 0,0 1 1,0-1-1,0 1 0,0-1 0,0 1 1,0-1-1,0 1 0,0-1 1,0 1-1,0-1 0,1 1 0,-1-1 1,0 2-1,0 2-1810,0 6-3744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4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624 38 7123,'0'0'9319,"-19"-5"-8561,-63-17-179,78 21-545,1 1 1,-1 0 0,0 0-1,0 0 1,0 0-1,0 0 1,1 1 0,-1-1-1,0 1 1,0 0-1,1 1 1,-1-1-1,1 0 1,-1 1 0,1 0-1,-1 0 1,1 0-1,0 0 1,0 1 0,0-1-1,-4 5 1,2-1 21,0 0 0,0 0 1,0 1-1,1 0 0,0 0 0,0 0 1,-4 12-1,6-13-50,0 0 1,0 0-1,1 1 0,0-1 1,0 0-1,0 1 0,0-1 1,1 1-1,1-1 0,-1 1 0,1-1 1,1 9-1,-1-13-13,0 1 0,0-1 0,1 1 0,-1-1 0,0 1 0,1-1-1,0 0 1,-1 1 0,1-1 0,0 0 0,0 0 0,0-1 0,0 1 0,1 0 0,-1-1 0,0 1 0,1-1-1,-1 0 1,1 1 0,-1-1 0,1-1 0,0 1 0,-1 0 0,1-1 0,0 1 0,0-1 0,-1 0-1,1 0 1,4 0 0,1 1-74,-1-1 0,0 0 0,0-1-1,1 0 1,-1 0 0,0 0 0,0-1 0,0 0-1,0 0 1,0-1 0,-1 1 0,1-2-1,-1 1 1,0-1 0,0 0 0,0 0 0,0-1-1,-1 1 1,1-1 0,-1-1 0,0 1-1,-1-1 1,0 0 0,1 0 0,-2 0 0,4-7-1,-3 1 100,0 0 0,-1-1-1,-1 1 1,0-1 0,-1 1-1,0-1 1,-2-21 0,1 17 457,0 16-440,-1 1 0,1-1 1,-1 1-1,1 0 1,-1-1-1,1 1 0,-1 0 1,1-1-1,-1 1 1,1 0-1,-1-1 0,1 1 1,-1 0-1,0 0 1,1 0-1,-1 0 0,1 0 1,-1-1-1,0 1 1,1 0-1,-1 0 0,0 1 1,1-1-1,-1 0 1,1 0-1,-1 0 0,0 0 1,1 0-1,-1 1 1,1-1-1,-1 0 0,1 0 1,-1 1-1,1-1 1,-1 1-1,1-1 0,-1 0 1,0 1-1,-24 13 169,15-4-19,0 1 0,1-1 0,1 2-1,-1-1 1,2 1 0,-9 18 0,2 0 115,-17 52 1,11-11-164,4 0 1,3 1-1,3 0 1,0 142 0,10-198-37,1-1-136,-2-1-1,1 1 0,-1-1 0,-6 26 0,6-37 89,0-1 1,0 1-1,0-1 1,0 1 0,0 0-1,0-1 1,-1 0-1,1 1 1,-1-1-1,0 0 1,0 0-1,0 0 1,0 0-1,0 0 1,0 0 0,0 0-1,0-1 1,-1 1-1,1-1 1,-1 0-1,1 1 1,-1-1-1,0 0 1,1-1 0,-1 1-1,0 0 1,0-1-1,1 0 1,-1 1-1,-4-1 1,-3-1 81,0 0-1,0-1 1,0 0 0,0 0 0,0-1 0,0 0-1,1-1 1,-13-6 0,-73-47 536,68 40-520,4 3-141,15 10-44,0 0 0,1 0 0,-1-1 0,1 0-1,0 0 1,0-1 0,0 0 0,1 0 0,0-1 0,0 1-1,-8-15 1,13 20-156,1-1 0,0 1 0,0 0 0,0-1 0,0 1-1,0-1 1,0 1 0,0-1 0,1 1 0,-1-1 0,1 1-1,-1-1 1,1 1 0,-1 0 0,1-1 0,0 1 0,-1 0 0,1-1-1,0 1 1,0 0 0,0 0 0,0 0 0,0 0 0,0 0-1,0 0 1,0 0 0,1 0 0,-1 1 0,2-2 0,49-25-5095,-35 19 2340,29-16-4058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4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3362,'0'0'9852,"4"0"-8297,5 0-1100,0 0-1,-1 1 1,1 0-1,-1 0 0,1 1 1,9 3-1,-16-5-417,0 1 0,0 0 0,-1 0 0,1-1 0,-1 1 0,1 0 0,-1 1 0,1-1 0,-1 0 0,1 0 0,-1 1 0,0-1 0,0 0 0,0 1 0,0-1 0,0 1 0,0 0 0,0-1 0,0 1 0,0 0 0,-1 0 0,1-1 0,-1 1 0,0 0 0,1 0 0,-1 0 0,0 0 0,0-1 0,0 1 0,0 0 0,0 0 0,-1 0 0,1 0 0,0-1 0,-1 1 0,0 0 0,1 0 0,-2 1 0,0 2 57,-1-1 0,0 0 1,0 0-1,0 0 0,0 0 0,-1-1 0,1 0 1,-1 1-1,0-1 0,0 0 0,0-1 0,0 1 1,-1-1-1,1 0 0,-9 3 0,8-3 71,0 0-1,0 0 1,1 0-1,-1 1 1,1 0-1,0-1 1,0 1-1,0 1 1,0-1-1,0 1 1,1-1-1,-1 1 1,1 0 0,-5 9-1,8-12-154,-1-1-1,1 1 1,0 0-1,0 0 1,0 0-1,0-1 1,0 1-1,0 0 1,0 0-1,0 0 1,0 0-1,0-1 1,0 1-1,1 0 1,-1 0-1,0-1 1,0 1-1,1 0 1,-1 0-1,1-1 1,-1 1-1,0 0 1,1-1-1,0 1 1,-1 0 0,1-1-1,-1 1 1,1-1-1,0 1 1,-1-1-1,1 1 1,0-1-1,-1 0 1,1 1-1,0-1 1,0 0-1,-1 1 1,1-1-1,0 0 1,0 0-1,0 0 1,0 0-1,-1 0 1,1 0-1,2 0 1,49 0 5,-38 0 12,14-1-392,0 0 0,0-2 0,32-7 0,-43 6-1353,-2 0 1,1-2 0,25-12 0,-10-3-6247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8516,'0'0'9759,"18"-4"-8852,57-12 310,-73 16-1169,0 0 0,0 0 0,0 0 1,0 0-1,0 0 0,0 1 0,0-1 1,0 1-1,-1-1 0,1 1 0,0 0 1,0-1-1,0 1 0,-1 0 0,1 0 1,0 0-1,-1 0 0,1 1 0,-1-1 1,0 0-1,1 1 0,-1-1 0,0 1 1,0-1-1,0 1 0,2 2 0,-1 2 76,1 0-1,-1 0 0,0 0 0,0 0 0,1 10 0,-3-12-14,2 9 107,0 0 0,-1 0 1,-1 0-1,0 0 0,-2 13 0,1-21-169,1 0 1,-1 0-1,0-1 1,-1 1-1,1 0 0,-1-1 1,1 1-1,-1-1 1,-1 0-1,1 0 0,-1 0 1,1 0-1,-1 0 1,0 0-1,-1-1 1,1 1-1,-4 2 0,7-6-40,0 0-1,-1 1 0,1-1 1,0 0-1,0 0 1,0 0-1,0 0 0,-1 0 1,1 0-1,0 0 0,0 0 1,0 0-1,0 0 1,-1 1-1,1-1 0,0 0 1,0 0-1,0 0 0,0 0 1,-1 0-1,1 0 1,0 0-1,0 0 0,0-1 1,-1 1-1,1 0 0,0 0 1,0 0-1,0 0 1,0 0-1,-1 0 0,1 0 1,0 0-1,0 0 1,0 0-1,0-1 0,0 1 1,-1 0-1,1 0 0,0 0 1,0 0-1,0 0 1,0-1-1,0 1 0,0 0 1,0 0-1,0 0 0,0 0 1,0-1-1,-1 1 1,1 0-1,0 0 0,0 0 1,0-1-1,0 1 0,0 0 1,0 0-1,0 0 1,0 0-1,1-1 0,-1 1 1,0 0-1,0 0 0,0 0 1,0 0-1,0-1 1,3-14-40,3 4-29,0 1-1,0 0 1,0 0-1,2 1 1,-1-1-1,1 1 1,13-11-1,-1 2-219,1 2-1,31-20 1,-41 29 255,0 0 0,0 0 0,1 1 0,0 0 0,1 2 0,-1-1 0,1 1 0,0 1 0,19-3 0,-31 18 870,-1 168 2426,0-178-3515,0-1 0,1 1 0,-1 0 1,1-1-1,-1 1 0,1-1 0,-1 1 1,1-1-1,0 1 0,0-1 0,0 1 1,0-1-1,0 0 0,0 1 0,0-1 1,1 0-1,-1 0 0,0 0 0,2 1 1,22 9-8612,0-10 370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1:55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19 7331,'0'0'7070,"22"-5"-6171,-7 2-761,-8 0-71,0 1 0,0 0 0,0 1 0,0 0 0,0 0 0,0 0 0,0 1 0,0 0 0,0 1 0,1-1 0,-1 1 0,0 1 0,0-1 0,0 1 0,-1 0 0,1 1 0,0 0 0,-1 0 0,0 0 0,8 6 0,8 11 447,-1 0 1,-1 2-1,-1 0 1,-1 1-1,-1 1 1,-1 0-1,-1 1 0,21 50 1,-17-27 76,-2 1 0,-2 1 0,-2 1 0,7 55 0,-13-58-339,-3 0-1,-1 50 1,-3-83-175,-1 1-1,-1-1 1,0 1 0,-1-1-1,0 0 1,-1 0-1,-1 0 1,-1-1 0,0 0-1,-11 20 1,5-17 85,-1-1 0,0-1-1,-2 0 1,1-1 0,-2 0 0,-24 16 0,-111 61 1678,39-27-870,108-62-924,-1 1-1,1-1 1,0 1-1,0 0 1,1 0-1,-1 0 1,0 1-1,1-1 1,0 1-1,0 0 1,0 0 0,0 0-1,1 0 1,0 0-1,0 1 1,0-1-1,-3 9 1,3 7-4259,1 4-4573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7:57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1 3698,'0'0'5765,"2"16"-4863,-1 1-797,5 67 1059,-6-74-938,-1-1-1,1 1 1,-2-1-1,1 1 1,-1-1-1,-1 0 1,-7 18-1,-81 145 2217,-70 156-669,152-299-2725,9-32-3026,0-13 171,0-15-915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7:58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1 262 6931,'0'0'7958,"11"-3"-7547,74-16 399,138-13 0,-91 15-573,488-51 509,-317 39-30,-284 27-562,82-13 596,-95 14-520,1-1 1,-1 0 0,0 0-1,1-1 1,-1 1-1,0-1 1,-1-1 0,1 1-1,0-1 1,-1 0 0,9-9-1,-13 13-142,0-1 1,-1 1-1,1-1 0,0 0 1,-1 1-1,1-1 0,0 0 0,-1 0 1,1 1-1,-1-1 0,0 0 1,1 0-1,-1 0 0,0 0 0,1 0 1,-1 1-1,0-1 0,0 0 1,0 0-1,0 0 0,1 0 0,-2 0 1,1 0-1,0 0 0,0 0 1,0 0-1,0 0 0,-1-1 0,0 2-89,0-1 0,0 0 0,0 0 0,0 0 0,0 1 0,0-1-1,0 1 1,-1-1 0,1 1 0,0-1 0,0 1 0,-1-1 0,1 1 0,0 0-1,-1 0 1,1 0 0,-2 0 0,-3 0-468,0 0 0,0 0-1,1 1 1,-1 0 0,0 0 0,0 0-1,1 1 1,-11 4 0,-35 29-6743,18-12 1100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7:58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1 3121,'0'0'10277,"-20"6"-8673,-2 1-1053,1 1 1,-1 1 0,2 1 0,-1 1 0,1 0 0,-36 29 0,41-26-252,1 1 1,0 0-1,1 1 1,-13 21 0,21-29-274,0 1-1,0 0 1,1 0 0,0 0 0,1 1 0,0-1 0,1 1-1,-1-1 1,2 1 0,-1 17 0,1-19 39,1 1-253,0 1 1,0-1 0,1 0 0,0 1-1,5 15 1,-5-21-90,1-1 0,-1 0 0,1 0-1,0 0 1,0 0 0,0 0 0,1 0 0,-1-1 0,1 1-1,-1-1 1,1 1 0,0-1 0,0 0 0,0 0 0,0 0-1,0-1 1,0 1 0,7 1 0,-2 0-1354,1-1 1,-1 1-1,0-2 1,17 2-1,0-2-3882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7:59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5330,'0'0'11200,"3"9"-9716,2 14-283,-1 1 1,-2-1 0,1 42 0,39-69-1050,-20-5-218,-1-1-1,32-20 1,11-5-207,-47 26 273,-14 7 29,1 0-1,0 0 0,-1 0 0,1 1 0,0-1 0,0 1 0,0 0 0,8-2 0,-11 3 498,-1 17-91,0 73-1889,1-89 1138,-1 0 0,1 0 0,-1 0 0,1 0-1,0 0 1,-1 0 0,1 0 0,0 0 0,0 0 0,-1 0 0,1-1 0,0 1 0,0 0 0,0-1 0,0 1 0,0-1-1,0 1 1,0-1 0,0 1 0,0-1 0,0 0 0,1 1 0,-1-1 0,0 0 0,0 0 0,0 0 0,0 0 0,0 0 0,1 0-1,-1 0 1,0 0 0,0 0 0,0-1 0,0 1 0,2-1 0,2 1-705,14 0-4070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7:59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0 6195,'0'0'10786,"8"8"-9492,-1-2-1083,-1 0 0,0 0-1,-1 0 1,0 1 0,0 0 0,0 0-1,0 0 1,-1 1 0,-1-1 0,1 1-1,-1 0 1,-1 0 0,1 1 0,1 8-1,-1 19 491,-1 0-1,-2 0 0,-5 46 1,1-73-600,1-1-1,-2 0 1,1-1 0,-1 1 0,0-1 0,0 0 0,-1 0-1,0 0 1,0-1 0,0 0 0,-11 8 0,-5 6-60,20-18 1252,10-3-15717,22-8 6372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00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3474,'0'0'18653,"0"-1"-18480,0-1 1,1 1-1,-1-1 0,0 0 0,1 1 0,0-1 0,-1 1 0,1 0 0,0-1 0,-1 1 0,1-1 0,0 1 0,2-2 0,6-3-91,0 0 0,1 1 0,0 0 0,0 1 0,0 0 0,1 0 0,-1 1 0,1 1 0,0 0 0,12-1 0,19-1-25,54 3 0,-56 2 18,-38 0-77,1-1-1,-1 2 1,1-1-1,-1 0 1,0 0-1,0 1 1,0-1-1,0 1 1,0 0-1,0-1 1,0 1-1,0 0 1,-1 0-1,4 5 1,20 30 247,-23-35-204,-1-1-1,1 0 0,0 0 1,0 1-1,-1-1 1,1 0-1,0-1 1,0 1-1,0 0 1,0 0-1,0-1 0,0 1 1,0-1-1,1 0 1,-1 0-1,0 0 1,2 0-1,50 0 667,-35-1-493,-11 0-100,0 0 1,-1-1 0,1 0-1,0 0 1,-1-1-1,0 0 1,0 0-1,1 0 1,-2-1-1,1 0 1,0-1 0,-1 0-1,0 0 1,0 0-1,7-8 1,-10 11 799,-4 10-2273,0 1-5071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04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593 29 912,'0'0'12217,"-16"-5"-10937,3 1-1019,0 0-48,0 0 0,-1 1 0,1 0 0,-1 1 1,1 0-1,-15 1 0,-6 1 155,0 2 0,1 1 0,-1 2 0,1 1-1,0 2 1,0 1 0,1 1 0,-53 26 0,82-35-361,0 1-1,0-1 1,0 1-1,0 0 1,0 0 0,1 0-1,-1 0 1,1 0 0,0 1-1,0-1 1,0 1 0,0-1-1,0 1 1,0 0 0,0 0-1,1 0 1,0 0-1,-1 0 1,1 0 0,0 0-1,1 0 1,-1 0 0,0 1-1,1-1 1,0 0 0,0 0-1,0 1 1,0-1 0,0 0-1,1 0 1,-1 1-1,1-1 1,0 0 0,0 0-1,0 0 1,1 0 0,-1 0-1,1 0 1,-1 0 0,1 0-1,0-1 1,0 1 0,0-1-1,1 1 1,-1-1-1,4 3 1,25 15-236,2-1-1,0-1 1,65 24 0,-52-23-134,54 29 0,-95-45 356,-1 0 0,0 0 0,0 0 0,0 0 1,0 0-1,-1 1 0,1 0 0,5 8 0,-8-10 25,0 0 1,0 0-1,0 0 0,0 0 0,0 0 0,-1 0 0,1 0 0,0 1 0,-1-1 0,0 0 0,0 0 0,1 1 1,-1-1-1,-1 0 0,1 0 0,0 1 0,0-1 0,-1 0 0,1 0 0,-1 0 0,0 1 0,-1 2 0,-1-3 69,0 0-1,0-1 0,0 1 0,0 0 0,0-1 1,0 0-1,0 1 0,-1-1 0,1 0 0,0-1 1,-1 1-1,1-1 0,0 1 0,-1-1 1,1 0-1,-7-1 0,-7 2 287,-375 18 3140,389-19-3569,13-9-6528,19-3 3853,-24 11 1591,29-12-2947,7-3-553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04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671 1 1921,'0'0'7723,"-27"2"-5652,-88 10 146,91-8-1497,1 1 0,0 1 0,1 1 0,0 1 0,0 1 0,0 1 0,1 1 0,-29 20 0,30-19-261,-9 5 207,0 2 1,1 2-1,0 0 1,-39 41-1,57-50-543,0-1 0,1 1 0,0 1 0,1 0 0,0 0 0,1 0 0,1 1 0,0 0-1,1 0 1,0 1 0,1 0 0,1 0 0,-2 19 0,3-20-95,1 0-1,0 1 1,1-1 0,1 1 0,0-1 0,5 21-1,-4-30-30,-1-1-1,1 0 0,0-1 1,0 1-1,0 0 0,0 0 0,1-1 1,0 1-1,0-1 0,0 0 0,0 0 1,0 0-1,0 0 0,1-1 1,-1 1-1,1-1 0,0 0 0,0 0 1,0 0-1,0-1 0,0 1 0,0-1 1,0 0-1,9 1 0,5 1-476,0-2-1,1 0 0,20-1 1,-6-1-3451,-31 1 3615,-2 0 164,0 0-1,0 0 1,0 0-1,1 0 1,-1 0-1,0 0 1,0 1 0,1-1-1,-1 0 1,0 0-1,0 0 1,1 0-1,-1 0 1,0 0 0,0-1-1,1 1 1,-1 0-1,0 0 1,0 0 0,1 0-1,-1 0 1,0 0-1,0 0 1,1 0-1,-1-1 1,0 1 0,0 0-1,0 0 1,1 0-1,-1 0 1,0-1-1,0 1 1,0 0 0,0 0-1,0 0 1,0-1-1,1 1 1,-1 0 0,0 0-1,0-1 1,0 1-1,0 0 1,0 0-1,0-1 1,0 1 0,0 0-1,0 0 1,0-1-1,0 1 1,0-8-6432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05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6195,'0'0'10071,"9"0"-9068,-5 0-924,-2 0 17,0 0 1,0 0 0,0 0 0,0 0 0,0 0-1,0 0 1,0 1 0,0-1 0,0 1 0,0 0-1,3 1 1,-4-1 6,0 1-1,0-1 1,1 0 0,-2 1-1,1-1 1,0 1 0,0-1-1,0 1 1,-1-1-1,1 1 1,-1 0 0,1-1-1,-1 1 1,0 0-1,1 0 1,-1-1 0,0 1-1,0 0 1,-1 3-1,0 13 887,0-13-723,0 0-1,1 0 0,0 1 0,0-1 1,0 0-1,1 1 0,1 6 0,2-11-248,-1-2 0,1 1 0,-1 0 0,1-1 0,-1 1 0,1-1 0,-1 0 0,0 0 0,1 0 0,3-3 0,111-54 71,-118 58-43,0 0 0,0-1 0,0 1 0,1 0 0,-1 0 0,0-1 0,0 1 0,0 0 0,1 0 0,-1 0 0,0-1 0,1 1 0,-1 0 0,0 0 0,1 0 0,-1 0 0,0 0 0,0-1-1,1 1 1,-1 0 0,0 0 0,1 0 0,-1 0 0,0 0 0,1 0 0,-1 0 0,0 0 0,1 0 0,-1 1 0,0-1 0,1 0 0,-1 0 0,0 0 0,1 0 0,-1 0 0,0 0 0,1 1 0,-1-1 0,0 0 0,0 0 0,1 0 0,-1 1 0,0-1 0,0 0 0,0 1 0,1-1 0,-1 0 0,0 0 0,0 1 0,0-1 0,0 0 0,0 1 0,1-1 0,-1 0 0,0 1 0,0-1 0,0 0 0,0 1-1,0-1 1,0 0 0,0 1 0,0-1 0,2 9 363,1 3-898,-2-1-1,0 1 1,0 0-1,-1 0 1,0 0-1,-1 0 1,-4 14-1,-2-5-2943,1-4-1730,4-4-3104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05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1088,'0'0'12644,"12"4"-11028,-5-2-1372,-3-2-124,0 1 1,0 0-1,-1 0 0,1 0 1,0 1-1,-1-1 0,1 1 1,-1 0-1,0 0 1,1 0-1,-1 0 0,0 1 1,0-1-1,0 1 0,-1 0 1,1 0-1,-1 0 0,1 0 1,-1 0-1,0 0 0,0 1 1,-1-1-1,2 5 0,17 72 1564,-5 2-1,-3 0 1,-3 0-1,-4 125 1,-5-201-1593,-1 1 1,1-1-1,-1 1 1,-1-1-1,1 1 1,-1-1 0,0 0-1,-1 0 1,1 0-1,-1 0 1,0-1-1,-1 1 1,0-1-1,1 1 1,-2-1-1,1-1 1,0 1 0,-10 7-1,2-3 152,-1 0 0,-1 0 1,0-2-1,0 1 0,0-2 0,-23 8 0,35-13-211,2 0-29,0 0-217,19-6-3136,92-50-7866,-46 30 4138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06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 1553,'0'0'11077,"11"-8"-4920,38-26-3750,-39 29-2247,1 0 1,0 1-1,0 0 1,0 0-1,0 2 1,1-1 0,21-1-1,88 3-175,-71 1 74,-44 0-37,-1 0-16,0-1 0,0 1 0,-1 0 1,1 1-1,0-1 0,0 1 0,0-1 1,-1 2-1,1-1 0,0 0 1,-1 1-1,1 0 0,-1 0 0,0 0 1,1 1-1,-1-1 0,0 1 0,-1 0 1,6 5-1,-2-2 68,-5-4-36,1 0 0,-1-1-1,0 1 1,0 0 0,-1 0 0,1 0-1,0 0 1,-1 0 0,1 1 0,-1-1-1,0 0 1,1 1 0,-1-1 0,1 4-1,-2-4 1,0-1-1,1 1 0,-1-1 0,1 0 0,-1 1 1,1-1-1,0 0 0,-1 1 0,1-1 1,0 0-1,0 0 0,0 0 0,0 0 1,0 0-1,0 0 0,0 0 0,0 0 1,1 0-1,-1 0 0,0-1 0,0 1 0,1-1 1,-1 1-1,0-1 0,1 1 0,-1-1 1,1 1-1,-1-1 0,1 0 0,0 0 0,49 4 690,-48-4-705,51 2 296,-30-1-199,-1 0-1,0-2 1,35-4-1,-55 4-48,1 0 0,0-1 0,-1 0-1,1 1 1,-1-1 0,0 0 0,0 0 0,1-1 0,-1 1 0,-1-1-1,1 0 1,0 1 0,-1-1 0,1 0 0,-1-1 0,2-3 0,12-13 1436,-16 20-1425,0 0-1,1-1 0,-1 1 0,0-1 0,1 1 0,-1 0 1,0-1-1,1 1 0,-1 0 0,1-1 0,-1 1 1,0 0-1,1 0 0,-1-1 0,1 1 0,-1 0 0,1 0 1,-1 0-1,1 0 0,-1 0 0,1 0 0,-1-1 0,1 1 1,-1 0-1,1 0 0,-1 1 0,1-1 0,-1 0 0,2 0 1,1 6-3711,-2 4-7991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48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54 400,'0'0'4824,"7"-19"-1818,38 2-1847,-12 3-39,-33 13-976,1 1 1,-1 0-1,1-1 1,-1 1-1,1 0 0,-1 0 1,1 0-1,-1-1 1,1 1-1,-1 0 1,1 0-1,-1 0 1,1 0-1,-1 0 0,1 0 1,-1 0-1,1 0 1,0 0-1,-1 0 1,1 0-1,-1 0 1,1 0-1,-1 1 0,1-1 1,-1 0-1,1 0 1,-1 1-1,1-1 1,-1 0-1,1 0 1,-1 1-1,1 0 0,-4 25 1455,-7 5-1260,-23 50 0,1-5-110,-23 58 216,33-86-399,3 1-1,1 1 1,-19 91-1,31-107-48,2-16 6,1 0-1,0 1 1,2 0 0,0-1 0,1 1 0,3 22-1,-3-39 4,1 0 0,0 0 0,0 1 0,-1-1 0,2 0 0,-1 0 0,0 0-1,0-1 1,1 1 0,-1 0 0,1 0 0,-1-1 0,1 1 0,0-1 0,0 1 0,-1-1-1,1 0 1,0 1 0,0-1 0,1 0 0,-1 0 0,0-1 0,0 1 0,0 0-1,0-1 1,4 1 0,6 1 84,1-1-1,-1 0 0,21-2 0,-17 1 6,-1-1-57,0 0 0,-1-1-1,1-1 1,-1-1 0,0 0-1,0 0 1,0-1 0,-1-1-1,0-1 1,0 0 0,0 0-1,-1-1 1,0-1 0,0 0-1,19-20 1,-13 10-8,-1 0-1,-2-1 1,0 0 0,0-1-1,-2-1 1,-1 0 0,-1-1-1,12-33 1,-9 8 184,-3 0 0,-1-1 0,-2 0 0,-3-1-1,-1-77 1,-4 122-111,0 0 0,0 0 0,0 0 0,-1 0 0,0 0 0,0 0 0,0 0 0,-1 1 0,0-1 0,1 0 0,-2 1 0,1-1 0,0 1 0,-1-1 0,0 1 0,0 0 0,-6-6 0,4 6-30,0 1 0,0 0-1,0 0 1,0 0-1,-1 1 1,1 0-1,-1 0 1,1 0 0,-1 0-1,0 1 1,0 0-1,1 0 1,-1 1-1,-11 0 1,-3 0-60,-54 3 88,69-3-131,-1 1 1,1 1-1,0-1 1,-1 1-1,1 0 1,0 0-1,0 0 1,1 1-1,-1-1 1,0 1-1,-5 5 1,9-7-154,0 1 0,-1 0 0,1 0 0,0 0 0,0-1 0,0 1 1,0 0-1,0 1 0,0-1 0,1 0 0,-1 0 0,1 0 0,-1 0 0,1 0 0,0 1 0,0-1 0,0 0 1,0 0-1,0 1 0,0-1 0,1 0 0,0 4 0,0-3-619,0 0 1,0 0-1,0 0 1,0 1-1,1-1 1,-1 0-1,1-1 1,0 1-1,0 0 1,0 0-1,0-1 1,0 1-1,5 3 1,10 3-5741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49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63 1072,'0'0'7049,"4"-9"-5358,1 1-967,8-13-71,-10 0 3704,-15 18-537,-22 3-3296,28 0-189,-5 1-240,-1 1-1,1 0 0,-1 0 0,1 1 1,0 1-1,0 0 0,0 1 1,1 0-1,0 0 0,0 1 1,-11 9-1,-5 4 137,0 1 0,-40 43 0,49-43-182,1 0 0,2 1-1,0 1 1,1 0 0,1 0 0,1 1-1,1 1 1,1 0 0,1 0 0,1 1-1,2 0 1,0 0 0,2 1 0,0-1 0,2 1-1,1-1 1,4 34 0,-3-51-22,0 0 0,1 0 1,1 1-1,-1-1 0,1-1 0,0 1 1,1 0-1,0-1 0,0 1 0,1-1 1,0-1-1,0 1 0,1 0 0,-1-1 1,1 0-1,1-1 0,-1 1 0,1-1 1,0-1-1,0 1 0,12 5 0,6 1 173,0-1 0,1 0 0,0-2-1,0-1 1,34 4 0,-52-10 473,9 2-2748,-16 0-206,-8 1-311,-7-2-1142,4-1-2144,1-1-704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49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20 2273,'0'0'13235,"4"-5"-11893,9-9-541,-6 17 622,-5 36 1460,-3-12-2336,-2 12-11,-2 0 0,-2 0 0,-1-1 1,-2 0-1,-20 51 0,-17 69-333,32-73-1155,13-67-3069,2 1-3687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49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24 7411,'0'0'13441,"-15"15"-12630,-50 47-149,62-59-637,0-1-1,1 1 1,-1-1-1,1 1 1,-1 0 0,1 0-1,0 0 1,0 0 0,1 1-1,-1-1 1,1 0 0,-1 1-1,1-1 1,0 1 0,0 0-1,1-1 1,-1 1 0,1 0-1,0-1 1,0 1 0,0 0-1,1 5 1,0 10-35,0-18 0,0 0-1,0 0 1,0 0-1,0-1 1,0 1-1,0 0 1,0 0-1,0-1 0,0 1 1,0-1-1,0 1 1,0-1-1,1 1 1,-1-1-1,0 0 0,0 1 1,1-1-1,-1 0 1,0 0-1,0 0 1,1 0-1,-1 0 0,2-1 1,36-1-206,-34 0 215,0 0 0,0-1 0,0 1 0,0-1 0,0 0 0,-1-1 0,1 1 0,-1-1 0,0 0-1,0 0 1,0 0 0,-1 0 0,1-1 0,-1 1 0,0-1 0,-1 0 0,3-5 0,-2 4 18,0 0 0,0-1 1,-1 1-1,0-1 0,0 1 0,-1-1 0,1 0 0,-2 0 1,1 1-1,-1-1 0,0 0 0,0 0 0,-2-12 0,0 17-39,0-1-1,1 1 1,-1 0-1,0 0 0,0 0 1,0 0-1,0 0 0,0 0 1,0 1-1,-1-1 1,1 0-1,-1 1 0,1 0 1,-1 0-1,1 0 1,-1 0-1,0 0 0,1 0 1,-1 1-1,0-1 1,0 1-1,1 0 0,-1 0 1,-4 0-1,3 0-459,-1 0 0,1-1-1,0 1 1,0 1 0,0-1 0,-1 1-1,1 0 1,0 0 0,0 0 0,0 0-1,0 0 1,1 1 0,-1 0 0,0 0-1,-5 4 1,0 10-4683,8-2-1414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50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572 1 5795,'0'0'13494,"-22"-1"-12955,-73 2-43,92-1-482,0 1 0,0-1 0,1 1-1,-1-1 1,0 1 0,0 0 0,1 0 0,-1 0 0,0 0 0,1 1 0,-1-1-1,1 1 1,0-1 0,-1 1 0,1 0 0,0 0 0,0 0 0,0 0 0,0 1-1,1-1 1,-1 0 0,0 1 0,1-1 0,0 1 0,-2 4 0,1 0-188,0 1 0,0 0 0,1 0 0,0 0 0,0-1 0,1 12 1,0-18 111,0 0 0,0 0 0,0 0 0,0 0 1,1 0-1,-1 0 0,0 0 0,0 0 0,1 0 1,-1 0-1,1 0 0,-1 0 0,1 0 0,0 0 1,-1 0-1,1 0 0,0-1 0,-1 1 1,1 0-1,0 0 0,0-1 0,0 1 0,0-1 1,-1 1-1,1-1 0,0 1 0,2 0 0,0 0-11,1 0 0,0 0 0,-1-1-1,1 1 1,0-1 0,0 0-1,-1 0 1,6 0 0,-2-1 67,0 0 0,0 0 1,0 0-1,0-1 0,0 0 1,0-1-1,-1 1 0,12-8 0,-4 0 255,-7 5-307,-1 0-1,1 0 0,-1 0 0,9-11 1,-14 14 283,1 0 1,-1 0-1,0 0 1,0 0-1,0 0 1,0 0-1,0-1 1,0 1-1,-1 0 1,1 0-1,-1-1 1,1-4-1,-20 12 773,10 2-985,1 0 1,-1 1-1,1 0 1,1 0-1,-1 1 1,1 0-1,1 0 1,-9 16-1,-39 85 37,34-54-14,2 2 1,3 1 0,3 0 0,-7 83-1,16-119-22,0 1 20,-1-2 1,-1 1-1,0 0 0,-2-1 1,-1 0-1,-11 24 0,17-44 58,1 0 0,-1 0 0,0 0-1,0 0 1,0 0 0,0-1 0,0 1-1,0-1 1,-1 1 0,1-1 0,0 0-1,-1 1 1,1-1 0,-1-1 0,1 1 0,-1 0-1,0-1 1,1 1 0,-5-1 0,-57 1 1220,41-2-1160,17 1-134,1 0 0,-1 0 0,0-1 0,0 0 0,1 0 0,-1-1 0,0 0 0,1 0 0,-1 0 0,1 0 0,0-1 0,0 0 0,0 0 0,0-1 0,1 1 0,-1-1 0,1 0 0,0 0 0,0 0 0,0-1 0,0 1 0,1-1 0,0 0 0,0 0 0,0 0 0,-2-8 0,0 3-355,0-1-1,1 1 1,1-1-1,0 0 1,-4-21 0,7 28-74,-1 0 0,1 1 1,0-1-1,0 0 0,0 1 1,0-1-1,1 0 0,0 1 1,-1-1-1,1 1 1,0-1-1,1 1 0,-1 0 1,1-1-1,-1 1 0,1 0 1,0 0-1,0 0 0,1 0 1,-1 0-1,1 0 0,4-3 1,17-9-4096,1 1-438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51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1425,'0'0'15823,"26"0"-13331,108-11-318,-134 48-2022,-3-32-135,1 0 0,-1 0 0,-1 0 0,1 0 0,-1 0 0,0-1 0,0 0 0,0 0 0,0 0 0,-1 0 0,1 0 0,-1-1 0,0 0 0,-1 0 0,-9 4 0,-34 27 109,47-33-102,1 0 1,-1 0-1,1 0 1,0 1-1,0-1 1,0 1-1,-1-1 1,1 1-1,1-1 1,-1 1-1,0-1 1,0 1-1,1 0 1,-1 0 0,0-1-1,1 1 1,-1 3-1,2-4-6,-1 0 0,0 0 0,1-1 0,-1 1 0,1 0 0,-1 0 0,1-1 1,-1 1-1,1 0 0,0-1 0,-1 1 0,1 0 0,0-1 0,-1 1 0,1-1 0,0 1 0,0-1 0,-1 0 0,1 1 0,0-1 0,0 0 0,0 1 0,0-1 0,0 0 0,1 0 0,11 2 97,0-1-1,0 0 1,25-3-1,-16 1-279,-17 1-522,22 0 3,-17-4-7931,-10-3 1545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52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1553,'0'0'9620,"0"-4"-7507,0 3-1909,0 0 0,0-1 0,0 1 0,0 0 0,0 0 0,1-1 0,-1 1 0,0 0 0,1-1 0,-1 1 0,1 0 0,-1 0 0,1 0 0,-1-1 0,1 1 0,0 0 0,0 0 0,-1 0 0,1 0 0,0 0 0,0 0 0,0 1 0,0-1 0,0 0 1,2 0-1,1-1 8,1 0 1,0 1 0,-1 0-1,1 0 1,0 0 0,0 1-1,5-1 1,4 0 33,36 1 769,-49 0-992,1 0 1,-1 0-1,0 1 0,1-1 0,-1 0 1,1 1-1,-1-1 0,0 1 1,1-1-1,-1 1 0,0 0 0,0 0 1,1-1-1,-1 1 0,0 0 0,0 0 1,0 0-1,0 0 0,0 0 1,0 1-1,-1-1 0,1 0 0,0 0 1,0 0-1,-1 1 0,1-1 1,0 2-1,2 20 231,0 0 0,-2 44 0,-1-48-10,0-19 110,10-9-255,18-10 1,0 0 0,2 2 0,0 2 0,0 0 0,58-18 0,-87 33 669,0 1-612,0 0 0,0 0-1,0 0 1,0 0 0,0 0 0,-1 1 0,1-1 0,0 0 0,-1 0-1,1 1 1,-1-1 0,0 0 0,1 1 0,-1-1 0,0 0 0,0 1-1,0-1 1,0 0 0,0 1 0,0-1 0,0 3 0,-1 46-199,1-37 192,-4 31-2286,-1-1-4423,6-42 6297,-1 0-1,0 0 1,0 0-1,1-1 1,-1 1 0,0 0-1,1 0 1,-1 0-1,1 0 1,-1 0-1,1-1 1,-1 1 0,1 0-1,0 0 1,-1-1-1,1 1 1,0 0-1,0-1 1,-1 1 0,1-1-1,0 1 1,0-1-1,0 1 1,0-1 0,0 0-1,0 1 1,0-1-1,0 0 1,0 0-1,0 0 1,0 0 0,-1 0-1,1 0 1,0 0-1,0 0 1,2 0-1,-2 0 51,38 1-6481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01:18:52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45 1761,'0'0'7857,"-10"-7"-5926,-29-23-71,29 22 741,13 8-1675,11 3-482,1 0 0,0 1 0,-1 0 0,0 1 0,0 0 0,0 2 1,21 12-1,-1-2 93,8 3 5,-1 2 1,-1 2-1,71 55 1,-98-69-464,0 1 0,-1 1 0,-1 0 0,0 1 0,-1 0 0,0 0 0,-1 1 0,-1 1 0,0-1 1,-1 1-1,-1 1 0,0-1 0,-1 1 0,6 28 0,-8-17 65,0 0 0,-2 1 0,-1-1 1,-6 45-1,4-57-60,-1 0 1,0-1-1,-1 0 0,-1 0 1,0 0-1,-1 0 0,-1-1 1,0 1-1,0-2 0,-12 14 1,-12 9 597,-2-2 0,-1-2 1,-2-1-1,-67 42 1,-18 16 1192,121-88-1875,-4 2 29,1 0-1,-1 1 1,1 0-1,0-1 1,0 1-1,0 0 1,0 1-1,0-1 1,1 1-1,-1-1 1,1 1 0,0 0-1,0-1 1,0 1-1,-1 6 1,3-9-347,-24 11-11115,13-8 3921,-5-3-1078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1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28 109 544,'0'0'3858,"-7"9"8180,8-13-12021,0 0 1,0 1-1,0-1 1,0 1-1,1 0 1,-1-1-1,1 1 1,0 0-1,0 0 1,0 0-1,1 0 1,-1 0-1,1 0 1,-1 1-1,1-1 1,0 1-1,0 0 1,0 0-1,0 0 1,0 0-1,0 1 1,6-3-1,12-5-4,0 0 0,28-7 0,-47 15-6,16-4 4,0 1 0,0 1 0,0 1 0,1 0 0,-1 1 0,22 2 0,-37 0-1,0 0 0,0 0 0,0 0 0,0 1 0,0-1 0,0 1-1,-1-1 1,1 1 0,-1 0 0,1 0 0,-1 0 0,0 0 0,1 1 0,-1-1 0,0 1 0,-1-1-1,1 1 1,0 0 0,-1-1 0,0 1 0,1 0 0,-1 0 0,0 0 0,0 0 0,0 6 0,3 5 77,-1 1 1,0 0 0,-2 0 0,1 18-1,-1 13 145,0-21-85,0 1 0,-2-1 0,-1 1 0,-1-1 1,-1 1-1,-1-1 0,-12 37 0,4-32-18,-2-1 0,0-1 0,-2 0 1,-27 34-1,31-47-92,1 0 1,-2-1 0,0-1-1,-1 0 1,0-1 0,-1 0-1,0-1 1,-27 13 0,35-21-19,-1-1 0,1 1 1,-1-2-1,0 1 0,1-1 1,-1-1-1,-10 0 0,18 0-20,0 0 1,0 0-1,1 0 0,-1-1 0,0 1 0,0 0 0,1-1 0,-1 1 0,0-1 1,1 1-1,-1-1 0,0 1 0,1-1 0,-1 1 0,1-1 0,-1 0 0,1 1 1,-1-1-1,1 0 0,-1 1 0,1-1 0,0 0 0,-1 0 0,1 1 1,0-1-1,0 0 0,-1 0 0,1 0 0,0 0 0,0 1 0,0-3 0,0-32-191,0 27 143,0 0 61,1 0 0,0 1 0,1-1 0,0 0 0,0 1 0,0-1 0,1 1 0,0 0 0,1 0 0,-1 0 0,1 0 0,1 1 0,-1-1 0,1 1 0,0 0 0,0 1 0,1-1 0,0 1 0,0 0 0,0 0 0,14-7 0,-18 11 1,-1 1 0,1-1 1,0 0-1,0 1 0,0 0 1,0-1-1,0 1 0,-1 0 0,1 0 1,0 0-1,0 0 0,0 0 1,0 0-1,0 1 0,0-1 0,0 0 1,0 1-1,-1 0 0,1-1 0,0 1 1,0 0-1,-1 0 0,1 0 1,-1 0-1,1 0 0,-1 1 0,1-1 1,1 2-1,4 5 87,1 1 1,-2 0-1,12 18 0,-2-2 349,-8-15-202,0 0 0,0-1 0,1 0 0,0 0 0,1-1 0,-1 0 0,2-1 0,-1 0 0,1-1 0,0 0 0,0 0 0,1-2 0,0 1 0,0-1 0,0-1 1,0 0-1,0-1 0,1 0 0,-1-1 0,1 0 0,13-1 0,-25 0-199,0 0 1,0 0-1,1 0 0,-1 0 1,0 0-1,0 0 1,0 0-1,0 0 1,1-1-1,-1 1 0,0 0 1,0-1-1,0 1 1,0-1-1,0 1 1,0-1-1,0 1 0,0-1 1,0 0-1,0 0 1,1-1-1,0-20-6281,-1-6-2478,5 8 102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2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53 544,'-3'0'17716,"-15"-2"-17853,16 2 138,0 0 1,0 0-1,0 1 0,0-1 0,0 1 1,1-1-1,-1 1 0,0 0 0,0-1 1,1 1-1,-1 0 0,0 0 1,1 0-1,-1 1 0,1-1 0,0 0 1,-1 1-1,1-1 0,0 0 1,0 1-1,0 0 0,0-1 0,0 1 1,0 0-1,0-1 0,0 1 1,1 0-1,-1 0 0,1-1 0,-1 1 1,1 3-1,-2 7 51,0 0-1,1 0 1,1 22-1,0-20-13,1-12-29,0 0-1,-1 0 1,1 0-1,0 0 0,0 0 1,0 0-1,0 0 0,0 0 1,1 0-1,-1 0 1,1-1-1,-1 1 0,1 0 1,-1-1-1,1 1 0,0-1 1,0 0-1,0 0 1,0 0-1,0 0 0,0 0 1,0 0-1,0 0 0,4 0 1,2 2 22,0 0 0,0-1 0,0 0-1,0-1 1,13 1 0,-18-2 7,-1 0 0,1 0 0,0-1 0,0 1 0,-1-1 0,1 0-1,0 1 1,-1-1 0,1 0 0,-1 0 0,1-1 0,-1 1 0,0 0 0,1-1 0,-1 0-1,0 1 1,0-1 0,0 0 0,0 0 0,-1 0 0,1 0 0,0-1 0,-1 1-1,1 0 1,-1-1 0,0 1 0,0-1 0,0 1 0,0-1 0,0 0 0,0-4 0,2-10 309,-1 0 0,-1 0 1,-1 0-1,-1-21 0,0 5-142,1 32-194,0-1 0,0 1 0,0 0 0,0 0 0,0 0-1,0-1 1,-1 1 0,1 0 0,0 0 0,-1 0 0,1 0 0,-1 0 0,1 0 0,-1 0 0,1 0 0,-1 0 0,0 0 0,1 0 0,-1 0 0,0 0 0,0 0 0,0 1 0,0-1 0,0 0 0,0 0 0,0 1 0,0-1 0,-2 0 0,-34-2 957,25 3-734,11 0 1,3 14-7870,10-5 2955,1 0-1803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3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2257,'0'0'8217,"13"0"-7062,5 0-633,190-1 3235,122-20-2780,-295 15-2249,-58 10-8031,4 3 6232,-1 3-168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4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2145,'0'0'6795,"16"5"-1969,25-3-2430,44-3 0,107-18 404,-52 4-1214,-128 15-962,-6 0-855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5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55 2289,'0'0'6174,"1"-7"-5638,4-25 604,-4 17 7631,-15 475-281,1-60-6423,17-414-5699,-4 13 3149,1 0-1,-1 0 0,1 0 1,-1 0-1,0 0 0,1 0 0,-1 0 1,0 0-1,0 0 0,0 0 0,0 0 1,0-1-1,0 1 0,0 0 1,0 0-1,0 0 0,0 0 0,-1 0 1,1 0-1,0 0 0,-1 0 0,1 0 1,-1 0-1,0-1 0,-16-12-11337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6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98 5314,'0'0'7761,"4"-9"-7371,-1 3-317,1 0 0,-1 0 1,1 0-1,0 1 0,1 0 0,-1 0 1,1 0-1,0 0 0,0 1 0,0 0 1,1 0-1,0 0 0,-1 1 0,1 0 1,1 0-1,-1 0 0,0 1 0,1 0 1,-1 0-1,1 1 0,8-2 0,-14 3-69,6-1 2,0 1 0,1 0 0,-1 0 0,0 0 0,0 1 0,0 0 0,11 3 0,-16-3-4,0 0 1,1 1-1,-1-1 1,0 1-1,0 0 0,0-1 1,-1 1-1,1 0 1,0 0-1,-1 0 1,1 0-1,-1 1 0,0-1 1,0 0-1,0 0 1,0 1-1,0-1 0,0 1 1,-1-1-1,1 1 1,-1-1-1,1 1 0,-1-1 1,0 5-1,1 8 72,0 1 0,-1-1 0,-1 1-1,0-1 1,-1 1 0,-1-1 0,-1 0-1,0 0 1,0 0 0,-11 21 0,0-7 60,-1-1-1,-2-1 1,0 0 0,-24 25 0,26-33 43,0-1-1,0-1 1,-31 23 0,40-35-89,0 0 0,0 0 1,-1-1-1,0 0 0,0 0 0,0-1 1,0 0-1,0-1 0,-1 0 0,1 0 1,-1-1-1,-16 1 0,23-1-45,0-1-1,-1 0 1,1 0-1,0 0 0,-1 0 1,1-1-1,0 1 1,-1 0-1,1-1 1,0 0-1,0 0 1,0 1-1,-1-1 1,1 0-1,0-1 0,0 1 1,0 0-1,1-1 1,-1 1-1,0-1 1,0 1-1,-2-5 1,2 3 24,1-1 0,0 0 1,0 0-1,0 0 0,1 0 0,-1 0 1,1 0-1,0 0 0,0 0 1,0 0-1,1 0 0,1-8 1,0 7-62,0 0 0,0-1 0,0 1 0,1 0 0,0 0 1,0 1-1,0-1 0,0 0 0,1 1 0,0 0 0,0 0 1,0 0-1,0 1 0,1-1 0,-1 1 0,1 0 0,0 0 0,0 0 1,0 1-1,0 0 0,11-3 0,2-1 93,1 0 1,0 2-1,0 0 0,0 1 0,23-1 1,-25 4 184,1 0 0,-1 0-1,0 2 1,27 5 0,-35-5-142,-1 1 0,1 1 1,-1-1-1,0 1 0,0 0 0,0 1 0,-1 0 0,1 0 0,-1 1 0,10 9 0,-3 1 426,-9-11-166,0 1 1,0-1 0,0 0-1,0-1 1,1 1 0,0-1-1,0 0 1,10 5 0,-14-8 34,-2-1-441,0 1 1,1-1-1,0 0 0,-1 1 0,1-1 1,-1 0-1,1 1 0,-1-1 0,1 0 1,0 1-1,-1-1 0,1 0 0,0 0 1,-1 0-1,1 0 0,-1 0 0,1 0 1,0 0-1,-1 0 0,1 0 0,0 0 1,-1 0-1,1 0 0,0 0 0,-1 0 1,1-1-1,0 1 0,-1 0 0,1 0 1,-1-1-1,2 0 0,19-7-2989,3-42-3634,-15 27 2462,5-10-2819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6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3506,'0'0'8371,"0"5"-6706,0 171 7719,0-115-9523,0 1-4069,13-62-10577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7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39 5603,'0'0'8601,"-2"0"-7329,6 0-690,406-27 5103,-274 15-5063,-135 12 72,-28 0-3496,21 1 1902,1-1 0,0 1-1,0 0 1,0 1 0,0-1 0,1 1-1,-1 0 1,0 0 0,1 1 0,-6 2-1,-6 4-2623,-4 1-1113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7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3698,'0'0'12056,"21"0"-9999,-19 0-2037,66 0 2402,92-13-1,-114 4-1684,-17 3-14,0 2 0,35-2 0,-63 6 5,35-10-16621,-4 2 7527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2:5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84 4130,'0'0'8967,"4"-6"-7561,3-1-1002,0 0-1,0 0 1,0 1 0,1 0 0,0 0 0,0 1 0,0 0 0,1 0 0,0 1-1,-1 0 1,2 1 0,12-4 0,-16 5-354,0 1-1,0 0 1,0 0-1,1 1 1,-1 0-1,0 0 1,8 1-1,-12-1-52,0 1 0,0-1-1,0 1 1,-1-1 0,1 1-1,0 0 1,-1 0 0,1 0-1,0 0 1,-1 0 0,1 0 0,-1 1-1,0-1 1,1 0 0,-1 1-1,0-1 1,0 1 0,0-1-1,0 1 1,0 0 0,0-1-1,0 1 1,-1 0 0,1 0-1,-1 0 1,1 2 0,3 23 60,-2 0 0,-1 0 0,-1 1 0,-7 49 0,5-63-57,-1 0 0,0 0 0,-1 0 0,-1-1 0,0 1 0,-1-1-1,0-1 1,-1 1 0,0-1 0,-1 0 0,-1 0 0,0-1 0,0-1 0,-1 1-1,0-1 1,-1-1 0,-15 10 0,10-8 12,0-1 0,-1 0 0,0-2 0,-1 0 0,0-1 1,-1 0-1,1-2 0,-1 0 0,0-1 0,0-1 0,0-1 0,-21 0 0,39-2-10,0 0-1,0-1 1,0 1 0,0 0-1,0-1 1,0 1 0,0-1-1,0 0 1,1 1 0,-1-1-1,0 0 1,0 1 0,0-1-1,1 0 1,-1 0 0,0 0-1,1 0 1,-1 1 0,1-1-1,-1 0 1,1 0 0,-1 0-1,1 0 1,0 0 0,-1-1-1,1 1 1,0 0 0,0 0-1,0 0 1,0 0 0,0 0-1,0 0 1,0 0 0,0 0 0,0 0-1,1 0 1,-1 0 0,0 0-1,1-2 1,0-1 11,0-1 1,0 1-1,0 0 0,0 0 1,1 0-1,-1 0 0,1 0 1,0 0-1,3-5 0,2 4 12,-1-1 1,1 0-1,0 1 0,0 1 1,0-1-1,1 1 0,-1 0 0,1 1 1,0 0-1,0 0 0,0 0 1,14-1-1,7 0 458,0 1 0,39 2-1,-62 1-357,1 1 0,1 0 0,-1 0 1,1 0-1,-1 1 0,0 1 0,1-1 0,-1 1 0,0 0 0,9 7 0,64 44 1180,-39-24-328,-19-15-290,-14-9-257,0 0-1,0 0 1,0-1 0,1 0 0,0 0 0,0-1 0,0 0 0,1 0-1,-1-1 1,1-1 0,12 3 0,-21-5 269,-14 0-18235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83 109 5282,'0'0'12126,"-5"-3"-11248,4 3-846,0-1-1,0 1 1,0-1 0,0 1 0,1-1 0,-1 0 0,0 1 0,0-1 0,0 0-1,1 0 1,-1 0 0,0 1 0,1-1 0,-1 0 0,0 0 0,1 0 0,-1 0 0,1 0-1,0 0 1,-1 0 0,1-1 0,0 1 0,0 0 0,0 0 0,-1 0 0,1 0-1,0 0 1,1 0 0,-1 0 0,0-2 0,2 0-18,-1 1 1,1-1 0,0 1-1,-1 0 1,1-1-1,1 1 1,-1 0 0,0 0-1,0 0 1,1 1-1,-1-1 1,1 0 0,3-1-1,9-4-51,0 0-1,0 1 1,0 0-1,0 1 0,1 1 1,0 0-1,0 2 1,0-1-1,0 2 1,0 0-1,28 3 0,-42-2 29,-1 1-1,1-1 0,0 1 0,0-1 1,-1 1-1,1 0 0,0 0 0,-1 0 1,1 0-1,-1 0 0,0 0 0,1 0 1,-1 0-1,0 1 0,1-1 0,-1 0 1,0 1-1,0-1 0,0 1 0,0 0 1,0-1-1,-1 1 0,1 0 0,0 3 1,8 43-102,-7-28 61,-1 1 1,-1-1-1,-1 0 1,0 0 0,-1 0-1,-2 0 1,0 0 0,-1 0-1,-1-1 1,0 0 0,-17 32-1,3-18-85,-1-1-1,-2-1 1,-1-1-1,-1-1 1,-2-1-1,0-2 1,-2 0 0,-49 32-1,77-57 148,1-1-1,-1 1 1,1-1 0,-1 1-1,0-1 1,1 0 0,-1 1-1,1-1 1,-1 0-1,0 0 1,1 1 0,-1-1-1,0 0 1,1 0 0,-1 0-1,0 0 1,0 0 0,1 0-1,-1 0 1,0 0 0,1 0-1,-1 0 1,0 0-1,0 0 1,1 0 0,-1-1-1,0 1 1,1 0 0,-1 0-1,1-1 1,-1 1 0,0-1-1,1 1 1,-1 0 0,1-1-1,-1 1 1,1-1-1,-1 1 1,1-1 0,-1 0-1,1 1 1,0-1 0,-1 1-1,1-1 1,0 0 0,-1 1-1,1-1 1,0 0 0,0 1-1,0-1 1,0 0-1,-1 0 1,1 1 0,0-1-1,0 0 1,1-1 0,-2-53 41,2 40 12,-1 11-44,0 1 1,0-1-1,1 0 0,0 1 1,-1-1-1,1 1 1,1-1-1,-1 1 1,0-1-1,1 1 0,0 0 1,0 0-1,0-1 1,0 2-1,0-1 1,1 0-1,-1 0 0,1 1 1,0-1-1,0 1 1,0 0-1,0 0 1,0 0-1,0 0 0,0 0 1,1 1-1,-1 0 1,1-1-1,-1 1 0,1 0 1,5 0-1,14-3 221,0 1 0,0 2 0,0 0 0,25 3 0,-13-1 272,-9 0-62,-1 2 0,1 1 0,-1 1 0,0 1 0,0 1 0,36 16 0,3-1 1770,-59-13-581,1-6-2998,-1-8-3761,-1-11 383,-3-8-3515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0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1809,'0'0'9578,"4"0"-8135,147 0 2609,-150 27-3483,-1-21-425,-1-1 1,0 0-1,1 1 1,-2-1-1,1 0 1,-1 0-1,1 0 1,-1 0-1,-1 0 1,1 0-1,-1-1 1,0 1 0,0-1-1,0 1 1,0-1-1,-1 0 1,0 0-1,0-1 1,0 1-1,0-1 1,0 0-1,-9 4 1,13-6-137,1-1 0,-1 0 0,1 0 0,-1 0 0,0 0 0,1 0 0,-1 0 0,0 0 0,0 1-1,1-1 1,-1 0 0,0 0 0,1 0 0,-1 1 0,0-1 0,0 0 0,1 0 0,-1 1 0,0-1 0,0 0 0,0 0 0,1 1 0,-1-1 0,0 0 0,0 1 0,0-1 0,0 0 0,0 1 0,0-1 0,0 0 0,1 1 0,-1-1 0,0 0 0,0 1 0,0-1 0,0 1 0,-1-1 0,1 0-1,0 1 1,0-1 0,0 0 0,0 1 0,0-1 0,0 0 0,0 1 0,-1-1 0,1 0 0,0 0 0,0 1 0,-1-1 0,1 0 0,0 0 0,0 1 0,-1-1 0,1 0 0,0 0 0,0 0 0,-1 1 0,1-1 0,-1 0 0,24 1 810,51-1 1608,-72 0-2330,12 0-7020,0 0 919,5 0-2049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1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2161,'0'0'9877,"9"10"-5950,2-8-3260,0 0 0,-1-1 1,1 0-1,0-1 0,0 0 1,16-3-1,6 2 27,11 0-207,83-11 0,-144 24-13540,12-9 11606,-20 10-3796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1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2353,'0'0'12750,"21"0"-10157,0 1-2025,23 0 1638,60-7 1,-94 5-2618,56-7 3323,-42 6-5396,-1 2-4867,-4 0 1452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5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12 1425,'0'0'5063,"6"-2"-4639,16-5-15,-16 5 316,-6 5-322,0 8 52,-1-1-1,-1 1 1,0-1 0,0 1-1,-1-1 1,0 0-1,-1 0 1,0 0-1,-6 10 1,-9 13-140,-29 38 0,-7 11 291,52-76-617,0 1 0,1 0 0,-1-1 0,2 1 0,-1 0 1,1 0-1,0 0 0,0 0 0,1 1 0,1 10 1,-1-12-50,0-5 52,0 0 1,1 0-1,-1 0 1,0 0-1,1 0 1,-1-1-1,1 1 1,-1 0-1,1 0 1,0 0-1,-1 0 1,1-1-1,0 1 1,0 0-1,-1-1 1,1 1-1,0-1 1,0 1-1,0-1 1,0 1-1,0-1 1,-1 1-1,1-1 1,0 0-1,1 1 1,31 7-10,-28-7 23,131 19 1596,0-6 0,186-5 2899,-326-8-5624,0 0 1,0 0-1,0-1 0,0 0 0,-1 1 0,1-1 1,-7-1-1,-3 0-4493,0 1-24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5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0 4946,'0'0'4752,"-16"24"-1519,-50 78-688,60-92-2034,1 0 0,-1 1 0,2 0 0,-1 0 0,2 0-1,-1 0 1,-2 23 0,-1 0 1029,1-4-153,-4 60 0,9-67-1872,-1 0-1,-1-1 1,-1 1-1,-11 34 1,13-49-3029,-4-4-2336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6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83 161 2465,'0'0'10589,"18"-20"-9733,59-64-253,-72 79-580,0 0-1,0 0 1,1 0-1,0 1 1,0-1-1,0 1 1,0 1-1,1-1 1,-1 1-1,1 0 1,0 1-1,0 0 1,0 0-1,0 0 1,1 1-1,-1 0 1,0 0-1,0 1 1,1 0-1,7 1 1,-4-1-112,-9 1 80,0-1-1,1 0 0,-1 1 0,0 0 1,1 0-1,-1 0 0,0 0 0,0 0 0,0 0 1,0 0-1,0 1 0,0-1 0,0 1 1,0-1-1,0 1 0,-1 0 0,1 0 0,-1 0 1,1 0-1,-1 0 0,2 4 0,20 51 76,-16-34-79,-1 1-1,-1 0 1,-1 0 0,-1 0 0,-1 0-1,-2 0 1,-3 44 0,1-56-96,0 1 0,-1 0 0,-1 0 0,0-1 0,0 0 0,-1 0 0,-1 0 0,0-1 0,-1 1 0,0-1 0,0-1 1,-1 0-1,-1 0 0,0 0 0,0-1 0,-12 9 0,3-4 122,0-2 1,-2 0-1,1-1 0,-1-1 1,-1 0-1,0-2 0,0-1 1,0 0-1,-1-2 0,0 0 1,0-1-1,-34 1 0,55-5-15,1 0 1,-1-1-1,1 1 0,-1 0 0,1 0 0,0 0 0,-1 0 1,1 0-1,-1 0 0,1-1 0,0 1 0,-1 0 0,1 0 1,-1-1-1,1 1 0,0 0 0,-1-1 0,1 1 0,0 0 1,0-1-1,-1 1 0,1 0 0,0-1 0,0 1 0,-1-1 1,1 1-1,0 0 0,0-1 0,0 1 0,0-1 0,0 1 1,0-1-1,0 1 0,0-1 0,0 1 0,0 0 0,0-1 1,0 0-1,4-18 33,0 13 68,0 0 0,0 1 1,0-1-1,1 1 0,0 0 0,0 1 0,0-1 0,1 1 0,-1 0 0,1 0 0,0 0 0,13-4 0,3-2 625,1 1 0,35-9 1,-44 14-211,1 1 0,-1 1 0,1 0 0,0 1 0,0 0 0,22 3 0,-29-1-242,-1 0 1,1 1-1,-1 0 1,1 0-1,-1 0 1,0 1-1,0 1 1,0-1-1,0 1 1,-1 0 0,1 0-1,-1 1 1,0 0-1,5 6 1,3 3 224,-7-5-189,1-1 1,1 0 0,0 0-1,13 9 1,-17-15-326,0 1-1,-1-1 0,1 0 1,0-1-1,0 1 0,0-1 1,0 0-1,1 0 1,-1-1-1,0 0 0,0 0 1,10-1-1,-8 0-406,-1 0 1,1 0-1,-1-1 0,1 0 0,-1 0 1,1-1-1,-1 0 0,0 0 0,9-7 1,26-22-6460,-20 9 206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7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2225,'0'0'10637,"21"-13"-7209,28 7-1119,-40 5-2217,-1-1 0,1 1-1,0 0 1,0 1 0,0 0 0,0 1-1,0-1 1,11 4 0,-18-3-89,-1-1 0,0 1-1,0 0 1,0 0 0,0 0 0,0 0 0,0 0 0,0 0 0,0 0-1,0 0 1,0 0 0,0 0 0,-1 1 0,1-1 0,-1 0 0,1 0-1,-1 1 1,1-1 0,-1 1 0,1-1 0,-1 0 0,0 1 0,0-1-1,0 1 1,0-1 0,0 0 0,0 1 0,0-1 0,-1 2-1,1 0 48,-1 0-1,1 0 0,-1-1 0,1 1 0,-1 0 0,0-1 0,0 1 0,0-1 0,-1 1 0,1-1 0,-1 1 0,1-1 0,-1 0 1,-2 3-1,-74 48 938,112-38-1441,-29-13 453,-1 0 0,1 0 0,-1 0 0,1 1 0,-1 0 0,0 0 0,0 0-1,0 0 1,-1 0 0,1 1 0,-1 0 0,0 0 0,0 0 0,0 0 0,0 0 0,-1 0 0,0 1-1,3 5 1,-2 1 19,1 1 0,-1-1 0,-1 1 0,0 0 0,0 0-1,-1 20 1,-2-29 58,0-1 1,0 0-1,0 0 0,0 0 0,0-1 1,-1 1-1,1 0 0,-1 0 0,0-1 1,1 1-1,-1-1 0,0 1 0,0-1 1,0 0-1,0 0 0,0 0 0,0 0 1,0 0-1,0 0 0,0 0 0,0-1 1,-1 1-1,1-1 0,-4 1 0,-62 8 2209,68-11-3934,0 2 1316,0-1 1,0 1-1,0 0 0,0-1 1,0 1-1,0 0 1,0-1-1,0 1 0,1 0 1,-1 0-1,0-1 0,0 1 1,0 0-1,1 0 1,-1-1-1,0 1 0,0 0 1,1 0-1,-1-1 0,0 1 1,0 0-1,1 0 1,-1 0-1,0 0 0,0-1 1,1 1-1,-1 0 0,0 0 1,1 0-1,-1 0 1,0 0-1,1 0 0,-1 0 1,1 0-1,11 0-5384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7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3698,'0'0'11981,"9"0"-10468,294-25 3994,-223 16-4809,-41 3-509,31-1 33,-179 10-7642,27 7-2192,36-3 3220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07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2769,'0'0'12918,"122"18"-10485,-75-18-688,1 0-224,-1 0-449,-6 0-479,-14 0-321,-7 0-128,-6-3-144,-7 1 0,-7 0-1953,-21 2-704,-19 0-2162,-15 0-4337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2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24 1761,'3'3'12329,"1"9"-12068,-5-6-196,1-1 0,-1 1 0,-1-1 0,1 1 1,-1-1-1,0 0 0,0 0 0,0 0 1,-1 0-1,0 0 0,0 0 0,-6 6 0,-51 54 420,37-43-422,19-19 100,-11 13-229,1 0-1,-21 28 1,14-1 1294,14 7 4228,7 22-5232,0-71-222,1 0-1,-1-1 1,1 1-1,-1-1 0,1 1 1,-1-1-1,1 1 0,0-1 1,-1 1-1,1-1 1,0 1-1,-1-1 0,1 0 1,0 1-1,-1-1 0,1 0 1,0 0-1,0 0 1,-1 1-1,1-1 0,0 0 1,0 0-1,-1 0 1,1 0-1,1-1 0,31 3 65,-21-2-42,9 1 11,-1 1 0,30 6-1,-45-7-31,1 1-1,-1-1 0,0 1 0,0 0 0,0 0 0,0 1 0,0 0 0,-1-1 0,1 1 0,-1 1 0,0-1 1,0 1-1,0 0 0,6 7 0,10 7-2,-18-16 9,0-1 1,0 0-1,0 1 1,0-1 0,0 1-1,0 0 1,-1-1-1,1 1 1,-1 0-1,1 0 1,-1 0 0,0 0-1,1 0 1,-1 1-1,0-1 1,1 3 0,1 45 211,-2-38-101,0 0-1,-1 0 1,0 0 0,-2 18 0,1-26-102,-1 1 1,1-1 0,-1 0 0,1 1-1,-1-1 1,0 0 0,-1 0 0,1 0 0,-1 0-1,0-1 1,0 1 0,0 0 0,0-1-1,0 0 1,-7 5 0,1-3-15,0 1 0,0-1 0,0 0 1,-1-1-1,0 0 0,0 0 0,0-1 0,0-1 0,-15 3 0,-8-2 4,-53 0-1,80-3-7,2 0-10,0 0 0,0 0 0,0-1 0,0 1 0,0-1 0,0 0 0,0 0 0,0 0 0,1-1 0,-1 1 0,0-1 0,1 0 0,-1 0 0,1 0 0,-1 0 0,1-1 0,0 1 0,0-1 0,0 0 0,1 0-1,-1 0 1,1 0 0,-1-1 0,1 1 0,0 0 0,-3-8 0,1-2-29,0 1 1,1-1-1,1 1 0,0-1 0,0 0 0,2 0 0,0-13 0,0 24 23,1 0 0,-1 1-1,1-1 1,0 0-1,-1 1 1,1-1 0,0 0-1,0 1 1,0-1-1,1 1 1,-1-1 0,0 1-1,0 0 1,1 0-1,-1-1 1,1 1 0,2-1-1,34-21-157,-24 15 49,71-45-587,-47 31 398,64-48 0,-94 63 286,-1 0-1,1-1 0,-1-1 1,-1 1-1,0-1 0,0 0 1,0 0-1,-1-1 0,-1 0 1,1 1-1,-2-2 0,5-17 1,-2-1 42,-2 0 1,-1 0-1,-1-45 0,-3 65 16,-1 0 0,-1 0 0,0 0 0,0 1 0,-1-1 0,0 1 0,0-1 0,-1 1 0,0 0 0,-1 1 0,1 0-1,-2-1 1,-8-7 0,14 14 6,1 0-1,-1 0 0,0 0 0,1 1 0,-1-1 1,0 0-1,1 1 0,-1-1 0,0 0 1,0 1-1,0-1 0,1 1 0,-1 0 0,0-1 1,0 1-1,0-1 0,0 1 0,0 0 1,0 0-1,0 0 0,0 0 0,0-1 1,0 1-1,0 0 0,0 1 0,0-1 0,0 0 1,0 0-1,-13 19 43,5-4-5865,2-10-1713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3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7443,'0'0'5990,"26"-7"-5590,85-26-277,-95 29-41,1 1 1,-1 0 0,1 1 0,-1 1 0,1 0-1,18 2 1,5 1 346,-38-2-410,0 0-1,1 0 0,-1 0 1,0 1-1,0-1 1,0 1-1,0-1 1,0 1-1,0 0 0,0 0 1,0 0-1,0 0 1,-1 0-1,1 0 1,0 1-1,0-1 0,-1 0 1,1 1-1,-1 0 1,0-1-1,1 1 1,-1 0-1,0 0 0,0-1 1,0 1-1,0 0 1,0 0-1,0 0 1,-1 0-1,1 0 0,0 4 1,-1-1 7,1-1 0,-1 1 1,1 0-1,-1 0 0,-1 0 1,1 0-1,-1 0 0,0-1 1,0 1-1,0 0 0,-1-1 1,1 1-1,-1-1 0,-4 7 1,-6 7 141,-2-1-1,0-1 1,-1 0 0,-1-1 0,-21 17 0,16-15 714,1 1-1,-34 40 1,53-57-830,-1 1 0,1-1 1,0 1-1,0 0 0,-1-1 1,1 1-1,0 0 0,1 0 0,-1 0 1,0 0-1,1 0 0,-1-1 0,1 1 1,-1 0-1,1 1 0,0-1 0,0 0 1,0 0-1,0 0 0,0 0 1,1 3-1,0-4 15,0 1 0,0-1 0,0 1 0,0-1 0,0 0 0,1 1 0,-1-1 0,1 0 0,-1 0 0,1 0 0,-1 0 0,1 0 0,-1 0 0,1 0 0,0-1 0,0 1 0,-1 0 1,4 0-1,11 1 387,0 0 0,1 0 0,-1-2 0,19-1 0,-19 1-63,21-2 77,-1-1 1,42-9-1,-46 7-280,-32 5-284,0 0 1,0 0 0,0-1 0,0 1 0,0 0-1,-1 0 1,1 0 0,0 0 0,0 0-1,0 0 1,0 0 0,0 0 0,0 0-1,0 0 1,0 0 0,0 0 0,0-1-1,0 1 1,0 0 0,0 0 0,0 0-1,-1 0 1,1 0 0,0 0 0,0 0 0,0-1-1,0 1 1,0 0 0,0 0 0,0 0-1,0 0 1,0 0 0,0 0 0,0 0-1,1-1 1,-1 1 0,0 0 0,0 0-1,0 0 1,0 0 0,0 0 0,0 0-1,0 0 1,0 0 0,0 0 0,0-1 0,0 1-1,0 0 1,0 0 0,0 0 0,1 0-1,-18-6-4698,7 2 748,-10-7-4950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3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 5186,'0'0'13238,"1"5"-12288,1 6-629,0 0 0,0 0 0,-1 1 0,0-1 0,-1 0 0,-1 1 0,0-1 0,0 0 1,-1 0-1,0 0 0,-7 19 0,-20 37-95,28-62-231,-1 0 0,1 0 1,0 0-1,0 1 0,0-1 1,1 0-1,0 0 0,0 0 1,0 1-1,0-1 0,1 0 1,1 5-1,-1-8 5,0-1-1,0 1 1,1-1-1,-1 0 1,0 1-1,1-1 1,-1 0-1,0 0 1,1 0-1,0 0 1,-1 0-1,1 0 1,-1-1-1,1 1 1,0 0-1,0-1 1,-1 1-1,1-1 1,0 0-1,0 1 1,2-1-1,45 1 6,-40-1 9,28 2 62,-23-1-131,1-1 0,-1 0 0,27-3 0,-40 2 6,0 1 0,0 0 0,0 0 0,0-1 0,0 1 0,0 0 0,-1-1 0,1 1 0,0-1 0,0 1 0,0-1 0,0 1 0,0-1 0,-1 0 0,1 0 0,0 1 0,-1-1 0,1 0 0,0 0 0,-1 0 0,1 1 0,-1-1 0,1 0 0,-1 0 0,0 0 0,1 0 0,-1-1 0,1-17-7027,-1 12 2342,0 0-1866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4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7075,'0'0'13158,"-75"124"-11685,75-104-801,0 1-512,0-3-160,0 2-48,14 3-320,6 2-1185,7-3-1216,7-2-2049,13-4-1857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4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2497,'0'0'18120,"156"5"-17303,-109-5-273,1 0-416,-14 0-128,-14 0 0,-13 0-272,0 0-544,-35 4-6260,1 3 866,-6 0-1522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6755,'0'0'11157,"149"11"-10068,-109-11-465,8 0-576,-1 0-48,-13-4-864,7-10-2066,-14 1-3345,-7-5-2673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5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0 3906,'0'0'14180,"-2"5"-12758,-10 35 1418,-20 45 0,2-9-904,11-27-1197,9-23-534,0 0 1,-11 55 0,15-44-446,-5 33 575,8-23-4667,16-58-14212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15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0 8660,'0'0'9954,"-1"16"-7681,-6 10-1749,-1-1 0,-1-1 0,-1 0 0,-1 0 0,-1-1 0,-2 0 0,-17 23 1,-8 17-71,11-18-268,-50 97 78,71-127-272,1 0 0,1 1-1,0 0 1,1-1 0,1 2 0,0-1 0,-1 27 0,4-38-7,0 0 0,0 0 0,1-1 0,-1 1 1,1 0-1,0 0 0,0 0 0,0-1 0,1 1 1,3 6-1,-3-8 1,1 0 1,-1 0 0,1 0-1,0-1 1,0 1 0,0-1-1,0 0 1,0 0 0,0 0-1,0 0 1,1 0 0,-1-1-1,1 0 1,5 2 0,5 1-36,1-1 1,0 0 0,0-1-1,0-1 1,0 0 0,0-1-1,21-3 1,-35 2 52,1 1 0,-1-1 0,1 1-1,0-1 1,-1 0 0,1 1 0,-1-1 0,0 0 0,1 0 0,-1 0 0,0 0 0,1 0-1,-1-1 1,0 1 0,0 0 0,0-1 0,0 1 0,0 0 0,0-1 0,-1 1 0,1-1 0,0 1-1,-1-1 1,1 0 0,-1 1 0,1-1 0,-1 0 0,0 1 0,0-1 0,0 0 0,0 1-1,0-4 1,0 1 33,0 1-1,-1-1 0,1 0 0,-1 0 1,1 0-1,-1 1 0,-1-1 0,1 0 1,0 1-1,-1-1 0,0 1 0,0 0 1,0-1-1,-2-2 0,-6-3 33,-1 1 1,1 0-1,-1 0 0,-1 1 0,1 1 1,-1 0-1,-1 0 0,-15-4 0,-8-1 219,-63-12-1,80 20 143,1 1-1,-33 1 1,53 9-708,3-4 49,0 0 0,0-1 0,0 0 0,0 0-1,1 0 1,-1 0 0,1-1 0,-1 0 0,1 0 0,0 0 0,11 1 0,31 3-4068,-6-5-4443,-8-1-3156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1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153 123 2353,'0'0'1969,"1"-7"-1950,0-4-43,1-2 200,-1-1 0,2 1 0,0 0 0,0 0 0,1 0 0,6-12 0,-7 29 2435,-3 13-1456,-5 20 492,-115 390 8649,73-189-8749,46-217-1431,1-19-105,0 0 0,0 1 0,0-1 0,0 0 0,0 0 0,0 1 0,-1-1 0,1 0 0,-1 0 0,0 0 0,1 0 0,-3 4 0,-1 7-1233,9-20-4815,19-19 8,-17 20 4235,7-10-3387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1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40 5298,'0'0'10234,"-6"-2"-9126,-38-4 844,41 6-1869,1 0 0,0 0 0,-1 0-1,1 1 1,0-1 0,-1 1-1,1 0 1,0-1 0,0 1 0,-1 0-1,1 1 1,0-1 0,0 0-1,0 0 1,0 1 0,1-1-1,-1 1 1,0 0 0,-2 3 0,-13 19 61,-1 1 24,0 1 0,-15 30 1,29-48-168,1 1 1,0-1-1,0 0 1,0 1 0,1 0-1,0-1 1,1 1-1,0 0 1,0 0 0,1 0-1,0 0 1,1 10-1,0-16-24,0 0 1,0 0-1,1-1 0,-1 1 0,0 0 0,1-1 0,0 1 1,-1-1-1,1 0 0,0 0 0,0 1 0,0-1 0,1 0 0,-1-1 1,0 1-1,1 0 0,-1-1 0,1 1 0,0-1 0,-1 0 1,1 0-1,0 0 0,0 0 0,0 0 0,0-1 0,-1 1 1,1-1-1,0 0 0,3 0 0,-1 1 9,-1-1 0,1 0 1,-1 0-1,1 0 0,-1-1 0,1 0 1,-1 1-1,0-1 0,1-1 0,-1 1 0,0-1 1,0 0-1,0 0 0,0 0 0,0 0 1,0-1-1,-1 1 0,6-6 0,-1-2 42,-1-1-1,0 0 1,0 0-1,-1 0 1,-1-1-1,0 0 1,-1-1-1,0 1 1,3-20-1,-2-3 565,-2 0-1,-2-42 1,-1 70-425,0 6-156,0-1 0,0 1 0,0-1 1,0 1-1,0-1 0,0 1 0,0-1 0,0 1 0,0-1 0,-1 1 0,1 0 0,-1-1 1,1 1-1,-1 0 0,0-1 0,1 1 0,-1 0 0,0 0 0,0-1 0,0 1 0,0 0 0,0 0 1,0 0-1,0 0 0,0 0 0,-1 0 0,1 1 0,0-1 0,0 0 0,-1 1 0,1-1 1,0 1-1,-1-1 0,1 1 0,-1-1 0,1 1 0,-1 0 0,1 0 0,-1 0 0,1 0 0,-1 0 1,1 0-1,0 0 0,-1 0 0,1 1 0,-2 0 0,-2 0-171,-1 0 0,1 1 0,0 0 0,0 0 0,0 1 0,0-1 0,1 1 0,-1 0 0,1 0 0,0 0 0,-6 7 0,-8 21-3168,14-7-2292,4-12-73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2.3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700 4 6003,'0'0'14430,"-7"-1"-13723,3 1-620,1-1-54,0 0-1,0 1 1,-1 0 0,1 0-1,0 0 1,0 0 0,-1 0-1,1 0 1,0 1-1,0 0 1,0-1 0,0 1-1,0 0 1,0 1 0,0-1-1,0 1 1,0-1 0,-4 4-1,0 2-29,0-1 0,1 1 0,0 0-1,1 1 1,0-1 0,0 1 0,0 0 0,1 1-1,0-1 1,1 1 0,0 0 0,0-1 0,1 1-1,0 1 1,0-1 0,1 0 0,0 0 0,1 0-1,0 1 1,1-1 0,2 16 0,-2-23-26,0 0 1,-1 0 0,1 0-1,0 0 1,1-1 0,-1 1 0,0 0-1,0 0 1,1-1 0,-1 1-1,1-1 1,-1 1 0,1-1-1,0 1 1,0-1 0,-1 0 0,1 0-1,0 0 1,0 0 0,0 0-1,0-1 1,0 1 0,0-1-1,1 1 1,-1-1 0,0 0 0,0 1-1,0-1 1,4-1 0,-3 1-38,1 0 0,0 0 0,-1 0 0,1-1 0,-1 1 0,1-1 0,-1 0 0,1 0 0,-1-1 0,1 1 0,-1-1 0,0 0 0,0 1 0,0-1 0,0-1 0,5-3 0,2-6 8,-4 7 13,-1-1 1,0 0 0,0 0-1,0 0 1,-1-1 0,0 1-1,0-1 1,-1 0 0,0 0 0,0 0-1,0-1 1,-1 1 0,0 0-1,1-14 1,-3 20 692,-16 21-260,-18 29-407,1 2 0,3 1 0,-34 82 0,-51 177 41,54-134 221,53-156 249,0-1 1,-1 0 0,-1-1 0,-1 0 0,-24 30 0,33-47-311,-1 1-1,0-1 1,1 0 0,-1 0-1,0-1 1,0 1 0,-1-1-1,1 1 1,0-1 0,0 0-1,-1 0 1,1-1 0,-1 1-1,1-1 1,0 1 0,-1-1 0,1 0-1,-1-1 1,1 1 0,-1 0-1,-4-2 1,0 0-16,0 0 1,-1 0-1,1-1 1,0 0 0,1 0-1,-1-1 1,-10-6-1,3-1-65,0-1-1,0-1 1,1 0-1,0-1 0,2-1 1,-1 0-1,2 0 1,0-1-1,1-1 1,-9-17-1,18 30-399,-1 0 0,1 0 0,0 0 0,0 0-1,0 0 1,1 0 0,-1-7 0,1 8-433,0 1 0,0-1 0,0 1 0,1-1 0,-1 1 0,1-1 0,-1 1 0,1-1 0,0 1 0,0 0 0,0-1-1,0 1 1,1 0 0,-1 0 0,0 0 0,1 0 0,0 0 0,-1 0 0,1 0 0,3-2 0,21-12-7723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3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1 176,'0'0'15967,"9"0"-14902,2 0-710,-1 0 0,1 1 0,20 4 1,-28-4-346,0 0 0,-1-1 1,1 1-1,0 0 0,0 1 1,-1-1-1,1 0 0,-1 1 1,1 0-1,-1-1 0,0 1 1,0 0-1,0 0 1,0 0-1,0 0 0,0 1 1,0-1-1,-1 1 0,1-1 1,1 4-1,-2-3 8,0-1 1,-1 1-1,1 0 1,-1 0-1,1-1 0,-1 1 1,0 0-1,0 0 1,0 0-1,0 0 1,-1-1-1,1 1 0,-1 0 1,0 0-1,0-1 1,0 1-1,0 0 1,0-1-1,0 1 0,-1-1 1,1 0-1,-1 1 1,0-1-1,-1 2 0,-7 6 134,0-1 0,0-1 0,0 1 0,-13 6 0,-14 12 520,30-21-559,4-4-44,-1 1 0,1-1 0,-1 1-1,1 0 1,0 0 0,0 1 0,0-1 0,1 0-1,-1 1 1,1 0 0,0-1 0,0 1-1,0 0 1,0 0 0,1 0 0,-1 1-1,1-1 1,0 0 0,1 0 0,-1 6 0,3-9 8,0 0 1,0 0-1,0 0 1,1 0-1,-1-1 1,0 1-1,0-1 1,1 0-1,-1 0 1,0 0-1,1 0 1,-1 0-1,1 0 1,2-1-1,-2 1 52,29 1 146,-1-2-1,1-1 1,-1-1 0,0-2 0,42-12 0,-62 15-187,-15 2-5376,-2 0-2118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4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25 576,'0'0'8020,"6"-9"-4216,97 9-657,132-13-2033,-227 12 1353,-4-1-7249,-15 3-5517,-3 3 6668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5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 1793,'0'0'7622,"0"1"-7266,0-1 0,0 1-1,1 0 1,-1-1 0,0 1 0,0-1 0,0 1-1,0-1 1,1 1 0,-1-1 0,0 0-1,1 1 1,-1-1 0,0 1 0,1-1 0,-1 1-1,0-1 1,1 0 0,-1 1 0,1-1 0,-1 0-1,0 0 1,1 1 0,0-1 0,39 2 680,1-1 1,-1-3 0,41-6 0,61-2-3258,-128 5-17359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48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351 48 224,'0'0'8476,"-28"0"-5416,18 1-2576,-1 0 0,1 1-1,-1 0 1,1 1 0,0 0 0,0 1 0,-17 8-1,-62 40 2013,77-43-2309,1 2 0,0-1 0,1 1 0,0 1 0,0 0 0,2 1 1,-1-1-1,2 2 0,0-1 0,0 1 0,1 0 0,1 0 0,-5 20 1,6-19-64,1 0 1,1 1 0,0-1 0,2 0 0,-1 1 0,2-1 0,0 1-1,0-1 1,8 28 0,-3-34-47,0 0 0,0 0-1,1 0 1,0-1 0,0 1-1,1-2 1,1 1 0,-1-1 0,1-1-1,13 9 1,18 15 185,-38-29-260,0 1 1,0-1-1,0 0 0,0 0 1,0 0-1,0 0 1,1 0-1,-1 0 0,0 0 1,0-1-1,1 1 0,-1-1 1,0 0-1,1 0 1,-1 1-1,1-2 0,-1 1 1,4 0-1,-1-2 34,0 1-1,0-1 0,1 0 1,-1 0-1,0 0 1,0-1-1,7-5 1,6-5 79,-2-1 0,0-1 0,15-18 0,-27 30-120,7-10 15,0 0 1,-1 0-1,0-1 0,-1 0 0,13-28 0,-14 23-27,0 0 0,-2-1 0,0 0 0,-2 0 0,4-35 0,-2-105 579,-7 156-514,-1 0 0,0 0 0,0 1 0,0-1 1,-1 1-1,1-1 0,-1 1 0,0 0 0,0 0 0,0 0 0,-1 1 0,-3-4 1,-10-10 173,13 11-80,0 1 0,0-1 1,-1 0-1,0 1 1,0 0-1,0 0 0,0 1 1,-1-1-1,-10-4 1,7 5 136,0 1 1,0 0 0,0 1-1,-1 0 1,1 0 0,-13 1-1,9 0-752,20 0-3073,7 0-6727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50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1 1056,'0'2'15646,"1"3"-11197,-4 32-3486,-62 178 2511,30-41-1569,29-148-1265,-1 0 0,-16 39 0,7-18 49,9-20 131,0-2-4728,-8 0-6995,2-6 1851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59.6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 3474,'0'0'8828,"2"6"-7836,1 5-542,-1 0 1,0 0-1,0 0 1,-2 0-1,1 0 0,-1 0 1,-1 1-1,0-1 0,-4 18 1,-32 107 1795,27-103-1683,-130 327 1830,134-347-628,4 0-5920,6-12-1678,8-11 1597,13-12-238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3:59.9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0 2897,'0'0'11776,"-19"14"-9201,-61 44-1137,75-54-1359,0 1 0,1-1 0,0 1 0,0-1 1,0 1-1,1 0 0,-1 1 0,1-1 0,0 1 0,1-1 0,-1 1 0,1 0 1,0 0-1,1 0 0,-1 0 0,1 0 0,0 0 0,1 0 0,0 0 1,0 1-1,0-1 0,2 12 0,-1 8-138,-1-24 44,1-1 1,-1 1 0,1 0-1,-1 0 1,1 0 0,-1-1-1,1 1 1,0 0 0,0-1 0,0 1-1,0-1 1,0 1 0,0-1-1,1 1 1,-1-1 0,0 0-1,1 0 1,-1 1 0,1-1-1,-1 0 1,1 0 0,0-1-1,-1 1 1,1 0 0,0 0-1,-1-1 1,1 1 0,0-1 0,0 0-1,0 1 1,0-1 0,2 0-1,0 0-17,0 1 0,0-1-1,0 0 1,0 0-1,1 0 1,-1-1 0,0 0-1,0 1 1,0-2 0,-1 1-1,1 0 1,0-1 0,0 1-1,6-5 1,-5 1 42,0 0 0,-1 0-1,1 0 1,-1-1 0,0 0 0,-1 0 0,1 0 0,-1 0-1,0 0 1,-1-1 0,1 0 0,-1 1 0,1-9-1,-1 4 54,0 0 0,-1-1 0,0 1 0,0 0 0,-2-1 0,1 1-1,-4-18 1,3 27-74,1 1 0,-1 0 0,1 0 0,-1-1 0,0 1-1,1 0 1,-1 0 0,0 0 0,0-1 0,0 1 0,0 0 0,0 0-1,0 0 1,0 1 0,0-1 0,0 0 0,0 0 0,-1 1 0,1-1-1,0 0 1,-1 1 0,1-1 0,0 1 0,-1 0 0,1-1 0,0 1-1,-1 0 1,1 0 0,-1 0 0,1 0 0,0 0 0,-1 0 0,1 0 0,-2 1-1,1-1-220,1 0 0,-1 1 0,1-1 0,-1 0-1,1 1 1,-1-1 0,1 1 0,-1 0 0,1-1 0,-1 1-1,1 0 1,0 0 0,0 0 0,-1 0 0,1 0-1,0 0 1,0 0 0,0 0 0,0 1 0,0-1 0,0 0-1,1 1 1,-1-1 0,0 1 0,0-1 0,1 0-1,-1 1 1,1-1 0,0 1 0,-1 2 0,1 12-5347,0 0-1384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0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693 17 6675,'0'0'3868,"-21"-3"-1528,0 0-1581,-3-1 661,0 1 1,0 0-1,-1 2 0,-45 4 0,66-2-1338,0-1-1,0 1 1,0 0 0,0 0-1,0 0 1,1 1 0,-1-1 0,0 1-1,1 0 1,0 0 0,-1 0-1,1 1 1,0-1 0,0 1 0,0-1-1,0 1 1,1 0 0,-1 0-1,1 1 1,0-1 0,-3 6 0,1 0-106,2 0 0,-1 0 1,1 0-1,1 1 0,-1-1 1,2 0-1,-1 18 1,2-25-25,-1 0 1,1 0 0,0 1-1,0-1 1,0 0 0,0 0-1,0 0 1,0 0-1,0-1 1,1 1 0,-1 0-1,0 0 1,1-1 0,0 1-1,-1-1 1,1 1 0,0-1-1,0 0 1,0 0 0,0 0-1,0 0 1,0 0 0,0 0-1,0 0 1,0-1 0,0 1-1,1-1 1,-1 1 0,4-1-1,11 3-204,0-1-1,28-1 0,-45-1 260,7 0-21,-1-1-1,0 0 1,0-1 0,0 1-1,0-1 1,0 0 0,0-1-1,0 1 1,-1-1 0,1 0-1,-1-1 1,0 1-1,0-1 1,0 0 0,8-8-1,-30 32 2,1 0 0,1 2 0,1 0 0,1 1 0,2 0 0,0 0-1,-12 40 1,-51 194 62,50-140 66,17-74 295,-2 1 0,-1-2 0,-3 1-1,-32 71 1,43-109-206,-1-1 0,1 1 0,-1-1 0,0 0 0,0 0 0,-1 0 0,1 0 0,-1-1 0,0 0 0,0 1 0,0-1 0,0-1 0,-1 1 1,1 0-1,-1-1 0,1 0 0,-9 2 0,8-3-88,1 0 0,0-1 0,-1 0 0,1 0 0,-1 0 0,1-1 0,0 1 0,0-1 0,-1 0 0,1 0 0,0 0 0,0-1 0,0 0 0,0 1 0,0-1 0,0-1 0,1 1 0,-1 0 0,1-1 1,-6-5-1,-35-34 218,21 19-301,0 2-1,-35-25 1,58 46-143,-1 0 0,1-1 1,-1 1-1,1 0 0,-1-1 1,1 1-1,-1-1 0,1 1 1,-1-1-1,1 1 0,0-1 1,-1 1-1,1-1 0,0 0 1,-1 1-1,1-1 0,0 1 1,0-1-1,-1 0 0,1 1 0,0-1 1,0-1-1,12-17-12324,-3 5 6192,-8 5 1258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2.5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3 4210,'0'0'11085,"41"-2"-10125,-40 2-939,1 1 0,0-1 0,-1 1 0,1 0-1,-1 0 1,1 0 0,-1 0 0,1 0 0,-1 0-1,0 0 1,1 0 0,-1 0 0,0 1-1,0-1 1,0 0 0,0 1 0,0-1 0,0 1-1,0 0 1,-1-1 0,1 1 0,0-1-1,-1 1 1,0 0 0,1 0 0,-1-1 0,0 1-1,0 0 1,0-1 0,0 1 0,0 0 0,0 2-1,-3 63 215,1-63-177,1 0 0,-1 0 0,0 1 0,1-1 0,-2 0 0,1 0 0,0-1 0,-1 1 0,0 0 0,0-1 0,0 0 0,-5 4 0,-50 39 754,29-24-340,11-8 34,7-6-134,0 1 1,1-1-1,0 2 1,1 0 0,0 0-1,-13 18 1,22-28-340,0 1 0,0-1 0,0 0 0,-1 1 0,1-1 0,0 0 0,0 0 0,0 1 0,0-1 0,0 0 0,0 1 0,0-1 0,0 0 0,0 1 0,0-1 0,0 0 0,0 1 0,0-1 0,0 0 0,0 1 0,0-1 0,0 0 0,0 1 0,0-1 0,0 0 1,0 0-1,1 1 0,-1-1 0,0 0 0,0 0 0,0 1 0,0-1 0,1 0 0,-1 0 0,0 1 0,0-1 0,1 0 0,-1 0 0,1 1 0,18 4 1111,30-5 448,-41-1-1325,56 1 1710,-44 0-1977,-42 0-3748,22 0 3466,-1 1 0,1-1 0,0 0 1,-1 0-1,1 0 0,-1 0 0,1 0 1,-1 0-1,1 0 0,-1 0 0,1 0 1,-1-1-1,1 1 0,-1 0 0,1 0 1,-1 0-1,1 0 0,0-1 0,-1 1 1,1 0-1,-1-1 0,1 1 0,0 0 0,-1 0 1,1-1-1,0 1 0,-1-1 0,1 1 1,0 0-1,0-1 0,-1 1 0,1-1 1,0 1-1,0-1 0,0 1 0,0 0 1,0-1-1,-1 1 0,1-1 0,0 1 1,0-1-1,0 1 0,0-1 0,0 1 0,0-1 1,0 1-1,1-1 0,-1 0 0,0-12-8807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3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103 157 1105,'0'0'12320,"2"-14"-10591,6 1-1477,2 1 1,-1 1 0,1 0 0,1 0 0,0 1-1,0 0 1,18-11 0,-22 16-238,0 0-1,0 0 1,0 1 0,1 0-1,-1 0 1,1 1 0,0 0-1,0 1 1,1-1 0,-1 1-1,17-1 1,-24 4-9,0 1 1,0-1-1,0 1 1,-1 0-1,1-1 1,0 1-1,-1 0 1,1-1-1,-1 1 1,1 0-1,-1 0 1,0-1-1,1 1 1,-1 0 0,0 0-1,0-1 1,-1 1-1,1 0 1,0 0-1,-1 2 1,0 5 29,1 9-8,-2 0-1,0 1 0,-1-1 1,-1 0-1,0 0 1,-2-1-1,0 0 0,-1 1 1,0-2-1,-2 1 0,0-1 1,0-1-1,-2 0 1,0 0-1,-1-1 0,0 0 1,-1-1-1,0 0 0,-1-1 1,-1-1-1,0 0 1,-22 11-1,33-20-25,0 0 0,0 0 1,-1 0-1,1-1 0,0 1 0,-1-1 1,1-1-1,-1 1 0,1 0 0,-1-1 0,1 0 1,-6-1-1,8 1 11,1 0 0,-1 0 0,0-1-1,1 1 1,-1-1 0,1 1 0,-1-1 0,1 1 0,-1-1 0,1 0 0,0 0 0,-1 0 0,1 0-1,0 0 1,0 0 0,-1 0 0,1 0 0,0 0 0,0-1 0,0 1 0,0 0 0,1-1-1,-1 1 1,0 0 0,1-1 0,-1 1 0,1-1 0,-1 0 0,1 1 0,-1-1 0,1 1 0,0-1-1,0 0 1,0-1 0,0 2 30,0 0 0,0 0 1,1 0-1,-1 0 0,0 0 0,0 0 0,1 0 0,-1 0 0,0 1 0,1-1 0,-1 0 1,1 0-1,0 0 0,-1 0 0,1 1 0,-1-1 0,1 0 0,0 1 0,0-1 0,-1 0 1,1 1-1,0-1 0,0 1 0,0-1 0,1 1 0,34-8 1246,43 13 1872,-50 1-1959,0 1 0,55 22 0,-54-17-321,1-1 1,49 10 0,14-7 1428,-92-1-2310,8-10-2875,14-6-12805,-5-8 4733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4.3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33 896,'0'0'12377,"3"0"-10366,160-7 7042,82-16-6106,-231 20-6275,-33 3-315,-35 4-5406,20 6 1050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4.6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1 105 4578,'0'0'19657,"135"11"-18296,-94-11-673,0-7-384,-7-2-208,-7-2-96,6-3 0,-5 5-704,-1-4-833,7-1-1520,6-1-1281,1-8-3954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5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4 2977,'0'0'13140,"0"0"-13083,0 0 0,0 0 0,0-1 0,0 1 1,0 0-1,0 0 0,0 0 0,0 0 0,0 0 1,0-1-1,0 1 0,-1 0 0,1 0 0,0 0 0,0 0 1,0 0-1,0 0 0,0-1 0,0 1 0,0 0 1,-1 0-1,1 0 0,0 0 0,0 0 0,0 0 0,0 0 1,0 0-1,-1 0 0,1 0 0,0 0 0,0 0 1,0 0-1,0 0 0,0 0 0,-1 0 0,1 0 0,0 0 1,0 0-1,0 0 0,0 0 0,-1 0 0,1 0 1,0 0-1,0 0 0,0 0 0,0 0 0,0 0 0,0 0 1,-1 0-1,1 0 0,0 0 0,0 0 0,0 1 1,0-1-1,0 0 0,0 0 0,0 0 0,-1 0 0,1 1 1,-5 9 746,1 1 1,0-1-1,0 1 1,1 1-1,0-1 1,1 0 0,1 1-1,-1 12 1,-4 19 774,-52 401 2820,53-404-4504,1 79 0,4-116 75,-14 2-20956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7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25 1185,'0'0'9281,"0"-4"-7541,0-12 12,0 12-138,0 7-130,-2 15-650,-1 0 1,-1 0 0,0 0-1,-10 23 1,-1 6-107,-73 362 800,87-405-2478,-4 21 2098,5-19-5079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7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70 9092,'0'0'12019,"-7"6"-11477,3-3-511,0-1 0,1 1 0,0 0 0,-1 0 0,1 0 1,1 0-1,-1 1 0,0 0 0,1-1 0,-1 1 0,1 0 1,0 0-1,1 0 0,-1 0 0,1 0 0,0 0 0,-1 1 1,2-1-1,-1 0 0,1 1 0,-1 7 0,1 10-53,-1-12 31,1-1 1,0 0-1,0 1 1,1-1-1,3 14 0,-3-21-38,-1 0 0,1-1 1,0 1-1,0 0 0,0 0 0,0 0 0,0-1 0,0 1 0,0 0 0,1-1 0,-1 1 0,0-1 0,1 0 0,-1 1 0,1-1 0,0 0 0,-1 0 0,1 0 0,0 0 0,0 0 0,0-1 0,0 1 0,-1 0 0,1-1 0,0 1 0,0-1 0,0 0 0,0 0 0,0 0 0,3 0 0,-2 0-9,-1 0 1,1 0 0,0-1-1,-1 1 1,1-1-1,-1 0 1,0 0 0,1 0-1,-1 0 1,0 0 0,1 0-1,-1-1 1,0 1-1,0-1 1,0 1 0,0-1-1,0 0 1,-1 0-1,1 0 1,0 0 0,-1 0-1,0 0 1,1 0-1,-1-1 1,0 1 0,0 0-1,0-1 1,0 1-1,-1-1 1,1 1 0,0-5-1,1-10 178,0 0 0,0 1 0,-3-32 0,0 25-63,1 15 44,0 0 1,-1 0 0,0 0 0,-1 0 0,0 0 0,0 0 0,0 1-1,-8-15 1,9 20-122,0 0 0,0 0-1,0 0 1,0 0-1,-1 1 1,1-1 0,-1 0-1,1 1 1,-1-1 0,0 1-1,1-1 1,-1 1 0,0 0-1,0 0 1,0 0 0,0 0-1,0 0 1,0 0-1,0 1 1,0-1 0,-1 1-1,1-1 1,0 1 0,0 0-1,-1 0 1,1 0 0,0 0-1,0 0 1,0 0 0,-1 1-1,1-1 1,0 1 0,0-1-1,0 1 1,0 0-1,0 0 1,-3 2 0,3-2-195,0 0 1,0 0-1,1 0 1,-1 1-1,1-1 0,-1 0 1,1 1-1,-1-1 1,1 1-1,0 0 1,0-1-1,0 1 0,0 0 1,0 0-1,0 0 1,0 0-1,0 0 1,1-1-1,-1 1 1,0 4-1,0 27-7815,1-15 878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8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769 55 3362,'0'0'14705,"-21"-9"-12795,-70-28-800,88 36-1067,1 0 0,-1-1 0,0 1 0,0 0 0,-1 0 0,1 1 0,0-1 0,0 1 1,0-1-1,0 1 0,-1 0 0,1 0 0,0 1 0,0-1 0,0 1 0,0-1 0,-1 1 0,1 0 0,0 0 0,0 0 0,1 1 0,-1-1 0,0 1 0,0 0 1,1-1-1,-1 1 0,1 0 0,-1 1 0,1-1 0,0 0 0,0 1 0,0-1 0,0 1 0,0 0 0,1-1 0,-3 7 0,1-2-122,1 1 0,0-1 0,0 1-1,1 0 1,-1 0 0,2-1 0,-1 1 0,2 0 0,-1 0-1,1 0 1,3 15 0,-3-21-19,0-1 1,0 1-1,0-1 1,0 0-1,1 1 1,-1-1-1,0 0 1,1 0-1,-1 0 1,1 0-1,-1 0 1,1 0-1,0 0 0,-1 0 1,1 0-1,0-1 1,0 1-1,-1-1 1,1 0-1,0 1 1,0-1-1,0 0 1,0 0-1,3 0 1,45-3-752,-46 2 900,-1 0-1,1 0 1,-1-1-1,0 1 1,1-1 0,-1 0-1,0 0 1,0 0-1,0-1 1,-1 1 0,1-1-1,0 1 1,-1-1-1,0 0 1,0 0 0,0 0-1,0 0 1,0-1-1,0 1 1,-1 0 0,0-1-1,1 1 1,-1-1-1,-1 1 1,1-1 0,0 0-1,-1-7 1,0 11 328,0 2-129,-1 8-251,0-1-1,-1 1 1,0-1 0,0 0-1,-1 0 1,-5 11-1,-7 21 10,-57 262-15,-25 79-571,93-370 585,0-1-1,0 0 0,-2 0 0,1-1 0,-1 0 0,-13 18 0,15-24 114,0 0 0,0 0-1,0 0 1,0 0 0,-1-1 0,1 0-1,-1 0 1,0 0 0,0 0 0,0-1-1,0 0 1,-1 0 0,1 0 0,-1-1-1,1 1 1,-7-1 0,-5 1 227,1-1-1,0-1 1,-1-1 0,1-1 0,0 0 0,0 0-1,0-2 1,0 0 0,1-1 0,0-1 0,-20-9-1,23 8-235,2 1 0,-1-2 0,1 1-1,0-2 1,0 1 0,1-1 0,0-1-1,1 1 1,0-1 0,1-1-1,0 0 1,0 0 0,1 0 0,1-1-1,-5-13 1,7 15-382,0 0-1,1 0 0,0-1 1,1 1-1,1-1 1,-1 1-1,2 0 0,-1-1 1,4-15-1,-2 24-465,0 0-1,0 0 1,0 0-1,0 0 1,0 0-1,0 0 0,1 0 1,-1 1-1,1-1 1,-1 1-1,1 0 1,0 0-1,0 0 1,-1 0-1,1 0 1,0 1-1,0-1 1,5 1-1,1-2-1795,24-6-6023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09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1 3586,'0'0'16090,"20"0"-13860,-12 0-2155,0 1 0,0 1 0,0-1 0,-1 2 0,1-1 0,0 1 0,-1 0 0,0 0 0,1 1 0,11 8 0,-17-11-65,0 0 0,0 0 0,0 0 0,0 1 0,-1-1 0,1 1 0,-1-1 0,1 1 1,-1 0-1,1-1 0,-1 1 0,0 0 0,0 0 0,0 0 0,0 0 0,0 0 0,0 0 0,0 0 0,-1 0 0,1 1 0,-1-1 0,0 0 0,1 0 0,-1 0 0,0 1 0,0-1 0,-1 0 0,1 0 1,0 0-1,-1 1 0,1-1 0,-1 0 0,0 0 0,0 0 0,0 0 0,0 0 0,0 0 0,0 0 0,0 0 0,-1-1 0,1 1 0,-1 0 0,-1 1 0,-8 7 221,0 0-1,-1-1 1,0-1-1,-14 8 1,-35 27 940,60-43-1153,0 0 0,1 1 0,-1-1 1,0 0-1,0 1 0,1-1 0,-1 1 0,0-1 0,1 1 0,-1 0 0,1-1 1,-1 1-1,1-1 0,-1 1 0,1 0 0,-1 0 0,1-1 0,0 1 0,-1 0 1,1 0-1,0 0 0,-1-1 0,1 1 0,0 0 0,0 0 0,0 0 0,0 0 1,0-1-1,0 1 0,0 0 0,0 0 0,0 0 0,1 0 0,-1-1 0,0 1 1,0 0-1,1 0 0,-1 0 0,0-1 0,1 1 0,-1 0 0,1-1 0,-1 1 1,1 0-1,0-1 0,-1 1 0,1-1 0,-1 1 0,1 0 0,0-1 0,0 1 1,3 1 73,0-1 0,-1 1 1,1-1-1,0 0 1,0 0-1,0 0 0,0 0 1,7-1-1,90 0 2381,-100 0-1491,0-14-17229,5-1 5674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1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323 12 1185,'0'0'8769,"4"-3"-7686,-1 1-1997,8-5 4063,-11 7-3035,0 1 1,0-1 0,0 0-1,0 0 1,0 1 0,0-1-1,0 0 1,0 0 0,0 0-1,0 1 1,0-1-1,0 0 1,0 0 0,0 1-1,0-1 1,0 0 0,0 0-1,0 1 1,0-1-1,0 0 1,0 0 0,0 1-1,0-1 1,1 0 0,-1 0-1,0 0 1,0 1 0,0-1-1,0 0 1,1 0-1,-1 0 1,0 0 0,0 1-1,0-1 1,0 0 0,1 0-1,-1 0 1,0 0 0,0 0-1,1 0 1,-1 0-1,0 0 1,0 0 0,1 1-1,-1-1 1,0 0 0,0 0-1,1 0 1,-1 0 0,0 0-1,1-1 1,-12 17 125,0-2-1,-1 0 1,-1 0 0,0-1 0,-15 12-1,-10 10-76,-77 81 885,114-114-1033,-1 0 0,1 1 0,0-1 0,0 0 0,0 1 0,0-1 0,1 1 0,-1-1-1,0 1 1,1-1 0,0 1 0,0-1 0,0 1 0,0-1 0,0 1 0,0 0 0,1 3 0,0 9 148,-1-14-125,0 1 21,0 1 1,0-1-1,0 1 1,-1-1-1,1 1 1,-1-1 0,0 1-1,1-1 1,-1 1-1,0-1 1,-2 2 0,-1 4-2,-1-1 0,0 0 1,-1 0-1,0 0 0,-10 8 1,10-9 45,0-1 1,1 1-1,0 0 0,0 0 0,0 1 1,-7 12-1,12-18-100,0-1 1,-1 1-1,1 0 1,-1-1-1,1 1 0,0 0 1,-1-1-1,1 1 1,0 0-1,0-1 1,-1 1-1,1 0 0,0 0 1,0-1-1,0 1 1,0 0-1,0 0 0,0-1 1,0 1-1,0 0 1,0-1-1,1 1 0,-1 0 1,0 0-1,0-1 1,1 1-1,-1 0 0,0-1 1,1 1-1,-1 0 1,0-1-1,2 2 0,23 0-10,-11-3 62,412-1 1947,-425 3-1926,1-1-1,-1 1 0,1-1 1,-1 1-1,1-1 0,-1 1 1,1 0-1,-1 0 0,0 0 1,1 0-1,-1 0 0,0 0 1,0 0-1,0 1 0,0-1 1,2 2-1,-2-1-39,0-1 0,0 0 0,0 0 0,0 1 1,0-1-1,0 0 0,0 0 0,0 0 0,1 0 0,-1 0 0,1-1 1,-1 1-1,0 0 0,1-1 0,-1 1 0,3 0 0,-3-1 14,-28 0-9582,19 0 3823,-4-4-425,-2-8-452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1.9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1 3618,'0'0'14649,"-8"16"-12264,-17 51 1648,-29 122-1,-7 21-2098,58-198-2074,4-16-1068,-1-21-2310,-5 13 1062,-9-17-12410,7 18 7668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3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0 2065,'0'0'12619,"-21"4"-10658,-60 11-198,61-11 1047,169-3 2256,-2 0-3377,144 1-1310,-325-3-3745,-40 6-856,-27 25-7204,48-16 3433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3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1 111 6067,'0'0'18216,"122"2"-17111,-95-2-433,0 0-128,7 0-336,-7-2-192,7-7-16,6 0-640,-6-7-1377,7-4-1985,-1-7-3041,1-3-4658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4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41 2913,'0'0'11459,"0"-5"-4615,4-3-5146,18 1-1644,0 1-1,0 1 1,1 2-1,-1 0 1,1 1-1,0 1 1,28 3-1,-18-2 10,-32 0-60,-1 0-1,1 0 0,0 0 0,-1 0 1,1 0-1,-1 0 0,1 1 0,-1-1 1,1 0-1,-1 0 0,1 0 0,-1 1 1,1-1-1,-1 0 0,1 1 0,-1-1 1,1 0-1,-1 1 0,1-1 1,-1 1-1,0-1 0,1 1 0,-1-1 1,0 1-1,1-1 0,-1 1 0,0-1 1,0 1-1,0-1 0,1 1 0,-1-1 1,0 2-1,-2 26 136,0-21-85,0 1 0,0-1 0,-1 1 0,0-1 0,-6 8 0,-24 27 451,-1-1-1,-52 45 0,48-49-180,1 1 0,-36 50 0,70-84-253,1 0 1,0 1-1,0-1 1,1 1-1,-1 0 1,1-1-1,0 1 1,0 0-1,0 0 0,1-1 1,-1 1-1,1 0 1,1 5-1,-1-8-5,23 0 570,113 2 433,232-23 1,-371 25 1737,-14 2-9334,3-8 203,-5 0-4005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6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 4322,'0'0'8401,"2"3"-7256,1 3-786,-1 0 1,0 0-1,0-1 0,0 1 1,-1 0-1,0 1 1,0-1-1,-1 0 1,1 0-1,-1 0 0,-1 0 1,1 0-1,-1 1 1,0-1-1,-2 6 1,-6 19 691,-20 53 0,9-31-255,-53 205 1084,30-97-1884,39-140 736,4-15-4689,4-20-17211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6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0 5891,'0'0'11818,"-9"20"-9867,-29 63-756,36-77-1029,-1 0 1,1 0 0,0 0-1,0 1 1,1-1-1,0 1 1,0-1 0,0 1-1,1-1 1,0 1-1,2 12 1,-1-16-140,0 0 0,0 0 0,0 0 0,0 1 0,1-1 0,-1 0 0,1 0 0,0-1 0,0 1 0,0 0 0,0-1 0,1 1 0,-1-1 0,1 1 0,-1-1 0,6 3 0,0-1-82,0-1-1,1 0 0,-1 0 0,1-1 1,-1 0-1,1 0 0,0-1 0,-1 0 1,1-1-1,0 0 0,0 0 0,0-1 0,-1 0 1,11-2-1,-15 2 24,1-1 0,-1 1 0,0-1 0,1 0 0,-1 1 0,0-2 0,0 1 0,-1 0 0,1-1 0,0 0 0,-1 0 0,0 0 0,1 0 0,-1-1 0,0 1 0,-1-1 0,1 0 0,-1 1 0,0-1 0,1-1 0,1-5 0,0-1 57,-1-1 0,0 0 0,0 0 0,-1 0 1,-1 0-1,1-23 0,-2 34-4,0-1 1,-1 0 0,1 0-1,0 0 1,-1 1 0,1-1-1,-1 0 1,1 1 0,-1-1 0,0 0-1,0 1 1,0-1 0,0 1-1,0-1 1,0 1 0,0-1-1,0 1 1,-1 0 0,1-1-1,0 1 1,-1 0 0,-2-1-1,-1-1 11,1 1-1,-1 0 0,0 0 0,0 1 0,0 0 0,0-1 0,0 2 0,-7-2 0,3 2-45,1-1-1,-1 1 0,1 1 0,-1 0 1,1 0-1,-1 0 0,1 1 0,0 0 1,0 1-1,-10 4 0,15-5-144,0 0 0,0 0-1,0 0 1,0 0 0,1 0 0,-1 1-1,1-1 1,0 1 0,-3 3 0,0 6-3089,4 1-3760,1-8-956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7.0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913 1 3490,'0'0'17770,"-18"5"-17172,-55 22-104,70-26-474,0 1-1,0 0 1,1 0 0,-1 0 0,0 0 0,1 1 0,-1-1 0,1 1 0,0-1 0,0 1 0,0 0 0,0 0 0,1 0 0,-1 0 0,1 0 0,0 0 0,0 1 0,0-1 0,0 0 0,-1 6 0,0 1 19,0-5-62,1-1 0,0 1 0,0-1 0,0 1 0,0 0-1,1-1 1,0 1 0,0 0 0,0 0 0,1-1-1,1 9 1,-1-11-31,0 0 1,0 0-1,0 0 0,1-1 0,-1 1 0,0-1 1,1 1-1,-1-1 0,1 1 0,0-1 0,-1 0 1,1 0-1,0 0 0,0 0 0,0 0 0,0 0 0,0 0 1,0 0-1,0-1 0,0 1 0,0-1 0,0 0 1,0 0-1,0 1 0,1-1 0,-1-1 0,4 1 1,6 0-94,0-1 1,0 0 0,0-1 0,0-1 0,0 1 0,18-8 0,-24 7 140,0 1 0,0-1 1,0 0-1,0-1 1,-1 1-1,1-1 0,-1 0 1,0-1-1,0 1 0,-1-1 1,1 0-1,-1 0 0,6-11 1,-38 57 2167,-24 44-2267,18-8 240,4 1 1,-22 89 0,-37 98 233,81-248-159,0 0 1,0 0-1,-2-1 1,0 0-1,-1-1 0,0 0 1,-18 17-1,21-25 50,0 0 0,0-1 0,-1 0 0,0 0 0,0-1-1,-1 0 1,1 0 0,-1-1 0,0 0 0,0-1 0,0 0 0,-1-1 0,1 0-1,-15 1 1,6-2-42,1-1-1,-1 0 0,0-2 1,0 0-1,1-1 0,-1 0 1,1-2-1,0 0 0,0-1 1,1-1-1,0-1 0,-33-19 1,-152-110-226,203 137-173,-1 0-1,0 0 1,0 0 0,1 0 0,-1-1 0,0 1 0,0 0 0,0 0 0,1 0 0,-1 0 0,0 0 0,0 0 0,0 0 0,1-1 0,-1 1-1,0 0 1,0 0 0,0 0 0,0 0 0,0-1 0,1 1 0,-1 0 0,0 0 0,0-1 0,0 1 0,0 0 0,0 0 0,0 0-1,0-1 1,0 1 0,0 0 0,0 0 0,0-1 0,0 1 0,0 0 0,0 0 0,0 0 0,0-1 0,0 1 0,0 0 0,0 0 0,0-1-1,0 1 1,0 0 0,0 0 0,-1 0 0,1-1 0,0 1 0,0 0 0,0 0 0,0 0 0,0 0 0,-1-1 0,1 1 0,0 0 0,0 0-1,0 0 1,-1 0 0,1 0 0,0 0 0,0-1 0,0 1 0,-1 0 0,1 0 0,0 0 0,0 0 0,-1 0 0,1 0 0,0 0 0,23-5-4811,-13 3 1646,23-10-5644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18.5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4578,'0'0'9741,"28"0"-7775,19-2-823,-24 1-655,-1 0-1,40 5 1,-60-3-466,0 0 0,-1 0 0,0 0 0,1 0 0,-1 0 0,0 0 1,1 0-1,-1 0 0,0 0 0,0 1 0,0-1 0,0 1 0,0-1 0,0 1 0,0-1 0,-1 1 0,1-1 0,0 1 0,-1-1 0,1 1 0,-1 0 0,0 0 0,0-1 0,1 1 0,-1 0 0,0-1 0,-1 1 0,1 0 0,0 2 0,-1 3 89,1-1 0,-1 1 1,0-1-1,0 0 0,-1 1 0,1-1 0,-4 8 0,-4-2 49,1 0 0,-2 0 0,1 0 1,-1-2-1,-1 1 0,0-1 0,-1-1 0,-17 12 0,-41 36 982,69-55-1038,29-1 405,-6-1 96,5 1-76,1-1 0,-1-2-1,1 0 1,-1-2 0,42-12 0,-68 16-534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2.3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21 656,'0'0'4109,"9"-9"247,-5 3 2837,-8 4-7124,0 1 0,1 0 0,-1 1 0,0-1 0,0 1-1,0-1 1,0 1 0,1 0 0,-1 1 0,-6 0 0,-10 0 163,14-1-160,-1 0 0,1 1 0,-1 0 0,1 0 0,-1 0 0,1 1 0,0 0 0,0 0 0,-1 0 0,2 1 0,-1 0 1,-7 5-1,9-5-61,1-1 1,0 1-1,0 0 1,0 0-1,1 0 1,-1 1-1,1-1 1,-1 1 0,1-1-1,0 1 1,1 0-1,-1 0 1,1-1-1,-1 1 1,1 0-1,0 1 1,1-1-1,-1 0 1,1 0 0,0 6-1,0-8-16,0 1 1,1-1-1,0 1 0,-1 0 1,1-1-1,0 0 1,0 1-1,1-1 0,-1 0 1,0 1-1,1-1 0,-1 0 1,1 0-1,0 0 0,0 0 1,0-1-1,0 1 0,3 2 1,49 29-7,-34-22 22,-14-8-11,101 67 56,-98-63-73,0 0 0,0 1 1,0 0-1,-1 1 0,0 0 0,-1 0 0,0 1 0,8 14 0,-13-22 9,-1 0 0,0 1 0,0-1 0,0 1 0,0-1 0,0 1 0,0-1 0,-1 1 0,1-1 0,-1 1 0,0-1 0,0 1 0,0 0 0,0-1 0,0 1 0,0 0 0,-1-1 0,1 1 0,-1-1 0,0 1 0,0-1 0,0 1 0,0-1 0,0 1 0,0-1 0,-1 0 0,1 0 0,-1 0 0,0 0 0,1 0 0,-1 0 0,0 0 0,0 0 0,0-1 0,0 1 0,-1-1 0,1 0 0,0 1 0,-4 0 0,-9 4 39,-1 0-1,1-2 0,-1 0 1,0 0-1,-18 0 0,29-3-39,-24 2 57,-55-1 0,82-2-42,0-1 0,0 1-1,0-1 1,0 0-1,0 1 1,0-1-1,1 0 1,-1 0 0,0 0-1,1-1 1,-1 1-1,1 0 1,-1 0 0,1-1-1,-1 1 1,1-1-1,0 0 1,0 1-1,0-1 1,0 0 0,0 1-1,0-1 1,0 0-1,1 0 1,-1 0-1,1 0 1,-1 0 0,1 0-1,0 0 1,-1-2-1,1-1 14,-1 0-1,1 0 1,-1 0-1,1 0 1,1 0-1,-1 0 1,1 0-1,0 0 1,0 0-1,0 0 1,4-8-1,0 6 8,1-1-1,0 0 1,0 1-1,1 0 0,-1 1 1,1 0-1,1 0 1,-1 0-1,12-6 1,84-43 378,-66 37-236,-27 13-71,2 0 2,-1-1-1,0-1 0,0 1 0,17-16 0,-25 19-22,-1 1 0,1-1-1,-1 0 1,0 0-1,0 0 1,0 0 0,0 0-1,-1 0 1,1-1-1,-1 1 1,0 0 0,0-1-1,0 1 1,0-1 0,-1 0-1,1 1 1,-1-1-1,0 1 1,0-1 0,0 0-1,-2-5 1,2 7-43,-1 0 0,0 0 0,1 1 0,-1-1 0,0 0 0,0 0 0,0 0 0,0 1 0,-1-1 0,1 1 0,0-1 0,-1 1 0,1 0 0,-1-1 0,1 1 1,-1 0-1,0 0 0,1 0 0,-1 0 0,0 0 0,0 0 0,-2 0 0,-48-11 122,41 10-102,-37-5 438,-1 3-1,-1 1 0,-71 6 0,118-3-440,2 0-32,0 0 0,-1 0 0,1 0 0,0-1 0,0 1 0,0 0 0,0 0 0,0 1 0,0-1 0,0 0 0,0 0 0,0 0 0,0 1 0,0-1 0,0 1 0,0-1 0,0 1 0,0-1 0,0 1 0,0-1 0,0 1 0,0 0 0,0 0 0,1-1 0,-1 1 0,0 0 0,0 0 0,1 0 0,-1 0 0,1 0 0,-1 0 0,1 0 1,-1 0-1,1 0 0,0 0 0,-1 0 0,1 0 0,0 1 0,0-1-41,1 0 1,-1-1-1,1 1 1,-1 0-1,1-1 1,-1 1-1,1-1 1,0 1-1,-1-1 1,1 1-1,0-1 1,-1 0-1,1 1 1,0-1-1,-1 0 1,1 1-1,0-1 1,0 0-1,-1 0 1,1 0-1,0 0 1,0 0-1,0 0 1,-1 0-1,2 0 1,30 2-940,-26-2 585,-5 0 351,98 1-5377,-32-3-1640,-6-6-2172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2.9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1 100 4402,'0'0'12688,"19"-4"-11583,354-77 3732,-328 68-5019,-40 11-1014,-28 8-828,1 1-1024,1 1 0,0 1 0,-23 14 0,11-5-2885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3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73 3570,'0'0'14582,"24"-2"-12575,33-1-140,72-15 1,-103 14-1387,-18 4-447,0-1 1,1-1-1,-1 1 1,0-1-1,-1-1 1,13-4 0,15-12-8978,-15 8 2057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4.1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51 1249,'0'0'13814,"0"-1"-13540,-1 0-1,1 0 1,-1 0 0,1 0 0,-1 0-1,1 0 1,0 1 0,-1-1 0,1 0-1,0 0 1,0 0 0,0-1 0,0 1-1,-1 0 1,1 0 0,1 0 0,-1-1-1,9-2 65,-1 0 0,1 1 0,1 0 0,-1 1 0,0-1 0,1 2 0,-1-1 0,1 1 0,14 1 0,-12-1-108,22-2 223,-16 1-278,0 0-1,1 1 1,-1 1 0,1 1-1,-1 1 1,20 4 0,-34-5-169,-1 0 1,1 1 0,-1-1 0,0 1 0,1 0 0,-1 0-1,0 0 1,0 0 0,0 1 0,-1-1 0,1 1 0,-1 0 0,1 0-1,-1 0 1,0 0 0,0 0 0,0 0 0,0 1 0,-1-1-1,1 0 1,-1 1 0,0 0 0,0-1 0,0 1 0,-1 0-1,1-1 1,-1 7 0,0-4 2,0-1 0,0 1 0,-1-1 0,0 1 0,0-1 0,0 1 0,0-1 0,-1 0 0,0 0 0,0 0 0,-1 0 0,1 0 0,-1 0 0,0 0 0,-1-1 0,1 0 0,-1 1 0,-5 4 0,-18 10 108,-1-1 0,0-1-1,-2-2 1,-52 20-1,79-33-90,24 1-509,0-1 0,28 0 0,-41-1 415,0 0 0,0 0 0,0 0 0,0 1-1,0 0 1,0 1 0,-1 0 0,1 0 0,-1 0 0,0 1 0,0 0 0,9 7 0,-12-8 57,0 1 1,0 0 0,0 0 0,-1 0 0,1 0 0,-1 0 0,0 1-1,0-1 1,0 1 0,-1 0 0,0 0 0,0 0 0,0 0-1,0 0 1,-1 0 0,0 1 0,0-1 0,0 1 0,-1 5 0,0-7 66,0 1 0,0 0 0,0-1 1,-1 1-1,1-1 0,-1 1 1,0 0-1,-1-1 0,1 0 1,-1 1-1,0-1 0,0 0 1,0 0-1,-1 0 0,1 0 0,-1 0 1,0-1-1,0 1 0,-1-1 1,1 0-1,-1 0 0,1 0 1,-1 0-1,0 0 0,0-1 1,0 0-1,-7 3 0,-16 8 595,-1-1 0,-1-1-1,0-2 1,0-1 0,0-1-1,-1-1 1,0-2 0,-1-1 0,-36-2-1,65-1-628,-1 0-2558,0 0 636,0 0 0,0 0-1,0 1 1,0-1 0,0 1-1,0-1 1,1 1 0,-5 2-1,0 5-5761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5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1 4082,'0'0'10615,"-11"10"-9222,1-2-1062,5-4-188,-1 0 1,1 0-1,1 0 1,-1 1-1,1 0 1,0 0-1,0 0 1,0 0-1,1 1 1,-1 0-1,1-1 1,1 1-1,-4 10 1,-7 36 978,-50 170 1955,-6 21-1951,67-234-795,0-4 615,1-2-3217,1 0-2690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5.6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9364,'0'0'10389,"-8"20"-9479,-24 62-238,29-76-611,0 1 0,1-1 0,0 1 0,0 0 0,0-1 0,1 1 0,0 0 0,1 0 0,0 0 0,0 0 0,0 0 0,1 0 0,1 9 0,-1-13-74,0-1 0,1 1 0,-1-1-1,1 0 1,-1 1 0,1-1 0,0 0 0,-1 0 0,1 0 0,0 0 0,1 0 0,-1-1 0,0 1 0,0-1 0,1 1 0,-1-1 0,1 0 0,-1 0 0,1 0 0,-1 0-1,1 0 1,0-1 0,0 1 0,-1-1 0,1 1 0,0-1 0,0 0 0,4-1 0,-4 1 16,-1-1 0,1 1 1,-1-1-1,1 0 0,-1 0 0,1 0 1,-1 0-1,0 0 0,1 0 0,-1-1 0,0 1 1,0-1-1,0 0 0,0 1 0,0-1 0,0 0 1,-1 0-1,1 0 0,-1-1 0,1 1 1,-1 0-1,0 0 0,0-1 0,0 1 0,0-1 1,0 1-1,1-6 0,0 1 34,0-1 0,-1 0 0,0 0 1,0 0-1,0 0 0,-1 0 0,-1 0 0,0-10 0,0 15-23,-1 1 0,1-1 0,-1 1-1,1-1 1,-1 1 0,0 0 0,0 0-1,0 0 1,0 0 0,0 0 0,0 0-1,0 1 1,-1-1 0,1 1 0,-1-1 0,1 1-1,-1 0 1,1 0 0,-1 0 0,0 1-1,0-1 1,1 0 0,-1 1 0,-3 0 0,-3-2-113,0 1 1,0 0-1,0 0 1,-1 1 0,1 1-1,-12 1 1,21-2-110,-1 1-1,0-1 1,0 1-1,0-1 1,0 1-1,1-1 1,-1 1-1,0-1 1,0 1-1,1 0 1,-1-1 0,0 1-1,1 0 1,-1 0-1,1 0 1,-1-1-1,1 1 1,0 0-1,-1 0 1,1 0-1,0 0 1,-1 0 0,1 0-1,0 0 1,0 0-1,0 0 1,0 0-1,0-1 1,0 3-1,0-2-189,0 0 0,0 0-1,0 0 1,1 0 0,-1 0 0,0 0-1,0 0 1,1-1 0,-1 1 0,1 0-1,-1 0 1,1 0 0,-1 0 0,1-1-1,-1 1 1,1 0 0,0-1-1,0 1 1,-1 0 0,2 0 0,22 8-6763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6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782 36 4482,'0'0'11309,"-22"-7"-9473,-73-19-697,92 26-1082,0-1-1,0 0 1,0 1 0,0 0 0,0 0-1,0 0 1,-1 0 0,1 0-1,0 1 1,0-1 0,0 1 0,0 0-1,0 0 1,0 0 0,1 0-1,-1 0 1,0 1 0,0-1 0,1 1-1,-1 0 1,1-1 0,-1 1 0,1 1-1,0-1 1,0 0 0,0 0-1,0 1 1,0 0 0,1-1 0,-1 1-1,-1 3 1,-5 6 132,6-9-162,-1 0 1,1 1-1,0-1 1,0 1-1,0 0 1,0 0 0,1 0-1,0 0 1,-1 0-1,1 0 1,1 0 0,-1 0-1,0 0 1,1 0-1,0 0 1,0 1 0,1-1-1,-1 0 1,1 0-1,-1 0 1,4 7-1,-3-7-55,1-1 0,0 1-1,1-1 1,-1 0 0,1 0-1,-1 0 1,1 0 0,0 0-1,0-1 1,0 1-1,1-1 1,-1 0 0,1 1-1,-1-2 1,1 1 0,-1 0-1,1-1 1,0 0 0,0 1-1,0-2 1,0 1 0,5 0-1,3 1-160,-1-1 0,0 0 0,1-1 0,-1 0 0,1-1 0,-1 0 0,0-1 0,1 0 0,13-5-1,-17 4 134,0-1 0,-1 0 0,0 0-1,0 0 1,0-1 0,0 0 0,-1-1-1,0 0 1,0 0 0,0 0-1,-1 0 1,0-1 0,5-8 0,-2-6 171,-8 21-107,0 0-1,0-1 1,0 1 0,0 0 0,0 0 0,0-1 0,0 1 0,0 0 0,0-1 0,0 1 0,0 0 0,-1 0 0,1-1 0,0 1 0,0 0 0,0 0 0,0-1 0,-1 1 0,1 0 0,0 0 0,0 0 0,0-1 0,-1 1-1,1 0 1,0 0 0,0 0 0,-1 0 0,1-1 0,0 1 0,0 0 0,-1 0 0,1 0 0,0 0 0,-1 0 0,1 0 0,-1 0 0,-1 0 12,-1 1-1,1-1 1,0 1 0,-1 0-1,1 0 1,-1 0 0,1 0-1,0 0 1,0 0 0,0 1-1,0-1 1,0 1 0,0-1-1,-3 4 1,-7 8 40,2 0 0,-1 1 1,2 0-1,0 1 0,0 0 0,1 0 0,1 1 1,1 0-1,0 0 0,1 0 0,-5 32 0,0 18-47,-3 111-1,13-157-1,-1 53-48,2-43 283,-1 0 0,-6 35 0,5-56 16,-1 1 1,-1-1 0,0 1 0,0-1-1,0 0 1,-1 0 0,-1-1-1,0 1 1,0-1 0,-11 14 0,11-18-93,0 1 1,-1-1-1,0 0 1,0-1 0,0 1-1,0-1 1,0-1-1,-1 1 1,0-1 0,1 0-1,-1 0 1,0-1-1,0 0 1,0 0 0,1-1-1,-10 0 1,0 0-31,-1 0 1,1-1-1,0-1 1,-1-1-1,-30-9 1,-69-35 60,-145-81 0,244 114-2462,17 13 2159,0 1-1,0 0 1,0-1 0,0 1-1,0-1 1,0 1 0,0 0-1,0-1 1,0 1 0,0 0-1,0-1 1,1 1 0,-1 0-1,0-1 1,0 1-1,0 0 1,0-1 0,1 1-1,-1 0 1,0-1 0,0 1-1,1 0 1,-1-1 0,0 1-1,0 0 1,1 0-1,-1 0 1,0-1 0,1 1-1,-1 0 1,1 0 0,44-13-7936,-19 8 3028,8-10-3650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7.4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35 2689,'0'0'8143,"2"-6"-7114,8-11-401,-9 8 3840,-1 9-4413,0 0 1,0 0-1,0-1 0,0 1 0,-1 0 0,1 0 1,0 0-1,0 0 0,0 0 0,0-1 0,-1 1 1,1 0-1,0 0 0,0 0 0,0 0 1,0 0-1,-1 0 0,1 0 0,0 0 0,0 0 1,0 0-1,-1 0 0,1 0 0,0 0 1,0 0-1,0 0 0,-1 0 0,1 0 0,0 0 1,0 0-1,0 0 0,-1 0 0,1 0 0,0 0 1,0 0-1,0 0 0,0 0 0,-1 0 1,1 1-1,0-1 0,0 0 0,0 0 0,0 0 1,0 0-1,-1 0 0,1 1 0,0-1 1,0 0-1,0 0 0,0 0 0,0 0 0,0 1 1,0-1-1,0 0 0,0 0 0,0 0 0,-1 1 1,-3 11 4843,37-10-3599,-28-2-1279,-1 0 1,1 0 0,-1 0-1,1 1 1,-1 0-1,1 0 1,-1 0-1,0 1 1,1-1 0,-1 1-1,7 4 1,-9-5-17,-1 1 0,1-1 1,-1 1-1,0-1 0,1 1 0,-1-1 1,0 1-1,0 0 0,0 0 0,0 0 0,0-1 1,-1 1-1,1 0 0,-1 0 0,1 0 1,-1 0-1,1 0 0,-1 0 0,0 0 1,0 0-1,0 0 0,0 0 0,-1 1 1,1-1-1,-1 0 0,1-1 0,-1 1 0,1 0 1,-2 3-1,-2 1 7,0 1 0,0-1 0,0 0 0,-1 0 0,0 0 0,0-1 0,0 0 0,-1 0 0,0 0 0,0-1 0,0 0 0,-10 6 0,-34 27 502,50-37-513,0 0 0,-1 0 1,1 0-1,0 1 1,0-1-1,-1 0 0,1 0 1,0 0-1,0 1 1,-1-1-1,1 0 0,0 1 1,0-1-1,0 0 1,0 0-1,-1 1 1,1-1-1,0 0 0,0 1 1,0-1-1,0 0 1,0 1-1,0-1 0,0 0 1,0 1-1,0-1 1,0 1-1,0-1 0,0 0 1,0 1-1,0-1 1,0 0-1,0 1 1,0-1-1,1 0 0,-1 0 1,0 1-1,0-1 1,0 0-1,0 1 0,1-1 1,-1 0-1,0 0 1,0 1-1,1-1 0,-1 0 1,0 0-1,0 0 1,1 1-1,-1-1 0,0 0 1,1 0-1,-1 0 1,0 0-1,1 0 1,-1 0-1,0 1 0,1-1 1,-1 0-1,0 0 1,1 0-1,-1 0 0,0 0 1,1 0-1,-1-1 1,25 3 28,-23-2-28,11 0-38,-8 0-18,0 1 0,0-2 0,0 1 1,0 0-1,0-1 0,0 0 0,7-2 1,4-10-3131,-3-12-4160,-6 5-1548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7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0 7668,'0'0'12197,"-68"152"-10548,54-103-257,-6 1-175,7-5-321,6-2-463,-7-7-289,8-4-112,-1-12-32,7-4-192,-7-5-753,7-6-1072,0-3-1712,-7-2-2962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8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307 0 9012,'0'0'13238,"-14"16"-11728,-1 1-1094,3-4-111,0 0 0,1 1 0,0 1 0,1 0 1,-8 17-1,-87 184 1943,95-189-2248,1-1 1,1 1-1,1 0 1,1 1-1,2 0 1,-1 44-1,5-69-44,1 0 0,-1 0-1,1 0 1,0 0 0,0 0 0,0-1-1,0 1 1,0 0 0,1-1 0,0 1-1,-1-1 1,1 1 0,0-1 0,0 0-1,0 0 1,0 0 0,0 0 0,1 0-1,-1 0 1,1 0 0,-1-1 0,1 0-1,0 1 1,-1-1 0,1 0-1,0 0 1,0 0 0,0-1 0,4 1-1,-2 1-31,0-1-1,1 0 1,-1-1-1,0 1 0,1-1 1,-1 0-1,1 0 0,-1-1 1,1 0-1,-1 0 0,0 0 1,0-1-1,1 1 1,-1-1-1,0 0 0,6-4 1,-7 2 70,0 0 0,0 0 0,0 0-1,-1 0 1,1-1 0,-1 0 0,0 1 0,0-1 0,-1 0 0,1-1 0,-1 1 0,0 0 0,-1-1 0,1 1 0,-1-1 0,0 1 0,0-1 0,-1 0 0,0 0-1,0 1 1,-1-9 0,1 11 28,-1 1-1,1-1 1,-1 1-1,1 0 1,-1-1-1,0 1 1,0-1-1,0 1 1,0 0-1,0 0 1,0 0-1,-1 0 1,1 0-1,-1 0 1,0 0 0,1 0-1,-1 0 1,0 1-1,0-1 1,0 1-1,0 0 1,0-1-1,0 1 1,-1 0-1,1 0 1,0 0-1,-1 0 1,1 1-1,-1-1 1,1 1-1,-3-1 1,-12-2 151,0 1 0,-1 1 0,-24 1 0,25 0-1,12 0-134,0 0 0,0 0 0,0 0 0,0 0 0,0 1 0,0 0 0,0 0 0,0 0 0,0 1 0,0 0 0,1 0 0,-1 0 0,1 0 0,-1 1 0,-6 5 0,10-8-44,1 0-1,0 1 1,0-1-1,-1 0 0,1 0 1,0 0-1,0 1 1,-1-1-1,1 0 1,0 0-1,0 0 0,0 1 1,0-1-1,0 0 1,-1 1-1,1-1 0,0 0 1,0 0-1,0 1 1,0-1-1,0 0 1,0 1-1,0-1 0,0 0 1,0 0-1,0 1 1,0-1-1,0 0 1,0 1-1,0-1 0,0 0 1,0 0-1,0 1 1,1-1-1,-1 0 0,0 0 1,0 1-1,0-1 1,0 0-1,0 0 1,1 1-1,-1-1 0,0 0 1,0 0-1,1 0 1,-1 1-1,0-1 0,0 0 1,1 0-1,-1 0 1,0 0-1,0 0 1,1 0-1,-1 1 0,0-1 1,0 0-1,1 0 1,-1 0-1,1 0 1,20 3-773,-20-3 645,76 3-5502,-26-5-1358,-4-4-3042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8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 9989,'0'0'10090,"16"0"-9082,39 0-201,-1-3 1,104-18-1,-105 5-1535,-50 16-606,-19 0-8593,-9 4 3305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28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8100,'0'0'17160,"115"30"-15848,-81-30-367,0 0-417,0 0-144,-1-2-304,-6-5-80,-13 0-768,-7 0-945,-7 0-768,0 1-2321,0-3-4787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30.1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23 2225,'0'0'12350,"5"-4"-10320,13-11-245,-14 11-75,-5 25 1866,1-11-2964,-4 7-153,-2 0 0,0-1 0,-1 0 0,0 0-1,-1 0 1,-1-1 0,-21 28 0,8-10-50,-162 271 356,124-216-821,60-88 24,1 1 0,-1-1 0,0 1 0,1-1 0,-1 1 0,1-1 0,-1 1 0,1-1 0,-1 1 0,1-1 0,-1 0 0,1 1 0,-1-1 0,1 0 0,-1 0 0,1 1 0,0-1 0,-1 0 0,1 0 0,-1 0 0,1 0 0,0 0 0,-1 0 0,1 0 0,0 0 0,-1 0 0,1 0 0,0 0 0,-1 0 0,2-1 0,30 2 100,-28-1-133,589 0 489,-591 0-240,-29-5-4423,21 6 3024,-7-1-3680,4-2-2676,-4-6-1428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30.6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0 7700,'0'0'12853,"-12"20"-10265,-34 65-589,41-73-1509,0 1 1,1 0 0,0 0 0,1 1 0,0-1 0,1 1 0,1-1 0,0 1 0,1 14-1,-1 16 359,-2-3-475,-1 0 0,-2-1 0,-2 1 0,-20 57 0,-11 21-374,38-116-260,0-1 0,0 1 0,0 0 0,0-1 0,1 1 0,-1 0 0,1-1 0,0 1 0,0 0 0,0 3 0,-2 21-3027,-4-31-4342,-2-1-2158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37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198 128 1217,'0'0'3655,"6"-20"-1492,23-62 60,-18 59-11,-11 23-2166,0 0 1,0 0 0,0-1 0,0 1 0,0 0-1,0 0 1,0 0 0,0 0 0,0 0 0,0 0-1,0 0 1,1-1 0,-1 1 0,0 0 0,0 0-1,0 0 1,0 0 0,0 0 0,0 0 0,0 0-1,1 0 1,-1 0 0,0 0 0,0 0 0,0 0-1,0 0 1,0 0 0,0 0 0,1 0 0,-1 0 0,0 0-1,0 0 1,0 0 0,0 0 0,0 0 0,0 0-1,1 0 1,-1 0 0,0 0 0,0 0 0,0 0-1,0 0 1,0 0 0,0 0 0,1 0 0,-1 0-1,0 0 1,0 0 0,0 1 0,0-1 0,0 0-1,0 0 1,0 0 0,0 0 0,0 0 0,0 1-1,3 18 2337,-4 0-1535,-1-1 0,0 1 0,-1 0 1,-1-1-1,-9 23 0,-40 92 1214,9-27-887,15-28-827,5-18-502,2 2 0,3 0 1,-15 89-1,34-150-28,0 1 0,-1-1-1,1 0 1,0 1 0,0-1-1,0 0 1,0 1 0,0-1-1,0 0 1,0 0 0,0 1-1,1-1 1,-1 0 0,0 0 0,1 1-1,-1-1 1,1 0 0,-1 0-1,1 0 1,0 1 0,0-1-1,-1 0 1,1 0 0,0 0-1,0 0 1,0-1 0,0 1-1,1 1 1,1-1-356,-1-1 0,1 1 1,0-1-1,-1 0 0,1 0 0,0 0 0,-1 0 1,1 0-1,0 0 0,-1-1 0,1 1 0,0-1 1,3-1-1,28-15-6935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38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0 6419,'0'0'8369,"-19"12"-5610,-62 41-900,76-49-1761,-1 0-1,1 1 1,0 0 0,1 0-1,-1 0 1,1 1-1,0 0 1,0 0-1,1 0 1,0 0 0,0 0-1,0 0 1,1 1-1,0 0 1,0-1 0,0 1-1,1 0 1,0 0-1,1 0 1,-1 0-1,1 0 1,1-1 0,-1 1-1,1 0 1,2 8-1,-2-13-99,0-1 0,1 1-1,-1-1 1,0 1 0,1-1-1,-1 1 1,1-1 0,0 0-1,-1 1 1,1-1 0,0 0-1,0 0 1,-1 0 0,1-1-1,0 1 1,0 0 0,0-1-1,0 1 1,0-1 0,0 0-1,0 1 1,0-1 0,4 0-1,52-3-74,-55 3 74,2 0-32,-1 0 0,0-1-1,0 0 1,0 0 0,1 0-1,-1 0 1,0 0 0,0-1-1,0 0 1,-1 0 0,1 0-1,0 0 1,-1-1 0,1 1-1,-1-1 1,0 0 0,0 0-1,0 0 1,0 0 0,-1-1 0,5-5-1,-4 0 20,0 1 1,0-1-1,0 1 1,-1-1-1,-1 0 0,1 0 1,-1 0-1,-1 0 0,0-10 1,0 17 22,0 0 0,0 0 0,-1 1 0,1-1 0,0 0 0,-1 0 0,0 0 0,1 1 0,-1-1 1,0 0-1,0 1 0,0-1 0,0 1 0,0-1 0,0 1 0,0-1 0,0 1 0,-1 0 0,1-1 0,0 1 1,-1 0-1,-1-1 0,-2-1 8,0 1 0,0 0 0,0 0 0,0 0-1,0 1 1,0-1 0,-10 0 0,-3 0 3,1 2-1,-1 0 0,-33 4 1,47-3-24,0 0-1,0 0 1,0 0 0,0 0 0,0 1 0,0 0 0,1 0 0,-1 0-1,1 0 1,-1 0 0,1 1 0,0-1 0,0 1 0,-3 4-1,4-5-177,0 0-1,1 0 0,-1 0 0,1 1 0,0-1 0,0 0 1,0 1-1,0-1 0,-1 6 0,2-5-313,-1-1 0,1 1 0,0-1 0,0 1 1,0-1-1,1 1 0,-1-1 0,1 1 0,-1-1 0,1 1 0,1 3 0,10 7-5561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38.6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793 1 11557,'0'0'1204,"-19"0"730,-64 1 752,77-1-2456,-1 1 1,1 0-1,0 0 0,0 0 0,-1 1 1,1 0-1,0 0 0,0 1 0,1-1 0,-1 1 1,0 0-1,1 1 0,0 0 0,0-1 0,0 2 1,-6 5-1,10-8-223,-1 0 0,1 0 0,-1 0 0,1 0 0,0 0 0,0 0 0,0 1 1,0-1-1,0 0 0,0 1 0,0-1 0,1 1 0,0-1 0,-1 1 0,1-1 0,0 1 0,0-1 1,0 1-1,0-1 0,1 1 0,-1-1 0,1 1 0,-1-1 0,1 0 0,0 1 0,0-1 0,0 0 1,0 1-1,1-1 0,-1 0 0,1 0 0,-1 0 0,1 0 0,0 0 0,-1-1 0,1 1 0,3 2 1,3 0-101,-1 0 1,0 0 0,1 0 0,0-1-1,0-1 1,0 1 0,0-1 0,0-1 0,0 1-1,1-1 1,-1-1 0,0 0 0,1 0 0,-1 0-1,14-3 1,-20 2 67,0 1 1,0-1-1,0 1 0,0-1 1,0 0-1,0 0 0,0 0 0,0 0 1,0 0-1,-1 0 0,1 0 0,0-1 1,-1 1-1,1-1 0,-1 1 1,1-1-1,-1 0 0,0 1 0,1-1 1,-1 0-1,0 0 0,0 0 1,-1 0-1,1 0 0,0 0 0,0 0 1,0-3-1,1-7 26,-1 1 1,1-1-1,-2-22 1,0 25 55,0 8 1,-9 8 284,-8 21-116,1 0 0,1 1 1,2 0-1,1 1 0,-8 32 1,-37 165 263,55-215-479,-30 165 146,-6 30 166,35-194-218,0-1-1,-1 1 0,0-1 1,-1-1-1,0 1 0,-1 0 1,0-1-1,-11 14 0,13-20 15,-1-1 0,1 0 1,-1 0-1,0 0 0,0 0 0,0-1 0,0 0 0,-1 0 0,1 0 1,-1-1-1,0 1 0,1-1 0,-1-1 0,0 1 0,-1-1 0,1 0 1,0-1-1,0 1 0,-7-2 0,0 1 8,-1-2 0,1 0-1,-1-1 1,1 0 0,0-1 0,0 0 0,0-1 0,1 0-1,0-1 1,0-1 0,-12-8 0,-18-14 202,-60-57 0,61 50-7,33 28-262,7 6-47,0 0 0,0 1 0,-1-1-1,1 1 1,0 0 0,-1-1 0,1 1-1,-1 0 1,0 0 0,1 0-1,-1 0 1,0 0 0,0 1 0,-3-2-1,4 2-105,2 1-72,-1 0 0,1 0 0,-1 0-1,1 0 1,0 1 0,-1-1 0,1 0 0,0 0 0,0 0 0,0-1 0,-1 1-1,1 0 1,0 0 0,0 0 0,0-1 0,1 1 0,-1 0 0,0-1 0,0 1-1,0-1 1,0 1 0,1-1 0,-1 0 0,0 0 0,0 1 0,1-1 0,1 0 0,37 4-5636,-5-4-1082,10 0-1878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40.0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5378,'0'0'7940,"19"-10"-6793,60-29-98,-77 38-928,0 0-1,-1 0 1,1 0 0,0 0 0,0 0 0,0 1 0,0-1 0,-1 1 0,1-1-1,0 1 1,0 0 0,0 0 0,0 0 0,0 0 0,0 0 0,3 1-1,-4-1-78,-1 1 0,1-1-1,-1 1 1,1 0-1,-1-1 1,1 1-1,-1-1 1,0 1-1,0 0 1,1-1-1,-1 1 1,0 0-1,0-1 1,0 1-1,1 0 1,-1-1 0,0 1-1,0 0 1,0 0-1,0-1 1,0 1-1,-1 0 1,1-1-1,0 1 1,0 0-1,0-1 1,-1 2-1,-21 42 1157,-85 88 1614,107-132-2787,-1 1-1,1-1 1,-1 1 0,1-1 0,-1 1-1,1 0 1,-1-1 0,1 1-1,0 0 1,0-1 0,-1 1-1,1 0 1,0-1 0,0 1-1,-1 0 1,1-1 0,0 1 0,0 0-1,0 0 1,0-1 0,0 1-1,0 0 1,1 0 0,-1-1-1,0 1 1,0 0 0,0-1-1,1 1 1,-1 0 0,0-1 0,1 1-1,-1 0 1,0-1 0,1 1-1,-1-1 1,1 1 0,-1-1-1,1 1 1,0 0 0,2 0 17,0 1 0,0-1 0,0-1 0,0 1 0,0 0 0,1-1 0,-1 0 0,0 1 0,0-1 0,3-1 0,9 0 109,-1 0 0,0-1 0,25-7 0,-23 3-269,27-11 508,-21 2-3260,-21 12-1308,-1-2-2252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41.3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62 2289,'0'0'10205,"12"-9"-8807,41-31-91,-51 39-1151,0-1-1,0 1 1,0 0 0,0-1 0,0 1 0,1 0-1,-1 0 1,0 1 0,1-1 0,-1 0-1,0 1 1,1 0 0,-1-1 0,1 1-1,-1 0 1,5 1 0,-5-1-75,-1 1 0,0-1-1,0 1 1,1 0 0,-1 0 0,0-1 0,0 1 0,0 0-1,0 0 1,0 0 0,0 0 0,0 1 0,0-1-1,0 0 1,0 0 0,-1 0 0,1 1 0,0-1 0,-1 0-1,1 3 1,1 6 240,0 0 0,0 0-1,-1 0 1,-1 0 0,-1 18-1,1-16 75,0 1-223,0 0 0,-1-1 1,-1 1-1,0-1 0,0 1 0,-1-1 0,-1 0 0,0 0 0,-1-1 0,0 1 0,-1-1 0,0 0 0,-1 0 0,0-1 1,-12 15-1,15-20-75,4-4-87,0 0 0,-1 0 0,1 0 0,-1 0 0,0 0-1,1 0 1,-1 0 0,0 0 0,1-1 0,-1 1-1,0 0 1,0-1 0,0 1 0,0 0 0,0-1 0,1 1-1,-1-1 1,0 0 0,0 1 0,-2-1 0,2 1 30,1-6 18,2-6-67,-1 1 0,2-1-1,-1 1 1,1 0 0,1-1-1,0 2 1,0-1 0,1 0-1,0 1 1,1 0 0,0 0-1,1 0 1,-1 1 0,12-11-1,2-1-132,1 0 0,1 2 0,0 0 0,32-18-1,-52 35 133,6-5-27,1 1 0,1 1 0,-1-1 0,18-5-1,-26 10 49,1-1-1,-1 1 0,0 0 1,1-1-1,-1 1 0,1 0 1,-1 0-1,0 0 0,1 0 1,-1 0-1,1 0 0,-1 1 1,0-1-1,1 0 0,-1 1 1,0-1-1,1 1 0,-1-1 1,0 1-1,1 0 0,-1-1 1,0 1-1,0 0 0,0 0 1,0 0-1,0 0 0,0 0 1,0 0-1,0 0 0,0 0 1,0 1-1,-1-1 0,1 0 1,-1 0-1,1 1 0,0-1 1,-1 0-1,0 1 0,1-1 1,-1 1-1,0-1 0,0 3 1,2 8 289,0 0 0,-1 0 1,0 1-1,-1-1 0,-1 1 1,0-1-1,-1 0 0,0 0 1,0 0-1,-1 0 0,-9 20 1,6-22 170,0 1 0,0 0 0,1 0 0,0 1 0,-5 20 0,7-12-3503,1 2-3805,0-13 1055,-9 2-2275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44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914 43 1473,'0'0'12771,"9"-7"-11354,28-22-12,-28 22 3680,-13 8-4923,1 0 0,0 1 0,0-1 0,0 1 0,0-1 0,0 1 0,1 0 0,-1 0 0,-3 3 0,-11 8 142,-218 94 508,71-35-762,-99 37-24,41-18-44,218-89 8,3-2 7,-1 0 1,0 1-1,1-1 0,-1 1 1,1 0-1,-1-1 0,1 1 1,0 0-1,-1 0 0,1 0 0,0 0 1,-1 0-1,1 0 0,0 0 1,0 1-1,0-1 0,0 0 1,0 1-1,0-1 0,0 0 0,1 1 1,-1-1-1,0 1 0,1 0 1,-1-1-1,1 1 0,0-1 0,-1 1 1,1 2-1,26-1 88,-5-5-66,-1 0 0,0-1 0,1-1-1,21-7 1,-20 4-2,-1 2-1,1 1 1,36-3-1,2 5-7,-4-1 41,0 2 0,0 3 0,0 2 0,93 19 0,-45 6 381,-25-5 887,1-4-1,149 19 1,-224-39-1251,4 1 370,-12-1 199,-1 0-465,-1 0 1,1 1-1,0-1 1,0 1-1,0 0 0,0 0 1,-1 0-1,1 1 0,1-1 1,-6 3-1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45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66 1905,'0'0'14414,"4"-4"-12855,-2 2-1418,-1 1 1,1 0 0,0-1 0,-1 1 0,1 0-1,0 0 1,0 0 0,0 0 0,0 0 0,0 0-1,0 0 1,0 1 0,0-1 0,0 1-1,0-1 1,0 1 0,0 0 0,1 0 0,-1 0-1,0 0 1,0 0 0,0 1 0,0-1 0,0 1-1,0-1 1,0 1 0,0 0 0,0 0 0,0 0-1,0 0 1,0 0 0,0 0 0,-1 0 0,1 1-1,0-1 1,-1 0 0,1 1 0,-1 0 0,2 1-1,8 11 209,0 1 0,-2-1 1,1 1-1,-2 1 0,0 0 0,-1 0 0,0 1 0,-2 0 0,0 0 0,-1 0 0,0 0 0,-1 1 0,-2 0 0,1 20 0,-2-35-332,-1-1 1,1 1-1,0 0 1,-1 0-1,0-1 1,0 1-1,0-1 1,0 1-1,0-1 1,0 1-1,-1-1 1,1 1-1,-1-1 1,1 0-1,-1 0 1,0 0-1,0 0 1,0 0-1,0 0 1,0-1-1,-1 1 1,1-1-1,0 1 1,-1-1-1,-4 2 1,1-1 17,0 0 0,0 0 0,0 0 0,0-1 0,0 0 0,-1 0 0,1-1 0,0 0 0,-1 0 1,-10-1-1,16 0-36,0 1 0,0-1 1,1 1-1,-1-1 1,0 1-1,0-1 1,1 1-1,-1-1 1,0 1-1,1-1 0,-1 0 1,1 0-1,-1 1 1,1-1-1,-1 0 1,1 0-1,-1 0 1,1 1-1,0-1 1,-1 0-1,1 0 0,0 0 1,0 0-1,0 0 1,0 0-1,0-1 1,-1-32 9,1 25-14,0 2 2,1 0 0,-1 0 0,1 0 0,0 0 0,1 0 0,-1 0 0,1 1-1,1-1 1,-1 0 0,1 1 0,1 0 0,-1-1 0,1 1 0,0 1 0,0-1 0,0 0-1,1 1 1,8-7 0,13-12-42,1 2 0,1 1 0,1 1 0,0 1 0,2 2 0,0 1 0,1 1 0,0 2 0,58-16 0,-85 28 41,44-9 3,-48 10 3,0 0 0,1 0 0,-1-1 0,0 1 0,0 0 0,0 0 0,1 0 0,-1 0 0,0 0 0,0 1 0,1-1 0,-1 0 0,0 0 0,0 1 0,0-1 0,0 1 0,0-1 0,0 1 0,0 0 0,0-1 0,0 1 0,0 0 0,0-1 0,0 1 0,0 0 0,0 0 0,0 0 0,-1 0 0,1 0 0,0 0 0,-1 0 0,2 2 0,-1 21 296,0 0 0,-1 0 1,-1-1-1,-1 1 0,-1 0 0,-2-1 0,0 1 0,-9 23 0,-10 56 464,22-52-939,1-50-876,0 0 0,0 0-1,-1-1 1,1 1 0,0 0 0,-1-1 0,1 1-1,-1-1 1,1 0 0,-1 1 0,1-1-1,-1 0 1,1 0 0,-1 0 0,1 0 0,-4 0-1,5 0 986,-13 0-11464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4:47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1 16,'0'0'358,"-18"0"-249,-38 0-237,49 0-131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6:05:04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 13446,'0'0'11851,"15"-12"-9402,-11 10-5504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03E91-5246-A933-F01A-E1646CCC1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43E1B-3ADF-59AD-E64A-7E6D748F0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B0192-DF13-0D02-20D1-8418F1C85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E682A-68D6-69DD-6ED7-1A01D6AA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DF0B-3C19-D384-9E03-9EF560B26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581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9D85-7391-1A7C-7F51-2B49C913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31CB-C885-F8D2-B544-5D4E0EFB9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AC64-8B57-E335-A03A-E116E6E2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D4745-7B22-98A7-1083-22E5EEF2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20845-E3EC-25AB-1B08-40B71B9B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021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E0BE-1499-84F0-2F85-B0DDDD99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01FFB-55EB-7108-719C-50640124C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D6913-FF8A-0A74-B9D3-0B0A74CC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6A8EC-43B6-553A-EE1F-0336997E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F2CFF-9D90-2A4E-9324-E3CB5EFB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628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9262-CDD3-20FB-D5D5-81516DF8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ACCB2-3AC6-72D6-A75C-31808885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8C0DD-BE7F-3517-E386-F2B707477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046BD-4843-1167-F90D-B632CB07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6103B-C974-38EC-DB53-69D7EF2E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913EE-E9E9-0399-2D1F-C92AE3D0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224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5C61-A719-C270-8E2D-53416DDA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13514-A4CA-DFCD-B84E-B2D076B29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B806A-BB5E-45F8-ED79-9D5E994D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8434C-68E0-82FD-6E33-9433A0EC8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64EC7-064F-A5E8-81CA-5CB05EC4C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BA370F-C5C3-6E19-24B6-A117CC30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6E16-FB13-AB33-B069-B5F71C77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04A01-6426-98B6-3740-FF4452A8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923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32DD-2193-A893-9168-80CF0C29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FB558-86F8-CCD2-9E1B-2E9201676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BC077-2E8E-8170-A4DF-54BA6698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56683-09D6-1E76-58AE-B6363268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756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CF9D4-AB2B-6A90-7675-7E814A34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7F55C-9824-6F53-0DBB-4BA81252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4EB91-743E-1273-4854-4FC2CB2F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538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885C-C4EF-8284-C0A8-52BA3297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D8CF5-58CB-64AB-0EDF-405DA99DD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5987B-CC2F-075D-3697-FCA70DF53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BBAC3-F11B-2615-4F0D-D0DF363B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01D28-1BCF-35D0-470E-5F7C559B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7D539-4FA1-A122-B38D-CBB2E2ED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00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D984-E58F-8C41-050C-0A7C1E2B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52ACF-F7D1-28BC-8E82-8233D6290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ACA49-14FA-99B0-A420-C5FE79341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BA8C4-D71F-4876-68B9-20E273D7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4703F-7496-E872-A01A-41191A8F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3BE7F-0F2B-0857-A113-DA606B86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797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563F-5364-ED5C-7265-656282E1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36F2F-AFB5-2FB3-5607-171A6E1B1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059CB-2D3D-B9AC-5EAF-BF975A56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7EC31-7BEF-C9B1-4416-3712AD06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22403-8E0D-5326-622E-DD70715E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996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5B434-ADAC-E918-4073-D007A1043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5728D-CC76-5E3B-7949-558FC5A15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8A3CB-4283-4AE6-D4FC-5C923336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EBB89-8661-F536-4FA5-DC87B37C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64595-F0C9-7893-89D9-3E4B5F04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754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10AEA-74F8-CFB9-74D5-9CD79152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51663-DE8D-CAB6-BA91-FF4292BC5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93F9-2B89-7C51-4AA9-517F3F523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A9E52-446C-4A13-B760-72F1AD61AB3A}" type="datetimeFigureOut">
              <a:rPr lang="en-ZA" smtClean="0"/>
              <a:t>2026/04/02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AF7A-DFD2-C8DA-46EC-F491BBC31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F772B-FCE7-9174-2B6C-518DD2565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B81CA-C275-4CFA-B317-29F4B85BE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180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2.png"/><Relationship Id="rId299" Type="http://schemas.openxmlformats.org/officeDocument/2006/relationships/image" Target="../media/image163.png"/><Relationship Id="rId21" Type="http://schemas.openxmlformats.org/officeDocument/2006/relationships/image" Target="../media/image23.png"/><Relationship Id="rId63" Type="http://schemas.openxmlformats.org/officeDocument/2006/relationships/image" Target="../media/image45.png"/><Relationship Id="rId159" Type="http://schemas.openxmlformats.org/officeDocument/2006/relationships/image" Target="../media/image93.png"/><Relationship Id="rId324" Type="http://schemas.openxmlformats.org/officeDocument/2006/relationships/customXml" Target="../ink/ink192.xml"/><Relationship Id="rId366" Type="http://schemas.openxmlformats.org/officeDocument/2006/relationships/customXml" Target="../ink/ink213.xml"/><Relationship Id="rId170" Type="http://schemas.openxmlformats.org/officeDocument/2006/relationships/customXml" Target="../ink/ink115.xml"/><Relationship Id="rId226" Type="http://schemas.openxmlformats.org/officeDocument/2006/relationships/customXml" Target="../ink/ink143.xml"/><Relationship Id="rId268" Type="http://schemas.openxmlformats.org/officeDocument/2006/relationships/customXml" Target="../ink/ink164.xml"/><Relationship Id="rId32" Type="http://schemas.openxmlformats.org/officeDocument/2006/relationships/customXml" Target="../ink/ink46.xml"/><Relationship Id="rId74" Type="http://schemas.openxmlformats.org/officeDocument/2006/relationships/customXml" Target="../ink/ink67.xml"/><Relationship Id="rId128" Type="http://schemas.openxmlformats.org/officeDocument/2006/relationships/customXml" Target="../ink/ink94.xml"/><Relationship Id="rId335" Type="http://schemas.openxmlformats.org/officeDocument/2006/relationships/image" Target="../media/image181.png"/><Relationship Id="rId377" Type="http://schemas.openxmlformats.org/officeDocument/2006/relationships/image" Target="../media/image202.png"/><Relationship Id="rId5" Type="http://schemas.openxmlformats.org/officeDocument/2006/relationships/image" Target="../media/image15.png"/><Relationship Id="rId181" Type="http://schemas.openxmlformats.org/officeDocument/2006/relationships/image" Target="../media/image104.png"/><Relationship Id="rId237" Type="http://schemas.openxmlformats.org/officeDocument/2006/relationships/image" Target="../media/image132.png"/><Relationship Id="rId279" Type="http://schemas.openxmlformats.org/officeDocument/2006/relationships/image" Target="../media/image153.png"/><Relationship Id="rId43" Type="http://schemas.openxmlformats.org/officeDocument/2006/relationships/image" Target="../media/image35.png"/><Relationship Id="rId139" Type="http://schemas.openxmlformats.org/officeDocument/2006/relationships/image" Target="../media/image83.png"/><Relationship Id="rId290" Type="http://schemas.openxmlformats.org/officeDocument/2006/relationships/customXml" Target="../ink/ink175.xml"/><Relationship Id="rId304" Type="http://schemas.openxmlformats.org/officeDocument/2006/relationships/customXml" Target="../ink/ink182.xml"/><Relationship Id="rId346" Type="http://schemas.openxmlformats.org/officeDocument/2006/relationships/customXml" Target="../ink/ink203.xml"/><Relationship Id="rId388" Type="http://schemas.openxmlformats.org/officeDocument/2006/relationships/customXml" Target="../ink/ink224.xml"/><Relationship Id="rId85" Type="http://schemas.openxmlformats.org/officeDocument/2006/relationships/image" Target="../media/image56.png"/><Relationship Id="rId150" Type="http://schemas.openxmlformats.org/officeDocument/2006/relationships/customXml" Target="../ink/ink105.xml"/><Relationship Id="rId192" Type="http://schemas.openxmlformats.org/officeDocument/2006/relationships/customXml" Target="../ink/ink126.xml"/><Relationship Id="rId206" Type="http://schemas.openxmlformats.org/officeDocument/2006/relationships/customXml" Target="../ink/ink133.xml"/><Relationship Id="rId248" Type="http://schemas.openxmlformats.org/officeDocument/2006/relationships/customXml" Target="../ink/ink154.xml"/><Relationship Id="rId12" Type="http://schemas.openxmlformats.org/officeDocument/2006/relationships/customXml" Target="../ink/ink36.xml"/><Relationship Id="rId108" Type="http://schemas.openxmlformats.org/officeDocument/2006/relationships/customXml" Target="../ink/ink84.xml"/><Relationship Id="rId315" Type="http://schemas.openxmlformats.org/officeDocument/2006/relationships/image" Target="../media/image171.png"/><Relationship Id="rId357" Type="http://schemas.openxmlformats.org/officeDocument/2006/relationships/image" Target="../media/image192.png"/><Relationship Id="rId54" Type="http://schemas.openxmlformats.org/officeDocument/2006/relationships/customXml" Target="../ink/ink57.xml"/><Relationship Id="rId96" Type="http://schemas.openxmlformats.org/officeDocument/2006/relationships/customXml" Target="../ink/ink78.xml"/><Relationship Id="rId161" Type="http://schemas.openxmlformats.org/officeDocument/2006/relationships/image" Target="../media/image94.png"/><Relationship Id="rId217" Type="http://schemas.openxmlformats.org/officeDocument/2006/relationships/image" Target="../media/image122.png"/><Relationship Id="rId399" Type="http://schemas.openxmlformats.org/officeDocument/2006/relationships/image" Target="../media/image213.png"/><Relationship Id="rId259" Type="http://schemas.openxmlformats.org/officeDocument/2006/relationships/image" Target="../media/image143.png"/><Relationship Id="rId23" Type="http://schemas.openxmlformats.org/officeDocument/2006/relationships/image" Target="../media/image24.png"/><Relationship Id="rId119" Type="http://schemas.openxmlformats.org/officeDocument/2006/relationships/image" Target="../media/image73.png"/><Relationship Id="rId270" Type="http://schemas.openxmlformats.org/officeDocument/2006/relationships/customXml" Target="../ink/ink165.xml"/><Relationship Id="rId326" Type="http://schemas.openxmlformats.org/officeDocument/2006/relationships/customXml" Target="../ink/ink193.xml"/><Relationship Id="rId65" Type="http://schemas.openxmlformats.org/officeDocument/2006/relationships/image" Target="../media/image46.png"/><Relationship Id="rId130" Type="http://schemas.openxmlformats.org/officeDocument/2006/relationships/customXml" Target="../ink/ink95.xml"/><Relationship Id="rId368" Type="http://schemas.openxmlformats.org/officeDocument/2006/relationships/customXml" Target="../ink/ink214.xml"/><Relationship Id="rId172" Type="http://schemas.openxmlformats.org/officeDocument/2006/relationships/customXml" Target="../ink/ink116.xml"/><Relationship Id="rId228" Type="http://schemas.openxmlformats.org/officeDocument/2006/relationships/customXml" Target="../ink/ink144.xml"/><Relationship Id="rId281" Type="http://schemas.openxmlformats.org/officeDocument/2006/relationships/image" Target="../media/image154.png"/><Relationship Id="rId337" Type="http://schemas.openxmlformats.org/officeDocument/2006/relationships/image" Target="../media/image182.png"/><Relationship Id="rId34" Type="http://schemas.openxmlformats.org/officeDocument/2006/relationships/customXml" Target="../ink/ink47.xml"/><Relationship Id="rId76" Type="http://schemas.openxmlformats.org/officeDocument/2006/relationships/customXml" Target="../ink/ink68.xml"/><Relationship Id="rId141" Type="http://schemas.openxmlformats.org/officeDocument/2006/relationships/image" Target="../media/image84.png"/><Relationship Id="rId379" Type="http://schemas.openxmlformats.org/officeDocument/2006/relationships/image" Target="../media/image203.png"/><Relationship Id="rId7" Type="http://schemas.openxmlformats.org/officeDocument/2006/relationships/image" Target="../media/image16.png"/><Relationship Id="rId183" Type="http://schemas.openxmlformats.org/officeDocument/2006/relationships/image" Target="../media/image105.png"/><Relationship Id="rId239" Type="http://schemas.openxmlformats.org/officeDocument/2006/relationships/image" Target="../media/image133.png"/><Relationship Id="rId390" Type="http://schemas.openxmlformats.org/officeDocument/2006/relationships/customXml" Target="../ink/ink225.xml"/><Relationship Id="rId250" Type="http://schemas.openxmlformats.org/officeDocument/2006/relationships/customXml" Target="../ink/ink155.xml"/><Relationship Id="rId292" Type="http://schemas.openxmlformats.org/officeDocument/2006/relationships/customXml" Target="../ink/ink176.xml"/><Relationship Id="rId306" Type="http://schemas.openxmlformats.org/officeDocument/2006/relationships/customXml" Target="../ink/ink183.xml"/><Relationship Id="rId45" Type="http://schemas.openxmlformats.org/officeDocument/2006/relationships/image" Target="../media/image36.png"/><Relationship Id="rId87" Type="http://schemas.openxmlformats.org/officeDocument/2006/relationships/image" Target="../media/image57.png"/><Relationship Id="rId110" Type="http://schemas.openxmlformats.org/officeDocument/2006/relationships/customXml" Target="../ink/ink85.xml"/><Relationship Id="rId348" Type="http://schemas.openxmlformats.org/officeDocument/2006/relationships/customXml" Target="../ink/ink204.xml"/><Relationship Id="rId152" Type="http://schemas.openxmlformats.org/officeDocument/2006/relationships/customXml" Target="../ink/ink106.xml"/><Relationship Id="rId194" Type="http://schemas.openxmlformats.org/officeDocument/2006/relationships/customXml" Target="../ink/ink127.xml"/><Relationship Id="rId208" Type="http://schemas.openxmlformats.org/officeDocument/2006/relationships/customXml" Target="../ink/ink134.xml"/><Relationship Id="rId261" Type="http://schemas.openxmlformats.org/officeDocument/2006/relationships/image" Target="../media/image144.png"/><Relationship Id="rId14" Type="http://schemas.openxmlformats.org/officeDocument/2006/relationships/customXml" Target="../ink/ink37.xml"/><Relationship Id="rId56" Type="http://schemas.openxmlformats.org/officeDocument/2006/relationships/customXml" Target="../ink/ink58.xml"/><Relationship Id="rId317" Type="http://schemas.openxmlformats.org/officeDocument/2006/relationships/image" Target="../media/image172.png"/><Relationship Id="rId359" Type="http://schemas.openxmlformats.org/officeDocument/2006/relationships/image" Target="../media/image193.png"/><Relationship Id="rId98" Type="http://schemas.openxmlformats.org/officeDocument/2006/relationships/customXml" Target="../ink/ink79.xml"/><Relationship Id="rId121" Type="http://schemas.openxmlformats.org/officeDocument/2006/relationships/image" Target="../media/image74.png"/><Relationship Id="rId163" Type="http://schemas.openxmlformats.org/officeDocument/2006/relationships/image" Target="../media/image95.png"/><Relationship Id="rId219" Type="http://schemas.openxmlformats.org/officeDocument/2006/relationships/image" Target="../media/image123.png"/><Relationship Id="rId370" Type="http://schemas.openxmlformats.org/officeDocument/2006/relationships/customXml" Target="../ink/ink215.xml"/><Relationship Id="rId230" Type="http://schemas.openxmlformats.org/officeDocument/2006/relationships/customXml" Target="../ink/ink145.xml"/><Relationship Id="rId25" Type="http://schemas.openxmlformats.org/officeDocument/2006/relationships/image" Target="../media/image25.png"/><Relationship Id="rId67" Type="http://schemas.openxmlformats.org/officeDocument/2006/relationships/image" Target="../media/image47.png"/><Relationship Id="rId272" Type="http://schemas.openxmlformats.org/officeDocument/2006/relationships/customXml" Target="../ink/ink166.xml"/><Relationship Id="rId328" Type="http://schemas.openxmlformats.org/officeDocument/2006/relationships/customXml" Target="../ink/ink194.xml"/><Relationship Id="rId132" Type="http://schemas.openxmlformats.org/officeDocument/2006/relationships/customXml" Target="../ink/ink96.xml"/><Relationship Id="rId174" Type="http://schemas.openxmlformats.org/officeDocument/2006/relationships/customXml" Target="../ink/ink117.xml"/><Relationship Id="rId381" Type="http://schemas.openxmlformats.org/officeDocument/2006/relationships/image" Target="../media/image204.png"/><Relationship Id="rId241" Type="http://schemas.openxmlformats.org/officeDocument/2006/relationships/image" Target="../media/image134.png"/><Relationship Id="rId36" Type="http://schemas.openxmlformats.org/officeDocument/2006/relationships/customXml" Target="../ink/ink48.xml"/><Relationship Id="rId283" Type="http://schemas.openxmlformats.org/officeDocument/2006/relationships/image" Target="../media/image155.png"/><Relationship Id="rId339" Type="http://schemas.openxmlformats.org/officeDocument/2006/relationships/image" Target="../media/image183.png"/><Relationship Id="rId78" Type="http://schemas.openxmlformats.org/officeDocument/2006/relationships/customXml" Target="../ink/ink69.xml"/><Relationship Id="rId101" Type="http://schemas.openxmlformats.org/officeDocument/2006/relationships/image" Target="../media/image64.png"/><Relationship Id="rId143" Type="http://schemas.openxmlformats.org/officeDocument/2006/relationships/image" Target="../media/image85.png"/><Relationship Id="rId185" Type="http://schemas.openxmlformats.org/officeDocument/2006/relationships/image" Target="../media/image106.png"/><Relationship Id="rId350" Type="http://schemas.openxmlformats.org/officeDocument/2006/relationships/customXml" Target="../ink/ink205.xml"/><Relationship Id="rId9" Type="http://schemas.openxmlformats.org/officeDocument/2006/relationships/image" Target="../media/image17.png"/><Relationship Id="rId210" Type="http://schemas.openxmlformats.org/officeDocument/2006/relationships/customXml" Target="../ink/ink135.xml"/><Relationship Id="rId392" Type="http://schemas.openxmlformats.org/officeDocument/2006/relationships/customXml" Target="../ink/ink226.xml"/><Relationship Id="rId252" Type="http://schemas.openxmlformats.org/officeDocument/2006/relationships/customXml" Target="../ink/ink156.xml"/><Relationship Id="rId294" Type="http://schemas.openxmlformats.org/officeDocument/2006/relationships/customXml" Target="../ink/ink177.xml"/><Relationship Id="rId308" Type="http://schemas.openxmlformats.org/officeDocument/2006/relationships/customXml" Target="../ink/ink184.xml"/><Relationship Id="rId47" Type="http://schemas.openxmlformats.org/officeDocument/2006/relationships/image" Target="../media/image37.png"/><Relationship Id="rId89" Type="http://schemas.openxmlformats.org/officeDocument/2006/relationships/image" Target="../media/image58.png"/><Relationship Id="rId112" Type="http://schemas.openxmlformats.org/officeDocument/2006/relationships/customXml" Target="../ink/ink86.xml"/><Relationship Id="rId154" Type="http://schemas.openxmlformats.org/officeDocument/2006/relationships/customXml" Target="../ink/ink107.xml"/><Relationship Id="rId361" Type="http://schemas.openxmlformats.org/officeDocument/2006/relationships/image" Target="../media/image194.png"/><Relationship Id="rId196" Type="http://schemas.openxmlformats.org/officeDocument/2006/relationships/customXml" Target="../ink/ink128.xml"/><Relationship Id="rId16" Type="http://schemas.openxmlformats.org/officeDocument/2006/relationships/customXml" Target="../ink/ink38.xml"/><Relationship Id="rId221" Type="http://schemas.openxmlformats.org/officeDocument/2006/relationships/image" Target="../media/image124.png"/><Relationship Id="rId263" Type="http://schemas.openxmlformats.org/officeDocument/2006/relationships/image" Target="../media/image145.png"/><Relationship Id="rId319" Type="http://schemas.openxmlformats.org/officeDocument/2006/relationships/image" Target="../media/image173.png"/><Relationship Id="rId37" Type="http://schemas.openxmlformats.org/officeDocument/2006/relationships/image" Target="../media/image32.png"/><Relationship Id="rId58" Type="http://schemas.openxmlformats.org/officeDocument/2006/relationships/customXml" Target="../ink/ink59.xml"/><Relationship Id="rId79" Type="http://schemas.openxmlformats.org/officeDocument/2006/relationships/image" Target="../media/image53.png"/><Relationship Id="rId102" Type="http://schemas.openxmlformats.org/officeDocument/2006/relationships/customXml" Target="../ink/ink81.xml"/><Relationship Id="rId123" Type="http://schemas.openxmlformats.org/officeDocument/2006/relationships/image" Target="../media/image75.png"/><Relationship Id="rId144" Type="http://schemas.openxmlformats.org/officeDocument/2006/relationships/customXml" Target="../ink/ink102.xml"/><Relationship Id="rId330" Type="http://schemas.openxmlformats.org/officeDocument/2006/relationships/customXml" Target="../ink/ink195.xml"/><Relationship Id="rId90" Type="http://schemas.openxmlformats.org/officeDocument/2006/relationships/customXml" Target="../ink/ink75.xml"/><Relationship Id="rId165" Type="http://schemas.openxmlformats.org/officeDocument/2006/relationships/image" Target="../media/image96.png"/><Relationship Id="rId186" Type="http://schemas.openxmlformats.org/officeDocument/2006/relationships/customXml" Target="../ink/ink123.xml"/><Relationship Id="rId351" Type="http://schemas.openxmlformats.org/officeDocument/2006/relationships/image" Target="../media/image189.png"/><Relationship Id="rId372" Type="http://schemas.openxmlformats.org/officeDocument/2006/relationships/customXml" Target="../ink/ink216.xml"/><Relationship Id="rId393" Type="http://schemas.openxmlformats.org/officeDocument/2006/relationships/image" Target="../media/image210.png"/><Relationship Id="rId211" Type="http://schemas.openxmlformats.org/officeDocument/2006/relationships/image" Target="../media/image119.png"/><Relationship Id="rId232" Type="http://schemas.openxmlformats.org/officeDocument/2006/relationships/customXml" Target="../ink/ink146.xml"/><Relationship Id="rId253" Type="http://schemas.openxmlformats.org/officeDocument/2006/relationships/image" Target="../media/image140.png"/><Relationship Id="rId274" Type="http://schemas.openxmlformats.org/officeDocument/2006/relationships/customXml" Target="../ink/ink167.xml"/><Relationship Id="rId295" Type="http://schemas.openxmlformats.org/officeDocument/2006/relationships/image" Target="../media/image161.png"/><Relationship Id="rId309" Type="http://schemas.openxmlformats.org/officeDocument/2006/relationships/image" Target="../media/image168.png"/><Relationship Id="rId27" Type="http://schemas.openxmlformats.org/officeDocument/2006/relationships/image" Target="../media/image26.png"/><Relationship Id="rId48" Type="http://schemas.openxmlformats.org/officeDocument/2006/relationships/customXml" Target="../ink/ink54.xml"/><Relationship Id="rId69" Type="http://schemas.openxmlformats.org/officeDocument/2006/relationships/image" Target="../media/image48.png"/><Relationship Id="rId113" Type="http://schemas.openxmlformats.org/officeDocument/2006/relationships/image" Target="../media/image70.png"/><Relationship Id="rId134" Type="http://schemas.openxmlformats.org/officeDocument/2006/relationships/customXml" Target="../ink/ink97.xml"/><Relationship Id="rId320" Type="http://schemas.openxmlformats.org/officeDocument/2006/relationships/customXml" Target="../ink/ink190.xml"/><Relationship Id="rId80" Type="http://schemas.openxmlformats.org/officeDocument/2006/relationships/customXml" Target="../ink/ink70.xml"/><Relationship Id="rId155" Type="http://schemas.openxmlformats.org/officeDocument/2006/relationships/image" Target="../media/image91.png"/><Relationship Id="rId176" Type="http://schemas.openxmlformats.org/officeDocument/2006/relationships/customXml" Target="../ink/ink118.xml"/><Relationship Id="rId197" Type="http://schemas.openxmlformats.org/officeDocument/2006/relationships/image" Target="../media/image112.png"/><Relationship Id="rId341" Type="http://schemas.openxmlformats.org/officeDocument/2006/relationships/image" Target="../media/image184.png"/><Relationship Id="rId362" Type="http://schemas.openxmlformats.org/officeDocument/2006/relationships/customXml" Target="../ink/ink211.xml"/><Relationship Id="rId383" Type="http://schemas.openxmlformats.org/officeDocument/2006/relationships/image" Target="../media/image205.png"/><Relationship Id="rId201" Type="http://schemas.openxmlformats.org/officeDocument/2006/relationships/image" Target="../media/image114.png"/><Relationship Id="rId222" Type="http://schemas.openxmlformats.org/officeDocument/2006/relationships/customXml" Target="../ink/ink141.xml"/><Relationship Id="rId243" Type="http://schemas.openxmlformats.org/officeDocument/2006/relationships/image" Target="../media/image135.png"/><Relationship Id="rId264" Type="http://schemas.openxmlformats.org/officeDocument/2006/relationships/customXml" Target="../ink/ink162.xml"/><Relationship Id="rId285" Type="http://schemas.openxmlformats.org/officeDocument/2006/relationships/image" Target="../media/image156.png"/><Relationship Id="rId17" Type="http://schemas.openxmlformats.org/officeDocument/2006/relationships/image" Target="../media/image21.png"/><Relationship Id="rId38" Type="http://schemas.openxmlformats.org/officeDocument/2006/relationships/customXml" Target="../ink/ink49.xml"/><Relationship Id="rId59" Type="http://schemas.openxmlformats.org/officeDocument/2006/relationships/image" Target="../media/image43.png"/><Relationship Id="rId103" Type="http://schemas.openxmlformats.org/officeDocument/2006/relationships/image" Target="../media/image65.png"/><Relationship Id="rId124" Type="http://schemas.openxmlformats.org/officeDocument/2006/relationships/customXml" Target="../ink/ink92.xml"/><Relationship Id="rId310" Type="http://schemas.openxmlformats.org/officeDocument/2006/relationships/customXml" Target="../ink/ink185.xml"/><Relationship Id="rId70" Type="http://schemas.openxmlformats.org/officeDocument/2006/relationships/customXml" Target="../ink/ink65.xml"/><Relationship Id="rId91" Type="http://schemas.openxmlformats.org/officeDocument/2006/relationships/image" Target="../media/image59.png"/><Relationship Id="rId145" Type="http://schemas.openxmlformats.org/officeDocument/2006/relationships/image" Target="../media/image86.png"/><Relationship Id="rId166" Type="http://schemas.openxmlformats.org/officeDocument/2006/relationships/customXml" Target="../ink/ink113.xml"/><Relationship Id="rId187" Type="http://schemas.openxmlformats.org/officeDocument/2006/relationships/image" Target="../media/image107.png"/><Relationship Id="rId331" Type="http://schemas.openxmlformats.org/officeDocument/2006/relationships/image" Target="../media/image179.png"/><Relationship Id="rId352" Type="http://schemas.openxmlformats.org/officeDocument/2006/relationships/customXml" Target="../ink/ink206.xml"/><Relationship Id="rId373" Type="http://schemas.openxmlformats.org/officeDocument/2006/relationships/image" Target="../media/image200.png"/><Relationship Id="rId394" Type="http://schemas.openxmlformats.org/officeDocument/2006/relationships/customXml" Target="../ink/ink227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6.xml"/><Relationship Id="rId233" Type="http://schemas.openxmlformats.org/officeDocument/2006/relationships/image" Target="../media/image130.png"/><Relationship Id="rId254" Type="http://schemas.openxmlformats.org/officeDocument/2006/relationships/customXml" Target="../ink/ink157.xml"/><Relationship Id="rId28" Type="http://schemas.openxmlformats.org/officeDocument/2006/relationships/customXml" Target="../ink/ink44.xml"/><Relationship Id="rId49" Type="http://schemas.openxmlformats.org/officeDocument/2006/relationships/image" Target="../media/image38.png"/><Relationship Id="rId114" Type="http://schemas.openxmlformats.org/officeDocument/2006/relationships/customXml" Target="../ink/ink87.xml"/><Relationship Id="rId275" Type="http://schemas.openxmlformats.org/officeDocument/2006/relationships/image" Target="../media/image151.png"/><Relationship Id="rId296" Type="http://schemas.openxmlformats.org/officeDocument/2006/relationships/customXml" Target="../ink/ink178.xml"/><Relationship Id="rId300" Type="http://schemas.openxmlformats.org/officeDocument/2006/relationships/customXml" Target="../ink/ink180.xml"/><Relationship Id="rId60" Type="http://schemas.openxmlformats.org/officeDocument/2006/relationships/customXml" Target="../ink/ink60.xml"/><Relationship Id="rId81" Type="http://schemas.openxmlformats.org/officeDocument/2006/relationships/image" Target="../media/image54.png"/><Relationship Id="rId135" Type="http://schemas.openxmlformats.org/officeDocument/2006/relationships/image" Target="../media/image81.png"/><Relationship Id="rId156" Type="http://schemas.openxmlformats.org/officeDocument/2006/relationships/customXml" Target="../ink/ink108.xml"/><Relationship Id="rId177" Type="http://schemas.openxmlformats.org/officeDocument/2006/relationships/image" Target="../media/image102.png"/><Relationship Id="rId198" Type="http://schemas.openxmlformats.org/officeDocument/2006/relationships/customXml" Target="../ink/ink129.xml"/><Relationship Id="rId321" Type="http://schemas.openxmlformats.org/officeDocument/2006/relationships/image" Target="../media/image174.png"/><Relationship Id="rId342" Type="http://schemas.openxmlformats.org/officeDocument/2006/relationships/customXml" Target="../ink/ink201.xml"/><Relationship Id="rId363" Type="http://schemas.openxmlformats.org/officeDocument/2006/relationships/image" Target="../media/image195.png"/><Relationship Id="rId384" Type="http://schemas.openxmlformats.org/officeDocument/2006/relationships/customXml" Target="../ink/ink222.xml"/><Relationship Id="rId202" Type="http://schemas.openxmlformats.org/officeDocument/2006/relationships/customXml" Target="../ink/ink131.xml"/><Relationship Id="rId223" Type="http://schemas.openxmlformats.org/officeDocument/2006/relationships/image" Target="../media/image125.png"/><Relationship Id="rId244" Type="http://schemas.openxmlformats.org/officeDocument/2006/relationships/customXml" Target="../ink/ink152.xml"/><Relationship Id="rId18" Type="http://schemas.openxmlformats.org/officeDocument/2006/relationships/customXml" Target="../ink/ink39.xml"/><Relationship Id="rId39" Type="http://schemas.openxmlformats.org/officeDocument/2006/relationships/image" Target="../media/image33.png"/><Relationship Id="rId265" Type="http://schemas.openxmlformats.org/officeDocument/2006/relationships/image" Target="../media/image146.png"/><Relationship Id="rId286" Type="http://schemas.openxmlformats.org/officeDocument/2006/relationships/customXml" Target="../ink/ink173.xml"/><Relationship Id="rId50" Type="http://schemas.openxmlformats.org/officeDocument/2006/relationships/customXml" Target="../ink/ink55.xml"/><Relationship Id="rId104" Type="http://schemas.openxmlformats.org/officeDocument/2006/relationships/customXml" Target="../ink/ink82.xml"/><Relationship Id="rId125" Type="http://schemas.openxmlformats.org/officeDocument/2006/relationships/image" Target="../media/image76.png"/><Relationship Id="rId146" Type="http://schemas.openxmlformats.org/officeDocument/2006/relationships/customXml" Target="../ink/ink103.xml"/><Relationship Id="rId167" Type="http://schemas.openxmlformats.org/officeDocument/2006/relationships/image" Target="../media/image97.png"/><Relationship Id="rId188" Type="http://schemas.openxmlformats.org/officeDocument/2006/relationships/customXml" Target="../ink/ink124.xml"/><Relationship Id="rId311" Type="http://schemas.openxmlformats.org/officeDocument/2006/relationships/image" Target="../media/image169.png"/><Relationship Id="rId332" Type="http://schemas.openxmlformats.org/officeDocument/2006/relationships/customXml" Target="../ink/ink196.xml"/><Relationship Id="rId353" Type="http://schemas.openxmlformats.org/officeDocument/2006/relationships/image" Target="../media/image190.png"/><Relationship Id="rId374" Type="http://schemas.openxmlformats.org/officeDocument/2006/relationships/customXml" Target="../ink/ink217.xml"/><Relationship Id="rId395" Type="http://schemas.openxmlformats.org/officeDocument/2006/relationships/image" Target="../media/image211.png"/><Relationship Id="rId71" Type="http://schemas.openxmlformats.org/officeDocument/2006/relationships/image" Target="../media/image49.png"/><Relationship Id="rId92" Type="http://schemas.openxmlformats.org/officeDocument/2006/relationships/customXml" Target="../ink/ink76.xml"/><Relationship Id="rId213" Type="http://schemas.openxmlformats.org/officeDocument/2006/relationships/image" Target="../media/image120.png"/><Relationship Id="rId234" Type="http://schemas.openxmlformats.org/officeDocument/2006/relationships/customXml" Target="../ink/ink147.xml"/><Relationship Id="rId2" Type="http://schemas.openxmlformats.org/officeDocument/2006/relationships/customXml" Target="../ink/ink31.xml"/><Relationship Id="rId29" Type="http://schemas.openxmlformats.org/officeDocument/2006/relationships/image" Target="../media/image28.png"/><Relationship Id="rId255" Type="http://schemas.openxmlformats.org/officeDocument/2006/relationships/image" Target="../media/image141.png"/><Relationship Id="rId276" Type="http://schemas.openxmlformats.org/officeDocument/2006/relationships/customXml" Target="../ink/ink168.xml"/><Relationship Id="rId297" Type="http://schemas.openxmlformats.org/officeDocument/2006/relationships/image" Target="../media/image162.png"/><Relationship Id="rId40" Type="http://schemas.openxmlformats.org/officeDocument/2006/relationships/customXml" Target="../ink/ink50.xml"/><Relationship Id="rId115" Type="http://schemas.openxmlformats.org/officeDocument/2006/relationships/image" Target="../media/image71.png"/><Relationship Id="rId136" Type="http://schemas.openxmlformats.org/officeDocument/2006/relationships/customXml" Target="../ink/ink98.xml"/><Relationship Id="rId157" Type="http://schemas.openxmlformats.org/officeDocument/2006/relationships/image" Target="../media/image92.png"/><Relationship Id="rId178" Type="http://schemas.openxmlformats.org/officeDocument/2006/relationships/customXml" Target="../ink/ink119.xml"/><Relationship Id="rId301" Type="http://schemas.openxmlformats.org/officeDocument/2006/relationships/image" Target="../media/image164.png"/><Relationship Id="rId322" Type="http://schemas.openxmlformats.org/officeDocument/2006/relationships/customXml" Target="../ink/ink191.xml"/><Relationship Id="rId343" Type="http://schemas.openxmlformats.org/officeDocument/2006/relationships/image" Target="../media/image185.png"/><Relationship Id="rId364" Type="http://schemas.openxmlformats.org/officeDocument/2006/relationships/customXml" Target="../ink/ink212.xml"/><Relationship Id="rId61" Type="http://schemas.openxmlformats.org/officeDocument/2006/relationships/image" Target="../media/image44.png"/><Relationship Id="rId82" Type="http://schemas.openxmlformats.org/officeDocument/2006/relationships/customXml" Target="../ink/ink71.xml"/><Relationship Id="rId199" Type="http://schemas.openxmlformats.org/officeDocument/2006/relationships/image" Target="../media/image113.png"/><Relationship Id="rId203" Type="http://schemas.openxmlformats.org/officeDocument/2006/relationships/image" Target="../media/image115.png"/><Relationship Id="rId385" Type="http://schemas.openxmlformats.org/officeDocument/2006/relationships/image" Target="../media/image206.png"/><Relationship Id="rId19" Type="http://schemas.openxmlformats.org/officeDocument/2006/relationships/image" Target="../media/image22.png"/><Relationship Id="rId224" Type="http://schemas.openxmlformats.org/officeDocument/2006/relationships/customXml" Target="../ink/ink142.xml"/><Relationship Id="rId245" Type="http://schemas.openxmlformats.org/officeDocument/2006/relationships/image" Target="../media/image136.png"/><Relationship Id="rId266" Type="http://schemas.openxmlformats.org/officeDocument/2006/relationships/customXml" Target="../ink/ink163.xml"/><Relationship Id="rId287" Type="http://schemas.openxmlformats.org/officeDocument/2006/relationships/image" Target="../media/image157.png"/><Relationship Id="rId30" Type="http://schemas.openxmlformats.org/officeDocument/2006/relationships/customXml" Target="../ink/ink45.xml"/><Relationship Id="rId105" Type="http://schemas.openxmlformats.org/officeDocument/2006/relationships/image" Target="../media/image66.png"/><Relationship Id="rId126" Type="http://schemas.openxmlformats.org/officeDocument/2006/relationships/customXml" Target="../ink/ink93.xml"/><Relationship Id="rId147" Type="http://schemas.openxmlformats.org/officeDocument/2006/relationships/image" Target="../media/image87.png"/><Relationship Id="rId168" Type="http://schemas.openxmlformats.org/officeDocument/2006/relationships/customXml" Target="../ink/ink114.xml"/><Relationship Id="rId312" Type="http://schemas.openxmlformats.org/officeDocument/2006/relationships/customXml" Target="../ink/ink186.xml"/><Relationship Id="rId333" Type="http://schemas.openxmlformats.org/officeDocument/2006/relationships/image" Target="../media/image180.png"/><Relationship Id="rId354" Type="http://schemas.openxmlformats.org/officeDocument/2006/relationships/customXml" Target="../ink/ink207.xml"/><Relationship Id="rId51" Type="http://schemas.openxmlformats.org/officeDocument/2006/relationships/image" Target="../media/image39.png"/><Relationship Id="rId72" Type="http://schemas.openxmlformats.org/officeDocument/2006/relationships/customXml" Target="../ink/ink66.xml"/><Relationship Id="rId93" Type="http://schemas.openxmlformats.org/officeDocument/2006/relationships/image" Target="../media/image60.png"/><Relationship Id="rId189" Type="http://schemas.openxmlformats.org/officeDocument/2006/relationships/image" Target="../media/image108.png"/><Relationship Id="rId375" Type="http://schemas.openxmlformats.org/officeDocument/2006/relationships/image" Target="../media/image201.png"/><Relationship Id="rId396" Type="http://schemas.openxmlformats.org/officeDocument/2006/relationships/customXml" Target="../ink/ink228.xml"/><Relationship Id="rId3" Type="http://schemas.openxmlformats.org/officeDocument/2006/relationships/image" Target="../media/image14.png"/><Relationship Id="rId214" Type="http://schemas.openxmlformats.org/officeDocument/2006/relationships/customXml" Target="../ink/ink137.xml"/><Relationship Id="rId235" Type="http://schemas.openxmlformats.org/officeDocument/2006/relationships/image" Target="../media/image131.png"/><Relationship Id="rId256" Type="http://schemas.openxmlformats.org/officeDocument/2006/relationships/customXml" Target="../ink/ink158.xml"/><Relationship Id="rId277" Type="http://schemas.openxmlformats.org/officeDocument/2006/relationships/image" Target="../media/image152.png"/><Relationship Id="rId298" Type="http://schemas.openxmlformats.org/officeDocument/2006/relationships/customXml" Target="../ink/ink179.xml"/><Relationship Id="rId116" Type="http://schemas.openxmlformats.org/officeDocument/2006/relationships/customXml" Target="../ink/ink88.xml"/><Relationship Id="rId137" Type="http://schemas.openxmlformats.org/officeDocument/2006/relationships/image" Target="../media/image82.png"/><Relationship Id="rId158" Type="http://schemas.openxmlformats.org/officeDocument/2006/relationships/customXml" Target="../ink/ink109.xml"/><Relationship Id="rId302" Type="http://schemas.openxmlformats.org/officeDocument/2006/relationships/customXml" Target="../ink/ink181.xml"/><Relationship Id="rId323" Type="http://schemas.openxmlformats.org/officeDocument/2006/relationships/image" Target="../media/image175.png"/><Relationship Id="rId344" Type="http://schemas.openxmlformats.org/officeDocument/2006/relationships/customXml" Target="../ink/ink202.xml"/><Relationship Id="rId20" Type="http://schemas.openxmlformats.org/officeDocument/2006/relationships/customXml" Target="../ink/ink40.xml"/><Relationship Id="rId41" Type="http://schemas.openxmlformats.org/officeDocument/2006/relationships/image" Target="../media/image34.png"/><Relationship Id="rId62" Type="http://schemas.openxmlformats.org/officeDocument/2006/relationships/customXml" Target="../ink/ink61.xml"/><Relationship Id="rId83" Type="http://schemas.openxmlformats.org/officeDocument/2006/relationships/image" Target="../media/image55.png"/><Relationship Id="rId179" Type="http://schemas.openxmlformats.org/officeDocument/2006/relationships/image" Target="../media/image103.png"/><Relationship Id="rId365" Type="http://schemas.openxmlformats.org/officeDocument/2006/relationships/image" Target="../media/image196.png"/><Relationship Id="rId386" Type="http://schemas.openxmlformats.org/officeDocument/2006/relationships/customXml" Target="../ink/ink223.xml"/><Relationship Id="rId190" Type="http://schemas.openxmlformats.org/officeDocument/2006/relationships/customXml" Target="../ink/ink125.xml"/><Relationship Id="rId204" Type="http://schemas.openxmlformats.org/officeDocument/2006/relationships/customXml" Target="../ink/ink132.xml"/><Relationship Id="rId225" Type="http://schemas.openxmlformats.org/officeDocument/2006/relationships/image" Target="../media/image126.png"/><Relationship Id="rId246" Type="http://schemas.openxmlformats.org/officeDocument/2006/relationships/customXml" Target="../ink/ink153.xml"/><Relationship Id="rId267" Type="http://schemas.openxmlformats.org/officeDocument/2006/relationships/image" Target="../media/image147.png"/><Relationship Id="rId288" Type="http://schemas.openxmlformats.org/officeDocument/2006/relationships/customXml" Target="../ink/ink174.xml"/><Relationship Id="rId106" Type="http://schemas.openxmlformats.org/officeDocument/2006/relationships/customXml" Target="../ink/ink83.xml"/><Relationship Id="rId127" Type="http://schemas.openxmlformats.org/officeDocument/2006/relationships/image" Target="../media/image77.png"/><Relationship Id="rId313" Type="http://schemas.openxmlformats.org/officeDocument/2006/relationships/image" Target="../media/image170.png"/><Relationship Id="rId10" Type="http://schemas.openxmlformats.org/officeDocument/2006/relationships/customXml" Target="../ink/ink35.xml"/><Relationship Id="rId31" Type="http://schemas.openxmlformats.org/officeDocument/2006/relationships/image" Target="../media/image29.png"/><Relationship Id="rId52" Type="http://schemas.openxmlformats.org/officeDocument/2006/relationships/customXml" Target="../ink/ink56.xml"/><Relationship Id="rId73" Type="http://schemas.openxmlformats.org/officeDocument/2006/relationships/image" Target="../media/image50.png"/><Relationship Id="rId94" Type="http://schemas.openxmlformats.org/officeDocument/2006/relationships/customXml" Target="../ink/ink77.xml"/><Relationship Id="rId148" Type="http://schemas.openxmlformats.org/officeDocument/2006/relationships/customXml" Target="../ink/ink104.xml"/><Relationship Id="rId169" Type="http://schemas.openxmlformats.org/officeDocument/2006/relationships/image" Target="../media/image98.png"/><Relationship Id="rId334" Type="http://schemas.openxmlformats.org/officeDocument/2006/relationships/customXml" Target="../ink/ink197.xml"/><Relationship Id="rId355" Type="http://schemas.openxmlformats.org/officeDocument/2006/relationships/image" Target="../media/image191.png"/><Relationship Id="rId376" Type="http://schemas.openxmlformats.org/officeDocument/2006/relationships/customXml" Target="../ink/ink218.xml"/><Relationship Id="rId397" Type="http://schemas.openxmlformats.org/officeDocument/2006/relationships/image" Target="../media/image212.png"/><Relationship Id="rId4" Type="http://schemas.openxmlformats.org/officeDocument/2006/relationships/customXml" Target="../ink/ink32.xml"/><Relationship Id="rId180" Type="http://schemas.openxmlformats.org/officeDocument/2006/relationships/customXml" Target="../ink/ink120.xml"/><Relationship Id="rId215" Type="http://schemas.openxmlformats.org/officeDocument/2006/relationships/image" Target="../media/image121.png"/><Relationship Id="rId236" Type="http://schemas.openxmlformats.org/officeDocument/2006/relationships/customXml" Target="../ink/ink148.xml"/><Relationship Id="rId257" Type="http://schemas.openxmlformats.org/officeDocument/2006/relationships/image" Target="../media/image142.png"/><Relationship Id="rId278" Type="http://schemas.openxmlformats.org/officeDocument/2006/relationships/customXml" Target="../ink/ink169.xml"/><Relationship Id="rId303" Type="http://schemas.openxmlformats.org/officeDocument/2006/relationships/image" Target="../media/image165.png"/><Relationship Id="rId42" Type="http://schemas.openxmlformats.org/officeDocument/2006/relationships/customXml" Target="../ink/ink51.xml"/><Relationship Id="rId84" Type="http://schemas.openxmlformats.org/officeDocument/2006/relationships/customXml" Target="../ink/ink72.xml"/><Relationship Id="rId138" Type="http://schemas.openxmlformats.org/officeDocument/2006/relationships/customXml" Target="../ink/ink99.xml"/><Relationship Id="rId345" Type="http://schemas.openxmlformats.org/officeDocument/2006/relationships/image" Target="../media/image186.png"/><Relationship Id="rId387" Type="http://schemas.openxmlformats.org/officeDocument/2006/relationships/image" Target="../media/image207.png"/><Relationship Id="rId191" Type="http://schemas.openxmlformats.org/officeDocument/2006/relationships/image" Target="../media/image109.png"/><Relationship Id="rId205" Type="http://schemas.openxmlformats.org/officeDocument/2006/relationships/image" Target="../media/image116.png"/><Relationship Id="rId247" Type="http://schemas.openxmlformats.org/officeDocument/2006/relationships/image" Target="../media/image137.png"/><Relationship Id="rId107" Type="http://schemas.openxmlformats.org/officeDocument/2006/relationships/image" Target="../media/image67.png"/><Relationship Id="rId289" Type="http://schemas.openxmlformats.org/officeDocument/2006/relationships/image" Target="../media/image158.png"/><Relationship Id="rId11" Type="http://schemas.openxmlformats.org/officeDocument/2006/relationships/image" Target="../media/image18.png"/><Relationship Id="rId53" Type="http://schemas.openxmlformats.org/officeDocument/2006/relationships/image" Target="../media/image40.png"/><Relationship Id="rId149" Type="http://schemas.openxmlformats.org/officeDocument/2006/relationships/image" Target="../media/image88.png"/><Relationship Id="rId314" Type="http://schemas.openxmlformats.org/officeDocument/2006/relationships/customXml" Target="../ink/ink187.xml"/><Relationship Id="rId356" Type="http://schemas.openxmlformats.org/officeDocument/2006/relationships/customXml" Target="../ink/ink208.xml"/><Relationship Id="rId398" Type="http://schemas.openxmlformats.org/officeDocument/2006/relationships/customXml" Target="../ink/ink229.xml"/><Relationship Id="rId95" Type="http://schemas.openxmlformats.org/officeDocument/2006/relationships/image" Target="../media/image61.png"/><Relationship Id="rId160" Type="http://schemas.openxmlformats.org/officeDocument/2006/relationships/customXml" Target="../ink/ink110.xml"/><Relationship Id="rId216" Type="http://schemas.openxmlformats.org/officeDocument/2006/relationships/customXml" Target="../ink/ink138.xml"/><Relationship Id="rId258" Type="http://schemas.openxmlformats.org/officeDocument/2006/relationships/customXml" Target="../ink/ink159.xml"/><Relationship Id="rId22" Type="http://schemas.openxmlformats.org/officeDocument/2006/relationships/customXml" Target="../ink/ink41.xml"/><Relationship Id="rId64" Type="http://schemas.openxmlformats.org/officeDocument/2006/relationships/customXml" Target="../ink/ink62.xml"/><Relationship Id="rId118" Type="http://schemas.openxmlformats.org/officeDocument/2006/relationships/customXml" Target="../ink/ink89.xml"/><Relationship Id="rId325" Type="http://schemas.openxmlformats.org/officeDocument/2006/relationships/image" Target="../media/image176.png"/><Relationship Id="rId367" Type="http://schemas.openxmlformats.org/officeDocument/2006/relationships/image" Target="../media/image197.png"/><Relationship Id="rId171" Type="http://schemas.openxmlformats.org/officeDocument/2006/relationships/image" Target="../media/image99.png"/><Relationship Id="rId227" Type="http://schemas.openxmlformats.org/officeDocument/2006/relationships/image" Target="../media/image127.png"/><Relationship Id="rId269" Type="http://schemas.openxmlformats.org/officeDocument/2006/relationships/image" Target="../media/image148.png"/><Relationship Id="rId33" Type="http://schemas.openxmlformats.org/officeDocument/2006/relationships/image" Target="../media/image30.png"/><Relationship Id="rId129" Type="http://schemas.openxmlformats.org/officeDocument/2006/relationships/image" Target="../media/image78.png"/><Relationship Id="rId280" Type="http://schemas.openxmlformats.org/officeDocument/2006/relationships/customXml" Target="../ink/ink170.xml"/><Relationship Id="rId336" Type="http://schemas.openxmlformats.org/officeDocument/2006/relationships/customXml" Target="../ink/ink198.xml"/><Relationship Id="rId75" Type="http://schemas.openxmlformats.org/officeDocument/2006/relationships/image" Target="../media/image51.png"/><Relationship Id="rId140" Type="http://schemas.openxmlformats.org/officeDocument/2006/relationships/customXml" Target="../ink/ink100.xml"/><Relationship Id="rId182" Type="http://schemas.openxmlformats.org/officeDocument/2006/relationships/customXml" Target="../ink/ink121.xml"/><Relationship Id="rId378" Type="http://schemas.openxmlformats.org/officeDocument/2006/relationships/customXml" Target="../ink/ink219.xml"/><Relationship Id="rId6" Type="http://schemas.openxmlformats.org/officeDocument/2006/relationships/customXml" Target="../ink/ink33.xml"/><Relationship Id="rId238" Type="http://schemas.openxmlformats.org/officeDocument/2006/relationships/customXml" Target="../ink/ink149.xml"/><Relationship Id="rId291" Type="http://schemas.openxmlformats.org/officeDocument/2006/relationships/image" Target="../media/image159.png"/><Relationship Id="rId305" Type="http://schemas.openxmlformats.org/officeDocument/2006/relationships/image" Target="../media/image166.png"/><Relationship Id="rId347" Type="http://schemas.openxmlformats.org/officeDocument/2006/relationships/image" Target="../media/image187.png"/><Relationship Id="rId44" Type="http://schemas.openxmlformats.org/officeDocument/2006/relationships/customXml" Target="../ink/ink52.xml"/><Relationship Id="rId86" Type="http://schemas.openxmlformats.org/officeDocument/2006/relationships/customXml" Target="../ink/ink73.xml"/><Relationship Id="rId151" Type="http://schemas.openxmlformats.org/officeDocument/2006/relationships/image" Target="../media/image89.png"/><Relationship Id="rId389" Type="http://schemas.openxmlformats.org/officeDocument/2006/relationships/image" Target="../media/image208.png"/><Relationship Id="rId193" Type="http://schemas.openxmlformats.org/officeDocument/2006/relationships/image" Target="../media/image110.png"/><Relationship Id="rId207" Type="http://schemas.openxmlformats.org/officeDocument/2006/relationships/image" Target="../media/image117.png"/><Relationship Id="rId249" Type="http://schemas.openxmlformats.org/officeDocument/2006/relationships/image" Target="../media/image138.png"/><Relationship Id="rId13" Type="http://schemas.openxmlformats.org/officeDocument/2006/relationships/image" Target="../media/image19.png"/><Relationship Id="rId109" Type="http://schemas.openxmlformats.org/officeDocument/2006/relationships/image" Target="../media/image68.png"/><Relationship Id="rId260" Type="http://schemas.openxmlformats.org/officeDocument/2006/relationships/customXml" Target="../ink/ink160.xml"/><Relationship Id="rId316" Type="http://schemas.openxmlformats.org/officeDocument/2006/relationships/customXml" Target="../ink/ink188.xml"/><Relationship Id="rId55" Type="http://schemas.openxmlformats.org/officeDocument/2006/relationships/image" Target="../media/image41.png"/><Relationship Id="rId97" Type="http://schemas.openxmlformats.org/officeDocument/2006/relationships/image" Target="../media/image62.png"/><Relationship Id="rId120" Type="http://schemas.openxmlformats.org/officeDocument/2006/relationships/customXml" Target="../ink/ink90.xml"/><Relationship Id="rId358" Type="http://schemas.openxmlformats.org/officeDocument/2006/relationships/customXml" Target="../ink/ink209.xml"/><Relationship Id="rId162" Type="http://schemas.openxmlformats.org/officeDocument/2006/relationships/customXml" Target="../ink/ink111.xml"/><Relationship Id="rId218" Type="http://schemas.openxmlformats.org/officeDocument/2006/relationships/customXml" Target="../ink/ink139.xml"/><Relationship Id="rId271" Type="http://schemas.openxmlformats.org/officeDocument/2006/relationships/image" Target="../media/image149.png"/><Relationship Id="rId24" Type="http://schemas.openxmlformats.org/officeDocument/2006/relationships/customXml" Target="../ink/ink42.xml"/><Relationship Id="rId66" Type="http://schemas.openxmlformats.org/officeDocument/2006/relationships/customXml" Target="../ink/ink63.xml"/><Relationship Id="rId131" Type="http://schemas.openxmlformats.org/officeDocument/2006/relationships/image" Target="../media/image79.png"/><Relationship Id="rId327" Type="http://schemas.openxmlformats.org/officeDocument/2006/relationships/image" Target="../media/image177.png"/><Relationship Id="rId369" Type="http://schemas.openxmlformats.org/officeDocument/2006/relationships/image" Target="../media/image198.png"/><Relationship Id="rId173" Type="http://schemas.openxmlformats.org/officeDocument/2006/relationships/image" Target="../media/image100.png"/><Relationship Id="rId229" Type="http://schemas.openxmlformats.org/officeDocument/2006/relationships/image" Target="../media/image128.png"/><Relationship Id="rId380" Type="http://schemas.openxmlformats.org/officeDocument/2006/relationships/customXml" Target="../ink/ink220.xml"/><Relationship Id="rId240" Type="http://schemas.openxmlformats.org/officeDocument/2006/relationships/customXml" Target="../ink/ink150.xml"/><Relationship Id="rId35" Type="http://schemas.openxmlformats.org/officeDocument/2006/relationships/image" Target="../media/image31.png"/><Relationship Id="rId77" Type="http://schemas.openxmlformats.org/officeDocument/2006/relationships/image" Target="../media/image52.png"/><Relationship Id="rId100" Type="http://schemas.openxmlformats.org/officeDocument/2006/relationships/customXml" Target="../ink/ink80.xml"/><Relationship Id="rId282" Type="http://schemas.openxmlformats.org/officeDocument/2006/relationships/customXml" Target="../ink/ink171.xml"/><Relationship Id="rId338" Type="http://schemas.openxmlformats.org/officeDocument/2006/relationships/customXml" Target="../ink/ink199.xml"/><Relationship Id="rId8" Type="http://schemas.openxmlformats.org/officeDocument/2006/relationships/customXml" Target="../ink/ink34.xml"/><Relationship Id="rId142" Type="http://schemas.openxmlformats.org/officeDocument/2006/relationships/customXml" Target="../ink/ink101.xml"/><Relationship Id="rId184" Type="http://schemas.openxmlformats.org/officeDocument/2006/relationships/customXml" Target="../ink/ink122.xml"/><Relationship Id="rId391" Type="http://schemas.openxmlformats.org/officeDocument/2006/relationships/image" Target="../media/image209.png"/><Relationship Id="rId251" Type="http://schemas.openxmlformats.org/officeDocument/2006/relationships/image" Target="../media/image139.png"/><Relationship Id="rId46" Type="http://schemas.openxmlformats.org/officeDocument/2006/relationships/customXml" Target="../ink/ink53.xml"/><Relationship Id="rId293" Type="http://schemas.openxmlformats.org/officeDocument/2006/relationships/image" Target="../media/image160.png"/><Relationship Id="rId307" Type="http://schemas.openxmlformats.org/officeDocument/2006/relationships/image" Target="../media/image167.png"/><Relationship Id="rId349" Type="http://schemas.openxmlformats.org/officeDocument/2006/relationships/image" Target="../media/image188.png"/><Relationship Id="rId88" Type="http://schemas.openxmlformats.org/officeDocument/2006/relationships/customXml" Target="../ink/ink74.xml"/><Relationship Id="rId111" Type="http://schemas.openxmlformats.org/officeDocument/2006/relationships/image" Target="../media/image69.png"/><Relationship Id="rId153" Type="http://schemas.openxmlformats.org/officeDocument/2006/relationships/image" Target="../media/image90.png"/><Relationship Id="rId195" Type="http://schemas.openxmlformats.org/officeDocument/2006/relationships/image" Target="../media/image111.png"/><Relationship Id="rId209" Type="http://schemas.openxmlformats.org/officeDocument/2006/relationships/image" Target="../media/image118.png"/><Relationship Id="rId360" Type="http://schemas.openxmlformats.org/officeDocument/2006/relationships/customXml" Target="../ink/ink210.xml"/><Relationship Id="rId220" Type="http://schemas.openxmlformats.org/officeDocument/2006/relationships/customXml" Target="../ink/ink140.xml"/><Relationship Id="rId15" Type="http://schemas.openxmlformats.org/officeDocument/2006/relationships/image" Target="../media/image20.png"/><Relationship Id="rId57" Type="http://schemas.openxmlformats.org/officeDocument/2006/relationships/image" Target="../media/image42.png"/><Relationship Id="rId262" Type="http://schemas.openxmlformats.org/officeDocument/2006/relationships/customXml" Target="../ink/ink161.xml"/><Relationship Id="rId318" Type="http://schemas.openxmlformats.org/officeDocument/2006/relationships/customXml" Target="../ink/ink189.xml"/><Relationship Id="rId99" Type="http://schemas.openxmlformats.org/officeDocument/2006/relationships/image" Target="../media/image63.png"/><Relationship Id="rId122" Type="http://schemas.openxmlformats.org/officeDocument/2006/relationships/customXml" Target="../ink/ink91.xml"/><Relationship Id="rId164" Type="http://schemas.openxmlformats.org/officeDocument/2006/relationships/customXml" Target="../ink/ink112.xml"/><Relationship Id="rId371" Type="http://schemas.openxmlformats.org/officeDocument/2006/relationships/image" Target="../media/image199.png"/><Relationship Id="rId26" Type="http://schemas.openxmlformats.org/officeDocument/2006/relationships/customXml" Target="../ink/ink43.xml"/><Relationship Id="rId231" Type="http://schemas.openxmlformats.org/officeDocument/2006/relationships/image" Target="../media/image129.png"/><Relationship Id="rId273" Type="http://schemas.openxmlformats.org/officeDocument/2006/relationships/image" Target="../media/image150.png"/><Relationship Id="rId329" Type="http://schemas.openxmlformats.org/officeDocument/2006/relationships/image" Target="../media/image178.png"/><Relationship Id="rId68" Type="http://schemas.openxmlformats.org/officeDocument/2006/relationships/customXml" Target="../ink/ink64.xml"/><Relationship Id="rId133" Type="http://schemas.openxmlformats.org/officeDocument/2006/relationships/image" Target="../media/image80.png"/><Relationship Id="rId175" Type="http://schemas.openxmlformats.org/officeDocument/2006/relationships/image" Target="../media/image101.png"/><Relationship Id="rId340" Type="http://schemas.openxmlformats.org/officeDocument/2006/relationships/customXml" Target="../ink/ink200.xml"/><Relationship Id="rId200" Type="http://schemas.openxmlformats.org/officeDocument/2006/relationships/customXml" Target="../ink/ink130.xml"/><Relationship Id="rId382" Type="http://schemas.openxmlformats.org/officeDocument/2006/relationships/customXml" Target="../ink/ink221.xml"/><Relationship Id="rId242" Type="http://schemas.openxmlformats.org/officeDocument/2006/relationships/customXml" Target="../ink/ink151.xml"/><Relationship Id="rId284" Type="http://schemas.openxmlformats.org/officeDocument/2006/relationships/customXml" Target="../ink/ink17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.png"/><Relationship Id="rId299" Type="http://schemas.openxmlformats.org/officeDocument/2006/relationships/customXml" Target="../ink/ink379.xml"/><Relationship Id="rId21" Type="http://schemas.openxmlformats.org/officeDocument/2006/relationships/image" Target="../media/image223.png"/><Relationship Id="rId63" Type="http://schemas.openxmlformats.org/officeDocument/2006/relationships/image" Target="../media/image244.png"/><Relationship Id="rId159" Type="http://schemas.openxmlformats.org/officeDocument/2006/relationships/image" Target="../media/image291.png"/><Relationship Id="rId324" Type="http://schemas.openxmlformats.org/officeDocument/2006/relationships/image" Target="../media/image373.png"/><Relationship Id="rId366" Type="http://schemas.openxmlformats.org/officeDocument/2006/relationships/image" Target="../media/image394.png"/><Relationship Id="rId170" Type="http://schemas.openxmlformats.org/officeDocument/2006/relationships/customXml" Target="../ink/ink314.xml"/><Relationship Id="rId226" Type="http://schemas.openxmlformats.org/officeDocument/2006/relationships/customXml" Target="../ink/ink342.xml"/><Relationship Id="rId433" Type="http://schemas.openxmlformats.org/officeDocument/2006/relationships/customXml" Target="../ink/ink447.xml"/><Relationship Id="rId268" Type="http://schemas.openxmlformats.org/officeDocument/2006/relationships/image" Target="../media/image345.png"/><Relationship Id="rId32" Type="http://schemas.openxmlformats.org/officeDocument/2006/relationships/customXml" Target="../ink/ink245.xml"/><Relationship Id="rId74" Type="http://schemas.openxmlformats.org/officeDocument/2006/relationships/customXml" Target="../ink/ink266.xml"/><Relationship Id="rId128" Type="http://schemas.openxmlformats.org/officeDocument/2006/relationships/customXml" Target="../ink/ink293.xml"/><Relationship Id="rId335" Type="http://schemas.openxmlformats.org/officeDocument/2006/relationships/customXml" Target="../ink/ink397.xml"/><Relationship Id="rId377" Type="http://schemas.openxmlformats.org/officeDocument/2006/relationships/image" Target="../media/image399.png"/><Relationship Id="rId5" Type="http://schemas.openxmlformats.org/officeDocument/2006/relationships/image" Target="../media/image215.png"/><Relationship Id="rId181" Type="http://schemas.openxmlformats.org/officeDocument/2006/relationships/image" Target="../media/image302.png"/><Relationship Id="rId237" Type="http://schemas.openxmlformats.org/officeDocument/2006/relationships/image" Target="../media/image330.png"/><Relationship Id="rId402" Type="http://schemas.openxmlformats.org/officeDocument/2006/relationships/image" Target="../media/image411.png"/><Relationship Id="rId279" Type="http://schemas.openxmlformats.org/officeDocument/2006/relationships/customXml" Target="../ink/ink369.xml"/><Relationship Id="rId444" Type="http://schemas.openxmlformats.org/officeDocument/2006/relationships/image" Target="../media/image432.png"/><Relationship Id="rId43" Type="http://schemas.openxmlformats.org/officeDocument/2006/relationships/image" Target="../media/image234.png"/><Relationship Id="rId139" Type="http://schemas.openxmlformats.org/officeDocument/2006/relationships/image" Target="../media/image282.png"/><Relationship Id="rId290" Type="http://schemas.openxmlformats.org/officeDocument/2006/relationships/image" Target="../media/image356.png"/><Relationship Id="rId304" Type="http://schemas.openxmlformats.org/officeDocument/2006/relationships/image" Target="../media/image363.png"/><Relationship Id="rId346" Type="http://schemas.openxmlformats.org/officeDocument/2006/relationships/image" Target="../media/image384.png"/><Relationship Id="rId388" Type="http://schemas.openxmlformats.org/officeDocument/2006/relationships/image" Target="../media/image404.png"/><Relationship Id="rId85" Type="http://schemas.openxmlformats.org/officeDocument/2006/relationships/image" Target="../media/image255.png"/><Relationship Id="rId150" Type="http://schemas.openxmlformats.org/officeDocument/2006/relationships/customXml" Target="../ink/ink304.xml"/><Relationship Id="rId192" Type="http://schemas.openxmlformats.org/officeDocument/2006/relationships/customXml" Target="../ink/ink325.xml"/><Relationship Id="rId206" Type="http://schemas.openxmlformats.org/officeDocument/2006/relationships/customXml" Target="../ink/ink332.xml"/><Relationship Id="rId413" Type="http://schemas.openxmlformats.org/officeDocument/2006/relationships/customXml" Target="../ink/ink437.xml"/><Relationship Id="rId248" Type="http://schemas.openxmlformats.org/officeDocument/2006/relationships/customXml" Target="../ink/ink353.xml"/><Relationship Id="rId12" Type="http://schemas.openxmlformats.org/officeDocument/2006/relationships/customXml" Target="../ink/ink235.xml"/><Relationship Id="rId108" Type="http://schemas.openxmlformats.org/officeDocument/2006/relationships/customXml" Target="../ink/ink283.xml"/><Relationship Id="rId315" Type="http://schemas.openxmlformats.org/officeDocument/2006/relationships/customXml" Target="../ink/ink387.xml"/><Relationship Id="rId357" Type="http://schemas.openxmlformats.org/officeDocument/2006/relationships/customXml" Target="../ink/ink408.xml"/><Relationship Id="rId54" Type="http://schemas.openxmlformats.org/officeDocument/2006/relationships/customXml" Target="../ink/ink256.xml"/><Relationship Id="rId96" Type="http://schemas.openxmlformats.org/officeDocument/2006/relationships/customXml" Target="../ink/ink277.xml"/><Relationship Id="rId161" Type="http://schemas.openxmlformats.org/officeDocument/2006/relationships/image" Target="../media/image292.png"/><Relationship Id="rId217" Type="http://schemas.openxmlformats.org/officeDocument/2006/relationships/image" Target="../media/image320.png"/><Relationship Id="rId399" Type="http://schemas.openxmlformats.org/officeDocument/2006/relationships/customXml" Target="../ink/ink430.xml"/><Relationship Id="rId259" Type="http://schemas.openxmlformats.org/officeDocument/2006/relationships/image" Target="../media/image341.png"/><Relationship Id="rId424" Type="http://schemas.openxmlformats.org/officeDocument/2006/relationships/image" Target="../media/image422.png"/><Relationship Id="rId23" Type="http://schemas.openxmlformats.org/officeDocument/2006/relationships/image" Target="../media/image224.png"/><Relationship Id="rId119" Type="http://schemas.openxmlformats.org/officeDocument/2006/relationships/image" Target="../media/image272.png"/><Relationship Id="rId270" Type="http://schemas.openxmlformats.org/officeDocument/2006/relationships/image" Target="../media/image346.png"/><Relationship Id="rId326" Type="http://schemas.openxmlformats.org/officeDocument/2006/relationships/image" Target="../media/image374.png"/><Relationship Id="rId65" Type="http://schemas.openxmlformats.org/officeDocument/2006/relationships/image" Target="../media/image245.png"/><Relationship Id="rId130" Type="http://schemas.openxmlformats.org/officeDocument/2006/relationships/customXml" Target="../ink/ink294.xml"/><Relationship Id="rId368" Type="http://schemas.openxmlformats.org/officeDocument/2006/relationships/image" Target="../media/image395.png"/><Relationship Id="rId172" Type="http://schemas.openxmlformats.org/officeDocument/2006/relationships/customXml" Target="../ink/ink315.xml"/><Relationship Id="rId228" Type="http://schemas.openxmlformats.org/officeDocument/2006/relationships/customXml" Target="../ink/ink343.xml"/><Relationship Id="rId435" Type="http://schemas.openxmlformats.org/officeDocument/2006/relationships/customXml" Target="../ink/ink448.xml"/><Relationship Id="rId281" Type="http://schemas.openxmlformats.org/officeDocument/2006/relationships/customXml" Target="../ink/ink370.xml"/><Relationship Id="rId337" Type="http://schemas.openxmlformats.org/officeDocument/2006/relationships/customXml" Target="../ink/ink398.xml"/><Relationship Id="rId34" Type="http://schemas.openxmlformats.org/officeDocument/2006/relationships/customXml" Target="../ink/ink246.xml"/><Relationship Id="rId76" Type="http://schemas.openxmlformats.org/officeDocument/2006/relationships/customXml" Target="../ink/ink267.xml"/><Relationship Id="rId141" Type="http://schemas.openxmlformats.org/officeDocument/2006/relationships/image" Target="../media/image283.png"/><Relationship Id="rId379" Type="http://schemas.openxmlformats.org/officeDocument/2006/relationships/customXml" Target="../ink/ink420.xml"/><Relationship Id="rId7" Type="http://schemas.openxmlformats.org/officeDocument/2006/relationships/image" Target="../media/image216.png"/><Relationship Id="rId183" Type="http://schemas.openxmlformats.org/officeDocument/2006/relationships/image" Target="../media/image303.png"/><Relationship Id="rId239" Type="http://schemas.openxmlformats.org/officeDocument/2006/relationships/image" Target="../media/image331.png"/><Relationship Id="rId390" Type="http://schemas.openxmlformats.org/officeDocument/2006/relationships/image" Target="../media/image405.png"/><Relationship Id="rId404" Type="http://schemas.openxmlformats.org/officeDocument/2006/relationships/image" Target="../media/image412.png"/><Relationship Id="rId446" Type="http://schemas.openxmlformats.org/officeDocument/2006/relationships/image" Target="../media/image433.png"/><Relationship Id="rId250" Type="http://schemas.openxmlformats.org/officeDocument/2006/relationships/customXml" Target="../ink/ink354.xml"/><Relationship Id="rId292" Type="http://schemas.openxmlformats.org/officeDocument/2006/relationships/image" Target="../media/image357.png"/><Relationship Id="rId306" Type="http://schemas.openxmlformats.org/officeDocument/2006/relationships/image" Target="../media/image364.png"/><Relationship Id="rId45" Type="http://schemas.openxmlformats.org/officeDocument/2006/relationships/image" Target="../media/image235.png"/><Relationship Id="rId87" Type="http://schemas.openxmlformats.org/officeDocument/2006/relationships/image" Target="../media/image256.png"/><Relationship Id="rId110" Type="http://schemas.openxmlformats.org/officeDocument/2006/relationships/customXml" Target="../ink/ink284.xml"/><Relationship Id="rId348" Type="http://schemas.openxmlformats.org/officeDocument/2006/relationships/image" Target="../media/image385.png"/><Relationship Id="rId152" Type="http://schemas.openxmlformats.org/officeDocument/2006/relationships/customXml" Target="../ink/ink305.xml"/><Relationship Id="rId194" Type="http://schemas.openxmlformats.org/officeDocument/2006/relationships/customXml" Target="../ink/ink326.xml"/><Relationship Id="rId208" Type="http://schemas.openxmlformats.org/officeDocument/2006/relationships/customXml" Target="../ink/ink333.xml"/><Relationship Id="rId415" Type="http://schemas.openxmlformats.org/officeDocument/2006/relationships/customXml" Target="../ink/ink438.xml"/><Relationship Id="rId261" Type="http://schemas.openxmlformats.org/officeDocument/2006/relationships/customXml" Target="../ink/ink360.xml"/><Relationship Id="rId14" Type="http://schemas.openxmlformats.org/officeDocument/2006/relationships/customXml" Target="../ink/ink236.xml"/><Relationship Id="rId56" Type="http://schemas.openxmlformats.org/officeDocument/2006/relationships/customXml" Target="../ink/ink257.xml"/><Relationship Id="rId317" Type="http://schemas.openxmlformats.org/officeDocument/2006/relationships/customXml" Target="../ink/ink388.xml"/><Relationship Id="rId359" Type="http://schemas.openxmlformats.org/officeDocument/2006/relationships/customXml" Target="../ink/ink409.xml"/><Relationship Id="rId98" Type="http://schemas.openxmlformats.org/officeDocument/2006/relationships/customXml" Target="../ink/ink278.xml"/><Relationship Id="rId121" Type="http://schemas.openxmlformats.org/officeDocument/2006/relationships/image" Target="../media/image273.png"/><Relationship Id="rId163" Type="http://schemas.openxmlformats.org/officeDocument/2006/relationships/image" Target="../media/image293.png"/><Relationship Id="rId219" Type="http://schemas.openxmlformats.org/officeDocument/2006/relationships/image" Target="../media/image321.png"/><Relationship Id="rId370" Type="http://schemas.openxmlformats.org/officeDocument/2006/relationships/image" Target="../media/image396.png"/><Relationship Id="rId426" Type="http://schemas.openxmlformats.org/officeDocument/2006/relationships/image" Target="../media/image423.png"/><Relationship Id="rId230" Type="http://schemas.openxmlformats.org/officeDocument/2006/relationships/customXml" Target="../ink/ink344.xml"/><Relationship Id="rId25" Type="http://schemas.openxmlformats.org/officeDocument/2006/relationships/image" Target="../media/image225.png"/><Relationship Id="rId67" Type="http://schemas.openxmlformats.org/officeDocument/2006/relationships/image" Target="../media/image246.png"/><Relationship Id="rId272" Type="http://schemas.openxmlformats.org/officeDocument/2006/relationships/image" Target="../media/image347.png"/><Relationship Id="rId328" Type="http://schemas.openxmlformats.org/officeDocument/2006/relationships/image" Target="../media/image375.png"/><Relationship Id="rId132" Type="http://schemas.openxmlformats.org/officeDocument/2006/relationships/customXml" Target="../ink/ink295.xml"/><Relationship Id="rId174" Type="http://schemas.openxmlformats.org/officeDocument/2006/relationships/customXml" Target="../ink/ink316.xml"/><Relationship Id="rId381" Type="http://schemas.openxmlformats.org/officeDocument/2006/relationships/customXml" Target="../ink/ink421.xml"/><Relationship Id="rId241" Type="http://schemas.openxmlformats.org/officeDocument/2006/relationships/image" Target="../media/image332.png"/><Relationship Id="rId437" Type="http://schemas.openxmlformats.org/officeDocument/2006/relationships/customXml" Target="../ink/ink449.xml"/><Relationship Id="rId36" Type="http://schemas.openxmlformats.org/officeDocument/2006/relationships/customXml" Target="../ink/ink247.xml"/><Relationship Id="rId283" Type="http://schemas.openxmlformats.org/officeDocument/2006/relationships/customXml" Target="../ink/ink371.xml"/><Relationship Id="rId339" Type="http://schemas.openxmlformats.org/officeDocument/2006/relationships/customXml" Target="../ink/ink399.xml"/><Relationship Id="rId78" Type="http://schemas.openxmlformats.org/officeDocument/2006/relationships/customXml" Target="../ink/ink268.xml"/><Relationship Id="rId101" Type="http://schemas.openxmlformats.org/officeDocument/2006/relationships/image" Target="../media/image263.png"/><Relationship Id="rId143" Type="http://schemas.openxmlformats.org/officeDocument/2006/relationships/image" Target="../media/image284.png"/><Relationship Id="rId185" Type="http://schemas.openxmlformats.org/officeDocument/2006/relationships/image" Target="../media/image304.png"/><Relationship Id="rId350" Type="http://schemas.openxmlformats.org/officeDocument/2006/relationships/image" Target="../media/image386.png"/><Relationship Id="rId406" Type="http://schemas.openxmlformats.org/officeDocument/2006/relationships/image" Target="../media/image413.png"/><Relationship Id="rId9" Type="http://schemas.openxmlformats.org/officeDocument/2006/relationships/image" Target="../media/image217.png"/><Relationship Id="rId210" Type="http://schemas.openxmlformats.org/officeDocument/2006/relationships/customXml" Target="../ink/ink334.xml"/><Relationship Id="rId392" Type="http://schemas.openxmlformats.org/officeDocument/2006/relationships/image" Target="../media/image406.png"/><Relationship Id="rId252" Type="http://schemas.openxmlformats.org/officeDocument/2006/relationships/customXml" Target="../ink/ink355.xml"/><Relationship Id="rId294" Type="http://schemas.openxmlformats.org/officeDocument/2006/relationships/image" Target="../media/image358.png"/><Relationship Id="rId308" Type="http://schemas.openxmlformats.org/officeDocument/2006/relationships/image" Target="../media/image365.png"/><Relationship Id="rId47" Type="http://schemas.openxmlformats.org/officeDocument/2006/relationships/image" Target="../media/image236.png"/><Relationship Id="rId89" Type="http://schemas.openxmlformats.org/officeDocument/2006/relationships/image" Target="../media/image257.png"/><Relationship Id="rId112" Type="http://schemas.openxmlformats.org/officeDocument/2006/relationships/customXml" Target="../ink/ink285.xml"/><Relationship Id="rId154" Type="http://schemas.openxmlformats.org/officeDocument/2006/relationships/customXml" Target="../ink/ink306.xml"/><Relationship Id="rId361" Type="http://schemas.openxmlformats.org/officeDocument/2006/relationships/customXml" Target="../ink/ink410.xml"/><Relationship Id="rId196" Type="http://schemas.openxmlformats.org/officeDocument/2006/relationships/customXml" Target="../ink/ink327.xml"/><Relationship Id="rId417" Type="http://schemas.openxmlformats.org/officeDocument/2006/relationships/customXml" Target="../ink/ink439.xml"/><Relationship Id="rId16" Type="http://schemas.openxmlformats.org/officeDocument/2006/relationships/customXml" Target="../ink/ink237.xml"/><Relationship Id="rId221" Type="http://schemas.openxmlformats.org/officeDocument/2006/relationships/image" Target="../media/image322.png"/><Relationship Id="rId263" Type="http://schemas.openxmlformats.org/officeDocument/2006/relationships/customXml" Target="../ink/ink361.xml"/><Relationship Id="rId319" Type="http://schemas.openxmlformats.org/officeDocument/2006/relationships/customXml" Target="../ink/ink389.xml"/><Relationship Id="rId58" Type="http://schemas.openxmlformats.org/officeDocument/2006/relationships/customXml" Target="../ink/ink258.xml"/><Relationship Id="rId123" Type="http://schemas.openxmlformats.org/officeDocument/2006/relationships/image" Target="../media/image274.png"/><Relationship Id="rId330" Type="http://schemas.openxmlformats.org/officeDocument/2006/relationships/image" Target="../media/image376.png"/><Relationship Id="rId165" Type="http://schemas.openxmlformats.org/officeDocument/2006/relationships/image" Target="../media/image294.png"/><Relationship Id="rId372" Type="http://schemas.openxmlformats.org/officeDocument/2006/relationships/image" Target="../media/image397.png"/><Relationship Id="rId428" Type="http://schemas.openxmlformats.org/officeDocument/2006/relationships/image" Target="../media/image424.png"/><Relationship Id="rId232" Type="http://schemas.openxmlformats.org/officeDocument/2006/relationships/customXml" Target="../ink/ink345.xml"/><Relationship Id="rId274" Type="http://schemas.openxmlformats.org/officeDocument/2006/relationships/image" Target="../media/image348.png"/><Relationship Id="rId27" Type="http://schemas.openxmlformats.org/officeDocument/2006/relationships/image" Target="../media/image226.png"/><Relationship Id="rId69" Type="http://schemas.openxmlformats.org/officeDocument/2006/relationships/image" Target="../media/image247.png"/><Relationship Id="rId134" Type="http://schemas.openxmlformats.org/officeDocument/2006/relationships/customXml" Target="../ink/ink296.xml"/><Relationship Id="rId80" Type="http://schemas.openxmlformats.org/officeDocument/2006/relationships/customXml" Target="../ink/ink269.xml"/><Relationship Id="rId176" Type="http://schemas.openxmlformats.org/officeDocument/2006/relationships/customXml" Target="../ink/ink317.xml"/><Relationship Id="rId341" Type="http://schemas.openxmlformats.org/officeDocument/2006/relationships/customXml" Target="../ink/ink400.xml"/><Relationship Id="rId383" Type="http://schemas.openxmlformats.org/officeDocument/2006/relationships/customXml" Target="../ink/ink422.xml"/><Relationship Id="rId439" Type="http://schemas.openxmlformats.org/officeDocument/2006/relationships/customXml" Target="../ink/ink450.xml"/><Relationship Id="rId201" Type="http://schemas.openxmlformats.org/officeDocument/2006/relationships/image" Target="../media/image312.png"/><Relationship Id="rId243" Type="http://schemas.openxmlformats.org/officeDocument/2006/relationships/image" Target="../media/image333.png"/><Relationship Id="rId285" Type="http://schemas.openxmlformats.org/officeDocument/2006/relationships/customXml" Target="../ink/ink372.xml"/><Relationship Id="rId38" Type="http://schemas.openxmlformats.org/officeDocument/2006/relationships/customXml" Target="../ink/ink248.xml"/><Relationship Id="rId103" Type="http://schemas.openxmlformats.org/officeDocument/2006/relationships/image" Target="../media/image264.png"/><Relationship Id="rId310" Type="http://schemas.openxmlformats.org/officeDocument/2006/relationships/image" Target="../media/image366.png"/><Relationship Id="rId91" Type="http://schemas.openxmlformats.org/officeDocument/2006/relationships/image" Target="../media/image258.png"/><Relationship Id="rId145" Type="http://schemas.openxmlformats.org/officeDocument/2006/relationships/image" Target="../media/image285.png"/><Relationship Id="rId187" Type="http://schemas.openxmlformats.org/officeDocument/2006/relationships/image" Target="../media/image305.png"/><Relationship Id="rId352" Type="http://schemas.openxmlformats.org/officeDocument/2006/relationships/image" Target="../media/image387.png"/><Relationship Id="rId394" Type="http://schemas.openxmlformats.org/officeDocument/2006/relationships/image" Target="../media/image407.png"/><Relationship Id="rId408" Type="http://schemas.openxmlformats.org/officeDocument/2006/relationships/image" Target="../media/image414.png"/><Relationship Id="rId212" Type="http://schemas.openxmlformats.org/officeDocument/2006/relationships/customXml" Target="../ink/ink335.xml"/><Relationship Id="rId254" Type="http://schemas.openxmlformats.org/officeDocument/2006/relationships/customXml" Target="../ink/ink356.xml"/><Relationship Id="rId49" Type="http://schemas.openxmlformats.org/officeDocument/2006/relationships/image" Target="../media/image237.png"/><Relationship Id="rId114" Type="http://schemas.openxmlformats.org/officeDocument/2006/relationships/customXml" Target="../ink/ink286.xml"/><Relationship Id="rId296" Type="http://schemas.openxmlformats.org/officeDocument/2006/relationships/image" Target="../media/image359.png"/><Relationship Id="rId60" Type="http://schemas.openxmlformats.org/officeDocument/2006/relationships/customXml" Target="../ink/ink259.xml"/><Relationship Id="rId156" Type="http://schemas.openxmlformats.org/officeDocument/2006/relationships/customXml" Target="../ink/ink307.xml"/><Relationship Id="rId198" Type="http://schemas.openxmlformats.org/officeDocument/2006/relationships/customXml" Target="../ink/ink328.xml"/><Relationship Id="rId321" Type="http://schemas.openxmlformats.org/officeDocument/2006/relationships/customXml" Target="../ink/ink390.xml"/><Relationship Id="rId363" Type="http://schemas.openxmlformats.org/officeDocument/2006/relationships/customXml" Target="../ink/ink411.xml"/><Relationship Id="rId419" Type="http://schemas.openxmlformats.org/officeDocument/2006/relationships/customXml" Target="../ink/ink440.xml"/><Relationship Id="rId223" Type="http://schemas.openxmlformats.org/officeDocument/2006/relationships/image" Target="../media/image323.png"/><Relationship Id="rId430" Type="http://schemas.openxmlformats.org/officeDocument/2006/relationships/image" Target="../media/image425.png"/><Relationship Id="rId18" Type="http://schemas.openxmlformats.org/officeDocument/2006/relationships/customXml" Target="../ink/ink238.xml"/><Relationship Id="rId39" Type="http://schemas.openxmlformats.org/officeDocument/2006/relationships/image" Target="../media/image232.png"/><Relationship Id="rId265" Type="http://schemas.openxmlformats.org/officeDocument/2006/relationships/customXml" Target="../ink/ink362.xml"/><Relationship Id="rId286" Type="http://schemas.openxmlformats.org/officeDocument/2006/relationships/image" Target="../media/image354.png"/><Relationship Id="rId50" Type="http://schemas.openxmlformats.org/officeDocument/2006/relationships/customXml" Target="../ink/ink254.xml"/><Relationship Id="rId104" Type="http://schemas.openxmlformats.org/officeDocument/2006/relationships/customXml" Target="../ink/ink281.xml"/><Relationship Id="rId125" Type="http://schemas.openxmlformats.org/officeDocument/2006/relationships/image" Target="../media/image275.png"/><Relationship Id="rId146" Type="http://schemas.openxmlformats.org/officeDocument/2006/relationships/customXml" Target="../ink/ink302.xml"/><Relationship Id="rId167" Type="http://schemas.openxmlformats.org/officeDocument/2006/relationships/image" Target="../media/image295.png"/><Relationship Id="rId188" Type="http://schemas.openxmlformats.org/officeDocument/2006/relationships/customXml" Target="../ink/ink323.xml"/><Relationship Id="rId311" Type="http://schemas.openxmlformats.org/officeDocument/2006/relationships/customXml" Target="../ink/ink385.xml"/><Relationship Id="rId332" Type="http://schemas.openxmlformats.org/officeDocument/2006/relationships/image" Target="../media/image377.png"/><Relationship Id="rId353" Type="http://schemas.openxmlformats.org/officeDocument/2006/relationships/customXml" Target="../ink/ink406.xml"/><Relationship Id="rId374" Type="http://schemas.openxmlformats.org/officeDocument/2006/relationships/customXml" Target="../ink/ink417.xml"/><Relationship Id="rId395" Type="http://schemas.openxmlformats.org/officeDocument/2006/relationships/customXml" Target="../ink/ink428.xml"/><Relationship Id="rId409" Type="http://schemas.openxmlformats.org/officeDocument/2006/relationships/customXml" Target="../ink/ink435.xml"/><Relationship Id="rId71" Type="http://schemas.openxmlformats.org/officeDocument/2006/relationships/image" Target="../media/image248.png"/><Relationship Id="rId92" Type="http://schemas.openxmlformats.org/officeDocument/2006/relationships/customXml" Target="../ink/ink275.xml"/><Relationship Id="rId213" Type="http://schemas.openxmlformats.org/officeDocument/2006/relationships/image" Target="../media/image318.png"/><Relationship Id="rId234" Type="http://schemas.openxmlformats.org/officeDocument/2006/relationships/customXml" Target="../ink/ink346.xml"/><Relationship Id="rId420" Type="http://schemas.openxmlformats.org/officeDocument/2006/relationships/image" Target="../media/image420.png"/><Relationship Id="rId2" Type="http://schemas.openxmlformats.org/officeDocument/2006/relationships/customXml" Target="../ink/ink230.xml"/><Relationship Id="rId29" Type="http://schemas.openxmlformats.org/officeDocument/2006/relationships/image" Target="../media/image227.png"/><Relationship Id="rId255" Type="http://schemas.openxmlformats.org/officeDocument/2006/relationships/image" Target="../media/image339.png"/><Relationship Id="rId276" Type="http://schemas.openxmlformats.org/officeDocument/2006/relationships/image" Target="../media/image349.png"/><Relationship Id="rId297" Type="http://schemas.openxmlformats.org/officeDocument/2006/relationships/customXml" Target="../ink/ink378.xml"/><Relationship Id="rId441" Type="http://schemas.openxmlformats.org/officeDocument/2006/relationships/customXml" Target="../ink/ink451.xml"/><Relationship Id="rId40" Type="http://schemas.openxmlformats.org/officeDocument/2006/relationships/customXml" Target="../ink/ink249.xml"/><Relationship Id="rId115" Type="http://schemas.openxmlformats.org/officeDocument/2006/relationships/image" Target="../media/image270.png"/><Relationship Id="rId136" Type="http://schemas.openxmlformats.org/officeDocument/2006/relationships/customXml" Target="../ink/ink297.xml"/><Relationship Id="rId157" Type="http://schemas.openxmlformats.org/officeDocument/2006/relationships/image" Target="../media/image290.png"/><Relationship Id="rId178" Type="http://schemas.openxmlformats.org/officeDocument/2006/relationships/customXml" Target="../ink/ink318.xml"/><Relationship Id="rId301" Type="http://schemas.openxmlformats.org/officeDocument/2006/relationships/customXml" Target="../ink/ink380.xml"/><Relationship Id="rId322" Type="http://schemas.openxmlformats.org/officeDocument/2006/relationships/image" Target="../media/image372.png"/><Relationship Id="rId343" Type="http://schemas.openxmlformats.org/officeDocument/2006/relationships/customXml" Target="../ink/ink401.xml"/><Relationship Id="rId364" Type="http://schemas.openxmlformats.org/officeDocument/2006/relationships/image" Target="../media/image393.png"/><Relationship Id="rId61" Type="http://schemas.openxmlformats.org/officeDocument/2006/relationships/image" Target="../media/image243.png"/><Relationship Id="rId82" Type="http://schemas.openxmlformats.org/officeDocument/2006/relationships/customXml" Target="../ink/ink270.xml"/><Relationship Id="rId199" Type="http://schemas.openxmlformats.org/officeDocument/2006/relationships/image" Target="../media/image311.png"/><Relationship Id="rId203" Type="http://schemas.openxmlformats.org/officeDocument/2006/relationships/image" Target="../media/image313.png"/><Relationship Id="rId385" Type="http://schemas.openxmlformats.org/officeDocument/2006/relationships/customXml" Target="../ink/ink423.xml"/><Relationship Id="rId19" Type="http://schemas.openxmlformats.org/officeDocument/2006/relationships/image" Target="../media/image222.png"/><Relationship Id="rId224" Type="http://schemas.openxmlformats.org/officeDocument/2006/relationships/customXml" Target="../ink/ink341.xml"/><Relationship Id="rId245" Type="http://schemas.openxmlformats.org/officeDocument/2006/relationships/image" Target="../media/image334.png"/><Relationship Id="rId266" Type="http://schemas.openxmlformats.org/officeDocument/2006/relationships/image" Target="../media/image344.png"/><Relationship Id="rId287" Type="http://schemas.openxmlformats.org/officeDocument/2006/relationships/customXml" Target="../ink/ink373.xml"/><Relationship Id="rId410" Type="http://schemas.openxmlformats.org/officeDocument/2006/relationships/image" Target="../media/image415.png"/><Relationship Id="rId431" Type="http://schemas.openxmlformats.org/officeDocument/2006/relationships/customXml" Target="../ink/ink446.xml"/><Relationship Id="rId30" Type="http://schemas.openxmlformats.org/officeDocument/2006/relationships/customXml" Target="../ink/ink244.xml"/><Relationship Id="rId105" Type="http://schemas.openxmlformats.org/officeDocument/2006/relationships/image" Target="../media/image265.png"/><Relationship Id="rId126" Type="http://schemas.openxmlformats.org/officeDocument/2006/relationships/customXml" Target="../ink/ink292.xml"/><Relationship Id="rId147" Type="http://schemas.openxmlformats.org/officeDocument/2006/relationships/image" Target="../media/image286.png"/><Relationship Id="rId168" Type="http://schemas.openxmlformats.org/officeDocument/2006/relationships/customXml" Target="../ink/ink313.xml"/><Relationship Id="rId312" Type="http://schemas.openxmlformats.org/officeDocument/2006/relationships/image" Target="../media/image367.png"/><Relationship Id="rId333" Type="http://schemas.openxmlformats.org/officeDocument/2006/relationships/customXml" Target="../ink/ink396.xml"/><Relationship Id="rId354" Type="http://schemas.openxmlformats.org/officeDocument/2006/relationships/image" Target="../media/image388.png"/><Relationship Id="rId51" Type="http://schemas.openxmlformats.org/officeDocument/2006/relationships/image" Target="../media/image238.png"/><Relationship Id="rId72" Type="http://schemas.openxmlformats.org/officeDocument/2006/relationships/customXml" Target="../ink/ink265.xml"/><Relationship Id="rId93" Type="http://schemas.openxmlformats.org/officeDocument/2006/relationships/image" Target="../media/image259.png"/><Relationship Id="rId189" Type="http://schemas.openxmlformats.org/officeDocument/2006/relationships/image" Target="../media/image306.png"/><Relationship Id="rId375" Type="http://schemas.openxmlformats.org/officeDocument/2006/relationships/image" Target="../media/image398.png"/><Relationship Id="rId396" Type="http://schemas.openxmlformats.org/officeDocument/2006/relationships/image" Target="../media/image408.png"/><Relationship Id="rId3" Type="http://schemas.openxmlformats.org/officeDocument/2006/relationships/image" Target="../media/image214.png"/><Relationship Id="rId214" Type="http://schemas.openxmlformats.org/officeDocument/2006/relationships/customXml" Target="../ink/ink336.xml"/><Relationship Id="rId235" Type="http://schemas.openxmlformats.org/officeDocument/2006/relationships/image" Target="../media/image329.png"/><Relationship Id="rId256" Type="http://schemas.openxmlformats.org/officeDocument/2006/relationships/customXml" Target="../ink/ink357.xml"/><Relationship Id="rId277" Type="http://schemas.openxmlformats.org/officeDocument/2006/relationships/customXml" Target="../ink/ink368.xml"/><Relationship Id="rId298" Type="http://schemas.openxmlformats.org/officeDocument/2006/relationships/image" Target="../media/image360.png"/><Relationship Id="rId400" Type="http://schemas.openxmlformats.org/officeDocument/2006/relationships/image" Target="../media/image410.png"/><Relationship Id="rId421" Type="http://schemas.openxmlformats.org/officeDocument/2006/relationships/customXml" Target="../ink/ink441.xml"/><Relationship Id="rId442" Type="http://schemas.openxmlformats.org/officeDocument/2006/relationships/image" Target="../media/image431.png"/><Relationship Id="rId116" Type="http://schemas.openxmlformats.org/officeDocument/2006/relationships/customXml" Target="../ink/ink287.xml"/><Relationship Id="rId137" Type="http://schemas.openxmlformats.org/officeDocument/2006/relationships/image" Target="../media/image281.png"/><Relationship Id="rId158" Type="http://schemas.openxmlformats.org/officeDocument/2006/relationships/customXml" Target="../ink/ink308.xml"/><Relationship Id="rId302" Type="http://schemas.openxmlformats.org/officeDocument/2006/relationships/image" Target="../media/image362.png"/><Relationship Id="rId323" Type="http://schemas.openxmlformats.org/officeDocument/2006/relationships/customXml" Target="../ink/ink391.xml"/><Relationship Id="rId344" Type="http://schemas.openxmlformats.org/officeDocument/2006/relationships/image" Target="../media/image383.png"/><Relationship Id="rId20" Type="http://schemas.openxmlformats.org/officeDocument/2006/relationships/customXml" Target="../ink/ink239.xml"/><Relationship Id="rId41" Type="http://schemas.openxmlformats.org/officeDocument/2006/relationships/image" Target="../media/image233.png"/><Relationship Id="rId62" Type="http://schemas.openxmlformats.org/officeDocument/2006/relationships/customXml" Target="../ink/ink260.xml"/><Relationship Id="rId83" Type="http://schemas.openxmlformats.org/officeDocument/2006/relationships/image" Target="../media/image254.png"/><Relationship Id="rId179" Type="http://schemas.openxmlformats.org/officeDocument/2006/relationships/image" Target="../media/image301.png"/><Relationship Id="rId365" Type="http://schemas.openxmlformats.org/officeDocument/2006/relationships/customXml" Target="../ink/ink412.xml"/><Relationship Id="rId386" Type="http://schemas.openxmlformats.org/officeDocument/2006/relationships/image" Target="../media/image403.png"/><Relationship Id="rId190" Type="http://schemas.openxmlformats.org/officeDocument/2006/relationships/customXml" Target="../ink/ink324.xml"/><Relationship Id="rId204" Type="http://schemas.openxmlformats.org/officeDocument/2006/relationships/customXml" Target="../ink/ink331.xml"/><Relationship Id="rId225" Type="http://schemas.openxmlformats.org/officeDocument/2006/relationships/image" Target="../media/image324.png"/><Relationship Id="rId246" Type="http://schemas.openxmlformats.org/officeDocument/2006/relationships/customXml" Target="../ink/ink352.xml"/><Relationship Id="rId267" Type="http://schemas.openxmlformats.org/officeDocument/2006/relationships/customXml" Target="../ink/ink363.xml"/><Relationship Id="rId288" Type="http://schemas.openxmlformats.org/officeDocument/2006/relationships/image" Target="../media/image355.png"/><Relationship Id="rId411" Type="http://schemas.openxmlformats.org/officeDocument/2006/relationships/customXml" Target="../ink/ink436.xml"/><Relationship Id="rId432" Type="http://schemas.openxmlformats.org/officeDocument/2006/relationships/image" Target="../media/image426.png"/><Relationship Id="rId106" Type="http://schemas.openxmlformats.org/officeDocument/2006/relationships/customXml" Target="../ink/ink282.xml"/><Relationship Id="rId127" Type="http://schemas.openxmlformats.org/officeDocument/2006/relationships/image" Target="../media/image276.png"/><Relationship Id="rId313" Type="http://schemas.openxmlformats.org/officeDocument/2006/relationships/customXml" Target="../ink/ink386.xml"/><Relationship Id="rId10" Type="http://schemas.openxmlformats.org/officeDocument/2006/relationships/customXml" Target="../ink/ink234.xml"/><Relationship Id="rId31" Type="http://schemas.openxmlformats.org/officeDocument/2006/relationships/image" Target="../media/image228.png"/><Relationship Id="rId52" Type="http://schemas.openxmlformats.org/officeDocument/2006/relationships/customXml" Target="../ink/ink255.xml"/><Relationship Id="rId73" Type="http://schemas.openxmlformats.org/officeDocument/2006/relationships/image" Target="../media/image249.png"/><Relationship Id="rId94" Type="http://schemas.openxmlformats.org/officeDocument/2006/relationships/customXml" Target="../ink/ink276.xml"/><Relationship Id="rId148" Type="http://schemas.openxmlformats.org/officeDocument/2006/relationships/customXml" Target="../ink/ink303.xml"/><Relationship Id="rId169" Type="http://schemas.openxmlformats.org/officeDocument/2006/relationships/image" Target="../media/image296.png"/><Relationship Id="rId334" Type="http://schemas.openxmlformats.org/officeDocument/2006/relationships/image" Target="../media/image378.png"/><Relationship Id="rId355" Type="http://schemas.openxmlformats.org/officeDocument/2006/relationships/customXml" Target="../ink/ink407.xml"/><Relationship Id="rId376" Type="http://schemas.openxmlformats.org/officeDocument/2006/relationships/customXml" Target="../ink/ink418.xml"/><Relationship Id="rId397" Type="http://schemas.openxmlformats.org/officeDocument/2006/relationships/customXml" Target="../ink/ink429.xml"/><Relationship Id="rId4" Type="http://schemas.openxmlformats.org/officeDocument/2006/relationships/customXml" Target="../ink/ink231.xml"/><Relationship Id="rId180" Type="http://schemas.openxmlformats.org/officeDocument/2006/relationships/customXml" Target="../ink/ink319.xml"/><Relationship Id="rId215" Type="http://schemas.openxmlformats.org/officeDocument/2006/relationships/image" Target="../media/image319.png"/><Relationship Id="rId236" Type="http://schemas.openxmlformats.org/officeDocument/2006/relationships/customXml" Target="../ink/ink347.xml"/><Relationship Id="rId257" Type="http://schemas.openxmlformats.org/officeDocument/2006/relationships/image" Target="../media/image340.png"/><Relationship Id="rId278" Type="http://schemas.openxmlformats.org/officeDocument/2006/relationships/image" Target="../media/image350.png"/><Relationship Id="rId401" Type="http://schemas.openxmlformats.org/officeDocument/2006/relationships/customXml" Target="../ink/ink431.xml"/><Relationship Id="rId422" Type="http://schemas.openxmlformats.org/officeDocument/2006/relationships/image" Target="../media/image421.png"/><Relationship Id="rId443" Type="http://schemas.openxmlformats.org/officeDocument/2006/relationships/customXml" Target="../ink/ink452.xml"/><Relationship Id="rId303" Type="http://schemas.openxmlformats.org/officeDocument/2006/relationships/customXml" Target="../ink/ink381.xml"/><Relationship Id="rId42" Type="http://schemas.openxmlformats.org/officeDocument/2006/relationships/customXml" Target="../ink/ink250.xml"/><Relationship Id="rId84" Type="http://schemas.openxmlformats.org/officeDocument/2006/relationships/customXml" Target="../ink/ink271.xml"/><Relationship Id="rId138" Type="http://schemas.openxmlformats.org/officeDocument/2006/relationships/customXml" Target="../ink/ink298.xml"/><Relationship Id="rId345" Type="http://schemas.openxmlformats.org/officeDocument/2006/relationships/customXml" Target="../ink/ink402.xml"/><Relationship Id="rId387" Type="http://schemas.openxmlformats.org/officeDocument/2006/relationships/customXml" Target="../ink/ink424.xml"/><Relationship Id="rId191" Type="http://schemas.openxmlformats.org/officeDocument/2006/relationships/image" Target="../media/image307.png"/><Relationship Id="rId205" Type="http://schemas.openxmlformats.org/officeDocument/2006/relationships/image" Target="../media/image314.png"/><Relationship Id="rId247" Type="http://schemas.openxmlformats.org/officeDocument/2006/relationships/image" Target="../media/image335.png"/><Relationship Id="rId412" Type="http://schemas.openxmlformats.org/officeDocument/2006/relationships/image" Target="../media/image416.png"/><Relationship Id="rId107" Type="http://schemas.openxmlformats.org/officeDocument/2006/relationships/image" Target="../media/image266.png"/><Relationship Id="rId289" Type="http://schemas.openxmlformats.org/officeDocument/2006/relationships/customXml" Target="../ink/ink374.xml"/><Relationship Id="rId11" Type="http://schemas.openxmlformats.org/officeDocument/2006/relationships/image" Target="../media/image218.png"/><Relationship Id="rId53" Type="http://schemas.openxmlformats.org/officeDocument/2006/relationships/image" Target="../media/image239.png"/><Relationship Id="rId149" Type="http://schemas.openxmlformats.org/officeDocument/2006/relationships/image" Target="../media/image287.png"/><Relationship Id="rId314" Type="http://schemas.openxmlformats.org/officeDocument/2006/relationships/image" Target="../media/image368.png"/><Relationship Id="rId356" Type="http://schemas.openxmlformats.org/officeDocument/2006/relationships/image" Target="../media/image389.png"/><Relationship Id="rId398" Type="http://schemas.openxmlformats.org/officeDocument/2006/relationships/image" Target="../media/image409.png"/><Relationship Id="rId95" Type="http://schemas.openxmlformats.org/officeDocument/2006/relationships/image" Target="../media/image260.png"/><Relationship Id="rId160" Type="http://schemas.openxmlformats.org/officeDocument/2006/relationships/customXml" Target="../ink/ink309.xml"/><Relationship Id="rId216" Type="http://schemas.openxmlformats.org/officeDocument/2006/relationships/customXml" Target="../ink/ink337.xml"/><Relationship Id="rId423" Type="http://schemas.openxmlformats.org/officeDocument/2006/relationships/customXml" Target="../ink/ink442.xml"/><Relationship Id="rId258" Type="http://schemas.openxmlformats.org/officeDocument/2006/relationships/customXml" Target="../ink/ink358.xml"/><Relationship Id="rId22" Type="http://schemas.openxmlformats.org/officeDocument/2006/relationships/customXml" Target="../ink/ink240.xml"/><Relationship Id="rId64" Type="http://schemas.openxmlformats.org/officeDocument/2006/relationships/customXml" Target="../ink/ink261.xml"/><Relationship Id="rId118" Type="http://schemas.openxmlformats.org/officeDocument/2006/relationships/customXml" Target="../ink/ink288.xml"/><Relationship Id="rId325" Type="http://schemas.openxmlformats.org/officeDocument/2006/relationships/customXml" Target="../ink/ink392.xml"/><Relationship Id="rId367" Type="http://schemas.openxmlformats.org/officeDocument/2006/relationships/customXml" Target="../ink/ink413.xml"/><Relationship Id="rId171" Type="http://schemas.openxmlformats.org/officeDocument/2006/relationships/image" Target="../media/image297.png"/><Relationship Id="rId227" Type="http://schemas.openxmlformats.org/officeDocument/2006/relationships/image" Target="../media/image325.png"/><Relationship Id="rId269" Type="http://schemas.openxmlformats.org/officeDocument/2006/relationships/customXml" Target="../ink/ink364.xml"/><Relationship Id="rId434" Type="http://schemas.openxmlformats.org/officeDocument/2006/relationships/image" Target="../media/image427.png"/><Relationship Id="rId33" Type="http://schemas.openxmlformats.org/officeDocument/2006/relationships/image" Target="../media/image229.png"/><Relationship Id="rId129" Type="http://schemas.openxmlformats.org/officeDocument/2006/relationships/image" Target="../media/image277.png"/><Relationship Id="rId280" Type="http://schemas.openxmlformats.org/officeDocument/2006/relationships/image" Target="../media/image351.png"/><Relationship Id="rId336" Type="http://schemas.openxmlformats.org/officeDocument/2006/relationships/image" Target="../media/image379.png"/><Relationship Id="rId75" Type="http://schemas.openxmlformats.org/officeDocument/2006/relationships/image" Target="../media/image250.png"/><Relationship Id="rId140" Type="http://schemas.openxmlformats.org/officeDocument/2006/relationships/customXml" Target="../ink/ink299.xml"/><Relationship Id="rId182" Type="http://schemas.openxmlformats.org/officeDocument/2006/relationships/customXml" Target="../ink/ink320.xml"/><Relationship Id="rId378" Type="http://schemas.openxmlformats.org/officeDocument/2006/relationships/customXml" Target="../ink/ink419.xml"/><Relationship Id="rId403" Type="http://schemas.openxmlformats.org/officeDocument/2006/relationships/customXml" Target="../ink/ink432.xml"/><Relationship Id="rId6" Type="http://schemas.openxmlformats.org/officeDocument/2006/relationships/customXml" Target="../ink/ink232.xml"/><Relationship Id="rId238" Type="http://schemas.openxmlformats.org/officeDocument/2006/relationships/customXml" Target="../ink/ink348.xml"/><Relationship Id="rId445" Type="http://schemas.openxmlformats.org/officeDocument/2006/relationships/customXml" Target="../ink/ink453.xml"/><Relationship Id="rId291" Type="http://schemas.openxmlformats.org/officeDocument/2006/relationships/customXml" Target="../ink/ink375.xml"/><Relationship Id="rId305" Type="http://schemas.openxmlformats.org/officeDocument/2006/relationships/customXml" Target="../ink/ink382.xml"/><Relationship Id="rId347" Type="http://schemas.openxmlformats.org/officeDocument/2006/relationships/customXml" Target="../ink/ink403.xml"/><Relationship Id="rId44" Type="http://schemas.openxmlformats.org/officeDocument/2006/relationships/customXml" Target="../ink/ink251.xml"/><Relationship Id="rId86" Type="http://schemas.openxmlformats.org/officeDocument/2006/relationships/customXml" Target="../ink/ink272.xml"/><Relationship Id="rId151" Type="http://schemas.openxmlformats.org/officeDocument/2006/relationships/image" Target="../media/image45.png"/><Relationship Id="rId389" Type="http://schemas.openxmlformats.org/officeDocument/2006/relationships/customXml" Target="../ink/ink425.xml"/><Relationship Id="rId193" Type="http://schemas.openxmlformats.org/officeDocument/2006/relationships/image" Target="../media/image308.png"/><Relationship Id="rId207" Type="http://schemas.openxmlformats.org/officeDocument/2006/relationships/image" Target="../media/image315.png"/><Relationship Id="rId249" Type="http://schemas.openxmlformats.org/officeDocument/2006/relationships/image" Target="../media/image336.png"/><Relationship Id="rId414" Type="http://schemas.openxmlformats.org/officeDocument/2006/relationships/image" Target="../media/image417.png"/><Relationship Id="rId13" Type="http://schemas.openxmlformats.org/officeDocument/2006/relationships/image" Target="../media/image219.png"/><Relationship Id="rId109" Type="http://schemas.openxmlformats.org/officeDocument/2006/relationships/image" Target="../media/image267.png"/><Relationship Id="rId260" Type="http://schemas.openxmlformats.org/officeDocument/2006/relationships/customXml" Target="../ink/ink359.xml"/><Relationship Id="rId316" Type="http://schemas.openxmlformats.org/officeDocument/2006/relationships/image" Target="../media/image369.png"/><Relationship Id="rId55" Type="http://schemas.openxmlformats.org/officeDocument/2006/relationships/image" Target="../media/image240.png"/><Relationship Id="rId97" Type="http://schemas.openxmlformats.org/officeDocument/2006/relationships/image" Target="../media/image261.png"/><Relationship Id="rId120" Type="http://schemas.openxmlformats.org/officeDocument/2006/relationships/customXml" Target="../ink/ink289.xml"/><Relationship Id="rId358" Type="http://schemas.openxmlformats.org/officeDocument/2006/relationships/image" Target="../media/image390.png"/><Relationship Id="rId162" Type="http://schemas.openxmlformats.org/officeDocument/2006/relationships/customXml" Target="../ink/ink310.xml"/><Relationship Id="rId218" Type="http://schemas.openxmlformats.org/officeDocument/2006/relationships/customXml" Target="../ink/ink338.xml"/><Relationship Id="rId425" Type="http://schemas.openxmlformats.org/officeDocument/2006/relationships/customXml" Target="../ink/ink443.xml"/><Relationship Id="rId271" Type="http://schemas.openxmlformats.org/officeDocument/2006/relationships/customXml" Target="../ink/ink365.xml"/><Relationship Id="rId24" Type="http://schemas.openxmlformats.org/officeDocument/2006/relationships/customXml" Target="../ink/ink241.xml"/><Relationship Id="rId66" Type="http://schemas.openxmlformats.org/officeDocument/2006/relationships/customXml" Target="../ink/ink262.xml"/><Relationship Id="rId131" Type="http://schemas.openxmlformats.org/officeDocument/2006/relationships/image" Target="../media/image278.png"/><Relationship Id="rId327" Type="http://schemas.openxmlformats.org/officeDocument/2006/relationships/customXml" Target="../ink/ink393.xml"/><Relationship Id="rId369" Type="http://schemas.openxmlformats.org/officeDocument/2006/relationships/customXml" Target="../ink/ink414.xml"/><Relationship Id="rId173" Type="http://schemas.openxmlformats.org/officeDocument/2006/relationships/image" Target="../media/image298.png"/><Relationship Id="rId229" Type="http://schemas.openxmlformats.org/officeDocument/2006/relationships/image" Target="../media/image326.png"/><Relationship Id="rId380" Type="http://schemas.openxmlformats.org/officeDocument/2006/relationships/image" Target="../media/image400.png"/><Relationship Id="rId436" Type="http://schemas.openxmlformats.org/officeDocument/2006/relationships/image" Target="../media/image428.png"/><Relationship Id="rId240" Type="http://schemas.openxmlformats.org/officeDocument/2006/relationships/customXml" Target="../ink/ink349.xml"/><Relationship Id="rId35" Type="http://schemas.openxmlformats.org/officeDocument/2006/relationships/image" Target="../media/image230.png"/><Relationship Id="rId77" Type="http://schemas.openxmlformats.org/officeDocument/2006/relationships/image" Target="../media/image251.png"/><Relationship Id="rId100" Type="http://schemas.openxmlformats.org/officeDocument/2006/relationships/customXml" Target="../ink/ink279.xml"/><Relationship Id="rId282" Type="http://schemas.openxmlformats.org/officeDocument/2006/relationships/image" Target="../media/image352.png"/><Relationship Id="rId338" Type="http://schemas.openxmlformats.org/officeDocument/2006/relationships/image" Target="../media/image380.png"/><Relationship Id="rId8" Type="http://schemas.openxmlformats.org/officeDocument/2006/relationships/customXml" Target="../ink/ink233.xml"/><Relationship Id="rId142" Type="http://schemas.openxmlformats.org/officeDocument/2006/relationships/customXml" Target="../ink/ink300.xml"/><Relationship Id="rId184" Type="http://schemas.openxmlformats.org/officeDocument/2006/relationships/customXml" Target="../ink/ink321.xml"/><Relationship Id="rId391" Type="http://schemas.openxmlformats.org/officeDocument/2006/relationships/customXml" Target="../ink/ink426.xml"/><Relationship Id="rId405" Type="http://schemas.openxmlformats.org/officeDocument/2006/relationships/customXml" Target="../ink/ink433.xml"/><Relationship Id="rId251" Type="http://schemas.openxmlformats.org/officeDocument/2006/relationships/image" Target="../media/image337.png"/><Relationship Id="rId46" Type="http://schemas.openxmlformats.org/officeDocument/2006/relationships/customXml" Target="../ink/ink252.xml"/><Relationship Id="rId293" Type="http://schemas.openxmlformats.org/officeDocument/2006/relationships/customXml" Target="../ink/ink376.xml"/><Relationship Id="rId307" Type="http://schemas.openxmlformats.org/officeDocument/2006/relationships/customXml" Target="../ink/ink383.xml"/><Relationship Id="rId349" Type="http://schemas.openxmlformats.org/officeDocument/2006/relationships/customXml" Target="../ink/ink404.xml"/><Relationship Id="rId88" Type="http://schemas.openxmlformats.org/officeDocument/2006/relationships/customXml" Target="../ink/ink273.xml"/><Relationship Id="rId111" Type="http://schemas.openxmlformats.org/officeDocument/2006/relationships/image" Target="../media/image268.png"/><Relationship Id="rId153" Type="http://schemas.openxmlformats.org/officeDocument/2006/relationships/image" Target="../media/image288.png"/><Relationship Id="rId195" Type="http://schemas.openxmlformats.org/officeDocument/2006/relationships/image" Target="../media/image309.png"/><Relationship Id="rId209" Type="http://schemas.openxmlformats.org/officeDocument/2006/relationships/image" Target="../media/image316.png"/><Relationship Id="rId360" Type="http://schemas.openxmlformats.org/officeDocument/2006/relationships/image" Target="../media/image391.png"/><Relationship Id="rId416" Type="http://schemas.openxmlformats.org/officeDocument/2006/relationships/image" Target="../media/image418.png"/><Relationship Id="rId220" Type="http://schemas.openxmlformats.org/officeDocument/2006/relationships/customXml" Target="../ink/ink339.xml"/><Relationship Id="rId15" Type="http://schemas.openxmlformats.org/officeDocument/2006/relationships/image" Target="../media/image220.png"/><Relationship Id="rId57" Type="http://schemas.openxmlformats.org/officeDocument/2006/relationships/image" Target="../media/image241.png"/><Relationship Id="rId262" Type="http://schemas.openxmlformats.org/officeDocument/2006/relationships/image" Target="../media/image342.png"/><Relationship Id="rId318" Type="http://schemas.openxmlformats.org/officeDocument/2006/relationships/image" Target="../media/image370.png"/><Relationship Id="rId99" Type="http://schemas.openxmlformats.org/officeDocument/2006/relationships/image" Target="../media/image262.png"/><Relationship Id="rId122" Type="http://schemas.openxmlformats.org/officeDocument/2006/relationships/customXml" Target="../ink/ink290.xml"/><Relationship Id="rId164" Type="http://schemas.openxmlformats.org/officeDocument/2006/relationships/customXml" Target="../ink/ink311.xml"/><Relationship Id="rId371" Type="http://schemas.openxmlformats.org/officeDocument/2006/relationships/customXml" Target="../ink/ink415.xml"/><Relationship Id="rId427" Type="http://schemas.openxmlformats.org/officeDocument/2006/relationships/customXml" Target="../ink/ink444.xml"/><Relationship Id="rId26" Type="http://schemas.openxmlformats.org/officeDocument/2006/relationships/customXml" Target="../ink/ink242.xml"/><Relationship Id="rId231" Type="http://schemas.openxmlformats.org/officeDocument/2006/relationships/image" Target="../media/image327.png"/><Relationship Id="rId273" Type="http://schemas.openxmlformats.org/officeDocument/2006/relationships/customXml" Target="../ink/ink366.xml"/><Relationship Id="rId329" Type="http://schemas.openxmlformats.org/officeDocument/2006/relationships/customXml" Target="../ink/ink394.xml"/><Relationship Id="rId68" Type="http://schemas.openxmlformats.org/officeDocument/2006/relationships/customXml" Target="../ink/ink263.xml"/><Relationship Id="rId133" Type="http://schemas.openxmlformats.org/officeDocument/2006/relationships/image" Target="../media/image279.png"/><Relationship Id="rId175" Type="http://schemas.openxmlformats.org/officeDocument/2006/relationships/image" Target="../media/image299.png"/><Relationship Id="rId340" Type="http://schemas.openxmlformats.org/officeDocument/2006/relationships/image" Target="../media/image381.png"/><Relationship Id="rId200" Type="http://schemas.openxmlformats.org/officeDocument/2006/relationships/customXml" Target="../ink/ink329.xml"/><Relationship Id="rId382" Type="http://schemas.openxmlformats.org/officeDocument/2006/relationships/image" Target="../media/image401.png"/><Relationship Id="rId438" Type="http://schemas.openxmlformats.org/officeDocument/2006/relationships/image" Target="../media/image429.png"/><Relationship Id="rId242" Type="http://schemas.openxmlformats.org/officeDocument/2006/relationships/customXml" Target="../ink/ink350.xml"/><Relationship Id="rId284" Type="http://schemas.openxmlformats.org/officeDocument/2006/relationships/image" Target="../media/image353.png"/><Relationship Id="rId37" Type="http://schemas.openxmlformats.org/officeDocument/2006/relationships/image" Target="../media/image231.png"/><Relationship Id="rId79" Type="http://schemas.openxmlformats.org/officeDocument/2006/relationships/image" Target="../media/image252.png"/><Relationship Id="rId102" Type="http://schemas.openxmlformats.org/officeDocument/2006/relationships/customXml" Target="../ink/ink280.xml"/><Relationship Id="rId144" Type="http://schemas.openxmlformats.org/officeDocument/2006/relationships/customXml" Target="../ink/ink301.xml"/><Relationship Id="rId90" Type="http://schemas.openxmlformats.org/officeDocument/2006/relationships/customXml" Target="../ink/ink274.xml"/><Relationship Id="rId186" Type="http://schemas.openxmlformats.org/officeDocument/2006/relationships/customXml" Target="../ink/ink322.xml"/><Relationship Id="rId351" Type="http://schemas.openxmlformats.org/officeDocument/2006/relationships/customXml" Target="../ink/ink405.xml"/><Relationship Id="rId393" Type="http://schemas.openxmlformats.org/officeDocument/2006/relationships/customXml" Target="../ink/ink427.xml"/><Relationship Id="rId407" Type="http://schemas.openxmlformats.org/officeDocument/2006/relationships/customXml" Target="../ink/ink434.xml"/><Relationship Id="rId211" Type="http://schemas.openxmlformats.org/officeDocument/2006/relationships/image" Target="../media/image317.png"/><Relationship Id="rId253" Type="http://schemas.openxmlformats.org/officeDocument/2006/relationships/image" Target="../media/image338.png"/><Relationship Id="rId295" Type="http://schemas.openxmlformats.org/officeDocument/2006/relationships/customXml" Target="../ink/ink377.xml"/><Relationship Id="rId309" Type="http://schemas.openxmlformats.org/officeDocument/2006/relationships/customXml" Target="../ink/ink384.xml"/><Relationship Id="rId48" Type="http://schemas.openxmlformats.org/officeDocument/2006/relationships/customXml" Target="../ink/ink253.xml"/><Relationship Id="rId113" Type="http://schemas.openxmlformats.org/officeDocument/2006/relationships/image" Target="../media/image269.png"/><Relationship Id="rId320" Type="http://schemas.openxmlformats.org/officeDocument/2006/relationships/image" Target="../media/image371.png"/><Relationship Id="rId155" Type="http://schemas.openxmlformats.org/officeDocument/2006/relationships/image" Target="../media/image289.png"/><Relationship Id="rId197" Type="http://schemas.openxmlformats.org/officeDocument/2006/relationships/image" Target="../media/image310.png"/><Relationship Id="rId362" Type="http://schemas.openxmlformats.org/officeDocument/2006/relationships/image" Target="../media/image392.png"/><Relationship Id="rId418" Type="http://schemas.openxmlformats.org/officeDocument/2006/relationships/image" Target="../media/image419.png"/><Relationship Id="rId222" Type="http://schemas.openxmlformats.org/officeDocument/2006/relationships/customXml" Target="../ink/ink340.xml"/><Relationship Id="rId264" Type="http://schemas.openxmlformats.org/officeDocument/2006/relationships/image" Target="../media/image343.png"/><Relationship Id="rId17" Type="http://schemas.openxmlformats.org/officeDocument/2006/relationships/image" Target="../media/image221.png"/><Relationship Id="rId59" Type="http://schemas.openxmlformats.org/officeDocument/2006/relationships/image" Target="../media/image242.png"/><Relationship Id="rId124" Type="http://schemas.openxmlformats.org/officeDocument/2006/relationships/customXml" Target="../ink/ink291.xml"/><Relationship Id="rId70" Type="http://schemas.openxmlformats.org/officeDocument/2006/relationships/customXml" Target="../ink/ink264.xml"/><Relationship Id="rId166" Type="http://schemas.openxmlformats.org/officeDocument/2006/relationships/customXml" Target="../ink/ink312.xml"/><Relationship Id="rId331" Type="http://schemas.openxmlformats.org/officeDocument/2006/relationships/customXml" Target="../ink/ink395.xml"/><Relationship Id="rId373" Type="http://schemas.openxmlformats.org/officeDocument/2006/relationships/customXml" Target="../ink/ink416.xml"/><Relationship Id="rId429" Type="http://schemas.openxmlformats.org/officeDocument/2006/relationships/customXml" Target="../ink/ink445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28.png"/><Relationship Id="rId440" Type="http://schemas.openxmlformats.org/officeDocument/2006/relationships/image" Target="../media/image430.png"/><Relationship Id="rId28" Type="http://schemas.openxmlformats.org/officeDocument/2006/relationships/customXml" Target="../ink/ink243.xml"/><Relationship Id="rId275" Type="http://schemas.openxmlformats.org/officeDocument/2006/relationships/customXml" Target="../ink/ink367.xml"/><Relationship Id="rId300" Type="http://schemas.openxmlformats.org/officeDocument/2006/relationships/image" Target="../media/image361.png"/><Relationship Id="rId81" Type="http://schemas.openxmlformats.org/officeDocument/2006/relationships/image" Target="../media/image253.png"/><Relationship Id="rId135" Type="http://schemas.openxmlformats.org/officeDocument/2006/relationships/image" Target="../media/image280.png"/><Relationship Id="rId177" Type="http://schemas.openxmlformats.org/officeDocument/2006/relationships/image" Target="../media/image300.png"/><Relationship Id="rId342" Type="http://schemas.openxmlformats.org/officeDocument/2006/relationships/image" Target="../media/image382.png"/><Relationship Id="rId384" Type="http://schemas.openxmlformats.org/officeDocument/2006/relationships/image" Target="../media/image402.png"/><Relationship Id="rId202" Type="http://schemas.openxmlformats.org/officeDocument/2006/relationships/customXml" Target="../ink/ink330.xml"/><Relationship Id="rId244" Type="http://schemas.openxmlformats.org/officeDocument/2006/relationships/customXml" Target="../ink/ink35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4.png"/><Relationship Id="rId299" Type="http://schemas.openxmlformats.org/officeDocument/2006/relationships/customXml" Target="../ink/ink603.xml"/><Relationship Id="rId21" Type="http://schemas.openxmlformats.org/officeDocument/2006/relationships/image" Target="../media/image223.png"/><Relationship Id="rId63" Type="http://schemas.openxmlformats.org/officeDocument/2006/relationships/image" Target="../media/image244.png"/><Relationship Id="rId159" Type="http://schemas.openxmlformats.org/officeDocument/2006/relationships/image" Target="../media/image303.png"/><Relationship Id="rId324" Type="http://schemas.openxmlformats.org/officeDocument/2006/relationships/image" Target="../media/image385.png"/><Relationship Id="rId366" Type="http://schemas.openxmlformats.org/officeDocument/2006/relationships/customXml" Target="../ink/ink637.xml"/><Relationship Id="rId170" Type="http://schemas.openxmlformats.org/officeDocument/2006/relationships/customXml" Target="../ink/ink538.xml"/><Relationship Id="rId226" Type="http://schemas.openxmlformats.org/officeDocument/2006/relationships/customXml" Target="../ink/ink566.xml"/><Relationship Id="rId268" Type="http://schemas.openxmlformats.org/officeDocument/2006/relationships/image" Target="../media/image357.png"/><Relationship Id="rId32" Type="http://schemas.openxmlformats.org/officeDocument/2006/relationships/customXml" Target="../ink/ink469.xml"/><Relationship Id="rId74" Type="http://schemas.openxmlformats.org/officeDocument/2006/relationships/customXml" Target="../ink/ink490.xml"/><Relationship Id="rId128" Type="http://schemas.openxmlformats.org/officeDocument/2006/relationships/customXml" Target="../ink/ink517.xml"/><Relationship Id="rId335" Type="http://schemas.openxmlformats.org/officeDocument/2006/relationships/customXml" Target="../ink/ink621.xml"/><Relationship Id="rId377" Type="http://schemas.openxmlformats.org/officeDocument/2006/relationships/image" Target="../media/image410.png"/><Relationship Id="rId5" Type="http://schemas.openxmlformats.org/officeDocument/2006/relationships/image" Target="../media/image215.png"/><Relationship Id="rId181" Type="http://schemas.openxmlformats.org/officeDocument/2006/relationships/image" Target="../media/image314.png"/><Relationship Id="rId237" Type="http://schemas.openxmlformats.org/officeDocument/2006/relationships/customXml" Target="../ink/ink572.xml"/><Relationship Id="rId402" Type="http://schemas.openxmlformats.org/officeDocument/2006/relationships/customXml" Target="../ink/ink655.xml"/><Relationship Id="rId279" Type="http://schemas.openxmlformats.org/officeDocument/2006/relationships/customXml" Target="../ink/ink593.xml"/><Relationship Id="rId43" Type="http://schemas.openxmlformats.org/officeDocument/2006/relationships/image" Target="../media/image234.png"/><Relationship Id="rId139" Type="http://schemas.openxmlformats.org/officeDocument/2006/relationships/image" Target="../media/image293.png"/><Relationship Id="rId290" Type="http://schemas.openxmlformats.org/officeDocument/2006/relationships/image" Target="../media/image368.png"/><Relationship Id="rId304" Type="http://schemas.openxmlformats.org/officeDocument/2006/relationships/image" Target="../media/image375.png"/><Relationship Id="rId346" Type="http://schemas.openxmlformats.org/officeDocument/2006/relationships/image" Target="../media/image396.png"/><Relationship Id="rId388" Type="http://schemas.openxmlformats.org/officeDocument/2006/relationships/customXml" Target="../ink/ink648.xml"/><Relationship Id="rId85" Type="http://schemas.openxmlformats.org/officeDocument/2006/relationships/image" Target="../media/image258.png"/><Relationship Id="rId150" Type="http://schemas.openxmlformats.org/officeDocument/2006/relationships/customXml" Target="../ink/ink528.xml"/><Relationship Id="rId192" Type="http://schemas.openxmlformats.org/officeDocument/2006/relationships/customXml" Target="../ink/ink549.xml"/><Relationship Id="rId206" Type="http://schemas.openxmlformats.org/officeDocument/2006/relationships/customXml" Target="../ink/ink556.xml"/><Relationship Id="rId413" Type="http://schemas.openxmlformats.org/officeDocument/2006/relationships/image" Target="../media/image428.png"/><Relationship Id="rId248" Type="http://schemas.openxmlformats.org/officeDocument/2006/relationships/image" Target="../media/image347.png"/><Relationship Id="rId12" Type="http://schemas.openxmlformats.org/officeDocument/2006/relationships/customXml" Target="../ink/ink459.xml"/><Relationship Id="rId108" Type="http://schemas.openxmlformats.org/officeDocument/2006/relationships/customXml" Target="../ink/ink507.xml"/><Relationship Id="rId315" Type="http://schemas.openxmlformats.org/officeDocument/2006/relationships/customXml" Target="../ink/ink611.xml"/><Relationship Id="rId357" Type="http://schemas.openxmlformats.org/officeDocument/2006/relationships/image" Target="../media/image400.png"/><Relationship Id="rId54" Type="http://schemas.openxmlformats.org/officeDocument/2006/relationships/customXml" Target="../ink/ink480.xml"/><Relationship Id="rId96" Type="http://schemas.openxmlformats.org/officeDocument/2006/relationships/customXml" Target="../ink/ink501.xml"/><Relationship Id="rId161" Type="http://schemas.openxmlformats.org/officeDocument/2006/relationships/image" Target="../media/image304.png"/><Relationship Id="rId217" Type="http://schemas.openxmlformats.org/officeDocument/2006/relationships/image" Target="../media/image332.png"/><Relationship Id="rId399" Type="http://schemas.openxmlformats.org/officeDocument/2006/relationships/image" Target="../media/image421.png"/><Relationship Id="rId259" Type="http://schemas.openxmlformats.org/officeDocument/2006/relationships/customXml" Target="../ink/ink583.xml"/><Relationship Id="rId23" Type="http://schemas.openxmlformats.org/officeDocument/2006/relationships/image" Target="../media/image224.png"/><Relationship Id="rId119" Type="http://schemas.openxmlformats.org/officeDocument/2006/relationships/image" Target="../media/image275.png"/><Relationship Id="rId270" Type="http://schemas.openxmlformats.org/officeDocument/2006/relationships/image" Target="../media/image358.png"/><Relationship Id="rId326" Type="http://schemas.openxmlformats.org/officeDocument/2006/relationships/image" Target="../media/image386.png"/><Relationship Id="rId65" Type="http://schemas.openxmlformats.org/officeDocument/2006/relationships/image" Target="../media/image245.png"/><Relationship Id="rId130" Type="http://schemas.openxmlformats.org/officeDocument/2006/relationships/customXml" Target="../ink/ink518.xml"/><Relationship Id="rId368" Type="http://schemas.openxmlformats.org/officeDocument/2006/relationships/customXml" Target="../ink/ink638.xml"/><Relationship Id="rId172" Type="http://schemas.openxmlformats.org/officeDocument/2006/relationships/customXml" Target="../ink/ink539.xml"/><Relationship Id="rId228" Type="http://schemas.openxmlformats.org/officeDocument/2006/relationships/customXml" Target="../ink/ink567.xml"/><Relationship Id="rId281" Type="http://schemas.openxmlformats.org/officeDocument/2006/relationships/customXml" Target="../ink/ink594.xml"/><Relationship Id="rId337" Type="http://schemas.openxmlformats.org/officeDocument/2006/relationships/customXml" Target="../ink/ink622.xml"/><Relationship Id="rId34" Type="http://schemas.openxmlformats.org/officeDocument/2006/relationships/customXml" Target="../ink/ink470.xml"/><Relationship Id="rId76" Type="http://schemas.openxmlformats.org/officeDocument/2006/relationships/customXml" Target="../ink/ink491.xml"/><Relationship Id="rId141" Type="http://schemas.openxmlformats.org/officeDocument/2006/relationships/image" Target="../media/image294.png"/><Relationship Id="rId379" Type="http://schemas.openxmlformats.org/officeDocument/2006/relationships/image" Target="../media/image411.png"/><Relationship Id="rId7" Type="http://schemas.openxmlformats.org/officeDocument/2006/relationships/image" Target="../media/image216.png"/><Relationship Id="rId183" Type="http://schemas.openxmlformats.org/officeDocument/2006/relationships/image" Target="../media/image315.png"/><Relationship Id="rId239" Type="http://schemas.openxmlformats.org/officeDocument/2006/relationships/customXml" Target="../ink/ink573.xml"/><Relationship Id="rId390" Type="http://schemas.openxmlformats.org/officeDocument/2006/relationships/customXml" Target="../ink/ink649.xml"/><Relationship Id="rId404" Type="http://schemas.openxmlformats.org/officeDocument/2006/relationships/customXml" Target="../ink/ink656.xml"/><Relationship Id="rId250" Type="http://schemas.openxmlformats.org/officeDocument/2006/relationships/image" Target="../media/image348.png"/><Relationship Id="rId292" Type="http://schemas.openxmlformats.org/officeDocument/2006/relationships/image" Target="../media/image369.png"/><Relationship Id="rId306" Type="http://schemas.openxmlformats.org/officeDocument/2006/relationships/image" Target="../media/image376.png"/><Relationship Id="rId45" Type="http://schemas.openxmlformats.org/officeDocument/2006/relationships/image" Target="../media/image235.png"/><Relationship Id="rId87" Type="http://schemas.openxmlformats.org/officeDocument/2006/relationships/image" Target="../media/image259.png"/><Relationship Id="rId110" Type="http://schemas.openxmlformats.org/officeDocument/2006/relationships/customXml" Target="../ink/ink508.xml"/><Relationship Id="rId348" Type="http://schemas.openxmlformats.org/officeDocument/2006/relationships/image" Target="../media/image397.png"/><Relationship Id="rId152" Type="http://schemas.openxmlformats.org/officeDocument/2006/relationships/customXml" Target="../ink/ink529.xml"/><Relationship Id="rId194" Type="http://schemas.openxmlformats.org/officeDocument/2006/relationships/customXml" Target="../ink/ink550.xml"/><Relationship Id="rId208" Type="http://schemas.openxmlformats.org/officeDocument/2006/relationships/customXml" Target="../ink/ink557.xml"/><Relationship Id="rId415" Type="http://schemas.openxmlformats.org/officeDocument/2006/relationships/image" Target="../media/image429.png"/><Relationship Id="rId261" Type="http://schemas.openxmlformats.org/officeDocument/2006/relationships/customXml" Target="../ink/ink584.xml"/><Relationship Id="rId14" Type="http://schemas.openxmlformats.org/officeDocument/2006/relationships/customXml" Target="../ink/ink460.xml"/><Relationship Id="rId56" Type="http://schemas.openxmlformats.org/officeDocument/2006/relationships/customXml" Target="../ink/ink481.xml"/><Relationship Id="rId317" Type="http://schemas.openxmlformats.org/officeDocument/2006/relationships/customXml" Target="../ink/ink612.xml"/><Relationship Id="rId359" Type="http://schemas.openxmlformats.org/officeDocument/2006/relationships/image" Target="../media/image401.png"/><Relationship Id="rId98" Type="http://schemas.openxmlformats.org/officeDocument/2006/relationships/customXml" Target="../ink/ink502.xml"/><Relationship Id="rId121" Type="http://schemas.openxmlformats.org/officeDocument/2006/relationships/image" Target="../media/image276.png"/><Relationship Id="rId163" Type="http://schemas.openxmlformats.org/officeDocument/2006/relationships/image" Target="../media/image305.png"/><Relationship Id="rId219" Type="http://schemas.openxmlformats.org/officeDocument/2006/relationships/image" Target="../media/image333.png"/><Relationship Id="rId370" Type="http://schemas.openxmlformats.org/officeDocument/2006/relationships/customXml" Target="../ink/ink639.xml"/><Relationship Id="rId230" Type="http://schemas.openxmlformats.org/officeDocument/2006/relationships/customXml" Target="../ink/ink568.xml"/><Relationship Id="rId25" Type="http://schemas.openxmlformats.org/officeDocument/2006/relationships/image" Target="../media/image225.png"/><Relationship Id="rId67" Type="http://schemas.openxmlformats.org/officeDocument/2006/relationships/image" Target="../media/image246.png"/><Relationship Id="rId272" Type="http://schemas.openxmlformats.org/officeDocument/2006/relationships/image" Target="../media/image359.png"/><Relationship Id="rId328" Type="http://schemas.openxmlformats.org/officeDocument/2006/relationships/image" Target="../media/image387.png"/><Relationship Id="rId132" Type="http://schemas.openxmlformats.org/officeDocument/2006/relationships/customXml" Target="../ink/ink519.xml"/><Relationship Id="rId174" Type="http://schemas.openxmlformats.org/officeDocument/2006/relationships/customXml" Target="../ink/ink540.xml"/><Relationship Id="rId381" Type="http://schemas.openxmlformats.org/officeDocument/2006/relationships/image" Target="../media/image412.png"/><Relationship Id="rId241" Type="http://schemas.openxmlformats.org/officeDocument/2006/relationships/customXml" Target="../ink/ink574.xml"/><Relationship Id="rId36" Type="http://schemas.openxmlformats.org/officeDocument/2006/relationships/customXml" Target="../ink/ink471.xml"/><Relationship Id="rId283" Type="http://schemas.openxmlformats.org/officeDocument/2006/relationships/customXml" Target="../ink/ink595.xml"/><Relationship Id="rId339" Type="http://schemas.openxmlformats.org/officeDocument/2006/relationships/customXml" Target="../ink/ink623.xml"/><Relationship Id="rId78" Type="http://schemas.openxmlformats.org/officeDocument/2006/relationships/customXml" Target="../ink/ink492.xml"/><Relationship Id="rId101" Type="http://schemas.openxmlformats.org/officeDocument/2006/relationships/image" Target="../media/image266.png"/><Relationship Id="rId143" Type="http://schemas.openxmlformats.org/officeDocument/2006/relationships/image" Target="../media/image295.png"/><Relationship Id="rId185" Type="http://schemas.openxmlformats.org/officeDocument/2006/relationships/image" Target="../media/image316.png"/><Relationship Id="rId350" Type="http://schemas.openxmlformats.org/officeDocument/2006/relationships/customXml" Target="../ink/ink629.xml"/><Relationship Id="rId406" Type="http://schemas.openxmlformats.org/officeDocument/2006/relationships/customXml" Target="../ink/ink657.xml"/><Relationship Id="rId9" Type="http://schemas.openxmlformats.org/officeDocument/2006/relationships/image" Target="../media/image217.png"/><Relationship Id="rId210" Type="http://schemas.openxmlformats.org/officeDocument/2006/relationships/customXml" Target="../ink/ink558.xml"/><Relationship Id="rId392" Type="http://schemas.openxmlformats.org/officeDocument/2006/relationships/customXml" Target="../ink/ink650.xml"/><Relationship Id="rId252" Type="http://schemas.openxmlformats.org/officeDocument/2006/relationships/image" Target="../media/image349.png"/><Relationship Id="rId294" Type="http://schemas.openxmlformats.org/officeDocument/2006/relationships/image" Target="../media/image370.png"/><Relationship Id="rId308" Type="http://schemas.openxmlformats.org/officeDocument/2006/relationships/image" Target="../media/image377.png"/><Relationship Id="rId47" Type="http://schemas.openxmlformats.org/officeDocument/2006/relationships/image" Target="../media/image236.png"/><Relationship Id="rId89" Type="http://schemas.openxmlformats.org/officeDocument/2006/relationships/image" Target="../media/image260.png"/><Relationship Id="rId112" Type="http://schemas.openxmlformats.org/officeDocument/2006/relationships/customXml" Target="../ink/ink509.xml"/><Relationship Id="rId154" Type="http://schemas.openxmlformats.org/officeDocument/2006/relationships/customXml" Target="../ink/ink530.xml"/><Relationship Id="rId361" Type="http://schemas.openxmlformats.org/officeDocument/2006/relationships/image" Target="../media/image402.png"/><Relationship Id="rId196" Type="http://schemas.openxmlformats.org/officeDocument/2006/relationships/customXml" Target="../ink/ink551.xml"/><Relationship Id="rId417" Type="http://schemas.openxmlformats.org/officeDocument/2006/relationships/image" Target="../media/image430.png"/><Relationship Id="rId16" Type="http://schemas.openxmlformats.org/officeDocument/2006/relationships/customXml" Target="../ink/ink461.xml"/><Relationship Id="rId221" Type="http://schemas.openxmlformats.org/officeDocument/2006/relationships/image" Target="../media/image334.png"/><Relationship Id="rId263" Type="http://schemas.openxmlformats.org/officeDocument/2006/relationships/customXml" Target="../ink/ink585.xml"/><Relationship Id="rId319" Type="http://schemas.openxmlformats.org/officeDocument/2006/relationships/customXml" Target="../ink/ink613.xml"/><Relationship Id="rId58" Type="http://schemas.openxmlformats.org/officeDocument/2006/relationships/customXml" Target="../ink/ink482.xml"/><Relationship Id="rId123" Type="http://schemas.openxmlformats.org/officeDocument/2006/relationships/image" Target="../media/image277.png"/><Relationship Id="rId330" Type="http://schemas.openxmlformats.org/officeDocument/2006/relationships/image" Target="../media/image388.png"/><Relationship Id="rId165" Type="http://schemas.openxmlformats.org/officeDocument/2006/relationships/image" Target="../media/image306.png"/><Relationship Id="rId372" Type="http://schemas.openxmlformats.org/officeDocument/2006/relationships/customXml" Target="../ink/ink640.xml"/><Relationship Id="rId232" Type="http://schemas.openxmlformats.org/officeDocument/2006/relationships/customXml" Target="../ink/ink569.xml"/><Relationship Id="rId274" Type="http://schemas.openxmlformats.org/officeDocument/2006/relationships/image" Target="../media/image360.png"/><Relationship Id="rId27" Type="http://schemas.openxmlformats.org/officeDocument/2006/relationships/image" Target="../media/image226.png"/><Relationship Id="rId69" Type="http://schemas.openxmlformats.org/officeDocument/2006/relationships/image" Target="../media/image247.png"/><Relationship Id="rId134" Type="http://schemas.openxmlformats.org/officeDocument/2006/relationships/customXml" Target="../ink/ink520.xml"/><Relationship Id="rId80" Type="http://schemas.openxmlformats.org/officeDocument/2006/relationships/customXml" Target="../ink/ink493.xml"/><Relationship Id="rId176" Type="http://schemas.openxmlformats.org/officeDocument/2006/relationships/customXml" Target="../ink/ink541.xml"/><Relationship Id="rId341" Type="http://schemas.openxmlformats.org/officeDocument/2006/relationships/customXml" Target="../ink/ink624.xml"/><Relationship Id="rId383" Type="http://schemas.openxmlformats.org/officeDocument/2006/relationships/image" Target="../media/image413.png"/><Relationship Id="rId201" Type="http://schemas.openxmlformats.org/officeDocument/2006/relationships/image" Target="../media/image324.png"/><Relationship Id="rId243" Type="http://schemas.openxmlformats.org/officeDocument/2006/relationships/customXml" Target="../ink/ink575.xml"/><Relationship Id="rId285" Type="http://schemas.openxmlformats.org/officeDocument/2006/relationships/customXml" Target="../ink/ink596.xml"/><Relationship Id="rId17" Type="http://schemas.openxmlformats.org/officeDocument/2006/relationships/image" Target="../media/image221.png"/><Relationship Id="rId38" Type="http://schemas.openxmlformats.org/officeDocument/2006/relationships/customXml" Target="../ink/ink472.xml"/><Relationship Id="rId59" Type="http://schemas.openxmlformats.org/officeDocument/2006/relationships/image" Target="../media/image242.png"/><Relationship Id="rId103" Type="http://schemas.openxmlformats.org/officeDocument/2006/relationships/image" Target="../media/image267.png"/><Relationship Id="rId124" Type="http://schemas.openxmlformats.org/officeDocument/2006/relationships/customXml" Target="../ink/ink515.xml"/><Relationship Id="rId310" Type="http://schemas.openxmlformats.org/officeDocument/2006/relationships/image" Target="../media/image378.png"/><Relationship Id="rId70" Type="http://schemas.openxmlformats.org/officeDocument/2006/relationships/customXml" Target="../ink/ink488.xml"/><Relationship Id="rId91" Type="http://schemas.openxmlformats.org/officeDocument/2006/relationships/image" Target="../media/image261.png"/><Relationship Id="rId145" Type="http://schemas.openxmlformats.org/officeDocument/2006/relationships/image" Target="../media/image296.png"/><Relationship Id="rId166" Type="http://schemas.openxmlformats.org/officeDocument/2006/relationships/customXml" Target="../ink/ink536.xml"/><Relationship Id="rId187" Type="http://schemas.openxmlformats.org/officeDocument/2006/relationships/image" Target="../media/image317.png"/><Relationship Id="rId331" Type="http://schemas.openxmlformats.org/officeDocument/2006/relationships/customXml" Target="../ink/ink619.xml"/><Relationship Id="rId352" Type="http://schemas.openxmlformats.org/officeDocument/2006/relationships/customXml" Target="../ink/ink630.xml"/><Relationship Id="rId373" Type="http://schemas.openxmlformats.org/officeDocument/2006/relationships/image" Target="../media/image408.png"/><Relationship Id="rId394" Type="http://schemas.openxmlformats.org/officeDocument/2006/relationships/customXml" Target="../ink/ink651.xml"/><Relationship Id="rId408" Type="http://schemas.openxmlformats.org/officeDocument/2006/relationships/customXml" Target="../ink/ink65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59.xml"/><Relationship Id="rId233" Type="http://schemas.openxmlformats.org/officeDocument/2006/relationships/image" Target="../media/image340.png"/><Relationship Id="rId254" Type="http://schemas.openxmlformats.org/officeDocument/2006/relationships/image" Target="../media/image350.png"/><Relationship Id="rId28" Type="http://schemas.openxmlformats.org/officeDocument/2006/relationships/customXml" Target="../ink/ink467.xml"/><Relationship Id="rId49" Type="http://schemas.openxmlformats.org/officeDocument/2006/relationships/image" Target="../media/image237.png"/><Relationship Id="rId114" Type="http://schemas.openxmlformats.org/officeDocument/2006/relationships/customXml" Target="../ink/ink510.xml"/><Relationship Id="rId275" Type="http://schemas.openxmlformats.org/officeDocument/2006/relationships/customXml" Target="../ink/ink591.xml"/><Relationship Id="rId296" Type="http://schemas.openxmlformats.org/officeDocument/2006/relationships/image" Target="../media/image371.png"/><Relationship Id="rId300" Type="http://schemas.openxmlformats.org/officeDocument/2006/relationships/image" Target="../media/image373.png"/><Relationship Id="rId60" Type="http://schemas.openxmlformats.org/officeDocument/2006/relationships/customXml" Target="../ink/ink483.xml"/><Relationship Id="rId81" Type="http://schemas.openxmlformats.org/officeDocument/2006/relationships/image" Target="../media/image255.png"/><Relationship Id="rId135" Type="http://schemas.openxmlformats.org/officeDocument/2006/relationships/image" Target="../media/image291.png"/><Relationship Id="rId156" Type="http://schemas.openxmlformats.org/officeDocument/2006/relationships/customXml" Target="../ink/ink531.xml"/><Relationship Id="rId177" Type="http://schemas.openxmlformats.org/officeDocument/2006/relationships/image" Target="../media/image312.png"/><Relationship Id="rId198" Type="http://schemas.openxmlformats.org/officeDocument/2006/relationships/customXml" Target="../ink/ink552.xml"/><Relationship Id="rId321" Type="http://schemas.openxmlformats.org/officeDocument/2006/relationships/customXml" Target="../ink/ink614.xml"/><Relationship Id="rId342" Type="http://schemas.openxmlformats.org/officeDocument/2006/relationships/image" Target="../media/image394.png"/><Relationship Id="rId363" Type="http://schemas.openxmlformats.org/officeDocument/2006/relationships/image" Target="../media/image403.png"/><Relationship Id="rId384" Type="http://schemas.openxmlformats.org/officeDocument/2006/relationships/customXml" Target="../ink/ink646.xml"/><Relationship Id="rId419" Type="http://schemas.openxmlformats.org/officeDocument/2006/relationships/image" Target="../media/image431.png"/><Relationship Id="rId202" Type="http://schemas.openxmlformats.org/officeDocument/2006/relationships/customXml" Target="../ink/ink554.xml"/><Relationship Id="rId223" Type="http://schemas.openxmlformats.org/officeDocument/2006/relationships/image" Target="../media/image335.png"/><Relationship Id="rId244" Type="http://schemas.openxmlformats.org/officeDocument/2006/relationships/image" Target="../media/image345.png"/><Relationship Id="rId18" Type="http://schemas.openxmlformats.org/officeDocument/2006/relationships/customXml" Target="../ink/ink462.xml"/><Relationship Id="rId39" Type="http://schemas.openxmlformats.org/officeDocument/2006/relationships/image" Target="../media/image232.png"/><Relationship Id="rId265" Type="http://schemas.openxmlformats.org/officeDocument/2006/relationships/customXml" Target="../ink/ink586.xml"/><Relationship Id="rId286" Type="http://schemas.openxmlformats.org/officeDocument/2006/relationships/image" Target="../media/image366.png"/><Relationship Id="rId50" Type="http://schemas.openxmlformats.org/officeDocument/2006/relationships/customXml" Target="../ink/ink478.xml"/><Relationship Id="rId104" Type="http://schemas.openxmlformats.org/officeDocument/2006/relationships/customXml" Target="../ink/ink505.xml"/><Relationship Id="rId125" Type="http://schemas.openxmlformats.org/officeDocument/2006/relationships/image" Target="../media/image287.png"/><Relationship Id="rId146" Type="http://schemas.openxmlformats.org/officeDocument/2006/relationships/customXml" Target="../ink/ink526.xml"/><Relationship Id="rId167" Type="http://schemas.openxmlformats.org/officeDocument/2006/relationships/image" Target="../media/image307.png"/><Relationship Id="rId188" Type="http://schemas.openxmlformats.org/officeDocument/2006/relationships/customXml" Target="../ink/ink547.xml"/><Relationship Id="rId311" Type="http://schemas.openxmlformats.org/officeDocument/2006/relationships/customXml" Target="../ink/ink609.xml"/><Relationship Id="rId332" Type="http://schemas.openxmlformats.org/officeDocument/2006/relationships/image" Target="../media/image389.png"/><Relationship Id="rId353" Type="http://schemas.openxmlformats.org/officeDocument/2006/relationships/image" Target="../media/image399.png"/><Relationship Id="rId374" Type="http://schemas.openxmlformats.org/officeDocument/2006/relationships/customXml" Target="../ink/ink641.xml"/><Relationship Id="rId395" Type="http://schemas.openxmlformats.org/officeDocument/2006/relationships/image" Target="../media/image419.png"/><Relationship Id="rId409" Type="http://schemas.openxmlformats.org/officeDocument/2006/relationships/image" Target="../media/image426.png"/><Relationship Id="rId71" Type="http://schemas.openxmlformats.org/officeDocument/2006/relationships/image" Target="../media/image248.png"/><Relationship Id="rId92" Type="http://schemas.openxmlformats.org/officeDocument/2006/relationships/customXml" Target="../ink/ink499.xml"/><Relationship Id="rId213" Type="http://schemas.openxmlformats.org/officeDocument/2006/relationships/image" Target="../media/image330.png"/><Relationship Id="rId234" Type="http://schemas.openxmlformats.org/officeDocument/2006/relationships/customXml" Target="../ink/ink570.xml"/><Relationship Id="rId420" Type="http://schemas.openxmlformats.org/officeDocument/2006/relationships/customXml" Target="../ink/ink664.xml"/><Relationship Id="rId2" Type="http://schemas.openxmlformats.org/officeDocument/2006/relationships/customXml" Target="../ink/ink454.xml"/><Relationship Id="rId29" Type="http://schemas.openxmlformats.org/officeDocument/2006/relationships/image" Target="../media/image227.png"/><Relationship Id="rId255" Type="http://schemas.openxmlformats.org/officeDocument/2006/relationships/customXml" Target="../ink/ink581.xml"/><Relationship Id="rId276" Type="http://schemas.openxmlformats.org/officeDocument/2006/relationships/image" Target="../media/image361.png"/><Relationship Id="rId297" Type="http://schemas.openxmlformats.org/officeDocument/2006/relationships/customXml" Target="../ink/ink602.xml"/><Relationship Id="rId40" Type="http://schemas.openxmlformats.org/officeDocument/2006/relationships/customXml" Target="../ink/ink473.xml"/><Relationship Id="rId115" Type="http://schemas.openxmlformats.org/officeDocument/2006/relationships/image" Target="../media/image273.png"/><Relationship Id="rId136" Type="http://schemas.openxmlformats.org/officeDocument/2006/relationships/customXml" Target="../ink/ink521.xml"/><Relationship Id="rId157" Type="http://schemas.openxmlformats.org/officeDocument/2006/relationships/image" Target="../media/image302.png"/><Relationship Id="rId178" Type="http://schemas.openxmlformats.org/officeDocument/2006/relationships/customXml" Target="../ink/ink542.xml"/><Relationship Id="rId301" Type="http://schemas.openxmlformats.org/officeDocument/2006/relationships/customXml" Target="../ink/ink604.xml"/><Relationship Id="rId322" Type="http://schemas.openxmlformats.org/officeDocument/2006/relationships/image" Target="../media/image384.png"/><Relationship Id="rId343" Type="http://schemas.openxmlformats.org/officeDocument/2006/relationships/customXml" Target="../ink/ink625.xml"/><Relationship Id="rId364" Type="http://schemas.openxmlformats.org/officeDocument/2006/relationships/customXml" Target="../ink/ink636.xml"/><Relationship Id="rId61" Type="http://schemas.openxmlformats.org/officeDocument/2006/relationships/image" Target="../media/image243.png"/><Relationship Id="rId82" Type="http://schemas.openxmlformats.org/officeDocument/2006/relationships/customXml" Target="../ink/ink494.xml"/><Relationship Id="rId199" Type="http://schemas.openxmlformats.org/officeDocument/2006/relationships/image" Target="../media/image323.png"/><Relationship Id="rId203" Type="http://schemas.openxmlformats.org/officeDocument/2006/relationships/image" Target="../media/image325.png"/><Relationship Id="rId385" Type="http://schemas.openxmlformats.org/officeDocument/2006/relationships/image" Target="../media/image414.png"/><Relationship Id="rId19" Type="http://schemas.openxmlformats.org/officeDocument/2006/relationships/image" Target="../media/image222.png"/><Relationship Id="rId224" Type="http://schemas.openxmlformats.org/officeDocument/2006/relationships/customXml" Target="../ink/ink565.xml"/><Relationship Id="rId245" Type="http://schemas.openxmlformats.org/officeDocument/2006/relationships/customXml" Target="../ink/ink576.xml"/><Relationship Id="rId266" Type="http://schemas.openxmlformats.org/officeDocument/2006/relationships/image" Target="../media/image356.png"/><Relationship Id="rId287" Type="http://schemas.openxmlformats.org/officeDocument/2006/relationships/customXml" Target="../ink/ink597.xml"/><Relationship Id="rId410" Type="http://schemas.openxmlformats.org/officeDocument/2006/relationships/customXml" Target="../ink/ink659.xml"/><Relationship Id="rId30" Type="http://schemas.openxmlformats.org/officeDocument/2006/relationships/customXml" Target="../ink/ink468.xml"/><Relationship Id="rId105" Type="http://schemas.openxmlformats.org/officeDocument/2006/relationships/image" Target="../media/image268.png"/><Relationship Id="rId126" Type="http://schemas.openxmlformats.org/officeDocument/2006/relationships/customXml" Target="../ink/ink516.xml"/><Relationship Id="rId147" Type="http://schemas.openxmlformats.org/officeDocument/2006/relationships/image" Target="../media/image297.png"/><Relationship Id="rId168" Type="http://schemas.openxmlformats.org/officeDocument/2006/relationships/customXml" Target="../ink/ink537.xml"/><Relationship Id="rId312" Type="http://schemas.openxmlformats.org/officeDocument/2006/relationships/image" Target="../media/image379.png"/><Relationship Id="rId333" Type="http://schemas.openxmlformats.org/officeDocument/2006/relationships/customXml" Target="../ink/ink620.xml"/><Relationship Id="rId354" Type="http://schemas.openxmlformats.org/officeDocument/2006/relationships/customXml" Target="../ink/ink631.xml"/><Relationship Id="rId51" Type="http://schemas.openxmlformats.org/officeDocument/2006/relationships/image" Target="../media/image238.png"/><Relationship Id="rId72" Type="http://schemas.openxmlformats.org/officeDocument/2006/relationships/customXml" Target="../ink/ink489.xml"/><Relationship Id="rId93" Type="http://schemas.openxmlformats.org/officeDocument/2006/relationships/image" Target="../media/image262.png"/><Relationship Id="rId189" Type="http://schemas.openxmlformats.org/officeDocument/2006/relationships/image" Target="../media/image318.png"/><Relationship Id="rId375" Type="http://schemas.openxmlformats.org/officeDocument/2006/relationships/image" Target="../media/image409.png"/><Relationship Id="rId396" Type="http://schemas.openxmlformats.org/officeDocument/2006/relationships/customXml" Target="../ink/ink652.xml"/><Relationship Id="rId3" Type="http://schemas.openxmlformats.org/officeDocument/2006/relationships/image" Target="../media/image214.png"/><Relationship Id="rId214" Type="http://schemas.openxmlformats.org/officeDocument/2006/relationships/customXml" Target="../ink/ink560.xml"/><Relationship Id="rId235" Type="http://schemas.openxmlformats.org/officeDocument/2006/relationships/image" Target="../media/image341.png"/><Relationship Id="rId256" Type="http://schemas.openxmlformats.org/officeDocument/2006/relationships/image" Target="../media/image351.png"/><Relationship Id="rId277" Type="http://schemas.openxmlformats.org/officeDocument/2006/relationships/customXml" Target="../ink/ink592.xml"/><Relationship Id="rId298" Type="http://schemas.openxmlformats.org/officeDocument/2006/relationships/image" Target="../media/image372.png"/><Relationship Id="rId400" Type="http://schemas.openxmlformats.org/officeDocument/2006/relationships/customXml" Target="../ink/ink654.xml"/><Relationship Id="rId421" Type="http://schemas.openxmlformats.org/officeDocument/2006/relationships/image" Target="../media/image432.png"/><Relationship Id="rId116" Type="http://schemas.openxmlformats.org/officeDocument/2006/relationships/customXml" Target="../ink/ink511.xml"/><Relationship Id="rId137" Type="http://schemas.openxmlformats.org/officeDocument/2006/relationships/image" Target="../media/image292.png"/><Relationship Id="rId158" Type="http://schemas.openxmlformats.org/officeDocument/2006/relationships/customXml" Target="../ink/ink532.xml"/><Relationship Id="rId302" Type="http://schemas.openxmlformats.org/officeDocument/2006/relationships/image" Target="../media/image374.png"/><Relationship Id="rId323" Type="http://schemas.openxmlformats.org/officeDocument/2006/relationships/customXml" Target="../ink/ink615.xml"/><Relationship Id="rId344" Type="http://schemas.openxmlformats.org/officeDocument/2006/relationships/image" Target="../media/image395.png"/><Relationship Id="rId20" Type="http://schemas.openxmlformats.org/officeDocument/2006/relationships/customXml" Target="../ink/ink463.xml"/><Relationship Id="rId41" Type="http://schemas.openxmlformats.org/officeDocument/2006/relationships/image" Target="../media/image233.png"/><Relationship Id="rId62" Type="http://schemas.openxmlformats.org/officeDocument/2006/relationships/customXml" Target="../ink/ink484.xml"/><Relationship Id="rId83" Type="http://schemas.openxmlformats.org/officeDocument/2006/relationships/image" Target="../media/image256.png"/><Relationship Id="rId179" Type="http://schemas.openxmlformats.org/officeDocument/2006/relationships/image" Target="../media/image313.png"/><Relationship Id="rId365" Type="http://schemas.openxmlformats.org/officeDocument/2006/relationships/image" Target="../media/image404.png"/><Relationship Id="rId386" Type="http://schemas.openxmlformats.org/officeDocument/2006/relationships/customXml" Target="../ink/ink647.xml"/><Relationship Id="rId190" Type="http://schemas.openxmlformats.org/officeDocument/2006/relationships/customXml" Target="../ink/ink548.xml"/><Relationship Id="rId204" Type="http://schemas.openxmlformats.org/officeDocument/2006/relationships/customXml" Target="../ink/ink555.xml"/><Relationship Id="rId225" Type="http://schemas.openxmlformats.org/officeDocument/2006/relationships/image" Target="../media/image336.png"/><Relationship Id="rId246" Type="http://schemas.openxmlformats.org/officeDocument/2006/relationships/image" Target="../media/image346.png"/><Relationship Id="rId267" Type="http://schemas.openxmlformats.org/officeDocument/2006/relationships/customXml" Target="../ink/ink587.xml"/><Relationship Id="rId288" Type="http://schemas.openxmlformats.org/officeDocument/2006/relationships/image" Target="../media/image367.png"/><Relationship Id="rId411" Type="http://schemas.openxmlformats.org/officeDocument/2006/relationships/image" Target="../media/image427.png"/><Relationship Id="rId106" Type="http://schemas.openxmlformats.org/officeDocument/2006/relationships/customXml" Target="../ink/ink506.xml"/><Relationship Id="rId127" Type="http://schemas.openxmlformats.org/officeDocument/2006/relationships/image" Target="../media/image45.png"/><Relationship Id="rId313" Type="http://schemas.openxmlformats.org/officeDocument/2006/relationships/customXml" Target="../ink/ink610.xml"/><Relationship Id="rId10" Type="http://schemas.openxmlformats.org/officeDocument/2006/relationships/customXml" Target="../ink/ink458.xml"/><Relationship Id="rId31" Type="http://schemas.openxmlformats.org/officeDocument/2006/relationships/image" Target="../media/image228.png"/><Relationship Id="rId52" Type="http://schemas.openxmlformats.org/officeDocument/2006/relationships/customXml" Target="../ink/ink479.xml"/><Relationship Id="rId73" Type="http://schemas.openxmlformats.org/officeDocument/2006/relationships/image" Target="../media/image249.png"/><Relationship Id="rId94" Type="http://schemas.openxmlformats.org/officeDocument/2006/relationships/customXml" Target="../ink/ink500.xml"/><Relationship Id="rId148" Type="http://schemas.openxmlformats.org/officeDocument/2006/relationships/customXml" Target="../ink/ink527.xml"/><Relationship Id="rId169" Type="http://schemas.openxmlformats.org/officeDocument/2006/relationships/image" Target="../media/image308.png"/><Relationship Id="rId334" Type="http://schemas.openxmlformats.org/officeDocument/2006/relationships/image" Target="../media/image390.png"/><Relationship Id="rId355" Type="http://schemas.openxmlformats.org/officeDocument/2006/relationships/image" Target="../media/image282.png"/><Relationship Id="rId376" Type="http://schemas.openxmlformats.org/officeDocument/2006/relationships/customXml" Target="../ink/ink642.xml"/><Relationship Id="rId397" Type="http://schemas.openxmlformats.org/officeDocument/2006/relationships/image" Target="../media/image420.png"/><Relationship Id="rId4" Type="http://schemas.openxmlformats.org/officeDocument/2006/relationships/customXml" Target="../ink/ink455.xml"/><Relationship Id="rId180" Type="http://schemas.openxmlformats.org/officeDocument/2006/relationships/customXml" Target="../ink/ink543.xml"/><Relationship Id="rId215" Type="http://schemas.openxmlformats.org/officeDocument/2006/relationships/image" Target="../media/image331.png"/><Relationship Id="rId236" Type="http://schemas.openxmlformats.org/officeDocument/2006/relationships/customXml" Target="../ink/ink571.xml"/><Relationship Id="rId257" Type="http://schemas.openxmlformats.org/officeDocument/2006/relationships/customXml" Target="../ink/ink582.xml"/><Relationship Id="rId278" Type="http://schemas.openxmlformats.org/officeDocument/2006/relationships/image" Target="../media/image362.png"/><Relationship Id="rId401" Type="http://schemas.openxmlformats.org/officeDocument/2006/relationships/image" Target="../media/image422.png"/><Relationship Id="rId422" Type="http://schemas.openxmlformats.org/officeDocument/2006/relationships/customXml" Target="../ink/ink665.xml"/><Relationship Id="rId303" Type="http://schemas.openxmlformats.org/officeDocument/2006/relationships/customXml" Target="../ink/ink605.xml"/><Relationship Id="rId42" Type="http://schemas.openxmlformats.org/officeDocument/2006/relationships/customXml" Target="../ink/ink474.xml"/><Relationship Id="rId84" Type="http://schemas.openxmlformats.org/officeDocument/2006/relationships/customXml" Target="../ink/ink495.xml"/><Relationship Id="rId138" Type="http://schemas.openxmlformats.org/officeDocument/2006/relationships/customXml" Target="../ink/ink522.xml"/><Relationship Id="rId345" Type="http://schemas.openxmlformats.org/officeDocument/2006/relationships/customXml" Target="../ink/ink626.xml"/><Relationship Id="rId387" Type="http://schemas.openxmlformats.org/officeDocument/2006/relationships/image" Target="../media/image415.png"/><Relationship Id="rId191" Type="http://schemas.openxmlformats.org/officeDocument/2006/relationships/image" Target="../media/image319.png"/><Relationship Id="rId205" Type="http://schemas.openxmlformats.org/officeDocument/2006/relationships/image" Target="../media/image326.png"/><Relationship Id="rId247" Type="http://schemas.openxmlformats.org/officeDocument/2006/relationships/customXml" Target="../ink/ink577.xml"/><Relationship Id="rId412" Type="http://schemas.openxmlformats.org/officeDocument/2006/relationships/customXml" Target="../ink/ink660.xml"/><Relationship Id="rId107" Type="http://schemas.openxmlformats.org/officeDocument/2006/relationships/image" Target="../media/image269.png"/><Relationship Id="rId289" Type="http://schemas.openxmlformats.org/officeDocument/2006/relationships/customXml" Target="../ink/ink598.xml"/><Relationship Id="rId11" Type="http://schemas.openxmlformats.org/officeDocument/2006/relationships/image" Target="../media/image218.png"/><Relationship Id="rId53" Type="http://schemas.openxmlformats.org/officeDocument/2006/relationships/image" Target="../media/image239.png"/><Relationship Id="rId149" Type="http://schemas.openxmlformats.org/officeDocument/2006/relationships/image" Target="../media/image298.png"/><Relationship Id="rId314" Type="http://schemas.openxmlformats.org/officeDocument/2006/relationships/image" Target="../media/image380.png"/><Relationship Id="rId356" Type="http://schemas.openxmlformats.org/officeDocument/2006/relationships/customXml" Target="../ink/ink632.xml"/><Relationship Id="rId398" Type="http://schemas.openxmlformats.org/officeDocument/2006/relationships/customXml" Target="../ink/ink653.xml"/><Relationship Id="rId95" Type="http://schemas.openxmlformats.org/officeDocument/2006/relationships/image" Target="../media/image263.png"/><Relationship Id="rId160" Type="http://schemas.openxmlformats.org/officeDocument/2006/relationships/customXml" Target="../ink/ink533.xml"/><Relationship Id="rId216" Type="http://schemas.openxmlformats.org/officeDocument/2006/relationships/customXml" Target="../ink/ink561.xml"/><Relationship Id="rId423" Type="http://schemas.openxmlformats.org/officeDocument/2006/relationships/image" Target="../media/image434.png"/><Relationship Id="rId258" Type="http://schemas.openxmlformats.org/officeDocument/2006/relationships/image" Target="../media/image352.png"/><Relationship Id="rId22" Type="http://schemas.openxmlformats.org/officeDocument/2006/relationships/customXml" Target="../ink/ink464.xml"/><Relationship Id="rId64" Type="http://schemas.openxmlformats.org/officeDocument/2006/relationships/customXml" Target="../ink/ink485.xml"/><Relationship Id="rId118" Type="http://schemas.openxmlformats.org/officeDocument/2006/relationships/customXml" Target="../ink/ink512.xml"/><Relationship Id="rId325" Type="http://schemas.openxmlformats.org/officeDocument/2006/relationships/customXml" Target="../ink/ink616.xml"/><Relationship Id="rId367" Type="http://schemas.openxmlformats.org/officeDocument/2006/relationships/image" Target="../media/image405.png"/><Relationship Id="rId171" Type="http://schemas.openxmlformats.org/officeDocument/2006/relationships/image" Target="../media/image309.png"/><Relationship Id="rId227" Type="http://schemas.openxmlformats.org/officeDocument/2006/relationships/image" Target="../media/image337.png"/><Relationship Id="rId269" Type="http://schemas.openxmlformats.org/officeDocument/2006/relationships/customXml" Target="../ink/ink588.xml"/><Relationship Id="rId33" Type="http://schemas.openxmlformats.org/officeDocument/2006/relationships/image" Target="../media/image229.png"/><Relationship Id="rId129" Type="http://schemas.openxmlformats.org/officeDocument/2006/relationships/image" Target="../media/image288.png"/><Relationship Id="rId280" Type="http://schemas.openxmlformats.org/officeDocument/2006/relationships/image" Target="../media/image363.png"/><Relationship Id="rId336" Type="http://schemas.openxmlformats.org/officeDocument/2006/relationships/image" Target="../media/image391.png"/><Relationship Id="rId75" Type="http://schemas.openxmlformats.org/officeDocument/2006/relationships/image" Target="../media/image252.png"/><Relationship Id="rId140" Type="http://schemas.openxmlformats.org/officeDocument/2006/relationships/customXml" Target="../ink/ink523.xml"/><Relationship Id="rId182" Type="http://schemas.openxmlformats.org/officeDocument/2006/relationships/customXml" Target="../ink/ink544.xml"/><Relationship Id="rId378" Type="http://schemas.openxmlformats.org/officeDocument/2006/relationships/customXml" Target="../ink/ink643.xml"/><Relationship Id="rId403" Type="http://schemas.openxmlformats.org/officeDocument/2006/relationships/image" Target="../media/image423.png"/><Relationship Id="rId6" Type="http://schemas.openxmlformats.org/officeDocument/2006/relationships/customXml" Target="../ink/ink456.xml"/><Relationship Id="rId238" Type="http://schemas.openxmlformats.org/officeDocument/2006/relationships/image" Target="../media/image342.png"/><Relationship Id="rId291" Type="http://schemas.openxmlformats.org/officeDocument/2006/relationships/customXml" Target="../ink/ink599.xml"/><Relationship Id="rId305" Type="http://schemas.openxmlformats.org/officeDocument/2006/relationships/customXml" Target="../ink/ink606.xml"/><Relationship Id="rId347" Type="http://schemas.openxmlformats.org/officeDocument/2006/relationships/customXml" Target="../ink/ink627.xml"/><Relationship Id="rId44" Type="http://schemas.openxmlformats.org/officeDocument/2006/relationships/customXml" Target="../ink/ink475.xml"/><Relationship Id="rId86" Type="http://schemas.openxmlformats.org/officeDocument/2006/relationships/customXml" Target="../ink/ink496.xml"/><Relationship Id="rId151" Type="http://schemas.openxmlformats.org/officeDocument/2006/relationships/image" Target="../media/image299.png"/><Relationship Id="rId389" Type="http://schemas.openxmlformats.org/officeDocument/2006/relationships/image" Target="../media/image416.png"/><Relationship Id="rId193" Type="http://schemas.openxmlformats.org/officeDocument/2006/relationships/image" Target="../media/image320.png"/><Relationship Id="rId207" Type="http://schemas.openxmlformats.org/officeDocument/2006/relationships/image" Target="../media/image327.png"/><Relationship Id="rId249" Type="http://schemas.openxmlformats.org/officeDocument/2006/relationships/customXml" Target="../ink/ink578.xml"/><Relationship Id="rId414" Type="http://schemas.openxmlformats.org/officeDocument/2006/relationships/customXml" Target="../ink/ink661.xml"/><Relationship Id="rId13" Type="http://schemas.openxmlformats.org/officeDocument/2006/relationships/image" Target="../media/image219.png"/><Relationship Id="rId109" Type="http://schemas.openxmlformats.org/officeDocument/2006/relationships/image" Target="../media/image270.png"/><Relationship Id="rId260" Type="http://schemas.openxmlformats.org/officeDocument/2006/relationships/image" Target="../media/image353.png"/><Relationship Id="rId316" Type="http://schemas.openxmlformats.org/officeDocument/2006/relationships/image" Target="../media/image381.png"/><Relationship Id="rId55" Type="http://schemas.openxmlformats.org/officeDocument/2006/relationships/image" Target="../media/image240.png"/><Relationship Id="rId97" Type="http://schemas.openxmlformats.org/officeDocument/2006/relationships/image" Target="../media/image264.png"/><Relationship Id="rId120" Type="http://schemas.openxmlformats.org/officeDocument/2006/relationships/customXml" Target="../ink/ink513.xml"/><Relationship Id="rId358" Type="http://schemas.openxmlformats.org/officeDocument/2006/relationships/customXml" Target="../ink/ink633.xml"/><Relationship Id="rId162" Type="http://schemas.openxmlformats.org/officeDocument/2006/relationships/customXml" Target="../ink/ink534.xml"/><Relationship Id="rId218" Type="http://schemas.openxmlformats.org/officeDocument/2006/relationships/customXml" Target="../ink/ink562.xml"/><Relationship Id="rId271" Type="http://schemas.openxmlformats.org/officeDocument/2006/relationships/customXml" Target="../ink/ink589.xml"/><Relationship Id="rId24" Type="http://schemas.openxmlformats.org/officeDocument/2006/relationships/customXml" Target="../ink/ink465.xml"/><Relationship Id="rId66" Type="http://schemas.openxmlformats.org/officeDocument/2006/relationships/customXml" Target="../ink/ink486.xml"/><Relationship Id="rId131" Type="http://schemas.openxmlformats.org/officeDocument/2006/relationships/image" Target="../media/image289.png"/><Relationship Id="rId327" Type="http://schemas.openxmlformats.org/officeDocument/2006/relationships/customXml" Target="../ink/ink617.xml"/><Relationship Id="rId369" Type="http://schemas.openxmlformats.org/officeDocument/2006/relationships/image" Target="../media/image406.png"/><Relationship Id="rId173" Type="http://schemas.openxmlformats.org/officeDocument/2006/relationships/image" Target="../media/image310.png"/><Relationship Id="rId229" Type="http://schemas.openxmlformats.org/officeDocument/2006/relationships/image" Target="../media/image338.png"/><Relationship Id="rId380" Type="http://schemas.openxmlformats.org/officeDocument/2006/relationships/customXml" Target="../ink/ink644.xml"/><Relationship Id="rId240" Type="http://schemas.openxmlformats.org/officeDocument/2006/relationships/image" Target="../media/image343.png"/><Relationship Id="rId35" Type="http://schemas.openxmlformats.org/officeDocument/2006/relationships/image" Target="../media/image230.png"/><Relationship Id="rId77" Type="http://schemas.openxmlformats.org/officeDocument/2006/relationships/image" Target="../media/image253.png"/><Relationship Id="rId100" Type="http://schemas.openxmlformats.org/officeDocument/2006/relationships/customXml" Target="../ink/ink503.xml"/><Relationship Id="rId282" Type="http://schemas.openxmlformats.org/officeDocument/2006/relationships/image" Target="../media/image364.png"/><Relationship Id="rId338" Type="http://schemas.openxmlformats.org/officeDocument/2006/relationships/image" Target="../media/image392.png"/><Relationship Id="rId8" Type="http://schemas.openxmlformats.org/officeDocument/2006/relationships/customXml" Target="../ink/ink457.xml"/><Relationship Id="rId142" Type="http://schemas.openxmlformats.org/officeDocument/2006/relationships/customXml" Target="../ink/ink524.xml"/><Relationship Id="rId184" Type="http://schemas.openxmlformats.org/officeDocument/2006/relationships/customXml" Target="../ink/ink545.xml"/><Relationship Id="rId391" Type="http://schemas.openxmlformats.org/officeDocument/2006/relationships/image" Target="../media/image417.png"/><Relationship Id="rId405" Type="http://schemas.openxmlformats.org/officeDocument/2006/relationships/image" Target="../media/image424.png"/><Relationship Id="rId251" Type="http://schemas.openxmlformats.org/officeDocument/2006/relationships/customXml" Target="../ink/ink579.xml"/><Relationship Id="rId46" Type="http://schemas.openxmlformats.org/officeDocument/2006/relationships/customXml" Target="../ink/ink476.xml"/><Relationship Id="rId293" Type="http://schemas.openxmlformats.org/officeDocument/2006/relationships/customXml" Target="../ink/ink600.xml"/><Relationship Id="rId307" Type="http://schemas.openxmlformats.org/officeDocument/2006/relationships/customXml" Target="../ink/ink607.xml"/><Relationship Id="rId349" Type="http://schemas.openxmlformats.org/officeDocument/2006/relationships/customXml" Target="../ink/ink628.xml"/><Relationship Id="rId88" Type="http://schemas.openxmlformats.org/officeDocument/2006/relationships/customXml" Target="../ink/ink497.xml"/><Relationship Id="rId111" Type="http://schemas.openxmlformats.org/officeDocument/2006/relationships/image" Target="../media/image271.png"/><Relationship Id="rId153" Type="http://schemas.openxmlformats.org/officeDocument/2006/relationships/image" Target="../media/image300.png"/><Relationship Id="rId195" Type="http://schemas.openxmlformats.org/officeDocument/2006/relationships/image" Target="../media/image321.png"/><Relationship Id="rId209" Type="http://schemas.openxmlformats.org/officeDocument/2006/relationships/image" Target="../media/image328.png"/><Relationship Id="rId360" Type="http://schemas.openxmlformats.org/officeDocument/2006/relationships/customXml" Target="../ink/ink634.xml"/><Relationship Id="rId416" Type="http://schemas.openxmlformats.org/officeDocument/2006/relationships/customXml" Target="../ink/ink662.xml"/><Relationship Id="rId220" Type="http://schemas.openxmlformats.org/officeDocument/2006/relationships/customXml" Target="../ink/ink563.xml"/><Relationship Id="rId15" Type="http://schemas.openxmlformats.org/officeDocument/2006/relationships/image" Target="../media/image220.png"/><Relationship Id="rId57" Type="http://schemas.openxmlformats.org/officeDocument/2006/relationships/image" Target="../media/image241.png"/><Relationship Id="rId262" Type="http://schemas.openxmlformats.org/officeDocument/2006/relationships/image" Target="../media/image354.png"/><Relationship Id="rId318" Type="http://schemas.openxmlformats.org/officeDocument/2006/relationships/image" Target="../media/image382.png"/><Relationship Id="rId99" Type="http://schemas.openxmlformats.org/officeDocument/2006/relationships/image" Target="../media/image265.png"/><Relationship Id="rId122" Type="http://schemas.openxmlformats.org/officeDocument/2006/relationships/customXml" Target="../ink/ink514.xml"/><Relationship Id="rId164" Type="http://schemas.openxmlformats.org/officeDocument/2006/relationships/customXml" Target="../ink/ink535.xml"/><Relationship Id="rId371" Type="http://schemas.openxmlformats.org/officeDocument/2006/relationships/image" Target="../media/image407.png"/><Relationship Id="rId26" Type="http://schemas.openxmlformats.org/officeDocument/2006/relationships/customXml" Target="../ink/ink466.xml"/><Relationship Id="rId231" Type="http://schemas.openxmlformats.org/officeDocument/2006/relationships/image" Target="../media/image339.png"/><Relationship Id="rId273" Type="http://schemas.openxmlformats.org/officeDocument/2006/relationships/customXml" Target="../ink/ink590.xml"/><Relationship Id="rId329" Type="http://schemas.openxmlformats.org/officeDocument/2006/relationships/customXml" Target="../ink/ink618.xml"/><Relationship Id="rId68" Type="http://schemas.openxmlformats.org/officeDocument/2006/relationships/customXml" Target="../ink/ink487.xml"/><Relationship Id="rId133" Type="http://schemas.openxmlformats.org/officeDocument/2006/relationships/image" Target="../media/image290.png"/><Relationship Id="rId175" Type="http://schemas.openxmlformats.org/officeDocument/2006/relationships/image" Target="../media/image311.png"/><Relationship Id="rId340" Type="http://schemas.openxmlformats.org/officeDocument/2006/relationships/image" Target="../media/image393.png"/><Relationship Id="rId200" Type="http://schemas.openxmlformats.org/officeDocument/2006/relationships/customXml" Target="../ink/ink553.xml"/><Relationship Id="rId382" Type="http://schemas.openxmlformats.org/officeDocument/2006/relationships/customXml" Target="../ink/ink645.xml"/><Relationship Id="rId242" Type="http://schemas.openxmlformats.org/officeDocument/2006/relationships/image" Target="../media/image344.png"/><Relationship Id="rId284" Type="http://schemas.openxmlformats.org/officeDocument/2006/relationships/image" Target="../media/image365.png"/><Relationship Id="rId37" Type="http://schemas.openxmlformats.org/officeDocument/2006/relationships/image" Target="../media/image231.png"/><Relationship Id="rId79" Type="http://schemas.openxmlformats.org/officeDocument/2006/relationships/image" Target="../media/image254.png"/><Relationship Id="rId102" Type="http://schemas.openxmlformats.org/officeDocument/2006/relationships/customXml" Target="../ink/ink504.xml"/><Relationship Id="rId144" Type="http://schemas.openxmlformats.org/officeDocument/2006/relationships/customXml" Target="../ink/ink525.xml"/><Relationship Id="rId90" Type="http://schemas.openxmlformats.org/officeDocument/2006/relationships/customXml" Target="../ink/ink498.xml"/><Relationship Id="rId186" Type="http://schemas.openxmlformats.org/officeDocument/2006/relationships/customXml" Target="../ink/ink546.xml"/><Relationship Id="rId351" Type="http://schemas.openxmlformats.org/officeDocument/2006/relationships/image" Target="../media/image398.png"/><Relationship Id="rId393" Type="http://schemas.openxmlformats.org/officeDocument/2006/relationships/image" Target="../media/image418.png"/><Relationship Id="rId407" Type="http://schemas.openxmlformats.org/officeDocument/2006/relationships/image" Target="../media/image425.png"/><Relationship Id="rId211" Type="http://schemas.openxmlformats.org/officeDocument/2006/relationships/image" Target="../media/image329.png"/><Relationship Id="rId253" Type="http://schemas.openxmlformats.org/officeDocument/2006/relationships/customXml" Target="../ink/ink580.xml"/><Relationship Id="rId295" Type="http://schemas.openxmlformats.org/officeDocument/2006/relationships/customXml" Target="../ink/ink601.xml"/><Relationship Id="rId309" Type="http://schemas.openxmlformats.org/officeDocument/2006/relationships/customXml" Target="../ink/ink608.xml"/><Relationship Id="rId48" Type="http://schemas.openxmlformats.org/officeDocument/2006/relationships/customXml" Target="../ink/ink477.xml"/><Relationship Id="rId113" Type="http://schemas.openxmlformats.org/officeDocument/2006/relationships/image" Target="../media/image272.png"/><Relationship Id="rId320" Type="http://schemas.openxmlformats.org/officeDocument/2006/relationships/image" Target="../media/image383.png"/><Relationship Id="rId155" Type="http://schemas.openxmlformats.org/officeDocument/2006/relationships/image" Target="../media/image301.png"/><Relationship Id="rId197" Type="http://schemas.openxmlformats.org/officeDocument/2006/relationships/image" Target="../media/image322.png"/><Relationship Id="rId362" Type="http://schemas.openxmlformats.org/officeDocument/2006/relationships/customXml" Target="../ink/ink635.xml"/><Relationship Id="rId418" Type="http://schemas.openxmlformats.org/officeDocument/2006/relationships/customXml" Target="../ink/ink663.xml"/><Relationship Id="rId222" Type="http://schemas.openxmlformats.org/officeDocument/2006/relationships/customXml" Target="../ink/ink564.xml"/><Relationship Id="rId264" Type="http://schemas.openxmlformats.org/officeDocument/2006/relationships/image" Target="../media/image35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2.png"/><Relationship Id="rId21" Type="http://schemas.openxmlformats.org/officeDocument/2006/relationships/image" Target="../media/image444.png"/><Relationship Id="rId42" Type="http://schemas.openxmlformats.org/officeDocument/2006/relationships/customXml" Target="../ink/ink686.xml"/><Relationship Id="rId63" Type="http://schemas.openxmlformats.org/officeDocument/2006/relationships/image" Target="../media/image465.png"/><Relationship Id="rId84" Type="http://schemas.openxmlformats.org/officeDocument/2006/relationships/customXml" Target="../ink/ink707.xml"/><Relationship Id="rId138" Type="http://schemas.openxmlformats.org/officeDocument/2006/relationships/customXml" Target="../ink/ink734.xml"/><Relationship Id="rId159" Type="http://schemas.openxmlformats.org/officeDocument/2006/relationships/image" Target="../media/image513.png"/><Relationship Id="rId170" Type="http://schemas.openxmlformats.org/officeDocument/2006/relationships/customXml" Target="../ink/ink750.xml"/><Relationship Id="rId107" Type="http://schemas.openxmlformats.org/officeDocument/2006/relationships/image" Target="../media/image487.png"/><Relationship Id="rId11" Type="http://schemas.openxmlformats.org/officeDocument/2006/relationships/image" Target="../media/image439.png"/><Relationship Id="rId32" Type="http://schemas.openxmlformats.org/officeDocument/2006/relationships/customXml" Target="../ink/ink681.xml"/><Relationship Id="rId53" Type="http://schemas.openxmlformats.org/officeDocument/2006/relationships/image" Target="../media/image460.png"/><Relationship Id="rId74" Type="http://schemas.openxmlformats.org/officeDocument/2006/relationships/customXml" Target="../ink/ink702.xml"/><Relationship Id="rId128" Type="http://schemas.openxmlformats.org/officeDocument/2006/relationships/customXml" Target="../ink/ink729.xml"/><Relationship Id="rId149" Type="http://schemas.openxmlformats.org/officeDocument/2006/relationships/image" Target="../media/image508.png"/><Relationship Id="rId5" Type="http://schemas.openxmlformats.org/officeDocument/2006/relationships/image" Target="../media/image436.png"/><Relationship Id="rId95" Type="http://schemas.openxmlformats.org/officeDocument/2006/relationships/image" Target="../media/image481.png"/><Relationship Id="rId160" Type="http://schemas.openxmlformats.org/officeDocument/2006/relationships/customXml" Target="../ink/ink745.xml"/><Relationship Id="rId22" Type="http://schemas.openxmlformats.org/officeDocument/2006/relationships/customXml" Target="../ink/ink676.xml"/><Relationship Id="rId43" Type="http://schemas.openxmlformats.org/officeDocument/2006/relationships/image" Target="../media/image455.png"/><Relationship Id="rId64" Type="http://schemas.openxmlformats.org/officeDocument/2006/relationships/customXml" Target="../ink/ink697.xml"/><Relationship Id="rId118" Type="http://schemas.openxmlformats.org/officeDocument/2006/relationships/customXml" Target="../ink/ink724.xml"/><Relationship Id="rId139" Type="http://schemas.openxmlformats.org/officeDocument/2006/relationships/image" Target="../media/image503.png"/><Relationship Id="rId85" Type="http://schemas.openxmlformats.org/officeDocument/2006/relationships/image" Target="../media/image476.png"/><Relationship Id="rId150" Type="http://schemas.openxmlformats.org/officeDocument/2006/relationships/customXml" Target="../ink/ink740.xml"/><Relationship Id="rId171" Type="http://schemas.openxmlformats.org/officeDocument/2006/relationships/image" Target="../media/image519.png"/><Relationship Id="rId12" Type="http://schemas.openxmlformats.org/officeDocument/2006/relationships/customXml" Target="../ink/ink671.xml"/><Relationship Id="rId33" Type="http://schemas.openxmlformats.org/officeDocument/2006/relationships/image" Target="../media/image450.png"/><Relationship Id="rId108" Type="http://schemas.openxmlformats.org/officeDocument/2006/relationships/customXml" Target="../ink/ink719.xml"/><Relationship Id="rId129" Type="http://schemas.openxmlformats.org/officeDocument/2006/relationships/image" Target="../media/image498.png"/><Relationship Id="rId54" Type="http://schemas.openxmlformats.org/officeDocument/2006/relationships/customXml" Target="../ink/ink692.xml"/><Relationship Id="rId75" Type="http://schemas.openxmlformats.org/officeDocument/2006/relationships/image" Target="../media/image471.png"/><Relationship Id="rId96" Type="http://schemas.openxmlformats.org/officeDocument/2006/relationships/customXml" Target="../ink/ink713.xml"/><Relationship Id="rId140" Type="http://schemas.openxmlformats.org/officeDocument/2006/relationships/customXml" Target="../ink/ink735.xml"/><Relationship Id="rId161" Type="http://schemas.openxmlformats.org/officeDocument/2006/relationships/image" Target="../media/image5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8.xml"/><Relationship Id="rId23" Type="http://schemas.openxmlformats.org/officeDocument/2006/relationships/image" Target="../media/image445.png"/><Relationship Id="rId28" Type="http://schemas.openxmlformats.org/officeDocument/2006/relationships/customXml" Target="../ink/ink679.xml"/><Relationship Id="rId49" Type="http://schemas.openxmlformats.org/officeDocument/2006/relationships/image" Target="../media/image458.png"/><Relationship Id="rId114" Type="http://schemas.openxmlformats.org/officeDocument/2006/relationships/customXml" Target="../ink/ink722.xml"/><Relationship Id="rId119" Type="http://schemas.openxmlformats.org/officeDocument/2006/relationships/image" Target="../media/image493.png"/><Relationship Id="rId44" Type="http://schemas.openxmlformats.org/officeDocument/2006/relationships/customXml" Target="../ink/ink687.xml"/><Relationship Id="rId60" Type="http://schemas.openxmlformats.org/officeDocument/2006/relationships/customXml" Target="../ink/ink695.xml"/><Relationship Id="rId65" Type="http://schemas.openxmlformats.org/officeDocument/2006/relationships/image" Target="../media/image466.png"/><Relationship Id="rId81" Type="http://schemas.openxmlformats.org/officeDocument/2006/relationships/image" Target="../media/image474.png"/><Relationship Id="rId86" Type="http://schemas.openxmlformats.org/officeDocument/2006/relationships/customXml" Target="../ink/ink708.xml"/><Relationship Id="rId130" Type="http://schemas.openxmlformats.org/officeDocument/2006/relationships/customXml" Target="../ink/ink730.xml"/><Relationship Id="rId135" Type="http://schemas.openxmlformats.org/officeDocument/2006/relationships/image" Target="../media/image501.png"/><Relationship Id="rId151" Type="http://schemas.openxmlformats.org/officeDocument/2006/relationships/image" Target="../media/image509.png"/><Relationship Id="rId156" Type="http://schemas.openxmlformats.org/officeDocument/2006/relationships/customXml" Target="../ink/ink743.xml"/><Relationship Id="rId172" Type="http://schemas.openxmlformats.org/officeDocument/2006/relationships/customXml" Target="../ink/ink751.xml"/><Relationship Id="rId13" Type="http://schemas.openxmlformats.org/officeDocument/2006/relationships/image" Target="../media/image440.png"/><Relationship Id="rId18" Type="http://schemas.openxmlformats.org/officeDocument/2006/relationships/customXml" Target="../ink/ink674.xml"/><Relationship Id="rId39" Type="http://schemas.openxmlformats.org/officeDocument/2006/relationships/image" Target="../media/image453.png"/><Relationship Id="rId109" Type="http://schemas.openxmlformats.org/officeDocument/2006/relationships/image" Target="../media/image488.png"/><Relationship Id="rId34" Type="http://schemas.openxmlformats.org/officeDocument/2006/relationships/customXml" Target="../ink/ink682.xml"/><Relationship Id="rId50" Type="http://schemas.openxmlformats.org/officeDocument/2006/relationships/customXml" Target="../ink/ink690.xml"/><Relationship Id="rId55" Type="http://schemas.openxmlformats.org/officeDocument/2006/relationships/image" Target="../media/image461.png"/><Relationship Id="rId76" Type="http://schemas.openxmlformats.org/officeDocument/2006/relationships/customXml" Target="../ink/ink703.xml"/><Relationship Id="rId97" Type="http://schemas.openxmlformats.org/officeDocument/2006/relationships/image" Target="../media/image482.png"/><Relationship Id="rId104" Type="http://schemas.openxmlformats.org/officeDocument/2006/relationships/customXml" Target="../ink/ink717.xml"/><Relationship Id="rId120" Type="http://schemas.openxmlformats.org/officeDocument/2006/relationships/customXml" Target="../ink/ink725.xml"/><Relationship Id="rId125" Type="http://schemas.openxmlformats.org/officeDocument/2006/relationships/image" Target="../media/image496.png"/><Relationship Id="rId141" Type="http://schemas.openxmlformats.org/officeDocument/2006/relationships/image" Target="../media/image504.png"/><Relationship Id="rId146" Type="http://schemas.openxmlformats.org/officeDocument/2006/relationships/customXml" Target="../ink/ink738.xml"/><Relationship Id="rId167" Type="http://schemas.openxmlformats.org/officeDocument/2006/relationships/image" Target="../media/image517.png"/><Relationship Id="rId7" Type="http://schemas.openxmlformats.org/officeDocument/2006/relationships/image" Target="../media/image437.png"/><Relationship Id="rId71" Type="http://schemas.openxmlformats.org/officeDocument/2006/relationships/image" Target="../media/image469.png"/><Relationship Id="rId92" Type="http://schemas.openxmlformats.org/officeDocument/2006/relationships/customXml" Target="../ink/ink711.xml"/><Relationship Id="rId162" Type="http://schemas.openxmlformats.org/officeDocument/2006/relationships/customXml" Target="../ink/ink746.xml"/><Relationship Id="rId2" Type="http://schemas.openxmlformats.org/officeDocument/2006/relationships/customXml" Target="../ink/ink666.xml"/><Relationship Id="rId29" Type="http://schemas.openxmlformats.org/officeDocument/2006/relationships/image" Target="../media/image448.png"/><Relationship Id="rId24" Type="http://schemas.openxmlformats.org/officeDocument/2006/relationships/customXml" Target="../ink/ink677.xml"/><Relationship Id="rId40" Type="http://schemas.openxmlformats.org/officeDocument/2006/relationships/customXml" Target="../ink/ink685.xml"/><Relationship Id="rId45" Type="http://schemas.openxmlformats.org/officeDocument/2006/relationships/image" Target="../media/image456.png"/><Relationship Id="rId66" Type="http://schemas.openxmlformats.org/officeDocument/2006/relationships/customXml" Target="../ink/ink698.xml"/><Relationship Id="rId87" Type="http://schemas.openxmlformats.org/officeDocument/2006/relationships/image" Target="../media/image477.png"/><Relationship Id="rId110" Type="http://schemas.openxmlformats.org/officeDocument/2006/relationships/customXml" Target="../ink/ink720.xml"/><Relationship Id="rId115" Type="http://schemas.openxmlformats.org/officeDocument/2006/relationships/image" Target="../media/image491.png"/><Relationship Id="rId131" Type="http://schemas.openxmlformats.org/officeDocument/2006/relationships/image" Target="../media/image499.png"/><Relationship Id="rId136" Type="http://schemas.openxmlformats.org/officeDocument/2006/relationships/customXml" Target="../ink/ink733.xml"/><Relationship Id="rId157" Type="http://schemas.openxmlformats.org/officeDocument/2006/relationships/image" Target="../media/image512.png"/><Relationship Id="rId61" Type="http://schemas.openxmlformats.org/officeDocument/2006/relationships/image" Target="../media/image464.png"/><Relationship Id="rId82" Type="http://schemas.openxmlformats.org/officeDocument/2006/relationships/customXml" Target="../ink/ink706.xml"/><Relationship Id="rId152" Type="http://schemas.openxmlformats.org/officeDocument/2006/relationships/customXml" Target="../ink/ink741.xml"/><Relationship Id="rId173" Type="http://schemas.openxmlformats.org/officeDocument/2006/relationships/image" Target="../media/image520.png"/><Relationship Id="rId19" Type="http://schemas.openxmlformats.org/officeDocument/2006/relationships/image" Target="../media/image443.png"/><Relationship Id="rId14" Type="http://schemas.openxmlformats.org/officeDocument/2006/relationships/customXml" Target="../ink/ink672.xml"/><Relationship Id="rId30" Type="http://schemas.openxmlformats.org/officeDocument/2006/relationships/customXml" Target="../ink/ink680.xml"/><Relationship Id="rId35" Type="http://schemas.openxmlformats.org/officeDocument/2006/relationships/image" Target="../media/image451.png"/><Relationship Id="rId56" Type="http://schemas.openxmlformats.org/officeDocument/2006/relationships/customXml" Target="../ink/ink693.xml"/><Relationship Id="rId77" Type="http://schemas.openxmlformats.org/officeDocument/2006/relationships/image" Target="../media/image472.png"/><Relationship Id="rId100" Type="http://schemas.openxmlformats.org/officeDocument/2006/relationships/customXml" Target="../ink/ink715.xml"/><Relationship Id="rId105" Type="http://schemas.openxmlformats.org/officeDocument/2006/relationships/image" Target="../media/image486.png"/><Relationship Id="rId126" Type="http://schemas.openxmlformats.org/officeDocument/2006/relationships/customXml" Target="../ink/ink728.xml"/><Relationship Id="rId147" Type="http://schemas.openxmlformats.org/officeDocument/2006/relationships/image" Target="../media/image507.png"/><Relationship Id="rId168" Type="http://schemas.openxmlformats.org/officeDocument/2006/relationships/customXml" Target="../ink/ink749.xml"/><Relationship Id="rId8" Type="http://schemas.openxmlformats.org/officeDocument/2006/relationships/customXml" Target="../ink/ink669.xml"/><Relationship Id="rId51" Type="http://schemas.openxmlformats.org/officeDocument/2006/relationships/image" Target="../media/image459.png"/><Relationship Id="rId72" Type="http://schemas.openxmlformats.org/officeDocument/2006/relationships/customXml" Target="../ink/ink701.xml"/><Relationship Id="rId93" Type="http://schemas.openxmlformats.org/officeDocument/2006/relationships/image" Target="../media/image480.png"/><Relationship Id="rId98" Type="http://schemas.openxmlformats.org/officeDocument/2006/relationships/customXml" Target="../ink/ink714.xml"/><Relationship Id="rId121" Type="http://schemas.openxmlformats.org/officeDocument/2006/relationships/image" Target="../media/image494.png"/><Relationship Id="rId142" Type="http://schemas.openxmlformats.org/officeDocument/2006/relationships/customXml" Target="../ink/ink736.xml"/><Relationship Id="rId163" Type="http://schemas.openxmlformats.org/officeDocument/2006/relationships/image" Target="../media/image515.png"/><Relationship Id="rId3" Type="http://schemas.openxmlformats.org/officeDocument/2006/relationships/image" Target="../media/image435.png"/><Relationship Id="rId25" Type="http://schemas.openxmlformats.org/officeDocument/2006/relationships/image" Target="../media/image446.png"/><Relationship Id="rId46" Type="http://schemas.openxmlformats.org/officeDocument/2006/relationships/customXml" Target="../ink/ink688.xml"/><Relationship Id="rId67" Type="http://schemas.openxmlformats.org/officeDocument/2006/relationships/image" Target="../media/image467.png"/><Relationship Id="rId116" Type="http://schemas.openxmlformats.org/officeDocument/2006/relationships/customXml" Target="../ink/ink723.xml"/><Relationship Id="rId137" Type="http://schemas.openxmlformats.org/officeDocument/2006/relationships/image" Target="../media/image502.png"/><Relationship Id="rId158" Type="http://schemas.openxmlformats.org/officeDocument/2006/relationships/customXml" Target="../ink/ink744.xml"/><Relationship Id="rId20" Type="http://schemas.openxmlformats.org/officeDocument/2006/relationships/customXml" Target="../ink/ink675.xml"/><Relationship Id="rId41" Type="http://schemas.openxmlformats.org/officeDocument/2006/relationships/image" Target="../media/image454.png"/><Relationship Id="rId62" Type="http://schemas.openxmlformats.org/officeDocument/2006/relationships/customXml" Target="../ink/ink696.xml"/><Relationship Id="rId83" Type="http://schemas.openxmlformats.org/officeDocument/2006/relationships/image" Target="../media/image475.png"/><Relationship Id="rId88" Type="http://schemas.openxmlformats.org/officeDocument/2006/relationships/customXml" Target="../ink/ink709.xml"/><Relationship Id="rId111" Type="http://schemas.openxmlformats.org/officeDocument/2006/relationships/image" Target="../media/image489.png"/><Relationship Id="rId132" Type="http://schemas.openxmlformats.org/officeDocument/2006/relationships/customXml" Target="../ink/ink731.xml"/><Relationship Id="rId153" Type="http://schemas.openxmlformats.org/officeDocument/2006/relationships/image" Target="../media/image510.png"/><Relationship Id="rId174" Type="http://schemas.openxmlformats.org/officeDocument/2006/relationships/customXml" Target="../ink/ink752.xml"/><Relationship Id="rId15" Type="http://schemas.openxmlformats.org/officeDocument/2006/relationships/image" Target="../media/image441.png"/><Relationship Id="rId36" Type="http://schemas.openxmlformats.org/officeDocument/2006/relationships/customXml" Target="../ink/ink683.xml"/><Relationship Id="rId57" Type="http://schemas.openxmlformats.org/officeDocument/2006/relationships/image" Target="../media/image462.png"/><Relationship Id="rId106" Type="http://schemas.openxmlformats.org/officeDocument/2006/relationships/customXml" Target="../ink/ink718.xml"/><Relationship Id="rId127" Type="http://schemas.openxmlformats.org/officeDocument/2006/relationships/image" Target="../media/image497.png"/><Relationship Id="rId10" Type="http://schemas.openxmlformats.org/officeDocument/2006/relationships/customXml" Target="../ink/ink670.xml"/><Relationship Id="rId31" Type="http://schemas.openxmlformats.org/officeDocument/2006/relationships/image" Target="../media/image449.png"/><Relationship Id="rId52" Type="http://schemas.openxmlformats.org/officeDocument/2006/relationships/customXml" Target="../ink/ink691.xml"/><Relationship Id="rId73" Type="http://schemas.openxmlformats.org/officeDocument/2006/relationships/image" Target="../media/image470.png"/><Relationship Id="rId78" Type="http://schemas.openxmlformats.org/officeDocument/2006/relationships/customXml" Target="../ink/ink704.xml"/><Relationship Id="rId94" Type="http://schemas.openxmlformats.org/officeDocument/2006/relationships/customXml" Target="../ink/ink712.xml"/><Relationship Id="rId99" Type="http://schemas.openxmlformats.org/officeDocument/2006/relationships/image" Target="../media/image483.png"/><Relationship Id="rId101" Type="http://schemas.openxmlformats.org/officeDocument/2006/relationships/image" Target="../media/image484.png"/><Relationship Id="rId122" Type="http://schemas.openxmlformats.org/officeDocument/2006/relationships/customXml" Target="../ink/ink726.xml"/><Relationship Id="rId143" Type="http://schemas.openxmlformats.org/officeDocument/2006/relationships/image" Target="../media/image505.png"/><Relationship Id="rId148" Type="http://schemas.openxmlformats.org/officeDocument/2006/relationships/customXml" Target="../ink/ink739.xml"/><Relationship Id="rId164" Type="http://schemas.openxmlformats.org/officeDocument/2006/relationships/customXml" Target="../ink/ink747.xml"/><Relationship Id="rId169" Type="http://schemas.openxmlformats.org/officeDocument/2006/relationships/image" Target="../media/image518.png"/><Relationship Id="rId4" Type="http://schemas.openxmlformats.org/officeDocument/2006/relationships/customXml" Target="../ink/ink667.xml"/><Relationship Id="rId9" Type="http://schemas.openxmlformats.org/officeDocument/2006/relationships/image" Target="../media/image438.png"/><Relationship Id="rId26" Type="http://schemas.openxmlformats.org/officeDocument/2006/relationships/customXml" Target="../ink/ink678.xml"/><Relationship Id="rId47" Type="http://schemas.openxmlformats.org/officeDocument/2006/relationships/image" Target="../media/image457.png"/><Relationship Id="rId68" Type="http://schemas.openxmlformats.org/officeDocument/2006/relationships/customXml" Target="../ink/ink699.xml"/><Relationship Id="rId89" Type="http://schemas.openxmlformats.org/officeDocument/2006/relationships/image" Target="../media/image478.png"/><Relationship Id="rId112" Type="http://schemas.openxmlformats.org/officeDocument/2006/relationships/customXml" Target="../ink/ink721.xml"/><Relationship Id="rId133" Type="http://schemas.openxmlformats.org/officeDocument/2006/relationships/image" Target="../media/image500.png"/><Relationship Id="rId154" Type="http://schemas.openxmlformats.org/officeDocument/2006/relationships/customXml" Target="../ink/ink742.xml"/><Relationship Id="rId175" Type="http://schemas.openxmlformats.org/officeDocument/2006/relationships/image" Target="../media/image521.png"/><Relationship Id="rId16" Type="http://schemas.openxmlformats.org/officeDocument/2006/relationships/customXml" Target="../ink/ink673.xml"/><Relationship Id="rId37" Type="http://schemas.openxmlformats.org/officeDocument/2006/relationships/image" Target="../media/image452.png"/><Relationship Id="rId58" Type="http://schemas.openxmlformats.org/officeDocument/2006/relationships/customXml" Target="../ink/ink694.xml"/><Relationship Id="rId79" Type="http://schemas.openxmlformats.org/officeDocument/2006/relationships/image" Target="../media/image473.png"/><Relationship Id="rId102" Type="http://schemas.openxmlformats.org/officeDocument/2006/relationships/customXml" Target="../ink/ink716.xml"/><Relationship Id="rId123" Type="http://schemas.openxmlformats.org/officeDocument/2006/relationships/image" Target="../media/image495.png"/><Relationship Id="rId144" Type="http://schemas.openxmlformats.org/officeDocument/2006/relationships/customXml" Target="../ink/ink737.xml"/><Relationship Id="rId90" Type="http://schemas.openxmlformats.org/officeDocument/2006/relationships/customXml" Target="../ink/ink710.xml"/><Relationship Id="rId165" Type="http://schemas.openxmlformats.org/officeDocument/2006/relationships/image" Target="../media/image516.png"/><Relationship Id="rId27" Type="http://schemas.openxmlformats.org/officeDocument/2006/relationships/image" Target="../media/image447.png"/><Relationship Id="rId48" Type="http://schemas.openxmlformats.org/officeDocument/2006/relationships/customXml" Target="../ink/ink689.xml"/><Relationship Id="rId69" Type="http://schemas.openxmlformats.org/officeDocument/2006/relationships/image" Target="../media/image468.png"/><Relationship Id="rId113" Type="http://schemas.openxmlformats.org/officeDocument/2006/relationships/image" Target="../media/image490.png"/><Relationship Id="rId134" Type="http://schemas.openxmlformats.org/officeDocument/2006/relationships/customXml" Target="../ink/ink732.xml"/><Relationship Id="rId80" Type="http://schemas.openxmlformats.org/officeDocument/2006/relationships/customXml" Target="../ink/ink705.xml"/><Relationship Id="rId155" Type="http://schemas.openxmlformats.org/officeDocument/2006/relationships/image" Target="../media/image511.png"/><Relationship Id="rId17" Type="http://schemas.openxmlformats.org/officeDocument/2006/relationships/image" Target="../media/image442.png"/><Relationship Id="rId38" Type="http://schemas.openxmlformats.org/officeDocument/2006/relationships/customXml" Target="../ink/ink684.xml"/><Relationship Id="rId59" Type="http://schemas.openxmlformats.org/officeDocument/2006/relationships/image" Target="../media/image463.png"/><Relationship Id="rId103" Type="http://schemas.openxmlformats.org/officeDocument/2006/relationships/image" Target="../media/image485.png"/><Relationship Id="rId124" Type="http://schemas.openxmlformats.org/officeDocument/2006/relationships/customXml" Target="../ink/ink727.xml"/><Relationship Id="rId70" Type="http://schemas.openxmlformats.org/officeDocument/2006/relationships/customXml" Target="../ink/ink700.xml"/><Relationship Id="rId91" Type="http://schemas.openxmlformats.org/officeDocument/2006/relationships/image" Target="../media/image479.png"/><Relationship Id="rId145" Type="http://schemas.openxmlformats.org/officeDocument/2006/relationships/image" Target="../media/image506.png"/><Relationship Id="rId166" Type="http://schemas.openxmlformats.org/officeDocument/2006/relationships/customXml" Target="../ink/ink748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65.xml"/><Relationship Id="rId21" Type="http://schemas.openxmlformats.org/officeDocument/2006/relationships/image" Target="../media/image531.png"/><Relationship Id="rId42" Type="http://schemas.openxmlformats.org/officeDocument/2006/relationships/customXml" Target="../ink/ink773.xml"/><Relationship Id="rId47" Type="http://schemas.openxmlformats.org/officeDocument/2006/relationships/image" Target="../media/image544.png"/><Relationship Id="rId63" Type="http://schemas.openxmlformats.org/officeDocument/2006/relationships/image" Target="../media/image552.png"/><Relationship Id="rId68" Type="http://schemas.openxmlformats.org/officeDocument/2006/relationships/customXml" Target="../ink/ink786.xml"/><Relationship Id="rId84" Type="http://schemas.openxmlformats.org/officeDocument/2006/relationships/customXml" Target="../ink/ink794.xml"/><Relationship Id="rId89" Type="http://schemas.openxmlformats.org/officeDocument/2006/relationships/image" Target="../media/image565.png"/><Relationship Id="rId16" Type="http://schemas.openxmlformats.org/officeDocument/2006/relationships/customXml" Target="../ink/ink760.xml"/><Relationship Id="rId107" Type="http://schemas.openxmlformats.org/officeDocument/2006/relationships/image" Target="../media/image574.png"/><Relationship Id="rId11" Type="http://schemas.openxmlformats.org/officeDocument/2006/relationships/image" Target="../media/image526.png"/><Relationship Id="rId32" Type="http://schemas.openxmlformats.org/officeDocument/2006/relationships/customXml" Target="../ink/ink768.xml"/><Relationship Id="rId37" Type="http://schemas.openxmlformats.org/officeDocument/2006/relationships/image" Target="../media/image539.png"/><Relationship Id="rId53" Type="http://schemas.openxmlformats.org/officeDocument/2006/relationships/image" Target="../media/image547.png"/><Relationship Id="rId58" Type="http://schemas.openxmlformats.org/officeDocument/2006/relationships/customXml" Target="../ink/ink781.xml"/><Relationship Id="rId74" Type="http://schemas.openxmlformats.org/officeDocument/2006/relationships/customXml" Target="../ink/ink789.xml"/><Relationship Id="rId79" Type="http://schemas.openxmlformats.org/officeDocument/2006/relationships/image" Target="../media/image560.png"/><Relationship Id="rId102" Type="http://schemas.openxmlformats.org/officeDocument/2006/relationships/customXml" Target="../ink/ink803.xml"/><Relationship Id="rId5" Type="http://schemas.openxmlformats.org/officeDocument/2006/relationships/image" Target="../media/image523.png"/><Relationship Id="rId90" Type="http://schemas.openxmlformats.org/officeDocument/2006/relationships/customXml" Target="../ink/ink797.xml"/><Relationship Id="rId95" Type="http://schemas.openxmlformats.org/officeDocument/2006/relationships/image" Target="../media/image568.png"/><Relationship Id="rId22" Type="http://schemas.openxmlformats.org/officeDocument/2006/relationships/customXml" Target="../ink/ink763.xml"/><Relationship Id="rId27" Type="http://schemas.openxmlformats.org/officeDocument/2006/relationships/image" Target="../media/image534.png"/><Relationship Id="rId43" Type="http://schemas.openxmlformats.org/officeDocument/2006/relationships/image" Target="../media/image542.png"/><Relationship Id="rId48" Type="http://schemas.openxmlformats.org/officeDocument/2006/relationships/customXml" Target="../ink/ink776.xml"/><Relationship Id="rId64" Type="http://schemas.openxmlformats.org/officeDocument/2006/relationships/customXml" Target="../ink/ink784.xml"/><Relationship Id="rId69" Type="http://schemas.openxmlformats.org/officeDocument/2006/relationships/image" Target="../media/image555.png"/><Relationship Id="rId80" Type="http://schemas.openxmlformats.org/officeDocument/2006/relationships/customXml" Target="../ink/ink792.xml"/><Relationship Id="rId85" Type="http://schemas.openxmlformats.org/officeDocument/2006/relationships/image" Target="../media/image563.png"/><Relationship Id="rId12" Type="http://schemas.openxmlformats.org/officeDocument/2006/relationships/customXml" Target="../ink/ink758.xml"/><Relationship Id="rId17" Type="http://schemas.openxmlformats.org/officeDocument/2006/relationships/image" Target="../media/image529.png"/><Relationship Id="rId33" Type="http://schemas.openxmlformats.org/officeDocument/2006/relationships/image" Target="../media/image537.png"/><Relationship Id="rId38" Type="http://schemas.openxmlformats.org/officeDocument/2006/relationships/customXml" Target="../ink/ink771.xml"/><Relationship Id="rId59" Type="http://schemas.openxmlformats.org/officeDocument/2006/relationships/image" Target="../media/image550.png"/><Relationship Id="rId103" Type="http://schemas.openxmlformats.org/officeDocument/2006/relationships/image" Target="../media/image572.png"/><Relationship Id="rId108" Type="http://schemas.openxmlformats.org/officeDocument/2006/relationships/customXml" Target="../ink/ink806.xml"/><Relationship Id="rId54" Type="http://schemas.openxmlformats.org/officeDocument/2006/relationships/customXml" Target="../ink/ink779.xml"/><Relationship Id="rId70" Type="http://schemas.openxmlformats.org/officeDocument/2006/relationships/customXml" Target="../ink/ink787.xml"/><Relationship Id="rId75" Type="http://schemas.openxmlformats.org/officeDocument/2006/relationships/image" Target="../media/image558.png"/><Relationship Id="rId91" Type="http://schemas.openxmlformats.org/officeDocument/2006/relationships/image" Target="../media/image566.png"/><Relationship Id="rId96" Type="http://schemas.openxmlformats.org/officeDocument/2006/relationships/customXml" Target="../ink/ink80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5.xml"/><Relationship Id="rId15" Type="http://schemas.openxmlformats.org/officeDocument/2006/relationships/image" Target="../media/image528.png"/><Relationship Id="rId23" Type="http://schemas.openxmlformats.org/officeDocument/2006/relationships/image" Target="../media/image532.png"/><Relationship Id="rId28" Type="http://schemas.openxmlformats.org/officeDocument/2006/relationships/customXml" Target="../ink/ink766.xml"/><Relationship Id="rId36" Type="http://schemas.openxmlformats.org/officeDocument/2006/relationships/customXml" Target="../ink/ink770.xml"/><Relationship Id="rId49" Type="http://schemas.openxmlformats.org/officeDocument/2006/relationships/image" Target="../media/image545.png"/><Relationship Id="rId57" Type="http://schemas.openxmlformats.org/officeDocument/2006/relationships/image" Target="../media/image549.png"/><Relationship Id="rId106" Type="http://schemas.openxmlformats.org/officeDocument/2006/relationships/customXml" Target="../ink/ink805.xml"/><Relationship Id="rId10" Type="http://schemas.openxmlformats.org/officeDocument/2006/relationships/customXml" Target="../ink/ink757.xml"/><Relationship Id="rId31" Type="http://schemas.openxmlformats.org/officeDocument/2006/relationships/image" Target="../media/image536.png"/><Relationship Id="rId44" Type="http://schemas.openxmlformats.org/officeDocument/2006/relationships/customXml" Target="../ink/ink774.xml"/><Relationship Id="rId52" Type="http://schemas.openxmlformats.org/officeDocument/2006/relationships/customXml" Target="../ink/ink778.xml"/><Relationship Id="rId60" Type="http://schemas.openxmlformats.org/officeDocument/2006/relationships/customXml" Target="../ink/ink782.xml"/><Relationship Id="rId65" Type="http://schemas.openxmlformats.org/officeDocument/2006/relationships/image" Target="../media/image553.png"/><Relationship Id="rId73" Type="http://schemas.openxmlformats.org/officeDocument/2006/relationships/image" Target="../media/image557.png"/><Relationship Id="rId78" Type="http://schemas.openxmlformats.org/officeDocument/2006/relationships/customXml" Target="../ink/ink791.xml"/><Relationship Id="rId81" Type="http://schemas.openxmlformats.org/officeDocument/2006/relationships/image" Target="../media/image561.png"/><Relationship Id="rId86" Type="http://schemas.openxmlformats.org/officeDocument/2006/relationships/customXml" Target="../ink/ink795.xml"/><Relationship Id="rId94" Type="http://schemas.openxmlformats.org/officeDocument/2006/relationships/customXml" Target="../ink/ink799.xml"/><Relationship Id="rId99" Type="http://schemas.openxmlformats.org/officeDocument/2006/relationships/image" Target="../media/image570.png"/><Relationship Id="rId101" Type="http://schemas.openxmlformats.org/officeDocument/2006/relationships/image" Target="../media/image571.png"/><Relationship Id="rId4" Type="http://schemas.openxmlformats.org/officeDocument/2006/relationships/customXml" Target="../ink/ink754.xml"/><Relationship Id="rId9" Type="http://schemas.openxmlformats.org/officeDocument/2006/relationships/image" Target="../media/image525.png"/><Relationship Id="rId13" Type="http://schemas.openxmlformats.org/officeDocument/2006/relationships/image" Target="../media/image527.png"/><Relationship Id="rId18" Type="http://schemas.openxmlformats.org/officeDocument/2006/relationships/customXml" Target="../ink/ink761.xml"/><Relationship Id="rId39" Type="http://schemas.openxmlformats.org/officeDocument/2006/relationships/image" Target="../media/image540.png"/><Relationship Id="rId109" Type="http://schemas.openxmlformats.org/officeDocument/2006/relationships/image" Target="../media/image575.png"/><Relationship Id="rId34" Type="http://schemas.openxmlformats.org/officeDocument/2006/relationships/customXml" Target="../ink/ink769.xml"/><Relationship Id="rId50" Type="http://schemas.openxmlformats.org/officeDocument/2006/relationships/customXml" Target="../ink/ink777.xml"/><Relationship Id="rId55" Type="http://schemas.openxmlformats.org/officeDocument/2006/relationships/image" Target="../media/image548.png"/><Relationship Id="rId76" Type="http://schemas.openxmlformats.org/officeDocument/2006/relationships/customXml" Target="../ink/ink790.xml"/><Relationship Id="rId97" Type="http://schemas.openxmlformats.org/officeDocument/2006/relationships/image" Target="../media/image569.png"/><Relationship Id="rId104" Type="http://schemas.openxmlformats.org/officeDocument/2006/relationships/customXml" Target="../ink/ink804.xml"/><Relationship Id="rId7" Type="http://schemas.openxmlformats.org/officeDocument/2006/relationships/image" Target="../media/image524.png"/><Relationship Id="rId71" Type="http://schemas.openxmlformats.org/officeDocument/2006/relationships/image" Target="../media/image556.png"/><Relationship Id="rId92" Type="http://schemas.openxmlformats.org/officeDocument/2006/relationships/customXml" Target="../ink/ink798.xml"/><Relationship Id="rId2" Type="http://schemas.openxmlformats.org/officeDocument/2006/relationships/customXml" Target="../ink/ink753.xml"/><Relationship Id="rId29" Type="http://schemas.openxmlformats.org/officeDocument/2006/relationships/image" Target="../media/image535.png"/><Relationship Id="rId24" Type="http://schemas.openxmlformats.org/officeDocument/2006/relationships/customXml" Target="../ink/ink764.xml"/><Relationship Id="rId40" Type="http://schemas.openxmlformats.org/officeDocument/2006/relationships/customXml" Target="../ink/ink772.xml"/><Relationship Id="rId45" Type="http://schemas.openxmlformats.org/officeDocument/2006/relationships/image" Target="../media/image543.png"/><Relationship Id="rId66" Type="http://schemas.openxmlformats.org/officeDocument/2006/relationships/customXml" Target="../ink/ink785.xml"/><Relationship Id="rId87" Type="http://schemas.openxmlformats.org/officeDocument/2006/relationships/image" Target="../media/image564.png"/><Relationship Id="rId110" Type="http://schemas.openxmlformats.org/officeDocument/2006/relationships/customXml" Target="../ink/ink807.xml"/><Relationship Id="rId61" Type="http://schemas.openxmlformats.org/officeDocument/2006/relationships/image" Target="../media/image551.png"/><Relationship Id="rId82" Type="http://schemas.openxmlformats.org/officeDocument/2006/relationships/customXml" Target="../ink/ink793.xml"/><Relationship Id="rId19" Type="http://schemas.openxmlformats.org/officeDocument/2006/relationships/image" Target="../media/image530.png"/><Relationship Id="rId14" Type="http://schemas.openxmlformats.org/officeDocument/2006/relationships/customXml" Target="../ink/ink759.xml"/><Relationship Id="rId30" Type="http://schemas.openxmlformats.org/officeDocument/2006/relationships/customXml" Target="../ink/ink767.xml"/><Relationship Id="rId35" Type="http://schemas.openxmlformats.org/officeDocument/2006/relationships/image" Target="../media/image538.png"/><Relationship Id="rId56" Type="http://schemas.openxmlformats.org/officeDocument/2006/relationships/customXml" Target="../ink/ink780.xml"/><Relationship Id="rId77" Type="http://schemas.openxmlformats.org/officeDocument/2006/relationships/image" Target="../media/image559.png"/><Relationship Id="rId100" Type="http://schemas.openxmlformats.org/officeDocument/2006/relationships/customXml" Target="../ink/ink802.xml"/><Relationship Id="rId105" Type="http://schemas.openxmlformats.org/officeDocument/2006/relationships/image" Target="../media/image573.png"/><Relationship Id="rId8" Type="http://schemas.openxmlformats.org/officeDocument/2006/relationships/customXml" Target="../ink/ink756.xml"/><Relationship Id="rId51" Type="http://schemas.openxmlformats.org/officeDocument/2006/relationships/image" Target="../media/image546.png"/><Relationship Id="rId72" Type="http://schemas.openxmlformats.org/officeDocument/2006/relationships/customXml" Target="../ink/ink788.xml"/><Relationship Id="rId93" Type="http://schemas.openxmlformats.org/officeDocument/2006/relationships/image" Target="../media/image567.png"/><Relationship Id="rId98" Type="http://schemas.openxmlformats.org/officeDocument/2006/relationships/customXml" Target="../ink/ink801.xml"/><Relationship Id="rId3" Type="http://schemas.openxmlformats.org/officeDocument/2006/relationships/image" Target="../media/image522.png"/><Relationship Id="rId25" Type="http://schemas.openxmlformats.org/officeDocument/2006/relationships/image" Target="../media/image533.png"/><Relationship Id="rId46" Type="http://schemas.openxmlformats.org/officeDocument/2006/relationships/customXml" Target="../ink/ink775.xml"/><Relationship Id="rId67" Type="http://schemas.openxmlformats.org/officeDocument/2006/relationships/image" Target="../media/image554.png"/><Relationship Id="rId20" Type="http://schemas.openxmlformats.org/officeDocument/2006/relationships/customXml" Target="../ink/ink762.xml"/><Relationship Id="rId41" Type="http://schemas.openxmlformats.org/officeDocument/2006/relationships/image" Target="../media/image541.png"/><Relationship Id="rId62" Type="http://schemas.openxmlformats.org/officeDocument/2006/relationships/customXml" Target="../ink/ink783.xml"/><Relationship Id="rId83" Type="http://schemas.openxmlformats.org/officeDocument/2006/relationships/image" Target="../media/image562.png"/><Relationship Id="rId88" Type="http://schemas.openxmlformats.org/officeDocument/2006/relationships/customXml" Target="../ink/ink796.xml"/><Relationship Id="rId111" Type="http://schemas.openxmlformats.org/officeDocument/2006/relationships/image" Target="../media/image57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4.png"/><Relationship Id="rId21" Type="http://schemas.openxmlformats.org/officeDocument/2006/relationships/image" Target="../media/image586.png"/><Relationship Id="rId42" Type="http://schemas.openxmlformats.org/officeDocument/2006/relationships/customXml" Target="../ink/ink828.xml"/><Relationship Id="rId63" Type="http://schemas.openxmlformats.org/officeDocument/2006/relationships/image" Target="../media/image607.png"/><Relationship Id="rId84" Type="http://schemas.openxmlformats.org/officeDocument/2006/relationships/customXml" Target="../ink/ink849.xml"/><Relationship Id="rId138" Type="http://schemas.openxmlformats.org/officeDocument/2006/relationships/customXml" Target="../ink/ink876.xml"/><Relationship Id="rId159" Type="http://schemas.openxmlformats.org/officeDocument/2006/relationships/image" Target="../media/image655.png"/><Relationship Id="rId107" Type="http://schemas.openxmlformats.org/officeDocument/2006/relationships/image" Target="../media/image629.png"/><Relationship Id="rId11" Type="http://schemas.openxmlformats.org/officeDocument/2006/relationships/image" Target="../media/image581.png"/><Relationship Id="rId32" Type="http://schemas.openxmlformats.org/officeDocument/2006/relationships/customXml" Target="../ink/ink823.xml"/><Relationship Id="rId53" Type="http://schemas.openxmlformats.org/officeDocument/2006/relationships/image" Target="../media/image602.png"/><Relationship Id="rId74" Type="http://schemas.openxmlformats.org/officeDocument/2006/relationships/customXml" Target="../ink/ink844.xml"/><Relationship Id="rId128" Type="http://schemas.openxmlformats.org/officeDocument/2006/relationships/customXml" Target="../ink/ink871.xml"/><Relationship Id="rId149" Type="http://schemas.openxmlformats.org/officeDocument/2006/relationships/image" Target="../media/image650.png"/><Relationship Id="rId5" Type="http://schemas.openxmlformats.org/officeDocument/2006/relationships/image" Target="../media/image578.png"/><Relationship Id="rId95" Type="http://schemas.openxmlformats.org/officeDocument/2006/relationships/image" Target="../media/image623.png"/><Relationship Id="rId160" Type="http://schemas.openxmlformats.org/officeDocument/2006/relationships/customXml" Target="../ink/ink887.xml"/><Relationship Id="rId22" Type="http://schemas.openxmlformats.org/officeDocument/2006/relationships/customXml" Target="../ink/ink818.xml"/><Relationship Id="rId43" Type="http://schemas.openxmlformats.org/officeDocument/2006/relationships/image" Target="../media/image597.png"/><Relationship Id="rId64" Type="http://schemas.openxmlformats.org/officeDocument/2006/relationships/customXml" Target="../ink/ink839.xml"/><Relationship Id="rId118" Type="http://schemas.openxmlformats.org/officeDocument/2006/relationships/customXml" Target="../ink/ink866.xml"/><Relationship Id="rId139" Type="http://schemas.openxmlformats.org/officeDocument/2006/relationships/image" Target="../media/image645.png"/><Relationship Id="rId85" Type="http://schemas.openxmlformats.org/officeDocument/2006/relationships/image" Target="../media/image618.png"/><Relationship Id="rId150" Type="http://schemas.openxmlformats.org/officeDocument/2006/relationships/customXml" Target="../ink/ink882.xml"/><Relationship Id="rId12" Type="http://schemas.openxmlformats.org/officeDocument/2006/relationships/customXml" Target="../ink/ink813.xml"/><Relationship Id="rId17" Type="http://schemas.openxmlformats.org/officeDocument/2006/relationships/image" Target="../media/image584.png"/><Relationship Id="rId33" Type="http://schemas.openxmlformats.org/officeDocument/2006/relationships/image" Target="../media/image592.png"/><Relationship Id="rId38" Type="http://schemas.openxmlformats.org/officeDocument/2006/relationships/customXml" Target="../ink/ink826.xml"/><Relationship Id="rId59" Type="http://schemas.openxmlformats.org/officeDocument/2006/relationships/image" Target="../media/image605.png"/><Relationship Id="rId103" Type="http://schemas.openxmlformats.org/officeDocument/2006/relationships/image" Target="../media/image627.png"/><Relationship Id="rId108" Type="http://schemas.openxmlformats.org/officeDocument/2006/relationships/customXml" Target="../ink/ink861.xml"/><Relationship Id="rId124" Type="http://schemas.openxmlformats.org/officeDocument/2006/relationships/customXml" Target="../ink/ink869.xml"/><Relationship Id="rId129" Type="http://schemas.openxmlformats.org/officeDocument/2006/relationships/image" Target="../media/image640.png"/><Relationship Id="rId54" Type="http://schemas.openxmlformats.org/officeDocument/2006/relationships/customXml" Target="../ink/ink834.xml"/><Relationship Id="rId70" Type="http://schemas.openxmlformats.org/officeDocument/2006/relationships/customXml" Target="../ink/ink842.xml"/><Relationship Id="rId75" Type="http://schemas.openxmlformats.org/officeDocument/2006/relationships/image" Target="../media/image613.png"/><Relationship Id="rId91" Type="http://schemas.openxmlformats.org/officeDocument/2006/relationships/image" Target="../media/image621.png"/><Relationship Id="rId96" Type="http://schemas.openxmlformats.org/officeDocument/2006/relationships/customXml" Target="../ink/ink855.xml"/><Relationship Id="rId140" Type="http://schemas.openxmlformats.org/officeDocument/2006/relationships/customXml" Target="../ink/ink877.xml"/><Relationship Id="rId145" Type="http://schemas.openxmlformats.org/officeDocument/2006/relationships/image" Target="../media/image648.png"/><Relationship Id="rId161" Type="http://schemas.openxmlformats.org/officeDocument/2006/relationships/image" Target="../media/image65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10.xml"/><Relationship Id="rId23" Type="http://schemas.openxmlformats.org/officeDocument/2006/relationships/image" Target="../media/image587.png"/><Relationship Id="rId28" Type="http://schemas.openxmlformats.org/officeDocument/2006/relationships/customXml" Target="../ink/ink821.xml"/><Relationship Id="rId49" Type="http://schemas.openxmlformats.org/officeDocument/2006/relationships/image" Target="../media/image600.png"/><Relationship Id="rId114" Type="http://schemas.openxmlformats.org/officeDocument/2006/relationships/customXml" Target="../ink/ink864.xml"/><Relationship Id="rId119" Type="http://schemas.openxmlformats.org/officeDocument/2006/relationships/image" Target="../media/image635.png"/><Relationship Id="rId44" Type="http://schemas.openxmlformats.org/officeDocument/2006/relationships/customXml" Target="../ink/ink829.xml"/><Relationship Id="rId60" Type="http://schemas.openxmlformats.org/officeDocument/2006/relationships/customXml" Target="../ink/ink837.xml"/><Relationship Id="rId65" Type="http://schemas.openxmlformats.org/officeDocument/2006/relationships/image" Target="../media/image608.png"/><Relationship Id="rId81" Type="http://schemas.openxmlformats.org/officeDocument/2006/relationships/image" Target="../media/image616.png"/><Relationship Id="rId86" Type="http://schemas.openxmlformats.org/officeDocument/2006/relationships/customXml" Target="../ink/ink850.xml"/><Relationship Id="rId130" Type="http://schemas.openxmlformats.org/officeDocument/2006/relationships/customXml" Target="../ink/ink872.xml"/><Relationship Id="rId135" Type="http://schemas.openxmlformats.org/officeDocument/2006/relationships/image" Target="../media/image643.png"/><Relationship Id="rId151" Type="http://schemas.openxmlformats.org/officeDocument/2006/relationships/image" Target="../media/image651.png"/><Relationship Id="rId156" Type="http://schemas.openxmlformats.org/officeDocument/2006/relationships/customXml" Target="../ink/ink885.xml"/><Relationship Id="rId13" Type="http://schemas.openxmlformats.org/officeDocument/2006/relationships/image" Target="../media/image582.png"/><Relationship Id="rId18" Type="http://schemas.openxmlformats.org/officeDocument/2006/relationships/customXml" Target="../ink/ink816.xml"/><Relationship Id="rId39" Type="http://schemas.openxmlformats.org/officeDocument/2006/relationships/image" Target="../media/image595.png"/><Relationship Id="rId109" Type="http://schemas.openxmlformats.org/officeDocument/2006/relationships/image" Target="../media/image630.png"/><Relationship Id="rId34" Type="http://schemas.openxmlformats.org/officeDocument/2006/relationships/customXml" Target="../ink/ink824.xml"/><Relationship Id="rId50" Type="http://schemas.openxmlformats.org/officeDocument/2006/relationships/customXml" Target="../ink/ink832.xml"/><Relationship Id="rId55" Type="http://schemas.openxmlformats.org/officeDocument/2006/relationships/image" Target="../media/image603.png"/><Relationship Id="rId76" Type="http://schemas.openxmlformats.org/officeDocument/2006/relationships/customXml" Target="../ink/ink845.xml"/><Relationship Id="rId97" Type="http://schemas.openxmlformats.org/officeDocument/2006/relationships/image" Target="../media/image624.png"/><Relationship Id="rId104" Type="http://schemas.openxmlformats.org/officeDocument/2006/relationships/customXml" Target="../ink/ink859.xml"/><Relationship Id="rId120" Type="http://schemas.openxmlformats.org/officeDocument/2006/relationships/customXml" Target="../ink/ink867.xml"/><Relationship Id="rId125" Type="http://schemas.openxmlformats.org/officeDocument/2006/relationships/image" Target="../media/image638.png"/><Relationship Id="rId141" Type="http://schemas.openxmlformats.org/officeDocument/2006/relationships/image" Target="../media/image646.png"/><Relationship Id="rId146" Type="http://schemas.openxmlformats.org/officeDocument/2006/relationships/customXml" Target="../ink/ink880.xml"/><Relationship Id="rId7" Type="http://schemas.openxmlformats.org/officeDocument/2006/relationships/image" Target="../media/image579.png"/><Relationship Id="rId71" Type="http://schemas.openxmlformats.org/officeDocument/2006/relationships/image" Target="../media/image611.png"/><Relationship Id="rId92" Type="http://schemas.openxmlformats.org/officeDocument/2006/relationships/customXml" Target="../ink/ink853.xml"/><Relationship Id="rId2" Type="http://schemas.openxmlformats.org/officeDocument/2006/relationships/customXml" Target="../ink/ink808.xml"/><Relationship Id="rId29" Type="http://schemas.openxmlformats.org/officeDocument/2006/relationships/image" Target="../media/image590.png"/><Relationship Id="rId24" Type="http://schemas.openxmlformats.org/officeDocument/2006/relationships/customXml" Target="../ink/ink819.xml"/><Relationship Id="rId40" Type="http://schemas.openxmlformats.org/officeDocument/2006/relationships/customXml" Target="../ink/ink827.xml"/><Relationship Id="rId45" Type="http://schemas.openxmlformats.org/officeDocument/2006/relationships/image" Target="../media/image598.png"/><Relationship Id="rId66" Type="http://schemas.openxmlformats.org/officeDocument/2006/relationships/customXml" Target="../ink/ink840.xml"/><Relationship Id="rId87" Type="http://schemas.openxmlformats.org/officeDocument/2006/relationships/image" Target="../media/image619.png"/><Relationship Id="rId110" Type="http://schemas.openxmlformats.org/officeDocument/2006/relationships/customXml" Target="../ink/ink862.xml"/><Relationship Id="rId115" Type="http://schemas.openxmlformats.org/officeDocument/2006/relationships/image" Target="../media/image633.png"/><Relationship Id="rId131" Type="http://schemas.openxmlformats.org/officeDocument/2006/relationships/image" Target="../media/image641.png"/><Relationship Id="rId136" Type="http://schemas.openxmlformats.org/officeDocument/2006/relationships/customXml" Target="../ink/ink875.xml"/><Relationship Id="rId157" Type="http://schemas.openxmlformats.org/officeDocument/2006/relationships/image" Target="../media/image654.png"/><Relationship Id="rId61" Type="http://schemas.openxmlformats.org/officeDocument/2006/relationships/image" Target="../media/image606.png"/><Relationship Id="rId82" Type="http://schemas.openxmlformats.org/officeDocument/2006/relationships/customXml" Target="../ink/ink848.xml"/><Relationship Id="rId152" Type="http://schemas.openxmlformats.org/officeDocument/2006/relationships/customXml" Target="../ink/ink883.xml"/><Relationship Id="rId19" Type="http://schemas.openxmlformats.org/officeDocument/2006/relationships/image" Target="../media/image585.png"/><Relationship Id="rId14" Type="http://schemas.openxmlformats.org/officeDocument/2006/relationships/customXml" Target="../ink/ink814.xml"/><Relationship Id="rId30" Type="http://schemas.openxmlformats.org/officeDocument/2006/relationships/customXml" Target="../ink/ink822.xml"/><Relationship Id="rId35" Type="http://schemas.openxmlformats.org/officeDocument/2006/relationships/image" Target="../media/image593.png"/><Relationship Id="rId56" Type="http://schemas.openxmlformats.org/officeDocument/2006/relationships/customXml" Target="../ink/ink835.xml"/><Relationship Id="rId77" Type="http://schemas.openxmlformats.org/officeDocument/2006/relationships/image" Target="../media/image614.png"/><Relationship Id="rId100" Type="http://schemas.openxmlformats.org/officeDocument/2006/relationships/customXml" Target="../ink/ink857.xml"/><Relationship Id="rId105" Type="http://schemas.openxmlformats.org/officeDocument/2006/relationships/image" Target="../media/image628.png"/><Relationship Id="rId126" Type="http://schemas.openxmlformats.org/officeDocument/2006/relationships/customXml" Target="../ink/ink870.xml"/><Relationship Id="rId147" Type="http://schemas.openxmlformats.org/officeDocument/2006/relationships/image" Target="../media/image649.png"/><Relationship Id="rId8" Type="http://schemas.openxmlformats.org/officeDocument/2006/relationships/customXml" Target="../ink/ink811.xml"/><Relationship Id="rId51" Type="http://schemas.openxmlformats.org/officeDocument/2006/relationships/image" Target="../media/image601.png"/><Relationship Id="rId72" Type="http://schemas.openxmlformats.org/officeDocument/2006/relationships/customXml" Target="../ink/ink843.xml"/><Relationship Id="rId93" Type="http://schemas.openxmlformats.org/officeDocument/2006/relationships/image" Target="../media/image622.png"/><Relationship Id="rId98" Type="http://schemas.openxmlformats.org/officeDocument/2006/relationships/customXml" Target="../ink/ink856.xml"/><Relationship Id="rId121" Type="http://schemas.openxmlformats.org/officeDocument/2006/relationships/image" Target="../media/image636.png"/><Relationship Id="rId142" Type="http://schemas.openxmlformats.org/officeDocument/2006/relationships/customXml" Target="../ink/ink878.xml"/><Relationship Id="rId3" Type="http://schemas.openxmlformats.org/officeDocument/2006/relationships/image" Target="../media/image577.png"/><Relationship Id="rId25" Type="http://schemas.openxmlformats.org/officeDocument/2006/relationships/image" Target="../media/image588.png"/><Relationship Id="rId46" Type="http://schemas.openxmlformats.org/officeDocument/2006/relationships/customXml" Target="../ink/ink830.xml"/><Relationship Id="rId67" Type="http://schemas.openxmlformats.org/officeDocument/2006/relationships/image" Target="../media/image609.png"/><Relationship Id="rId116" Type="http://schemas.openxmlformats.org/officeDocument/2006/relationships/customXml" Target="../ink/ink865.xml"/><Relationship Id="rId137" Type="http://schemas.openxmlformats.org/officeDocument/2006/relationships/image" Target="../media/image644.png"/><Relationship Id="rId158" Type="http://schemas.openxmlformats.org/officeDocument/2006/relationships/customXml" Target="../ink/ink886.xml"/><Relationship Id="rId20" Type="http://schemas.openxmlformats.org/officeDocument/2006/relationships/customXml" Target="../ink/ink817.xml"/><Relationship Id="rId41" Type="http://schemas.openxmlformats.org/officeDocument/2006/relationships/image" Target="../media/image596.png"/><Relationship Id="rId62" Type="http://schemas.openxmlformats.org/officeDocument/2006/relationships/customXml" Target="../ink/ink838.xml"/><Relationship Id="rId83" Type="http://schemas.openxmlformats.org/officeDocument/2006/relationships/image" Target="../media/image617.png"/><Relationship Id="rId88" Type="http://schemas.openxmlformats.org/officeDocument/2006/relationships/customXml" Target="../ink/ink851.xml"/><Relationship Id="rId111" Type="http://schemas.openxmlformats.org/officeDocument/2006/relationships/image" Target="../media/image631.png"/><Relationship Id="rId132" Type="http://schemas.openxmlformats.org/officeDocument/2006/relationships/customXml" Target="../ink/ink873.xml"/><Relationship Id="rId153" Type="http://schemas.openxmlformats.org/officeDocument/2006/relationships/image" Target="../media/image652.png"/><Relationship Id="rId15" Type="http://schemas.openxmlformats.org/officeDocument/2006/relationships/image" Target="../media/image583.png"/><Relationship Id="rId36" Type="http://schemas.openxmlformats.org/officeDocument/2006/relationships/customXml" Target="../ink/ink825.xml"/><Relationship Id="rId57" Type="http://schemas.openxmlformats.org/officeDocument/2006/relationships/image" Target="../media/image604.png"/><Relationship Id="rId106" Type="http://schemas.openxmlformats.org/officeDocument/2006/relationships/customXml" Target="../ink/ink860.xml"/><Relationship Id="rId127" Type="http://schemas.openxmlformats.org/officeDocument/2006/relationships/image" Target="../media/image639.png"/><Relationship Id="rId10" Type="http://schemas.openxmlformats.org/officeDocument/2006/relationships/customXml" Target="../ink/ink812.xml"/><Relationship Id="rId31" Type="http://schemas.openxmlformats.org/officeDocument/2006/relationships/image" Target="../media/image591.png"/><Relationship Id="rId52" Type="http://schemas.openxmlformats.org/officeDocument/2006/relationships/customXml" Target="../ink/ink833.xml"/><Relationship Id="rId73" Type="http://schemas.openxmlformats.org/officeDocument/2006/relationships/image" Target="../media/image612.png"/><Relationship Id="rId78" Type="http://schemas.openxmlformats.org/officeDocument/2006/relationships/customXml" Target="../ink/ink846.xml"/><Relationship Id="rId94" Type="http://schemas.openxmlformats.org/officeDocument/2006/relationships/customXml" Target="../ink/ink854.xml"/><Relationship Id="rId99" Type="http://schemas.openxmlformats.org/officeDocument/2006/relationships/image" Target="../media/image625.png"/><Relationship Id="rId101" Type="http://schemas.openxmlformats.org/officeDocument/2006/relationships/image" Target="../media/image626.png"/><Relationship Id="rId122" Type="http://schemas.openxmlformats.org/officeDocument/2006/relationships/customXml" Target="../ink/ink868.xml"/><Relationship Id="rId143" Type="http://schemas.openxmlformats.org/officeDocument/2006/relationships/image" Target="../media/image647.png"/><Relationship Id="rId148" Type="http://schemas.openxmlformats.org/officeDocument/2006/relationships/customXml" Target="../ink/ink881.xml"/><Relationship Id="rId4" Type="http://schemas.openxmlformats.org/officeDocument/2006/relationships/customXml" Target="../ink/ink809.xml"/><Relationship Id="rId9" Type="http://schemas.openxmlformats.org/officeDocument/2006/relationships/image" Target="../media/image580.png"/><Relationship Id="rId26" Type="http://schemas.openxmlformats.org/officeDocument/2006/relationships/customXml" Target="../ink/ink820.xml"/><Relationship Id="rId47" Type="http://schemas.openxmlformats.org/officeDocument/2006/relationships/image" Target="../media/image599.png"/><Relationship Id="rId68" Type="http://schemas.openxmlformats.org/officeDocument/2006/relationships/customXml" Target="../ink/ink841.xml"/><Relationship Id="rId89" Type="http://schemas.openxmlformats.org/officeDocument/2006/relationships/image" Target="../media/image620.png"/><Relationship Id="rId112" Type="http://schemas.openxmlformats.org/officeDocument/2006/relationships/customXml" Target="../ink/ink863.xml"/><Relationship Id="rId133" Type="http://schemas.openxmlformats.org/officeDocument/2006/relationships/image" Target="../media/image642.png"/><Relationship Id="rId154" Type="http://schemas.openxmlformats.org/officeDocument/2006/relationships/customXml" Target="../ink/ink884.xml"/><Relationship Id="rId16" Type="http://schemas.openxmlformats.org/officeDocument/2006/relationships/customXml" Target="../ink/ink815.xml"/><Relationship Id="rId37" Type="http://schemas.openxmlformats.org/officeDocument/2006/relationships/image" Target="../media/image594.png"/><Relationship Id="rId58" Type="http://schemas.openxmlformats.org/officeDocument/2006/relationships/customXml" Target="../ink/ink836.xml"/><Relationship Id="rId79" Type="http://schemas.openxmlformats.org/officeDocument/2006/relationships/image" Target="../media/image615.png"/><Relationship Id="rId102" Type="http://schemas.openxmlformats.org/officeDocument/2006/relationships/customXml" Target="../ink/ink858.xml"/><Relationship Id="rId123" Type="http://schemas.openxmlformats.org/officeDocument/2006/relationships/image" Target="../media/image637.png"/><Relationship Id="rId144" Type="http://schemas.openxmlformats.org/officeDocument/2006/relationships/customXml" Target="../ink/ink879.xml"/><Relationship Id="rId90" Type="http://schemas.openxmlformats.org/officeDocument/2006/relationships/customXml" Target="../ink/ink852.xml"/><Relationship Id="rId27" Type="http://schemas.openxmlformats.org/officeDocument/2006/relationships/image" Target="../media/image589.png"/><Relationship Id="rId48" Type="http://schemas.openxmlformats.org/officeDocument/2006/relationships/customXml" Target="../ink/ink831.xml"/><Relationship Id="rId69" Type="http://schemas.openxmlformats.org/officeDocument/2006/relationships/image" Target="../media/image610.png"/><Relationship Id="rId113" Type="http://schemas.openxmlformats.org/officeDocument/2006/relationships/image" Target="../media/image632.png"/><Relationship Id="rId134" Type="http://schemas.openxmlformats.org/officeDocument/2006/relationships/customXml" Target="../ink/ink874.xml"/><Relationship Id="rId80" Type="http://schemas.openxmlformats.org/officeDocument/2006/relationships/customXml" Target="../ink/ink847.xml"/><Relationship Id="rId155" Type="http://schemas.openxmlformats.org/officeDocument/2006/relationships/image" Target="../media/image65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392F-3969-9FC2-13B0-2CF84E23D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3C757-CBD3-B4F0-0C5C-1B876879A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187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D337-EF44-044D-3DB8-FFDE61BE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72420-515B-0055-4904-9B70BDB6C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occurs when the definition of a concept or process depends on a simpler or previous version of itself – Wikipedia 2025.</a:t>
            </a:r>
          </a:p>
          <a:p>
            <a:endParaRPr lang="en-US" dirty="0"/>
          </a:p>
          <a:p>
            <a:r>
              <a:rPr lang="en-US" dirty="0"/>
              <a:t>A simple </a:t>
            </a:r>
            <a:r>
              <a:rPr lang="en-US" i="1" dirty="0"/>
              <a:t>base case</a:t>
            </a:r>
            <a:r>
              <a:rPr lang="en-US" dirty="0"/>
              <a:t> (or cases) — a terminating scenario that does not use recursion to produce an answer</a:t>
            </a:r>
          </a:p>
          <a:p>
            <a:r>
              <a:rPr lang="en-US" dirty="0"/>
              <a:t>A </a:t>
            </a:r>
            <a:r>
              <a:rPr lang="en-US" i="1" dirty="0"/>
              <a:t>recursive step</a:t>
            </a:r>
            <a:r>
              <a:rPr lang="en-US" dirty="0"/>
              <a:t> — a set of rules that reduces all successive cases toward the base case using recursion.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00465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FB87-41D9-9CDA-E6B6-A7CA1ADE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Many cases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5E76-4C4B-3B05-8C9B-99D862B30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72" y="1587881"/>
            <a:ext cx="10515600" cy="1201039"/>
          </a:xfrm>
        </p:spPr>
        <p:txBody>
          <a:bodyPr/>
          <a:lstStyle/>
          <a:p>
            <a:r>
              <a:rPr lang="en-ZA" dirty="0"/>
              <a:t>Add up all the elements in an array</a:t>
            </a:r>
          </a:p>
          <a:p>
            <a:r>
              <a:rPr lang="en-ZA" dirty="0"/>
              <a:t>add(int[] a, start, end) = a[start] + add(int[] a, start+1, end)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E55C085-469D-49D8-6441-31E15CDF0584}"/>
                  </a:ext>
                </a:extLst>
              </p14:cNvPr>
              <p14:cNvContentPartPr/>
              <p14:nvPr/>
            </p14:nvContentPartPr>
            <p14:xfrm>
              <a:off x="1354968" y="4191408"/>
              <a:ext cx="17280" cy="188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E55C085-469D-49D8-6441-31E15CDF05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0648" y="4187088"/>
                <a:ext cx="259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8E1144-71E3-9B39-5447-BED93F19191F}"/>
                  </a:ext>
                </a:extLst>
              </p14:cNvPr>
              <p14:cNvContentPartPr/>
              <p14:nvPr/>
            </p14:nvContentPartPr>
            <p14:xfrm>
              <a:off x="1234728" y="4115448"/>
              <a:ext cx="627840" cy="220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8E1144-71E3-9B39-5447-BED93F1919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0408" y="4111128"/>
                <a:ext cx="6364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FA41E42-09FC-B0D5-EA0C-D6B04A6BFD26}"/>
                  </a:ext>
                </a:extLst>
              </p14:cNvPr>
              <p14:cNvContentPartPr/>
              <p14:nvPr/>
            </p14:nvContentPartPr>
            <p14:xfrm>
              <a:off x="1233648" y="3897288"/>
              <a:ext cx="116640" cy="158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FA41E42-09FC-B0D5-EA0C-D6B04A6BFD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9328" y="3892968"/>
                <a:ext cx="1252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A540000-406F-5C76-1050-A5887F8F102D}"/>
                  </a:ext>
                </a:extLst>
              </p14:cNvPr>
              <p14:cNvContentPartPr/>
              <p14:nvPr/>
            </p14:nvContentPartPr>
            <p14:xfrm>
              <a:off x="1381968" y="3823848"/>
              <a:ext cx="54000" cy="209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A540000-406F-5C76-1050-A5887F8F102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77648" y="3819528"/>
                <a:ext cx="626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C000E56-B87D-11E8-3CFA-6431A240D9F1}"/>
                  </a:ext>
                </a:extLst>
              </p14:cNvPr>
              <p14:cNvContentPartPr/>
              <p14:nvPr/>
            </p14:nvContentPartPr>
            <p14:xfrm>
              <a:off x="1396368" y="3885408"/>
              <a:ext cx="256320" cy="110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C000E56-B87D-11E8-3CFA-6431A240D9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92048" y="3881088"/>
                <a:ext cx="2649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9B3D4B6-C3D8-3265-8C22-BC3660E7D984}"/>
                  </a:ext>
                </a:extLst>
              </p14:cNvPr>
              <p14:cNvContentPartPr/>
              <p14:nvPr/>
            </p14:nvContentPartPr>
            <p14:xfrm>
              <a:off x="1740168" y="3811968"/>
              <a:ext cx="51840" cy="1155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9B3D4B6-C3D8-3265-8C22-BC3660E7D9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35848" y="3807648"/>
                <a:ext cx="604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E0E42EF-483D-6C5B-2E58-F9C82578E71B}"/>
                  </a:ext>
                </a:extLst>
              </p14:cNvPr>
              <p14:cNvContentPartPr/>
              <p14:nvPr/>
            </p14:nvContentPartPr>
            <p14:xfrm>
              <a:off x="1738008" y="3827088"/>
              <a:ext cx="161280" cy="17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E0E42EF-483D-6C5B-2E58-F9C82578E71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33688" y="3822768"/>
                <a:ext cx="169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CC6ABC7-704D-B5B1-60F6-F75E968B0898}"/>
                  </a:ext>
                </a:extLst>
              </p14:cNvPr>
              <p14:cNvContentPartPr/>
              <p14:nvPr/>
            </p14:nvContentPartPr>
            <p14:xfrm>
              <a:off x="1696248" y="3417768"/>
              <a:ext cx="860400" cy="789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CC6ABC7-704D-B5B1-60F6-F75E968B089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91928" y="3413448"/>
                <a:ext cx="86904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76C79B2-4CFB-CDAD-825D-CF22CCB46172}"/>
                  </a:ext>
                </a:extLst>
              </p14:cNvPr>
              <p14:cNvContentPartPr/>
              <p14:nvPr/>
            </p14:nvContentPartPr>
            <p14:xfrm>
              <a:off x="4814928" y="3896208"/>
              <a:ext cx="266400" cy="763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76C79B2-4CFB-CDAD-825D-CF22CCB461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10608" y="3891888"/>
                <a:ext cx="2750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F344FA9-7449-D12C-C6BE-6EBAAB249A30}"/>
                  </a:ext>
                </a:extLst>
              </p14:cNvPr>
              <p14:cNvContentPartPr/>
              <p14:nvPr/>
            </p14:nvContentPartPr>
            <p14:xfrm>
              <a:off x="5109048" y="3733128"/>
              <a:ext cx="194040" cy="341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F344FA9-7449-D12C-C6BE-6EBAAB249A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04728" y="3728808"/>
                <a:ext cx="2026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835DB80-C134-4640-CDB0-AE1F2E06F7C5}"/>
                  </a:ext>
                </a:extLst>
              </p14:cNvPr>
              <p14:cNvContentPartPr/>
              <p14:nvPr/>
            </p14:nvContentPartPr>
            <p14:xfrm>
              <a:off x="4934448" y="4099608"/>
              <a:ext cx="15120" cy="262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835DB80-C134-4640-CDB0-AE1F2E06F7C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30128" y="4095288"/>
                <a:ext cx="237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8B0B1F8-4D06-2C8E-6AB7-5E423972B12B}"/>
                  </a:ext>
                </a:extLst>
              </p14:cNvPr>
              <p14:cNvContentPartPr/>
              <p14:nvPr/>
            </p14:nvContentPartPr>
            <p14:xfrm>
              <a:off x="4929768" y="4063608"/>
              <a:ext cx="690480" cy="326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8B0B1F8-4D06-2C8E-6AB7-5E423972B12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25448" y="4059288"/>
                <a:ext cx="69912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2321646-BD17-E896-B87C-AA7400152ABC}"/>
                  </a:ext>
                </a:extLst>
              </p14:cNvPr>
              <p14:cNvContentPartPr/>
              <p14:nvPr/>
            </p14:nvContentPartPr>
            <p14:xfrm>
              <a:off x="4346928" y="3407688"/>
              <a:ext cx="783000" cy="866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2321646-BD17-E896-B87C-AA7400152AB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42608" y="3403368"/>
                <a:ext cx="791640" cy="8755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1196049-60F5-C626-40DE-4B4DDF06F909}"/>
              </a:ext>
            </a:extLst>
          </p:cNvPr>
          <p:cNvSpPr txBox="1">
            <a:spLocks/>
          </p:cNvSpPr>
          <p:nvPr/>
        </p:nvSpPr>
        <p:spPr>
          <a:xfrm>
            <a:off x="847344" y="5026025"/>
            <a:ext cx="10515600" cy="1201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Add up all the elements in an array</a:t>
            </a:r>
          </a:p>
          <a:p>
            <a:r>
              <a:rPr lang="en-ZA" dirty="0"/>
              <a:t>add(int[] a, start, end) = add(int[] a, start, end-1) + a[end]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CE3881F-DE7C-EA6B-D50C-E760769F6FF4}"/>
              </a:ext>
            </a:extLst>
          </p:cNvPr>
          <p:cNvGrpSpPr/>
          <p:nvPr/>
        </p:nvGrpSpPr>
        <p:grpSpPr>
          <a:xfrm>
            <a:off x="673128" y="2885328"/>
            <a:ext cx="4672872" cy="696528"/>
            <a:chOff x="673128" y="2885328"/>
            <a:chExt cx="4672872" cy="69652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B3248D5-D3A4-7821-D1B5-A1582FE83E1F}"/>
                    </a:ext>
                  </a:extLst>
                </p14:cNvPr>
                <p14:cNvContentPartPr/>
                <p14:nvPr/>
              </p14:nvContentPartPr>
              <p14:xfrm>
                <a:off x="1067328" y="3143088"/>
                <a:ext cx="34920" cy="251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B3248D5-D3A4-7821-D1B5-A1582FE83E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3008" y="3138408"/>
                  <a:ext cx="43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E4B5A3-6589-7D50-518E-EA81CA7994AD}"/>
                    </a:ext>
                  </a:extLst>
                </p14:cNvPr>
                <p14:cNvContentPartPr/>
                <p14:nvPr/>
              </p14:nvContentPartPr>
              <p14:xfrm>
                <a:off x="965088" y="3093408"/>
                <a:ext cx="703800" cy="355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E4B5A3-6589-7D50-518E-EA81CA7994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0768" y="3089088"/>
                  <a:ext cx="7124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73A9BB1-A178-EC45-7AA8-C1DADF27C7A2}"/>
                    </a:ext>
                  </a:extLst>
                </p14:cNvPr>
                <p14:cNvContentPartPr/>
                <p14:nvPr/>
              </p14:nvContentPartPr>
              <p14:xfrm>
                <a:off x="673128" y="3164688"/>
                <a:ext cx="194760" cy="79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73A9BB1-A178-EC45-7AA8-C1DADF27C7A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8808" y="3160368"/>
                  <a:ext cx="203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A979A9-42C5-2449-226C-E02F28995303}"/>
                    </a:ext>
                  </a:extLst>
                </p14:cNvPr>
                <p14:cNvContentPartPr/>
                <p14:nvPr/>
              </p14:nvContentPartPr>
              <p14:xfrm>
                <a:off x="1433088" y="3107088"/>
                <a:ext cx="880560" cy="164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A979A9-42C5-2449-226C-E02F289953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28768" y="3102768"/>
                  <a:ext cx="889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575FE7D-8779-3702-727C-390040ACE6C9}"/>
                    </a:ext>
                  </a:extLst>
                </p14:cNvPr>
                <p14:cNvContentPartPr/>
                <p14:nvPr/>
              </p14:nvContentPartPr>
              <p14:xfrm>
                <a:off x="2286288" y="3043008"/>
                <a:ext cx="96840" cy="141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575FE7D-8779-3702-727C-390040ACE6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81968" y="3038688"/>
                  <a:ext cx="105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99232E-6481-E600-5AF2-2191FC990AB8}"/>
                    </a:ext>
                  </a:extLst>
                </p14:cNvPr>
                <p14:cNvContentPartPr/>
                <p14:nvPr/>
              </p14:nvContentPartPr>
              <p14:xfrm>
                <a:off x="2371968" y="3006648"/>
                <a:ext cx="66960" cy="40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99232E-6481-E600-5AF2-2191FC990A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67648" y="3002328"/>
                  <a:ext cx="756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388F77-5BD9-1C3B-4EEB-1FC42F4643EF}"/>
                    </a:ext>
                  </a:extLst>
                </p14:cNvPr>
                <p14:cNvContentPartPr/>
                <p14:nvPr/>
              </p14:nvContentPartPr>
              <p14:xfrm>
                <a:off x="2459448" y="2885328"/>
                <a:ext cx="2772360" cy="449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388F77-5BD9-1C3B-4EEB-1FC42F4643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55128" y="2881008"/>
                  <a:ext cx="27810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6330EF-2759-74E9-E177-BE15DDB9A489}"/>
                    </a:ext>
                  </a:extLst>
                </p14:cNvPr>
                <p14:cNvContentPartPr/>
                <p14:nvPr/>
              </p14:nvContentPartPr>
              <p14:xfrm>
                <a:off x="2383848" y="3322728"/>
                <a:ext cx="2728080" cy="96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6330EF-2759-74E9-E177-BE15DDB9A48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79528" y="3318408"/>
                  <a:ext cx="2736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A54A10-687E-1944-DE7D-8D667DD5F54B}"/>
                    </a:ext>
                  </a:extLst>
                </p14:cNvPr>
                <p14:cNvContentPartPr/>
                <p14:nvPr/>
              </p14:nvContentPartPr>
              <p14:xfrm>
                <a:off x="2717568" y="2995848"/>
                <a:ext cx="39960" cy="331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A54A10-687E-1944-DE7D-8D667DD5F5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13248" y="2991528"/>
                  <a:ext cx="486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48B754-5E48-DF34-07AC-91EBAA9DC3C9}"/>
                    </a:ext>
                  </a:extLst>
                </p14:cNvPr>
                <p14:cNvContentPartPr/>
                <p14:nvPr/>
              </p14:nvContentPartPr>
              <p14:xfrm>
                <a:off x="3117888" y="2995848"/>
                <a:ext cx="39240" cy="29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48B754-5E48-DF34-07AC-91EBAA9DC3C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13568" y="2991528"/>
                  <a:ext cx="478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D8BEFA-6DD6-128A-F098-EF559D10AF1E}"/>
                    </a:ext>
                  </a:extLst>
                </p14:cNvPr>
                <p14:cNvContentPartPr/>
                <p14:nvPr/>
              </p14:nvContentPartPr>
              <p14:xfrm>
                <a:off x="3619368" y="2979648"/>
                <a:ext cx="37800" cy="273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D8BEFA-6DD6-128A-F098-EF559D10AF1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15048" y="2975328"/>
                  <a:ext cx="464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F07DE6-184F-B0A8-CD84-B01C0B74C24C}"/>
                    </a:ext>
                  </a:extLst>
                </p14:cNvPr>
                <p14:cNvContentPartPr/>
                <p14:nvPr/>
              </p14:nvContentPartPr>
              <p14:xfrm>
                <a:off x="4032288" y="2952648"/>
                <a:ext cx="29520" cy="312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F07DE6-184F-B0A8-CD84-B01C0B74C2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27968" y="2948328"/>
                  <a:ext cx="381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440E407-1BEE-D080-0CC0-685BDCAB671E}"/>
                    </a:ext>
                  </a:extLst>
                </p14:cNvPr>
                <p14:cNvContentPartPr/>
                <p14:nvPr/>
              </p14:nvContentPartPr>
              <p14:xfrm>
                <a:off x="4534128" y="2955168"/>
                <a:ext cx="34920" cy="362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440E407-1BEE-D080-0CC0-685BDCAB671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29808" y="2950848"/>
                  <a:ext cx="43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185B7C-4DBE-0F8E-0C4C-7408451E9E7D}"/>
                    </a:ext>
                  </a:extLst>
                </p14:cNvPr>
                <p14:cNvContentPartPr/>
                <p14:nvPr/>
              </p14:nvContentPartPr>
              <p14:xfrm>
                <a:off x="2604600" y="3493656"/>
                <a:ext cx="69480" cy="88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185B7C-4DBE-0F8E-0C4C-7408451E9E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00280" y="3489336"/>
                  <a:ext cx="78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3A7FB7-DD1C-5B84-5E42-DD3F5CF8216F}"/>
                    </a:ext>
                  </a:extLst>
                </p14:cNvPr>
                <p14:cNvContentPartPr/>
                <p14:nvPr/>
              </p14:nvContentPartPr>
              <p14:xfrm>
                <a:off x="5038200" y="3488616"/>
                <a:ext cx="68760" cy="53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3A7FB7-DD1C-5B84-5E42-DD3F5CF821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33880" y="3484296"/>
                  <a:ext cx="77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313E73A-A9D6-E6C4-662A-B0F75EA007BC}"/>
                    </a:ext>
                  </a:extLst>
                </p14:cNvPr>
                <p14:cNvContentPartPr/>
                <p14:nvPr/>
              </p14:nvContentPartPr>
              <p14:xfrm>
                <a:off x="5172120" y="3494376"/>
                <a:ext cx="92880" cy="10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313E73A-A9D6-E6C4-662A-B0F75EA007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67800" y="3490056"/>
                  <a:ext cx="1015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7B3D6EF-792E-B9AB-8A3A-F11687AAC7B7}"/>
                    </a:ext>
                  </a:extLst>
                </p14:cNvPr>
                <p14:cNvContentPartPr/>
                <p14:nvPr/>
              </p14:nvContentPartPr>
              <p14:xfrm>
                <a:off x="5333040" y="3432816"/>
                <a:ext cx="12960" cy="90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7B3D6EF-792E-B9AB-8A3A-F11687AAC7B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28720" y="3428496"/>
                  <a:ext cx="21600" cy="9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576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4BF6-65B0-17C3-3DF4-E4620CE1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Linear Search </a:t>
            </a:r>
            <a:br>
              <a:rPr lang="en-ZA" dirty="0"/>
            </a:br>
            <a:r>
              <a:rPr lang="en-ZA" dirty="0"/>
              <a:t>Recursive version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F0EA-9D1E-2D5C-76B3-B261E5950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28" y="1842517"/>
            <a:ext cx="10515600" cy="749808"/>
          </a:xfrm>
        </p:spPr>
        <p:txBody>
          <a:bodyPr>
            <a:normAutofit/>
          </a:bodyPr>
          <a:lstStyle/>
          <a:p>
            <a:r>
              <a:rPr lang="en-ZA" dirty="0"/>
              <a:t>search(a, start, end, target)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73F062-972D-C11A-8DF2-EC16E4F08CF8}"/>
                  </a:ext>
                </a:extLst>
              </p14:cNvPr>
              <p14:cNvContentPartPr/>
              <p14:nvPr/>
            </p14:nvContentPartPr>
            <p14:xfrm>
              <a:off x="1204488" y="2621880"/>
              <a:ext cx="34920" cy="25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73F062-972D-C11A-8DF2-EC16E4F08C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68" y="2617200"/>
                <a:ext cx="435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7B89E0-4A0F-A17A-8377-2EB58BEEBFFF}"/>
                  </a:ext>
                </a:extLst>
              </p14:cNvPr>
              <p14:cNvContentPartPr/>
              <p14:nvPr/>
            </p14:nvContentPartPr>
            <p14:xfrm>
              <a:off x="1102248" y="2572200"/>
              <a:ext cx="703800" cy="355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7B89E0-4A0F-A17A-8377-2EB58BEEBF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7928" y="2567880"/>
                <a:ext cx="71244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8702EC-A3F6-E66D-CCAA-109034B37041}"/>
                  </a:ext>
                </a:extLst>
              </p14:cNvPr>
              <p14:cNvContentPartPr/>
              <p14:nvPr/>
            </p14:nvContentPartPr>
            <p14:xfrm>
              <a:off x="810288" y="2643480"/>
              <a:ext cx="194760" cy="7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8702EC-A3F6-E66D-CCAA-109034B370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5968" y="2639160"/>
                <a:ext cx="2034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1BEBEB7-03EA-4773-3D6E-7F558FFCEB27}"/>
                  </a:ext>
                </a:extLst>
              </p14:cNvPr>
              <p14:cNvContentPartPr/>
              <p14:nvPr/>
            </p14:nvContentPartPr>
            <p14:xfrm>
              <a:off x="1570248" y="2585880"/>
              <a:ext cx="880560" cy="164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1BEBEB7-03EA-4773-3D6E-7F558FFCEB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65928" y="2581560"/>
                <a:ext cx="8892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31E38F-70AC-B1A4-6909-56E72DB31AAD}"/>
                  </a:ext>
                </a:extLst>
              </p14:cNvPr>
              <p14:cNvContentPartPr/>
              <p14:nvPr/>
            </p14:nvContentPartPr>
            <p14:xfrm>
              <a:off x="2423448" y="2521800"/>
              <a:ext cx="96840" cy="141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31E38F-70AC-B1A4-6909-56E72DB31A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19128" y="2517480"/>
                <a:ext cx="105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D7097B-DA40-E2F1-EC47-2670FCE6A008}"/>
                  </a:ext>
                </a:extLst>
              </p14:cNvPr>
              <p14:cNvContentPartPr/>
              <p14:nvPr/>
            </p14:nvContentPartPr>
            <p14:xfrm>
              <a:off x="2509128" y="2485440"/>
              <a:ext cx="66960" cy="40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D7097B-DA40-E2F1-EC47-2670FCE6A0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4808" y="2481120"/>
                <a:ext cx="756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12882D-C7BC-7A6F-E143-51992C493FFE}"/>
                  </a:ext>
                </a:extLst>
              </p14:cNvPr>
              <p14:cNvContentPartPr/>
              <p14:nvPr/>
            </p14:nvContentPartPr>
            <p14:xfrm>
              <a:off x="2596608" y="2364120"/>
              <a:ext cx="2772360" cy="449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12882D-C7BC-7A6F-E143-51992C493F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92288" y="2359800"/>
                <a:ext cx="278100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32418B2-FC25-5D7A-7295-14E6BD4FA6BE}"/>
                  </a:ext>
                </a:extLst>
              </p14:cNvPr>
              <p14:cNvContentPartPr/>
              <p14:nvPr/>
            </p14:nvContentPartPr>
            <p14:xfrm>
              <a:off x="2521008" y="2801520"/>
              <a:ext cx="2728080" cy="96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32418B2-FC25-5D7A-7295-14E6BD4FA6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16688" y="2797200"/>
                <a:ext cx="27367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710516-0141-69F3-1B76-24F4CA180550}"/>
                  </a:ext>
                </a:extLst>
              </p14:cNvPr>
              <p14:cNvContentPartPr/>
              <p14:nvPr/>
            </p14:nvContentPartPr>
            <p14:xfrm>
              <a:off x="2854728" y="2474640"/>
              <a:ext cx="39960" cy="331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710516-0141-69F3-1B76-24F4CA18055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50408" y="2470320"/>
                <a:ext cx="486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4EE27F2-8102-2682-3847-38FFCC462477}"/>
                  </a:ext>
                </a:extLst>
              </p14:cNvPr>
              <p14:cNvContentPartPr/>
              <p14:nvPr/>
            </p14:nvContentPartPr>
            <p14:xfrm>
              <a:off x="3255048" y="2474640"/>
              <a:ext cx="39240" cy="295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4EE27F2-8102-2682-3847-38FFCC46247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50728" y="2470320"/>
                <a:ext cx="478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FBEDC33-94AD-FF94-4C51-F4A2DC3B6CD2}"/>
                  </a:ext>
                </a:extLst>
              </p14:cNvPr>
              <p14:cNvContentPartPr/>
              <p14:nvPr/>
            </p14:nvContentPartPr>
            <p14:xfrm>
              <a:off x="3756528" y="2458440"/>
              <a:ext cx="37800" cy="273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FBEDC33-94AD-FF94-4C51-F4A2DC3B6CD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52208" y="2454120"/>
                <a:ext cx="464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94F5C81-CCE3-7B56-0A44-F48EA8B4D9A0}"/>
                  </a:ext>
                </a:extLst>
              </p14:cNvPr>
              <p14:cNvContentPartPr/>
              <p14:nvPr/>
            </p14:nvContentPartPr>
            <p14:xfrm>
              <a:off x="4169448" y="2431440"/>
              <a:ext cx="29520" cy="312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94F5C81-CCE3-7B56-0A44-F48EA8B4D9A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65128" y="2427120"/>
                <a:ext cx="3816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684F1EE-E5F8-AD29-61A3-83DB695FC47E}"/>
                  </a:ext>
                </a:extLst>
              </p14:cNvPr>
              <p14:cNvContentPartPr/>
              <p14:nvPr/>
            </p14:nvContentPartPr>
            <p14:xfrm>
              <a:off x="4671288" y="2433960"/>
              <a:ext cx="34920" cy="362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684F1EE-E5F8-AD29-61A3-83DB695FC4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66968" y="2429640"/>
                <a:ext cx="435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2905002-A0C7-AADF-A2E1-B36E8515E23F}"/>
                  </a:ext>
                </a:extLst>
              </p14:cNvPr>
              <p14:cNvContentPartPr/>
              <p14:nvPr/>
            </p14:nvContentPartPr>
            <p14:xfrm>
              <a:off x="5175360" y="2967408"/>
              <a:ext cx="68760" cy="53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2905002-A0C7-AADF-A2E1-B36E8515E23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71040" y="2963088"/>
                <a:ext cx="77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3EEF99B-10FF-71D6-D692-C5AB2D2F0670}"/>
                  </a:ext>
                </a:extLst>
              </p14:cNvPr>
              <p14:cNvContentPartPr/>
              <p14:nvPr/>
            </p14:nvContentPartPr>
            <p14:xfrm>
              <a:off x="5309280" y="2973168"/>
              <a:ext cx="92880" cy="10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3EEF99B-10FF-71D6-D692-C5AB2D2F06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04960" y="2968848"/>
                <a:ext cx="10152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5B100F4-C072-07DA-5C25-0AD1788CF2C9}"/>
                  </a:ext>
                </a:extLst>
              </p14:cNvPr>
              <p14:cNvContentPartPr/>
              <p14:nvPr/>
            </p14:nvContentPartPr>
            <p14:xfrm>
              <a:off x="5470200" y="2911608"/>
              <a:ext cx="12960" cy="90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5B100F4-C072-07DA-5C25-0AD1788CF2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65880" y="2907288"/>
                <a:ext cx="216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3EF224-B148-2F10-AF90-C74A71252904}"/>
                  </a:ext>
                </a:extLst>
              </p14:cNvPr>
              <p14:cNvContentPartPr/>
              <p14:nvPr/>
            </p14:nvContentPartPr>
            <p14:xfrm>
              <a:off x="1797840" y="4446216"/>
              <a:ext cx="41760" cy="8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3EF224-B148-2F10-AF90-C74A712529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93520" y="4441896"/>
                <a:ext cx="50400" cy="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DA4AAE9-3B7C-3EED-AA5C-C34613065C4A}"/>
              </a:ext>
            </a:extLst>
          </p:cNvPr>
          <p:cNvGrpSpPr/>
          <p:nvPr/>
        </p:nvGrpSpPr>
        <p:grpSpPr>
          <a:xfrm>
            <a:off x="3897000" y="2500416"/>
            <a:ext cx="151560" cy="151920"/>
            <a:chOff x="3897000" y="2500416"/>
            <a:chExt cx="15156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B3A479-E00C-E773-27B1-EF7608B79BD0}"/>
                    </a:ext>
                  </a:extLst>
                </p14:cNvPr>
                <p14:cNvContentPartPr/>
                <p14:nvPr/>
              </p14:nvContentPartPr>
              <p14:xfrm>
                <a:off x="3913920" y="2500416"/>
                <a:ext cx="128880" cy="151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B3A479-E00C-E773-27B1-EF7608B79BD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09600" y="2496096"/>
                  <a:ext cx="1375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CB6EC31-9195-6911-59A4-8B24E36784CB}"/>
                    </a:ext>
                  </a:extLst>
                </p14:cNvPr>
                <p14:cNvContentPartPr/>
                <p14:nvPr/>
              </p14:nvContentPartPr>
              <p14:xfrm>
                <a:off x="3897000" y="2558736"/>
                <a:ext cx="151560" cy="7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CB6EC31-9195-6911-59A4-8B24E36784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92680" y="2554416"/>
                  <a:ext cx="16020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72854B-C271-D5DD-C985-F32448A61D6C}"/>
              </a:ext>
            </a:extLst>
          </p:cNvPr>
          <p:cNvGrpSpPr/>
          <p:nvPr/>
        </p:nvGrpSpPr>
        <p:grpSpPr>
          <a:xfrm>
            <a:off x="2536560" y="2976696"/>
            <a:ext cx="999360" cy="173160"/>
            <a:chOff x="2536560" y="2976696"/>
            <a:chExt cx="99936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577DB3-28A8-4DD5-0F18-C8FDFB3513AF}"/>
                    </a:ext>
                  </a:extLst>
                </p14:cNvPr>
                <p14:cNvContentPartPr/>
                <p14:nvPr/>
              </p14:nvContentPartPr>
              <p14:xfrm>
                <a:off x="2536560" y="3045816"/>
                <a:ext cx="746640" cy="10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577DB3-28A8-4DD5-0F18-C8FDFB3513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32240" y="3041496"/>
                  <a:ext cx="755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76F6A7-F454-3CB7-20E3-803DF232380E}"/>
                    </a:ext>
                  </a:extLst>
                </p14:cNvPr>
                <p14:cNvContentPartPr/>
                <p14:nvPr/>
              </p14:nvContentPartPr>
              <p14:xfrm>
                <a:off x="3257640" y="2976696"/>
                <a:ext cx="278280" cy="167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76F6A7-F454-3CB7-20E3-803DF23238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53320" y="2972376"/>
                  <a:ext cx="28692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DA04E9-1DE5-1AA0-D40D-A9C9AEC7008D}"/>
              </a:ext>
            </a:extLst>
          </p:cNvPr>
          <p:cNvGrpSpPr/>
          <p:nvPr/>
        </p:nvGrpSpPr>
        <p:grpSpPr>
          <a:xfrm>
            <a:off x="8157870" y="2414016"/>
            <a:ext cx="995400" cy="802440"/>
            <a:chOff x="6637680" y="996696"/>
            <a:chExt cx="995400" cy="80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CB2734-D281-DF84-A57D-E7DB2B0507BD}"/>
                    </a:ext>
                  </a:extLst>
                </p14:cNvPr>
                <p14:cNvContentPartPr/>
                <p14:nvPr/>
              </p14:nvContentPartPr>
              <p14:xfrm>
                <a:off x="6788880" y="1616616"/>
                <a:ext cx="236880" cy="182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CB2734-D281-DF84-A57D-E7DB2B0507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84560" y="1612296"/>
                  <a:ext cx="245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01ACCF-7AA6-9254-F38D-BCF09CBEE5EF}"/>
                    </a:ext>
                  </a:extLst>
                </p14:cNvPr>
                <p14:cNvContentPartPr/>
                <p14:nvPr/>
              </p14:nvContentPartPr>
              <p14:xfrm>
                <a:off x="7088760" y="1409616"/>
                <a:ext cx="51480" cy="293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01ACCF-7AA6-9254-F38D-BCF09CBEE5E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84440" y="1405296"/>
                  <a:ext cx="60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7E6E1B1-C0CD-AD14-F00C-4C9BF9E0F694}"/>
                    </a:ext>
                  </a:extLst>
                </p14:cNvPr>
                <p14:cNvContentPartPr/>
                <p14:nvPr/>
              </p14:nvContentPartPr>
              <p14:xfrm>
                <a:off x="7176600" y="1641456"/>
                <a:ext cx="34560" cy="68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7E6E1B1-C0CD-AD14-F00C-4C9BF9E0F6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72280" y="1637136"/>
                  <a:ext cx="43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40FDF0-60EF-06B8-3E04-E20609585988}"/>
                    </a:ext>
                  </a:extLst>
                </p14:cNvPr>
                <p14:cNvContentPartPr/>
                <p14:nvPr/>
              </p14:nvContentPartPr>
              <p14:xfrm>
                <a:off x="7291080" y="1659096"/>
                <a:ext cx="10080" cy="13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40FDF0-60EF-06B8-3E04-E206095859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86760" y="1654776"/>
                  <a:ext cx="1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579766-2028-42A5-6BE8-4F5044CE176B}"/>
                    </a:ext>
                  </a:extLst>
                </p14:cNvPr>
                <p14:cNvContentPartPr/>
                <p14:nvPr/>
              </p14:nvContentPartPr>
              <p14:xfrm>
                <a:off x="7400880" y="1377216"/>
                <a:ext cx="10080" cy="101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579766-2028-42A5-6BE8-4F5044CE17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96560" y="1372896"/>
                  <a:ext cx="18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DFF31E-1869-BABB-8A07-F9364F939467}"/>
                    </a:ext>
                  </a:extLst>
                </p14:cNvPr>
                <p14:cNvContentPartPr/>
                <p14:nvPr/>
              </p14:nvContentPartPr>
              <p14:xfrm>
                <a:off x="7400880" y="1432296"/>
                <a:ext cx="24840" cy="113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DFF31E-1869-BABB-8A07-F9364F9394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96560" y="1427976"/>
                  <a:ext cx="33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897922D-E0D4-C67C-BCB4-BACA7430B9ED}"/>
                    </a:ext>
                  </a:extLst>
                </p14:cNvPr>
                <p14:cNvContentPartPr/>
                <p14:nvPr/>
              </p14:nvContentPartPr>
              <p14:xfrm>
                <a:off x="7408080" y="1382256"/>
                <a:ext cx="19800" cy="254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897922D-E0D4-C67C-BCB4-BACA7430B9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03760" y="1377936"/>
                  <a:ext cx="28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4CB42D-EF66-6A98-EDB6-CADABD1D03C4}"/>
                    </a:ext>
                  </a:extLst>
                </p14:cNvPr>
                <p14:cNvContentPartPr/>
                <p14:nvPr/>
              </p14:nvContentPartPr>
              <p14:xfrm>
                <a:off x="7466760" y="1556856"/>
                <a:ext cx="166320" cy="71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4CB42D-EF66-6A98-EDB6-CADABD1D03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62440" y="1552536"/>
                  <a:ext cx="174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DC1521-EBE9-C906-4BBA-CADAC79BFDA2}"/>
                    </a:ext>
                  </a:extLst>
                </p14:cNvPr>
                <p14:cNvContentPartPr/>
                <p14:nvPr/>
              </p14:nvContentPartPr>
              <p14:xfrm>
                <a:off x="6637680" y="1186416"/>
                <a:ext cx="124560" cy="89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DC1521-EBE9-C906-4BBA-CADAC79BFD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33360" y="1182096"/>
                  <a:ext cx="133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61E2B3-FBD3-FD42-16CF-DE061FA2ED6B}"/>
                    </a:ext>
                  </a:extLst>
                </p14:cNvPr>
                <p14:cNvContentPartPr/>
                <p14:nvPr/>
              </p14:nvContentPartPr>
              <p14:xfrm>
                <a:off x="6715800" y="1034136"/>
                <a:ext cx="2880" cy="22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61E2B3-FBD3-FD42-16CF-DE061FA2ED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11480" y="1029816"/>
                  <a:ext cx="11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A55E80-B5F4-EF98-0CDE-E73CED332F20}"/>
                    </a:ext>
                  </a:extLst>
                </p14:cNvPr>
                <p14:cNvContentPartPr/>
                <p14:nvPr/>
              </p14:nvContentPartPr>
              <p14:xfrm>
                <a:off x="6864480" y="1103256"/>
                <a:ext cx="120960" cy="20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CA55E80-B5F4-EF98-0CDE-E73CED332F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60160" y="1098936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7B93BD-9C2D-A43D-E83E-74884D3BCE76}"/>
                    </a:ext>
                  </a:extLst>
                </p14:cNvPr>
                <p14:cNvContentPartPr/>
                <p14:nvPr/>
              </p14:nvContentPartPr>
              <p14:xfrm>
                <a:off x="6883920" y="1167696"/>
                <a:ext cx="117360" cy="2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7B93BD-9C2D-A43D-E83E-74884D3BCE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79600" y="1163376"/>
                  <a:ext cx="12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738F7A-EB63-222F-73AF-C11EA2BD9731}"/>
                    </a:ext>
                  </a:extLst>
                </p14:cNvPr>
                <p14:cNvContentPartPr/>
                <p14:nvPr/>
              </p14:nvContentPartPr>
              <p14:xfrm>
                <a:off x="7131600" y="996696"/>
                <a:ext cx="117360" cy="142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738F7A-EB63-222F-73AF-C11EA2BD97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27280" y="992376"/>
                  <a:ext cx="126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5840029-F065-68AB-DE44-D8383DEC4118}"/>
                    </a:ext>
                  </a:extLst>
                </p14:cNvPr>
                <p14:cNvContentPartPr/>
                <p14:nvPr/>
              </p14:nvContentPartPr>
              <p14:xfrm>
                <a:off x="7430040" y="1004976"/>
                <a:ext cx="2880" cy="17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5840029-F065-68AB-DE44-D8383DEC41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25720" y="1000656"/>
                  <a:ext cx="11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9F0F3A0-6C5B-4C90-4801-C0C6774DEF6B}"/>
                    </a:ext>
                  </a:extLst>
                </p14:cNvPr>
                <p14:cNvContentPartPr/>
                <p14:nvPr/>
              </p14:nvContentPartPr>
              <p14:xfrm>
                <a:off x="7232760" y="1096056"/>
                <a:ext cx="200160" cy="212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9F0F3A0-6C5B-4C90-4801-C0C6774DEF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28440" y="1091736"/>
                  <a:ext cx="208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528A74-7D59-7966-2C37-40EE2EB80646}"/>
                    </a:ext>
                  </a:extLst>
                </p14:cNvPr>
                <p14:cNvContentPartPr/>
                <p14:nvPr/>
              </p14:nvContentPartPr>
              <p14:xfrm>
                <a:off x="7286400" y="1535976"/>
                <a:ext cx="17280" cy="17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528A74-7D59-7966-2C37-40EE2EB8064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82080" y="1531656"/>
                  <a:ext cx="259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BE64826-12E7-08B4-DE1F-1FCC4AEA131B}"/>
              </a:ext>
            </a:extLst>
          </p:cNvPr>
          <p:cNvGrpSpPr/>
          <p:nvPr/>
        </p:nvGrpSpPr>
        <p:grpSpPr>
          <a:xfrm>
            <a:off x="9295830" y="2744136"/>
            <a:ext cx="908280" cy="391320"/>
            <a:chOff x="7775640" y="1326816"/>
            <a:chExt cx="9082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C223D2-0DBC-0F2C-1510-BB0AFDBBC857}"/>
                    </a:ext>
                  </a:extLst>
                </p14:cNvPr>
                <p14:cNvContentPartPr/>
                <p14:nvPr/>
              </p14:nvContentPartPr>
              <p14:xfrm>
                <a:off x="7775640" y="1336536"/>
                <a:ext cx="130320" cy="381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C223D2-0DBC-0F2C-1510-BB0AFDBBC85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71320" y="1332216"/>
                  <a:ext cx="1389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598AAC2-F391-5E43-9BAD-15939391181F}"/>
                    </a:ext>
                  </a:extLst>
                </p14:cNvPr>
                <p14:cNvContentPartPr/>
                <p14:nvPr/>
              </p14:nvContentPartPr>
              <p14:xfrm>
                <a:off x="7956720" y="1502496"/>
                <a:ext cx="141840" cy="83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598AAC2-F391-5E43-9BAD-15939391181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52400" y="1498176"/>
                  <a:ext cx="150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E92780A-8310-FBC8-6772-F7498AB3593A}"/>
                    </a:ext>
                  </a:extLst>
                </p14:cNvPr>
                <p14:cNvContentPartPr/>
                <p14:nvPr/>
              </p14:nvContentPartPr>
              <p14:xfrm>
                <a:off x="8185680" y="1362456"/>
                <a:ext cx="183600" cy="337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E92780A-8310-FBC8-6772-F7498AB3593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81360" y="1358136"/>
                  <a:ext cx="1922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026CA6-B6D8-387D-4D73-EB930DE711F8}"/>
                    </a:ext>
                  </a:extLst>
                </p14:cNvPr>
                <p14:cNvContentPartPr/>
                <p14:nvPr/>
              </p14:nvContentPartPr>
              <p14:xfrm>
                <a:off x="8393400" y="1519416"/>
                <a:ext cx="54000" cy="73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026CA6-B6D8-387D-4D73-EB930DE711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89080" y="1515096"/>
                  <a:ext cx="62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6C7D2D5-F5CD-1448-4B53-CE0E97349962}"/>
                    </a:ext>
                  </a:extLst>
                </p14:cNvPr>
                <p14:cNvContentPartPr/>
                <p14:nvPr/>
              </p14:nvContentPartPr>
              <p14:xfrm>
                <a:off x="8463960" y="1456056"/>
                <a:ext cx="10080" cy="3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6C7D2D5-F5CD-1448-4B53-CE0E973499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59640" y="1451736"/>
                  <a:ext cx="1872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6CF874-7431-F3C6-21B9-EED060B091E8}"/>
                    </a:ext>
                  </a:extLst>
                </p14:cNvPr>
                <p14:cNvContentPartPr/>
                <p14:nvPr/>
              </p14:nvContentPartPr>
              <p14:xfrm>
                <a:off x="8507880" y="1326816"/>
                <a:ext cx="176040" cy="295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6CF874-7431-F3C6-21B9-EED060B091E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03560" y="1322496"/>
                  <a:ext cx="184680" cy="30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C66BE55-DB81-12FD-54CA-011C06E7B3E2}"/>
                  </a:ext>
                </a:extLst>
              </p14:cNvPr>
              <p14:cNvContentPartPr/>
              <p14:nvPr/>
            </p14:nvContentPartPr>
            <p14:xfrm>
              <a:off x="10435230" y="2637576"/>
              <a:ext cx="10080" cy="189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C66BE55-DB81-12FD-54CA-011C06E7B3E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430910" y="2633256"/>
                <a:ext cx="187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753C518-C426-43D8-C4AA-7DF03AA29E59}"/>
                  </a:ext>
                </a:extLst>
              </p14:cNvPr>
              <p14:cNvContentPartPr/>
              <p14:nvPr/>
            </p14:nvContentPartPr>
            <p14:xfrm>
              <a:off x="10393830" y="2930256"/>
              <a:ext cx="37080" cy="320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753C518-C426-43D8-C4AA-7DF03AA29E5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389510" y="2925936"/>
                <a:ext cx="4572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E6A683B-D068-85EC-7016-4315D1D8926A}"/>
              </a:ext>
            </a:extLst>
          </p:cNvPr>
          <p:cNvGrpSpPr/>
          <p:nvPr/>
        </p:nvGrpSpPr>
        <p:grpSpPr>
          <a:xfrm>
            <a:off x="10593630" y="2773296"/>
            <a:ext cx="119880" cy="90720"/>
            <a:chOff x="9073440" y="1355976"/>
            <a:chExt cx="11988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9E29576-71CB-4F15-786E-D2ACEAA3F700}"/>
                    </a:ext>
                  </a:extLst>
                </p14:cNvPr>
                <p14:cNvContentPartPr/>
                <p14:nvPr/>
              </p14:nvContentPartPr>
              <p14:xfrm>
                <a:off x="9078480" y="1355976"/>
                <a:ext cx="110160" cy="8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9E29576-71CB-4F15-786E-D2ACEAA3F7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74160" y="1351656"/>
                  <a:ext cx="1188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5C807A7-1B35-0134-7B48-64E47C42C078}"/>
                    </a:ext>
                  </a:extLst>
                </p14:cNvPr>
                <p14:cNvContentPartPr/>
                <p14:nvPr/>
              </p14:nvContentPartPr>
              <p14:xfrm>
                <a:off x="9073440" y="1420416"/>
                <a:ext cx="119880" cy="26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5C807A7-1B35-0134-7B48-64E47C42C0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69120" y="1416096"/>
                  <a:ext cx="128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06085E8-9B63-1AA2-9CFE-6AA9A899699A}"/>
              </a:ext>
            </a:extLst>
          </p:cNvPr>
          <p:cNvGrpSpPr/>
          <p:nvPr/>
        </p:nvGrpSpPr>
        <p:grpSpPr>
          <a:xfrm>
            <a:off x="10893510" y="2414376"/>
            <a:ext cx="1052280" cy="443880"/>
            <a:chOff x="9373320" y="997056"/>
            <a:chExt cx="105228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A65FBD9-6D2F-1766-BE84-94B4745EDB96}"/>
                    </a:ext>
                  </a:extLst>
                </p14:cNvPr>
                <p14:cNvContentPartPr/>
                <p14:nvPr/>
              </p14:nvContentPartPr>
              <p14:xfrm>
                <a:off x="9397800" y="1136016"/>
                <a:ext cx="85680" cy="258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A65FBD9-6D2F-1766-BE84-94B4745EDB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93480" y="1131696"/>
                  <a:ext cx="94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65E32D-CC9C-C160-BE4F-DF39C3C17A94}"/>
                    </a:ext>
                  </a:extLst>
                </p14:cNvPr>
                <p14:cNvContentPartPr/>
                <p14:nvPr/>
              </p14:nvContentPartPr>
              <p14:xfrm>
                <a:off x="9373320" y="1286136"/>
                <a:ext cx="253800" cy="103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65E32D-CC9C-C160-BE4F-DF39C3C17A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69000" y="1281816"/>
                  <a:ext cx="262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31FCC2F-6599-D02E-784A-ADF56FC776DF}"/>
                    </a:ext>
                  </a:extLst>
                </p14:cNvPr>
                <p14:cNvContentPartPr/>
                <p14:nvPr/>
              </p14:nvContentPartPr>
              <p14:xfrm>
                <a:off x="9708480" y="1228536"/>
                <a:ext cx="92160" cy="133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31FCC2F-6599-D02E-784A-ADF56FC776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04160" y="1224216"/>
                  <a:ext cx="100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D419645-638B-7BCD-B12F-5844D305AB4A}"/>
                    </a:ext>
                  </a:extLst>
                </p14:cNvPr>
                <p14:cNvContentPartPr/>
                <p14:nvPr/>
              </p14:nvContentPartPr>
              <p14:xfrm>
                <a:off x="9770760" y="1202616"/>
                <a:ext cx="254160" cy="231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D419645-638B-7BCD-B12F-5844D305AB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66440" y="1198296"/>
                  <a:ext cx="262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09EC04-DA03-4F93-40ED-CC7CFAE9FDE0}"/>
                    </a:ext>
                  </a:extLst>
                </p14:cNvPr>
                <p14:cNvContentPartPr/>
                <p14:nvPr/>
              </p14:nvContentPartPr>
              <p14:xfrm>
                <a:off x="10118880" y="1108296"/>
                <a:ext cx="47520" cy="185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09EC04-DA03-4F93-40ED-CC7CFAE9FD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14560" y="1103976"/>
                  <a:ext cx="56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60AB10-AB37-5A7A-9DA8-355C0A1DD0CA}"/>
                    </a:ext>
                  </a:extLst>
                </p14:cNvPr>
                <p14:cNvContentPartPr/>
                <p14:nvPr/>
              </p14:nvContentPartPr>
              <p14:xfrm>
                <a:off x="10073160" y="1205856"/>
                <a:ext cx="129600" cy="13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60AB10-AB37-5A7A-9DA8-355C0A1DD0C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68840" y="1201536"/>
                  <a:ext cx="138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21FBB9-616F-2539-846F-CCD31A0D84F2}"/>
                    </a:ext>
                  </a:extLst>
                </p14:cNvPr>
                <p14:cNvContentPartPr/>
                <p14:nvPr/>
              </p14:nvContentPartPr>
              <p14:xfrm>
                <a:off x="10263240" y="997056"/>
                <a:ext cx="162360" cy="443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21FBB9-616F-2539-846F-CCD31A0D84F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58920" y="992736"/>
                  <a:ext cx="171000" cy="45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59E634A-2472-719F-708E-FAE67CA152E2}"/>
                  </a:ext>
                </a:extLst>
              </p14:cNvPr>
              <p14:cNvContentPartPr/>
              <p14:nvPr/>
            </p14:nvContentPartPr>
            <p14:xfrm>
              <a:off x="9438030" y="3491136"/>
              <a:ext cx="183240" cy="892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59E634A-2472-719F-708E-FAE67CA152E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433710" y="3486816"/>
                <a:ext cx="1918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9A55EBC-E96A-4A96-6B6B-78BF28BEF557}"/>
                  </a:ext>
                </a:extLst>
              </p14:cNvPr>
              <p14:cNvContentPartPr/>
              <p14:nvPr/>
            </p14:nvContentPartPr>
            <p14:xfrm>
              <a:off x="9591390" y="3338136"/>
              <a:ext cx="46800" cy="514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9A55EBC-E96A-4A96-6B6B-78BF28BEF55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587070" y="3333816"/>
                <a:ext cx="5544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3D7DE832-F0CD-0C11-1387-B0029AC8582E}"/>
              </a:ext>
            </a:extLst>
          </p:cNvPr>
          <p:cNvGrpSpPr/>
          <p:nvPr/>
        </p:nvGrpSpPr>
        <p:grpSpPr>
          <a:xfrm>
            <a:off x="9781830" y="3323736"/>
            <a:ext cx="675720" cy="428760"/>
            <a:chOff x="8261640" y="1906416"/>
            <a:chExt cx="67572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CB8C8A-DCE9-2CC2-CA66-0193E31C64C0}"/>
                    </a:ext>
                  </a:extLst>
                </p14:cNvPr>
                <p14:cNvContentPartPr/>
                <p14:nvPr/>
              </p14:nvContentPartPr>
              <p14:xfrm>
                <a:off x="8319960" y="1938096"/>
                <a:ext cx="39240" cy="158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CB8C8A-DCE9-2CC2-CA66-0193E31C64C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15640" y="1933776"/>
                  <a:ext cx="47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48BC291-A740-CFD6-B2AC-C81058A2F50C}"/>
                    </a:ext>
                  </a:extLst>
                </p14:cNvPr>
                <p14:cNvContentPartPr/>
                <p14:nvPr/>
              </p14:nvContentPartPr>
              <p14:xfrm>
                <a:off x="8261640" y="1987776"/>
                <a:ext cx="176040" cy="43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48BC291-A740-CFD6-B2AC-C81058A2F50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57320" y="1983456"/>
                  <a:ext cx="184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5352EDA-B893-18B1-B752-452D8EFD956D}"/>
                    </a:ext>
                  </a:extLst>
                </p14:cNvPr>
                <p14:cNvContentPartPr/>
                <p14:nvPr/>
              </p14:nvContentPartPr>
              <p14:xfrm>
                <a:off x="8576280" y="1907136"/>
                <a:ext cx="61200" cy="147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5352EDA-B893-18B1-B752-452D8EFD95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71960" y="1902816"/>
                  <a:ext cx="69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4AD77BB-1851-512B-11CF-3645A0DB22BB}"/>
                    </a:ext>
                  </a:extLst>
                </p14:cNvPr>
                <p14:cNvContentPartPr/>
                <p14:nvPr/>
              </p14:nvContentPartPr>
              <p14:xfrm>
                <a:off x="8498160" y="1961496"/>
                <a:ext cx="195480" cy="37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4AD77BB-1851-512B-11CF-3645A0DB22B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93840" y="1957176"/>
                  <a:ext cx="204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45101BB-7452-CE1F-004A-7447EBA4AC7A}"/>
                    </a:ext>
                  </a:extLst>
                </p14:cNvPr>
                <p14:cNvContentPartPr/>
                <p14:nvPr/>
              </p14:nvContentPartPr>
              <p14:xfrm>
                <a:off x="8922240" y="1906416"/>
                <a:ext cx="15120" cy="2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45101BB-7452-CE1F-004A-7447EBA4AC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17920" y="1902096"/>
                  <a:ext cx="23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AFC3A1-2CA7-319A-D7D5-671661D44F17}"/>
                    </a:ext>
                  </a:extLst>
                </p14:cNvPr>
                <p14:cNvContentPartPr/>
                <p14:nvPr/>
              </p14:nvContentPartPr>
              <p14:xfrm>
                <a:off x="8646840" y="2055096"/>
                <a:ext cx="249120" cy="280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AFC3A1-2CA7-319A-D7D5-671661D44F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42520" y="2050776"/>
                  <a:ext cx="25776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7DA9CFD-4AEE-0EBC-B1D1-E03183A6359D}"/>
                  </a:ext>
                </a:extLst>
              </p14:cNvPr>
              <p14:cNvContentPartPr/>
              <p14:nvPr/>
            </p14:nvContentPartPr>
            <p14:xfrm>
              <a:off x="7014240" y="4548906"/>
              <a:ext cx="237240" cy="1303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7DA9CFD-4AEE-0EBC-B1D1-E03183A6359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009920" y="4544586"/>
                <a:ext cx="2458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E491B52-B201-062F-6A20-628E98049271}"/>
              </a:ext>
            </a:extLst>
          </p:cNvPr>
          <p:cNvGrpSpPr/>
          <p:nvPr/>
        </p:nvGrpSpPr>
        <p:grpSpPr>
          <a:xfrm>
            <a:off x="4480200" y="3860226"/>
            <a:ext cx="4515480" cy="1883160"/>
            <a:chOff x="5988960" y="2911536"/>
            <a:chExt cx="4515480" cy="18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C4B469B-90F8-932F-5292-7B33F16232D2}"/>
                    </a:ext>
                  </a:extLst>
                </p14:cNvPr>
                <p14:cNvContentPartPr/>
                <p14:nvPr/>
              </p14:nvContentPartPr>
              <p14:xfrm>
                <a:off x="6925320" y="3085416"/>
                <a:ext cx="105480" cy="459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C4B469B-90F8-932F-5292-7B33F16232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21000" y="3081096"/>
                  <a:ext cx="1141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BE998BE-D73F-D12D-9A21-7040150C41C5}"/>
                    </a:ext>
                  </a:extLst>
                </p14:cNvPr>
                <p14:cNvContentPartPr/>
                <p14:nvPr/>
              </p14:nvContentPartPr>
              <p14:xfrm>
                <a:off x="6878880" y="3296736"/>
                <a:ext cx="419760" cy="100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BE998BE-D73F-D12D-9A21-7040150C41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74560" y="3292416"/>
                  <a:ext cx="428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42DC76-7928-523F-AAEC-38C24C126D66}"/>
                    </a:ext>
                  </a:extLst>
                </p14:cNvPr>
                <p14:cNvContentPartPr/>
                <p14:nvPr/>
              </p14:nvContentPartPr>
              <p14:xfrm>
                <a:off x="7361640" y="3316536"/>
                <a:ext cx="139680" cy="16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42DC76-7928-523F-AAEC-38C24C126D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57320" y="3312216"/>
                  <a:ext cx="148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AEF26F9-EB4C-7C57-C7CB-022C870DBFCC}"/>
                    </a:ext>
                  </a:extLst>
                </p14:cNvPr>
                <p14:cNvContentPartPr/>
                <p14:nvPr/>
              </p14:nvContentPartPr>
              <p14:xfrm>
                <a:off x="7512120" y="3058416"/>
                <a:ext cx="191520" cy="258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AEF26F9-EB4C-7C57-C7CB-022C870DBFC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07800" y="3054096"/>
                  <a:ext cx="2001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43D9EA0-A4C8-CD86-888E-2654F1AC7994}"/>
                    </a:ext>
                  </a:extLst>
                </p14:cNvPr>
                <p14:cNvContentPartPr/>
                <p14:nvPr/>
              </p14:nvContentPartPr>
              <p14:xfrm>
                <a:off x="7808040" y="3220416"/>
                <a:ext cx="88200" cy="10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43D9EA0-A4C8-CD86-888E-2654F1AC799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03720" y="3216096"/>
                  <a:ext cx="96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67292B-BA1C-CC0A-30AE-887F923AE4CC}"/>
                    </a:ext>
                  </a:extLst>
                </p14:cNvPr>
                <p14:cNvContentPartPr/>
                <p14:nvPr/>
              </p14:nvContentPartPr>
              <p14:xfrm>
                <a:off x="7842240" y="3242376"/>
                <a:ext cx="161280" cy="27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67292B-BA1C-CC0A-30AE-887F923AE4C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37920" y="3238056"/>
                  <a:ext cx="169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D2B8DA-DAE4-87AB-1B44-64C9DCC907E4}"/>
                    </a:ext>
                  </a:extLst>
                </p14:cNvPr>
                <p14:cNvContentPartPr/>
                <p14:nvPr/>
              </p14:nvContentPartPr>
              <p14:xfrm>
                <a:off x="8112960" y="2937456"/>
                <a:ext cx="202680" cy="412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D2B8DA-DAE4-87AB-1B44-64C9DCC907E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08640" y="2933136"/>
                  <a:ext cx="2113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FCFF51A-DFF7-6D06-1774-F5472DCC3623}"/>
                    </a:ext>
                  </a:extLst>
                </p14:cNvPr>
                <p14:cNvContentPartPr/>
                <p14:nvPr/>
              </p14:nvContentPartPr>
              <p14:xfrm>
                <a:off x="8088480" y="2911536"/>
                <a:ext cx="402840" cy="316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FCFF51A-DFF7-6D06-1774-F5472DCC362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84160" y="2907216"/>
                  <a:ext cx="4114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D76E0D8-6D59-DEB0-2992-6A94E2B27958}"/>
                    </a:ext>
                  </a:extLst>
                </p14:cNvPr>
                <p14:cNvContentPartPr/>
                <p14:nvPr/>
              </p14:nvContentPartPr>
              <p14:xfrm>
                <a:off x="8476200" y="3134016"/>
                <a:ext cx="244080" cy="108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D76E0D8-6D59-DEB0-2992-6A94E2B279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71880" y="3129696"/>
                  <a:ext cx="252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14C02D-A98B-80FE-E914-8B9DE6673CC6}"/>
                    </a:ext>
                  </a:extLst>
                </p14:cNvPr>
                <p14:cNvContentPartPr/>
                <p14:nvPr/>
              </p14:nvContentPartPr>
              <p14:xfrm>
                <a:off x="5988960" y="3202416"/>
                <a:ext cx="510120" cy="344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14C02D-A98B-80FE-E914-8B9DE6673CC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84640" y="3198096"/>
                  <a:ext cx="518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3E1F9EA-E971-95FB-9FAF-0A31864F3BE7}"/>
                    </a:ext>
                  </a:extLst>
                </p14:cNvPr>
                <p14:cNvContentPartPr/>
                <p14:nvPr/>
              </p14:nvContentPartPr>
              <p14:xfrm>
                <a:off x="6496200" y="3395376"/>
                <a:ext cx="75960" cy="64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3E1F9EA-E971-95FB-9FAF-0A31864F3B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91880" y="3391056"/>
                  <a:ext cx="84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A4038B-BE46-A43A-C43C-7793B5B95AED}"/>
                    </a:ext>
                  </a:extLst>
                </p14:cNvPr>
                <p14:cNvContentPartPr/>
                <p14:nvPr/>
              </p14:nvContentPartPr>
              <p14:xfrm>
                <a:off x="6540120" y="3395376"/>
                <a:ext cx="360" cy="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A4038B-BE46-A43A-C43C-7793B5B95AE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35800" y="33910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18ADEF-A746-78F5-A4F0-C5A26BC8F124}"/>
                    </a:ext>
                  </a:extLst>
                </p14:cNvPr>
                <p14:cNvContentPartPr/>
                <p14:nvPr/>
              </p14:nvContentPartPr>
              <p14:xfrm>
                <a:off x="6540120" y="3395376"/>
                <a:ext cx="111600" cy="58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18ADEF-A746-78F5-A4F0-C5A26BC8F1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535800" y="3391056"/>
                  <a:ext cx="120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AFEA890-E5CF-6612-27B4-2F14E253967A}"/>
                    </a:ext>
                  </a:extLst>
                </p14:cNvPr>
                <p14:cNvContentPartPr/>
                <p14:nvPr/>
              </p14:nvContentPartPr>
              <p14:xfrm>
                <a:off x="6049080" y="3764016"/>
                <a:ext cx="206640" cy="402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AFEA890-E5CF-6612-27B4-2F14E253967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44760" y="3759696"/>
                  <a:ext cx="2152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FF716BB-57B9-7020-EB5C-1F54E0B22CEB}"/>
                    </a:ext>
                  </a:extLst>
                </p14:cNvPr>
                <p14:cNvContentPartPr/>
                <p14:nvPr/>
              </p14:nvContentPartPr>
              <p14:xfrm>
                <a:off x="6010920" y="3896856"/>
                <a:ext cx="378360" cy="148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FF716BB-57B9-7020-EB5C-1F54E0B22C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06600" y="3892536"/>
                  <a:ext cx="387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D852F3-9741-1981-CB5D-58C323EA553D}"/>
                    </a:ext>
                  </a:extLst>
                </p14:cNvPr>
                <p14:cNvContentPartPr/>
                <p14:nvPr/>
              </p14:nvContentPartPr>
              <p14:xfrm>
                <a:off x="6418080" y="3771576"/>
                <a:ext cx="156240" cy="28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D852F3-9741-1981-CB5D-58C323EA553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13760" y="3767256"/>
                  <a:ext cx="1648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72D8D19-D7E6-9060-DD04-6126B21B93CE}"/>
                    </a:ext>
                  </a:extLst>
                </p14:cNvPr>
                <p14:cNvContentPartPr/>
                <p14:nvPr/>
              </p14:nvContentPartPr>
              <p14:xfrm>
                <a:off x="6618240" y="3899376"/>
                <a:ext cx="154080" cy="80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72D8D19-D7E6-9060-DD04-6126B21B93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13920" y="3895056"/>
                  <a:ext cx="162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326F44-37BA-DE6B-98A9-60E81ECAB8C9}"/>
                    </a:ext>
                  </a:extLst>
                </p14:cNvPr>
                <p14:cNvContentPartPr/>
                <p14:nvPr/>
              </p14:nvContentPartPr>
              <p14:xfrm>
                <a:off x="6754680" y="3810456"/>
                <a:ext cx="24840" cy="63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326F44-37BA-DE6B-98A9-60E81ECAB8C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50360" y="3806136"/>
                  <a:ext cx="33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4E8EE00-CA60-1C22-7371-A071E3B5D7C4}"/>
                    </a:ext>
                  </a:extLst>
                </p14:cNvPr>
                <p14:cNvContentPartPr/>
                <p14:nvPr/>
              </p14:nvContentPartPr>
              <p14:xfrm>
                <a:off x="6854760" y="3863016"/>
                <a:ext cx="110160" cy="81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4E8EE00-CA60-1C22-7371-A071E3B5D7C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0440" y="3858696"/>
                  <a:ext cx="118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837587A-9A72-73BF-8764-FB8C0D441931}"/>
                    </a:ext>
                  </a:extLst>
                </p14:cNvPr>
                <p14:cNvContentPartPr/>
                <p14:nvPr/>
              </p14:nvContentPartPr>
              <p14:xfrm>
                <a:off x="7050600" y="3710736"/>
                <a:ext cx="46080" cy="19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837587A-9A72-73BF-8764-FB8C0D44193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46280" y="3706416"/>
                  <a:ext cx="54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02A70E9-E676-134F-9CDF-D1FBBE5987CE}"/>
                    </a:ext>
                  </a:extLst>
                </p14:cNvPr>
                <p14:cNvContentPartPr/>
                <p14:nvPr/>
              </p14:nvContentPartPr>
              <p14:xfrm>
                <a:off x="7035120" y="3827736"/>
                <a:ext cx="129600" cy="3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02A70E9-E676-134F-9CDF-D1FBBE5987C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30800" y="3823416"/>
                  <a:ext cx="13824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8B7FD7-11B5-2040-5706-28E7FA05C671}"/>
                    </a:ext>
                  </a:extLst>
                </p14:cNvPr>
                <p14:cNvContentPartPr/>
                <p14:nvPr/>
              </p14:nvContentPartPr>
              <p14:xfrm>
                <a:off x="7300800" y="3803256"/>
                <a:ext cx="107640" cy="81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8B7FD7-11B5-2040-5706-28E7FA05C6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96480" y="3798936"/>
                  <a:ext cx="116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D705FD9-62ED-A41F-AC11-626CCD41B2CF}"/>
                    </a:ext>
                  </a:extLst>
                </p14:cNvPr>
                <p14:cNvContentPartPr/>
                <p14:nvPr/>
              </p14:nvContentPartPr>
              <p14:xfrm>
                <a:off x="7398360" y="3710736"/>
                <a:ext cx="48960" cy="33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D705FD9-62ED-A41F-AC11-626CCD41B2C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94040" y="3706416"/>
                  <a:ext cx="57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57489D-A383-0FC2-02FD-BABFBB33E0FB}"/>
                    </a:ext>
                  </a:extLst>
                </p14:cNvPr>
                <p14:cNvContentPartPr/>
                <p14:nvPr/>
              </p14:nvContentPartPr>
              <p14:xfrm>
                <a:off x="7581240" y="3765816"/>
                <a:ext cx="92880" cy="15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57489D-A383-0FC2-02FD-BABFBB33E0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76920" y="3761496"/>
                  <a:ext cx="101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DC84EFD-9BA8-402A-E063-31F811C3230F}"/>
                    </a:ext>
                  </a:extLst>
                </p14:cNvPr>
                <p14:cNvContentPartPr/>
                <p14:nvPr/>
              </p14:nvContentPartPr>
              <p14:xfrm>
                <a:off x="7605720" y="3780576"/>
                <a:ext cx="119880" cy="41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DC84EFD-9BA8-402A-E063-31F811C3230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01400" y="3776256"/>
                  <a:ext cx="128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9155942-7834-20B1-9190-90A35450D245}"/>
                    </a:ext>
                  </a:extLst>
                </p14:cNvPr>
                <p14:cNvContentPartPr/>
                <p14:nvPr/>
              </p14:nvContentPartPr>
              <p14:xfrm>
                <a:off x="7827120" y="3657816"/>
                <a:ext cx="93240" cy="107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9155942-7834-20B1-9190-90A35450D24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22800" y="3653496"/>
                  <a:ext cx="101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3135EE1-DE0F-FB19-08BF-82889D74F196}"/>
                    </a:ext>
                  </a:extLst>
                </p14:cNvPr>
                <p14:cNvContentPartPr/>
                <p14:nvPr/>
              </p14:nvContentPartPr>
              <p14:xfrm>
                <a:off x="8015400" y="3713976"/>
                <a:ext cx="24840" cy="48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3135EE1-DE0F-FB19-08BF-82889D74F19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11080" y="3709656"/>
                  <a:ext cx="33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CD67C78-1BD8-9971-4454-FEBFBE2B876B}"/>
                    </a:ext>
                  </a:extLst>
                </p14:cNvPr>
                <p14:cNvContentPartPr/>
                <p14:nvPr/>
              </p14:nvContentPartPr>
              <p14:xfrm>
                <a:off x="7908120" y="3890376"/>
                <a:ext cx="83160" cy="38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CD67C78-1BD8-9971-4454-FEBFBE2B87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03800" y="3886056"/>
                  <a:ext cx="91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B7F9C1C-8D4E-709F-D1E5-00333740B8B3}"/>
                    </a:ext>
                  </a:extLst>
                </p14:cNvPr>
                <p14:cNvContentPartPr/>
                <p14:nvPr/>
              </p14:nvContentPartPr>
              <p14:xfrm>
                <a:off x="8251920" y="3683736"/>
                <a:ext cx="132120" cy="92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B7F9C1C-8D4E-709F-D1E5-00333740B8B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47600" y="3679416"/>
                  <a:ext cx="140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1C7E40-12CF-1006-F75E-0EB023EEC587}"/>
                    </a:ext>
                  </a:extLst>
                </p14:cNvPr>
                <p14:cNvContentPartPr/>
                <p14:nvPr/>
              </p14:nvContentPartPr>
              <p14:xfrm>
                <a:off x="8312760" y="3567456"/>
                <a:ext cx="15120" cy="37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1C7E40-12CF-1006-F75E-0EB023EEC58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08440" y="3563136"/>
                  <a:ext cx="23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045BAC9-505E-66A1-1B71-B686E2BD7873}"/>
                    </a:ext>
                  </a:extLst>
                </p14:cNvPr>
                <p14:cNvContentPartPr/>
                <p14:nvPr/>
              </p14:nvContentPartPr>
              <p14:xfrm>
                <a:off x="7127640" y="4277736"/>
                <a:ext cx="112680" cy="65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045BAC9-505E-66A1-1B71-B686E2BD787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23320" y="4273416"/>
                  <a:ext cx="121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256CD22-CFAD-2018-BDC7-9CF75F333EAF}"/>
                    </a:ext>
                  </a:extLst>
                </p14:cNvPr>
                <p14:cNvContentPartPr/>
                <p14:nvPr/>
              </p14:nvContentPartPr>
              <p14:xfrm>
                <a:off x="7261920" y="4165056"/>
                <a:ext cx="10080" cy="7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256CD22-CFAD-2018-BDC7-9CF75F333EA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257600" y="4160736"/>
                  <a:ext cx="187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D4A44-783D-AC54-38EB-72DE0E47B7E8}"/>
                    </a:ext>
                  </a:extLst>
                </p14:cNvPr>
                <p14:cNvContentPartPr/>
                <p14:nvPr/>
              </p14:nvContentPartPr>
              <p14:xfrm>
                <a:off x="7315560" y="4070736"/>
                <a:ext cx="156240" cy="428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D4A44-783D-AC54-38EB-72DE0E47B7E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11240" y="4066416"/>
                  <a:ext cx="1648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0DC0A4B-1A63-CC57-7309-39760CC6B44B}"/>
                    </a:ext>
                  </a:extLst>
                </p14:cNvPr>
                <p14:cNvContentPartPr/>
                <p14:nvPr/>
              </p14:nvContentPartPr>
              <p14:xfrm>
                <a:off x="7274160" y="4302936"/>
                <a:ext cx="151560" cy="59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0DC0A4B-1A63-CC57-7309-39760CC6B4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69840" y="4298616"/>
                  <a:ext cx="160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BB9F3C5-013B-750E-6D96-4912A66197E9}"/>
                    </a:ext>
                  </a:extLst>
                </p14:cNvPr>
                <p14:cNvContentPartPr/>
                <p14:nvPr/>
              </p14:nvContentPartPr>
              <p14:xfrm>
                <a:off x="7590960" y="4034736"/>
                <a:ext cx="161280" cy="326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BB9F3C5-013B-750E-6D96-4912A66197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86640" y="4030416"/>
                  <a:ext cx="169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267B2B8-BC65-FF6E-76D1-E056FD01A3F5}"/>
                    </a:ext>
                  </a:extLst>
                </p14:cNvPr>
                <p14:cNvContentPartPr/>
                <p14:nvPr/>
              </p14:nvContentPartPr>
              <p14:xfrm>
                <a:off x="7805520" y="4192416"/>
                <a:ext cx="163800" cy="67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267B2B8-BC65-FF6E-76D1-E056FD01A3F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01200" y="4188096"/>
                  <a:ext cx="172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5D03906-D0F2-7BF8-4C5A-2C77BCD08216}"/>
                    </a:ext>
                  </a:extLst>
                </p14:cNvPr>
                <p14:cNvContentPartPr/>
                <p14:nvPr/>
              </p14:nvContentPartPr>
              <p14:xfrm>
                <a:off x="8010360" y="4050936"/>
                <a:ext cx="144360" cy="254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5D03906-D0F2-7BF8-4C5A-2C77BCD0821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06040" y="4046616"/>
                  <a:ext cx="153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F146F12-B76B-267A-495A-0BA0CE5E118E}"/>
                    </a:ext>
                  </a:extLst>
                </p14:cNvPr>
                <p14:cNvContentPartPr/>
                <p14:nvPr/>
              </p14:nvContentPartPr>
              <p14:xfrm>
                <a:off x="8173800" y="4165776"/>
                <a:ext cx="95400" cy="63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F146F12-B76B-267A-495A-0BA0CE5E118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69480" y="4161456"/>
                  <a:ext cx="104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D1E2B65-B503-46AE-55B8-F4A15A3B9EA3}"/>
                    </a:ext>
                  </a:extLst>
                </p14:cNvPr>
                <p14:cNvContentPartPr/>
                <p14:nvPr/>
              </p14:nvContentPartPr>
              <p14:xfrm>
                <a:off x="8268840" y="4082976"/>
                <a:ext cx="22320" cy="6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D1E2B65-B503-46AE-55B8-F4A15A3B9EA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264520" y="4078656"/>
                  <a:ext cx="309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95D8497-1124-5D89-3988-9F5C1710A627}"/>
                    </a:ext>
                  </a:extLst>
                </p14:cNvPr>
                <p14:cNvContentPartPr/>
                <p14:nvPr/>
              </p14:nvContentPartPr>
              <p14:xfrm>
                <a:off x="8363880" y="3978936"/>
                <a:ext cx="166320" cy="235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95D8497-1124-5D89-3988-9F5C1710A62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359560" y="3974616"/>
                  <a:ext cx="174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3CCF8F3-0470-2A3F-A858-4488206E7D4B}"/>
                    </a:ext>
                  </a:extLst>
                </p14:cNvPr>
                <p14:cNvContentPartPr/>
                <p14:nvPr/>
              </p14:nvContentPartPr>
              <p14:xfrm>
                <a:off x="8829720" y="3556296"/>
                <a:ext cx="122400" cy="118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3CCF8F3-0470-2A3F-A858-4488206E7D4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25400" y="3551976"/>
                  <a:ext cx="131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048C105-0ED2-DB9C-55B4-58B03FCA2A11}"/>
                    </a:ext>
                  </a:extLst>
                </p14:cNvPr>
                <p14:cNvContentPartPr/>
                <p14:nvPr/>
              </p14:nvContentPartPr>
              <p14:xfrm>
                <a:off x="8683560" y="4044816"/>
                <a:ext cx="119880" cy="25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048C105-0ED2-DB9C-55B4-58B03FCA2A1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79240" y="4040496"/>
                  <a:ext cx="12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3A76716-1FD5-AA82-95A1-25BF2374632C}"/>
                    </a:ext>
                  </a:extLst>
                </p14:cNvPr>
                <p14:cNvContentPartPr/>
                <p14:nvPr/>
              </p14:nvContentPartPr>
              <p14:xfrm>
                <a:off x="8732160" y="4081176"/>
                <a:ext cx="105120" cy="35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3A76716-1FD5-AA82-95A1-25BF2374632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27840" y="4076856"/>
                  <a:ext cx="113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0C9F747-EE5A-FD2D-1016-6A1EFED07C1C}"/>
                    </a:ext>
                  </a:extLst>
                </p14:cNvPr>
                <p14:cNvContentPartPr/>
                <p14:nvPr/>
              </p14:nvContentPartPr>
              <p14:xfrm>
                <a:off x="8941680" y="4009536"/>
                <a:ext cx="100440" cy="15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0C9F747-EE5A-FD2D-1016-6A1EFED07C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37360" y="4005216"/>
                  <a:ext cx="109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A7566E1-AF46-3512-15E8-F76DE15883A0}"/>
                    </a:ext>
                  </a:extLst>
                </p14:cNvPr>
                <p14:cNvContentPartPr/>
                <p14:nvPr/>
              </p14:nvContentPartPr>
              <p14:xfrm>
                <a:off x="8953920" y="4046976"/>
                <a:ext cx="124560" cy="37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A7566E1-AF46-3512-15E8-F76DE15883A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49600" y="4042656"/>
                  <a:ext cx="133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46B0A2D-C728-ECC4-B0A0-7AFF0704DC77}"/>
                    </a:ext>
                  </a:extLst>
                </p14:cNvPr>
                <p14:cNvContentPartPr/>
                <p14:nvPr/>
              </p14:nvContentPartPr>
              <p14:xfrm>
                <a:off x="9224640" y="3839976"/>
                <a:ext cx="78480" cy="218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46B0A2D-C728-ECC4-B0A0-7AFF0704DC7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20320" y="3835656"/>
                  <a:ext cx="87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D1845D6-9019-9907-6D24-E1D59486A56C}"/>
                    </a:ext>
                  </a:extLst>
                </p14:cNvPr>
                <p14:cNvContentPartPr/>
                <p14:nvPr/>
              </p14:nvContentPartPr>
              <p14:xfrm>
                <a:off x="9192960" y="3945816"/>
                <a:ext cx="302760" cy="54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D1845D6-9019-9907-6D24-E1D59486A56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88640" y="3941496"/>
                  <a:ext cx="311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A305E31-4DB3-95AE-A2FC-8AD5E9CD4706}"/>
                    </a:ext>
                  </a:extLst>
                </p14:cNvPr>
                <p14:cNvContentPartPr/>
                <p14:nvPr/>
              </p14:nvContentPartPr>
              <p14:xfrm>
                <a:off x="9538920" y="3920256"/>
                <a:ext cx="24840" cy="66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A305E31-4DB3-95AE-A2FC-8AD5E9CD470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34600" y="3915936"/>
                  <a:ext cx="33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7C949EA-3A00-09D4-90CA-3F4D8EBE4FC3}"/>
                    </a:ext>
                  </a:extLst>
                </p14:cNvPr>
                <p14:cNvContentPartPr/>
                <p14:nvPr/>
              </p14:nvContentPartPr>
              <p14:xfrm>
                <a:off x="9611640" y="3884976"/>
                <a:ext cx="171720" cy="210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7C949EA-3A00-09D4-90CA-3F4D8EBE4F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07320" y="3880656"/>
                  <a:ext cx="180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FB9980F-17B5-EE29-BA0E-C22FE39CA7EB}"/>
                    </a:ext>
                  </a:extLst>
                </p14:cNvPr>
                <p14:cNvContentPartPr/>
                <p14:nvPr/>
              </p14:nvContentPartPr>
              <p14:xfrm>
                <a:off x="9882360" y="3734136"/>
                <a:ext cx="52200" cy="214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FB9980F-17B5-EE29-BA0E-C22FE39CA7E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78040" y="3729816"/>
                  <a:ext cx="60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BBAAF3-753D-BDA4-F371-ACA339B30B24}"/>
                    </a:ext>
                  </a:extLst>
                </p14:cNvPr>
                <p14:cNvContentPartPr/>
                <p14:nvPr/>
              </p14:nvContentPartPr>
              <p14:xfrm>
                <a:off x="9826920" y="3848616"/>
                <a:ext cx="134640" cy="11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BBAAF3-753D-BDA4-F371-ACA339B30B2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822600" y="3844296"/>
                  <a:ext cx="1432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0F092D-B243-FC45-7121-6ADC697BAE35}"/>
                    </a:ext>
                  </a:extLst>
                </p14:cNvPr>
                <p14:cNvContentPartPr/>
                <p14:nvPr/>
              </p14:nvContentPartPr>
              <p14:xfrm>
                <a:off x="10017000" y="3767616"/>
                <a:ext cx="146520" cy="338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0F092D-B243-FC45-7121-6ADC697BAE3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12680" y="3763296"/>
                  <a:ext cx="1551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CCBCB88-5F6C-0F24-6C33-DC32C787DADA}"/>
                    </a:ext>
                  </a:extLst>
                </p14:cNvPr>
                <p14:cNvContentPartPr/>
                <p14:nvPr/>
              </p14:nvContentPartPr>
              <p14:xfrm>
                <a:off x="8161560" y="4443336"/>
                <a:ext cx="158040" cy="351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CCBCB88-5F6C-0F24-6C33-DC32C787DAD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157240" y="4439016"/>
                  <a:ext cx="1666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0CCE112-2EC9-8588-8079-D74647FFF535}"/>
                    </a:ext>
                  </a:extLst>
                </p14:cNvPr>
                <p14:cNvContentPartPr/>
                <p14:nvPr/>
              </p14:nvContentPartPr>
              <p14:xfrm>
                <a:off x="8103240" y="4567176"/>
                <a:ext cx="451440" cy="115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0CCE112-2EC9-8588-8079-D74647FFF53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098920" y="4562856"/>
                  <a:ext cx="460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D25EAF2-1D45-716D-BF80-01E25F41A95B}"/>
                    </a:ext>
                  </a:extLst>
                </p14:cNvPr>
                <p14:cNvContentPartPr/>
                <p14:nvPr/>
              </p14:nvContentPartPr>
              <p14:xfrm>
                <a:off x="8622360" y="4525776"/>
                <a:ext cx="124560" cy="28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D25EAF2-1D45-716D-BF80-01E25F41A95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618040" y="4521456"/>
                  <a:ext cx="133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B0693A-0A53-CF8E-91FA-6BC2DD036DB2}"/>
                    </a:ext>
                  </a:extLst>
                </p14:cNvPr>
                <p14:cNvContentPartPr/>
                <p14:nvPr/>
              </p14:nvContentPartPr>
              <p14:xfrm>
                <a:off x="8759520" y="4328496"/>
                <a:ext cx="199800" cy="212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B0693A-0A53-CF8E-91FA-6BC2DD036DB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55200" y="4324176"/>
                  <a:ext cx="208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C2FC131-23F3-E571-36F1-AA8D29A7C98B}"/>
                    </a:ext>
                  </a:extLst>
                </p14:cNvPr>
                <p14:cNvContentPartPr/>
                <p14:nvPr/>
              </p14:nvContentPartPr>
              <p14:xfrm>
                <a:off x="9112680" y="4418496"/>
                <a:ext cx="122400" cy="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C2FC131-23F3-E571-36F1-AA8D29A7C98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08360" y="4414176"/>
                  <a:ext cx="131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FBEF8C0-E13F-7904-49FD-9D37B6184295}"/>
                    </a:ext>
                  </a:extLst>
                </p14:cNvPr>
                <p14:cNvContentPartPr/>
                <p14:nvPr/>
              </p14:nvContentPartPr>
              <p14:xfrm>
                <a:off x="9136800" y="4435416"/>
                <a:ext cx="134640" cy="25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FBEF8C0-E13F-7904-49FD-9D37B618429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32480" y="4431096"/>
                  <a:ext cx="143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B744B5A-6987-FA98-2A6B-C4E8A3181ADD}"/>
                    </a:ext>
                  </a:extLst>
                </p14:cNvPr>
                <p14:cNvContentPartPr/>
                <p14:nvPr/>
              </p14:nvContentPartPr>
              <p14:xfrm>
                <a:off x="9453960" y="4242096"/>
                <a:ext cx="75960" cy="179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B744B5A-6987-FA98-2A6B-C4E8A3181AD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449640" y="4237776"/>
                  <a:ext cx="84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9E63603-7209-6120-4310-643FA6EA302B}"/>
                    </a:ext>
                  </a:extLst>
                </p14:cNvPr>
                <p14:cNvContentPartPr/>
                <p14:nvPr/>
              </p14:nvContentPartPr>
              <p14:xfrm>
                <a:off x="9451440" y="4256136"/>
                <a:ext cx="182880" cy="121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9E63603-7209-6120-4310-643FA6EA302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47120" y="4251816"/>
                  <a:ext cx="1915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7D32ABF-8A48-D8B4-00A7-5BA88E128A80}"/>
                    </a:ext>
                  </a:extLst>
                </p14:cNvPr>
                <p14:cNvContentPartPr/>
                <p14:nvPr/>
              </p14:nvContentPartPr>
              <p14:xfrm>
                <a:off x="9634320" y="4315176"/>
                <a:ext cx="124560" cy="43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7D32ABF-8A48-D8B4-00A7-5BA88E128A8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30000" y="4310856"/>
                  <a:ext cx="133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624EF9E-F296-C800-51E6-8EC47A701EDB}"/>
                    </a:ext>
                  </a:extLst>
                </p14:cNvPr>
                <p14:cNvContentPartPr/>
                <p14:nvPr/>
              </p14:nvContentPartPr>
              <p14:xfrm>
                <a:off x="9810000" y="4247496"/>
                <a:ext cx="185760" cy="108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624EF9E-F296-C800-51E6-8EC47A701ED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05680" y="4243176"/>
                  <a:ext cx="194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2A023C9-B670-1B7B-7E79-C054415CBC21}"/>
                    </a:ext>
                  </a:extLst>
                </p14:cNvPr>
                <p14:cNvContentPartPr/>
                <p14:nvPr/>
              </p14:nvContentPartPr>
              <p14:xfrm>
                <a:off x="10097640" y="4220136"/>
                <a:ext cx="5400" cy="43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2A023C9-B670-1B7B-7E79-C054415CBC2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093320" y="4215816"/>
                  <a:ext cx="140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B57E397-D583-EC19-EAC0-955B35F09B1F}"/>
                    </a:ext>
                  </a:extLst>
                </p14:cNvPr>
                <p14:cNvContentPartPr/>
                <p14:nvPr/>
              </p14:nvContentPartPr>
              <p14:xfrm>
                <a:off x="9929520" y="4400496"/>
                <a:ext cx="134640" cy="130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B57E397-D583-EC19-EAC0-955B35F09B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925200" y="4396176"/>
                  <a:ext cx="143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40BB0A2-F8AC-D6F6-BE87-96A11E2587AF}"/>
                    </a:ext>
                  </a:extLst>
                </p14:cNvPr>
                <p14:cNvContentPartPr/>
                <p14:nvPr/>
              </p14:nvContentPartPr>
              <p14:xfrm>
                <a:off x="10319400" y="3669336"/>
                <a:ext cx="48960" cy="37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40BB0A2-F8AC-D6F6-BE87-96A11E2587A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15080" y="3665016"/>
                  <a:ext cx="57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A5D2D98-2816-3571-8BB9-F2D248E8155C}"/>
                    </a:ext>
                  </a:extLst>
                </p14:cNvPr>
                <p14:cNvContentPartPr/>
                <p14:nvPr/>
              </p14:nvContentPartPr>
              <p14:xfrm>
                <a:off x="10312200" y="3797496"/>
                <a:ext cx="192240" cy="358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A5D2D98-2816-3571-8BB9-F2D248E8155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07880" y="3793176"/>
                  <a:ext cx="20088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2708AB4-0E4C-EC63-11F6-F40204CBDDEB}"/>
                  </a:ext>
                </a:extLst>
              </p14:cNvPr>
              <p14:cNvContentPartPr/>
              <p14:nvPr/>
            </p14:nvContentPartPr>
            <p14:xfrm>
              <a:off x="5765400" y="6377346"/>
              <a:ext cx="234360" cy="3434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2708AB4-0E4C-EC63-11F6-F40204CBDDE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61080" y="6373026"/>
                <a:ext cx="243000" cy="35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1B7A596-3B2E-DFFB-AA39-1A26E5FBD644}"/>
              </a:ext>
            </a:extLst>
          </p:cNvPr>
          <p:cNvGrpSpPr/>
          <p:nvPr/>
        </p:nvGrpSpPr>
        <p:grpSpPr>
          <a:xfrm>
            <a:off x="7520760" y="4399506"/>
            <a:ext cx="317520" cy="248040"/>
            <a:chOff x="9029520" y="3450816"/>
            <a:chExt cx="31752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73363BD-ED12-EE0A-C8A6-92AFCC8837C0}"/>
                    </a:ext>
                  </a:extLst>
                </p14:cNvPr>
                <p14:cNvContentPartPr/>
                <p14:nvPr/>
              </p14:nvContentPartPr>
              <p14:xfrm>
                <a:off x="9029520" y="3468096"/>
                <a:ext cx="178560" cy="218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73363BD-ED12-EE0A-C8A6-92AFCC8837C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025200" y="3463776"/>
                  <a:ext cx="187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F436EB7-C7DB-E65E-A05A-FD98A1CB6572}"/>
                    </a:ext>
                  </a:extLst>
                </p14:cNvPr>
                <p14:cNvContentPartPr/>
                <p14:nvPr/>
              </p14:nvContentPartPr>
              <p14:xfrm>
                <a:off x="9248040" y="3450816"/>
                <a:ext cx="99000" cy="248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F436EB7-C7DB-E65E-A05A-FD98A1CB657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43720" y="3446496"/>
                  <a:ext cx="1076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36A2B32-89D9-DD0E-5236-186141F86BFB}"/>
              </a:ext>
            </a:extLst>
          </p:cNvPr>
          <p:cNvGrpSpPr/>
          <p:nvPr/>
        </p:nvGrpSpPr>
        <p:grpSpPr>
          <a:xfrm>
            <a:off x="8015760" y="4126626"/>
            <a:ext cx="1036800" cy="437760"/>
            <a:chOff x="9524520" y="3177936"/>
            <a:chExt cx="103680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6EA85BD-FE2A-126B-7F77-8C6D0482533B}"/>
                    </a:ext>
                  </a:extLst>
                </p14:cNvPr>
                <p14:cNvContentPartPr/>
                <p14:nvPr/>
              </p14:nvContentPartPr>
              <p14:xfrm>
                <a:off x="9524520" y="3333456"/>
                <a:ext cx="2880" cy="151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6EA85BD-FE2A-126B-7F77-8C6D0482533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520200" y="3329136"/>
                  <a:ext cx="11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FB616F6-981A-84CF-E752-D76F665D2BB5}"/>
                    </a:ext>
                  </a:extLst>
                </p14:cNvPr>
                <p14:cNvContentPartPr/>
                <p14:nvPr/>
              </p14:nvContentPartPr>
              <p14:xfrm>
                <a:off x="9553680" y="3537576"/>
                <a:ext cx="7560" cy="28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FB616F6-981A-84CF-E752-D76F665D2BB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49360" y="3533256"/>
                  <a:ext cx="16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ECA62F1-D01B-C19F-FEF3-3859274DEAA9}"/>
                    </a:ext>
                  </a:extLst>
                </p14:cNvPr>
                <p14:cNvContentPartPr/>
                <p14:nvPr/>
              </p14:nvContentPartPr>
              <p14:xfrm>
                <a:off x="9734400" y="3212496"/>
                <a:ext cx="198000" cy="403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ECA62F1-D01B-C19F-FEF3-3859274DEAA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30080" y="3208176"/>
                  <a:ext cx="206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81D4162-55EA-6BD0-436D-B34B37BC61DE}"/>
                    </a:ext>
                  </a:extLst>
                </p14:cNvPr>
                <p14:cNvContentPartPr/>
                <p14:nvPr/>
              </p14:nvContentPartPr>
              <p14:xfrm>
                <a:off x="9704880" y="3411936"/>
                <a:ext cx="397800" cy="120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81D4162-55EA-6BD0-436D-B34B37BC61D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00560" y="3407616"/>
                  <a:ext cx="406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9711CB4-C5B3-1C69-E336-7EAE1C3BCF2C}"/>
                    </a:ext>
                  </a:extLst>
                </p14:cNvPr>
                <p14:cNvContentPartPr/>
                <p14:nvPr/>
              </p14:nvContentPartPr>
              <p14:xfrm>
                <a:off x="10134000" y="3430296"/>
                <a:ext cx="161280" cy="17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9711CB4-C5B3-1C69-E336-7EAE1C3BCF2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129680" y="3425976"/>
                  <a:ext cx="169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95BA507-694E-2E5E-77A8-414F2B15207A}"/>
                    </a:ext>
                  </a:extLst>
                </p14:cNvPr>
                <p14:cNvContentPartPr/>
                <p14:nvPr/>
              </p14:nvContentPartPr>
              <p14:xfrm>
                <a:off x="10301400" y="3177936"/>
                <a:ext cx="145440" cy="262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95BA507-694E-2E5E-77A8-414F2B15207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97080" y="3173616"/>
                  <a:ext cx="154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57D5C23-A783-11A0-C972-D8CEFAB120F6}"/>
                    </a:ext>
                  </a:extLst>
                </p14:cNvPr>
                <p14:cNvContentPartPr/>
                <p14:nvPr/>
              </p14:nvContentPartPr>
              <p14:xfrm>
                <a:off x="10529280" y="3361176"/>
                <a:ext cx="2880" cy="15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57D5C23-A783-11A0-C972-D8CEFAB120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24960" y="3356856"/>
                  <a:ext cx="11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F2F2A16-82FB-75AE-6F62-2FA565530C14}"/>
                    </a:ext>
                  </a:extLst>
                </p14:cNvPr>
                <p14:cNvContentPartPr/>
                <p14:nvPr/>
              </p14:nvContentPartPr>
              <p14:xfrm>
                <a:off x="10473120" y="3456216"/>
                <a:ext cx="88200" cy="92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F2F2A16-82FB-75AE-6F62-2FA565530C1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68800" y="3451896"/>
                  <a:ext cx="9684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8F9D0D1-ABC9-B2B5-5434-6E762061C081}"/>
              </a:ext>
            </a:extLst>
          </p:cNvPr>
          <p:cNvGrpSpPr/>
          <p:nvPr/>
        </p:nvGrpSpPr>
        <p:grpSpPr>
          <a:xfrm>
            <a:off x="9239760" y="4037706"/>
            <a:ext cx="629640" cy="319320"/>
            <a:chOff x="10748520" y="3089016"/>
            <a:chExt cx="62964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AF9667C-101B-DBD4-E32C-590D7E073F2D}"/>
                    </a:ext>
                  </a:extLst>
                </p14:cNvPr>
                <p14:cNvContentPartPr/>
                <p14:nvPr/>
              </p14:nvContentPartPr>
              <p14:xfrm>
                <a:off x="10748520" y="3341736"/>
                <a:ext cx="117360" cy="66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AF9667C-101B-DBD4-E32C-590D7E073F2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744200" y="3337416"/>
                  <a:ext cx="126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3938245-F693-23D5-AC0A-66307D4BF944}"/>
                    </a:ext>
                  </a:extLst>
                </p14:cNvPr>
                <p14:cNvContentPartPr/>
                <p14:nvPr/>
              </p14:nvContentPartPr>
              <p14:xfrm>
                <a:off x="10819440" y="3212496"/>
                <a:ext cx="70920" cy="32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3938245-F693-23D5-AC0A-66307D4BF94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815120" y="3208176"/>
                  <a:ext cx="79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1C66826-2766-4E7D-6427-734DC0CB523F}"/>
                    </a:ext>
                  </a:extLst>
                </p14:cNvPr>
                <p14:cNvContentPartPr/>
                <p14:nvPr/>
              </p14:nvContentPartPr>
              <p14:xfrm>
                <a:off x="10972800" y="3261096"/>
                <a:ext cx="15120" cy="105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1C66826-2766-4E7D-6427-734DC0CB523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968480" y="3256776"/>
                  <a:ext cx="23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59DF2CF-5C6A-1C5B-439F-3F5EE2B529CE}"/>
                    </a:ext>
                  </a:extLst>
                </p14:cNvPr>
                <p14:cNvContentPartPr/>
                <p14:nvPr/>
              </p14:nvContentPartPr>
              <p14:xfrm>
                <a:off x="10909440" y="3288096"/>
                <a:ext cx="139320" cy="29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59DF2CF-5C6A-1C5B-439F-3F5EE2B529C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905120" y="3283776"/>
                  <a:ext cx="147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3B195E8-6AD0-B4E4-7F47-2A999766552C}"/>
                    </a:ext>
                  </a:extLst>
                </p14:cNvPr>
                <p14:cNvContentPartPr/>
                <p14:nvPr/>
              </p14:nvContentPartPr>
              <p14:xfrm>
                <a:off x="11138760" y="3234456"/>
                <a:ext cx="22320" cy="90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3B195E8-6AD0-B4E4-7F47-2A999766552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134440" y="3230136"/>
                  <a:ext cx="30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04BB6CC-25FE-EE19-D4EB-4E594B6F78CD}"/>
                    </a:ext>
                  </a:extLst>
                </p14:cNvPr>
                <p14:cNvContentPartPr/>
                <p14:nvPr/>
              </p14:nvContentPartPr>
              <p14:xfrm>
                <a:off x="11089800" y="3266136"/>
                <a:ext cx="149040" cy="37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04BB6CC-25FE-EE19-D4EB-4E594B6F78C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085480" y="3261816"/>
                  <a:ext cx="157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F821D9A-20FE-3B9A-3210-D3C18454CF46}"/>
                    </a:ext>
                  </a:extLst>
                </p14:cNvPr>
                <p14:cNvContentPartPr/>
                <p14:nvPr/>
              </p14:nvContentPartPr>
              <p14:xfrm>
                <a:off x="11256120" y="3089016"/>
                <a:ext cx="122040" cy="288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F821D9A-20FE-3B9A-3210-D3C18454CF4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51800" y="3084696"/>
                  <a:ext cx="13068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1E887A4-85D8-261C-B941-429FD37A9113}"/>
                  </a:ext>
                </a:extLst>
              </p14:cNvPr>
              <p14:cNvContentPartPr/>
              <p14:nvPr/>
            </p14:nvContentPartPr>
            <p14:xfrm>
              <a:off x="10046520" y="3999546"/>
              <a:ext cx="135000" cy="362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1E887A4-85D8-261C-B941-429FD37A911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042200" y="3995226"/>
                <a:ext cx="143640" cy="37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68F4123-D2BC-45E6-E342-A56185896383}"/>
              </a:ext>
            </a:extLst>
          </p:cNvPr>
          <p:cNvGrpSpPr/>
          <p:nvPr/>
        </p:nvGrpSpPr>
        <p:grpSpPr>
          <a:xfrm>
            <a:off x="562860" y="4401756"/>
            <a:ext cx="1395360" cy="810720"/>
            <a:chOff x="3328920" y="4516056"/>
            <a:chExt cx="1395360" cy="81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6E896C0-3A1C-C92E-8229-CD937275D10D}"/>
                    </a:ext>
                  </a:extLst>
                </p14:cNvPr>
                <p14:cNvContentPartPr/>
                <p14:nvPr/>
              </p14:nvContentPartPr>
              <p14:xfrm>
                <a:off x="3550680" y="4712616"/>
                <a:ext cx="154440" cy="131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6E896C0-3A1C-C92E-8229-CD937275D10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546360" y="4708296"/>
                  <a:ext cx="163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0199B16-F236-9D25-B988-868FC42F2CC6}"/>
                    </a:ext>
                  </a:extLst>
                </p14:cNvPr>
                <p14:cNvContentPartPr/>
                <p14:nvPr/>
              </p14:nvContentPartPr>
              <p14:xfrm>
                <a:off x="4041720" y="4621536"/>
                <a:ext cx="123840" cy="129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0199B16-F236-9D25-B988-868FC42F2C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037400" y="4617216"/>
                  <a:ext cx="132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2DD02AE-FD0F-5754-C2C2-7F45B6C6FC8E}"/>
                    </a:ext>
                  </a:extLst>
                </p14:cNvPr>
                <p14:cNvContentPartPr/>
                <p14:nvPr/>
              </p14:nvContentPartPr>
              <p14:xfrm>
                <a:off x="4231080" y="4516056"/>
                <a:ext cx="92880" cy="226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2DD02AE-FD0F-5754-C2C2-7F45B6C6FC8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226760" y="4511736"/>
                  <a:ext cx="101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C950E9B-1A6C-C7B9-12C4-9AEE8D6E703B}"/>
                    </a:ext>
                  </a:extLst>
                </p14:cNvPr>
                <p14:cNvContentPartPr/>
                <p14:nvPr/>
              </p14:nvContentPartPr>
              <p14:xfrm>
                <a:off x="4240800" y="4644576"/>
                <a:ext cx="176040" cy="69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C950E9B-1A6C-C7B9-12C4-9AEE8D6E703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236480" y="4640256"/>
                  <a:ext cx="184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C3E9662-3BE3-5D25-0179-5BEC0E31E483}"/>
                    </a:ext>
                  </a:extLst>
                </p14:cNvPr>
                <p14:cNvContentPartPr/>
                <p14:nvPr/>
              </p14:nvContentPartPr>
              <p14:xfrm>
                <a:off x="4430880" y="4655016"/>
                <a:ext cx="61200" cy="192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C3E9662-3BE3-5D25-0179-5BEC0E31E48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426560" y="4650696"/>
                  <a:ext cx="69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7321DEF-F32A-5AE9-83C6-1DF2DBEF8E83}"/>
                    </a:ext>
                  </a:extLst>
                </p14:cNvPr>
                <p14:cNvContentPartPr/>
                <p14:nvPr/>
              </p14:nvContentPartPr>
              <p14:xfrm>
                <a:off x="4460400" y="4586616"/>
                <a:ext cx="67680" cy="824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7321DEF-F32A-5AE9-83C6-1DF2DBEF8E8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56080" y="4582296"/>
                  <a:ext cx="763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C384E54-2B9B-E684-64FE-B97834B765A3}"/>
                    </a:ext>
                  </a:extLst>
                </p14:cNvPr>
                <p14:cNvContentPartPr/>
                <p14:nvPr/>
              </p14:nvContentPartPr>
              <p14:xfrm>
                <a:off x="4518720" y="4566456"/>
                <a:ext cx="202680" cy="143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C384E54-2B9B-E684-64FE-B97834B765A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514400" y="4562136"/>
                  <a:ext cx="211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684B895-DB2D-B04F-CEFC-5A34064116B9}"/>
                    </a:ext>
                  </a:extLst>
                </p14:cNvPr>
                <p14:cNvContentPartPr/>
                <p14:nvPr/>
              </p14:nvContentPartPr>
              <p14:xfrm>
                <a:off x="3328920" y="5201136"/>
                <a:ext cx="256320" cy="824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684B895-DB2D-B04F-CEFC-5A34064116B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324600" y="5196816"/>
                  <a:ext cx="264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052C509-1F0C-4E52-EC64-D2F96F9BE2C8}"/>
                    </a:ext>
                  </a:extLst>
                </p14:cNvPr>
                <p14:cNvContentPartPr/>
                <p14:nvPr/>
              </p14:nvContentPartPr>
              <p14:xfrm>
                <a:off x="3853800" y="5079816"/>
                <a:ext cx="245880" cy="145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052C509-1F0C-4E52-EC64-D2F96F9BE2C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849480" y="5075496"/>
                  <a:ext cx="254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AD42E13-0D66-4A7B-93E9-CE02C6158D00}"/>
                    </a:ext>
                  </a:extLst>
                </p14:cNvPr>
                <p14:cNvContentPartPr/>
                <p14:nvPr/>
              </p14:nvContentPartPr>
              <p14:xfrm>
                <a:off x="4087800" y="5053176"/>
                <a:ext cx="165600" cy="273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AD42E13-0D66-4A7B-93E9-CE02C6158D0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083480" y="5048856"/>
                  <a:ext cx="174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BE115FE-9403-CC54-CE2D-0C4FB3C5CA29}"/>
                    </a:ext>
                  </a:extLst>
                </p14:cNvPr>
                <p14:cNvContentPartPr/>
                <p14:nvPr/>
              </p14:nvContentPartPr>
              <p14:xfrm>
                <a:off x="4315680" y="5058576"/>
                <a:ext cx="81720" cy="73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BE115FE-9403-CC54-CE2D-0C4FB3C5CA2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11360" y="5054256"/>
                  <a:ext cx="90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C046087-E2AD-3DAE-805A-C2C05388BDBD}"/>
                    </a:ext>
                  </a:extLst>
                </p14:cNvPr>
                <p14:cNvContentPartPr/>
                <p14:nvPr/>
              </p14:nvContentPartPr>
              <p14:xfrm>
                <a:off x="4435200" y="5074416"/>
                <a:ext cx="64440" cy="88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C046087-E2AD-3DAE-805A-C2C05388BDB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430880" y="5070096"/>
                  <a:ext cx="73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690B46F-6FFD-8BA8-EE2A-B51634578E76}"/>
                    </a:ext>
                  </a:extLst>
                </p14:cNvPr>
                <p14:cNvContentPartPr/>
                <p14:nvPr/>
              </p14:nvContentPartPr>
              <p14:xfrm>
                <a:off x="4579920" y="4897296"/>
                <a:ext cx="83160" cy="231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690B46F-6FFD-8BA8-EE2A-B51634578E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575600" y="4892976"/>
                  <a:ext cx="91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1229EFA-4F40-3976-9301-91EFDA6B9CBA}"/>
                    </a:ext>
                  </a:extLst>
                </p14:cNvPr>
                <p14:cNvContentPartPr/>
                <p14:nvPr/>
              </p14:nvContentPartPr>
              <p14:xfrm>
                <a:off x="4557960" y="5029776"/>
                <a:ext cx="166320" cy="78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1229EFA-4F40-3976-9301-91EFDA6B9CB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553640" y="5025456"/>
                  <a:ext cx="174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28EB456-9D9B-5CF0-F38C-A6F070B2A4E0}"/>
              </a:ext>
            </a:extLst>
          </p:cNvPr>
          <p:cNvGrpSpPr/>
          <p:nvPr/>
        </p:nvGrpSpPr>
        <p:grpSpPr>
          <a:xfrm>
            <a:off x="2161260" y="4661676"/>
            <a:ext cx="913320" cy="427320"/>
            <a:chOff x="4927320" y="4775976"/>
            <a:chExt cx="91332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18BAF02-7EB6-941F-DF2B-A643A6F19C21}"/>
                    </a:ext>
                  </a:extLst>
                </p14:cNvPr>
                <p14:cNvContentPartPr/>
                <p14:nvPr/>
              </p14:nvContentPartPr>
              <p14:xfrm>
                <a:off x="4927320" y="5011056"/>
                <a:ext cx="50760" cy="53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18BAF02-7EB6-941F-DF2B-A643A6F19C2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923000" y="5006736"/>
                  <a:ext cx="59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4BCDF98-8982-A314-8BCE-E46FE40FF730}"/>
                    </a:ext>
                  </a:extLst>
                </p14:cNvPr>
                <p14:cNvContentPartPr/>
                <p14:nvPr/>
              </p14:nvContentPartPr>
              <p14:xfrm>
                <a:off x="5072400" y="4775976"/>
                <a:ext cx="166320" cy="329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4BCDF98-8982-A314-8BCE-E46FE40FF73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68080" y="4771656"/>
                  <a:ext cx="1749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B416761-46C4-8008-E0B5-3176FF455FCE}"/>
                    </a:ext>
                  </a:extLst>
                </p14:cNvPr>
                <p14:cNvContentPartPr/>
                <p14:nvPr/>
              </p14:nvContentPartPr>
              <p14:xfrm>
                <a:off x="5025960" y="4980816"/>
                <a:ext cx="141840" cy="306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B416761-46C4-8008-E0B5-3176FF455FC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21640" y="4976496"/>
                  <a:ext cx="150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42E5F78-5F24-FA1B-0417-77203FEB2DA4}"/>
                    </a:ext>
                  </a:extLst>
                </p14:cNvPr>
                <p14:cNvContentPartPr/>
                <p14:nvPr/>
              </p14:nvContentPartPr>
              <p14:xfrm>
                <a:off x="5398920" y="4994856"/>
                <a:ext cx="81000" cy="27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42E5F78-5F24-FA1B-0417-77203FEB2DA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394600" y="4990536"/>
                  <a:ext cx="89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45381B8-EDE2-C4F5-28EC-F51285619AB3}"/>
                    </a:ext>
                  </a:extLst>
                </p14:cNvPr>
                <p14:cNvContentPartPr/>
                <p14:nvPr/>
              </p14:nvContentPartPr>
              <p14:xfrm>
                <a:off x="5342760" y="4972896"/>
                <a:ext cx="168480" cy="230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45381B8-EDE2-C4F5-28EC-F51285619AB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338440" y="4968576"/>
                  <a:ext cx="177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DE7661-B3D4-774F-B1B1-3F2120538641}"/>
                    </a:ext>
                  </a:extLst>
                </p14:cNvPr>
                <p14:cNvContentPartPr/>
                <p14:nvPr/>
              </p14:nvContentPartPr>
              <p14:xfrm>
                <a:off x="5533920" y="4949136"/>
                <a:ext cx="233640" cy="99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DE7661-B3D4-774F-B1B1-3F212053864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529600" y="4944816"/>
                  <a:ext cx="242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2C24234-FBC2-780C-1DFE-03BB43F2A6B3}"/>
                    </a:ext>
                  </a:extLst>
                </p14:cNvPr>
                <p14:cNvContentPartPr/>
                <p14:nvPr/>
              </p14:nvContentPartPr>
              <p14:xfrm>
                <a:off x="5803560" y="4963176"/>
                <a:ext cx="37080" cy="86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2C24234-FBC2-780C-1DFE-03BB43F2A6B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799240" y="4958856"/>
                  <a:ext cx="4572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9C691A6-5572-A280-71B6-886EE1FBB703}"/>
              </a:ext>
            </a:extLst>
          </p:cNvPr>
          <p:cNvGrpSpPr/>
          <p:nvPr/>
        </p:nvGrpSpPr>
        <p:grpSpPr>
          <a:xfrm>
            <a:off x="3279060" y="4694436"/>
            <a:ext cx="393120" cy="358920"/>
            <a:chOff x="6045120" y="4808736"/>
            <a:chExt cx="39312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0F20E3D-2DF8-BBA7-E48F-3D323DE2E971}"/>
                    </a:ext>
                  </a:extLst>
                </p14:cNvPr>
                <p14:cNvContentPartPr/>
                <p14:nvPr/>
              </p14:nvContentPartPr>
              <p14:xfrm>
                <a:off x="6045120" y="4808736"/>
                <a:ext cx="102600" cy="214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0F20E3D-2DF8-BBA7-E48F-3D323DE2E97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040800" y="4804416"/>
                  <a:ext cx="111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08DC8AE-CE7A-DB1E-EC97-95FABA02A9C7}"/>
                    </a:ext>
                  </a:extLst>
                </p14:cNvPr>
                <p14:cNvContentPartPr/>
                <p14:nvPr/>
              </p14:nvContentPartPr>
              <p14:xfrm>
                <a:off x="6131520" y="4945536"/>
                <a:ext cx="211680" cy="75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08DC8AE-CE7A-DB1E-EC97-95FABA02A9C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127200" y="4941216"/>
                  <a:ext cx="220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9FCD35B-450B-6743-1C41-23955BD9BE31}"/>
                    </a:ext>
                  </a:extLst>
                </p14:cNvPr>
                <p14:cNvContentPartPr/>
                <p14:nvPr/>
              </p14:nvContentPartPr>
              <p14:xfrm>
                <a:off x="6340320" y="4977576"/>
                <a:ext cx="66240" cy="190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9FCD35B-450B-6743-1C41-23955BD9BE3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36000" y="4973256"/>
                  <a:ext cx="74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CB2CBE7-2E59-4E3C-1DBB-EB6F0D03433C}"/>
                    </a:ext>
                  </a:extLst>
                </p14:cNvPr>
                <p14:cNvContentPartPr/>
                <p14:nvPr/>
              </p14:nvContentPartPr>
              <p14:xfrm>
                <a:off x="6313320" y="4950936"/>
                <a:ext cx="124920" cy="69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CB2CBE7-2E59-4E3C-1DBB-EB6F0D03433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309000" y="4946616"/>
                  <a:ext cx="1335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0C74010B-561A-0B2E-3286-C085EA3C52A5}"/>
              </a:ext>
            </a:extLst>
          </p:cNvPr>
          <p:cNvGrpSpPr/>
          <p:nvPr/>
        </p:nvGrpSpPr>
        <p:grpSpPr>
          <a:xfrm>
            <a:off x="909180" y="5511636"/>
            <a:ext cx="974880" cy="367920"/>
            <a:chOff x="3675240" y="5625936"/>
            <a:chExt cx="97488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877865E-070F-230E-D485-90A9CD05DC99}"/>
                    </a:ext>
                  </a:extLst>
                </p14:cNvPr>
                <p14:cNvContentPartPr/>
                <p14:nvPr/>
              </p14:nvContentPartPr>
              <p14:xfrm>
                <a:off x="3675240" y="5772816"/>
                <a:ext cx="170280" cy="188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877865E-070F-230E-D485-90A9CD05DC9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670920" y="5768496"/>
                  <a:ext cx="178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B69D6A7-7FBB-1C95-E126-C30374DCD025}"/>
                    </a:ext>
                  </a:extLst>
                </p14:cNvPr>
                <p14:cNvContentPartPr/>
                <p14:nvPr/>
              </p14:nvContentPartPr>
              <p14:xfrm>
                <a:off x="3921120" y="5648256"/>
                <a:ext cx="246960" cy="345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B69D6A7-7FBB-1C95-E126-C30374DCD02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916800" y="5643936"/>
                  <a:ext cx="255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B42EEF1-7231-65BE-DF1E-1224D44667D0}"/>
                    </a:ext>
                  </a:extLst>
                </p14:cNvPr>
                <p14:cNvContentPartPr/>
                <p14:nvPr/>
              </p14:nvContentPartPr>
              <p14:xfrm>
                <a:off x="4228560" y="5791896"/>
                <a:ext cx="239400" cy="87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B42EEF1-7231-65BE-DF1E-1224D44667D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224240" y="5787576"/>
                  <a:ext cx="248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B5A1887-95A6-1EB4-842F-8252B490C943}"/>
                    </a:ext>
                  </a:extLst>
                </p14:cNvPr>
                <p14:cNvContentPartPr/>
                <p14:nvPr/>
              </p14:nvContentPartPr>
              <p14:xfrm>
                <a:off x="4487040" y="5625936"/>
                <a:ext cx="163080" cy="341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B5A1887-95A6-1EB4-842F-8252B490C94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482720" y="5621616"/>
                  <a:ext cx="17172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D91B960A-DF73-C510-CDFC-145B81D37533}"/>
              </a:ext>
            </a:extLst>
          </p:cNvPr>
          <p:cNvGrpSpPr/>
          <p:nvPr/>
        </p:nvGrpSpPr>
        <p:grpSpPr>
          <a:xfrm>
            <a:off x="4212000" y="772776"/>
            <a:ext cx="595080" cy="398160"/>
            <a:chOff x="4212000" y="772776"/>
            <a:chExt cx="59508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A0290D4-B986-9D8B-22D7-98F221EA7197}"/>
                    </a:ext>
                  </a:extLst>
                </p14:cNvPr>
                <p14:cNvContentPartPr/>
                <p14:nvPr/>
              </p14:nvContentPartPr>
              <p14:xfrm>
                <a:off x="4212000" y="789696"/>
                <a:ext cx="117000" cy="381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A0290D4-B986-9D8B-22D7-98F221EA719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207680" y="785376"/>
                  <a:ext cx="1256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D69B010-9706-E9DB-4AF1-AD0FC1A5DF9A}"/>
                    </a:ext>
                  </a:extLst>
                </p14:cNvPr>
                <p14:cNvContentPartPr/>
                <p14:nvPr/>
              </p14:nvContentPartPr>
              <p14:xfrm>
                <a:off x="4386960" y="772776"/>
                <a:ext cx="113040" cy="290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D69B010-9706-E9DB-4AF1-AD0FC1A5DF9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382640" y="768456"/>
                  <a:ext cx="121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BBD57F0-4458-6D88-B03A-593C54F2026E}"/>
                    </a:ext>
                  </a:extLst>
                </p14:cNvPr>
                <p14:cNvContentPartPr/>
                <p14:nvPr/>
              </p14:nvContentPartPr>
              <p14:xfrm>
                <a:off x="4419000" y="942336"/>
                <a:ext cx="200160" cy="31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BBD57F0-4458-6D88-B03A-593C54F2026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414680" y="938016"/>
                  <a:ext cx="208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F8FF083-C3B1-61E2-EEF0-905C7921D269}"/>
                    </a:ext>
                  </a:extLst>
                </p14:cNvPr>
                <p14:cNvContentPartPr/>
                <p14:nvPr/>
              </p14:nvContentPartPr>
              <p14:xfrm>
                <a:off x="4591800" y="983016"/>
                <a:ext cx="81000" cy="48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F8FF083-C3B1-61E2-EEF0-905C7921D26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587480" y="978696"/>
                  <a:ext cx="89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B997031-4ABA-E5D1-8779-DD26E58140FA}"/>
                    </a:ext>
                  </a:extLst>
                </p14:cNvPr>
                <p14:cNvContentPartPr/>
                <p14:nvPr/>
              </p14:nvContentPartPr>
              <p14:xfrm>
                <a:off x="4711320" y="982296"/>
                <a:ext cx="54000" cy="13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B997031-4ABA-E5D1-8779-DD26E58140F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07000" y="977976"/>
                  <a:ext cx="62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96852A8-629B-B329-1196-43A0B5D0D752}"/>
                    </a:ext>
                  </a:extLst>
                </p14:cNvPr>
                <p14:cNvContentPartPr/>
                <p14:nvPr/>
              </p14:nvContentPartPr>
              <p14:xfrm>
                <a:off x="4672440" y="967536"/>
                <a:ext cx="134640" cy="203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96852A8-629B-B329-1196-43A0B5D0D75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668120" y="963216"/>
                  <a:ext cx="14328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25412E0A-EDC1-5C8B-6F32-F0945C8DAB42}"/>
              </a:ext>
            </a:extLst>
          </p:cNvPr>
          <p:cNvGrpSpPr/>
          <p:nvPr/>
        </p:nvGrpSpPr>
        <p:grpSpPr>
          <a:xfrm>
            <a:off x="5019480" y="644616"/>
            <a:ext cx="1096560" cy="291240"/>
            <a:chOff x="5019480" y="644616"/>
            <a:chExt cx="109656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CB595D1-A3C7-8937-60D9-7CE995D97C8A}"/>
                    </a:ext>
                  </a:extLst>
                </p14:cNvPr>
                <p14:cNvContentPartPr/>
                <p14:nvPr/>
              </p14:nvContentPartPr>
              <p14:xfrm>
                <a:off x="5019480" y="809136"/>
                <a:ext cx="94320" cy="126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CB595D1-A3C7-8937-60D9-7CE995D97C8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015160" y="804816"/>
                  <a:ext cx="102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F1E5225-C20E-79D3-2EB3-DBC0598558C4}"/>
                    </a:ext>
                  </a:extLst>
                </p14:cNvPr>
                <p14:cNvContentPartPr/>
                <p14:nvPr/>
              </p14:nvContentPartPr>
              <p14:xfrm>
                <a:off x="5152680" y="799416"/>
                <a:ext cx="154080" cy="96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F1E5225-C20E-79D3-2EB3-DBC0598558C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148360" y="795096"/>
                  <a:ext cx="162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43EFA8-09E3-1A5F-DEE3-DC144586E30B}"/>
                    </a:ext>
                  </a:extLst>
                </p14:cNvPr>
                <p14:cNvContentPartPr/>
                <p14:nvPr/>
              </p14:nvContentPartPr>
              <p14:xfrm>
                <a:off x="5369760" y="836856"/>
                <a:ext cx="166320" cy="39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43EFA8-09E3-1A5F-DEE3-DC144586E30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365440" y="832536"/>
                  <a:ext cx="174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4DACBA1-273E-4C32-7D00-B5369A655A7A}"/>
                    </a:ext>
                  </a:extLst>
                </p14:cNvPr>
                <p14:cNvContentPartPr/>
                <p14:nvPr/>
              </p14:nvContentPartPr>
              <p14:xfrm>
                <a:off x="5572440" y="644616"/>
                <a:ext cx="134280" cy="237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4DACBA1-273E-4C32-7D00-B5369A655A7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568120" y="640296"/>
                  <a:ext cx="142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14CC46C-24A6-ED17-4C77-8E3F91AEC8BC}"/>
                    </a:ext>
                  </a:extLst>
                </p14:cNvPr>
                <p14:cNvContentPartPr/>
                <p14:nvPr/>
              </p14:nvContentPartPr>
              <p14:xfrm>
                <a:off x="5712840" y="779976"/>
                <a:ext cx="88920" cy="93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14CC46C-24A6-ED17-4C77-8E3F91AEC8B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708520" y="775656"/>
                  <a:ext cx="975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DF1FD4B-3E82-BF82-6F35-5D9CAE356303}"/>
                    </a:ext>
                  </a:extLst>
                </p14:cNvPr>
                <p14:cNvContentPartPr/>
                <p14:nvPr/>
              </p14:nvContentPartPr>
              <p14:xfrm>
                <a:off x="5869440" y="796536"/>
                <a:ext cx="246600" cy="406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DF1FD4B-3E82-BF82-6F35-5D9CAE35630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865120" y="792216"/>
                  <a:ext cx="2552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F191EF11-E23E-A4A5-0CB3-83060C9B9CA0}"/>
              </a:ext>
            </a:extLst>
          </p:cNvPr>
          <p:cNvGrpSpPr/>
          <p:nvPr/>
        </p:nvGrpSpPr>
        <p:grpSpPr>
          <a:xfrm>
            <a:off x="6332040" y="524736"/>
            <a:ext cx="530280" cy="250920"/>
            <a:chOff x="6332040" y="524736"/>
            <a:chExt cx="5302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86576A8-E100-243F-2854-AF81AEE4C050}"/>
                    </a:ext>
                  </a:extLst>
                </p14:cNvPr>
                <p14:cNvContentPartPr/>
                <p14:nvPr/>
              </p14:nvContentPartPr>
              <p14:xfrm>
                <a:off x="6332040" y="678816"/>
                <a:ext cx="164520" cy="96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86576A8-E100-243F-2854-AF81AEE4C05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327720" y="674496"/>
                  <a:ext cx="173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616AED5-61C2-C192-DCF6-201136CD28F1}"/>
                    </a:ext>
                  </a:extLst>
                </p14:cNvPr>
                <p14:cNvContentPartPr/>
                <p14:nvPr/>
              </p14:nvContentPartPr>
              <p14:xfrm>
                <a:off x="6520680" y="524736"/>
                <a:ext cx="251640" cy="216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616AED5-61C2-C192-DCF6-201136CD28F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516360" y="520416"/>
                  <a:ext cx="260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CD4EF46-3D0B-B7E1-FE5B-D8CD04079425}"/>
                    </a:ext>
                  </a:extLst>
                </p14:cNvPr>
                <p14:cNvContentPartPr/>
                <p14:nvPr/>
              </p14:nvContentPartPr>
              <p14:xfrm>
                <a:off x="6816960" y="631296"/>
                <a:ext cx="45360" cy="73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CD4EF46-3D0B-B7E1-FE5B-D8CD0407942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812640" y="626976"/>
                  <a:ext cx="540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DBDD867A-CF6F-E139-2123-8F6A208DA2EF}"/>
              </a:ext>
            </a:extLst>
          </p:cNvPr>
          <p:cNvGrpSpPr/>
          <p:nvPr/>
        </p:nvGrpSpPr>
        <p:grpSpPr>
          <a:xfrm>
            <a:off x="7061760" y="429696"/>
            <a:ext cx="400320" cy="320040"/>
            <a:chOff x="7061760" y="429696"/>
            <a:chExt cx="40032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5C215D4-AE31-9EB2-55CF-DD9F3A1E745F}"/>
                    </a:ext>
                  </a:extLst>
                </p14:cNvPr>
                <p14:cNvContentPartPr/>
                <p14:nvPr/>
              </p14:nvContentPartPr>
              <p14:xfrm>
                <a:off x="7123680" y="429696"/>
                <a:ext cx="124560" cy="320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5C215D4-AE31-9EB2-55CF-DD9F3A1E745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119360" y="425376"/>
                  <a:ext cx="1332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938119F-B88B-813B-55F5-90527F564284}"/>
                    </a:ext>
                  </a:extLst>
                </p14:cNvPr>
                <p14:cNvContentPartPr/>
                <p14:nvPr/>
              </p14:nvContentPartPr>
              <p14:xfrm>
                <a:off x="7061760" y="513216"/>
                <a:ext cx="400320" cy="143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938119F-B88B-813B-55F5-90527F56428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057440" y="508896"/>
                  <a:ext cx="4089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F267AF2-FA4E-7C6D-823E-6EA30D838FBB}"/>
              </a:ext>
            </a:extLst>
          </p:cNvPr>
          <p:cNvGrpSpPr/>
          <p:nvPr/>
        </p:nvGrpSpPr>
        <p:grpSpPr>
          <a:xfrm>
            <a:off x="7693200" y="257976"/>
            <a:ext cx="683640" cy="478080"/>
            <a:chOff x="7693200" y="257976"/>
            <a:chExt cx="68364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531B955-AF9E-04D1-2713-E4B12ABC5CD1}"/>
                    </a:ext>
                  </a:extLst>
                </p14:cNvPr>
                <p14:cNvContentPartPr/>
                <p14:nvPr/>
              </p14:nvContentPartPr>
              <p14:xfrm>
                <a:off x="7693200" y="274176"/>
                <a:ext cx="144360" cy="2826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531B955-AF9E-04D1-2713-E4B12ABC5CD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688880" y="269856"/>
                  <a:ext cx="153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F0414F4-0609-5A5A-18BD-9295A3560CC5}"/>
                    </a:ext>
                  </a:extLst>
                </p14:cNvPr>
                <p14:cNvContentPartPr/>
                <p14:nvPr/>
              </p14:nvContentPartPr>
              <p14:xfrm>
                <a:off x="7850160" y="455616"/>
                <a:ext cx="153000" cy="1101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F0414F4-0609-5A5A-18BD-9295A3560CC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845840" y="451296"/>
                  <a:ext cx="161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0603DF0-A080-108C-81C3-85F76075239C}"/>
                    </a:ext>
                  </a:extLst>
                </p14:cNvPr>
                <p14:cNvContentPartPr/>
                <p14:nvPr/>
              </p14:nvContentPartPr>
              <p14:xfrm>
                <a:off x="8047080" y="301176"/>
                <a:ext cx="46800" cy="253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0603DF0-A080-108C-81C3-85F76075239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42760" y="296856"/>
                  <a:ext cx="55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3E4BE42-85E0-759D-464B-B0B60C77CA70}"/>
                    </a:ext>
                  </a:extLst>
                </p14:cNvPr>
                <p14:cNvContentPartPr/>
                <p14:nvPr/>
              </p14:nvContentPartPr>
              <p14:xfrm>
                <a:off x="8047080" y="442656"/>
                <a:ext cx="227160" cy="90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3E4BE42-85E0-759D-464B-B0B60C77CA7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42760" y="438336"/>
                  <a:ext cx="235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2FABA3E-DDA9-6B62-37C3-DC2D93B02223}"/>
                    </a:ext>
                  </a:extLst>
                </p14:cNvPr>
                <p14:cNvContentPartPr/>
                <p14:nvPr/>
              </p14:nvContentPartPr>
              <p14:xfrm>
                <a:off x="8120160" y="257976"/>
                <a:ext cx="256680" cy="478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2FABA3E-DDA9-6B62-37C3-DC2D93B0222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115840" y="253656"/>
                  <a:ext cx="265320" cy="48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564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E1A1C-55FE-3AC3-D0CA-F87CB490F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190"/>
            <a:ext cx="10515600" cy="5799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public static int search(int[] a, int target) {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int start = 0;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int end = </a:t>
            </a:r>
            <a:r>
              <a:rPr lang="en-US" dirty="0" err="1">
                <a:latin typeface="Cordia New" panose="020B0502040204020203" pitchFamily="34" charset="-34"/>
                <a:cs typeface="Cordia New" panose="020B0502040204020203" pitchFamily="34" charset="-34"/>
              </a:rPr>
              <a:t>a.length</a:t>
            </a: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- 1;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return search(a, start, end, target);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Cordia New" panose="020B0502040204020203" pitchFamily="34" charset="-34"/>
              <a:cs typeface="Cordia New" panose="020B0502040204020203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public static int search(int[] a, int start, int end, int target) {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if (a[start] == target)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    return start;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if (start &gt; end)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    return -1;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else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        return search(a, start+1, end, target);</a:t>
            </a:r>
          </a:p>
          <a:p>
            <a:pPr marL="0" indent="0">
              <a:buNone/>
            </a:pPr>
            <a:r>
              <a:rPr lang="en-US" dirty="0">
                <a:latin typeface="Cordia New" panose="020B0502040204020203" pitchFamily="34" charset="-34"/>
                <a:cs typeface="Cordia New" panose="020B0502040204020203" pitchFamily="34" charset="-34"/>
              </a:rPr>
              <a:t>    }</a:t>
            </a:r>
            <a:endParaRPr lang="en-ZA" dirty="0">
              <a:latin typeface="Cordia New" panose="020B0502040204020203" pitchFamily="34" charset="-34"/>
              <a:cs typeface="Cordia New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8500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407C-4ECB-D57F-1104-0D578B3C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Binary Search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C3253B-CD2D-16B1-AB2C-A95B565D211E}"/>
              </a:ext>
            </a:extLst>
          </p:cNvPr>
          <p:cNvGrpSpPr/>
          <p:nvPr/>
        </p:nvGrpSpPr>
        <p:grpSpPr>
          <a:xfrm>
            <a:off x="1275120" y="2428776"/>
            <a:ext cx="4877640" cy="1082160"/>
            <a:chOff x="1275120" y="2428776"/>
            <a:chExt cx="4877640" cy="10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838E34-2719-CD78-FFC0-EBF289853A94}"/>
                    </a:ext>
                  </a:extLst>
                </p14:cNvPr>
                <p14:cNvContentPartPr/>
                <p14:nvPr/>
              </p14:nvContentPartPr>
              <p14:xfrm>
                <a:off x="1336680" y="3241656"/>
                <a:ext cx="12600" cy="23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838E34-2719-CD78-FFC0-EBF289853A9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32360" y="3237336"/>
                  <a:ext cx="21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1779E5-A1FB-2352-D28C-CAF155E23A68}"/>
                    </a:ext>
                  </a:extLst>
                </p14:cNvPr>
                <p14:cNvContentPartPr/>
                <p14:nvPr/>
              </p14:nvContentPartPr>
              <p14:xfrm>
                <a:off x="1275120" y="3188016"/>
                <a:ext cx="623160" cy="322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1779E5-A1FB-2352-D28C-CAF155E23A6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0800" y="3183696"/>
                  <a:ext cx="6318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AECC46-849C-EC82-DE08-CBE5B5C07AA7}"/>
                    </a:ext>
                  </a:extLst>
                </p14:cNvPr>
                <p14:cNvContentPartPr/>
                <p14:nvPr/>
              </p14:nvContentPartPr>
              <p14:xfrm>
                <a:off x="1507320" y="2976336"/>
                <a:ext cx="137160" cy="90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AECC46-849C-EC82-DE08-CBE5B5C07A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3000" y="2972016"/>
                  <a:ext cx="145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D566A7-C610-8E2A-7F3E-4F22A6610E8B}"/>
                    </a:ext>
                  </a:extLst>
                </p14:cNvPr>
                <p14:cNvContentPartPr/>
                <p14:nvPr/>
              </p14:nvContentPartPr>
              <p14:xfrm>
                <a:off x="1673280" y="2939976"/>
                <a:ext cx="1058400" cy="407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D566A7-C610-8E2A-7F3E-4F22A6610E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8960" y="2935656"/>
                  <a:ext cx="10670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1846E1-21D1-C720-3FBE-4637DA4198AF}"/>
                    </a:ext>
                  </a:extLst>
                </p14:cNvPr>
                <p14:cNvContentPartPr/>
                <p14:nvPr/>
              </p14:nvContentPartPr>
              <p14:xfrm>
                <a:off x="2667960" y="2863656"/>
                <a:ext cx="113040" cy="161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1846E1-21D1-C720-3FBE-4637DA4198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63640" y="2859336"/>
                  <a:ext cx="121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0DF3A8-61FB-617E-2F09-F834CFF7C24C}"/>
                    </a:ext>
                  </a:extLst>
                </p14:cNvPr>
                <p14:cNvContentPartPr/>
                <p14:nvPr/>
              </p14:nvContentPartPr>
              <p14:xfrm>
                <a:off x="2850840" y="2724696"/>
                <a:ext cx="19800" cy="379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0DF3A8-61FB-617E-2F09-F834CFF7C2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6520" y="2720376"/>
                  <a:ext cx="284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5E7F3C-F5E1-3F76-7A8B-087798D544DB}"/>
                    </a:ext>
                  </a:extLst>
                </p14:cNvPr>
                <p14:cNvContentPartPr/>
                <p14:nvPr/>
              </p14:nvContentPartPr>
              <p14:xfrm>
                <a:off x="2683440" y="2442096"/>
                <a:ext cx="3469320" cy="72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5E7F3C-F5E1-3F76-7A8B-087798D544D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79120" y="2437776"/>
                  <a:ext cx="34779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C44F24-3DE6-4A8C-7E6F-69B3EDDB22CB}"/>
                    </a:ext>
                  </a:extLst>
                </p14:cNvPr>
                <p14:cNvContentPartPr/>
                <p14:nvPr/>
              </p14:nvContentPartPr>
              <p14:xfrm>
                <a:off x="3194640" y="2671776"/>
                <a:ext cx="41760" cy="474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C44F24-3DE6-4A8C-7E6F-69B3EDDB22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0320" y="2667456"/>
                  <a:ext cx="504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5072AB4-DB37-2F82-C993-1825D8698B45}"/>
                    </a:ext>
                  </a:extLst>
                </p14:cNvPr>
                <p14:cNvContentPartPr/>
                <p14:nvPr/>
              </p14:nvContentPartPr>
              <p14:xfrm>
                <a:off x="3687480" y="2601216"/>
                <a:ext cx="19800" cy="37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5072AB4-DB37-2F82-C993-1825D8698B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83160" y="2596896"/>
                  <a:ext cx="284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7C8AFC-184F-1D0D-CA10-9995F60C0469}"/>
                    </a:ext>
                  </a:extLst>
                </p14:cNvPr>
                <p14:cNvContentPartPr/>
                <p14:nvPr/>
              </p14:nvContentPartPr>
              <p14:xfrm>
                <a:off x="4209120" y="2542536"/>
                <a:ext cx="24840" cy="47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7C8AFC-184F-1D0D-CA10-9995F60C04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4800" y="2538216"/>
                  <a:ext cx="334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89C379-61C5-C7D7-42B2-6C5EEB710C26}"/>
                    </a:ext>
                  </a:extLst>
                </p14:cNvPr>
                <p14:cNvContentPartPr/>
                <p14:nvPr/>
              </p14:nvContentPartPr>
              <p14:xfrm>
                <a:off x="4655880" y="2469456"/>
                <a:ext cx="46440" cy="46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89C379-61C5-C7D7-42B2-6C5EEB710C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51560" y="2465136"/>
                  <a:ext cx="550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FD21F9-3FFD-FF74-3A56-17A3D5D6E5BE}"/>
                    </a:ext>
                  </a:extLst>
                </p14:cNvPr>
                <p14:cNvContentPartPr/>
                <p14:nvPr/>
              </p14:nvContentPartPr>
              <p14:xfrm>
                <a:off x="5105880" y="2461896"/>
                <a:ext cx="59400" cy="410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FD21F9-3FFD-FF74-3A56-17A3D5D6E5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01560" y="2457576"/>
                  <a:ext cx="680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CAAB08-B3EC-63A3-3625-9B353E6F3CE0}"/>
                    </a:ext>
                  </a:extLst>
                </p14:cNvPr>
                <p14:cNvContentPartPr/>
                <p14:nvPr/>
              </p14:nvContentPartPr>
              <p14:xfrm>
                <a:off x="5515920" y="2437776"/>
                <a:ext cx="41760" cy="36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CAAB08-B3EC-63A3-3625-9B353E6F3C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11600" y="2433456"/>
                  <a:ext cx="504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EEDBCE5-8C1E-00BB-35B7-E4B3F636D351}"/>
                    </a:ext>
                  </a:extLst>
                </p14:cNvPr>
                <p14:cNvContentPartPr/>
                <p14:nvPr/>
              </p14:nvContentPartPr>
              <p14:xfrm>
                <a:off x="5786640" y="2428776"/>
                <a:ext cx="66600" cy="475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EEDBCE5-8C1E-00BB-35B7-E4B3F636D3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82320" y="2424456"/>
                  <a:ext cx="752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836E2D-B44A-2F5E-27D9-0514D0085AA0}"/>
                    </a:ext>
                  </a:extLst>
                </p14:cNvPr>
                <p14:cNvContentPartPr/>
                <p14:nvPr/>
              </p14:nvContentPartPr>
              <p14:xfrm>
                <a:off x="2936520" y="3297096"/>
                <a:ext cx="103680" cy="68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836E2D-B44A-2F5E-27D9-0514D0085A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32200" y="3292776"/>
                  <a:ext cx="112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91599D-5F7B-FD72-7976-EEDCFF1DF3C5}"/>
                    </a:ext>
                  </a:extLst>
                </p14:cNvPr>
                <p14:cNvContentPartPr/>
                <p14:nvPr/>
              </p14:nvContentPartPr>
              <p14:xfrm>
                <a:off x="3426480" y="3221496"/>
                <a:ext cx="29520" cy="7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91599D-5F7B-FD72-7976-EEDCFF1DF3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22160" y="3217176"/>
                  <a:ext cx="38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DD1FA1-E89E-A327-3230-8C58DBF14F4F}"/>
                    </a:ext>
                  </a:extLst>
                </p14:cNvPr>
                <p14:cNvContentPartPr/>
                <p14:nvPr/>
              </p14:nvContentPartPr>
              <p14:xfrm>
                <a:off x="3897000" y="3156336"/>
                <a:ext cx="151560" cy="7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DD1FA1-E89E-A327-3230-8C58DBF14F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92680" y="3152016"/>
                  <a:ext cx="160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33D8CB-2C91-3689-080C-FF12F4D6CECB}"/>
                    </a:ext>
                  </a:extLst>
                </p14:cNvPr>
                <p14:cNvContentPartPr/>
                <p14:nvPr/>
              </p14:nvContentPartPr>
              <p14:xfrm>
                <a:off x="4392000" y="3124656"/>
                <a:ext cx="96120" cy="94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33D8CB-2C91-3689-080C-FF12F4D6CE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7680" y="3120336"/>
                  <a:ext cx="104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B6FA2D5-3645-552A-7E5B-05B192C7879F}"/>
                    </a:ext>
                  </a:extLst>
                </p14:cNvPr>
                <p14:cNvContentPartPr/>
                <p14:nvPr/>
              </p14:nvContentPartPr>
              <p14:xfrm>
                <a:off x="4874760" y="3040776"/>
                <a:ext cx="139320" cy="87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B6FA2D5-3645-552A-7E5B-05B192C787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70440" y="3036456"/>
                  <a:ext cx="147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14CDA0-A898-0865-79CC-1A7284CCC784}"/>
                    </a:ext>
                  </a:extLst>
                </p14:cNvPr>
                <p14:cNvContentPartPr/>
                <p14:nvPr/>
              </p14:nvContentPartPr>
              <p14:xfrm>
                <a:off x="4965120" y="3077496"/>
                <a:ext cx="37080" cy="11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E14CDA0-A898-0865-79CC-1A7284CCC7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60800" y="3073176"/>
                  <a:ext cx="45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6A19D6-E2FB-BED9-854D-EA204E33CB2C}"/>
                    </a:ext>
                  </a:extLst>
                </p14:cNvPr>
                <p14:cNvContentPartPr/>
                <p14:nvPr/>
              </p14:nvContentPartPr>
              <p14:xfrm>
                <a:off x="5286960" y="3019896"/>
                <a:ext cx="97200" cy="14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6A19D6-E2FB-BED9-854D-EA204E33CB2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82640" y="3015576"/>
                  <a:ext cx="105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624F5B-BF75-4204-C770-B1C2F29F4C32}"/>
                    </a:ext>
                  </a:extLst>
                </p14:cNvPr>
                <p14:cNvContentPartPr/>
                <p14:nvPr/>
              </p14:nvContentPartPr>
              <p14:xfrm>
                <a:off x="5411160" y="2980656"/>
                <a:ext cx="124560" cy="1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624F5B-BF75-4204-C770-B1C2F29F4C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6840" y="2976336"/>
                  <a:ext cx="1332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0E69A4-EA7D-B6AF-E0C9-1A4CB8B1D569}"/>
                    </a:ext>
                  </a:extLst>
                </p14:cNvPr>
                <p14:cNvContentPartPr/>
                <p14:nvPr/>
              </p14:nvContentPartPr>
              <p14:xfrm>
                <a:off x="5644800" y="2969496"/>
                <a:ext cx="78840" cy="13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0E69A4-EA7D-B6AF-E0C9-1A4CB8B1D5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40480" y="2965176"/>
                  <a:ext cx="87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8829AA-4112-91C9-4DBB-D22E1A9F8DA3}"/>
                    </a:ext>
                  </a:extLst>
                </p14:cNvPr>
                <p14:cNvContentPartPr/>
                <p14:nvPr/>
              </p14:nvContentPartPr>
              <p14:xfrm>
                <a:off x="5924160" y="2965536"/>
                <a:ext cx="73800" cy="252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8829AA-4112-91C9-4DBB-D22E1A9F8D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19840" y="2961216"/>
                  <a:ext cx="82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CEB72B-3153-83FC-33F7-3CD5A71B0971}"/>
                    </a:ext>
                  </a:extLst>
                </p14:cNvPr>
                <p14:cNvContentPartPr/>
                <p14:nvPr/>
              </p14:nvContentPartPr>
              <p14:xfrm>
                <a:off x="5935320" y="3074256"/>
                <a:ext cx="107640" cy="1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CEB72B-3153-83FC-33F7-3CD5A71B09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31000" y="3069936"/>
                  <a:ext cx="116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F690B1-876C-503C-1E7F-29544B34174D}"/>
                    </a:ext>
                  </a:extLst>
                </p14:cNvPr>
                <p14:cNvContentPartPr/>
                <p14:nvPr/>
              </p14:nvContentPartPr>
              <p14:xfrm>
                <a:off x="3044520" y="2840256"/>
                <a:ext cx="16560" cy="167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F690B1-876C-503C-1E7F-29544B3417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40200" y="2835936"/>
                  <a:ext cx="25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8D2B40C-1659-6BC3-C664-5BBA05EA5911}"/>
                    </a:ext>
                  </a:extLst>
                </p14:cNvPr>
                <p14:cNvContentPartPr/>
                <p14:nvPr/>
              </p14:nvContentPartPr>
              <p14:xfrm>
                <a:off x="3328920" y="2822976"/>
                <a:ext cx="146520" cy="107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8D2B40C-1659-6BC3-C664-5BBA05EA59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24600" y="2818656"/>
                  <a:ext cx="155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91A51A-8291-ABDF-2FA4-7BCCFEC0EEEA}"/>
                    </a:ext>
                  </a:extLst>
                </p14:cNvPr>
                <p14:cNvContentPartPr/>
                <p14:nvPr/>
              </p14:nvContentPartPr>
              <p14:xfrm>
                <a:off x="3836160" y="2731176"/>
                <a:ext cx="110520" cy="14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91A51A-8291-ABDF-2FA4-7BCCFEC0EE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1840" y="2726856"/>
                  <a:ext cx="119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ADC160-DA95-312C-9A60-533E850C244B}"/>
                    </a:ext>
                  </a:extLst>
                </p14:cNvPr>
                <p14:cNvContentPartPr/>
                <p14:nvPr/>
              </p14:nvContentPartPr>
              <p14:xfrm>
                <a:off x="4313880" y="2702736"/>
                <a:ext cx="134640" cy="9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ADC160-DA95-312C-9A60-533E850C24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09560" y="2698416"/>
                  <a:ext cx="143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16AA17-98D4-549A-25FA-86FB09CE8D53}"/>
                    </a:ext>
                  </a:extLst>
                </p14:cNvPr>
                <p14:cNvContentPartPr/>
                <p14:nvPr/>
              </p14:nvContentPartPr>
              <p14:xfrm>
                <a:off x="4408920" y="2717496"/>
                <a:ext cx="4680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16AA17-98D4-549A-25FA-86FB09CE8D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04600" y="2713176"/>
                  <a:ext cx="55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1930AA-A4F2-5730-CE26-7D3BA2391D20}"/>
                    </a:ext>
                  </a:extLst>
                </p14:cNvPr>
                <p14:cNvContentPartPr/>
                <p14:nvPr/>
              </p14:nvContentPartPr>
              <p14:xfrm>
                <a:off x="4767480" y="2666376"/>
                <a:ext cx="98280" cy="149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1930AA-A4F2-5730-CE26-7D3BA2391D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3160" y="2662056"/>
                  <a:ext cx="106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17889F-BF94-5D8B-237E-D703689A7A21}"/>
                    </a:ext>
                  </a:extLst>
                </p14:cNvPr>
                <p14:cNvContentPartPr/>
                <p14:nvPr/>
              </p14:nvContentPartPr>
              <p14:xfrm>
                <a:off x="4889520" y="2606256"/>
                <a:ext cx="129600" cy="30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17889F-BF94-5D8B-237E-D703689A7A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85200" y="2601936"/>
                  <a:ext cx="138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343523-C2CB-9DCE-ADFE-5A278C6F295B}"/>
                    </a:ext>
                  </a:extLst>
                </p14:cNvPr>
                <p14:cNvContentPartPr/>
                <p14:nvPr/>
              </p14:nvContentPartPr>
              <p14:xfrm>
                <a:off x="5225400" y="2576016"/>
                <a:ext cx="83880" cy="18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343523-C2CB-9DCE-ADFE-5A278C6F295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21080" y="2571696"/>
                  <a:ext cx="92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98E054-3110-99C9-A886-5A58B2B2D971}"/>
                    </a:ext>
                  </a:extLst>
                </p14:cNvPr>
                <p14:cNvContentPartPr/>
                <p14:nvPr/>
              </p14:nvContentPartPr>
              <p14:xfrm>
                <a:off x="5559840" y="2592216"/>
                <a:ext cx="98640" cy="120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98E054-3110-99C9-A886-5A58B2B2D9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55520" y="2587896"/>
                  <a:ext cx="107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329451-2DB8-FC29-1B22-E07977AC6033}"/>
                    </a:ext>
                  </a:extLst>
                </p14:cNvPr>
                <p14:cNvContentPartPr/>
                <p14:nvPr/>
              </p14:nvContentPartPr>
              <p14:xfrm>
                <a:off x="5606280" y="2646576"/>
                <a:ext cx="124560" cy="1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329451-2DB8-FC29-1B22-E07977AC603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01960" y="2642256"/>
                  <a:ext cx="133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641DAE-C333-87F0-FA99-93ED2C870C63}"/>
                    </a:ext>
                  </a:extLst>
                </p14:cNvPr>
                <p14:cNvContentPartPr/>
                <p14:nvPr/>
              </p14:nvContentPartPr>
              <p14:xfrm>
                <a:off x="5856840" y="2574576"/>
                <a:ext cx="16740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641DAE-C333-87F0-FA99-93ED2C870C6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52520" y="2570256"/>
                  <a:ext cx="1760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81E47C-03AE-F252-8F58-0A4330F23D86}"/>
              </a:ext>
            </a:extLst>
          </p:cNvPr>
          <p:cNvGrpSpPr/>
          <p:nvPr/>
        </p:nvGrpSpPr>
        <p:grpSpPr>
          <a:xfrm>
            <a:off x="2807280" y="3587256"/>
            <a:ext cx="595080" cy="813600"/>
            <a:chOff x="2807280" y="3587256"/>
            <a:chExt cx="595080" cy="81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09068F-4FBF-9447-945B-1B51F32BA269}"/>
                    </a:ext>
                  </a:extLst>
                </p14:cNvPr>
                <p14:cNvContentPartPr/>
                <p14:nvPr/>
              </p14:nvContentPartPr>
              <p14:xfrm>
                <a:off x="2989800" y="3587256"/>
                <a:ext cx="10080" cy="341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09068F-4FBF-9447-945B-1B51F32BA2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85480" y="3582936"/>
                  <a:ext cx="18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34F3AA-8754-9B12-CB3B-FDBDBA4EADFC}"/>
                    </a:ext>
                  </a:extLst>
                </p14:cNvPr>
                <p14:cNvContentPartPr/>
                <p14:nvPr/>
              </p14:nvContentPartPr>
              <p14:xfrm>
                <a:off x="2960640" y="3601296"/>
                <a:ext cx="100800" cy="131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34F3AA-8754-9B12-CB3B-FDBDBA4EADF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56320" y="3596976"/>
                  <a:ext cx="109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685CD2B-65F5-8E2E-E03B-F8458F1DAA8C}"/>
                    </a:ext>
                  </a:extLst>
                </p14:cNvPr>
                <p14:cNvContentPartPr/>
                <p14:nvPr/>
              </p14:nvContentPartPr>
              <p14:xfrm>
                <a:off x="2824200" y="3955176"/>
                <a:ext cx="13320" cy="190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685CD2B-65F5-8E2E-E03B-F8458F1DAA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19880" y="3950856"/>
                  <a:ext cx="21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0D555A7-E803-0546-23FA-B20382428395}"/>
                    </a:ext>
                  </a:extLst>
                </p14:cNvPr>
                <p14:cNvContentPartPr/>
                <p14:nvPr/>
              </p14:nvContentPartPr>
              <p14:xfrm>
                <a:off x="2888280" y="4053456"/>
                <a:ext cx="43920" cy="56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0D555A7-E803-0546-23FA-B2038242839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83960" y="4049136"/>
                  <a:ext cx="52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7B0211-75FA-656F-CC7F-BFE9CC773367}"/>
                    </a:ext>
                  </a:extLst>
                </p14:cNvPr>
                <p14:cNvContentPartPr/>
                <p14:nvPr/>
              </p14:nvContentPartPr>
              <p14:xfrm>
                <a:off x="2997360" y="3987576"/>
                <a:ext cx="129600" cy="8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7B0211-75FA-656F-CC7F-BFE9CC7733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93040" y="3983256"/>
                  <a:ext cx="138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BC6C48-5C7F-BF8D-A71E-336791994C2B}"/>
                    </a:ext>
                  </a:extLst>
                </p14:cNvPr>
                <p14:cNvContentPartPr/>
                <p14:nvPr/>
              </p14:nvContentPartPr>
              <p14:xfrm>
                <a:off x="2829960" y="4199256"/>
                <a:ext cx="11520" cy="157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BC6C48-5C7F-BF8D-A71E-336791994C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25640" y="4194936"/>
                  <a:ext cx="20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DDB2A11-E7F6-0F14-3B63-1626849F2BF1}"/>
                    </a:ext>
                  </a:extLst>
                </p14:cNvPr>
                <p14:cNvContentPartPr/>
                <p14:nvPr/>
              </p14:nvContentPartPr>
              <p14:xfrm>
                <a:off x="2807280" y="4163976"/>
                <a:ext cx="400320" cy="236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DDB2A11-E7F6-0F14-3B63-1626849F2BF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02960" y="4159656"/>
                  <a:ext cx="408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90C8BE6-C206-9DF1-13D6-98CE4A86D078}"/>
                    </a:ext>
                  </a:extLst>
                </p14:cNvPr>
                <p14:cNvContentPartPr/>
                <p14:nvPr/>
              </p14:nvContentPartPr>
              <p14:xfrm>
                <a:off x="3015000" y="3893976"/>
                <a:ext cx="387360" cy="38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90C8BE6-C206-9DF1-13D6-98CE4A86D07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0680" y="3889656"/>
                  <a:ext cx="396000" cy="39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EF231F-49C9-28A4-EF09-AFFD60125831}"/>
              </a:ext>
            </a:extLst>
          </p:cNvPr>
          <p:cNvGrpSpPr/>
          <p:nvPr/>
        </p:nvGrpSpPr>
        <p:grpSpPr>
          <a:xfrm>
            <a:off x="5495040" y="3368376"/>
            <a:ext cx="943200" cy="1112040"/>
            <a:chOff x="5495040" y="3368376"/>
            <a:chExt cx="943200" cy="11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627856-F96F-3DAB-667C-123E72900632}"/>
                    </a:ext>
                  </a:extLst>
                </p14:cNvPr>
                <p14:cNvContentPartPr/>
                <p14:nvPr/>
              </p14:nvContentPartPr>
              <p14:xfrm>
                <a:off x="5871960" y="3477456"/>
                <a:ext cx="41760" cy="379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627856-F96F-3DAB-667C-123E729006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67640" y="3473136"/>
                  <a:ext cx="504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344A1E-8780-261A-F2B8-96D34E348AD7}"/>
                    </a:ext>
                  </a:extLst>
                </p14:cNvPr>
                <p14:cNvContentPartPr/>
                <p14:nvPr/>
              </p14:nvContentPartPr>
              <p14:xfrm>
                <a:off x="5845680" y="3368376"/>
                <a:ext cx="239040" cy="109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344A1E-8780-261A-F2B8-96D34E348AD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41360" y="3364056"/>
                  <a:ext cx="247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9223621-D890-A81E-31D4-A58924176612}"/>
                    </a:ext>
                  </a:extLst>
                </p14:cNvPr>
                <p14:cNvContentPartPr/>
                <p14:nvPr/>
              </p14:nvContentPartPr>
              <p14:xfrm>
                <a:off x="5879520" y="4042296"/>
                <a:ext cx="149040" cy="132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9223621-D890-A81E-31D4-A589241766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75200" y="4037976"/>
                  <a:ext cx="157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BB809A-819B-70F7-5209-ED42EFDA5F35}"/>
                    </a:ext>
                  </a:extLst>
                </p14:cNvPr>
                <p14:cNvContentPartPr/>
                <p14:nvPr/>
              </p14:nvContentPartPr>
              <p14:xfrm>
                <a:off x="6064560" y="4044816"/>
                <a:ext cx="12600" cy="7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BB809A-819B-70F7-5209-ED42EFDA5F3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60240" y="4040496"/>
                  <a:ext cx="21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57DF525-FAC4-EEAD-32ED-77097EE5C8FA}"/>
                    </a:ext>
                  </a:extLst>
                </p14:cNvPr>
                <p14:cNvContentPartPr/>
                <p14:nvPr/>
              </p14:nvContentPartPr>
              <p14:xfrm>
                <a:off x="6101280" y="3948696"/>
                <a:ext cx="360" cy="32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57DF525-FAC4-EEAD-32ED-77097EE5C8F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96960" y="3944376"/>
                  <a:ext cx="9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8D642A-F41C-37B0-E365-FFE32A5D6591}"/>
                    </a:ext>
                  </a:extLst>
                </p14:cNvPr>
                <p14:cNvContentPartPr/>
                <p14:nvPr/>
              </p14:nvContentPartPr>
              <p14:xfrm>
                <a:off x="6074280" y="3764736"/>
                <a:ext cx="329760" cy="417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8D642A-F41C-37B0-E365-FFE32A5D65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69960" y="3760416"/>
                  <a:ext cx="3384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F869DA3-0C84-9A32-99E7-372EA4719D1D}"/>
                    </a:ext>
                  </a:extLst>
                </p14:cNvPr>
                <p14:cNvContentPartPr/>
                <p14:nvPr/>
              </p14:nvContentPartPr>
              <p14:xfrm>
                <a:off x="5877000" y="3946176"/>
                <a:ext cx="21240" cy="21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F869DA3-0C84-9A32-99E7-372EA4719D1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72680" y="3941856"/>
                  <a:ext cx="29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0E19F38-C952-27A2-C904-B9E516588884}"/>
                    </a:ext>
                  </a:extLst>
                </p14:cNvPr>
                <p14:cNvContentPartPr/>
                <p14:nvPr/>
              </p14:nvContentPartPr>
              <p14:xfrm>
                <a:off x="5754960" y="4314816"/>
                <a:ext cx="29520" cy="165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0E19F38-C952-27A2-C904-B9E51658888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50640" y="4310496"/>
                  <a:ext cx="38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C061EA-4783-1126-7164-FE078D46FBF0}"/>
                    </a:ext>
                  </a:extLst>
                </p14:cNvPr>
                <p14:cNvContentPartPr/>
                <p14:nvPr/>
              </p14:nvContentPartPr>
              <p14:xfrm>
                <a:off x="5757480" y="4163976"/>
                <a:ext cx="680760" cy="301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C061EA-4783-1126-7164-FE078D46FB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3160" y="4159656"/>
                  <a:ext cx="6894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1E24A81-ADAD-66C5-881A-BE8D09683D9F}"/>
                    </a:ext>
                  </a:extLst>
                </p14:cNvPr>
                <p14:cNvContentPartPr/>
                <p14:nvPr/>
              </p14:nvContentPartPr>
              <p14:xfrm>
                <a:off x="5495040" y="3818736"/>
                <a:ext cx="482040" cy="564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1E24A81-ADAD-66C5-881A-BE8D09683D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90720" y="3814416"/>
                  <a:ext cx="490680" cy="57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F2DC1DF-9EBF-2393-3837-4B4B5A968B8B}"/>
              </a:ext>
            </a:extLst>
          </p:cNvPr>
          <p:cNvGrpSpPr/>
          <p:nvPr/>
        </p:nvGrpSpPr>
        <p:grpSpPr>
          <a:xfrm>
            <a:off x="3611880" y="5263776"/>
            <a:ext cx="1007280" cy="506880"/>
            <a:chOff x="3611880" y="5263776"/>
            <a:chExt cx="100728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4418844-5B2C-7378-3D07-8FE06A8DB630}"/>
                    </a:ext>
                  </a:extLst>
                </p14:cNvPr>
                <p14:cNvContentPartPr/>
                <p14:nvPr/>
              </p14:nvContentPartPr>
              <p14:xfrm>
                <a:off x="3901680" y="5351976"/>
                <a:ext cx="137160" cy="123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4418844-5B2C-7378-3D07-8FE06A8DB63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97360" y="5347656"/>
                  <a:ext cx="145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175D875-E3F6-201B-0455-F48AAED8D922}"/>
                    </a:ext>
                  </a:extLst>
                </p14:cNvPr>
                <p14:cNvContentPartPr/>
                <p14:nvPr/>
              </p14:nvContentPartPr>
              <p14:xfrm>
                <a:off x="4262760" y="5290416"/>
                <a:ext cx="900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175D875-E3F6-201B-0455-F48AAED8D9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58440" y="5286096"/>
                  <a:ext cx="17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7C11A98-D94E-9FBF-18C7-F346F692C22E}"/>
                    </a:ext>
                  </a:extLst>
                </p14:cNvPr>
                <p14:cNvContentPartPr/>
                <p14:nvPr/>
              </p14:nvContentPartPr>
              <p14:xfrm>
                <a:off x="4218840" y="5333616"/>
                <a:ext cx="85680" cy="4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7C11A98-D94E-9FBF-18C7-F346F692C2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14520" y="5329296"/>
                  <a:ext cx="943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EDBCD3-6141-1D70-E59A-5D3C9C517C02}"/>
                    </a:ext>
                  </a:extLst>
                </p14:cNvPr>
                <p14:cNvContentPartPr/>
                <p14:nvPr/>
              </p14:nvContentPartPr>
              <p14:xfrm>
                <a:off x="4448160" y="5263776"/>
                <a:ext cx="37440" cy="163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EDBCD3-6141-1D70-E59A-5D3C9C517C0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43840" y="5259456"/>
                  <a:ext cx="46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97B566-7AA7-35A9-954D-26B02CF4356C}"/>
                    </a:ext>
                  </a:extLst>
                </p14:cNvPr>
                <p14:cNvContentPartPr/>
                <p14:nvPr/>
              </p14:nvContentPartPr>
              <p14:xfrm>
                <a:off x="4370040" y="5352336"/>
                <a:ext cx="168480" cy="13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97B566-7AA7-35A9-954D-26B02CF4356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65720" y="5348016"/>
                  <a:ext cx="177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EF65F3-A001-660F-8885-EC2315F51E65}"/>
                    </a:ext>
                  </a:extLst>
                </p14:cNvPr>
                <p14:cNvContentPartPr/>
                <p14:nvPr/>
              </p14:nvContentPartPr>
              <p14:xfrm>
                <a:off x="3611880" y="5497776"/>
                <a:ext cx="1007280" cy="19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EF65F3-A001-660F-8885-EC2315F51E6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07560" y="5493456"/>
                  <a:ext cx="1015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6A18FC-C0F6-BDA5-5722-EDF953168D9D}"/>
                    </a:ext>
                  </a:extLst>
                </p14:cNvPr>
                <p14:cNvContentPartPr/>
                <p14:nvPr/>
              </p14:nvContentPartPr>
              <p14:xfrm>
                <a:off x="4140720" y="5665896"/>
                <a:ext cx="253800" cy="104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6A18FC-C0F6-BDA5-5722-EDF953168D9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36400" y="5661576"/>
                  <a:ext cx="26244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BB4957C-8E91-487D-D2D9-35E81546CD2E}"/>
              </a:ext>
            </a:extLst>
          </p:cNvPr>
          <p:cNvGrpSpPr/>
          <p:nvPr/>
        </p:nvGrpSpPr>
        <p:grpSpPr>
          <a:xfrm>
            <a:off x="4965120" y="5391576"/>
            <a:ext cx="119880" cy="65160"/>
            <a:chOff x="4965120" y="5391576"/>
            <a:chExt cx="119880" cy="6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55D3BE-2505-AC73-F9B1-27076F9A5FBB}"/>
                    </a:ext>
                  </a:extLst>
                </p14:cNvPr>
                <p14:cNvContentPartPr/>
                <p14:nvPr/>
              </p14:nvContentPartPr>
              <p14:xfrm>
                <a:off x="4965120" y="5391576"/>
                <a:ext cx="93600" cy="10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55D3BE-2505-AC73-F9B1-27076F9A5FB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60800" y="5387256"/>
                  <a:ext cx="102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4D9A12-BD20-F7EB-8CAD-2D947604E4DF}"/>
                    </a:ext>
                  </a:extLst>
                </p14:cNvPr>
                <p14:cNvContentPartPr/>
                <p14:nvPr/>
              </p14:nvContentPartPr>
              <p14:xfrm>
                <a:off x="4972320" y="5444136"/>
                <a:ext cx="112680" cy="12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4D9A12-BD20-F7EB-8CAD-2D947604E4D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68000" y="5439816"/>
                  <a:ext cx="1213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9212195-2CDA-A5E0-9929-93ED54933600}"/>
                  </a:ext>
                </a:extLst>
              </p14:cNvPr>
              <p14:cNvContentPartPr/>
              <p14:nvPr/>
            </p14:nvContentPartPr>
            <p14:xfrm>
              <a:off x="5464800" y="5250096"/>
              <a:ext cx="111600" cy="1594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9212195-2CDA-A5E0-9929-93ED5493360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460480" y="5245776"/>
                <a:ext cx="12024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4D509F29-02AB-AACE-B977-E9B8FEABBDE4}"/>
              </a:ext>
            </a:extLst>
          </p:cNvPr>
          <p:cNvGrpSpPr/>
          <p:nvPr/>
        </p:nvGrpSpPr>
        <p:grpSpPr>
          <a:xfrm>
            <a:off x="4167720" y="3392496"/>
            <a:ext cx="718560" cy="972000"/>
            <a:chOff x="4167720" y="3392496"/>
            <a:chExt cx="718560" cy="9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E7C684-42C8-79FC-C05E-D466243AFFB3}"/>
                    </a:ext>
                  </a:extLst>
                </p14:cNvPr>
                <p14:cNvContentPartPr/>
                <p14:nvPr/>
              </p14:nvContentPartPr>
              <p14:xfrm>
                <a:off x="4392000" y="3392496"/>
                <a:ext cx="21600" cy="348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E7C684-42C8-79FC-C05E-D466243AFFB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87680" y="3388176"/>
                  <a:ext cx="302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E4F2E2A-6BFF-E7D7-F0EC-F6AFB74CD2C2}"/>
                    </a:ext>
                  </a:extLst>
                </p14:cNvPr>
                <p14:cNvContentPartPr/>
                <p14:nvPr/>
              </p14:nvContentPartPr>
              <p14:xfrm>
                <a:off x="4334040" y="3398256"/>
                <a:ext cx="187560" cy="128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E4F2E2A-6BFF-E7D7-F0EC-F6AFB74CD2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29720" y="3393936"/>
                  <a:ext cx="196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2FBA48E-D63D-75F5-BAAD-60ED1BFF7333}"/>
                    </a:ext>
                  </a:extLst>
                </p14:cNvPr>
                <p14:cNvContentPartPr/>
                <p14:nvPr/>
              </p14:nvContentPartPr>
              <p14:xfrm>
                <a:off x="4167720" y="3996576"/>
                <a:ext cx="166320" cy="63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2FBA48E-D63D-75F5-BAAD-60ED1BFF73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63400" y="3992256"/>
                  <a:ext cx="174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215F526-F0AA-96A3-2D42-FEB9CFD97604}"/>
                    </a:ext>
                  </a:extLst>
                </p14:cNvPr>
                <p14:cNvContentPartPr/>
                <p14:nvPr/>
              </p14:nvContentPartPr>
              <p14:xfrm>
                <a:off x="4375080" y="3977136"/>
                <a:ext cx="10080" cy="8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215F526-F0AA-96A3-2D42-FEB9CFD9760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70760" y="3972816"/>
                  <a:ext cx="187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2E051D-16AE-E18F-3E94-B1018CBF9EEC}"/>
                    </a:ext>
                  </a:extLst>
                </p14:cNvPr>
                <p14:cNvContentPartPr/>
                <p14:nvPr/>
              </p14:nvContentPartPr>
              <p14:xfrm>
                <a:off x="4404240" y="3898296"/>
                <a:ext cx="12600" cy="15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2E051D-16AE-E18F-3E94-B1018CBF9EE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99920" y="3893976"/>
                  <a:ext cx="21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23B7D2-6395-6D98-9B0A-870425F5A442}"/>
                    </a:ext>
                  </a:extLst>
                </p14:cNvPr>
                <p14:cNvContentPartPr/>
                <p14:nvPr/>
              </p14:nvContentPartPr>
              <p14:xfrm>
                <a:off x="4482000" y="3830256"/>
                <a:ext cx="100440" cy="171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23B7D2-6395-6D98-9B0A-870425F5A4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77680" y="3825936"/>
                  <a:ext cx="109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7CB73BF-9B20-1034-42BF-37A211FDE041}"/>
                    </a:ext>
                  </a:extLst>
                </p14:cNvPr>
                <p14:cNvContentPartPr/>
                <p14:nvPr/>
              </p14:nvContentPartPr>
              <p14:xfrm>
                <a:off x="4296960" y="4148856"/>
                <a:ext cx="30240" cy="175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7CB73BF-9B20-1034-42BF-37A211FDE04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92640" y="4144536"/>
                  <a:ext cx="38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22BAD2-3EAA-FAC9-FA2F-33BF1F776F66}"/>
                    </a:ext>
                  </a:extLst>
                </p14:cNvPr>
                <p14:cNvContentPartPr/>
                <p14:nvPr/>
              </p14:nvContentPartPr>
              <p14:xfrm>
                <a:off x="4293000" y="4057416"/>
                <a:ext cx="355320" cy="307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22BAD2-3EAA-FAC9-FA2F-33BF1F776F6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88680" y="4053096"/>
                  <a:ext cx="3639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B4885C4-DAD9-C82B-98A6-BF713E44E839}"/>
                    </a:ext>
                  </a:extLst>
                </p14:cNvPr>
                <p14:cNvContentPartPr/>
                <p14:nvPr/>
              </p14:nvContentPartPr>
              <p14:xfrm>
                <a:off x="4394520" y="3672576"/>
                <a:ext cx="491760" cy="52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B4885C4-DAD9-C82B-98A6-BF713E44E83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90200" y="3668256"/>
                  <a:ext cx="500400" cy="53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B7E5271-72B9-4767-A606-F159256D97AF}"/>
              </a:ext>
            </a:extLst>
          </p:cNvPr>
          <p:cNvGrpSpPr/>
          <p:nvPr/>
        </p:nvGrpSpPr>
        <p:grpSpPr>
          <a:xfrm>
            <a:off x="2550600" y="5550336"/>
            <a:ext cx="832320" cy="334440"/>
            <a:chOff x="2550600" y="5550336"/>
            <a:chExt cx="83232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12539D8-1B19-B175-7510-C36CC2DEA973}"/>
                    </a:ext>
                  </a:extLst>
                </p14:cNvPr>
                <p14:cNvContentPartPr/>
                <p14:nvPr/>
              </p14:nvContentPartPr>
              <p14:xfrm>
                <a:off x="2550600" y="5789736"/>
                <a:ext cx="208080" cy="95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12539D8-1B19-B175-7510-C36CC2DEA97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46280" y="5785416"/>
                  <a:ext cx="216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922D5EF-0296-4E81-F69F-8049DCC7A3A5}"/>
                    </a:ext>
                  </a:extLst>
                </p14:cNvPr>
                <p14:cNvContentPartPr/>
                <p14:nvPr/>
              </p14:nvContentPartPr>
              <p14:xfrm>
                <a:off x="2846160" y="5743296"/>
                <a:ext cx="2880" cy="2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922D5EF-0296-4E81-F69F-8049DCC7A3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41840" y="5738976"/>
                  <a:ext cx="11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5F9BDE5-7797-7734-18F4-8D3E5ECA5278}"/>
                    </a:ext>
                  </a:extLst>
                </p14:cNvPr>
                <p14:cNvContentPartPr/>
                <p14:nvPr/>
              </p14:nvContentPartPr>
              <p14:xfrm>
                <a:off x="2899800" y="5623776"/>
                <a:ext cx="41760" cy="69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5F9BDE5-7797-7734-18F4-8D3E5ECA52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95480" y="5619456"/>
                  <a:ext cx="5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CA090C8-DB46-D64A-ABCE-8A706ABD522B}"/>
                    </a:ext>
                  </a:extLst>
                </p14:cNvPr>
                <p14:cNvContentPartPr/>
                <p14:nvPr/>
              </p14:nvContentPartPr>
              <p14:xfrm>
                <a:off x="2946240" y="5550336"/>
                <a:ext cx="188280" cy="197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CA090C8-DB46-D64A-ABCE-8A706ABD522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41920" y="5546016"/>
                  <a:ext cx="196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90EADE-A086-E089-E30F-AA1669322F7E}"/>
                    </a:ext>
                  </a:extLst>
                </p14:cNvPr>
                <p14:cNvContentPartPr/>
                <p14:nvPr/>
              </p14:nvContentPartPr>
              <p14:xfrm>
                <a:off x="3248280" y="5615856"/>
                <a:ext cx="122400" cy="35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90EADE-A086-E089-E30F-AA1669322F7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43960" y="5611536"/>
                  <a:ext cx="13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A6A79ED-5AD6-2290-66F2-8498500E308E}"/>
                    </a:ext>
                  </a:extLst>
                </p14:cNvPr>
                <p14:cNvContentPartPr/>
                <p14:nvPr/>
              </p14:nvContentPartPr>
              <p14:xfrm>
                <a:off x="3231360" y="5677416"/>
                <a:ext cx="151560" cy="54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A6A79ED-5AD6-2290-66F2-8498500E308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27040" y="5673096"/>
                  <a:ext cx="16020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17AE585-1A16-3B82-439B-F106CE6E6FD3}"/>
              </a:ext>
            </a:extLst>
          </p:cNvPr>
          <p:cNvGrpSpPr/>
          <p:nvPr/>
        </p:nvGrpSpPr>
        <p:grpSpPr>
          <a:xfrm>
            <a:off x="6042600" y="5184216"/>
            <a:ext cx="149400" cy="41760"/>
            <a:chOff x="6042600" y="5184216"/>
            <a:chExt cx="14940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CD43029-7F70-4A8C-259C-9680FE584BB4}"/>
                    </a:ext>
                  </a:extLst>
                </p14:cNvPr>
                <p14:cNvContentPartPr/>
                <p14:nvPr/>
              </p14:nvContentPartPr>
              <p14:xfrm>
                <a:off x="6042600" y="5184216"/>
                <a:ext cx="141840" cy="25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CD43029-7F70-4A8C-259C-9680FE584BB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38280" y="517989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1194B3A-75CB-11CF-2389-DA9DA52ECE26}"/>
                    </a:ext>
                  </a:extLst>
                </p14:cNvPr>
                <p14:cNvContentPartPr/>
                <p14:nvPr/>
              </p14:nvContentPartPr>
              <p14:xfrm>
                <a:off x="6059880" y="5189976"/>
                <a:ext cx="132120" cy="36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1194B3A-75CB-11CF-2389-DA9DA52ECE2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55560" y="5185656"/>
                  <a:ext cx="1407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7AF33AA-335A-874A-3C4F-801B7C1BC722}"/>
              </a:ext>
            </a:extLst>
          </p:cNvPr>
          <p:cNvGrpSpPr/>
          <p:nvPr/>
        </p:nvGrpSpPr>
        <p:grpSpPr>
          <a:xfrm>
            <a:off x="6413400" y="4439736"/>
            <a:ext cx="1339200" cy="843120"/>
            <a:chOff x="6413400" y="4439736"/>
            <a:chExt cx="1339200" cy="84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236EEA5-6E96-2183-BACF-345F6305CD42}"/>
                    </a:ext>
                  </a:extLst>
                </p14:cNvPr>
                <p14:cNvContentPartPr/>
                <p14:nvPr/>
              </p14:nvContentPartPr>
              <p14:xfrm>
                <a:off x="6464160" y="4799016"/>
                <a:ext cx="44640" cy="190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236EEA5-6E96-2183-BACF-345F6305CD4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59840" y="4794696"/>
                  <a:ext cx="53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02590EE-724C-62B1-6BEE-EB6208E619B0}"/>
                    </a:ext>
                  </a:extLst>
                </p14:cNvPr>
                <p14:cNvContentPartPr/>
                <p14:nvPr/>
              </p14:nvContentPartPr>
              <p14:xfrm>
                <a:off x="6503400" y="4902696"/>
                <a:ext cx="54000" cy="90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02590EE-724C-62B1-6BEE-EB6208E619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99080" y="4898376"/>
                  <a:ext cx="62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C72F75-05E6-F100-0949-6B8C87EB6EB5}"/>
                    </a:ext>
                  </a:extLst>
                </p14:cNvPr>
                <p14:cNvContentPartPr/>
                <p14:nvPr/>
              </p14:nvContentPartPr>
              <p14:xfrm>
                <a:off x="6609240" y="4815936"/>
                <a:ext cx="194400" cy="140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C72F75-05E6-F100-0949-6B8C87EB6EB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04920" y="4811616"/>
                  <a:ext cx="20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C7485E3-FBAB-2B87-CF98-9FFB213A3A9A}"/>
                    </a:ext>
                  </a:extLst>
                </p14:cNvPr>
                <p14:cNvContentPartPr/>
                <p14:nvPr/>
              </p14:nvContentPartPr>
              <p14:xfrm>
                <a:off x="6966720" y="4791456"/>
                <a:ext cx="15120" cy="115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C7485E3-FBAB-2B87-CF98-9FFB213A3A9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62400" y="4787136"/>
                  <a:ext cx="23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06E5793-72A3-A914-A405-AF433CF84190}"/>
                    </a:ext>
                  </a:extLst>
                </p14:cNvPr>
                <p14:cNvContentPartPr/>
                <p14:nvPr/>
              </p14:nvContentPartPr>
              <p14:xfrm>
                <a:off x="6883920" y="4810176"/>
                <a:ext cx="105120" cy="15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06E5793-72A3-A914-A405-AF433CF8419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79600" y="4805856"/>
                  <a:ext cx="113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DD702F6-BB46-1F93-EB54-4243C627B21D}"/>
                    </a:ext>
                  </a:extLst>
                </p14:cNvPr>
                <p14:cNvContentPartPr/>
                <p14:nvPr/>
              </p14:nvContentPartPr>
              <p14:xfrm>
                <a:off x="7210440" y="4594176"/>
                <a:ext cx="139680" cy="221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DD702F6-BB46-1F93-EB54-4243C627B21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06120" y="4589856"/>
                  <a:ext cx="148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7408F3-DC4B-3C64-F5EE-3958A8AD31BE}"/>
                    </a:ext>
                  </a:extLst>
                </p14:cNvPr>
                <p14:cNvContentPartPr/>
                <p14:nvPr/>
              </p14:nvContentPartPr>
              <p14:xfrm>
                <a:off x="7410600" y="4772016"/>
                <a:ext cx="22320" cy="32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7408F3-DC4B-3C64-F5EE-3958A8AD31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06280" y="4767696"/>
                  <a:ext cx="30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3EEE0DE-00D7-17EF-4AA1-08E865E07C72}"/>
                    </a:ext>
                  </a:extLst>
                </p14:cNvPr>
                <p14:cNvContentPartPr/>
                <p14:nvPr/>
              </p14:nvContentPartPr>
              <p14:xfrm>
                <a:off x="7454520" y="4647816"/>
                <a:ext cx="19800" cy="27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3EEE0DE-00D7-17EF-4AA1-08E865E07C7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50200" y="4643496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EFE3A5-DABA-57E2-66DF-BBDAADBFF402}"/>
                    </a:ext>
                  </a:extLst>
                </p14:cNvPr>
                <p14:cNvContentPartPr/>
                <p14:nvPr/>
              </p14:nvContentPartPr>
              <p14:xfrm>
                <a:off x="7544520" y="4439736"/>
                <a:ext cx="208080" cy="379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EFE3A5-DABA-57E2-66DF-BBDAADBFF40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40200" y="4435416"/>
                  <a:ext cx="2167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620A689-8327-3440-BB51-0CF35BF24B67}"/>
                    </a:ext>
                  </a:extLst>
                </p14:cNvPr>
                <p14:cNvContentPartPr/>
                <p14:nvPr/>
              </p14:nvContentPartPr>
              <p14:xfrm>
                <a:off x="6413400" y="4827456"/>
                <a:ext cx="1237320" cy="412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620A689-8327-3440-BB51-0CF35BF24B6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09080" y="4823136"/>
                  <a:ext cx="1245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6989F63-1901-3645-FCA6-423BFE150005}"/>
                    </a:ext>
                  </a:extLst>
                </p14:cNvPr>
                <p14:cNvContentPartPr/>
                <p14:nvPr/>
              </p14:nvContentPartPr>
              <p14:xfrm>
                <a:off x="7008120" y="5215896"/>
                <a:ext cx="231840" cy="66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6989F63-1901-3645-FCA6-423BFE15000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003800" y="5211576"/>
                  <a:ext cx="24048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7F0ED6F-F945-6443-8086-520A9F45AFDE}"/>
              </a:ext>
            </a:extLst>
          </p:cNvPr>
          <p:cNvGrpSpPr/>
          <p:nvPr/>
        </p:nvGrpSpPr>
        <p:grpSpPr>
          <a:xfrm>
            <a:off x="8161560" y="817416"/>
            <a:ext cx="2470680" cy="534600"/>
            <a:chOff x="8161560" y="817416"/>
            <a:chExt cx="247068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487FE6C-88B0-41A3-F9FF-5B983E17C9E2}"/>
                    </a:ext>
                  </a:extLst>
                </p14:cNvPr>
                <p14:cNvContentPartPr/>
                <p14:nvPr/>
              </p14:nvContentPartPr>
              <p14:xfrm>
                <a:off x="8161560" y="1273896"/>
                <a:ext cx="163800" cy="78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487FE6C-88B0-41A3-F9FF-5B983E17C9E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57240" y="1269576"/>
                  <a:ext cx="172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56F7822-6497-A7C1-45C2-E3ED8BDC0E23}"/>
                    </a:ext>
                  </a:extLst>
                </p14:cNvPr>
                <p14:cNvContentPartPr/>
                <p14:nvPr/>
              </p14:nvContentPartPr>
              <p14:xfrm>
                <a:off x="8417520" y="1266696"/>
                <a:ext cx="12600" cy="10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56F7822-6497-A7C1-45C2-E3ED8BDC0E2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13200" y="1262376"/>
                  <a:ext cx="21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C7AE155-BC13-95D8-E811-E5E8936600F5}"/>
                    </a:ext>
                  </a:extLst>
                </p14:cNvPr>
                <p14:cNvContentPartPr/>
                <p14:nvPr/>
              </p14:nvContentPartPr>
              <p14:xfrm>
                <a:off x="8456760" y="1197576"/>
                <a:ext cx="360" cy="4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C7AE155-BC13-95D8-E811-E5E8936600F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52440" y="1193256"/>
                  <a:ext cx="9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F8D61DE-208F-330F-DD73-D5B2EB9AF045}"/>
                    </a:ext>
                  </a:extLst>
                </p14:cNvPr>
                <p14:cNvContentPartPr/>
                <p14:nvPr/>
              </p14:nvContentPartPr>
              <p14:xfrm>
                <a:off x="8493120" y="1071576"/>
                <a:ext cx="190440" cy="209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F8D61DE-208F-330F-DD73-D5B2EB9AF04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88800" y="1067256"/>
                  <a:ext cx="199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9AA3D10-0AA6-B6A1-C2C3-0700774ED17E}"/>
                    </a:ext>
                  </a:extLst>
                </p14:cNvPr>
                <p14:cNvContentPartPr/>
                <p14:nvPr/>
              </p14:nvContentPartPr>
              <p14:xfrm>
                <a:off x="8822520" y="1166616"/>
                <a:ext cx="56520" cy="10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9AA3D10-0AA6-B6A1-C2C3-0700774ED17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18200" y="1162296"/>
                  <a:ext cx="651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AE11779-6E03-40A6-A6B5-3B65D114A177}"/>
                    </a:ext>
                  </a:extLst>
                </p14:cNvPr>
                <p14:cNvContentPartPr/>
                <p14:nvPr/>
              </p14:nvContentPartPr>
              <p14:xfrm>
                <a:off x="8822520" y="1177416"/>
                <a:ext cx="146520" cy="32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AE11779-6E03-40A6-A6B5-3B65D114A1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18200" y="1173096"/>
                  <a:ext cx="155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5C2AD44-6432-FA13-C836-DCF3FE6E62BC}"/>
                    </a:ext>
                  </a:extLst>
                </p14:cNvPr>
                <p14:cNvContentPartPr/>
                <p14:nvPr/>
              </p14:nvContentPartPr>
              <p14:xfrm>
                <a:off x="9088200" y="959616"/>
                <a:ext cx="85680" cy="229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5C2AD44-6432-FA13-C836-DCF3FE6E62B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83880" y="955296"/>
                  <a:ext cx="943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D2E247-EB1A-A61F-270B-382BD595242C}"/>
                    </a:ext>
                  </a:extLst>
                </p14:cNvPr>
                <p14:cNvContentPartPr/>
                <p14:nvPr/>
              </p14:nvContentPartPr>
              <p14:xfrm>
                <a:off x="9192960" y="1064376"/>
                <a:ext cx="297720" cy="112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D2E247-EB1A-A61F-270B-382BD595242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88640" y="1060056"/>
                  <a:ext cx="306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5C653C-6887-A443-99DE-CACE60B04881}"/>
                    </a:ext>
                  </a:extLst>
                </p14:cNvPr>
                <p14:cNvContentPartPr/>
                <p14:nvPr/>
              </p14:nvContentPartPr>
              <p14:xfrm>
                <a:off x="9590400" y="1040616"/>
                <a:ext cx="10080" cy="78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5C653C-6887-A443-99DE-CACE60B0488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86080" y="1036296"/>
                  <a:ext cx="18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CEC87D7-592B-E850-9FA4-D4FC3FDCF5B9}"/>
                    </a:ext>
                  </a:extLst>
                </p14:cNvPr>
                <p14:cNvContentPartPr/>
                <p14:nvPr/>
              </p14:nvContentPartPr>
              <p14:xfrm>
                <a:off x="9551520" y="1040616"/>
                <a:ext cx="90720" cy="20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CEC87D7-592B-E850-9FA4-D4FC3FDCF5B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47200" y="1036296"/>
                  <a:ext cx="99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EBBFB9-C041-BFDF-1023-1C098CE54AE5}"/>
                    </a:ext>
                  </a:extLst>
                </p14:cNvPr>
                <p14:cNvContentPartPr/>
                <p14:nvPr/>
              </p14:nvContentPartPr>
              <p14:xfrm>
                <a:off x="9766080" y="874296"/>
                <a:ext cx="107640" cy="221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EBBFB9-C041-BFDF-1023-1C098CE54AE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61760" y="869976"/>
                  <a:ext cx="116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467B4BE-19F6-871E-0E24-ABA5B9962282}"/>
                    </a:ext>
                  </a:extLst>
                </p14:cNvPr>
                <p14:cNvContentPartPr/>
                <p14:nvPr/>
              </p14:nvContentPartPr>
              <p14:xfrm>
                <a:off x="9929520" y="1060416"/>
                <a:ext cx="360" cy="9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467B4BE-19F6-871E-0E24-ABA5B996228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25200" y="1056096"/>
                  <a:ext cx="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6A9B189-A3DD-5C2C-983A-29D6038782DC}"/>
                    </a:ext>
                  </a:extLst>
                </p14:cNvPr>
                <p14:cNvContentPartPr/>
                <p14:nvPr/>
              </p14:nvContentPartPr>
              <p14:xfrm>
                <a:off x="9968400" y="938376"/>
                <a:ext cx="24840" cy="25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6A9B189-A3DD-5C2C-983A-29D6038782D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964080" y="934056"/>
                  <a:ext cx="33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199D905-33C0-516C-9D42-01FFB9C65E7C}"/>
                    </a:ext>
                  </a:extLst>
                </p14:cNvPr>
                <p14:cNvContentPartPr/>
                <p14:nvPr/>
              </p14:nvContentPartPr>
              <p14:xfrm>
                <a:off x="9992520" y="831456"/>
                <a:ext cx="217800" cy="2926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199D905-33C0-516C-9D42-01FFB9C65E7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88200" y="827136"/>
                  <a:ext cx="226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AB1D450-B465-1D85-5E1F-BCD96C8C390B}"/>
                    </a:ext>
                  </a:extLst>
                </p14:cNvPr>
                <p14:cNvContentPartPr/>
                <p14:nvPr/>
              </p14:nvContentPartPr>
              <p14:xfrm>
                <a:off x="10180440" y="849816"/>
                <a:ext cx="158760" cy="320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AB1D450-B465-1D85-5E1F-BCD96C8C39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76120" y="845496"/>
                  <a:ext cx="167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BA9BD7-3AE5-4AD8-8F87-9E76DBDD6CB8}"/>
                    </a:ext>
                  </a:extLst>
                </p14:cNvPr>
                <p14:cNvContentPartPr/>
                <p14:nvPr/>
              </p14:nvContentPartPr>
              <p14:xfrm>
                <a:off x="9017280" y="1041696"/>
                <a:ext cx="132120" cy="218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BA9BD7-3AE5-4AD8-8F87-9E76DBDD6CB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12960" y="1037376"/>
                  <a:ext cx="140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3572ADC-E86E-87BD-C70C-008CFE0C93ED}"/>
                    </a:ext>
                  </a:extLst>
                </p14:cNvPr>
                <p14:cNvContentPartPr/>
                <p14:nvPr/>
              </p14:nvContentPartPr>
              <p14:xfrm>
                <a:off x="10424160" y="817416"/>
                <a:ext cx="78480" cy="280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3572ADC-E86E-87BD-C70C-008CFE0C93E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19840" y="813096"/>
                  <a:ext cx="87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E449992-F795-E897-6361-A4B80EA31625}"/>
                    </a:ext>
                  </a:extLst>
                </p14:cNvPr>
                <p14:cNvContentPartPr/>
                <p14:nvPr/>
              </p14:nvContentPartPr>
              <p14:xfrm>
                <a:off x="10551240" y="993096"/>
                <a:ext cx="81000" cy="87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E449992-F795-E897-6361-A4B80EA3162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546920" y="988776"/>
                  <a:ext cx="896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AF743BD-00E4-B2B9-DFC1-AC51955F3310}"/>
              </a:ext>
            </a:extLst>
          </p:cNvPr>
          <p:cNvGrpSpPr/>
          <p:nvPr/>
        </p:nvGrpSpPr>
        <p:grpSpPr>
          <a:xfrm>
            <a:off x="2850840" y="1677816"/>
            <a:ext cx="958680" cy="327960"/>
            <a:chOff x="2850840" y="1677816"/>
            <a:chExt cx="95868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0821E60-76C9-04BE-2DB3-02620ECB3CAE}"/>
                    </a:ext>
                  </a:extLst>
                </p14:cNvPr>
                <p14:cNvContentPartPr/>
                <p14:nvPr/>
              </p14:nvContentPartPr>
              <p14:xfrm>
                <a:off x="2938680" y="1677816"/>
                <a:ext cx="16200" cy="302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0821E60-76C9-04BE-2DB3-02620ECB3CA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34360" y="1673496"/>
                  <a:ext cx="24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6C3C3EC-B1B3-49ED-F812-6A688E399549}"/>
                    </a:ext>
                  </a:extLst>
                </p14:cNvPr>
                <p14:cNvContentPartPr/>
                <p14:nvPr/>
              </p14:nvContentPartPr>
              <p14:xfrm>
                <a:off x="2850840" y="1835496"/>
                <a:ext cx="256320" cy="112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6C3C3EC-B1B3-49ED-F812-6A688E3995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46520" y="1831176"/>
                  <a:ext cx="264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2752188-7442-A4D8-9CE2-4940F3FAA3C6}"/>
                    </a:ext>
                  </a:extLst>
                </p14:cNvPr>
                <p14:cNvContentPartPr/>
                <p14:nvPr/>
              </p14:nvContentPartPr>
              <p14:xfrm>
                <a:off x="3145320" y="1826496"/>
                <a:ext cx="62280" cy="92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2752188-7442-A4D8-9CE2-4940F3FAA3C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141000" y="1822176"/>
                  <a:ext cx="70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EF53DCC-308D-FED9-FA84-E76D38C67BC5}"/>
                    </a:ext>
                  </a:extLst>
                </p14:cNvPr>
                <p14:cNvContentPartPr/>
                <p14:nvPr/>
              </p14:nvContentPartPr>
              <p14:xfrm>
                <a:off x="3216600" y="1820376"/>
                <a:ext cx="181080" cy="185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EF53DCC-308D-FED9-FA84-E76D38C67BC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12280" y="1816056"/>
                  <a:ext cx="189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8404F1-E0EE-F7F0-C961-2A471E631A71}"/>
                    </a:ext>
                  </a:extLst>
                </p14:cNvPr>
                <p14:cNvContentPartPr/>
                <p14:nvPr/>
              </p14:nvContentPartPr>
              <p14:xfrm>
                <a:off x="3457800" y="1687536"/>
                <a:ext cx="51840" cy="18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8404F1-E0EE-F7F0-C961-2A471E631A7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53480" y="1683216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F82052-05D9-AF7C-1A6F-8ED63EB4C225}"/>
                    </a:ext>
                  </a:extLst>
                </p14:cNvPr>
                <p14:cNvContentPartPr/>
                <p14:nvPr/>
              </p14:nvContentPartPr>
              <p14:xfrm>
                <a:off x="3441240" y="1795896"/>
                <a:ext cx="105120" cy="9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F82052-05D9-AF7C-1A6F-8ED63EB4C22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436920" y="1791576"/>
                  <a:ext cx="11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31F619D-A088-D2F5-83ED-EF01B8B9841C}"/>
                    </a:ext>
                  </a:extLst>
                </p14:cNvPr>
                <p14:cNvContentPartPr/>
                <p14:nvPr/>
              </p14:nvContentPartPr>
              <p14:xfrm>
                <a:off x="3682440" y="1765656"/>
                <a:ext cx="92880" cy="3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31F619D-A088-D2F5-83ED-EF01B8B984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8120" y="1761336"/>
                  <a:ext cx="10152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130FB2-1609-027B-F14F-18D223E8E153}"/>
                    </a:ext>
                  </a:extLst>
                </p14:cNvPr>
                <p14:cNvContentPartPr/>
                <p14:nvPr/>
              </p14:nvContentPartPr>
              <p14:xfrm>
                <a:off x="3689640" y="1799856"/>
                <a:ext cx="119880" cy="29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130FB2-1609-027B-F14F-18D223E8E15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85320" y="1795536"/>
                  <a:ext cx="12852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9D14A42-A6DF-0B0B-1F9E-B584B30B0827}"/>
              </a:ext>
            </a:extLst>
          </p:cNvPr>
          <p:cNvGrpSpPr/>
          <p:nvPr/>
        </p:nvGrpSpPr>
        <p:grpSpPr>
          <a:xfrm>
            <a:off x="8183520" y="1605456"/>
            <a:ext cx="3153960" cy="2472840"/>
            <a:chOff x="8183520" y="1605456"/>
            <a:chExt cx="3153960" cy="24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10DA492-B23E-4F1F-23D7-F196DF49351A}"/>
                    </a:ext>
                  </a:extLst>
                </p14:cNvPr>
                <p14:cNvContentPartPr/>
                <p14:nvPr/>
              </p14:nvContentPartPr>
              <p14:xfrm>
                <a:off x="10073160" y="1818576"/>
                <a:ext cx="110160" cy="8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10DA492-B23E-4F1F-23D7-F196DF49351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068840" y="1814256"/>
                  <a:ext cx="1188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9331F94-1915-4B89-9D30-02D5F190D160}"/>
                    </a:ext>
                  </a:extLst>
                </p14:cNvPr>
                <p14:cNvContentPartPr/>
                <p14:nvPr/>
              </p14:nvContentPartPr>
              <p14:xfrm>
                <a:off x="10087920" y="1878696"/>
                <a:ext cx="124560" cy="15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9331F94-1915-4B89-9D30-02D5F190D16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83600" y="1874376"/>
                  <a:ext cx="133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7C8CC35-964C-9FF5-0D44-593BC3E03428}"/>
                    </a:ext>
                  </a:extLst>
                </p14:cNvPr>
                <p14:cNvContentPartPr/>
                <p14:nvPr/>
              </p14:nvContentPartPr>
              <p14:xfrm>
                <a:off x="10404720" y="1642176"/>
                <a:ext cx="34560" cy="233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7C8CC35-964C-9FF5-0D44-593BC3E0342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00400" y="1637856"/>
                  <a:ext cx="43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7543D7F-8BB7-52EC-B0CA-5B7B573824E7}"/>
                    </a:ext>
                  </a:extLst>
                </p14:cNvPr>
                <p14:cNvContentPartPr/>
                <p14:nvPr/>
              </p14:nvContentPartPr>
              <p14:xfrm>
                <a:off x="10370520" y="1790856"/>
                <a:ext cx="241920" cy="65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7543D7F-8BB7-52EC-B0CA-5B7B573824E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66200" y="1786536"/>
                  <a:ext cx="250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64674D9-0994-E776-B811-F271DB8D2FD6}"/>
                    </a:ext>
                  </a:extLst>
                </p14:cNvPr>
                <p14:cNvContentPartPr/>
                <p14:nvPr/>
              </p14:nvContentPartPr>
              <p14:xfrm>
                <a:off x="10643760" y="1764936"/>
                <a:ext cx="68760" cy="90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64674D9-0994-E776-B811-F271DB8D2FD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639440" y="1760616"/>
                  <a:ext cx="77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D468ADE-61DF-7FEF-6D38-A735CA4B284D}"/>
                    </a:ext>
                  </a:extLst>
                </p14:cNvPr>
                <p14:cNvContentPartPr/>
                <p14:nvPr/>
              </p14:nvContentPartPr>
              <p14:xfrm>
                <a:off x="10730520" y="1794096"/>
                <a:ext cx="156960" cy="223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D468ADE-61DF-7FEF-6D38-A735CA4B284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26200" y="1789776"/>
                  <a:ext cx="165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F8CEAE-C35D-3D33-091D-ACBAEDF17D50}"/>
                    </a:ext>
                  </a:extLst>
                </p14:cNvPr>
                <p14:cNvContentPartPr/>
                <p14:nvPr/>
              </p14:nvContentPartPr>
              <p14:xfrm>
                <a:off x="11005920" y="1665936"/>
                <a:ext cx="23400" cy="298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F8CEAE-C35D-3D33-091D-ACBAEDF17D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1600" y="1661616"/>
                  <a:ext cx="32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C93D229-95A6-A551-6626-A1DA06A18622}"/>
                    </a:ext>
                  </a:extLst>
                </p14:cNvPr>
                <p14:cNvContentPartPr/>
                <p14:nvPr/>
              </p14:nvContentPartPr>
              <p14:xfrm>
                <a:off x="10911960" y="1785096"/>
                <a:ext cx="51480" cy="60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C93D229-95A6-A551-6626-A1DA06A1862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907640" y="1780776"/>
                  <a:ext cx="60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256B622-A4EF-5CF5-1D07-A0D8221AF6C0}"/>
                    </a:ext>
                  </a:extLst>
                </p14:cNvPr>
                <p14:cNvContentPartPr/>
                <p14:nvPr/>
              </p14:nvContentPartPr>
              <p14:xfrm>
                <a:off x="10841400" y="1790136"/>
                <a:ext cx="231840" cy="23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256B622-A4EF-5CF5-1D07-A0D8221AF6C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837080" y="1785816"/>
                  <a:ext cx="240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4AE72FF-007B-260D-B8A1-3960DEC210CD}"/>
                    </a:ext>
                  </a:extLst>
                </p14:cNvPr>
                <p14:cNvContentPartPr/>
                <p14:nvPr/>
              </p14:nvContentPartPr>
              <p14:xfrm>
                <a:off x="11108880" y="1605456"/>
                <a:ext cx="184320" cy="515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4AE72FF-007B-260D-B8A1-3960DEC210C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104560" y="1601136"/>
                  <a:ext cx="1929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1387941-E330-9DE2-EA24-6E9530806997}"/>
                    </a:ext>
                  </a:extLst>
                </p14:cNvPr>
                <p14:cNvContentPartPr/>
                <p14:nvPr/>
              </p14:nvContentPartPr>
              <p14:xfrm>
                <a:off x="8183520" y="1964736"/>
                <a:ext cx="12600" cy="55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1387941-E330-9DE2-EA24-6E95308069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79200" y="1960416"/>
                  <a:ext cx="21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32DDFC6-A124-BA7C-ED26-B84164DAAA05}"/>
                    </a:ext>
                  </a:extLst>
                </p14:cNvPr>
                <p14:cNvContentPartPr/>
                <p14:nvPr/>
              </p14:nvContentPartPr>
              <p14:xfrm>
                <a:off x="8281080" y="1813536"/>
                <a:ext cx="360" cy="6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32DDFC6-A124-BA7C-ED26-B84164DAAA0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76760" y="1809216"/>
                  <a:ext cx="9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96662A-EF5A-B882-A531-EC733FBBEF32}"/>
                    </a:ext>
                  </a:extLst>
                </p14:cNvPr>
                <p14:cNvContentPartPr/>
                <p14:nvPr/>
              </p14:nvContentPartPr>
              <p14:xfrm>
                <a:off x="8307720" y="1749096"/>
                <a:ext cx="117360" cy="347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96662A-EF5A-B882-A531-EC733FBBEF3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303400" y="1744776"/>
                  <a:ext cx="1260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3173FF4-6498-7091-330B-412D9804C578}"/>
                    </a:ext>
                  </a:extLst>
                </p14:cNvPr>
                <p14:cNvContentPartPr/>
                <p14:nvPr/>
              </p14:nvContentPartPr>
              <p14:xfrm>
                <a:off x="8310240" y="1966536"/>
                <a:ext cx="88200" cy="10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3173FF4-6498-7091-330B-412D9804C57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305920" y="1962216"/>
                  <a:ext cx="96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394958A-5116-EB42-FBF5-1D64E8AD5EA4}"/>
                    </a:ext>
                  </a:extLst>
                </p14:cNvPr>
                <p14:cNvContentPartPr/>
                <p14:nvPr/>
              </p14:nvContentPartPr>
              <p14:xfrm>
                <a:off x="8739360" y="1872216"/>
                <a:ext cx="127080" cy="67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394958A-5116-EB42-FBF5-1D64E8AD5EA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735040" y="1867896"/>
                  <a:ext cx="1357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4CB8660-110E-08FC-8AA1-2CE7D1845027}"/>
                    </a:ext>
                  </a:extLst>
                </p14:cNvPr>
                <p14:cNvContentPartPr/>
                <p14:nvPr/>
              </p14:nvContentPartPr>
              <p14:xfrm>
                <a:off x="8971920" y="1714536"/>
                <a:ext cx="170280" cy="283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4CB8660-110E-08FC-8AA1-2CE7D184502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967600" y="1710216"/>
                  <a:ext cx="178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F6D5AAE-3789-533C-97FA-1F884D39A002}"/>
                    </a:ext>
                  </a:extLst>
                </p14:cNvPr>
                <p14:cNvContentPartPr/>
                <p14:nvPr/>
              </p14:nvContentPartPr>
              <p14:xfrm>
                <a:off x="9127080" y="1869696"/>
                <a:ext cx="105120" cy="42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F6D5AAE-3789-533C-97FA-1F884D39A00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122760" y="1865376"/>
                  <a:ext cx="113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10CD2FE-F086-5901-FBC8-23AE071E82CD}"/>
                    </a:ext>
                  </a:extLst>
                </p14:cNvPr>
                <p14:cNvContentPartPr/>
                <p14:nvPr/>
              </p14:nvContentPartPr>
              <p14:xfrm>
                <a:off x="9283320" y="1860696"/>
                <a:ext cx="12600" cy="26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10CD2FE-F086-5901-FBC8-23AE071E82C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279000" y="1856376"/>
                  <a:ext cx="21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650585A-176E-1DB0-181C-B7FE2864A639}"/>
                    </a:ext>
                  </a:extLst>
                </p14:cNvPr>
                <p14:cNvContentPartPr/>
                <p14:nvPr/>
              </p14:nvContentPartPr>
              <p14:xfrm>
                <a:off x="9217440" y="1863216"/>
                <a:ext cx="107640" cy="69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650585A-176E-1DB0-181C-B7FE2864A63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213120" y="1858896"/>
                  <a:ext cx="116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ACECED-1B88-C47B-97F2-83CBBD14A8EB}"/>
                    </a:ext>
                  </a:extLst>
                </p14:cNvPr>
                <p14:cNvContentPartPr/>
                <p14:nvPr/>
              </p14:nvContentPartPr>
              <p14:xfrm>
                <a:off x="9400320" y="1847736"/>
                <a:ext cx="5400" cy="25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ACECED-1B88-C47B-97F2-83CBBD14A8E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396000" y="1843416"/>
                  <a:ext cx="1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3FC13B6-11DD-3356-ECC7-8E9270B18BB5}"/>
                    </a:ext>
                  </a:extLst>
                </p14:cNvPr>
                <p14:cNvContentPartPr/>
                <p14:nvPr/>
              </p14:nvContentPartPr>
              <p14:xfrm>
                <a:off x="9451440" y="1755216"/>
                <a:ext cx="17280" cy="41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3FC13B6-11DD-3356-ECC7-8E9270B18BB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447120" y="1750896"/>
                  <a:ext cx="25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D4116C8-6F1D-8037-4973-F0193414760E}"/>
                    </a:ext>
                  </a:extLst>
                </p14:cNvPr>
                <p14:cNvContentPartPr/>
                <p14:nvPr/>
              </p14:nvContentPartPr>
              <p14:xfrm>
                <a:off x="9492840" y="1696896"/>
                <a:ext cx="190800" cy="174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D4116C8-6F1D-8037-4973-F0193414760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488520" y="1692576"/>
                  <a:ext cx="199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69C1B7A-9B91-369D-CA06-1A8B5415B157}"/>
                    </a:ext>
                  </a:extLst>
                </p14:cNvPr>
                <p14:cNvContentPartPr/>
                <p14:nvPr/>
              </p14:nvContentPartPr>
              <p14:xfrm>
                <a:off x="9714600" y="1677816"/>
                <a:ext cx="129600" cy="281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69C1B7A-9B91-369D-CA06-1A8B5415B15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710280" y="1673496"/>
                  <a:ext cx="138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1C48609-A6C8-0DC3-68B1-92DFC2EDF38F}"/>
                    </a:ext>
                  </a:extLst>
                </p14:cNvPr>
                <p14:cNvContentPartPr/>
                <p14:nvPr/>
              </p14:nvContentPartPr>
              <p14:xfrm>
                <a:off x="8537040" y="1695816"/>
                <a:ext cx="197280" cy="492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1C48609-A6C8-0DC3-68B1-92DFC2EDF38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532720" y="1691496"/>
                  <a:ext cx="2059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29643CF-FE4C-49C9-BD8A-30EA3D1578DB}"/>
                    </a:ext>
                  </a:extLst>
                </p14:cNvPr>
                <p14:cNvContentPartPr/>
                <p14:nvPr/>
              </p14:nvContentPartPr>
              <p14:xfrm>
                <a:off x="8931960" y="2391696"/>
                <a:ext cx="271080" cy="147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29643CF-FE4C-49C9-BD8A-30EA3D1578D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927640" y="2387376"/>
                  <a:ext cx="279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BA2F2E7-C9C9-3EE0-E467-115E78C36D70}"/>
                    </a:ext>
                  </a:extLst>
                </p14:cNvPr>
                <p14:cNvContentPartPr/>
                <p14:nvPr/>
              </p14:nvContentPartPr>
              <p14:xfrm>
                <a:off x="9230760" y="2298816"/>
                <a:ext cx="42840" cy="20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BA2F2E7-C9C9-3EE0-E467-115E78C36D7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26440" y="2294496"/>
                  <a:ext cx="51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A5074E1-CECA-5BF3-5F7C-2D16432B6D4B}"/>
                    </a:ext>
                  </a:extLst>
                </p14:cNvPr>
                <p14:cNvContentPartPr/>
                <p14:nvPr/>
              </p14:nvContentPartPr>
              <p14:xfrm>
                <a:off x="9149040" y="2398176"/>
                <a:ext cx="327240" cy="69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A5074E1-CECA-5BF3-5F7C-2D16432B6D4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144720" y="2393856"/>
                  <a:ext cx="335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78635BC-2391-95E7-F3B9-D4FC4AE3E86D}"/>
                    </a:ext>
                  </a:extLst>
                </p14:cNvPr>
                <p14:cNvContentPartPr/>
                <p14:nvPr/>
              </p14:nvContentPartPr>
              <p14:xfrm>
                <a:off x="9531360" y="2371176"/>
                <a:ext cx="39960" cy="106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78635BC-2391-95E7-F3B9-D4FC4AE3E86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27040" y="2366856"/>
                  <a:ext cx="4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18A62A2-DEEE-5B03-8330-A88489BAA80D}"/>
                    </a:ext>
                  </a:extLst>
                </p14:cNvPr>
                <p14:cNvContentPartPr/>
                <p14:nvPr/>
              </p14:nvContentPartPr>
              <p14:xfrm>
                <a:off x="9617400" y="2424456"/>
                <a:ext cx="173520" cy="29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18A62A2-DEEE-5B03-8330-A88489BAA80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13080" y="2420136"/>
                  <a:ext cx="182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DD304E7-7A0B-19B3-C4A5-8624EAD95ED7}"/>
                    </a:ext>
                  </a:extLst>
                </p14:cNvPr>
                <p14:cNvContentPartPr/>
                <p14:nvPr/>
              </p14:nvContentPartPr>
              <p14:xfrm>
                <a:off x="10129320" y="2381616"/>
                <a:ext cx="246600" cy="66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DD304E7-7A0B-19B3-C4A5-8624EAD95ED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125000" y="2377296"/>
                  <a:ext cx="255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E981C46-A821-F8C3-604D-A09DA2C62825}"/>
                    </a:ext>
                  </a:extLst>
                </p14:cNvPr>
                <p14:cNvContentPartPr/>
                <p14:nvPr/>
              </p14:nvContentPartPr>
              <p14:xfrm>
                <a:off x="10404720" y="2395656"/>
                <a:ext cx="12600" cy="37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E981C46-A821-F8C3-604D-A09DA2C6282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400400" y="2391336"/>
                  <a:ext cx="21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7FC7879-3704-2855-F2EA-3A4EF89B9152}"/>
                    </a:ext>
                  </a:extLst>
                </p14:cNvPr>
                <p14:cNvContentPartPr/>
                <p14:nvPr/>
              </p14:nvContentPartPr>
              <p14:xfrm>
                <a:off x="10482840" y="2271096"/>
                <a:ext cx="68760" cy="134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7FC7879-3704-2855-F2EA-3A4EF89B915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478520" y="2266776"/>
                  <a:ext cx="77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CDC4367-A2A7-62D0-9165-4AE2ECC33C22}"/>
                    </a:ext>
                  </a:extLst>
                </p14:cNvPr>
                <p14:cNvContentPartPr/>
                <p14:nvPr/>
              </p14:nvContentPartPr>
              <p14:xfrm>
                <a:off x="10531440" y="2176416"/>
                <a:ext cx="176040" cy="300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CDC4367-A2A7-62D0-9165-4AE2ECC33C2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527120" y="2172096"/>
                  <a:ext cx="184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F395AB0-8B92-701B-A7E9-E4ED936A50B0}"/>
                    </a:ext>
                  </a:extLst>
                </p14:cNvPr>
                <p14:cNvContentPartPr/>
                <p14:nvPr/>
              </p14:nvContentPartPr>
              <p14:xfrm>
                <a:off x="10819440" y="2355696"/>
                <a:ext cx="360" cy="19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F395AB0-8B92-701B-A7E9-E4ED936A50B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15120" y="2351376"/>
                  <a:ext cx="9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C95DF96-8F67-CE09-3C32-E8C624410745}"/>
                    </a:ext>
                  </a:extLst>
                </p14:cNvPr>
                <p14:cNvContentPartPr/>
                <p14:nvPr/>
              </p14:nvContentPartPr>
              <p14:xfrm>
                <a:off x="10602360" y="2515896"/>
                <a:ext cx="188280" cy="223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C95DF96-8F67-CE09-3C32-E8C62441074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598040" y="2511576"/>
                  <a:ext cx="196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B377F83-F7BD-5492-20A0-02B6C167CDDB}"/>
                    </a:ext>
                  </a:extLst>
                </p14:cNvPr>
                <p14:cNvContentPartPr/>
                <p14:nvPr/>
              </p14:nvContentPartPr>
              <p14:xfrm>
                <a:off x="8361360" y="2995416"/>
                <a:ext cx="7560" cy="133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B377F83-F7BD-5492-20A0-02B6C167CDD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357040" y="2991096"/>
                  <a:ext cx="16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70874F5-84CF-8898-B028-FF399E5FA679}"/>
                    </a:ext>
                  </a:extLst>
                </p14:cNvPr>
                <p14:cNvContentPartPr/>
                <p14:nvPr/>
              </p14:nvContentPartPr>
              <p14:xfrm>
                <a:off x="8398080" y="2841696"/>
                <a:ext cx="2880" cy="30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70874F5-84CF-8898-B028-FF399E5FA67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93760" y="2837376"/>
                  <a:ext cx="11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600D6B4-B5A3-0357-7878-F9054EAE1A27}"/>
                    </a:ext>
                  </a:extLst>
                </p14:cNvPr>
                <p14:cNvContentPartPr/>
                <p14:nvPr/>
              </p14:nvContentPartPr>
              <p14:xfrm>
                <a:off x="8499960" y="2852496"/>
                <a:ext cx="88560" cy="392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600D6B4-B5A3-0357-7878-F9054EAE1A2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495640" y="2848176"/>
                  <a:ext cx="972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F19EC16-7DD9-23CF-832E-ABCFE7441293}"/>
                    </a:ext>
                  </a:extLst>
                </p14:cNvPr>
                <p14:cNvContentPartPr/>
                <p14:nvPr/>
              </p14:nvContentPartPr>
              <p14:xfrm>
                <a:off x="8454240" y="3133656"/>
                <a:ext cx="166320" cy="13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F19EC16-7DD9-23CF-832E-ABCFE744129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449920" y="3129336"/>
                  <a:ext cx="17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6A2B985-D2B8-3DC4-B5F1-0DF802D5F2FA}"/>
                    </a:ext>
                  </a:extLst>
                </p14:cNvPr>
                <p14:cNvContentPartPr/>
                <p14:nvPr/>
              </p14:nvContentPartPr>
              <p14:xfrm>
                <a:off x="11194920" y="2554056"/>
                <a:ext cx="142560" cy="421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6A2B985-D2B8-3DC4-B5F1-0DF802D5F2F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190600" y="2549736"/>
                  <a:ext cx="1512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2FDE9B0-BE4C-DD00-6BF1-AE23D2667722}"/>
                    </a:ext>
                  </a:extLst>
                </p14:cNvPr>
                <p14:cNvContentPartPr/>
                <p14:nvPr/>
              </p14:nvContentPartPr>
              <p14:xfrm>
                <a:off x="8766360" y="2854656"/>
                <a:ext cx="81000" cy="300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2FDE9B0-BE4C-DD00-6BF1-AE23D266772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762040" y="2850336"/>
                  <a:ext cx="896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76F2EBD-D3D0-B90A-1CFB-A2E39E1974E9}"/>
                    </a:ext>
                  </a:extLst>
                </p14:cNvPr>
                <p14:cNvContentPartPr/>
                <p14:nvPr/>
              </p14:nvContentPartPr>
              <p14:xfrm>
                <a:off x="8904240" y="3003696"/>
                <a:ext cx="126000" cy="662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76F2EBD-D3D0-B90A-1CFB-A2E39E1974E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899920" y="2999376"/>
                  <a:ext cx="134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110DD62-6C6B-A981-C563-C825C40C26D3}"/>
                    </a:ext>
                  </a:extLst>
                </p14:cNvPr>
                <p14:cNvContentPartPr/>
                <p14:nvPr/>
              </p14:nvContentPartPr>
              <p14:xfrm>
                <a:off x="9134280" y="2837016"/>
                <a:ext cx="146880" cy="286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110DD62-6C6B-A981-C563-C825C40C26D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129960" y="2832696"/>
                  <a:ext cx="1555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C8673E6-758F-AC7F-193D-74F3A34F27A3}"/>
                    </a:ext>
                  </a:extLst>
                </p14:cNvPr>
                <p14:cNvContentPartPr/>
                <p14:nvPr/>
              </p14:nvContentPartPr>
              <p14:xfrm>
                <a:off x="9266040" y="2997216"/>
                <a:ext cx="122400" cy="500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C8673E6-758F-AC7F-193D-74F3A34F27A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261720" y="2992896"/>
                  <a:ext cx="131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D5D35D-CF67-2C8B-E327-9400DC516B14}"/>
                    </a:ext>
                  </a:extLst>
                </p14:cNvPr>
                <p14:cNvContentPartPr/>
                <p14:nvPr/>
              </p14:nvContentPartPr>
              <p14:xfrm>
                <a:off x="9448920" y="2977416"/>
                <a:ext cx="12600" cy="6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D5D35D-CF67-2C8B-E327-9400DC516B1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444600" y="2973096"/>
                  <a:ext cx="21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784E58B-BEF4-1EE7-0200-61D9F40C0925}"/>
                    </a:ext>
                  </a:extLst>
                </p14:cNvPr>
                <p14:cNvContentPartPr/>
                <p14:nvPr/>
              </p14:nvContentPartPr>
              <p14:xfrm>
                <a:off x="9485640" y="2876616"/>
                <a:ext cx="12600" cy="35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784E58B-BEF4-1EE7-0200-61D9F40C092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481320" y="2872296"/>
                  <a:ext cx="21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ECFB0F-F1F2-C558-D5CF-1E0073A26E31}"/>
                    </a:ext>
                  </a:extLst>
                </p14:cNvPr>
                <p14:cNvContentPartPr/>
                <p14:nvPr/>
              </p14:nvContentPartPr>
              <p14:xfrm>
                <a:off x="9547200" y="2798496"/>
                <a:ext cx="141120" cy="182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ECFB0F-F1F2-C558-D5CF-1E0073A26E3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542880" y="2794176"/>
                  <a:ext cx="149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FD537E3-1FA9-C09F-337F-44B5D3F812C3}"/>
                    </a:ext>
                  </a:extLst>
                </p14:cNvPr>
                <p14:cNvContentPartPr/>
                <p14:nvPr/>
              </p14:nvContentPartPr>
              <p14:xfrm>
                <a:off x="9741600" y="2861136"/>
                <a:ext cx="139680" cy="172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FD537E3-1FA9-C09F-337F-44B5D3F812C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737280" y="2856816"/>
                  <a:ext cx="148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E34C976-34E2-CA3C-17D8-D868592FCC37}"/>
                    </a:ext>
                  </a:extLst>
                </p14:cNvPr>
                <p14:cNvContentPartPr/>
                <p14:nvPr/>
              </p14:nvContentPartPr>
              <p14:xfrm>
                <a:off x="10039320" y="2877696"/>
                <a:ext cx="194760" cy="120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E34C976-34E2-CA3C-17D8-D868592FCC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035000" y="2873376"/>
                  <a:ext cx="203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84E74DD-3513-8992-59E6-B8EF4715D196}"/>
                    </a:ext>
                  </a:extLst>
                </p14:cNvPr>
                <p14:cNvContentPartPr/>
                <p14:nvPr/>
              </p14:nvContentPartPr>
              <p14:xfrm>
                <a:off x="10422000" y="2744136"/>
                <a:ext cx="15120" cy="2185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84E74DD-3513-8992-59E6-B8EF4715D19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417680" y="2739816"/>
                  <a:ext cx="23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55E0226-54CC-4826-BE5B-F901B2E15599}"/>
                    </a:ext>
                  </a:extLst>
                </p14:cNvPr>
                <p14:cNvContentPartPr/>
                <p14:nvPr/>
              </p14:nvContentPartPr>
              <p14:xfrm>
                <a:off x="10319400" y="2839536"/>
                <a:ext cx="324720" cy="70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55E0226-54CC-4826-BE5B-F901B2E1559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315080" y="2835216"/>
                  <a:ext cx="333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4AD8970-6E25-9639-B86F-CBD011262FFA}"/>
                    </a:ext>
                  </a:extLst>
                </p14:cNvPr>
                <p14:cNvContentPartPr/>
                <p14:nvPr/>
              </p14:nvContentPartPr>
              <p14:xfrm>
                <a:off x="10680120" y="2785896"/>
                <a:ext cx="46800" cy="113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4AD8970-6E25-9639-B86F-CBD011262FF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75800" y="2781576"/>
                  <a:ext cx="5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67F858E-D1B0-0973-20DB-BABF84D1CCF1}"/>
                    </a:ext>
                  </a:extLst>
                </p14:cNvPr>
                <p14:cNvContentPartPr/>
                <p14:nvPr/>
              </p14:nvContentPartPr>
              <p14:xfrm>
                <a:off x="10749960" y="2748096"/>
                <a:ext cx="155160" cy="205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67F858E-D1B0-0973-20DB-BABF84D1CCF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45640" y="2743776"/>
                  <a:ext cx="163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65A8EFA-30CE-4F5B-F9AE-9B3253968B2C}"/>
                    </a:ext>
                  </a:extLst>
                </p14:cNvPr>
                <p14:cNvContentPartPr/>
                <p14:nvPr/>
              </p14:nvContentPartPr>
              <p14:xfrm>
                <a:off x="10987560" y="2647656"/>
                <a:ext cx="46800" cy="185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65A8EFA-30CE-4F5B-F9AE-9B3253968B2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983240" y="2643336"/>
                  <a:ext cx="55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595EFC8-7FA7-91FC-3AE3-128F907DA44C}"/>
                    </a:ext>
                  </a:extLst>
                </p14:cNvPr>
                <p14:cNvContentPartPr/>
                <p14:nvPr/>
              </p14:nvContentPartPr>
              <p14:xfrm>
                <a:off x="10936440" y="2757456"/>
                <a:ext cx="117360" cy="43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595EFC8-7FA7-91FC-3AE3-128F907DA44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932120" y="2753136"/>
                  <a:ext cx="126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1ABF582-D916-B555-4032-944D18BEA9F9}"/>
                    </a:ext>
                  </a:extLst>
                </p14:cNvPr>
                <p14:cNvContentPartPr/>
                <p14:nvPr/>
              </p14:nvContentPartPr>
              <p14:xfrm>
                <a:off x="8949240" y="3310056"/>
                <a:ext cx="107640" cy="208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1ABF582-D916-B555-4032-944D18BEA9F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944920" y="3305736"/>
                  <a:ext cx="116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73876DF-19F9-140E-565E-6BAFF0549A9F}"/>
                    </a:ext>
                  </a:extLst>
                </p14:cNvPr>
                <p14:cNvContentPartPr/>
                <p14:nvPr/>
              </p14:nvContentPartPr>
              <p14:xfrm>
                <a:off x="9141840" y="3414816"/>
                <a:ext cx="7560" cy="10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73876DF-19F9-140E-565E-6BAFF0549A9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137520" y="3410496"/>
                  <a:ext cx="16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24E8D4C-5E41-61DB-3D1E-5FC1B217720B}"/>
                    </a:ext>
                  </a:extLst>
                </p14:cNvPr>
                <p14:cNvContentPartPr/>
                <p14:nvPr/>
              </p14:nvContentPartPr>
              <p14:xfrm>
                <a:off x="9205200" y="3327696"/>
                <a:ext cx="5400" cy="19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24E8D4C-5E41-61DB-3D1E-5FC1B217720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200880" y="3323376"/>
                  <a:ext cx="14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81293C6-5B09-57D0-D64D-9DCECDE0BFF3}"/>
                    </a:ext>
                  </a:extLst>
                </p14:cNvPr>
                <p14:cNvContentPartPr/>
                <p14:nvPr/>
              </p14:nvContentPartPr>
              <p14:xfrm>
                <a:off x="9249120" y="3280176"/>
                <a:ext cx="288000" cy="290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81293C6-5B09-57D0-D64D-9DCECDE0BFF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244800" y="3275856"/>
                  <a:ext cx="296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44CE198-1E13-A7BA-7FE1-910C0AEA6A83}"/>
                    </a:ext>
                  </a:extLst>
                </p14:cNvPr>
                <p14:cNvContentPartPr/>
                <p14:nvPr/>
              </p14:nvContentPartPr>
              <p14:xfrm>
                <a:off x="9644040" y="3361896"/>
                <a:ext cx="185760" cy="12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44CE198-1E13-A7BA-7FE1-910C0AEA6A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639720" y="3357576"/>
                  <a:ext cx="194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F222D77-46B3-FBBB-7F6C-484745D09A6F}"/>
                    </a:ext>
                  </a:extLst>
                </p14:cNvPr>
                <p14:cNvContentPartPr/>
                <p14:nvPr/>
              </p14:nvContentPartPr>
              <p14:xfrm>
                <a:off x="9680760" y="3409776"/>
                <a:ext cx="171000" cy="24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F222D77-46B3-FBBB-7F6C-484745D09A6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676440" y="3405456"/>
                  <a:ext cx="179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AD3FFC6-4318-CD42-6A75-CE2A868F5792}"/>
                    </a:ext>
                  </a:extLst>
                </p14:cNvPr>
                <p14:cNvContentPartPr/>
                <p14:nvPr/>
              </p14:nvContentPartPr>
              <p14:xfrm>
                <a:off x="9970920" y="3321936"/>
                <a:ext cx="251640" cy="89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AD3FFC6-4318-CD42-6A75-CE2A868F579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966600" y="3317616"/>
                  <a:ext cx="260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9E52D06-58CF-CE09-8658-9C3143469686}"/>
                    </a:ext>
                  </a:extLst>
                </p14:cNvPr>
                <p14:cNvContentPartPr/>
                <p14:nvPr/>
              </p14:nvContentPartPr>
              <p14:xfrm>
                <a:off x="10285200" y="3321216"/>
                <a:ext cx="5400" cy="25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9E52D06-58CF-CE09-8658-9C314346968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280880" y="3316896"/>
                  <a:ext cx="1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6E266D1-DEF9-2764-1A82-CDD39A13CFC5}"/>
                    </a:ext>
                  </a:extLst>
                </p14:cNvPr>
                <p14:cNvContentPartPr/>
                <p14:nvPr/>
              </p14:nvContentPartPr>
              <p14:xfrm>
                <a:off x="10336680" y="3209976"/>
                <a:ext cx="19800" cy="74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6E266D1-DEF9-2764-1A82-CDD39A13CFC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32360" y="3205656"/>
                  <a:ext cx="28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D1EC513-6AE6-65D1-18BF-C6DD4F6B8B07}"/>
                    </a:ext>
                  </a:extLst>
                </p14:cNvPr>
                <p14:cNvContentPartPr/>
                <p14:nvPr/>
              </p14:nvContentPartPr>
              <p14:xfrm>
                <a:off x="10385280" y="3149136"/>
                <a:ext cx="171000" cy="207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D1EC513-6AE6-65D1-18BF-C6DD4F6B8B0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380960" y="3144816"/>
                  <a:ext cx="179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DF323E6-35DB-F579-834B-D5BAA53AAF63}"/>
                    </a:ext>
                  </a:extLst>
                </p14:cNvPr>
                <p14:cNvContentPartPr/>
                <p14:nvPr/>
              </p14:nvContentPartPr>
              <p14:xfrm>
                <a:off x="10638720" y="3256416"/>
                <a:ext cx="107640" cy="22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DF323E6-35DB-F579-834B-D5BAA53AAF6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634400" y="3252096"/>
                  <a:ext cx="116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523A8E8-9400-6040-D82B-2632D4CAE35C}"/>
                    </a:ext>
                  </a:extLst>
                </p14:cNvPr>
                <p14:cNvContentPartPr/>
                <p14:nvPr/>
              </p14:nvContentPartPr>
              <p14:xfrm>
                <a:off x="10892520" y="3115656"/>
                <a:ext cx="15120" cy="195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523A8E8-9400-6040-D82B-2632D4CAE35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888200" y="3111336"/>
                  <a:ext cx="23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B8E9FD3-18F7-60A4-43B7-C59FFA32076D}"/>
                    </a:ext>
                  </a:extLst>
                </p14:cNvPr>
                <p14:cNvContentPartPr/>
                <p14:nvPr/>
              </p14:nvContentPartPr>
              <p14:xfrm>
                <a:off x="11012040" y="3083256"/>
                <a:ext cx="17280" cy="89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B8E9FD3-18F7-60A4-43B7-C59FFA32076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007720" y="3078936"/>
                  <a:ext cx="25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59C7A4E-0B81-B287-4212-05515EB5910B}"/>
                    </a:ext>
                  </a:extLst>
                </p14:cNvPr>
                <p14:cNvContentPartPr/>
                <p14:nvPr/>
              </p14:nvContentPartPr>
              <p14:xfrm>
                <a:off x="11031480" y="3248136"/>
                <a:ext cx="5400" cy="13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59C7A4E-0B81-B287-4212-05515EB5910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027160" y="3243816"/>
                  <a:ext cx="14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91E7640-0BD3-FFE3-255E-288B4E4E03E9}"/>
                    </a:ext>
                  </a:extLst>
                </p14:cNvPr>
                <p14:cNvContentPartPr/>
                <p14:nvPr/>
              </p14:nvContentPartPr>
              <p14:xfrm>
                <a:off x="10919160" y="3391056"/>
                <a:ext cx="117360" cy="1116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91E7640-0BD3-FFE3-255E-288B4E4E03E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914840" y="3386736"/>
                  <a:ext cx="126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B480577-8813-94DF-3393-6E01FD761D0C}"/>
                    </a:ext>
                  </a:extLst>
                </p14:cNvPr>
                <p14:cNvContentPartPr/>
                <p14:nvPr/>
              </p14:nvContentPartPr>
              <p14:xfrm>
                <a:off x="8468640" y="3890376"/>
                <a:ext cx="10080" cy="81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B480577-8813-94DF-3393-6E01FD761D0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64320" y="3886056"/>
                  <a:ext cx="18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9B6DFEE-66FF-78EC-1432-06A1BCF2FBAB}"/>
                    </a:ext>
                  </a:extLst>
                </p14:cNvPr>
                <p14:cNvContentPartPr/>
                <p14:nvPr/>
              </p14:nvContentPartPr>
              <p14:xfrm>
                <a:off x="8520120" y="3749616"/>
                <a:ext cx="15120" cy="133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9B6DFEE-66FF-78EC-1432-06A1BCF2FB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15800" y="3745296"/>
                  <a:ext cx="23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68BC63A-D1F4-B840-7CB6-9BD532D6249E}"/>
                    </a:ext>
                  </a:extLst>
                </p14:cNvPr>
                <p14:cNvContentPartPr/>
                <p14:nvPr/>
              </p14:nvContentPartPr>
              <p14:xfrm>
                <a:off x="8546760" y="3722256"/>
                <a:ext cx="138240" cy="356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68BC63A-D1F4-B840-7CB6-9BD532D6249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542440" y="3717936"/>
                  <a:ext cx="146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DFCA19A-859B-840F-1422-D948195907E7}"/>
                    </a:ext>
                  </a:extLst>
                </p14:cNvPr>
                <p14:cNvContentPartPr/>
                <p14:nvPr/>
              </p14:nvContentPartPr>
              <p14:xfrm>
                <a:off x="8568720" y="3900816"/>
                <a:ext cx="95400" cy="68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DFCA19A-859B-840F-1422-D948195907E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564400" y="3896496"/>
                  <a:ext cx="1040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69BC2EE-A201-0DAB-4652-CD2704C3E545}"/>
                    </a:ext>
                  </a:extLst>
                </p14:cNvPr>
                <p14:cNvContentPartPr/>
                <p14:nvPr/>
              </p14:nvContentPartPr>
              <p14:xfrm>
                <a:off x="8812440" y="3677256"/>
                <a:ext cx="132120" cy="319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69BC2EE-A201-0DAB-4652-CD2704C3E54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808120" y="3672936"/>
                  <a:ext cx="140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39A857C-1E2F-F7C6-B625-E6DA040CE716}"/>
                    </a:ext>
                  </a:extLst>
                </p14:cNvPr>
                <p14:cNvContentPartPr/>
                <p14:nvPr/>
              </p14:nvContentPartPr>
              <p14:xfrm>
                <a:off x="8995320" y="3824856"/>
                <a:ext cx="108000" cy="78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39A857C-1E2F-F7C6-B625-E6DA040CE71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991000" y="382053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0C0066F-8912-2B8A-D208-BCA7A6931541}"/>
                    </a:ext>
                  </a:extLst>
                </p14:cNvPr>
                <p14:cNvContentPartPr/>
                <p14:nvPr/>
              </p14:nvContentPartPr>
              <p14:xfrm>
                <a:off x="9165240" y="3689496"/>
                <a:ext cx="161280" cy="269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0C0066F-8912-2B8A-D208-BCA7A693154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160920" y="3685176"/>
                  <a:ext cx="169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DCDAABE-FDA7-4326-22DA-36B3DF531655}"/>
                    </a:ext>
                  </a:extLst>
                </p14:cNvPr>
                <p14:cNvContentPartPr/>
                <p14:nvPr/>
              </p14:nvContentPartPr>
              <p14:xfrm>
                <a:off x="9315000" y="3784896"/>
                <a:ext cx="229680" cy="77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DCDAABE-FDA7-4326-22DA-36B3DF53165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310680" y="3780576"/>
                  <a:ext cx="238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90993BC-8D6B-1FCF-4BFA-7D73758CA158}"/>
                    </a:ext>
                  </a:extLst>
                </p14:cNvPr>
                <p14:cNvContentPartPr/>
                <p14:nvPr/>
              </p14:nvContentPartPr>
              <p14:xfrm>
                <a:off x="9605160" y="3758616"/>
                <a:ext cx="2880" cy="28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90993BC-8D6B-1FCF-4BFA-7D73758CA15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600840" y="3754296"/>
                  <a:ext cx="11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AAB5174-5C17-B722-F6E7-2C491E69B69B}"/>
                    </a:ext>
                  </a:extLst>
                </p14:cNvPr>
                <p14:cNvContentPartPr/>
                <p14:nvPr/>
              </p14:nvContentPartPr>
              <p14:xfrm>
                <a:off x="9634320" y="3665016"/>
                <a:ext cx="17280" cy="482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AAB5174-5C17-B722-F6E7-2C491E69B69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630000" y="3660696"/>
                  <a:ext cx="25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60C52B0-05C5-F8A7-896C-BA6B298B0E08}"/>
                    </a:ext>
                  </a:extLst>
                </p14:cNvPr>
                <p14:cNvContentPartPr/>
                <p14:nvPr/>
              </p14:nvContentPartPr>
              <p14:xfrm>
                <a:off x="9674640" y="3639456"/>
                <a:ext cx="108720" cy="156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60C52B0-05C5-F8A7-896C-BA6B298B0E0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670320" y="3635136"/>
                  <a:ext cx="117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147B45D-B25B-1683-0CE4-82F10AB913D9}"/>
                    </a:ext>
                  </a:extLst>
                </p14:cNvPr>
                <p14:cNvContentPartPr/>
                <p14:nvPr/>
              </p14:nvContentPartPr>
              <p14:xfrm>
                <a:off x="9817200" y="3651336"/>
                <a:ext cx="136800" cy="187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147B45D-B25B-1683-0CE4-82F10AB913D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812880" y="3647016"/>
                  <a:ext cx="145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ACAFB26-C7DC-8E73-4E85-0DA0651787F9}"/>
                    </a:ext>
                  </a:extLst>
                </p14:cNvPr>
                <p14:cNvContentPartPr/>
                <p14:nvPr/>
              </p14:nvContentPartPr>
              <p14:xfrm>
                <a:off x="10055160" y="3618936"/>
                <a:ext cx="220680" cy="123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ACAFB26-C7DC-8E73-4E85-0DA0651787F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050840" y="3614616"/>
                  <a:ext cx="229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557903F-89CE-934B-E7F6-313EF8D6A2B7}"/>
                    </a:ext>
                  </a:extLst>
                </p14:cNvPr>
                <p14:cNvContentPartPr/>
                <p14:nvPr/>
              </p14:nvContentPartPr>
              <p14:xfrm>
                <a:off x="10448640" y="3526776"/>
                <a:ext cx="39240" cy="210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557903F-89CE-934B-E7F6-313EF8D6A2B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444320" y="3522456"/>
                  <a:ext cx="47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BD0975A-164F-20D1-36D8-DFB546E148DF}"/>
                    </a:ext>
                  </a:extLst>
                </p14:cNvPr>
                <p14:cNvContentPartPr/>
                <p14:nvPr/>
              </p14:nvContentPartPr>
              <p14:xfrm>
                <a:off x="10402200" y="3605256"/>
                <a:ext cx="261360" cy="72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BD0975A-164F-20D1-36D8-DFB546E148D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397880" y="3600936"/>
                  <a:ext cx="270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0BAFD94-DECA-3534-AA88-9AD139D69AD2}"/>
                    </a:ext>
                  </a:extLst>
                </p14:cNvPr>
                <p14:cNvContentPartPr/>
                <p14:nvPr/>
              </p14:nvContentPartPr>
              <p14:xfrm>
                <a:off x="10704600" y="3567096"/>
                <a:ext cx="22320" cy="120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0BAFD94-DECA-3534-AA88-9AD139D69AD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700280" y="3562776"/>
                  <a:ext cx="30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93D0D7A-19DD-3F0C-F613-5E0F5DAACA52}"/>
                    </a:ext>
                  </a:extLst>
                </p14:cNvPr>
                <p14:cNvContentPartPr/>
                <p14:nvPr/>
              </p14:nvContentPartPr>
              <p14:xfrm>
                <a:off x="10755360" y="3582216"/>
                <a:ext cx="193680" cy="191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93D0D7A-19DD-3F0C-F613-5E0F5DAACA5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751040" y="3577896"/>
                  <a:ext cx="202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20E9AAD-8EE0-8876-1228-E4CA42F3A8B2}"/>
                    </a:ext>
                  </a:extLst>
                </p14:cNvPr>
                <p14:cNvContentPartPr/>
                <p14:nvPr/>
              </p14:nvContentPartPr>
              <p14:xfrm>
                <a:off x="11025000" y="3495096"/>
                <a:ext cx="26640" cy="169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20E9AAD-8EE0-8876-1228-E4CA42F3A8B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020680" y="3490776"/>
                  <a:ext cx="35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AB27D5F-B6C8-C7F7-62A7-8B4ECF8A71B9}"/>
                    </a:ext>
                  </a:extLst>
                </p14:cNvPr>
                <p14:cNvContentPartPr/>
                <p14:nvPr/>
              </p14:nvContentPartPr>
              <p14:xfrm>
                <a:off x="10975320" y="3559536"/>
                <a:ext cx="185760" cy="29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AB27D5F-B6C8-C7F7-62A7-8B4ECF8A71B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971000" y="3555216"/>
                  <a:ext cx="194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AC4345D-5C18-6CAB-83B4-438E23399DC4}"/>
                    </a:ext>
                  </a:extLst>
                </p14:cNvPr>
                <p14:cNvContentPartPr/>
                <p14:nvPr/>
              </p14:nvContentPartPr>
              <p14:xfrm>
                <a:off x="11199600" y="3399336"/>
                <a:ext cx="131760" cy="362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AC4345D-5C18-6CAB-83B4-438E23399DC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195280" y="3395016"/>
                  <a:ext cx="14040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E30DB5DA-C784-EE3D-1655-247B0AC5295E}"/>
                  </a:ext>
                </a:extLst>
              </p14:cNvPr>
              <p14:cNvContentPartPr/>
              <p14:nvPr/>
            </p14:nvContentPartPr>
            <p14:xfrm>
              <a:off x="3908880" y="1579536"/>
              <a:ext cx="177840" cy="2894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E30DB5DA-C784-EE3D-1655-247B0AC5295E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3904560" y="1575216"/>
                <a:ext cx="186480" cy="29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43476EFF-6410-AEA5-D82A-47B95021F697}"/>
              </a:ext>
            </a:extLst>
          </p:cNvPr>
          <p:cNvGrpSpPr/>
          <p:nvPr/>
        </p:nvGrpSpPr>
        <p:grpSpPr>
          <a:xfrm>
            <a:off x="8978400" y="4141296"/>
            <a:ext cx="331920" cy="288360"/>
            <a:chOff x="8978400" y="4141296"/>
            <a:chExt cx="3319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8C276BD-B697-0E26-6002-FE9037C21F47}"/>
                    </a:ext>
                  </a:extLst>
                </p14:cNvPr>
                <p14:cNvContentPartPr/>
                <p14:nvPr/>
              </p14:nvContentPartPr>
              <p14:xfrm>
                <a:off x="8978400" y="4141296"/>
                <a:ext cx="63720" cy="2833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8C276BD-B697-0E26-6002-FE9037C21F4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974080" y="4136976"/>
                  <a:ext cx="723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D7B99AB-8249-EE76-03F1-DB116C5D9141}"/>
                    </a:ext>
                  </a:extLst>
                </p14:cNvPr>
                <p14:cNvContentPartPr/>
                <p14:nvPr/>
              </p14:nvContentPartPr>
              <p14:xfrm>
                <a:off x="9039240" y="4298256"/>
                <a:ext cx="68760" cy="1314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D7B99AB-8249-EE76-03F1-DB116C5D914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034920" y="4293936"/>
                  <a:ext cx="77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2F963DE-B2BA-6D4A-E5BD-0EFFD43D54B2}"/>
                    </a:ext>
                  </a:extLst>
                </p14:cNvPr>
                <p14:cNvContentPartPr/>
                <p14:nvPr/>
              </p14:nvContentPartPr>
              <p14:xfrm>
                <a:off x="9190440" y="4236336"/>
                <a:ext cx="119880" cy="128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2F963DE-B2BA-6D4A-E5BD-0EFFD43D54B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186120" y="4232016"/>
                  <a:ext cx="1285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39A36B0-74E2-3320-13B9-F6DD3DBEE3F9}"/>
              </a:ext>
            </a:extLst>
          </p:cNvPr>
          <p:cNvGrpSpPr/>
          <p:nvPr/>
        </p:nvGrpSpPr>
        <p:grpSpPr>
          <a:xfrm>
            <a:off x="9546480" y="4226616"/>
            <a:ext cx="117360" cy="65520"/>
            <a:chOff x="9546480" y="4226616"/>
            <a:chExt cx="11736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633E46F-C200-5A56-141F-27F6F99586B5}"/>
                    </a:ext>
                  </a:extLst>
                </p14:cNvPr>
                <p14:cNvContentPartPr/>
                <p14:nvPr/>
              </p14:nvContentPartPr>
              <p14:xfrm>
                <a:off x="9546480" y="4226616"/>
                <a:ext cx="107640" cy="6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633E46F-C200-5A56-141F-27F6F99586B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542160" y="4222296"/>
                  <a:ext cx="1162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81274C-1A77-9A62-C44C-C44D9F9D81FC}"/>
                    </a:ext>
                  </a:extLst>
                </p14:cNvPr>
                <p14:cNvContentPartPr/>
                <p14:nvPr/>
              </p14:nvContentPartPr>
              <p14:xfrm>
                <a:off x="9568440" y="4286016"/>
                <a:ext cx="95400" cy="6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81274C-1A77-9A62-C44C-C44D9F9D81F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564120" y="4281696"/>
                  <a:ext cx="10404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2AAE8406-AB80-CA07-FB1E-D1669C01D7AC}"/>
              </a:ext>
            </a:extLst>
          </p:cNvPr>
          <p:cNvGrpSpPr/>
          <p:nvPr/>
        </p:nvGrpSpPr>
        <p:grpSpPr>
          <a:xfrm>
            <a:off x="9914760" y="3936816"/>
            <a:ext cx="1078200" cy="399960"/>
            <a:chOff x="9914760" y="3936816"/>
            <a:chExt cx="10782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0428DCE-D8DA-5824-B717-8676D3E7C935}"/>
                    </a:ext>
                  </a:extLst>
                </p14:cNvPr>
                <p14:cNvContentPartPr/>
                <p14:nvPr/>
              </p14:nvContentPartPr>
              <p14:xfrm>
                <a:off x="9914760" y="4156056"/>
                <a:ext cx="176040" cy="51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0428DCE-D8DA-5824-B717-8676D3E7C93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910440" y="4151736"/>
                  <a:ext cx="184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FE61594-B64F-D0A7-02E1-27F802201CCA}"/>
                    </a:ext>
                  </a:extLst>
                </p14:cNvPr>
                <p14:cNvContentPartPr/>
                <p14:nvPr/>
              </p14:nvContentPartPr>
              <p14:xfrm>
                <a:off x="10185480" y="4137336"/>
                <a:ext cx="5400" cy="327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FE61594-B64F-D0A7-02E1-27F802201CCA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181160" y="4133016"/>
                  <a:ext cx="14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6E4D973-29D9-E15F-10B5-6D17654545AD}"/>
                    </a:ext>
                  </a:extLst>
                </p14:cNvPr>
                <p14:cNvContentPartPr/>
                <p14:nvPr/>
              </p14:nvContentPartPr>
              <p14:xfrm>
                <a:off x="10209600" y="4027536"/>
                <a:ext cx="19800" cy="59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6E4D973-29D9-E15F-10B5-6D17654545A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205280" y="4023216"/>
                  <a:ext cx="28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BC1BB7A-83E1-604F-4702-25F62C3030CF}"/>
                    </a:ext>
                  </a:extLst>
                </p14:cNvPr>
                <p14:cNvContentPartPr/>
                <p14:nvPr/>
              </p14:nvContentPartPr>
              <p14:xfrm>
                <a:off x="10282680" y="3936816"/>
                <a:ext cx="163800" cy="209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BC1BB7A-83E1-604F-4702-25F62C3030C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78360" y="3932496"/>
                  <a:ext cx="172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7248249-7164-958D-F131-DACD8734BAF1}"/>
                    </a:ext>
                  </a:extLst>
                </p14:cNvPr>
                <p14:cNvContentPartPr/>
                <p14:nvPr/>
              </p14:nvContentPartPr>
              <p14:xfrm>
                <a:off x="10587600" y="4004856"/>
                <a:ext cx="7560" cy="117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7248249-7164-958D-F131-DACD8734BAF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583280" y="4000536"/>
                  <a:ext cx="16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0BC4895-25C4-71DB-77A7-902BAEE42250}"/>
                    </a:ext>
                  </a:extLst>
                </p14:cNvPr>
                <p14:cNvContentPartPr/>
                <p14:nvPr/>
              </p14:nvContentPartPr>
              <p14:xfrm>
                <a:off x="10512000" y="4036536"/>
                <a:ext cx="154080" cy="21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0BC4895-25C4-71DB-77A7-902BAEE4225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07680" y="4032216"/>
                  <a:ext cx="162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8580D80-AF11-3760-EB8C-9E4552CAB019}"/>
                    </a:ext>
                  </a:extLst>
                </p14:cNvPr>
                <p14:cNvContentPartPr/>
                <p14:nvPr/>
              </p14:nvContentPartPr>
              <p14:xfrm>
                <a:off x="10780200" y="3937536"/>
                <a:ext cx="39240" cy="141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8580D80-AF11-3760-EB8C-9E4552CAB01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775880" y="3933216"/>
                  <a:ext cx="47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0FD76BE-25B8-6010-69B1-732049164F19}"/>
                    </a:ext>
                  </a:extLst>
                </p14:cNvPr>
                <p14:cNvContentPartPr/>
                <p14:nvPr/>
              </p14:nvContentPartPr>
              <p14:xfrm>
                <a:off x="10938960" y="3977856"/>
                <a:ext cx="15120" cy="13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0FD76BE-25B8-6010-69B1-732049164F1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934640" y="3973536"/>
                  <a:ext cx="23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B9F9D8B-0A3E-ECAC-0307-84B3383BB2B5}"/>
                    </a:ext>
                  </a:extLst>
                </p14:cNvPr>
                <p14:cNvContentPartPr/>
                <p14:nvPr/>
              </p14:nvContentPartPr>
              <p14:xfrm>
                <a:off x="10819440" y="4124376"/>
                <a:ext cx="173520" cy="2124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B9F9D8B-0A3E-ECAC-0307-84B3383BB2B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815120" y="4120056"/>
                  <a:ext cx="18216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96A3C4DB-AEF5-1204-A460-E82F852FC60B}"/>
                  </a:ext>
                </a:extLst>
              </p14:cNvPr>
              <p14:cNvContentPartPr/>
              <p14:nvPr/>
            </p14:nvContentPartPr>
            <p14:xfrm>
              <a:off x="4843080" y="3899016"/>
              <a:ext cx="117360" cy="230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96A3C4DB-AEF5-1204-A460-E82F852FC60B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4838760" y="3894696"/>
                <a:ext cx="12600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56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BF863-9209-67B4-CDC4-790560BF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0967-DFF4-F637-9FA7-251EC36E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14458"/>
            <a:ext cx="10515600" cy="1325563"/>
          </a:xfrm>
        </p:spPr>
        <p:txBody>
          <a:bodyPr/>
          <a:lstStyle/>
          <a:p>
            <a:r>
              <a:rPr lang="en-ZA" dirty="0"/>
              <a:t>Binary Search (Recursive) - Data MUST BE SORTED!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26BF13-6854-72BF-6A6C-8052CD7E9B10}"/>
              </a:ext>
            </a:extLst>
          </p:cNvPr>
          <p:cNvGrpSpPr/>
          <p:nvPr/>
        </p:nvGrpSpPr>
        <p:grpSpPr>
          <a:xfrm>
            <a:off x="1275120" y="2428776"/>
            <a:ext cx="4877640" cy="1082160"/>
            <a:chOff x="1275120" y="2428776"/>
            <a:chExt cx="4877640" cy="10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3C443B4-FC96-0945-8C54-5B3B9F4BCA6C}"/>
                    </a:ext>
                  </a:extLst>
                </p14:cNvPr>
                <p14:cNvContentPartPr/>
                <p14:nvPr/>
              </p14:nvContentPartPr>
              <p14:xfrm>
                <a:off x="1336680" y="3241656"/>
                <a:ext cx="12600" cy="23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3C443B4-FC96-0945-8C54-5B3B9F4BCA6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32360" y="3237336"/>
                  <a:ext cx="21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09C19C-D4FC-5B38-3B6F-543176E1C74F}"/>
                    </a:ext>
                  </a:extLst>
                </p14:cNvPr>
                <p14:cNvContentPartPr/>
                <p14:nvPr/>
              </p14:nvContentPartPr>
              <p14:xfrm>
                <a:off x="1275120" y="3188016"/>
                <a:ext cx="623160" cy="322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09C19C-D4FC-5B38-3B6F-543176E1C7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0800" y="3183696"/>
                  <a:ext cx="6318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01AA4B-0960-79F0-8828-36CAC61D720E}"/>
                    </a:ext>
                  </a:extLst>
                </p14:cNvPr>
                <p14:cNvContentPartPr/>
                <p14:nvPr/>
              </p14:nvContentPartPr>
              <p14:xfrm>
                <a:off x="1507320" y="2976336"/>
                <a:ext cx="137160" cy="90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01AA4B-0960-79F0-8828-36CAC61D72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3000" y="2972016"/>
                  <a:ext cx="145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FEE551-5780-E61A-A26D-BCF1AD2A58FA}"/>
                    </a:ext>
                  </a:extLst>
                </p14:cNvPr>
                <p14:cNvContentPartPr/>
                <p14:nvPr/>
              </p14:nvContentPartPr>
              <p14:xfrm>
                <a:off x="1673280" y="2939976"/>
                <a:ext cx="1058400" cy="407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FEE551-5780-E61A-A26D-BCF1AD2A58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8960" y="2935656"/>
                  <a:ext cx="10670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95E6D9-4DB4-4D30-C9D2-8616EA025E4E}"/>
                    </a:ext>
                  </a:extLst>
                </p14:cNvPr>
                <p14:cNvContentPartPr/>
                <p14:nvPr/>
              </p14:nvContentPartPr>
              <p14:xfrm>
                <a:off x="2667960" y="2863656"/>
                <a:ext cx="113040" cy="161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95E6D9-4DB4-4D30-C9D2-8616EA025E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63640" y="2859336"/>
                  <a:ext cx="121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C51B80-FF69-A7FA-5B3D-62BBD8D34739}"/>
                    </a:ext>
                  </a:extLst>
                </p14:cNvPr>
                <p14:cNvContentPartPr/>
                <p14:nvPr/>
              </p14:nvContentPartPr>
              <p14:xfrm>
                <a:off x="2850840" y="2724696"/>
                <a:ext cx="19800" cy="379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C51B80-FF69-A7FA-5B3D-62BBD8D347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6520" y="2720376"/>
                  <a:ext cx="284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22C6EC-2FD7-2A42-3FE5-B7ADA265E9F3}"/>
                    </a:ext>
                  </a:extLst>
                </p14:cNvPr>
                <p14:cNvContentPartPr/>
                <p14:nvPr/>
              </p14:nvContentPartPr>
              <p14:xfrm>
                <a:off x="2683440" y="2442096"/>
                <a:ext cx="3469320" cy="72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22C6EC-2FD7-2A42-3FE5-B7ADA265E9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79120" y="2437776"/>
                  <a:ext cx="34779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4C9B85-02B8-C11B-8746-BE4ECC1B3CAA}"/>
                    </a:ext>
                  </a:extLst>
                </p14:cNvPr>
                <p14:cNvContentPartPr/>
                <p14:nvPr/>
              </p14:nvContentPartPr>
              <p14:xfrm>
                <a:off x="3194640" y="2671776"/>
                <a:ext cx="41760" cy="474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4C9B85-02B8-C11B-8746-BE4ECC1B3C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0320" y="2667456"/>
                  <a:ext cx="504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1B3AC9-A351-D96D-3FB7-7F767B3C1D30}"/>
                    </a:ext>
                  </a:extLst>
                </p14:cNvPr>
                <p14:cNvContentPartPr/>
                <p14:nvPr/>
              </p14:nvContentPartPr>
              <p14:xfrm>
                <a:off x="3687480" y="2601216"/>
                <a:ext cx="19800" cy="37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1B3AC9-A351-D96D-3FB7-7F767B3C1D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83160" y="2596896"/>
                  <a:ext cx="284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04AB76-E5C4-D5AE-282B-CCF8ED515627}"/>
                    </a:ext>
                  </a:extLst>
                </p14:cNvPr>
                <p14:cNvContentPartPr/>
                <p14:nvPr/>
              </p14:nvContentPartPr>
              <p14:xfrm>
                <a:off x="4209120" y="2542536"/>
                <a:ext cx="24840" cy="47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04AB76-E5C4-D5AE-282B-CCF8ED5156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4800" y="2538216"/>
                  <a:ext cx="334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EFB5D5-9302-FE4A-C8F4-670514948793}"/>
                    </a:ext>
                  </a:extLst>
                </p14:cNvPr>
                <p14:cNvContentPartPr/>
                <p14:nvPr/>
              </p14:nvContentPartPr>
              <p14:xfrm>
                <a:off x="4655880" y="2469456"/>
                <a:ext cx="46440" cy="46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EFB5D5-9302-FE4A-C8F4-6705149487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51560" y="2465136"/>
                  <a:ext cx="550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1EE002-258A-1715-8601-1D502608C878}"/>
                    </a:ext>
                  </a:extLst>
                </p14:cNvPr>
                <p14:cNvContentPartPr/>
                <p14:nvPr/>
              </p14:nvContentPartPr>
              <p14:xfrm>
                <a:off x="5105880" y="2461896"/>
                <a:ext cx="59400" cy="410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1EE002-258A-1715-8601-1D502608C8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01560" y="2457576"/>
                  <a:ext cx="680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F50BA9-7279-79EB-6659-A37930C3436C}"/>
                    </a:ext>
                  </a:extLst>
                </p14:cNvPr>
                <p14:cNvContentPartPr/>
                <p14:nvPr/>
              </p14:nvContentPartPr>
              <p14:xfrm>
                <a:off x="5515920" y="2437776"/>
                <a:ext cx="41760" cy="36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F50BA9-7279-79EB-6659-A37930C343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11600" y="2433456"/>
                  <a:ext cx="504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D99FDBA-C7C3-3227-9146-9439936911B8}"/>
                    </a:ext>
                  </a:extLst>
                </p14:cNvPr>
                <p14:cNvContentPartPr/>
                <p14:nvPr/>
              </p14:nvContentPartPr>
              <p14:xfrm>
                <a:off x="5786640" y="2428776"/>
                <a:ext cx="66600" cy="475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D99FDBA-C7C3-3227-9146-9439936911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82320" y="2424456"/>
                  <a:ext cx="752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15BEF2-A7D2-008E-30A3-7D9E9116281F}"/>
                    </a:ext>
                  </a:extLst>
                </p14:cNvPr>
                <p14:cNvContentPartPr/>
                <p14:nvPr/>
              </p14:nvContentPartPr>
              <p14:xfrm>
                <a:off x="2936520" y="3297096"/>
                <a:ext cx="103680" cy="68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15BEF2-A7D2-008E-30A3-7D9E911628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32200" y="3292776"/>
                  <a:ext cx="112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0D25AE-17D8-6BC5-6DC3-FE7504D03975}"/>
                    </a:ext>
                  </a:extLst>
                </p14:cNvPr>
                <p14:cNvContentPartPr/>
                <p14:nvPr/>
              </p14:nvContentPartPr>
              <p14:xfrm>
                <a:off x="3426480" y="3221496"/>
                <a:ext cx="29520" cy="7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0D25AE-17D8-6BC5-6DC3-FE7504D039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22160" y="3217176"/>
                  <a:ext cx="38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C0CC4F-A830-6DEE-15EE-C81490F41D61}"/>
                    </a:ext>
                  </a:extLst>
                </p14:cNvPr>
                <p14:cNvContentPartPr/>
                <p14:nvPr/>
              </p14:nvContentPartPr>
              <p14:xfrm>
                <a:off x="3897000" y="3156336"/>
                <a:ext cx="151560" cy="7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C0CC4F-A830-6DEE-15EE-C81490F41D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92680" y="3152016"/>
                  <a:ext cx="160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8DDE89-009F-57C1-F6FA-F13FC2F074CA}"/>
                    </a:ext>
                  </a:extLst>
                </p14:cNvPr>
                <p14:cNvContentPartPr/>
                <p14:nvPr/>
              </p14:nvContentPartPr>
              <p14:xfrm>
                <a:off x="4392000" y="3124656"/>
                <a:ext cx="96120" cy="94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8DDE89-009F-57C1-F6FA-F13FC2F074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7680" y="3120336"/>
                  <a:ext cx="104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44B834-6078-FC34-5EB8-9D7FCD8FC07A}"/>
                    </a:ext>
                  </a:extLst>
                </p14:cNvPr>
                <p14:cNvContentPartPr/>
                <p14:nvPr/>
              </p14:nvContentPartPr>
              <p14:xfrm>
                <a:off x="4874760" y="3040776"/>
                <a:ext cx="139320" cy="87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44B834-6078-FC34-5EB8-9D7FCD8FC07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70440" y="3036456"/>
                  <a:ext cx="147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6FED54-51A5-6A63-AADF-B88A4A3D2DD6}"/>
                    </a:ext>
                  </a:extLst>
                </p14:cNvPr>
                <p14:cNvContentPartPr/>
                <p14:nvPr/>
              </p14:nvContentPartPr>
              <p14:xfrm>
                <a:off x="4965120" y="3077496"/>
                <a:ext cx="37080" cy="11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6FED54-51A5-6A63-AADF-B88A4A3D2D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60800" y="3073176"/>
                  <a:ext cx="45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D7A2CAA-6BBF-3688-638B-AAF026058649}"/>
                    </a:ext>
                  </a:extLst>
                </p14:cNvPr>
                <p14:cNvContentPartPr/>
                <p14:nvPr/>
              </p14:nvContentPartPr>
              <p14:xfrm>
                <a:off x="5286960" y="3019896"/>
                <a:ext cx="97200" cy="14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D7A2CAA-6BBF-3688-638B-AAF0260586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82640" y="3015576"/>
                  <a:ext cx="105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3877E8-B93F-0F96-1C7B-0B8ED61275A9}"/>
                    </a:ext>
                  </a:extLst>
                </p14:cNvPr>
                <p14:cNvContentPartPr/>
                <p14:nvPr/>
              </p14:nvContentPartPr>
              <p14:xfrm>
                <a:off x="5411160" y="2980656"/>
                <a:ext cx="124560" cy="1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3877E8-B93F-0F96-1C7B-0B8ED61275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6840" y="2976336"/>
                  <a:ext cx="1332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9EB7C1-3F38-B221-D745-79A1DFD7A73C}"/>
                    </a:ext>
                  </a:extLst>
                </p14:cNvPr>
                <p14:cNvContentPartPr/>
                <p14:nvPr/>
              </p14:nvContentPartPr>
              <p14:xfrm>
                <a:off x="5644800" y="2969496"/>
                <a:ext cx="78840" cy="13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9EB7C1-3F38-B221-D745-79A1DFD7A7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40480" y="2965176"/>
                  <a:ext cx="87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C6FF70-D342-853D-2854-97FAE2D60ABE}"/>
                    </a:ext>
                  </a:extLst>
                </p14:cNvPr>
                <p14:cNvContentPartPr/>
                <p14:nvPr/>
              </p14:nvContentPartPr>
              <p14:xfrm>
                <a:off x="5924160" y="2965536"/>
                <a:ext cx="73800" cy="252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C6FF70-D342-853D-2854-97FAE2D60A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19840" y="2961216"/>
                  <a:ext cx="82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CAD499-4C6E-1C0C-5307-9CE96F626DB9}"/>
                    </a:ext>
                  </a:extLst>
                </p14:cNvPr>
                <p14:cNvContentPartPr/>
                <p14:nvPr/>
              </p14:nvContentPartPr>
              <p14:xfrm>
                <a:off x="5935320" y="3074256"/>
                <a:ext cx="107640" cy="1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CAD499-4C6E-1C0C-5307-9CE96F626D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31000" y="3069936"/>
                  <a:ext cx="116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177E53-1BC2-0954-231A-28DB7C9C4F61}"/>
                    </a:ext>
                  </a:extLst>
                </p14:cNvPr>
                <p14:cNvContentPartPr/>
                <p14:nvPr/>
              </p14:nvContentPartPr>
              <p14:xfrm>
                <a:off x="3044520" y="2840256"/>
                <a:ext cx="16560" cy="167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177E53-1BC2-0954-231A-28DB7C9C4F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40200" y="2835936"/>
                  <a:ext cx="25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640517-5CE4-85A1-68D8-FFF8D8D710AA}"/>
                    </a:ext>
                  </a:extLst>
                </p14:cNvPr>
                <p14:cNvContentPartPr/>
                <p14:nvPr/>
              </p14:nvContentPartPr>
              <p14:xfrm>
                <a:off x="3328920" y="2822976"/>
                <a:ext cx="146520" cy="107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640517-5CE4-85A1-68D8-FFF8D8D710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24600" y="2818656"/>
                  <a:ext cx="155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E54CB42-0F15-CA57-4334-8F7822960E95}"/>
                    </a:ext>
                  </a:extLst>
                </p14:cNvPr>
                <p14:cNvContentPartPr/>
                <p14:nvPr/>
              </p14:nvContentPartPr>
              <p14:xfrm>
                <a:off x="3836160" y="2731176"/>
                <a:ext cx="110520" cy="14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E54CB42-0F15-CA57-4334-8F7822960E9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1840" y="2726856"/>
                  <a:ext cx="119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4B9170-C3E3-D1A2-E5DD-61602D69B503}"/>
                    </a:ext>
                  </a:extLst>
                </p14:cNvPr>
                <p14:cNvContentPartPr/>
                <p14:nvPr/>
              </p14:nvContentPartPr>
              <p14:xfrm>
                <a:off x="4313880" y="2702736"/>
                <a:ext cx="134640" cy="9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4B9170-C3E3-D1A2-E5DD-61602D69B50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09560" y="2698416"/>
                  <a:ext cx="143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F5C0AA-167C-FC96-9D6B-B65879F35D4F}"/>
                    </a:ext>
                  </a:extLst>
                </p14:cNvPr>
                <p14:cNvContentPartPr/>
                <p14:nvPr/>
              </p14:nvContentPartPr>
              <p14:xfrm>
                <a:off x="4408920" y="2717496"/>
                <a:ext cx="4680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F5C0AA-167C-FC96-9D6B-B65879F35D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04600" y="2713176"/>
                  <a:ext cx="55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009697-3589-D98D-1CFC-263BA17DF31B}"/>
                    </a:ext>
                  </a:extLst>
                </p14:cNvPr>
                <p14:cNvContentPartPr/>
                <p14:nvPr/>
              </p14:nvContentPartPr>
              <p14:xfrm>
                <a:off x="4767480" y="2666376"/>
                <a:ext cx="98280" cy="149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009697-3589-D98D-1CFC-263BA17DF3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3160" y="2662056"/>
                  <a:ext cx="106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56AD8A-E172-89FE-98E8-9E4B3D422DFE}"/>
                    </a:ext>
                  </a:extLst>
                </p14:cNvPr>
                <p14:cNvContentPartPr/>
                <p14:nvPr/>
              </p14:nvContentPartPr>
              <p14:xfrm>
                <a:off x="4889520" y="2606256"/>
                <a:ext cx="129600" cy="30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56AD8A-E172-89FE-98E8-9E4B3D422D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85200" y="2601936"/>
                  <a:ext cx="138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639586-3579-E30B-AC61-BEB41D05E514}"/>
                    </a:ext>
                  </a:extLst>
                </p14:cNvPr>
                <p14:cNvContentPartPr/>
                <p14:nvPr/>
              </p14:nvContentPartPr>
              <p14:xfrm>
                <a:off x="5225400" y="2576016"/>
                <a:ext cx="83880" cy="18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639586-3579-E30B-AC61-BEB41D05E5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21080" y="2571696"/>
                  <a:ext cx="92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B1F0DAB-684E-0D70-EAA0-FA68E2E7B498}"/>
                    </a:ext>
                  </a:extLst>
                </p14:cNvPr>
                <p14:cNvContentPartPr/>
                <p14:nvPr/>
              </p14:nvContentPartPr>
              <p14:xfrm>
                <a:off x="5559840" y="2592216"/>
                <a:ext cx="98640" cy="120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B1F0DAB-684E-0D70-EAA0-FA68E2E7B49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55520" y="2587896"/>
                  <a:ext cx="107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900648-7CA8-7581-F26B-A8B27569598B}"/>
                    </a:ext>
                  </a:extLst>
                </p14:cNvPr>
                <p14:cNvContentPartPr/>
                <p14:nvPr/>
              </p14:nvContentPartPr>
              <p14:xfrm>
                <a:off x="5606280" y="2646576"/>
                <a:ext cx="124560" cy="1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900648-7CA8-7581-F26B-A8B27569598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01960" y="2642256"/>
                  <a:ext cx="133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9D4764-2E4B-6DD1-2D98-4875A957AF41}"/>
                    </a:ext>
                  </a:extLst>
                </p14:cNvPr>
                <p14:cNvContentPartPr/>
                <p14:nvPr/>
              </p14:nvContentPartPr>
              <p14:xfrm>
                <a:off x="5856840" y="2574576"/>
                <a:ext cx="16740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9D4764-2E4B-6DD1-2D98-4875A957AF4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52520" y="2570256"/>
                  <a:ext cx="1760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C6CA1A1-EF4A-7FEC-975F-DD7451B7DFCB}"/>
              </a:ext>
            </a:extLst>
          </p:cNvPr>
          <p:cNvGrpSpPr/>
          <p:nvPr/>
        </p:nvGrpSpPr>
        <p:grpSpPr>
          <a:xfrm>
            <a:off x="2807280" y="3955176"/>
            <a:ext cx="400320" cy="445680"/>
            <a:chOff x="2807280" y="3955176"/>
            <a:chExt cx="40032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98F817-DA69-1CF0-064A-08A60DC24D1F}"/>
                    </a:ext>
                  </a:extLst>
                </p14:cNvPr>
                <p14:cNvContentPartPr/>
                <p14:nvPr/>
              </p14:nvContentPartPr>
              <p14:xfrm>
                <a:off x="2824200" y="3955176"/>
                <a:ext cx="13320" cy="190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98F817-DA69-1CF0-064A-08A60DC24D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19880" y="3950856"/>
                  <a:ext cx="21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D092058-8E47-F385-308D-052A078821A3}"/>
                    </a:ext>
                  </a:extLst>
                </p14:cNvPr>
                <p14:cNvContentPartPr/>
                <p14:nvPr/>
              </p14:nvContentPartPr>
              <p14:xfrm>
                <a:off x="2888280" y="4053456"/>
                <a:ext cx="43920" cy="56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D092058-8E47-F385-308D-052A078821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83960" y="4049136"/>
                  <a:ext cx="52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CD4368-7B15-E3EB-B5A3-81B6069F3A24}"/>
                    </a:ext>
                  </a:extLst>
                </p14:cNvPr>
                <p14:cNvContentPartPr/>
                <p14:nvPr/>
              </p14:nvContentPartPr>
              <p14:xfrm>
                <a:off x="2997360" y="3987576"/>
                <a:ext cx="129600" cy="8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CD4368-7B15-E3EB-B5A3-81B6069F3A2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93040" y="3983256"/>
                  <a:ext cx="138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720E36-AA8F-6836-016A-90D7B2E6B642}"/>
                    </a:ext>
                  </a:extLst>
                </p14:cNvPr>
                <p14:cNvContentPartPr/>
                <p14:nvPr/>
              </p14:nvContentPartPr>
              <p14:xfrm>
                <a:off x="2829960" y="4199256"/>
                <a:ext cx="11520" cy="157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720E36-AA8F-6836-016A-90D7B2E6B64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25640" y="4194936"/>
                  <a:ext cx="20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D5A993-2AC7-A3F1-3B9B-E884D7DE7586}"/>
                    </a:ext>
                  </a:extLst>
                </p14:cNvPr>
                <p14:cNvContentPartPr/>
                <p14:nvPr/>
              </p14:nvContentPartPr>
              <p14:xfrm>
                <a:off x="2807280" y="4163976"/>
                <a:ext cx="400320" cy="236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D5A993-2AC7-A3F1-3B9B-E884D7DE75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02960" y="4159656"/>
                  <a:ext cx="40896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DD491DE-426B-00AE-4348-8D109D9A7620}"/>
              </a:ext>
            </a:extLst>
          </p:cNvPr>
          <p:cNvGrpSpPr/>
          <p:nvPr/>
        </p:nvGrpSpPr>
        <p:grpSpPr>
          <a:xfrm>
            <a:off x="5495040" y="3368376"/>
            <a:ext cx="943200" cy="1112040"/>
            <a:chOff x="5495040" y="3368376"/>
            <a:chExt cx="943200" cy="11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328CB6-DFBF-0E1E-4F8B-78B75D2067E9}"/>
                    </a:ext>
                  </a:extLst>
                </p14:cNvPr>
                <p14:cNvContentPartPr/>
                <p14:nvPr/>
              </p14:nvContentPartPr>
              <p14:xfrm>
                <a:off x="5871960" y="3477456"/>
                <a:ext cx="41760" cy="379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328CB6-DFBF-0E1E-4F8B-78B75D2067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67640" y="3473136"/>
                  <a:ext cx="504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7E0E4DC-61AC-009C-1C9C-BE05CA7ED39A}"/>
                    </a:ext>
                  </a:extLst>
                </p14:cNvPr>
                <p14:cNvContentPartPr/>
                <p14:nvPr/>
              </p14:nvContentPartPr>
              <p14:xfrm>
                <a:off x="5845680" y="3368376"/>
                <a:ext cx="239040" cy="109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7E0E4DC-61AC-009C-1C9C-BE05CA7ED3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41360" y="3364056"/>
                  <a:ext cx="247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E40F763-1885-35F6-4E4B-3BB5BDA53B80}"/>
                    </a:ext>
                  </a:extLst>
                </p14:cNvPr>
                <p14:cNvContentPartPr/>
                <p14:nvPr/>
              </p14:nvContentPartPr>
              <p14:xfrm>
                <a:off x="5879520" y="4042296"/>
                <a:ext cx="149040" cy="132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E40F763-1885-35F6-4E4B-3BB5BDA53B8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75200" y="4037976"/>
                  <a:ext cx="157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A655605-269E-89B2-17A8-65BE66F270E4}"/>
                    </a:ext>
                  </a:extLst>
                </p14:cNvPr>
                <p14:cNvContentPartPr/>
                <p14:nvPr/>
              </p14:nvContentPartPr>
              <p14:xfrm>
                <a:off x="6064560" y="4044816"/>
                <a:ext cx="12600" cy="7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A655605-269E-89B2-17A8-65BE66F270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60240" y="4040496"/>
                  <a:ext cx="21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C2027C-D23C-3E1A-DE90-A9898CCBA520}"/>
                    </a:ext>
                  </a:extLst>
                </p14:cNvPr>
                <p14:cNvContentPartPr/>
                <p14:nvPr/>
              </p14:nvContentPartPr>
              <p14:xfrm>
                <a:off x="6101280" y="3948696"/>
                <a:ext cx="360" cy="32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C2027C-D23C-3E1A-DE90-A9898CCBA5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96960" y="3944376"/>
                  <a:ext cx="9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7B5CAF-EA26-B7FB-9C42-6ADBD1960360}"/>
                    </a:ext>
                  </a:extLst>
                </p14:cNvPr>
                <p14:cNvContentPartPr/>
                <p14:nvPr/>
              </p14:nvContentPartPr>
              <p14:xfrm>
                <a:off x="6074280" y="3764736"/>
                <a:ext cx="329760" cy="417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7B5CAF-EA26-B7FB-9C42-6ADBD19603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69960" y="3760416"/>
                  <a:ext cx="3384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AB88B6C-38BD-BBB7-70EA-2D253304A339}"/>
                    </a:ext>
                  </a:extLst>
                </p14:cNvPr>
                <p14:cNvContentPartPr/>
                <p14:nvPr/>
              </p14:nvContentPartPr>
              <p14:xfrm>
                <a:off x="5877000" y="3946176"/>
                <a:ext cx="21240" cy="21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AB88B6C-38BD-BBB7-70EA-2D253304A3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72680" y="3941856"/>
                  <a:ext cx="29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9EAE86-5B03-8C9C-02BB-6B7958F3ADCE}"/>
                    </a:ext>
                  </a:extLst>
                </p14:cNvPr>
                <p14:cNvContentPartPr/>
                <p14:nvPr/>
              </p14:nvContentPartPr>
              <p14:xfrm>
                <a:off x="5754960" y="4314816"/>
                <a:ext cx="29520" cy="165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9EAE86-5B03-8C9C-02BB-6B7958F3AD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50640" y="4310496"/>
                  <a:ext cx="38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A13564-E3D1-2FB2-7B99-A9BD89823797}"/>
                    </a:ext>
                  </a:extLst>
                </p14:cNvPr>
                <p14:cNvContentPartPr/>
                <p14:nvPr/>
              </p14:nvContentPartPr>
              <p14:xfrm>
                <a:off x="5757480" y="4163976"/>
                <a:ext cx="680760" cy="301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A13564-E3D1-2FB2-7B99-A9BD898237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53160" y="4159656"/>
                  <a:ext cx="6894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7B1C971-B687-9C02-40D5-F83E7390F08F}"/>
                    </a:ext>
                  </a:extLst>
                </p14:cNvPr>
                <p14:cNvContentPartPr/>
                <p14:nvPr/>
              </p14:nvContentPartPr>
              <p14:xfrm>
                <a:off x="5495040" y="3818736"/>
                <a:ext cx="482040" cy="564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7B1C971-B687-9C02-40D5-F83E7390F0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90720" y="3814416"/>
                  <a:ext cx="490680" cy="57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35FA6D6-1D29-49D3-5C2F-BCC5A6AD6809}"/>
              </a:ext>
            </a:extLst>
          </p:cNvPr>
          <p:cNvGrpSpPr/>
          <p:nvPr/>
        </p:nvGrpSpPr>
        <p:grpSpPr>
          <a:xfrm>
            <a:off x="3611880" y="5263776"/>
            <a:ext cx="1007280" cy="506880"/>
            <a:chOff x="3611880" y="5263776"/>
            <a:chExt cx="100728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433E21-1628-9A18-F07B-6AC5A2AAFA95}"/>
                    </a:ext>
                  </a:extLst>
                </p14:cNvPr>
                <p14:cNvContentPartPr/>
                <p14:nvPr/>
              </p14:nvContentPartPr>
              <p14:xfrm>
                <a:off x="3901680" y="5351976"/>
                <a:ext cx="137160" cy="123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433E21-1628-9A18-F07B-6AC5A2AAFA9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97360" y="5347656"/>
                  <a:ext cx="145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730267-F8B4-8156-C2DE-6C3FA30D99E6}"/>
                    </a:ext>
                  </a:extLst>
                </p14:cNvPr>
                <p14:cNvContentPartPr/>
                <p14:nvPr/>
              </p14:nvContentPartPr>
              <p14:xfrm>
                <a:off x="4262760" y="5290416"/>
                <a:ext cx="900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730267-F8B4-8156-C2DE-6C3FA30D99E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58440" y="5286096"/>
                  <a:ext cx="17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33F5044-24D4-DD75-C366-EE4F73EB5F69}"/>
                    </a:ext>
                  </a:extLst>
                </p14:cNvPr>
                <p14:cNvContentPartPr/>
                <p14:nvPr/>
              </p14:nvContentPartPr>
              <p14:xfrm>
                <a:off x="4218840" y="5333616"/>
                <a:ext cx="85680" cy="4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33F5044-24D4-DD75-C366-EE4F73EB5F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14520" y="5329296"/>
                  <a:ext cx="943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B6DDC94-B1C4-C85A-830E-849EDCDC7EE4}"/>
                    </a:ext>
                  </a:extLst>
                </p14:cNvPr>
                <p14:cNvContentPartPr/>
                <p14:nvPr/>
              </p14:nvContentPartPr>
              <p14:xfrm>
                <a:off x="4448160" y="5263776"/>
                <a:ext cx="37440" cy="163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B6DDC94-B1C4-C85A-830E-849EDCDC7E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43840" y="5259456"/>
                  <a:ext cx="46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E1C1BC3-A185-B33B-0A9C-CB9A4C5B21BB}"/>
                    </a:ext>
                  </a:extLst>
                </p14:cNvPr>
                <p14:cNvContentPartPr/>
                <p14:nvPr/>
              </p14:nvContentPartPr>
              <p14:xfrm>
                <a:off x="4370040" y="5352336"/>
                <a:ext cx="168480" cy="13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E1C1BC3-A185-B33B-0A9C-CB9A4C5B21B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65720" y="5348016"/>
                  <a:ext cx="177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453456-1FDD-46E8-DD3E-05BF4CD017A1}"/>
                    </a:ext>
                  </a:extLst>
                </p14:cNvPr>
                <p14:cNvContentPartPr/>
                <p14:nvPr/>
              </p14:nvContentPartPr>
              <p14:xfrm>
                <a:off x="3611880" y="5497776"/>
                <a:ext cx="1007280" cy="19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453456-1FDD-46E8-DD3E-05BF4CD017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07560" y="5493456"/>
                  <a:ext cx="1015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F598DD1-F856-AD77-1CFB-927498895144}"/>
                    </a:ext>
                  </a:extLst>
                </p14:cNvPr>
                <p14:cNvContentPartPr/>
                <p14:nvPr/>
              </p14:nvContentPartPr>
              <p14:xfrm>
                <a:off x="4140720" y="5665896"/>
                <a:ext cx="253800" cy="104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F598DD1-F856-AD77-1CFB-9274988951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36400" y="5661576"/>
                  <a:ext cx="26244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E419109-9728-501E-D38E-757D82B2A6EE}"/>
              </a:ext>
            </a:extLst>
          </p:cNvPr>
          <p:cNvGrpSpPr/>
          <p:nvPr/>
        </p:nvGrpSpPr>
        <p:grpSpPr>
          <a:xfrm>
            <a:off x="4965120" y="5391576"/>
            <a:ext cx="119880" cy="65160"/>
            <a:chOff x="4965120" y="5391576"/>
            <a:chExt cx="119880" cy="6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99AD27E-883F-4076-4B8B-CC4AB126441F}"/>
                    </a:ext>
                  </a:extLst>
                </p14:cNvPr>
                <p14:cNvContentPartPr/>
                <p14:nvPr/>
              </p14:nvContentPartPr>
              <p14:xfrm>
                <a:off x="4965120" y="5391576"/>
                <a:ext cx="93600" cy="10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99AD27E-883F-4076-4B8B-CC4AB126441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60800" y="5387256"/>
                  <a:ext cx="102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1ED7FB2-B706-429B-6468-958BF1D2F370}"/>
                    </a:ext>
                  </a:extLst>
                </p14:cNvPr>
                <p14:cNvContentPartPr/>
                <p14:nvPr/>
              </p14:nvContentPartPr>
              <p14:xfrm>
                <a:off x="4972320" y="5444136"/>
                <a:ext cx="112680" cy="12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1ED7FB2-B706-429B-6468-958BF1D2F3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68000" y="5439816"/>
                  <a:ext cx="1213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A309A8D-172D-B4AD-CFF2-95943AF2CE0D}"/>
                  </a:ext>
                </a:extLst>
              </p14:cNvPr>
              <p14:cNvContentPartPr/>
              <p14:nvPr/>
            </p14:nvContentPartPr>
            <p14:xfrm>
              <a:off x="5464800" y="5250096"/>
              <a:ext cx="111600" cy="1594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A309A8D-172D-B4AD-CFF2-95943AF2CE0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60480" y="5245776"/>
                <a:ext cx="12024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89489F0A-5D57-94EA-8A59-FE692409D292}"/>
              </a:ext>
            </a:extLst>
          </p:cNvPr>
          <p:cNvGrpSpPr/>
          <p:nvPr/>
        </p:nvGrpSpPr>
        <p:grpSpPr>
          <a:xfrm>
            <a:off x="2550600" y="5550336"/>
            <a:ext cx="832320" cy="334440"/>
            <a:chOff x="2550600" y="5550336"/>
            <a:chExt cx="83232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167897-6104-E52D-47C2-3F157CA4369F}"/>
                    </a:ext>
                  </a:extLst>
                </p14:cNvPr>
                <p14:cNvContentPartPr/>
                <p14:nvPr/>
              </p14:nvContentPartPr>
              <p14:xfrm>
                <a:off x="2550600" y="5789736"/>
                <a:ext cx="208080" cy="95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167897-6104-E52D-47C2-3F157CA4369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46280" y="5785416"/>
                  <a:ext cx="216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033F948-3867-6CD9-97B5-B0A4FD5955CC}"/>
                    </a:ext>
                  </a:extLst>
                </p14:cNvPr>
                <p14:cNvContentPartPr/>
                <p14:nvPr/>
              </p14:nvContentPartPr>
              <p14:xfrm>
                <a:off x="2846160" y="5743296"/>
                <a:ext cx="2880" cy="2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033F948-3867-6CD9-97B5-B0A4FD5955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41840" y="5738976"/>
                  <a:ext cx="11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201C7C-604F-87EA-DE16-79C521C695C2}"/>
                    </a:ext>
                  </a:extLst>
                </p14:cNvPr>
                <p14:cNvContentPartPr/>
                <p14:nvPr/>
              </p14:nvContentPartPr>
              <p14:xfrm>
                <a:off x="2899800" y="5623776"/>
                <a:ext cx="41760" cy="69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201C7C-604F-87EA-DE16-79C521C695C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95480" y="5619456"/>
                  <a:ext cx="5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3A16C0B-6B9F-3754-CA88-B1F9697AFCC3}"/>
                    </a:ext>
                  </a:extLst>
                </p14:cNvPr>
                <p14:cNvContentPartPr/>
                <p14:nvPr/>
              </p14:nvContentPartPr>
              <p14:xfrm>
                <a:off x="2946240" y="5550336"/>
                <a:ext cx="188280" cy="197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3A16C0B-6B9F-3754-CA88-B1F9697AFCC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41920" y="5546016"/>
                  <a:ext cx="196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4B92838-0171-6A8B-CCE6-F838A187EC77}"/>
                    </a:ext>
                  </a:extLst>
                </p14:cNvPr>
                <p14:cNvContentPartPr/>
                <p14:nvPr/>
              </p14:nvContentPartPr>
              <p14:xfrm>
                <a:off x="3248280" y="5615856"/>
                <a:ext cx="122400" cy="35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4B92838-0171-6A8B-CCE6-F838A187EC7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243960" y="5611536"/>
                  <a:ext cx="13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177F9A-C336-B80A-0B54-27E7FC3B133B}"/>
                    </a:ext>
                  </a:extLst>
                </p14:cNvPr>
                <p14:cNvContentPartPr/>
                <p14:nvPr/>
              </p14:nvContentPartPr>
              <p14:xfrm>
                <a:off x="3231360" y="5677416"/>
                <a:ext cx="151560" cy="54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177F9A-C336-B80A-0B54-27E7FC3B13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27040" y="5673096"/>
                  <a:ext cx="16020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0329600-EA59-0F4D-389A-4212D91743D5}"/>
              </a:ext>
            </a:extLst>
          </p:cNvPr>
          <p:cNvGrpSpPr/>
          <p:nvPr/>
        </p:nvGrpSpPr>
        <p:grpSpPr>
          <a:xfrm>
            <a:off x="6042600" y="5184216"/>
            <a:ext cx="149400" cy="41760"/>
            <a:chOff x="6042600" y="5184216"/>
            <a:chExt cx="14940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1F3E28-BFE1-8659-49DD-9B36C3DFF7ED}"/>
                    </a:ext>
                  </a:extLst>
                </p14:cNvPr>
                <p14:cNvContentPartPr/>
                <p14:nvPr/>
              </p14:nvContentPartPr>
              <p14:xfrm>
                <a:off x="6042600" y="5184216"/>
                <a:ext cx="141840" cy="25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1F3E28-BFE1-8659-49DD-9B36C3DFF7E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38280" y="517989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E7A1D40-F82C-110D-3443-E6D31812F574}"/>
                    </a:ext>
                  </a:extLst>
                </p14:cNvPr>
                <p14:cNvContentPartPr/>
                <p14:nvPr/>
              </p14:nvContentPartPr>
              <p14:xfrm>
                <a:off x="6059880" y="5189976"/>
                <a:ext cx="132120" cy="36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E7A1D40-F82C-110D-3443-E6D31812F5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55560" y="5185656"/>
                  <a:ext cx="1407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A4D6CA3-A38F-7976-C916-D5459B322756}"/>
              </a:ext>
            </a:extLst>
          </p:cNvPr>
          <p:cNvGrpSpPr/>
          <p:nvPr/>
        </p:nvGrpSpPr>
        <p:grpSpPr>
          <a:xfrm>
            <a:off x="6413400" y="4439736"/>
            <a:ext cx="1339200" cy="843120"/>
            <a:chOff x="6413400" y="4439736"/>
            <a:chExt cx="1339200" cy="84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690AD0D-E290-84FF-342D-06E110AB1C21}"/>
                    </a:ext>
                  </a:extLst>
                </p14:cNvPr>
                <p14:cNvContentPartPr/>
                <p14:nvPr/>
              </p14:nvContentPartPr>
              <p14:xfrm>
                <a:off x="6464160" y="4799016"/>
                <a:ext cx="44640" cy="190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690AD0D-E290-84FF-342D-06E110AB1C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59840" y="4794696"/>
                  <a:ext cx="53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6A1F122-15B5-BA7D-DB45-AB2383313EB0}"/>
                    </a:ext>
                  </a:extLst>
                </p14:cNvPr>
                <p14:cNvContentPartPr/>
                <p14:nvPr/>
              </p14:nvContentPartPr>
              <p14:xfrm>
                <a:off x="6503400" y="4902696"/>
                <a:ext cx="54000" cy="90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6A1F122-15B5-BA7D-DB45-AB2383313E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99080" y="4898376"/>
                  <a:ext cx="62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4AB17F3-3F18-8BBD-BFE5-38DD8360677C}"/>
                    </a:ext>
                  </a:extLst>
                </p14:cNvPr>
                <p14:cNvContentPartPr/>
                <p14:nvPr/>
              </p14:nvContentPartPr>
              <p14:xfrm>
                <a:off x="6609240" y="4815936"/>
                <a:ext cx="194400" cy="140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4AB17F3-3F18-8BBD-BFE5-38DD8360677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04920" y="4811616"/>
                  <a:ext cx="20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5AE464-F0E8-E89F-BBDD-DEBA2460A245}"/>
                    </a:ext>
                  </a:extLst>
                </p14:cNvPr>
                <p14:cNvContentPartPr/>
                <p14:nvPr/>
              </p14:nvContentPartPr>
              <p14:xfrm>
                <a:off x="6966720" y="4791456"/>
                <a:ext cx="15120" cy="115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5AE464-F0E8-E89F-BBDD-DEBA2460A2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62400" y="4787136"/>
                  <a:ext cx="23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94EB571-2046-A2C2-959F-D5B6A9A7C6DB}"/>
                    </a:ext>
                  </a:extLst>
                </p14:cNvPr>
                <p14:cNvContentPartPr/>
                <p14:nvPr/>
              </p14:nvContentPartPr>
              <p14:xfrm>
                <a:off x="6883920" y="4810176"/>
                <a:ext cx="105120" cy="15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94EB571-2046-A2C2-959F-D5B6A9A7C6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79600" y="4805856"/>
                  <a:ext cx="113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680FB2-CBE9-D4B8-03CE-C95487EA8670}"/>
                    </a:ext>
                  </a:extLst>
                </p14:cNvPr>
                <p14:cNvContentPartPr/>
                <p14:nvPr/>
              </p14:nvContentPartPr>
              <p14:xfrm>
                <a:off x="7210440" y="4594176"/>
                <a:ext cx="139680" cy="221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680FB2-CBE9-D4B8-03CE-C95487EA86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06120" y="4589856"/>
                  <a:ext cx="148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A6A0861-799C-4C9C-430F-BD78330A20B6}"/>
                    </a:ext>
                  </a:extLst>
                </p14:cNvPr>
                <p14:cNvContentPartPr/>
                <p14:nvPr/>
              </p14:nvContentPartPr>
              <p14:xfrm>
                <a:off x="7410600" y="4772016"/>
                <a:ext cx="22320" cy="32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A6A0861-799C-4C9C-430F-BD78330A20B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06280" y="4767696"/>
                  <a:ext cx="30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2761AFA-B68B-0A5C-B81C-70E926C1C43C}"/>
                    </a:ext>
                  </a:extLst>
                </p14:cNvPr>
                <p14:cNvContentPartPr/>
                <p14:nvPr/>
              </p14:nvContentPartPr>
              <p14:xfrm>
                <a:off x="7454520" y="4647816"/>
                <a:ext cx="19800" cy="27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2761AFA-B68B-0A5C-B81C-70E926C1C43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50200" y="4643496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AB82447-B687-C41F-B212-1CEF2D4677D2}"/>
                    </a:ext>
                  </a:extLst>
                </p14:cNvPr>
                <p14:cNvContentPartPr/>
                <p14:nvPr/>
              </p14:nvContentPartPr>
              <p14:xfrm>
                <a:off x="7544520" y="4439736"/>
                <a:ext cx="208080" cy="379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AB82447-B687-C41F-B212-1CEF2D4677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40200" y="4435416"/>
                  <a:ext cx="2167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479855-5E3E-6308-680A-B1F67A52E1E6}"/>
                    </a:ext>
                  </a:extLst>
                </p14:cNvPr>
                <p14:cNvContentPartPr/>
                <p14:nvPr/>
              </p14:nvContentPartPr>
              <p14:xfrm>
                <a:off x="6413400" y="4827456"/>
                <a:ext cx="1237320" cy="412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479855-5E3E-6308-680A-B1F67A52E1E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09080" y="4823136"/>
                  <a:ext cx="1245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541FD8F-B89F-C278-1024-F717C710B999}"/>
                    </a:ext>
                  </a:extLst>
                </p14:cNvPr>
                <p14:cNvContentPartPr/>
                <p14:nvPr/>
              </p14:nvContentPartPr>
              <p14:xfrm>
                <a:off x="7008120" y="5215896"/>
                <a:ext cx="231840" cy="66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541FD8F-B89F-C278-1024-F717C710B99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03800" y="5211576"/>
                  <a:ext cx="24048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8036A835-F71E-FFE0-CDAC-FDBDAEE95BBE}"/>
              </a:ext>
            </a:extLst>
          </p:cNvPr>
          <p:cNvGrpSpPr/>
          <p:nvPr/>
        </p:nvGrpSpPr>
        <p:grpSpPr>
          <a:xfrm>
            <a:off x="8161560" y="817416"/>
            <a:ext cx="2470680" cy="534600"/>
            <a:chOff x="8161560" y="817416"/>
            <a:chExt cx="247068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E981EBC-798C-9045-B1BF-BCC241E2E792}"/>
                    </a:ext>
                  </a:extLst>
                </p14:cNvPr>
                <p14:cNvContentPartPr/>
                <p14:nvPr/>
              </p14:nvContentPartPr>
              <p14:xfrm>
                <a:off x="8161560" y="1273896"/>
                <a:ext cx="163800" cy="78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E981EBC-798C-9045-B1BF-BCC241E2E79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57240" y="1269576"/>
                  <a:ext cx="172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35B9D8F-1CFA-0327-E5A0-BBBBC1F92839}"/>
                    </a:ext>
                  </a:extLst>
                </p14:cNvPr>
                <p14:cNvContentPartPr/>
                <p14:nvPr/>
              </p14:nvContentPartPr>
              <p14:xfrm>
                <a:off x="8417520" y="1266696"/>
                <a:ext cx="12600" cy="10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35B9D8F-1CFA-0327-E5A0-BBBBC1F9283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13200" y="1262376"/>
                  <a:ext cx="21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9044D06-26BC-FD51-33E0-DC6716DCCA38}"/>
                    </a:ext>
                  </a:extLst>
                </p14:cNvPr>
                <p14:cNvContentPartPr/>
                <p14:nvPr/>
              </p14:nvContentPartPr>
              <p14:xfrm>
                <a:off x="8456760" y="1197576"/>
                <a:ext cx="360" cy="4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9044D06-26BC-FD51-33E0-DC6716DCCA3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52440" y="1193256"/>
                  <a:ext cx="9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AD1807-F885-3BCC-122A-5BD480546303}"/>
                    </a:ext>
                  </a:extLst>
                </p14:cNvPr>
                <p14:cNvContentPartPr/>
                <p14:nvPr/>
              </p14:nvContentPartPr>
              <p14:xfrm>
                <a:off x="8493120" y="1071576"/>
                <a:ext cx="190440" cy="209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AD1807-F885-3BCC-122A-5BD48054630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88800" y="1067256"/>
                  <a:ext cx="199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4AEADFB-2B59-8496-2661-DC0AD205DC96}"/>
                    </a:ext>
                  </a:extLst>
                </p14:cNvPr>
                <p14:cNvContentPartPr/>
                <p14:nvPr/>
              </p14:nvContentPartPr>
              <p14:xfrm>
                <a:off x="8822520" y="1166616"/>
                <a:ext cx="56520" cy="10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4AEADFB-2B59-8496-2661-DC0AD205DC9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18200" y="1162296"/>
                  <a:ext cx="651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1DE52A0-D9A5-4049-A8D5-5B0F469F33D8}"/>
                    </a:ext>
                  </a:extLst>
                </p14:cNvPr>
                <p14:cNvContentPartPr/>
                <p14:nvPr/>
              </p14:nvContentPartPr>
              <p14:xfrm>
                <a:off x="8822520" y="1177416"/>
                <a:ext cx="146520" cy="32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1DE52A0-D9A5-4049-A8D5-5B0F469F33D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18200" y="1173096"/>
                  <a:ext cx="155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72601EB-A20B-A242-E15E-8D4EAD01DEAE}"/>
                    </a:ext>
                  </a:extLst>
                </p14:cNvPr>
                <p14:cNvContentPartPr/>
                <p14:nvPr/>
              </p14:nvContentPartPr>
              <p14:xfrm>
                <a:off x="9088200" y="959616"/>
                <a:ext cx="85680" cy="229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72601EB-A20B-A242-E15E-8D4EAD01DEA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83880" y="955296"/>
                  <a:ext cx="943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08866A9-1CB7-0289-FFF3-CDF5CD5956AD}"/>
                    </a:ext>
                  </a:extLst>
                </p14:cNvPr>
                <p14:cNvContentPartPr/>
                <p14:nvPr/>
              </p14:nvContentPartPr>
              <p14:xfrm>
                <a:off x="9192960" y="1064376"/>
                <a:ext cx="297720" cy="112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08866A9-1CB7-0289-FFF3-CDF5CD5956A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88640" y="1060056"/>
                  <a:ext cx="306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919E020-3D3A-8D28-EA82-5A3E1B3A91DF}"/>
                    </a:ext>
                  </a:extLst>
                </p14:cNvPr>
                <p14:cNvContentPartPr/>
                <p14:nvPr/>
              </p14:nvContentPartPr>
              <p14:xfrm>
                <a:off x="9590400" y="1040616"/>
                <a:ext cx="10080" cy="78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919E020-3D3A-8D28-EA82-5A3E1B3A91D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86080" y="1036296"/>
                  <a:ext cx="18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16561A5-2BA2-9486-6065-DF5D865D2BBC}"/>
                    </a:ext>
                  </a:extLst>
                </p14:cNvPr>
                <p14:cNvContentPartPr/>
                <p14:nvPr/>
              </p14:nvContentPartPr>
              <p14:xfrm>
                <a:off x="9551520" y="1040616"/>
                <a:ext cx="90720" cy="20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16561A5-2BA2-9486-6065-DF5D865D2BB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47200" y="1036296"/>
                  <a:ext cx="99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4521EE0-B404-518F-4F3B-BF8080AFA21B}"/>
                    </a:ext>
                  </a:extLst>
                </p14:cNvPr>
                <p14:cNvContentPartPr/>
                <p14:nvPr/>
              </p14:nvContentPartPr>
              <p14:xfrm>
                <a:off x="9766080" y="874296"/>
                <a:ext cx="107640" cy="221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4521EE0-B404-518F-4F3B-BF8080AFA2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61760" y="869976"/>
                  <a:ext cx="116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A0F02A2-1125-1998-1FCA-86D7449FC6ED}"/>
                    </a:ext>
                  </a:extLst>
                </p14:cNvPr>
                <p14:cNvContentPartPr/>
                <p14:nvPr/>
              </p14:nvContentPartPr>
              <p14:xfrm>
                <a:off x="9929520" y="1060416"/>
                <a:ext cx="360" cy="9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A0F02A2-1125-1998-1FCA-86D7449FC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25200" y="1056096"/>
                  <a:ext cx="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507F27E-2C09-F1B6-E5D5-B7BC54498BF4}"/>
                    </a:ext>
                  </a:extLst>
                </p14:cNvPr>
                <p14:cNvContentPartPr/>
                <p14:nvPr/>
              </p14:nvContentPartPr>
              <p14:xfrm>
                <a:off x="9968400" y="938376"/>
                <a:ext cx="24840" cy="25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507F27E-2C09-F1B6-E5D5-B7BC54498BF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64080" y="934056"/>
                  <a:ext cx="33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601DFD1-6AFC-0D06-DE23-F02CBA648994}"/>
                    </a:ext>
                  </a:extLst>
                </p14:cNvPr>
                <p14:cNvContentPartPr/>
                <p14:nvPr/>
              </p14:nvContentPartPr>
              <p14:xfrm>
                <a:off x="9992520" y="831456"/>
                <a:ext cx="217800" cy="2926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601DFD1-6AFC-0D06-DE23-F02CBA64899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988200" y="827136"/>
                  <a:ext cx="226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4676F25-100B-7EAC-22E7-AE65F044987C}"/>
                    </a:ext>
                  </a:extLst>
                </p14:cNvPr>
                <p14:cNvContentPartPr/>
                <p14:nvPr/>
              </p14:nvContentPartPr>
              <p14:xfrm>
                <a:off x="10180440" y="849816"/>
                <a:ext cx="158760" cy="320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4676F25-100B-7EAC-22E7-AE65F044987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176120" y="845496"/>
                  <a:ext cx="167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F5277E8-F567-0B41-F6AE-D6F7592CD797}"/>
                    </a:ext>
                  </a:extLst>
                </p14:cNvPr>
                <p14:cNvContentPartPr/>
                <p14:nvPr/>
              </p14:nvContentPartPr>
              <p14:xfrm>
                <a:off x="9017280" y="1041696"/>
                <a:ext cx="132120" cy="218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F5277E8-F567-0B41-F6AE-D6F7592CD7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12960" y="1037376"/>
                  <a:ext cx="140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C295415-7163-40A8-B014-C2050121EAF9}"/>
                    </a:ext>
                  </a:extLst>
                </p14:cNvPr>
                <p14:cNvContentPartPr/>
                <p14:nvPr/>
              </p14:nvContentPartPr>
              <p14:xfrm>
                <a:off x="10424160" y="817416"/>
                <a:ext cx="78480" cy="280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C295415-7163-40A8-B014-C2050121EAF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419840" y="813096"/>
                  <a:ext cx="87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A248BC-2395-01D1-7CE4-B668CD567B84}"/>
                    </a:ext>
                  </a:extLst>
                </p14:cNvPr>
                <p14:cNvContentPartPr/>
                <p14:nvPr/>
              </p14:nvContentPartPr>
              <p14:xfrm>
                <a:off x="10551240" y="993096"/>
                <a:ext cx="81000" cy="87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A248BC-2395-01D1-7CE4-B668CD567B8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546920" y="988776"/>
                  <a:ext cx="896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7E21877-DB4C-5AC4-1594-902EAB47A7D3}"/>
              </a:ext>
            </a:extLst>
          </p:cNvPr>
          <p:cNvGrpSpPr/>
          <p:nvPr/>
        </p:nvGrpSpPr>
        <p:grpSpPr>
          <a:xfrm>
            <a:off x="2850840" y="1677816"/>
            <a:ext cx="958680" cy="327960"/>
            <a:chOff x="2850840" y="1677816"/>
            <a:chExt cx="95868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3F7B49-17C2-C164-7DE2-7DDD16546E21}"/>
                    </a:ext>
                  </a:extLst>
                </p14:cNvPr>
                <p14:cNvContentPartPr/>
                <p14:nvPr/>
              </p14:nvContentPartPr>
              <p14:xfrm>
                <a:off x="2938680" y="1677816"/>
                <a:ext cx="16200" cy="302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3F7B49-17C2-C164-7DE2-7DDD16546E2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34360" y="1673496"/>
                  <a:ext cx="24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14B45EC-F088-3DE4-39F5-A09C8339353F}"/>
                    </a:ext>
                  </a:extLst>
                </p14:cNvPr>
                <p14:cNvContentPartPr/>
                <p14:nvPr/>
              </p14:nvContentPartPr>
              <p14:xfrm>
                <a:off x="2850840" y="1835496"/>
                <a:ext cx="256320" cy="112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14B45EC-F088-3DE4-39F5-A09C833935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46520" y="1831176"/>
                  <a:ext cx="264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446312E-BB2F-6EDC-015C-8C809F4A5084}"/>
                    </a:ext>
                  </a:extLst>
                </p14:cNvPr>
                <p14:cNvContentPartPr/>
                <p14:nvPr/>
              </p14:nvContentPartPr>
              <p14:xfrm>
                <a:off x="3145320" y="1826496"/>
                <a:ext cx="62280" cy="92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446312E-BB2F-6EDC-015C-8C809F4A508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41000" y="1822176"/>
                  <a:ext cx="70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E6A9EDE-F5C9-D63A-1419-FDE92A61D27E}"/>
                    </a:ext>
                  </a:extLst>
                </p14:cNvPr>
                <p14:cNvContentPartPr/>
                <p14:nvPr/>
              </p14:nvContentPartPr>
              <p14:xfrm>
                <a:off x="3216600" y="1820376"/>
                <a:ext cx="181080" cy="185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E6A9EDE-F5C9-D63A-1419-FDE92A61D27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12280" y="1816056"/>
                  <a:ext cx="189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5426A45-6551-BCB5-0D5A-F6F1CE8AAC35}"/>
                    </a:ext>
                  </a:extLst>
                </p14:cNvPr>
                <p14:cNvContentPartPr/>
                <p14:nvPr/>
              </p14:nvContentPartPr>
              <p14:xfrm>
                <a:off x="3457800" y="1687536"/>
                <a:ext cx="51840" cy="18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5426A45-6551-BCB5-0D5A-F6F1CE8AAC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53480" y="1683216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887641-8489-E806-A7A5-958E0137EAA5}"/>
                    </a:ext>
                  </a:extLst>
                </p14:cNvPr>
                <p14:cNvContentPartPr/>
                <p14:nvPr/>
              </p14:nvContentPartPr>
              <p14:xfrm>
                <a:off x="3441240" y="1795896"/>
                <a:ext cx="105120" cy="9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887641-8489-E806-A7A5-958E0137EAA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36920" y="1791576"/>
                  <a:ext cx="11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A4A4F6F-66C8-DE1E-3405-2459A615A514}"/>
                    </a:ext>
                  </a:extLst>
                </p14:cNvPr>
                <p14:cNvContentPartPr/>
                <p14:nvPr/>
              </p14:nvContentPartPr>
              <p14:xfrm>
                <a:off x="3682440" y="1765656"/>
                <a:ext cx="92880" cy="3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A4A4F6F-66C8-DE1E-3405-2459A615A5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78120" y="1761336"/>
                  <a:ext cx="10152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8B8F7E-84BD-3D41-E1DB-0CA5881C1028}"/>
                    </a:ext>
                  </a:extLst>
                </p14:cNvPr>
                <p14:cNvContentPartPr/>
                <p14:nvPr/>
              </p14:nvContentPartPr>
              <p14:xfrm>
                <a:off x="3689640" y="1799856"/>
                <a:ext cx="119880" cy="29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8B8F7E-84BD-3D41-E1DB-0CA5881C102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685320" y="1795536"/>
                  <a:ext cx="12852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F203D48-2EAA-F55E-3ACF-309CE1928B80}"/>
              </a:ext>
            </a:extLst>
          </p:cNvPr>
          <p:cNvGrpSpPr/>
          <p:nvPr/>
        </p:nvGrpSpPr>
        <p:grpSpPr>
          <a:xfrm>
            <a:off x="8183520" y="1605456"/>
            <a:ext cx="3153960" cy="2472840"/>
            <a:chOff x="8183520" y="1605456"/>
            <a:chExt cx="3153960" cy="24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50F1892-6DAC-B228-7B88-EDD1A149F414}"/>
                    </a:ext>
                  </a:extLst>
                </p14:cNvPr>
                <p14:cNvContentPartPr/>
                <p14:nvPr/>
              </p14:nvContentPartPr>
              <p14:xfrm>
                <a:off x="10073160" y="1818576"/>
                <a:ext cx="110160" cy="8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50F1892-6DAC-B228-7B88-EDD1A149F41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068840" y="1814256"/>
                  <a:ext cx="1188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11DE0FF-DAE0-ACD8-A8D8-638009655AD1}"/>
                    </a:ext>
                  </a:extLst>
                </p14:cNvPr>
                <p14:cNvContentPartPr/>
                <p14:nvPr/>
              </p14:nvContentPartPr>
              <p14:xfrm>
                <a:off x="10087920" y="1878696"/>
                <a:ext cx="124560" cy="15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11DE0FF-DAE0-ACD8-A8D8-638009655AD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83600" y="1874376"/>
                  <a:ext cx="133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489D003-B9B9-D5F4-86FD-7B9BD4A6A860}"/>
                    </a:ext>
                  </a:extLst>
                </p14:cNvPr>
                <p14:cNvContentPartPr/>
                <p14:nvPr/>
              </p14:nvContentPartPr>
              <p14:xfrm>
                <a:off x="10404720" y="1642176"/>
                <a:ext cx="34560" cy="233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489D003-B9B9-D5F4-86FD-7B9BD4A6A86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00400" y="1637856"/>
                  <a:ext cx="43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0FE1D78-9B14-1171-7E75-DAA8B5FE2870}"/>
                    </a:ext>
                  </a:extLst>
                </p14:cNvPr>
                <p14:cNvContentPartPr/>
                <p14:nvPr/>
              </p14:nvContentPartPr>
              <p14:xfrm>
                <a:off x="10370520" y="1790856"/>
                <a:ext cx="241920" cy="65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0FE1D78-9B14-1171-7E75-DAA8B5FE287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66200" y="1786536"/>
                  <a:ext cx="250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067C146-6F27-D633-0780-9DB9D9EA406F}"/>
                    </a:ext>
                  </a:extLst>
                </p14:cNvPr>
                <p14:cNvContentPartPr/>
                <p14:nvPr/>
              </p14:nvContentPartPr>
              <p14:xfrm>
                <a:off x="10643760" y="1764936"/>
                <a:ext cx="68760" cy="90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067C146-6F27-D633-0780-9DB9D9EA406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39440" y="1760616"/>
                  <a:ext cx="77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1A0663-E8C0-95C6-16D5-AFFE6BAC2926}"/>
                    </a:ext>
                  </a:extLst>
                </p14:cNvPr>
                <p14:cNvContentPartPr/>
                <p14:nvPr/>
              </p14:nvContentPartPr>
              <p14:xfrm>
                <a:off x="10730520" y="1794096"/>
                <a:ext cx="156960" cy="223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1A0663-E8C0-95C6-16D5-AFFE6BAC292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26200" y="1789776"/>
                  <a:ext cx="165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7DBF91-E205-C4CB-BAC7-DAF4A5CFD7B0}"/>
                    </a:ext>
                  </a:extLst>
                </p14:cNvPr>
                <p14:cNvContentPartPr/>
                <p14:nvPr/>
              </p14:nvContentPartPr>
              <p14:xfrm>
                <a:off x="11005920" y="1665936"/>
                <a:ext cx="23400" cy="298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7DBF91-E205-C4CB-BAC7-DAF4A5CFD7B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001600" y="1661616"/>
                  <a:ext cx="32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EBCEE47-380B-7C96-2E10-E7904ADCB29B}"/>
                    </a:ext>
                  </a:extLst>
                </p14:cNvPr>
                <p14:cNvContentPartPr/>
                <p14:nvPr/>
              </p14:nvContentPartPr>
              <p14:xfrm>
                <a:off x="10911960" y="1785096"/>
                <a:ext cx="51480" cy="60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EBCEE47-380B-7C96-2E10-E7904ADCB2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07640" y="1780776"/>
                  <a:ext cx="60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F684EC8-CE9A-6215-C733-4E412B6F4C1A}"/>
                    </a:ext>
                  </a:extLst>
                </p14:cNvPr>
                <p14:cNvContentPartPr/>
                <p14:nvPr/>
              </p14:nvContentPartPr>
              <p14:xfrm>
                <a:off x="10841400" y="1790136"/>
                <a:ext cx="231840" cy="23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F684EC8-CE9A-6215-C733-4E412B6F4C1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37080" y="1785816"/>
                  <a:ext cx="240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FD8835A-D1E1-89BC-C9A0-4955E3E1FB85}"/>
                    </a:ext>
                  </a:extLst>
                </p14:cNvPr>
                <p14:cNvContentPartPr/>
                <p14:nvPr/>
              </p14:nvContentPartPr>
              <p14:xfrm>
                <a:off x="11108880" y="1605456"/>
                <a:ext cx="184320" cy="515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FD8835A-D1E1-89BC-C9A0-4955E3E1FB8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04560" y="1601136"/>
                  <a:ext cx="1929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F92995E-81A4-A5F6-1C76-3977F69A3CB3}"/>
                    </a:ext>
                  </a:extLst>
                </p14:cNvPr>
                <p14:cNvContentPartPr/>
                <p14:nvPr/>
              </p14:nvContentPartPr>
              <p14:xfrm>
                <a:off x="8183520" y="1964736"/>
                <a:ext cx="12600" cy="55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F92995E-81A4-A5F6-1C76-3977F69A3CB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179200" y="1960416"/>
                  <a:ext cx="21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273B839-2408-FD58-7EE7-13154328FB42}"/>
                    </a:ext>
                  </a:extLst>
                </p14:cNvPr>
                <p14:cNvContentPartPr/>
                <p14:nvPr/>
              </p14:nvContentPartPr>
              <p14:xfrm>
                <a:off x="8281080" y="1813536"/>
                <a:ext cx="360" cy="6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273B839-2408-FD58-7EE7-13154328FB4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76760" y="1809216"/>
                  <a:ext cx="9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5ABBF3-6E90-6BDE-8367-AB5A4E5AFBB8}"/>
                    </a:ext>
                  </a:extLst>
                </p14:cNvPr>
                <p14:cNvContentPartPr/>
                <p14:nvPr/>
              </p14:nvContentPartPr>
              <p14:xfrm>
                <a:off x="8307720" y="1749096"/>
                <a:ext cx="117360" cy="347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5ABBF3-6E90-6BDE-8367-AB5A4E5AFBB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303400" y="1744776"/>
                  <a:ext cx="1260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A23F5A6-7AAE-53D3-BE53-B3F8A7D30FA4}"/>
                    </a:ext>
                  </a:extLst>
                </p14:cNvPr>
                <p14:cNvContentPartPr/>
                <p14:nvPr/>
              </p14:nvContentPartPr>
              <p14:xfrm>
                <a:off x="8310240" y="1966536"/>
                <a:ext cx="88200" cy="10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A23F5A6-7AAE-53D3-BE53-B3F8A7D30FA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305920" y="1962216"/>
                  <a:ext cx="96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46550C3-8FE4-E768-E4C6-968F97DF6B43}"/>
                    </a:ext>
                  </a:extLst>
                </p14:cNvPr>
                <p14:cNvContentPartPr/>
                <p14:nvPr/>
              </p14:nvContentPartPr>
              <p14:xfrm>
                <a:off x="8739360" y="1872216"/>
                <a:ext cx="127080" cy="67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46550C3-8FE4-E768-E4C6-968F97DF6B4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35040" y="1867896"/>
                  <a:ext cx="1357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F7E5BEF-9394-1E3C-EF5E-F2478716EA3B}"/>
                    </a:ext>
                  </a:extLst>
                </p14:cNvPr>
                <p14:cNvContentPartPr/>
                <p14:nvPr/>
              </p14:nvContentPartPr>
              <p14:xfrm>
                <a:off x="8971920" y="1714536"/>
                <a:ext cx="170280" cy="283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F7E5BEF-9394-1E3C-EF5E-F2478716EA3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967600" y="1710216"/>
                  <a:ext cx="178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493A426-646F-EFD7-9A3B-7765910E5299}"/>
                    </a:ext>
                  </a:extLst>
                </p14:cNvPr>
                <p14:cNvContentPartPr/>
                <p14:nvPr/>
              </p14:nvContentPartPr>
              <p14:xfrm>
                <a:off x="9127080" y="1869696"/>
                <a:ext cx="105120" cy="42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493A426-646F-EFD7-9A3B-7765910E529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22760" y="1865376"/>
                  <a:ext cx="113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8F5D43-656B-67C0-8F84-87F57122D490}"/>
                    </a:ext>
                  </a:extLst>
                </p14:cNvPr>
                <p14:cNvContentPartPr/>
                <p14:nvPr/>
              </p14:nvContentPartPr>
              <p14:xfrm>
                <a:off x="9283320" y="1860696"/>
                <a:ext cx="12600" cy="26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8F5D43-656B-67C0-8F84-87F57122D49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79000" y="1856376"/>
                  <a:ext cx="21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07EAEEE-B792-8C37-1EFE-6A07A55100CF}"/>
                    </a:ext>
                  </a:extLst>
                </p14:cNvPr>
                <p14:cNvContentPartPr/>
                <p14:nvPr/>
              </p14:nvContentPartPr>
              <p14:xfrm>
                <a:off x="9217440" y="1863216"/>
                <a:ext cx="107640" cy="69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07EAEEE-B792-8C37-1EFE-6A07A55100C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13120" y="1858896"/>
                  <a:ext cx="116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633F43D-AA3D-EBE8-95AE-AB488BCBB0BC}"/>
                    </a:ext>
                  </a:extLst>
                </p14:cNvPr>
                <p14:cNvContentPartPr/>
                <p14:nvPr/>
              </p14:nvContentPartPr>
              <p14:xfrm>
                <a:off x="9400320" y="1847736"/>
                <a:ext cx="5400" cy="25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633F43D-AA3D-EBE8-95AE-AB488BCBB0B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396000" y="1843416"/>
                  <a:ext cx="1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A588E8-6624-5656-6A33-0C953E48C783}"/>
                    </a:ext>
                  </a:extLst>
                </p14:cNvPr>
                <p14:cNvContentPartPr/>
                <p14:nvPr/>
              </p14:nvContentPartPr>
              <p14:xfrm>
                <a:off x="9451440" y="1755216"/>
                <a:ext cx="17280" cy="41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7A588E8-6624-5656-6A33-0C953E48C78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447120" y="1750896"/>
                  <a:ext cx="25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58CC0C7-C637-660F-86C5-3A9C58AA7C73}"/>
                    </a:ext>
                  </a:extLst>
                </p14:cNvPr>
                <p14:cNvContentPartPr/>
                <p14:nvPr/>
              </p14:nvContentPartPr>
              <p14:xfrm>
                <a:off x="9492840" y="1696896"/>
                <a:ext cx="190800" cy="174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58CC0C7-C637-660F-86C5-3A9C58AA7C7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88520" y="1692576"/>
                  <a:ext cx="199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D067A3D-3472-E6E2-AD91-E6D176E932D4}"/>
                    </a:ext>
                  </a:extLst>
                </p14:cNvPr>
                <p14:cNvContentPartPr/>
                <p14:nvPr/>
              </p14:nvContentPartPr>
              <p14:xfrm>
                <a:off x="9714600" y="1677816"/>
                <a:ext cx="129600" cy="281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D067A3D-3472-E6E2-AD91-E6D176E932D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710280" y="1673496"/>
                  <a:ext cx="138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B658F7B-5331-32C4-76C6-C6E35F5786D2}"/>
                    </a:ext>
                  </a:extLst>
                </p14:cNvPr>
                <p14:cNvContentPartPr/>
                <p14:nvPr/>
              </p14:nvContentPartPr>
              <p14:xfrm>
                <a:off x="8537040" y="1695816"/>
                <a:ext cx="197280" cy="492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B658F7B-5331-32C4-76C6-C6E35F5786D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532720" y="1691496"/>
                  <a:ext cx="2059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DE9E378-946A-5D2E-5B83-15786E584572}"/>
                    </a:ext>
                  </a:extLst>
                </p14:cNvPr>
                <p14:cNvContentPartPr/>
                <p14:nvPr/>
              </p14:nvContentPartPr>
              <p14:xfrm>
                <a:off x="8931960" y="2391696"/>
                <a:ext cx="271080" cy="147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DE9E378-946A-5D2E-5B83-15786E58457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927640" y="2387376"/>
                  <a:ext cx="279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F083A3-5791-673E-C4B9-7C8E9E03D44A}"/>
                    </a:ext>
                  </a:extLst>
                </p14:cNvPr>
                <p14:cNvContentPartPr/>
                <p14:nvPr/>
              </p14:nvContentPartPr>
              <p14:xfrm>
                <a:off x="9230760" y="2298816"/>
                <a:ext cx="42840" cy="20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F083A3-5791-673E-C4B9-7C8E9E03D44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226440" y="2294496"/>
                  <a:ext cx="51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C89DEBB-775C-E056-9421-F9BC21BF6B0C}"/>
                    </a:ext>
                  </a:extLst>
                </p14:cNvPr>
                <p14:cNvContentPartPr/>
                <p14:nvPr/>
              </p14:nvContentPartPr>
              <p14:xfrm>
                <a:off x="9149040" y="2398176"/>
                <a:ext cx="327240" cy="69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C89DEBB-775C-E056-9421-F9BC21BF6B0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144720" y="2393856"/>
                  <a:ext cx="335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EE053C8-46D3-D775-A02C-BD961C38D7E0}"/>
                    </a:ext>
                  </a:extLst>
                </p14:cNvPr>
                <p14:cNvContentPartPr/>
                <p14:nvPr/>
              </p14:nvContentPartPr>
              <p14:xfrm>
                <a:off x="9531360" y="2371176"/>
                <a:ext cx="39960" cy="106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EE053C8-46D3-D775-A02C-BD961C38D7E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527040" y="2366856"/>
                  <a:ext cx="4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23FD054-4C62-0D6C-B467-82153F9A28AB}"/>
                    </a:ext>
                  </a:extLst>
                </p14:cNvPr>
                <p14:cNvContentPartPr/>
                <p14:nvPr/>
              </p14:nvContentPartPr>
              <p14:xfrm>
                <a:off x="9617400" y="2424456"/>
                <a:ext cx="173520" cy="29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23FD054-4C62-0D6C-B467-82153F9A28A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613080" y="2420136"/>
                  <a:ext cx="182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B62CFB-54B1-99CB-D646-700EB91159A3}"/>
                    </a:ext>
                  </a:extLst>
                </p14:cNvPr>
                <p14:cNvContentPartPr/>
                <p14:nvPr/>
              </p14:nvContentPartPr>
              <p14:xfrm>
                <a:off x="10129320" y="2381616"/>
                <a:ext cx="246600" cy="66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B62CFB-54B1-99CB-D646-700EB91159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125000" y="2377296"/>
                  <a:ext cx="255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7333EB9-72BD-4CB4-9A0A-3BC1B9D7F53E}"/>
                    </a:ext>
                  </a:extLst>
                </p14:cNvPr>
                <p14:cNvContentPartPr/>
                <p14:nvPr/>
              </p14:nvContentPartPr>
              <p14:xfrm>
                <a:off x="10404720" y="2395656"/>
                <a:ext cx="12600" cy="37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7333EB9-72BD-4CB4-9A0A-3BC1B9D7F53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400400" y="2391336"/>
                  <a:ext cx="21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C74219F-F2B2-BEDF-5976-9215AEA25427}"/>
                    </a:ext>
                  </a:extLst>
                </p14:cNvPr>
                <p14:cNvContentPartPr/>
                <p14:nvPr/>
              </p14:nvContentPartPr>
              <p14:xfrm>
                <a:off x="10482840" y="2271096"/>
                <a:ext cx="68760" cy="134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C74219F-F2B2-BEDF-5976-9215AEA2542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478520" y="2266776"/>
                  <a:ext cx="77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5FFF1BF-B1A8-CB8C-3B53-D658A2153F8D}"/>
                    </a:ext>
                  </a:extLst>
                </p14:cNvPr>
                <p14:cNvContentPartPr/>
                <p14:nvPr/>
              </p14:nvContentPartPr>
              <p14:xfrm>
                <a:off x="10531440" y="2176416"/>
                <a:ext cx="176040" cy="300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5FFF1BF-B1A8-CB8C-3B53-D658A2153F8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527120" y="2172096"/>
                  <a:ext cx="184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00D27A3-15EB-EE72-7992-29E0B71535A6}"/>
                    </a:ext>
                  </a:extLst>
                </p14:cNvPr>
                <p14:cNvContentPartPr/>
                <p14:nvPr/>
              </p14:nvContentPartPr>
              <p14:xfrm>
                <a:off x="10819440" y="2355696"/>
                <a:ext cx="360" cy="19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00D27A3-15EB-EE72-7992-29E0B71535A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815120" y="2351376"/>
                  <a:ext cx="9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8C151F1-BEF3-320B-400F-BF24A3ED5978}"/>
                    </a:ext>
                  </a:extLst>
                </p14:cNvPr>
                <p14:cNvContentPartPr/>
                <p14:nvPr/>
              </p14:nvContentPartPr>
              <p14:xfrm>
                <a:off x="10602360" y="2515896"/>
                <a:ext cx="188280" cy="223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8C151F1-BEF3-320B-400F-BF24A3ED597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598040" y="2511576"/>
                  <a:ext cx="196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0CFC806-5DFF-BCC9-C7A7-DC3EF40B06DA}"/>
                    </a:ext>
                  </a:extLst>
                </p14:cNvPr>
                <p14:cNvContentPartPr/>
                <p14:nvPr/>
              </p14:nvContentPartPr>
              <p14:xfrm>
                <a:off x="8361360" y="2995416"/>
                <a:ext cx="7560" cy="133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0CFC806-5DFF-BCC9-C7A7-DC3EF40B06D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357040" y="2991096"/>
                  <a:ext cx="16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006D932-2E99-B3D0-225B-180B41FAE0BB}"/>
                    </a:ext>
                  </a:extLst>
                </p14:cNvPr>
                <p14:cNvContentPartPr/>
                <p14:nvPr/>
              </p14:nvContentPartPr>
              <p14:xfrm>
                <a:off x="8398080" y="2841696"/>
                <a:ext cx="2880" cy="30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006D932-2E99-B3D0-225B-180B41FAE0B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393760" y="2837376"/>
                  <a:ext cx="11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04DE390-A7BF-96AF-FF2A-6F42E43F4BA5}"/>
                    </a:ext>
                  </a:extLst>
                </p14:cNvPr>
                <p14:cNvContentPartPr/>
                <p14:nvPr/>
              </p14:nvContentPartPr>
              <p14:xfrm>
                <a:off x="8499960" y="2852496"/>
                <a:ext cx="88560" cy="392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04DE390-A7BF-96AF-FF2A-6F42E43F4BA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495640" y="2848176"/>
                  <a:ext cx="972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5A42AF1-929C-5CE8-6E7D-2591B327B728}"/>
                    </a:ext>
                  </a:extLst>
                </p14:cNvPr>
                <p14:cNvContentPartPr/>
                <p14:nvPr/>
              </p14:nvContentPartPr>
              <p14:xfrm>
                <a:off x="8454240" y="3133656"/>
                <a:ext cx="166320" cy="13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5A42AF1-929C-5CE8-6E7D-2591B327B72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49920" y="3129336"/>
                  <a:ext cx="17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4EA9487-D157-B9C4-4EB1-9CE4B4B5588B}"/>
                    </a:ext>
                  </a:extLst>
                </p14:cNvPr>
                <p14:cNvContentPartPr/>
                <p14:nvPr/>
              </p14:nvContentPartPr>
              <p14:xfrm>
                <a:off x="11194920" y="2554056"/>
                <a:ext cx="142560" cy="421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4EA9487-D157-B9C4-4EB1-9CE4B4B5588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190600" y="2549736"/>
                  <a:ext cx="1512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53615AE-A478-F4E0-647B-79912A2BFEB7}"/>
                    </a:ext>
                  </a:extLst>
                </p14:cNvPr>
                <p14:cNvContentPartPr/>
                <p14:nvPr/>
              </p14:nvContentPartPr>
              <p14:xfrm>
                <a:off x="8766360" y="2854656"/>
                <a:ext cx="81000" cy="300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53615AE-A478-F4E0-647B-79912A2BFEB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762040" y="2850336"/>
                  <a:ext cx="896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05A1FDD-DD90-63A5-06B7-D42F6137A915}"/>
                    </a:ext>
                  </a:extLst>
                </p14:cNvPr>
                <p14:cNvContentPartPr/>
                <p14:nvPr/>
              </p14:nvContentPartPr>
              <p14:xfrm>
                <a:off x="8904240" y="3003696"/>
                <a:ext cx="126000" cy="662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05A1FDD-DD90-63A5-06B7-D42F6137A91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899920" y="2999376"/>
                  <a:ext cx="134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7479C43-93E4-7613-192F-5BC2EB6C0983}"/>
                    </a:ext>
                  </a:extLst>
                </p14:cNvPr>
                <p14:cNvContentPartPr/>
                <p14:nvPr/>
              </p14:nvContentPartPr>
              <p14:xfrm>
                <a:off x="9134280" y="2837016"/>
                <a:ext cx="146880" cy="286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7479C43-93E4-7613-192F-5BC2EB6C098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129960" y="2832696"/>
                  <a:ext cx="1555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3D1FDF-E14B-918F-6D53-3705735D9B83}"/>
                    </a:ext>
                  </a:extLst>
                </p14:cNvPr>
                <p14:cNvContentPartPr/>
                <p14:nvPr/>
              </p14:nvContentPartPr>
              <p14:xfrm>
                <a:off x="9266040" y="2997216"/>
                <a:ext cx="122400" cy="500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3D1FDF-E14B-918F-6D53-3705735D9B8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261720" y="2992896"/>
                  <a:ext cx="131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BDDD2AB-7105-7143-168A-E39A8A2AB636}"/>
                    </a:ext>
                  </a:extLst>
                </p14:cNvPr>
                <p14:cNvContentPartPr/>
                <p14:nvPr/>
              </p14:nvContentPartPr>
              <p14:xfrm>
                <a:off x="9448920" y="2977416"/>
                <a:ext cx="12600" cy="6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BDDD2AB-7105-7143-168A-E39A8A2AB63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444600" y="2973096"/>
                  <a:ext cx="21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380F02E-CB37-F29B-9B91-8C360AA0FBE8}"/>
                    </a:ext>
                  </a:extLst>
                </p14:cNvPr>
                <p14:cNvContentPartPr/>
                <p14:nvPr/>
              </p14:nvContentPartPr>
              <p14:xfrm>
                <a:off x="9485640" y="2876616"/>
                <a:ext cx="12600" cy="35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380F02E-CB37-F29B-9B91-8C360AA0FBE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481320" y="2872296"/>
                  <a:ext cx="21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57759F0-EC23-4205-9A15-D527BA8D704D}"/>
                    </a:ext>
                  </a:extLst>
                </p14:cNvPr>
                <p14:cNvContentPartPr/>
                <p14:nvPr/>
              </p14:nvContentPartPr>
              <p14:xfrm>
                <a:off x="9547200" y="2798496"/>
                <a:ext cx="141120" cy="182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57759F0-EC23-4205-9A15-D527BA8D704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542880" y="2794176"/>
                  <a:ext cx="149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730E168-4511-E6FB-78C6-AA680767935D}"/>
                    </a:ext>
                  </a:extLst>
                </p14:cNvPr>
                <p14:cNvContentPartPr/>
                <p14:nvPr/>
              </p14:nvContentPartPr>
              <p14:xfrm>
                <a:off x="9741600" y="2861136"/>
                <a:ext cx="139680" cy="172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730E168-4511-E6FB-78C6-AA680767935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737280" y="2856816"/>
                  <a:ext cx="148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1FFCE72-1621-BB96-A270-EAED8F03F9F2}"/>
                    </a:ext>
                  </a:extLst>
                </p14:cNvPr>
                <p14:cNvContentPartPr/>
                <p14:nvPr/>
              </p14:nvContentPartPr>
              <p14:xfrm>
                <a:off x="10039320" y="2877696"/>
                <a:ext cx="194760" cy="120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1FFCE72-1621-BB96-A270-EAED8F03F9F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035000" y="2873376"/>
                  <a:ext cx="203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9141BB4-87F6-9E7E-0F40-121BD661737F}"/>
                    </a:ext>
                  </a:extLst>
                </p14:cNvPr>
                <p14:cNvContentPartPr/>
                <p14:nvPr/>
              </p14:nvContentPartPr>
              <p14:xfrm>
                <a:off x="10422000" y="2744136"/>
                <a:ext cx="15120" cy="2185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9141BB4-87F6-9E7E-0F40-121BD661737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417680" y="2739816"/>
                  <a:ext cx="23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6EB9A16-6B73-2A43-6309-DFE4206CD3F4}"/>
                    </a:ext>
                  </a:extLst>
                </p14:cNvPr>
                <p14:cNvContentPartPr/>
                <p14:nvPr/>
              </p14:nvContentPartPr>
              <p14:xfrm>
                <a:off x="10319400" y="2839536"/>
                <a:ext cx="324720" cy="70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6EB9A16-6B73-2A43-6309-DFE4206CD3F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315080" y="2835216"/>
                  <a:ext cx="333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893C95B-A730-788F-D74F-B1C6765AF207}"/>
                    </a:ext>
                  </a:extLst>
                </p14:cNvPr>
                <p14:cNvContentPartPr/>
                <p14:nvPr/>
              </p14:nvContentPartPr>
              <p14:xfrm>
                <a:off x="10680120" y="2785896"/>
                <a:ext cx="46800" cy="113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893C95B-A730-788F-D74F-B1C6765AF20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675800" y="2781576"/>
                  <a:ext cx="5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43A3A37-31BF-BB9B-7BC0-6DB3A241BBE3}"/>
                    </a:ext>
                  </a:extLst>
                </p14:cNvPr>
                <p14:cNvContentPartPr/>
                <p14:nvPr/>
              </p14:nvContentPartPr>
              <p14:xfrm>
                <a:off x="10749960" y="2748096"/>
                <a:ext cx="155160" cy="205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43A3A37-31BF-BB9B-7BC0-6DB3A241BBE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745640" y="2743776"/>
                  <a:ext cx="163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D5FFFCF-9109-D416-FC1B-1F8F1A6A5E02}"/>
                    </a:ext>
                  </a:extLst>
                </p14:cNvPr>
                <p14:cNvContentPartPr/>
                <p14:nvPr/>
              </p14:nvContentPartPr>
              <p14:xfrm>
                <a:off x="10987560" y="2647656"/>
                <a:ext cx="46800" cy="185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D5FFFCF-9109-D416-FC1B-1F8F1A6A5E0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983240" y="2643336"/>
                  <a:ext cx="55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DA8919F-E293-D134-D40D-B8A12301A52C}"/>
                    </a:ext>
                  </a:extLst>
                </p14:cNvPr>
                <p14:cNvContentPartPr/>
                <p14:nvPr/>
              </p14:nvContentPartPr>
              <p14:xfrm>
                <a:off x="10936440" y="2757456"/>
                <a:ext cx="117360" cy="43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DA8919F-E293-D134-D40D-B8A12301A52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932120" y="2753136"/>
                  <a:ext cx="126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5508B95-8338-6CDE-2620-BA913C883985}"/>
                    </a:ext>
                  </a:extLst>
                </p14:cNvPr>
                <p14:cNvContentPartPr/>
                <p14:nvPr/>
              </p14:nvContentPartPr>
              <p14:xfrm>
                <a:off x="8949240" y="3310056"/>
                <a:ext cx="107640" cy="208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5508B95-8338-6CDE-2620-BA913C88398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44920" y="3305736"/>
                  <a:ext cx="116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58A6E3C-AA18-396F-0A16-0B3A55E1B0CD}"/>
                    </a:ext>
                  </a:extLst>
                </p14:cNvPr>
                <p14:cNvContentPartPr/>
                <p14:nvPr/>
              </p14:nvContentPartPr>
              <p14:xfrm>
                <a:off x="9141840" y="3414816"/>
                <a:ext cx="7560" cy="10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58A6E3C-AA18-396F-0A16-0B3A55E1B0C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137520" y="3410496"/>
                  <a:ext cx="16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9E1DB4A-B1D6-D90B-D6A0-86D217666A66}"/>
                    </a:ext>
                  </a:extLst>
                </p14:cNvPr>
                <p14:cNvContentPartPr/>
                <p14:nvPr/>
              </p14:nvContentPartPr>
              <p14:xfrm>
                <a:off x="9205200" y="3327696"/>
                <a:ext cx="5400" cy="19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9E1DB4A-B1D6-D90B-D6A0-86D217666A6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200880" y="3323376"/>
                  <a:ext cx="14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7B59980-2AEB-D821-8AFE-FAB4997026EE}"/>
                    </a:ext>
                  </a:extLst>
                </p14:cNvPr>
                <p14:cNvContentPartPr/>
                <p14:nvPr/>
              </p14:nvContentPartPr>
              <p14:xfrm>
                <a:off x="9249120" y="3280176"/>
                <a:ext cx="288000" cy="290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7B59980-2AEB-D821-8AFE-FAB4997026E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244800" y="3275856"/>
                  <a:ext cx="296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C476EB6-EAB8-4EFA-4136-EC5878731836}"/>
                    </a:ext>
                  </a:extLst>
                </p14:cNvPr>
                <p14:cNvContentPartPr/>
                <p14:nvPr/>
              </p14:nvContentPartPr>
              <p14:xfrm>
                <a:off x="9644040" y="3361896"/>
                <a:ext cx="185760" cy="12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C476EB6-EAB8-4EFA-4136-EC587873183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639720" y="3357576"/>
                  <a:ext cx="194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E2C4F35-67D7-646D-553D-F05E4EAD5982}"/>
                    </a:ext>
                  </a:extLst>
                </p14:cNvPr>
                <p14:cNvContentPartPr/>
                <p14:nvPr/>
              </p14:nvContentPartPr>
              <p14:xfrm>
                <a:off x="9680760" y="3409776"/>
                <a:ext cx="171000" cy="24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E2C4F35-67D7-646D-553D-F05E4EAD598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76440" y="3405456"/>
                  <a:ext cx="179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2EDD0A2-877F-27AD-BADF-59A078A89E88}"/>
                    </a:ext>
                  </a:extLst>
                </p14:cNvPr>
                <p14:cNvContentPartPr/>
                <p14:nvPr/>
              </p14:nvContentPartPr>
              <p14:xfrm>
                <a:off x="9970920" y="3321936"/>
                <a:ext cx="251640" cy="89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2EDD0A2-877F-27AD-BADF-59A078A89E8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66600" y="3317616"/>
                  <a:ext cx="260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9C70446-EEE0-CEAD-9740-7C379A39281C}"/>
                    </a:ext>
                  </a:extLst>
                </p14:cNvPr>
                <p14:cNvContentPartPr/>
                <p14:nvPr/>
              </p14:nvContentPartPr>
              <p14:xfrm>
                <a:off x="10285200" y="3321216"/>
                <a:ext cx="5400" cy="25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9C70446-EEE0-CEAD-9740-7C379A39281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280880" y="3316896"/>
                  <a:ext cx="1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210BCDE-41DB-7F57-E9D7-FAF8225ACF10}"/>
                    </a:ext>
                  </a:extLst>
                </p14:cNvPr>
                <p14:cNvContentPartPr/>
                <p14:nvPr/>
              </p14:nvContentPartPr>
              <p14:xfrm>
                <a:off x="10336680" y="3209976"/>
                <a:ext cx="19800" cy="74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210BCDE-41DB-7F57-E9D7-FAF8225ACF1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332360" y="3205656"/>
                  <a:ext cx="28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A9B0834-2266-740D-71DB-5FD8C3D9EA12}"/>
                    </a:ext>
                  </a:extLst>
                </p14:cNvPr>
                <p14:cNvContentPartPr/>
                <p14:nvPr/>
              </p14:nvContentPartPr>
              <p14:xfrm>
                <a:off x="10385280" y="3149136"/>
                <a:ext cx="171000" cy="207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A9B0834-2266-740D-71DB-5FD8C3D9EA1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380960" y="3144816"/>
                  <a:ext cx="179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6520085-9043-6CFF-CABD-6BBCDE4ECEB5}"/>
                    </a:ext>
                  </a:extLst>
                </p14:cNvPr>
                <p14:cNvContentPartPr/>
                <p14:nvPr/>
              </p14:nvContentPartPr>
              <p14:xfrm>
                <a:off x="10638720" y="3256416"/>
                <a:ext cx="107640" cy="22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6520085-9043-6CFF-CABD-6BBCDE4ECE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634400" y="3252096"/>
                  <a:ext cx="116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5D54329-682C-66EC-4DD3-AFA274A6B7AA}"/>
                    </a:ext>
                  </a:extLst>
                </p14:cNvPr>
                <p14:cNvContentPartPr/>
                <p14:nvPr/>
              </p14:nvContentPartPr>
              <p14:xfrm>
                <a:off x="10892520" y="3115656"/>
                <a:ext cx="15120" cy="195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5D54329-682C-66EC-4DD3-AFA274A6B7A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888200" y="3111336"/>
                  <a:ext cx="23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7F4B394-FAFA-DB2B-B41E-D1B9A63E3A15}"/>
                    </a:ext>
                  </a:extLst>
                </p14:cNvPr>
                <p14:cNvContentPartPr/>
                <p14:nvPr/>
              </p14:nvContentPartPr>
              <p14:xfrm>
                <a:off x="11012040" y="3083256"/>
                <a:ext cx="17280" cy="89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7F4B394-FAFA-DB2B-B41E-D1B9A63E3A1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007720" y="3078936"/>
                  <a:ext cx="25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557A866-E0D4-59B8-38F3-BE5ED61B33B4}"/>
                    </a:ext>
                  </a:extLst>
                </p14:cNvPr>
                <p14:cNvContentPartPr/>
                <p14:nvPr/>
              </p14:nvContentPartPr>
              <p14:xfrm>
                <a:off x="11031480" y="3248136"/>
                <a:ext cx="5400" cy="13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557A866-E0D4-59B8-38F3-BE5ED61B33B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027160" y="3243816"/>
                  <a:ext cx="14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D07A633-6190-8A64-C2C8-2FC719647F8F}"/>
                    </a:ext>
                  </a:extLst>
                </p14:cNvPr>
                <p14:cNvContentPartPr/>
                <p14:nvPr/>
              </p14:nvContentPartPr>
              <p14:xfrm>
                <a:off x="10919160" y="3391056"/>
                <a:ext cx="117360" cy="1116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D07A633-6190-8A64-C2C8-2FC719647F8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914840" y="3386736"/>
                  <a:ext cx="126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CBB7BCA-AB9E-5D11-3F2A-51630C702E82}"/>
                    </a:ext>
                  </a:extLst>
                </p14:cNvPr>
                <p14:cNvContentPartPr/>
                <p14:nvPr/>
              </p14:nvContentPartPr>
              <p14:xfrm>
                <a:off x="8468640" y="3890376"/>
                <a:ext cx="10080" cy="81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CBB7BCA-AB9E-5D11-3F2A-51630C702E8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64320" y="3886056"/>
                  <a:ext cx="18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1944F82-9980-55A0-D6CE-5DAEDABECB4D}"/>
                    </a:ext>
                  </a:extLst>
                </p14:cNvPr>
                <p14:cNvContentPartPr/>
                <p14:nvPr/>
              </p14:nvContentPartPr>
              <p14:xfrm>
                <a:off x="8520120" y="3749616"/>
                <a:ext cx="15120" cy="133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1944F82-9980-55A0-D6CE-5DAEDABECB4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515800" y="3745296"/>
                  <a:ext cx="23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904C45C-FBDC-4804-DA7F-2FECE366B3D7}"/>
                    </a:ext>
                  </a:extLst>
                </p14:cNvPr>
                <p14:cNvContentPartPr/>
                <p14:nvPr/>
              </p14:nvContentPartPr>
              <p14:xfrm>
                <a:off x="8546760" y="3722256"/>
                <a:ext cx="138240" cy="356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904C45C-FBDC-4804-DA7F-2FECE366B3D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42440" y="3717936"/>
                  <a:ext cx="146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A0E5B3A-E69A-6D45-48F6-2DFDE9AA2972}"/>
                    </a:ext>
                  </a:extLst>
                </p14:cNvPr>
                <p14:cNvContentPartPr/>
                <p14:nvPr/>
              </p14:nvContentPartPr>
              <p14:xfrm>
                <a:off x="8568720" y="3900816"/>
                <a:ext cx="95400" cy="68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A0E5B3A-E69A-6D45-48F6-2DFDE9AA297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64400" y="3896496"/>
                  <a:ext cx="1040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6EFAC8D-81D6-7AA1-F97E-6A17B2461930}"/>
                    </a:ext>
                  </a:extLst>
                </p14:cNvPr>
                <p14:cNvContentPartPr/>
                <p14:nvPr/>
              </p14:nvContentPartPr>
              <p14:xfrm>
                <a:off x="8812440" y="3677256"/>
                <a:ext cx="132120" cy="319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6EFAC8D-81D6-7AA1-F97E-6A17B246193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808120" y="3672936"/>
                  <a:ext cx="140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64B8A4B-34EE-CA07-AD9E-8CAA8027AEFE}"/>
                    </a:ext>
                  </a:extLst>
                </p14:cNvPr>
                <p14:cNvContentPartPr/>
                <p14:nvPr/>
              </p14:nvContentPartPr>
              <p14:xfrm>
                <a:off x="8995320" y="3824856"/>
                <a:ext cx="108000" cy="78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64B8A4B-34EE-CA07-AD9E-8CAA8027AEF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991000" y="382053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5E22A9F-D6BC-ED1C-7850-272533EFBCDF}"/>
                    </a:ext>
                  </a:extLst>
                </p14:cNvPr>
                <p14:cNvContentPartPr/>
                <p14:nvPr/>
              </p14:nvContentPartPr>
              <p14:xfrm>
                <a:off x="9165240" y="3689496"/>
                <a:ext cx="161280" cy="269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5E22A9F-D6BC-ED1C-7850-272533EFBCD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160920" y="3685176"/>
                  <a:ext cx="169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F8DE4A0-75C0-7176-510E-C561E7924D39}"/>
                    </a:ext>
                  </a:extLst>
                </p14:cNvPr>
                <p14:cNvContentPartPr/>
                <p14:nvPr/>
              </p14:nvContentPartPr>
              <p14:xfrm>
                <a:off x="9315000" y="3784896"/>
                <a:ext cx="229680" cy="77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F8DE4A0-75C0-7176-510E-C561E7924D3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310680" y="3780576"/>
                  <a:ext cx="238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B5549FB-EBF1-BCCC-C3DE-BB4D3C5F4D6D}"/>
                    </a:ext>
                  </a:extLst>
                </p14:cNvPr>
                <p14:cNvContentPartPr/>
                <p14:nvPr/>
              </p14:nvContentPartPr>
              <p14:xfrm>
                <a:off x="9605160" y="3758616"/>
                <a:ext cx="2880" cy="28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B5549FB-EBF1-BCCC-C3DE-BB4D3C5F4D6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600840" y="3754296"/>
                  <a:ext cx="11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7927E0F-0D45-0F88-6098-4130F3CE9178}"/>
                    </a:ext>
                  </a:extLst>
                </p14:cNvPr>
                <p14:cNvContentPartPr/>
                <p14:nvPr/>
              </p14:nvContentPartPr>
              <p14:xfrm>
                <a:off x="9634320" y="3665016"/>
                <a:ext cx="17280" cy="482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7927E0F-0D45-0F88-6098-4130F3CE917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30000" y="3660696"/>
                  <a:ext cx="25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36DEB60-B276-1C7B-2A0E-EF29F22A4801}"/>
                    </a:ext>
                  </a:extLst>
                </p14:cNvPr>
                <p14:cNvContentPartPr/>
                <p14:nvPr/>
              </p14:nvContentPartPr>
              <p14:xfrm>
                <a:off x="9674640" y="3639456"/>
                <a:ext cx="108720" cy="156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36DEB60-B276-1C7B-2A0E-EF29F22A480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670320" y="3635136"/>
                  <a:ext cx="117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752E0D8-B700-59B8-3508-85BEFF8A6CB8}"/>
                    </a:ext>
                  </a:extLst>
                </p14:cNvPr>
                <p14:cNvContentPartPr/>
                <p14:nvPr/>
              </p14:nvContentPartPr>
              <p14:xfrm>
                <a:off x="9817200" y="3651336"/>
                <a:ext cx="136800" cy="187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752E0D8-B700-59B8-3508-85BEFF8A6CB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812880" y="3647016"/>
                  <a:ext cx="145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615D4D9-94A2-D0F3-ABA6-482124B019EC}"/>
                    </a:ext>
                  </a:extLst>
                </p14:cNvPr>
                <p14:cNvContentPartPr/>
                <p14:nvPr/>
              </p14:nvContentPartPr>
              <p14:xfrm>
                <a:off x="10055160" y="3618936"/>
                <a:ext cx="220680" cy="123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615D4D9-94A2-D0F3-ABA6-482124B019E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050840" y="3614616"/>
                  <a:ext cx="229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D86B055-3953-26AD-E62F-D44F911F1300}"/>
                    </a:ext>
                  </a:extLst>
                </p14:cNvPr>
                <p14:cNvContentPartPr/>
                <p14:nvPr/>
              </p14:nvContentPartPr>
              <p14:xfrm>
                <a:off x="10448640" y="3526776"/>
                <a:ext cx="39240" cy="210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D86B055-3953-26AD-E62F-D44F911F130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444320" y="3522456"/>
                  <a:ext cx="47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0DDF598-8387-88ED-E7E7-5059100D5FE9}"/>
                    </a:ext>
                  </a:extLst>
                </p14:cNvPr>
                <p14:cNvContentPartPr/>
                <p14:nvPr/>
              </p14:nvContentPartPr>
              <p14:xfrm>
                <a:off x="10402200" y="3605256"/>
                <a:ext cx="261360" cy="72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0DDF598-8387-88ED-E7E7-5059100D5FE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397880" y="3600936"/>
                  <a:ext cx="270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467670F-EA67-FF65-7F0A-92805DCA4270}"/>
                    </a:ext>
                  </a:extLst>
                </p14:cNvPr>
                <p14:cNvContentPartPr/>
                <p14:nvPr/>
              </p14:nvContentPartPr>
              <p14:xfrm>
                <a:off x="10704600" y="3567096"/>
                <a:ext cx="22320" cy="120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467670F-EA67-FF65-7F0A-92805DCA427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700280" y="3562776"/>
                  <a:ext cx="30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A7BC725-35D4-34A3-BE92-45380D024529}"/>
                    </a:ext>
                  </a:extLst>
                </p14:cNvPr>
                <p14:cNvContentPartPr/>
                <p14:nvPr/>
              </p14:nvContentPartPr>
              <p14:xfrm>
                <a:off x="10755360" y="3582216"/>
                <a:ext cx="193680" cy="191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A7BC725-35D4-34A3-BE92-45380D02452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751040" y="3577896"/>
                  <a:ext cx="202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71AF6DE-21B2-5B38-8915-EB31CD58476D}"/>
                    </a:ext>
                  </a:extLst>
                </p14:cNvPr>
                <p14:cNvContentPartPr/>
                <p14:nvPr/>
              </p14:nvContentPartPr>
              <p14:xfrm>
                <a:off x="11025000" y="3495096"/>
                <a:ext cx="26640" cy="169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71AF6DE-21B2-5B38-8915-EB31CD58476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020680" y="3490776"/>
                  <a:ext cx="35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05BB60C-A3CB-7C05-C24C-5324968D4FBC}"/>
                    </a:ext>
                  </a:extLst>
                </p14:cNvPr>
                <p14:cNvContentPartPr/>
                <p14:nvPr/>
              </p14:nvContentPartPr>
              <p14:xfrm>
                <a:off x="10975320" y="3559536"/>
                <a:ext cx="185760" cy="29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05BB60C-A3CB-7C05-C24C-5324968D4FB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971000" y="3555216"/>
                  <a:ext cx="194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A5DAF72-1E20-4903-C1DB-C7A7F72DEA14}"/>
                    </a:ext>
                  </a:extLst>
                </p14:cNvPr>
                <p14:cNvContentPartPr/>
                <p14:nvPr/>
              </p14:nvContentPartPr>
              <p14:xfrm>
                <a:off x="11199600" y="3399336"/>
                <a:ext cx="131760" cy="362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A5DAF72-1E20-4903-C1DB-C7A7F72DEA1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195280" y="3395016"/>
                  <a:ext cx="14040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4B594B0E-B0EE-4496-ECC5-4E93F00357DF}"/>
                  </a:ext>
                </a:extLst>
              </p14:cNvPr>
              <p14:cNvContentPartPr/>
              <p14:nvPr/>
            </p14:nvContentPartPr>
            <p14:xfrm>
              <a:off x="3908880" y="1579536"/>
              <a:ext cx="177840" cy="2894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4B594B0E-B0EE-4496-ECC5-4E93F00357DF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3904560" y="1575216"/>
                <a:ext cx="186480" cy="29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00AA10D3-F965-9022-7D97-4841AC0ABDE2}"/>
              </a:ext>
            </a:extLst>
          </p:cNvPr>
          <p:cNvGrpSpPr/>
          <p:nvPr/>
        </p:nvGrpSpPr>
        <p:grpSpPr>
          <a:xfrm>
            <a:off x="8978400" y="4141296"/>
            <a:ext cx="331920" cy="288360"/>
            <a:chOff x="8978400" y="4141296"/>
            <a:chExt cx="3319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D18FA84-F671-F0B3-BD7A-D3BA5A7EA6DF}"/>
                    </a:ext>
                  </a:extLst>
                </p14:cNvPr>
                <p14:cNvContentPartPr/>
                <p14:nvPr/>
              </p14:nvContentPartPr>
              <p14:xfrm>
                <a:off x="8978400" y="4141296"/>
                <a:ext cx="63720" cy="2833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D18FA84-F671-F0B3-BD7A-D3BA5A7EA6D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974080" y="4136976"/>
                  <a:ext cx="723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0D50612-337F-EB4F-A9D2-96176265F275}"/>
                    </a:ext>
                  </a:extLst>
                </p14:cNvPr>
                <p14:cNvContentPartPr/>
                <p14:nvPr/>
              </p14:nvContentPartPr>
              <p14:xfrm>
                <a:off x="9039240" y="4298256"/>
                <a:ext cx="68760" cy="1314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0D50612-337F-EB4F-A9D2-96176265F27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034920" y="4293936"/>
                  <a:ext cx="77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49C816E-4DE5-9454-FCDA-6596E2352F90}"/>
                    </a:ext>
                  </a:extLst>
                </p14:cNvPr>
                <p14:cNvContentPartPr/>
                <p14:nvPr/>
              </p14:nvContentPartPr>
              <p14:xfrm>
                <a:off x="9190440" y="4236336"/>
                <a:ext cx="119880" cy="128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49C816E-4DE5-9454-FCDA-6596E2352F9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186120" y="4232016"/>
                  <a:ext cx="1285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14F0EFFD-9204-C5B2-1448-EC6C55B16E0B}"/>
              </a:ext>
            </a:extLst>
          </p:cNvPr>
          <p:cNvGrpSpPr/>
          <p:nvPr/>
        </p:nvGrpSpPr>
        <p:grpSpPr>
          <a:xfrm>
            <a:off x="9546480" y="4226616"/>
            <a:ext cx="117360" cy="65520"/>
            <a:chOff x="9546480" y="4226616"/>
            <a:chExt cx="11736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138315C-E23B-82AD-94C6-E2477C03E6E7}"/>
                    </a:ext>
                  </a:extLst>
                </p14:cNvPr>
                <p14:cNvContentPartPr/>
                <p14:nvPr/>
              </p14:nvContentPartPr>
              <p14:xfrm>
                <a:off x="9546480" y="4226616"/>
                <a:ext cx="107640" cy="6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138315C-E23B-82AD-94C6-E2477C03E6E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542160" y="4222296"/>
                  <a:ext cx="1162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437A5DD-0DD9-69B9-9966-4C073BB70B3B}"/>
                    </a:ext>
                  </a:extLst>
                </p14:cNvPr>
                <p14:cNvContentPartPr/>
                <p14:nvPr/>
              </p14:nvContentPartPr>
              <p14:xfrm>
                <a:off x="9568440" y="4286016"/>
                <a:ext cx="95400" cy="6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437A5DD-0DD9-69B9-9966-4C073BB70B3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564120" y="4281696"/>
                  <a:ext cx="10404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2420F5B5-4907-D2A1-BE99-87C5DED06C58}"/>
              </a:ext>
            </a:extLst>
          </p:cNvPr>
          <p:cNvGrpSpPr/>
          <p:nvPr/>
        </p:nvGrpSpPr>
        <p:grpSpPr>
          <a:xfrm>
            <a:off x="9914760" y="3936816"/>
            <a:ext cx="1078200" cy="399960"/>
            <a:chOff x="9914760" y="3936816"/>
            <a:chExt cx="10782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B0A918B-21D2-4B06-03FD-C530AF42D1FF}"/>
                    </a:ext>
                  </a:extLst>
                </p14:cNvPr>
                <p14:cNvContentPartPr/>
                <p14:nvPr/>
              </p14:nvContentPartPr>
              <p14:xfrm>
                <a:off x="9914760" y="4156056"/>
                <a:ext cx="176040" cy="51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B0A918B-21D2-4B06-03FD-C530AF42D1F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910440" y="4151736"/>
                  <a:ext cx="184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71D8CA2-5010-B372-3F7B-8C0BD2FFF3CD}"/>
                    </a:ext>
                  </a:extLst>
                </p14:cNvPr>
                <p14:cNvContentPartPr/>
                <p14:nvPr/>
              </p14:nvContentPartPr>
              <p14:xfrm>
                <a:off x="10185480" y="4137336"/>
                <a:ext cx="5400" cy="327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71D8CA2-5010-B372-3F7B-8C0BD2FFF3C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181160" y="4133016"/>
                  <a:ext cx="14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ACBC3F4-7515-A185-3225-4E6CDC414D9E}"/>
                    </a:ext>
                  </a:extLst>
                </p14:cNvPr>
                <p14:cNvContentPartPr/>
                <p14:nvPr/>
              </p14:nvContentPartPr>
              <p14:xfrm>
                <a:off x="10209600" y="4027536"/>
                <a:ext cx="19800" cy="59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ACBC3F4-7515-A185-3225-4E6CDC414D9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205280" y="4023216"/>
                  <a:ext cx="28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74044E2-BFA9-79CB-0539-E8291F45D24B}"/>
                    </a:ext>
                  </a:extLst>
                </p14:cNvPr>
                <p14:cNvContentPartPr/>
                <p14:nvPr/>
              </p14:nvContentPartPr>
              <p14:xfrm>
                <a:off x="10282680" y="3936816"/>
                <a:ext cx="163800" cy="209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74044E2-BFA9-79CB-0539-E8291F45D24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78360" y="3932496"/>
                  <a:ext cx="172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FAFB563-4C99-B458-3080-91A50C0C30FB}"/>
                    </a:ext>
                  </a:extLst>
                </p14:cNvPr>
                <p14:cNvContentPartPr/>
                <p14:nvPr/>
              </p14:nvContentPartPr>
              <p14:xfrm>
                <a:off x="10587600" y="4004856"/>
                <a:ext cx="7560" cy="117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FAFB563-4C99-B458-3080-91A50C0C30F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583280" y="4000536"/>
                  <a:ext cx="16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3090678-3AC0-5208-897E-12A4D81901AB}"/>
                    </a:ext>
                  </a:extLst>
                </p14:cNvPr>
                <p14:cNvContentPartPr/>
                <p14:nvPr/>
              </p14:nvContentPartPr>
              <p14:xfrm>
                <a:off x="10512000" y="4036536"/>
                <a:ext cx="154080" cy="21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3090678-3AC0-5208-897E-12A4D81901A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507680" y="4032216"/>
                  <a:ext cx="162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94F1835-7D1B-8F7B-6699-3C2DFD82D415}"/>
                    </a:ext>
                  </a:extLst>
                </p14:cNvPr>
                <p14:cNvContentPartPr/>
                <p14:nvPr/>
              </p14:nvContentPartPr>
              <p14:xfrm>
                <a:off x="10780200" y="3937536"/>
                <a:ext cx="39240" cy="141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94F1835-7D1B-8F7B-6699-3C2DFD82D41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775880" y="3933216"/>
                  <a:ext cx="47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142FCBA-2ADB-DAE8-0F31-CDE33289C464}"/>
                    </a:ext>
                  </a:extLst>
                </p14:cNvPr>
                <p14:cNvContentPartPr/>
                <p14:nvPr/>
              </p14:nvContentPartPr>
              <p14:xfrm>
                <a:off x="10938960" y="3977856"/>
                <a:ext cx="15120" cy="13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142FCBA-2ADB-DAE8-0F31-CDE33289C46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934640" y="3973536"/>
                  <a:ext cx="23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F8E73F6-2305-2EB3-F9BF-86952838A34A}"/>
                    </a:ext>
                  </a:extLst>
                </p14:cNvPr>
                <p14:cNvContentPartPr/>
                <p14:nvPr/>
              </p14:nvContentPartPr>
              <p14:xfrm>
                <a:off x="10819440" y="4124376"/>
                <a:ext cx="173520" cy="2124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F8E73F6-2305-2EB3-F9BF-86952838A34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815120" y="4120056"/>
                  <a:ext cx="18216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B689673-4B0C-CF79-D1DC-34C15C5770E7}"/>
                  </a:ext>
                </a:extLst>
              </p14:cNvPr>
              <p14:cNvContentPartPr/>
              <p14:nvPr/>
            </p14:nvContentPartPr>
            <p14:xfrm>
              <a:off x="3121560" y="3249936"/>
              <a:ext cx="1843920" cy="991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B689673-4B0C-CF79-D1DC-34C15C5770E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3117240" y="3245616"/>
                <a:ext cx="1852560" cy="10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438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3C5F-29D9-55FD-8D23-592467C2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Big-O expression for Binary Search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B87B-3C1A-698D-59E4-FD4B9ADDD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Only works on SORTED data.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6C1C5E-50FA-6539-69AD-5AA76ADF4D21}"/>
                  </a:ext>
                </a:extLst>
              </p14:cNvPr>
              <p14:cNvContentPartPr/>
              <p14:nvPr/>
            </p14:nvContentPartPr>
            <p14:xfrm>
              <a:off x="3399480" y="2590776"/>
              <a:ext cx="44280" cy="441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6C1C5E-50FA-6539-69AD-5AA76ADF4D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5160" y="2586456"/>
                <a:ext cx="5292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DA6A17-3055-1B69-B438-2396B68841D7}"/>
                  </a:ext>
                </a:extLst>
              </p14:cNvPr>
              <p14:cNvContentPartPr/>
              <p14:nvPr/>
            </p14:nvContentPartPr>
            <p14:xfrm>
              <a:off x="3434958" y="2478116"/>
              <a:ext cx="3396564" cy="600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DA6A17-3055-1B69-B438-2396B68841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0278" y="2473436"/>
                <a:ext cx="3405204" cy="609439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8F833920-700D-101C-AE9E-6364183C1520}"/>
              </a:ext>
            </a:extLst>
          </p:cNvPr>
          <p:cNvGrpSpPr/>
          <p:nvPr/>
        </p:nvGrpSpPr>
        <p:grpSpPr>
          <a:xfrm>
            <a:off x="9027000" y="3451536"/>
            <a:ext cx="648000" cy="402840"/>
            <a:chOff x="9027000" y="3451536"/>
            <a:chExt cx="64800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6ADD7B-E760-FAF2-674D-28DE2B02BD0C}"/>
                    </a:ext>
                  </a:extLst>
                </p14:cNvPr>
                <p14:cNvContentPartPr/>
                <p14:nvPr/>
              </p14:nvContentPartPr>
              <p14:xfrm>
                <a:off x="9027000" y="3559536"/>
                <a:ext cx="37440" cy="261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6ADD7B-E760-FAF2-674D-28DE2B02BD0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22680" y="3555216"/>
                  <a:ext cx="460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E59D6BF-D510-EE53-B314-350F27FB0B07}"/>
                    </a:ext>
                  </a:extLst>
                </p14:cNvPr>
                <p14:cNvContentPartPr/>
                <p14:nvPr/>
              </p14:nvContentPartPr>
              <p14:xfrm>
                <a:off x="9046440" y="3451536"/>
                <a:ext cx="628560" cy="402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E59D6BF-D510-EE53-B314-350F27FB0B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42120" y="3447216"/>
                  <a:ext cx="6372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DC45E-82CA-B10D-07E3-5FA9C583E049}"/>
                    </a:ext>
                  </a:extLst>
                </p14:cNvPr>
                <p14:cNvContentPartPr/>
                <p14:nvPr/>
              </p14:nvContentPartPr>
              <p14:xfrm>
                <a:off x="9317160" y="3560976"/>
                <a:ext cx="100440" cy="136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DC45E-82CA-B10D-07E3-5FA9C583E0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12840" y="3556656"/>
                  <a:ext cx="109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7D5C21-F8CE-7597-0372-08DF8FA4EC86}"/>
                    </a:ext>
                  </a:extLst>
                </p14:cNvPr>
                <p14:cNvContentPartPr/>
                <p14:nvPr/>
              </p14:nvContentPartPr>
              <p14:xfrm>
                <a:off x="9271080" y="3642336"/>
                <a:ext cx="136800" cy="5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7D5C21-F8CE-7597-0372-08DF8FA4EC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66760" y="3638016"/>
                  <a:ext cx="14544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AE0BA16-DF02-EA3A-A4D2-2B096FA8F0CF}"/>
                  </a:ext>
                </a:extLst>
              </p14:cNvPr>
              <p14:cNvContentPartPr/>
              <p14:nvPr/>
            </p14:nvContentPartPr>
            <p14:xfrm>
              <a:off x="7369200" y="2620656"/>
              <a:ext cx="178200" cy="153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E0BA16-DF02-EA3A-A4D2-2B096FA8F0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64880" y="2616336"/>
                <a:ext cx="1868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E1C1DA7-8CE1-BE5C-A643-983C7126479E}"/>
                  </a:ext>
                </a:extLst>
              </p14:cNvPr>
              <p14:cNvContentPartPr/>
              <p14:nvPr/>
            </p14:nvContentPartPr>
            <p14:xfrm>
              <a:off x="3560760" y="3852936"/>
              <a:ext cx="1383840" cy="309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E1C1DA7-8CE1-BE5C-A643-983C712647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71120" y="3672936"/>
                <a:ext cx="1563480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D94CB16-CC60-2D77-5B9E-014BFCEE0682}"/>
                  </a:ext>
                </a:extLst>
              </p14:cNvPr>
              <p14:cNvContentPartPr/>
              <p14:nvPr/>
            </p14:nvContentPartPr>
            <p14:xfrm>
              <a:off x="5234400" y="3690936"/>
              <a:ext cx="1655280" cy="6516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D94CB16-CC60-2D77-5B9E-014BFCEE068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44760" y="3510936"/>
                <a:ext cx="1834920" cy="10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24DB642-6767-4426-B585-15DEFE7BDFA1}"/>
                  </a:ext>
                </a:extLst>
              </p14:cNvPr>
              <p14:cNvContentPartPr/>
              <p14:nvPr/>
            </p14:nvContentPartPr>
            <p14:xfrm>
              <a:off x="3121560" y="4561416"/>
              <a:ext cx="367200" cy="408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24DB642-6767-4426-B585-15DEFE7BDF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17240" y="4557096"/>
                <a:ext cx="3758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487C4EE-225C-169D-B68E-F8FA387CE1A8}"/>
                  </a:ext>
                </a:extLst>
              </p14:cNvPr>
              <p14:cNvContentPartPr/>
              <p14:nvPr/>
            </p14:nvContentPartPr>
            <p14:xfrm>
              <a:off x="2648520" y="5096376"/>
              <a:ext cx="48240" cy="2012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487C4EE-225C-169D-B68E-F8FA387CE1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44200" y="5092056"/>
                <a:ext cx="568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A4471C9-7128-1F87-89D8-07F78FBE876D}"/>
                  </a:ext>
                </a:extLst>
              </p14:cNvPr>
              <p14:cNvContentPartPr/>
              <p14:nvPr/>
            </p14:nvContentPartPr>
            <p14:xfrm>
              <a:off x="2774160" y="5173416"/>
              <a:ext cx="66240" cy="684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A4471C9-7128-1F87-89D8-07F78FBE876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69840" y="5169096"/>
                <a:ext cx="74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9AA96C2-9272-16C3-D3A0-A7D63535D081}"/>
                  </a:ext>
                </a:extLst>
              </p14:cNvPr>
              <p14:cNvContentPartPr/>
              <p14:nvPr/>
            </p14:nvContentPartPr>
            <p14:xfrm>
              <a:off x="2928600" y="5123016"/>
              <a:ext cx="154440" cy="1069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9AA96C2-9272-16C3-D3A0-A7D63535D0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24280" y="5118696"/>
                <a:ext cx="16308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B915CBC-3873-7148-BD01-818FA97ADC43}"/>
              </a:ext>
            </a:extLst>
          </p:cNvPr>
          <p:cNvGrpSpPr/>
          <p:nvPr/>
        </p:nvGrpSpPr>
        <p:grpSpPr>
          <a:xfrm>
            <a:off x="3315600" y="2461536"/>
            <a:ext cx="5463360" cy="3489480"/>
            <a:chOff x="3315600" y="2461536"/>
            <a:chExt cx="5463360" cy="348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3D9918-A732-22F5-4B40-D2A88173A3F3}"/>
                    </a:ext>
                  </a:extLst>
                </p14:cNvPr>
                <p14:cNvContentPartPr/>
                <p14:nvPr/>
              </p14:nvContentPartPr>
              <p14:xfrm>
                <a:off x="3894480" y="2497176"/>
                <a:ext cx="114840" cy="653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3D9918-A732-22F5-4B40-D2A88173A3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90160" y="2492856"/>
                  <a:ext cx="1234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D7E7C6-B1C9-1930-79A3-12792C0A6BA9}"/>
                    </a:ext>
                  </a:extLst>
                </p14:cNvPr>
                <p14:cNvContentPartPr/>
                <p14:nvPr/>
              </p14:nvContentPartPr>
              <p14:xfrm>
                <a:off x="4488840" y="2476296"/>
                <a:ext cx="42840" cy="548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D7E7C6-B1C9-1930-79A3-12792C0A6B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84520" y="2471976"/>
                  <a:ext cx="51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A622E8-DCA2-820A-0EF6-6923DF3872EC}"/>
                    </a:ext>
                  </a:extLst>
                </p14:cNvPr>
                <p14:cNvContentPartPr/>
                <p14:nvPr/>
              </p14:nvContentPartPr>
              <p14:xfrm>
                <a:off x="5108760" y="2489976"/>
                <a:ext cx="18720" cy="545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A622E8-DCA2-820A-0EF6-6923DF3872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04440" y="2485656"/>
                  <a:ext cx="2736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B6AE99-E383-62EF-A606-5CF11A99FC73}"/>
                    </a:ext>
                  </a:extLst>
                </p14:cNvPr>
                <p14:cNvContentPartPr/>
                <p14:nvPr/>
              </p14:nvContentPartPr>
              <p14:xfrm>
                <a:off x="5601600" y="2461536"/>
                <a:ext cx="35280" cy="595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B6AE99-E383-62EF-A606-5CF11A99FC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97280" y="2457216"/>
                  <a:ext cx="439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B0473F-86D0-574C-52A3-EF94B93F66B8}"/>
                    </a:ext>
                  </a:extLst>
                </p14:cNvPr>
                <p14:cNvContentPartPr/>
                <p14:nvPr/>
              </p14:nvContentPartPr>
              <p14:xfrm>
                <a:off x="6259680" y="2493216"/>
                <a:ext cx="51480" cy="554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B0473F-86D0-574C-52A3-EF94B93F66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55360" y="2488896"/>
                  <a:ext cx="601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7E2BE0-EB83-1A6D-C642-9E0CA20B631C}"/>
                    </a:ext>
                  </a:extLst>
                </p14:cNvPr>
                <p14:cNvContentPartPr/>
                <p14:nvPr/>
              </p14:nvContentPartPr>
              <p14:xfrm>
                <a:off x="7822800" y="3495096"/>
                <a:ext cx="48960" cy="413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7E2BE0-EB83-1A6D-C642-9E0CA20B63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18480" y="3490776"/>
                  <a:ext cx="576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16D880-F20F-B17C-0AA7-B4693B83DD61}"/>
                    </a:ext>
                  </a:extLst>
                </p14:cNvPr>
                <p14:cNvContentPartPr/>
                <p14:nvPr/>
              </p14:nvContentPartPr>
              <p14:xfrm>
                <a:off x="7761600" y="3669336"/>
                <a:ext cx="419760" cy="11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16D880-F20F-B17C-0AA7-B4693B83DD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57280" y="3665016"/>
                  <a:ext cx="428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357078-8B46-B2D3-1E88-CB8EEF20F865}"/>
                    </a:ext>
                  </a:extLst>
                </p14:cNvPr>
                <p14:cNvContentPartPr/>
                <p14:nvPr/>
              </p14:nvContentPartPr>
              <p14:xfrm>
                <a:off x="8256600" y="3667176"/>
                <a:ext cx="63720" cy="117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357078-8B46-B2D3-1E88-CB8EEF20F8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52280" y="3662856"/>
                  <a:ext cx="72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9BE8E8-6D68-6177-7BB0-F0DD07E49D51}"/>
                    </a:ext>
                  </a:extLst>
                </p14:cNvPr>
                <p14:cNvContentPartPr/>
                <p14:nvPr/>
              </p14:nvContentPartPr>
              <p14:xfrm>
                <a:off x="8335080" y="3689136"/>
                <a:ext cx="202320" cy="21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9BE8E8-6D68-6177-7BB0-F0DD07E49D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0760" y="3684816"/>
                  <a:ext cx="210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B79D70-F8DE-2AB6-8605-9FE2E6C4ECA9}"/>
                    </a:ext>
                  </a:extLst>
                </p14:cNvPr>
                <p14:cNvContentPartPr/>
                <p14:nvPr/>
              </p14:nvContentPartPr>
              <p14:xfrm>
                <a:off x="8639640" y="3622896"/>
                <a:ext cx="95400" cy="168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B79D70-F8DE-2AB6-8605-9FE2E6C4EC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35320" y="3618576"/>
                  <a:ext cx="104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449BA6-4E23-737A-EEFE-F1FEC3372952}"/>
                    </a:ext>
                  </a:extLst>
                </p14:cNvPr>
                <p14:cNvContentPartPr/>
                <p14:nvPr/>
              </p14:nvContentPartPr>
              <p14:xfrm>
                <a:off x="8615160" y="3713976"/>
                <a:ext cx="163800" cy="4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449BA6-4E23-737A-EEFE-F1FEC33729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10840" y="3709656"/>
                  <a:ext cx="1724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1FAA18-C260-EB1E-A58C-929928E91F42}"/>
                    </a:ext>
                  </a:extLst>
                </p14:cNvPr>
                <p14:cNvContentPartPr/>
                <p14:nvPr/>
              </p14:nvContentPartPr>
              <p14:xfrm>
                <a:off x="3360600" y="3781656"/>
                <a:ext cx="47160" cy="509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1FAA18-C260-EB1E-A58C-929928E91F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6280" y="3777336"/>
                  <a:ext cx="558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1E84F1-B18B-BF88-AB9F-8BB850C55857}"/>
                    </a:ext>
                  </a:extLst>
                </p14:cNvPr>
                <p14:cNvContentPartPr/>
                <p14:nvPr/>
              </p14:nvContentPartPr>
              <p14:xfrm>
                <a:off x="3315600" y="3577176"/>
                <a:ext cx="3510000" cy="81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1E84F1-B18B-BF88-AB9F-8BB850C558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11280" y="3572856"/>
                  <a:ext cx="35186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87C89D5-748F-E4F1-DA6D-51D08A4A66E4}"/>
                    </a:ext>
                  </a:extLst>
                </p14:cNvPr>
                <p14:cNvContentPartPr/>
                <p14:nvPr/>
              </p14:nvContentPartPr>
              <p14:xfrm>
                <a:off x="5035680" y="3438216"/>
                <a:ext cx="105120" cy="118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87C89D5-748F-E4F1-DA6D-51D08A4A66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31360" y="3433896"/>
                  <a:ext cx="113760" cy="11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DD8449-6BA0-0E81-2C51-1A6FE4F206BB}"/>
                    </a:ext>
                  </a:extLst>
                </p14:cNvPr>
                <p14:cNvContentPartPr/>
                <p14:nvPr/>
              </p14:nvContentPartPr>
              <p14:xfrm>
                <a:off x="4796640" y="4807296"/>
                <a:ext cx="163800" cy="80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DD8449-6BA0-0E81-2C51-1A6FE4F206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92320" y="4802976"/>
                  <a:ext cx="172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6BEF8D-3190-F400-F024-D4BC0BA12850}"/>
                    </a:ext>
                  </a:extLst>
                </p14:cNvPr>
                <p14:cNvContentPartPr/>
                <p14:nvPr/>
              </p14:nvContentPartPr>
              <p14:xfrm>
                <a:off x="5004000" y="4808736"/>
                <a:ext cx="15120" cy="34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6BEF8D-3190-F400-F024-D4BC0BA1285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99680" y="4804416"/>
                  <a:ext cx="23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064909-B1AB-5BD8-8ED4-791F39F07B30}"/>
                    </a:ext>
                  </a:extLst>
                </p14:cNvPr>
                <p14:cNvContentPartPr/>
                <p14:nvPr/>
              </p14:nvContentPartPr>
              <p14:xfrm>
                <a:off x="5038200" y="4688496"/>
                <a:ext cx="5400" cy="57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064909-B1AB-5BD8-8ED4-791F39F07B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33880" y="4684176"/>
                  <a:ext cx="14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D3F7A5-04A5-CDA8-5CEC-AC9351166F54}"/>
                    </a:ext>
                  </a:extLst>
                </p14:cNvPr>
                <p14:cNvContentPartPr/>
                <p14:nvPr/>
              </p14:nvContentPartPr>
              <p14:xfrm>
                <a:off x="5081760" y="4674816"/>
                <a:ext cx="161640" cy="177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D3F7A5-04A5-CDA8-5CEC-AC9351166F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77440" y="4670496"/>
                  <a:ext cx="170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19C6B4-DDE6-F0C8-FBDC-69E95158CD43}"/>
                    </a:ext>
                  </a:extLst>
                </p14:cNvPr>
                <p14:cNvContentPartPr/>
                <p14:nvPr/>
              </p14:nvContentPartPr>
              <p14:xfrm>
                <a:off x="4823640" y="5062896"/>
                <a:ext cx="7920" cy="204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19C6B4-DDE6-F0C8-FBDC-69E95158CD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19320" y="5058576"/>
                  <a:ext cx="16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5934B02-DEA9-44F9-36E6-C098D870F076}"/>
                    </a:ext>
                  </a:extLst>
                </p14:cNvPr>
                <p14:cNvContentPartPr/>
                <p14:nvPr/>
              </p14:nvContentPartPr>
              <p14:xfrm>
                <a:off x="4802040" y="4980096"/>
                <a:ext cx="621360" cy="345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5934B02-DEA9-44F9-36E6-C098D870F0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97720" y="4975776"/>
                  <a:ext cx="630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C6A3703-4817-D9EF-1798-EF1A02328A50}"/>
                    </a:ext>
                  </a:extLst>
                </p14:cNvPr>
                <p14:cNvContentPartPr/>
                <p14:nvPr/>
              </p14:nvContentPartPr>
              <p14:xfrm>
                <a:off x="3619080" y="3414096"/>
                <a:ext cx="54000" cy="195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C6A3703-4817-D9EF-1798-EF1A02328A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14760" y="3409776"/>
                  <a:ext cx="6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831601-B614-8C61-AF93-6F3D7FBC05E4}"/>
                    </a:ext>
                  </a:extLst>
                </p14:cNvPr>
                <p14:cNvContentPartPr/>
                <p14:nvPr/>
              </p14:nvContentPartPr>
              <p14:xfrm>
                <a:off x="3570120" y="3513096"/>
                <a:ext cx="149040" cy="23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831601-B614-8C61-AF93-6F3D7FBC05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65800" y="3508776"/>
                  <a:ext cx="157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E83AF2-06CA-2914-DAA4-EA12A99889E3}"/>
                    </a:ext>
                  </a:extLst>
                </p14:cNvPr>
                <p14:cNvContentPartPr/>
                <p14:nvPr/>
              </p14:nvContentPartPr>
              <p14:xfrm>
                <a:off x="3763080" y="3464496"/>
                <a:ext cx="147960" cy="104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E83AF2-06CA-2914-DAA4-EA12A99889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58760" y="3460176"/>
                  <a:ext cx="156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A4E725-3107-D5C1-60D2-FE92D9AEA954}"/>
                    </a:ext>
                  </a:extLst>
                </p14:cNvPr>
                <p14:cNvContentPartPr/>
                <p14:nvPr/>
              </p14:nvContentPartPr>
              <p14:xfrm>
                <a:off x="3982320" y="3488256"/>
                <a:ext cx="92880" cy="5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A4E725-3107-D5C1-60D2-FE92D9AEA95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78000" y="3483936"/>
                  <a:ext cx="101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14C85FD-3C4A-5178-7CE8-0A921C2EFA7F}"/>
                    </a:ext>
                  </a:extLst>
                </p14:cNvPr>
                <p14:cNvContentPartPr/>
                <p14:nvPr/>
              </p14:nvContentPartPr>
              <p14:xfrm>
                <a:off x="4118760" y="3373056"/>
                <a:ext cx="139320" cy="148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14C85FD-3C4A-5178-7CE8-0A921C2EFA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14440" y="3368736"/>
                  <a:ext cx="147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A44805-0571-33D5-E4A2-129639CD46CF}"/>
                    </a:ext>
                  </a:extLst>
                </p14:cNvPr>
                <p14:cNvContentPartPr/>
                <p14:nvPr/>
              </p14:nvContentPartPr>
              <p14:xfrm>
                <a:off x="4240800" y="3452256"/>
                <a:ext cx="146520" cy="48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A44805-0571-33D5-E4A2-129639CD46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36480" y="3447936"/>
                  <a:ext cx="155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022F9A-5B59-B1ED-5E79-5B543E0CD547}"/>
                    </a:ext>
                  </a:extLst>
                </p14:cNvPr>
                <p14:cNvContentPartPr/>
                <p14:nvPr/>
              </p14:nvContentPartPr>
              <p14:xfrm>
                <a:off x="4413960" y="3432816"/>
                <a:ext cx="17280" cy="54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022F9A-5B59-B1ED-5E79-5B543E0CD5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09640" y="3428496"/>
                  <a:ext cx="25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FC9463-D123-B6F7-174A-1DA1C6677853}"/>
                    </a:ext>
                  </a:extLst>
                </p14:cNvPr>
                <p14:cNvContentPartPr/>
                <p14:nvPr/>
              </p14:nvContentPartPr>
              <p14:xfrm>
                <a:off x="4457880" y="3332736"/>
                <a:ext cx="5400" cy="51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FC9463-D123-B6F7-174A-1DA1C66778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53560" y="3328416"/>
                  <a:ext cx="14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54B2D7-77FF-266C-FDB7-CD6779B20022}"/>
                    </a:ext>
                  </a:extLst>
                </p14:cNvPr>
                <p14:cNvContentPartPr/>
                <p14:nvPr/>
              </p14:nvContentPartPr>
              <p14:xfrm>
                <a:off x="4496760" y="3303576"/>
                <a:ext cx="144360" cy="176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54B2D7-77FF-266C-FDB7-CD6779B2002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92440" y="3299256"/>
                  <a:ext cx="153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A62174-E8B6-5632-5D98-D326B4EFA004}"/>
                    </a:ext>
                  </a:extLst>
                </p14:cNvPr>
                <p14:cNvContentPartPr/>
                <p14:nvPr/>
              </p14:nvContentPartPr>
              <p14:xfrm>
                <a:off x="4677120" y="3358296"/>
                <a:ext cx="163800" cy="160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A62174-E8B6-5632-5D98-D326B4EFA0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72800" y="3353976"/>
                  <a:ext cx="172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8C6C8A-BDE9-1E7B-6FF9-9D5A6E406F27}"/>
                    </a:ext>
                  </a:extLst>
                </p14:cNvPr>
                <p14:cNvContentPartPr/>
                <p14:nvPr/>
              </p14:nvContentPartPr>
              <p14:xfrm>
                <a:off x="4262760" y="4320216"/>
                <a:ext cx="725040" cy="925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8C6C8A-BDE9-1E7B-6FF9-9D5A6E406F2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58440" y="4315896"/>
                  <a:ext cx="73368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5E127BE-1878-D1BC-E087-5B99BBFE4A38}"/>
                    </a:ext>
                  </a:extLst>
                </p14:cNvPr>
                <p14:cNvContentPartPr/>
                <p14:nvPr/>
              </p14:nvContentPartPr>
              <p14:xfrm>
                <a:off x="3926160" y="5326776"/>
                <a:ext cx="219960" cy="106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5E127BE-1878-D1BC-E087-5B99BBFE4A3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21840" y="5322456"/>
                  <a:ext cx="228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65AA15-A86F-5B9B-AB4B-CE5B58147899}"/>
                    </a:ext>
                  </a:extLst>
                </p14:cNvPr>
                <p14:cNvContentPartPr/>
                <p14:nvPr/>
              </p14:nvContentPartPr>
              <p14:xfrm>
                <a:off x="4182480" y="5349096"/>
                <a:ext cx="7560" cy="30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65AA15-A86F-5B9B-AB4B-CE5B5814789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78160" y="5344776"/>
                  <a:ext cx="16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CDD187D-12D7-9704-0676-66300E342F32}"/>
                    </a:ext>
                  </a:extLst>
                </p14:cNvPr>
                <p14:cNvContentPartPr/>
                <p14:nvPr/>
              </p14:nvContentPartPr>
              <p14:xfrm>
                <a:off x="4179960" y="5155776"/>
                <a:ext cx="7560" cy="97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CDD187D-12D7-9704-0676-66300E342F3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75640" y="5151456"/>
                  <a:ext cx="16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2B1E95-0D50-723B-B6C7-ADB3C7BE2663}"/>
                    </a:ext>
                  </a:extLst>
                </p14:cNvPr>
                <p14:cNvContentPartPr/>
                <p14:nvPr/>
              </p14:nvContentPartPr>
              <p14:xfrm>
                <a:off x="4196880" y="5206176"/>
                <a:ext cx="95400" cy="167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2B1E95-0D50-723B-B6C7-ADB3C7BE266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92560" y="5201856"/>
                  <a:ext cx="104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FDD268-E475-4F39-C75C-647779B3AC10}"/>
                    </a:ext>
                  </a:extLst>
                </p14:cNvPr>
                <p14:cNvContentPartPr/>
                <p14:nvPr/>
              </p14:nvContentPartPr>
              <p14:xfrm>
                <a:off x="4331160" y="5317416"/>
                <a:ext cx="85680" cy="10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FDD268-E475-4F39-C75C-647779B3AC1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26840" y="5313096"/>
                  <a:ext cx="94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E2C9DEC-3D55-98A2-C8E7-AFEB798125F7}"/>
                    </a:ext>
                  </a:extLst>
                </p14:cNvPr>
                <p14:cNvContentPartPr/>
                <p14:nvPr/>
              </p14:nvContentPartPr>
              <p14:xfrm>
                <a:off x="4452840" y="5246856"/>
                <a:ext cx="46800" cy="171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E2C9DEC-3D55-98A2-C8E7-AFEB798125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48520" y="5242536"/>
                  <a:ext cx="55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3011EB-6B75-35CE-F3AA-C71C93DB990F}"/>
                    </a:ext>
                  </a:extLst>
                </p14:cNvPr>
                <p14:cNvContentPartPr/>
                <p14:nvPr/>
              </p14:nvContentPartPr>
              <p14:xfrm>
                <a:off x="4167720" y="5318856"/>
                <a:ext cx="5040" cy="65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3011EB-6B75-35CE-F3AA-C71C93DB99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63400" y="5314536"/>
                  <a:ext cx="13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7CA49C8-B488-3341-F6CF-0FF2473B15D9}"/>
                    </a:ext>
                  </a:extLst>
                </p14:cNvPr>
                <p14:cNvContentPartPr/>
                <p14:nvPr/>
              </p14:nvContentPartPr>
              <p14:xfrm>
                <a:off x="4160160" y="5162256"/>
                <a:ext cx="25560" cy="34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7CA49C8-B488-3341-F6CF-0FF2473B15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55840" y="5157936"/>
                  <a:ext cx="34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85911E-8961-1031-7528-78B17B1A414F}"/>
                    </a:ext>
                  </a:extLst>
                </p14:cNvPr>
                <p14:cNvContentPartPr/>
                <p14:nvPr/>
              </p14:nvContentPartPr>
              <p14:xfrm>
                <a:off x="3948120" y="5646456"/>
                <a:ext cx="114840" cy="156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85911E-8961-1031-7528-78B17B1A41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43800" y="5642136"/>
                  <a:ext cx="123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649965-10D4-516B-CEDC-B4976D2507B0}"/>
                    </a:ext>
                  </a:extLst>
                </p14:cNvPr>
                <p14:cNvContentPartPr/>
                <p14:nvPr/>
              </p14:nvContentPartPr>
              <p14:xfrm>
                <a:off x="4128840" y="5727816"/>
                <a:ext cx="360" cy="27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649965-10D4-516B-CEDC-B4976D2507B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24520" y="5723496"/>
                  <a:ext cx="9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F9BBEF9-A71A-D8F9-CCB3-A8C68BC2ED7C}"/>
                    </a:ext>
                  </a:extLst>
                </p14:cNvPr>
                <p14:cNvContentPartPr/>
                <p14:nvPr/>
              </p14:nvContentPartPr>
              <p14:xfrm>
                <a:off x="4174920" y="5594616"/>
                <a:ext cx="17280" cy="62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F9BBEF9-A71A-D8F9-CCB3-A8C68BC2ED7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70600" y="5590296"/>
                  <a:ext cx="25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C59BCE2-06AA-B13F-6B07-77D0EF15AE20}"/>
                    </a:ext>
                  </a:extLst>
                </p14:cNvPr>
                <p14:cNvContentPartPr/>
                <p14:nvPr/>
              </p14:nvContentPartPr>
              <p14:xfrm>
                <a:off x="4196520" y="5679216"/>
                <a:ext cx="215280" cy="177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C59BCE2-06AA-B13F-6B07-77D0EF15AE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92200" y="5674896"/>
                  <a:ext cx="223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35D0E2-5E19-15F4-8855-EAF1CA277AD7}"/>
                    </a:ext>
                  </a:extLst>
                </p14:cNvPr>
                <p14:cNvContentPartPr/>
                <p14:nvPr/>
              </p14:nvContentPartPr>
              <p14:xfrm>
                <a:off x="4421160" y="5585616"/>
                <a:ext cx="113400" cy="300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35D0E2-5E19-15F4-8855-EAF1CA277AD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16840" y="5581296"/>
                  <a:ext cx="122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177E8A-C95B-175A-2DE2-57A7597818E0}"/>
                    </a:ext>
                  </a:extLst>
                </p14:cNvPr>
                <p14:cNvContentPartPr/>
                <p14:nvPr/>
              </p14:nvContentPartPr>
              <p14:xfrm>
                <a:off x="3865320" y="5623056"/>
                <a:ext cx="161280" cy="327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177E8A-C95B-175A-2DE2-57A7597818E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61000" y="5618736"/>
                  <a:ext cx="1699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5D67C0B-B6AC-D1D6-C260-F95A40D24E50}"/>
                    </a:ext>
                  </a:extLst>
                </p14:cNvPr>
                <p14:cNvContentPartPr/>
                <p14:nvPr/>
              </p14:nvContentPartPr>
              <p14:xfrm>
                <a:off x="5578560" y="3213576"/>
                <a:ext cx="42480" cy="16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5D67C0B-B6AC-D1D6-C260-F95A40D24E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74240" y="3209256"/>
                  <a:ext cx="51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1A68CA-043E-B366-626C-28ADFA49782F}"/>
                    </a:ext>
                  </a:extLst>
                </p14:cNvPr>
                <p14:cNvContentPartPr/>
                <p14:nvPr/>
              </p14:nvContentPartPr>
              <p14:xfrm>
                <a:off x="5518440" y="3295296"/>
                <a:ext cx="141840" cy="11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1A68CA-043E-B366-626C-28ADFA4978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14120" y="3290976"/>
                  <a:ext cx="1504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335394-638E-FAAA-61D2-025A9F1A87CE}"/>
                    </a:ext>
                  </a:extLst>
                </p14:cNvPr>
                <p14:cNvContentPartPr/>
                <p14:nvPr/>
              </p14:nvContentPartPr>
              <p14:xfrm>
                <a:off x="5742720" y="3268656"/>
                <a:ext cx="225360" cy="118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335394-638E-FAAA-61D2-025A9F1A87C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38400" y="3264336"/>
                  <a:ext cx="23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9091E1-3B09-C000-F9E7-CF9E998A4F4B}"/>
                    </a:ext>
                  </a:extLst>
                </p14:cNvPr>
                <p14:cNvContentPartPr/>
                <p14:nvPr/>
              </p14:nvContentPartPr>
              <p14:xfrm>
                <a:off x="6060960" y="3287016"/>
                <a:ext cx="133560" cy="78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9091E1-3B09-C000-F9E7-CF9E998A4F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56640" y="3282696"/>
                  <a:ext cx="142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F153FF-2E71-8565-FEF7-97CF1C95874B}"/>
                    </a:ext>
                  </a:extLst>
                </p14:cNvPr>
                <p14:cNvContentPartPr/>
                <p14:nvPr/>
              </p14:nvContentPartPr>
              <p14:xfrm>
                <a:off x="6215760" y="3217176"/>
                <a:ext cx="173520" cy="179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F153FF-2E71-8565-FEF7-97CF1C95874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11440" y="3212856"/>
                  <a:ext cx="182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C00BA3F-A17E-5A82-972E-D9F73DAC4D97}"/>
                    </a:ext>
                  </a:extLst>
                </p14:cNvPr>
                <p14:cNvContentPartPr/>
                <p14:nvPr/>
              </p14:nvContentPartPr>
              <p14:xfrm>
                <a:off x="6386400" y="3332736"/>
                <a:ext cx="112680" cy="55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C00BA3F-A17E-5A82-972E-D9F73DAC4D9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82080" y="3328416"/>
                  <a:ext cx="121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500AD9D-CB0B-9DEF-292C-5F58E0759585}"/>
                    </a:ext>
                  </a:extLst>
                </p14:cNvPr>
                <p14:cNvContentPartPr/>
                <p14:nvPr/>
              </p14:nvContentPartPr>
              <p14:xfrm>
                <a:off x="6571800" y="3349656"/>
                <a:ext cx="27360" cy="20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500AD9D-CB0B-9DEF-292C-5F58E07595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67480" y="3345336"/>
                  <a:ext cx="36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39BAC0-9245-E084-9A4A-0813388D280F}"/>
                    </a:ext>
                  </a:extLst>
                </p14:cNvPr>
                <p14:cNvContentPartPr/>
                <p14:nvPr/>
              </p14:nvContentPartPr>
              <p14:xfrm>
                <a:off x="6618240" y="3244896"/>
                <a:ext cx="17280" cy="42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39BAC0-9245-E084-9A4A-0813388D28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13920" y="3240576"/>
                  <a:ext cx="25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3F64CF5-0809-7545-BF54-9C35F5BB4C6A}"/>
                    </a:ext>
                  </a:extLst>
                </p14:cNvPr>
                <p14:cNvContentPartPr/>
                <p14:nvPr/>
              </p14:nvContentPartPr>
              <p14:xfrm>
                <a:off x="6708240" y="3197376"/>
                <a:ext cx="156240" cy="156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3F64CF5-0809-7545-BF54-9C35F5BB4C6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03920" y="3193056"/>
                  <a:ext cx="164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8DC368-172F-DACD-8A33-A5C88C2AFB33}"/>
                    </a:ext>
                  </a:extLst>
                </p14:cNvPr>
                <p14:cNvContentPartPr/>
                <p14:nvPr/>
              </p14:nvContentPartPr>
              <p14:xfrm>
                <a:off x="6941880" y="3182976"/>
                <a:ext cx="167040" cy="207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8DC368-172F-DACD-8A33-A5C88C2AFB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37560" y="3178656"/>
                  <a:ext cx="175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B216908-9EC8-5275-977B-60EA47E301E9}"/>
                    </a:ext>
                  </a:extLst>
                </p14:cNvPr>
                <p14:cNvContentPartPr/>
                <p14:nvPr/>
              </p14:nvContentPartPr>
              <p14:xfrm>
                <a:off x="6703560" y="4521096"/>
                <a:ext cx="451440" cy="730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216908-9EC8-5275-977B-60EA47E301E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99240" y="4516776"/>
                  <a:ext cx="46008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71E58B-A91C-ABA8-2628-C4842253AE53}"/>
                    </a:ext>
                  </a:extLst>
                </p14:cNvPr>
                <p14:cNvContentPartPr/>
                <p14:nvPr/>
              </p14:nvContentPartPr>
              <p14:xfrm>
                <a:off x="6652440" y="4447656"/>
                <a:ext cx="336960" cy="216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71E58B-A91C-ABA8-2628-C4842253AE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48120" y="4443336"/>
                  <a:ext cx="345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07A3AB-6FFE-1E48-DBF2-A74A5F528649}"/>
                    </a:ext>
                  </a:extLst>
                </p14:cNvPr>
                <p14:cNvContentPartPr/>
                <p14:nvPr/>
              </p14:nvContentPartPr>
              <p14:xfrm>
                <a:off x="7273080" y="5219856"/>
                <a:ext cx="128160" cy="195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07A3AB-6FFE-1E48-DBF2-A74A5F52864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68760" y="5215536"/>
                  <a:ext cx="136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77779BC-4D7C-51E6-9B07-EA875651AC5E}"/>
                    </a:ext>
                  </a:extLst>
                </p14:cNvPr>
                <p14:cNvContentPartPr/>
                <p14:nvPr/>
              </p14:nvContentPartPr>
              <p14:xfrm>
                <a:off x="7476480" y="5359536"/>
                <a:ext cx="7560" cy="38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77779BC-4D7C-51E6-9B07-EA875651AC5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72160" y="5355216"/>
                  <a:ext cx="16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D0DA7FA-A440-E93E-F9BC-FDA21DD5BA06}"/>
                    </a:ext>
                  </a:extLst>
                </p14:cNvPr>
                <p14:cNvContentPartPr/>
                <p14:nvPr/>
              </p14:nvContentPartPr>
              <p14:xfrm>
                <a:off x="7505640" y="5238576"/>
                <a:ext cx="29520" cy="50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D0DA7FA-A440-E93E-F9BC-FDA21DD5BA0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01320" y="5234256"/>
                  <a:ext cx="38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25E9CDF-A973-7BC2-1432-F7FC204F1EEF}"/>
                    </a:ext>
                  </a:extLst>
                </p14:cNvPr>
                <p14:cNvContentPartPr/>
                <p14:nvPr/>
              </p14:nvContentPartPr>
              <p14:xfrm>
                <a:off x="7560720" y="5094216"/>
                <a:ext cx="354960" cy="372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25E9CDF-A973-7BC2-1432-F7FC204F1EE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56400" y="5089896"/>
                  <a:ext cx="3636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FDA134A-EAB2-3B3F-76B3-7673E3668037}"/>
                    </a:ext>
                  </a:extLst>
                </p14:cNvPr>
                <p14:cNvContentPartPr/>
                <p14:nvPr/>
              </p14:nvContentPartPr>
              <p14:xfrm>
                <a:off x="5189400" y="4349376"/>
                <a:ext cx="610920" cy="972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FDA134A-EAB2-3B3F-76B3-7673E366803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85080" y="4345056"/>
                  <a:ext cx="619560" cy="9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6C7496-2FFC-A459-4F84-974852F4534A}"/>
                    </a:ext>
                  </a:extLst>
                </p14:cNvPr>
                <p14:cNvContentPartPr/>
                <p14:nvPr/>
              </p14:nvContentPartPr>
              <p14:xfrm>
                <a:off x="5186880" y="4329216"/>
                <a:ext cx="198720" cy="192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6C7496-2FFC-A459-4F84-974852F453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82560" y="4324896"/>
                  <a:ext cx="207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503CFA0-ACC8-83FE-D82D-8592FE851446}"/>
                    </a:ext>
                  </a:extLst>
                </p14:cNvPr>
                <p14:cNvContentPartPr/>
                <p14:nvPr/>
              </p14:nvContentPartPr>
              <p14:xfrm>
                <a:off x="5618160" y="5583096"/>
                <a:ext cx="75960" cy="232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503CFA0-ACC8-83FE-D82D-8592FE8514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13840" y="5578776"/>
                  <a:ext cx="8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2F05FBB-9226-37FF-3EAB-390F77D9103C}"/>
                    </a:ext>
                  </a:extLst>
                </p14:cNvPr>
                <p14:cNvContentPartPr/>
                <p14:nvPr/>
              </p14:nvContentPartPr>
              <p14:xfrm>
                <a:off x="5698800" y="5726016"/>
                <a:ext cx="228240" cy="72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2F05FBB-9226-37FF-3EAB-390F77D9103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94480" y="5721696"/>
                  <a:ext cx="236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0746AF6-8980-1E65-62B1-B7550E8BAAA6}"/>
                    </a:ext>
                  </a:extLst>
                </p14:cNvPr>
                <p14:cNvContentPartPr/>
                <p14:nvPr/>
              </p14:nvContentPartPr>
              <p14:xfrm>
                <a:off x="5435640" y="5730336"/>
                <a:ext cx="234360" cy="182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0746AF6-8980-1E65-62B1-B7550E8BAAA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31320" y="5726016"/>
                  <a:ext cx="243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5E2EA10-4391-5C04-A78F-69DF9886CB17}"/>
                    </a:ext>
                  </a:extLst>
                </p14:cNvPr>
                <p14:cNvContentPartPr/>
                <p14:nvPr/>
              </p14:nvContentPartPr>
              <p14:xfrm>
                <a:off x="5901480" y="5676696"/>
                <a:ext cx="129600" cy="187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5E2EA10-4391-5C04-A78F-69DF9886CB1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97160" y="5672376"/>
                  <a:ext cx="138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6F425D-6E33-3576-ABE4-61F5D7766782}"/>
                    </a:ext>
                  </a:extLst>
                </p14:cNvPr>
                <p14:cNvContentPartPr/>
                <p14:nvPr/>
              </p14:nvContentPartPr>
              <p14:xfrm>
                <a:off x="5489280" y="5427936"/>
                <a:ext cx="188280" cy="73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6F425D-6E33-3576-ABE4-61F5D776678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84960" y="5423616"/>
                  <a:ext cx="196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7458B17-224C-194C-0505-1D82869D7C41}"/>
                    </a:ext>
                  </a:extLst>
                </p14:cNvPr>
                <p14:cNvContentPartPr/>
                <p14:nvPr/>
              </p14:nvContentPartPr>
              <p14:xfrm>
                <a:off x="5738040" y="5460336"/>
                <a:ext cx="7560" cy="26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7458B17-224C-194C-0505-1D82869D7C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33720" y="5456016"/>
                  <a:ext cx="16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0372AAE-3FB9-BE81-B1BE-70DEA3263E55}"/>
                    </a:ext>
                  </a:extLst>
                </p14:cNvPr>
                <p14:cNvContentPartPr/>
                <p14:nvPr/>
              </p14:nvContentPartPr>
              <p14:xfrm>
                <a:off x="5716080" y="5327136"/>
                <a:ext cx="15120" cy="98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0372AAE-3FB9-BE81-B1BE-70DEA3263E5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11760" y="5322816"/>
                  <a:ext cx="23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7112525-DC95-31E6-0C3B-BF27095B03FC}"/>
                    </a:ext>
                  </a:extLst>
                </p14:cNvPr>
                <p14:cNvContentPartPr/>
                <p14:nvPr/>
              </p14:nvContentPartPr>
              <p14:xfrm>
                <a:off x="5790960" y="5329656"/>
                <a:ext cx="149760" cy="151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7112525-DC95-31E6-0C3B-BF27095B03F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86640" y="5325336"/>
                  <a:ext cx="158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20777D9-8362-CE0B-B1F3-A10CEB298CEB}"/>
                    </a:ext>
                  </a:extLst>
                </p14:cNvPr>
                <p14:cNvContentPartPr/>
                <p14:nvPr/>
              </p14:nvContentPartPr>
              <p14:xfrm>
                <a:off x="6032880" y="5336136"/>
                <a:ext cx="41760" cy="103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20777D9-8362-CE0B-B1F3-A10CEB298CE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28560" y="5331816"/>
                  <a:ext cx="5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DE9E1C4-634C-DF8C-A143-146C987D77C5}"/>
                    </a:ext>
                  </a:extLst>
                </p14:cNvPr>
                <p14:cNvContentPartPr/>
                <p14:nvPr/>
              </p14:nvContentPartPr>
              <p14:xfrm>
                <a:off x="6023160" y="5365296"/>
                <a:ext cx="112680" cy="19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DE9E1C4-634C-DF8C-A143-146C987D77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18840" y="5360976"/>
                  <a:ext cx="121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FAE097F-45FE-CF14-D4F6-C65A657A32A9}"/>
                    </a:ext>
                  </a:extLst>
                </p14:cNvPr>
                <p14:cNvContentPartPr/>
                <p14:nvPr/>
              </p14:nvContentPartPr>
              <p14:xfrm>
                <a:off x="6206040" y="5303736"/>
                <a:ext cx="48960" cy="159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FAE097F-45FE-CF14-D4F6-C65A657A32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01720" y="5299416"/>
                  <a:ext cx="57600" cy="168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666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475F-0030-54BD-A56B-2E69BAE2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Complexity for </a:t>
            </a:r>
            <a:r>
              <a:rPr lang="en-ZA" dirty="0" err="1"/>
              <a:t>binarySearch</a:t>
            </a:r>
            <a:r>
              <a:rPr lang="en-ZA" dirty="0"/>
              <a:t>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10A58-C298-660E-B259-A8B8B1AF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CC0214-A5F1-BAB1-1677-DEB9C3DC06C5}"/>
                  </a:ext>
                </a:extLst>
              </p14:cNvPr>
              <p14:cNvContentPartPr/>
              <p14:nvPr/>
            </p14:nvContentPartPr>
            <p14:xfrm>
              <a:off x="3694680" y="3509856"/>
              <a:ext cx="16200" cy="355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CC0214-A5F1-BAB1-1677-DEB9C3DC06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0360" y="3505536"/>
                <a:ext cx="2484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4AD7A33-F92B-177E-421F-8ADF863DDF56}"/>
                  </a:ext>
                </a:extLst>
              </p14:cNvPr>
              <p14:cNvContentPartPr/>
              <p14:nvPr/>
            </p14:nvContentPartPr>
            <p14:xfrm>
              <a:off x="3531240" y="3413016"/>
              <a:ext cx="1663200" cy="522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4AD7A33-F92B-177E-421F-8ADF863DDF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6920" y="3408696"/>
                <a:ext cx="1671840" cy="5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AAE2A1D-C5F6-9DF5-82FB-132A10AD0830}"/>
                  </a:ext>
                </a:extLst>
              </p14:cNvPr>
              <p14:cNvContentPartPr/>
              <p14:nvPr/>
            </p14:nvContentPartPr>
            <p14:xfrm>
              <a:off x="4334760" y="3211776"/>
              <a:ext cx="45000" cy="974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AAE2A1D-C5F6-9DF5-82FB-132A10AD08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30440" y="3207456"/>
                <a:ext cx="53640" cy="9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31780E-311D-F584-2A25-A79921E43BCF}"/>
                  </a:ext>
                </a:extLst>
              </p14:cNvPr>
              <p14:cNvContentPartPr/>
              <p14:nvPr/>
            </p14:nvContentPartPr>
            <p14:xfrm>
              <a:off x="3695040" y="4551336"/>
              <a:ext cx="9720" cy="47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31780E-311D-F584-2A25-A79921E43B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0720" y="4547016"/>
                <a:ext cx="183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CC72A98-FE3F-FDA3-EFA9-D8E1AD2F6B8A}"/>
                  </a:ext>
                </a:extLst>
              </p14:cNvPr>
              <p14:cNvContentPartPr/>
              <p14:nvPr/>
            </p14:nvContentPartPr>
            <p14:xfrm>
              <a:off x="4450320" y="4565736"/>
              <a:ext cx="10440" cy="330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CC72A98-FE3F-FDA3-EFA9-D8E1AD2F6B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46000" y="4561416"/>
                <a:ext cx="1908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7F66E3A-96F2-BDF1-8700-1E571A5DACAB}"/>
                  </a:ext>
                </a:extLst>
              </p14:cNvPr>
              <p14:cNvContentPartPr/>
              <p14:nvPr/>
            </p14:nvContentPartPr>
            <p14:xfrm>
              <a:off x="4397760" y="4551696"/>
              <a:ext cx="871920" cy="362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7F66E3A-96F2-BDF1-8700-1E571A5DAC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93440" y="4547376"/>
                <a:ext cx="88056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159CDE3-02D8-5334-9E99-E92293CF041A}"/>
                  </a:ext>
                </a:extLst>
              </p14:cNvPr>
              <p14:cNvContentPartPr/>
              <p14:nvPr/>
            </p14:nvContentPartPr>
            <p14:xfrm>
              <a:off x="4850280" y="4344696"/>
              <a:ext cx="24840" cy="745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159CDE3-02D8-5334-9E99-E92293CF041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45960" y="4340376"/>
                <a:ext cx="33480" cy="7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D447B80-BC6E-849B-0933-F5D615D13943}"/>
                  </a:ext>
                </a:extLst>
              </p14:cNvPr>
              <p14:cNvContentPartPr/>
              <p14:nvPr/>
            </p14:nvContentPartPr>
            <p14:xfrm>
              <a:off x="4935600" y="5388696"/>
              <a:ext cx="15480" cy="151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D447B80-BC6E-849B-0933-F5D615D139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31280" y="5384376"/>
                <a:ext cx="241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50E141B-8C21-BCE3-4B3F-1B569AE4B4F8}"/>
                  </a:ext>
                </a:extLst>
              </p14:cNvPr>
              <p14:cNvContentPartPr/>
              <p14:nvPr/>
            </p14:nvContentPartPr>
            <p14:xfrm>
              <a:off x="4887720" y="5274216"/>
              <a:ext cx="507240" cy="353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50E141B-8C21-BCE3-4B3F-1B569AE4B4F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83400" y="5269896"/>
                <a:ext cx="5158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3EF5E21-A278-A86E-ABF8-25C7E863B25C}"/>
                  </a:ext>
                </a:extLst>
              </p14:cNvPr>
              <p14:cNvContentPartPr/>
              <p14:nvPr/>
            </p14:nvContentPartPr>
            <p14:xfrm>
              <a:off x="5108760" y="5080896"/>
              <a:ext cx="59040" cy="734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3EF5E21-A278-A86E-ABF8-25C7E863B2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04440" y="5076576"/>
                <a:ext cx="67680" cy="74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0249A30-BC05-3700-7100-E440D5555D1E}"/>
              </a:ext>
            </a:extLst>
          </p:cNvPr>
          <p:cNvGrpSpPr/>
          <p:nvPr/>
        </p:nvGrpSpPr>
        <p:grpSpPr>
          <a:xfrm>
            <a:off x="5114880" y="6155856"/>
            <a:ext cx="355320" cy="358920"/>
            <a:chOff x="5114880" y="6155856"/>
            <a:chExt cx="35532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82500A-8127-2FEA-C9DF-FF573BD3CE51}"/>
                    </a:ext>
                  </a:extLst>
                </p14:cNvPr>
                <p14:cNvContentPartPr/>
                <p14:nvPr/>
              </p14:nvContentPartPr>
              <p14:xfrm>
                <a:off x="5188680" y="6155856"/>
                <a:ext cx="52200" cy="358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82500A-8127-2FEA-C9DF-FF573BD3CE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84360" y="6151536"/>
                  <a:ext cx="60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3D0135-EAF7-1F3A-A383-7E8505DE8587}"/>
                    </a:ext>
                  </a:extLst>
                </p14:cNvPr>
                <p14:cNvContentPartPr/>
                <p14:nvPr/>
              </p14:nvContentPartPr>
              <p14:xfrm>
                <a:off x="5114880" y="6169896"/>
                <a:ext cx="355320" cy="328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3D0135-EAF7-1F3A-A383-7E8505DE85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10560" y="6165576"/>
                  <a:ext cx="36396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F32C82F-1AAA-0A53-8CED-262B2B46AFE5}"/>
              </a:ext>
            </a:extLst>
          </p:cNvPr>
          <p:cNvGrpSpPr/>
          <p:nvPr/>
        </p:nvGrpSpPr>
        <p:grpSpPr>
          <a:xfrm>
            <a:off x="2621880" y="2462256"/>
            <a:ext cx="402840" cy="4163400"/>
            <a:chOff x="2621880" y="2462256"/>
            <a:chExt cx="402840" cy="41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77AA28-E563-D9A5-F2D3-F3DBDF7494C9}"/>
                    </a:ext>
                  </a:extLst>
                </p14:cNvPr>
                <p14:cNvContentPartPr/>
                <p14:nvPr/>
              </p14:nvContentPartPr>
              <p14:xfrm>
                <a:off x="2753640" y="2462256"/>
                <a:ext cx="203040" cy="4085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77AA28-E563-D9A5-F2D3-F3DBDF7494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49320" y="2457936"/>
                  <a:ext cx="211680" cy="40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50EF5DF-C9AD-2810-C60D-D23C9CCED494}"/>
                    </a:ext>
                  </a:extLst>
                </p14:cNvPr>
                <p14:cNvContentPartPr/>
                <p14:nvPr/>
              </p14:nvContentPartPr>
              <p14:xfrm>
                <a:off x="2621880" y="6438096"/>
                <a:ext cx="163800" cy="15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50EF5DF-C9AD-2810-C60D-D23C9CCED4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17560" y="6433776"/>
                  <a:ext cx="172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6C7ACA5-2154-37CE-5490-9F81DD30A7B7}"/>
                    </a:ext>
                  </a:extLst>
                </p14:cNvPr>
                <p14:cNvContentPartPr/>
                <p14:nvPr/>
              </p14:nvContentPartPr>
              <p14:xfrm>
                <a:off x="2738160" y="6482016"/>
                <a:ext cx="169200" cy="143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6C7ACA5-2154-37CE-5490-9F81DD30A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33840" y="6477696"/>
                  <a:ext cx="177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B1FE5F-8460-2A2B-42EC-3020D363E31C}"/>
                    </a:ext>
                  </a:extLst>
                </p14:cNvPr>
                <p14:cNvContentPartPr/>
                <p14:nvPr/>
              </p14:nvContentPartPr>
              <p14:xfrm>
                <a:off x="2751120" y="2478096"/>
                <a:ext cx="273600" cy="197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B1FE5F-8460-2A2B-42EC-3020D363E3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46800" y="2473776"/>
                  <a:ext cx="2822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467E71F-09A2-B5E7-D3BE-48E365A6646F}"/>
              </a:ext>
            </a:extLst>
          </p:cNvPr>
          <p:cNvGrpSpPr/>
          <p:nvPr/>
        </p:nvGrpSpPr>
        <p:grpSpPr>
          <a:xfrm>
            <a:off x="1909800" y="3330216"/>
            <a:ext cx="678600" cy="509040"/>
            <a:chOff x="1909800" y="3330216"/>
            <a:chExt cx="67860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F20E40-621E-81CD-A4B6-3419035F0D04}"/>
                    </a:ext>
                  </a:extLst>
                </p14:cNvPr>
                <p14:cNvContentPartPr/>
                <p14:nvPr/>
              </p14:nvContentPartPr>
              <p14:xfrm>
                <a:off x="1909800" y="3330216"/>
                <a:ext cx="54000" cy="252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F20E40-621E-81CD-A4B6-3419035F0D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05480" y="3325896"/>
                  <a:ext cx="62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DBCD8B-81D2-FCE4-79BC-5C65202336FB}"/>
                    </a:ext>
                  </a:extLst>
                </p14:cNvPr>
                <p14:cNvContentPartPr/>
                <p14:nvPr/>
              </p14:nvContentPartPr>
              <p14:xfrm>
                <a:off x="1986480" y="3487896"/>
                <a:ext cx="107280" cy="101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DBCD8B-81D2-FCE4-79BC-5C65202336F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82160" y="3483576"/>
                  <a:ext cx="115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9F6BFE-E913-7404-9577-2D3934DE4FD2}"/>
                    </a:ext>
                  </a:extLst>
                </p14:cNvPr>
                <p14:cNvContentPartPr/>
                <p14:nvPr/>
              </p14:nvContentPartPr>
              <p14:xfrm>
                <a:off x="2007360" y="3465936"/>
                <a:ext cx="249120" cy="373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9F6BFE-E913-7404-9577-2D3934DE4F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03040" y="3461616"/>
                  <a:ext cx="257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0DBA15F-40AC-A406-488E-DE369797A5D3}"/>
                    </a:ext>
                  </a:extLst>
                </p14:cNvPr>
                <p14:cNvContentPartPr/>
                <p14:nvPr/>
              </p14:nvContentPartPr>
              <p14:xfrm>
                <a:off x="2385360" y="3460176"/>
                <a:ext cx="203040" cy="11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0DBA15F-40AC-A406-488E-DE369797A5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81040" y="3455856"/>
                  <a:ext cx="211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416AAFE-40ED-5D00-01EB-AF20E3C18C3A}"/>
                    </a:ext>
                  </a:extLst>
                </p14:cNvPr>
                <p14:cNvContentPartPr/>
                <p14:nvPr/>
              </p14:nvContentPartPr>
              <p14:xfrm>
                <a:off x="2246400" y="3668616"/>
                <a:ext cx="97920" cy="87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416AAFE-40ED-5D00-01EB-AF20E3C18C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42080" y="3664296"/>
                  <a:ext cx="10656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C2AECBF-53A2-A333-E9D3-37A2184F0C6B}"/>
              </a:ext>
            </a:extLst>
          </p:cNvPr>
          <p:cNvGrpSpPr/>
          <p:nvPr/>
        </p:nvGrpSpPr>
        <p:grpSpPr>
          <a:xfrm>
            <a:off x="3532320" y="1893456"/>
            <a:ext cx="3981600" cy="1240560"/>
            <a:chOff x="3532320" y="1893456"/>
            <a:chExt cx="3981600" cy="12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6285F0-C859-83B0-6B07-3F21B0D475CE}"/>
                    </a:ext>
                  </a:extLst>
                </p14:cNvPr>
                <p14:cNvContentPartPr/>
                <p14:nvPr/>
              </p14:nvContentPartPr>
              <p14:xfrm>
                <a:off x="3548520" y="2500416"/>
                <a:ext cx="11160" cy="406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6285F0-C859-83B0-6B07-3F21B0D475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44200" y="2496096"/>
                  <a:ext cx="198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BADAA3-BF1E-6964-48EE-65566F592A0E}"/>
                    </a:ext>
                  </a:extLst>
                </p14:cNvPr>
                <p14:cNvContentPartPr/>
                <p14:nvPr/>
              </p14:nvContentPartPr>
              <p14:xfrm>
                <a:off x="3572280" y="2347776"/>
                <a:ext cx="3719160" cy="599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BADAA3-BF1E-6964-48EE-65566F592A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67960" y="2343456"/>
                  <a:ext cx="37278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D19351-9876-2C27-704C-23BC1A34B521}"/>
                    </a:ext>
                  </a:extLst>
                </p14:cNvPr>
                <p14:cNvContentPartPr/>
                <p14:nvPr/>
              </p14:nvContentPartPr>
              <p14:xfrm>
                <a:off x="5213880" y="2218536"/>
                <a:ext cx="15120" cy="915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D19351-9876-2C27-704C-23BC1A34B5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9560" y="2214216"/>
                  <a:ext cx="2376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D54FF-3087-B7D7-25C7-622ECE24EEAB}"/>
                    </a:ext>
                  </a:extLst>
                </p14:cNvPr>
                <p14:cNvContentPartPr/>
                <p14:nvPr/>
              </p14:nvContentPartPr>
              <p14:xfrm>
                <a:off x="3722400" y="1971936"/>
                <a:ext cx="3305880" cy="237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D54FF-3087-B7D7-25C7-622ECE24EE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18080" y="1967616"/>
                  <a:ext cx="3314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F8F6F9-C5A3-EFCF-7955-63BF7C7FFA9C}"/>
                    </a:ext>
                  </a:extLst>
                </p14:cNvPr>
                <p14:cNvContentPartPr/>
                <p14:nvPr/>
              </p14:nvContentPartPr>
              <p14:xfrm>
                <a:off x="7064280" y="1893456"/>
                <a:ext cx="159480" cy="160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F8F6F9-C5A3-EFCF-7955-63BF7C7FFA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59960" y="1889136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F507D86-B603-C5B5-8E13-2A6898BD142E}"/>
                    </a:ext>
                  </a:extLst>
                </p14:cNvPr>
                <p14:cNvContentPartPr/>
                <p14:nvPr/>
              </p14:nvContentPartPr>
              <p14:xfrm>
                <a:off x="3532320" y="2096496"/>
                <a:ext cx="472320" cy="217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F507D86-B603-C5B5-8E13-2A6898BD14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28000" y="2092176"/>
                  <a:ext cx="48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D5F230-4B3B-2A3C-101B-D88327BFBDA2}"/>
                    </a:ext>
                  </a:extLst>
                </p14:cNvPr>
                <p14:cNvContentPartPr/>
                <p14:nvPr/>
              </p14:nvContentPartPr>
              <p14:xfrm>
                <a:off x="7369200" y="1973016"/>
                <a:ext cx="144720" cy="7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D5F230-4B3B-2A3C-101B-D88327BFBD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64880" y="1968696"/>
                  <a:ext cx="15336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DF0E7E-537A-A378-A7A8-8C401A28FA1F}"/>
              </a:ext>
            </a:extLst>
          </p:cNvPr>
          <p:cNvGrpSpPr/>
          <p:nvPr/>
        </p:nvGrpSpPr>
        <p:grpSpPr>
          <a:xfrm>
            <a:off x="8380080" y="3749256"/>
            <a:ext cx="587520" cy="469800"/>
            <a:chOff x="8380080" y="3749256"/>
            <a:chExt cx="58752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AB1DFE-F59E-BF8B-7DF7-BEBF8C38A355}"/>
                    </a:ext>
                  </a:extLst>
                </p14:cNvPr>
                <p14:cNvContentPartPr/>
                <p14:nvPr/>
              </p14:nvContentPartPr>
              <p14:xfrm>
                <a:off x="8380080" y="3832056"/>
                <a:ext cx="238320" cy="295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AB1DFE-F59E-BF8B-7DF7-BEBF8C38A3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75760" y="3827736"/>
                  <a:ext cx="246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EF4F5C-352C-37AD-A89B-C7AAD1B8E923}"/>
                    </a:ext>
                  </a:extLst>
                </p14:cNvPr>
                <p14:cNvContentPartPr/>
                <p14:nvPr/>
              </p14:nvContentPartPr>
              <p14:xfrm>
                <a:off x="8745840" y="3749256"/>
                <a:ext cx="221760" cy="469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EF4F5C-352C-37AD-A89B-C7AAD1B8E9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41520" y="3744936"/>
                  <a:ext cx="230400" cy="47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AD6B847-3C36-4833-66BB-B89F369BC1C2}"/>
              </a:ext>
            </a:extLst>
          </p:cNvPr>
          <p:cNvGrpSpPr/>
          <p:nvPr/>
        </p:nvGrpSpPr>
        <p:grpSpPr>
          <a:xfrm>
            <a:off x="8987760" y="3657816"/>
            <a:ext cx="952920" cy="600120"/>
            <a:chOff x="8987760" y="3657816"/>
            <a:chExt cx="952920" cy="60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C6665A8-F40B-F20E-22FD-7D7983D21C0E}"/>
                    </a:ext>
                  </a:extLst>
                </p14:cNvPr>
                <p14:cNvContentPartPr/>
                <p14:nvPr/>
              </p14:nvContentPartPr>
              <p14:xfrm>
                <a:off x="8987760" y="3812976"/>
                <a:ext cx="88560" cy="205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C6665A8-F40B-F20E-22FD-7D7983D21C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83440" y="3808656"/>
                  <a:ext cx="97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77CC86F-3F2B-8FB6-E4A8-132AAAEDAF34}"/>
                    </a:ext>
                  </a:extLst>
                </p14:cNvPr>
                <p14:cNvContentPartPr/>
                <p14:nvPr/>
              </p14:nvContentPartPr>
              <p14:xfrm>
                <a:off x="9045360" y="3942936"/>
                <a:ext cx="66240" cy="91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77CC86F-3F2B-8FB6-E4A8-132AAAEDAF3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41040" y="3938616"/>
                  <a:ext cx="74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EE768F8-6BD5-702C-8153-E3EDD01006F2}"/>
                    </a:ext>
                  </a:extLst>
                </p14:cNvPr>
                <p14:cNvContentPartPr/>
                <p14:nvPr/>
              </p14:nvContentPartPr>
              <p14:xfrm>
                <a:off x="9041760" y="3936816"/>
                <a:ext cx="232200" cy="321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EE768F8-6BD5-702C-8153-E3EDD01006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37440" y="3932496"/>
                  <a:ext cx="2408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233D5A6-F906-74D0-0E48-7D757A396275}"/>
                    </a:ext>
                  </a:extLst>
                </p14:cNvPr>
                <p14:cNvContentPartPr/>
                <p14:nvPr/>
              </p14:nvContentPartPr>
              <p14:xfrm>
                <a:off x="9319680" y="4061736"/>
                <a:ext cx="127080" cy="73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233D5A6-F906-74D0-0E48-7D757A3962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15360" y="4057416"/>
                  <a:ext cx="135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776B5E3-30DA-E79C-5A41-4AE140E7A47F}"/>
                    </a:ext>
                  </a:extLst>
                </p14:cNvPr>
                <p14:cNvContentPartPr/>
                <p14:nvPr/>
              </p14:nvContentPartPr>
              <p14:xfrm>
                <a:off x="9546480" y="3889296"/>
                <a:ext cx="173520" cy="89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776B5E3-30DA-E79C-5A41-4AE140E7A4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42160" y="3884976"/>
                  <a:ext cx="182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71FD99-6EEA-3ECF-9017-DF580EEBFB64}"/>
                    </a:ext>
                  </a:extLst>
                </p14:cNvPr>
                <p14:cNvContentPartPr/>
                <p14:nvPr/>
              </p14:nvContentPartPr>
              <p14:xfrm>
                <a:off x="9761040" y="3657816"/>
                <a:ext cx="179640" cy="489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71FD99-6EEA-3ECF-9017-DF580EEBFB6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56720" y="3653496"/>
                  <a:ext cx="188280" cy="49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CAE758-55A6-872B-2E87-EE7CB5E9AECA}"/>
              </a:ext>
            </a:extLst>
          </p:cNvPr>
          <p:cNvGrpSpPr/>
          <p:nvPr/>
        </p:nvGrpSpPr>
        <p:grpSpPr>
          <a:xfrm>
            <a:off x="7139610" y="3768030"/>
            <a:ext cx="644760" cy="380880"/>
            <a:chOff x="7139610" y="3768030"/>
            <a:chExt cx="64476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4C5777-BBC0-F1A3-4A3B-570D98DD49E6}"/>
                    </a:ext>
                  </a:extLst>
                </p14:cNvPr>
                <p14:cNvContentPartPr/>
                <p14:nvPr/>
              </p14:nvContentPartPr>
              <p14:xfrm>
                <a:off x="7340850" y="3882510"/>
                <a:ext cx="101160" cy="266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4C5777-BBC0-F1A3-4A3B-570D98DD49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36530" y="3878190"/>
                  <a:ext cx="109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4D1CA6-A7BA-9C78-AF6F-34D7C84CCE75}"/>
                    </a:ext>
                  </a:extLst>
                </p14:cNvPr>
                <p14:cNvContentPartPr/>
                <p14:nvPr/>
              </p14:nvContentPartPr>
              <p14:xfrm>
                <a:off x="7139610" y="3768030"/>
                <a:ext cx="570600" cy="94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4D1CA6-A7BA-9C78-AF6F-34D7C84CCE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35290" y="3763710"/>
                  <a:ext cx="579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E0A2EC5-CA4E-B31B-AD12-FAC47E458957}"/>
                    </a:ext>
                  </a:extLst>
                </p14:cNvPr>
                <p14:cNvContentPartPr/>
                <p14:nvPr/>
              </p14:nvContentPartPr>
              <p14:xfrm>
                <a:off x="7459650" y="3947670"/>
                <a:ext cx="116280" cy="165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E0A2EC5-CA4E-B31B-AD12-FAC47E45895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55330" y="3943350"/>
                  <a:ext cx="124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D4BF78-8467-916A-35B5-7F745942CD32}"/>
                    </a:ext>
                  </a:extLst>
                </p14:cNvPr>
                <p14:cNvContentPartPr/>
                <p14:nvPr/>
              </p14:nvContentPartPr>
              <p14:xfrm>
                <a:off x="7593930" y="4034070"/>
                <a:ext cx="122400" cy="56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D4BF78-8467-916A-35B5-7F745942CD3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89610" y="4029750"/>
                  <a:ext cx="131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FC9C5A1-DBD5-82CC-AC91-8CF190180290}"/>
                    </a:ext>
                  </a:extLst>
                </p14:cNvPr>
                <p14:cNvContentPartPr/>
                <p14:nvPr/>
              </p14:nvContentPartPr>
              <p14:xfrm>
                <a:off x="7747650" y="3967110"/>
                <a:ext cx="36720" cy="155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FC9C5A1-DBD5-82CC-AC91-8CF1901802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43330" y="3962790"/>
                  <a:ext cx="4536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964A6B5-9271-0A6A-8D75-3E1F1B83251A}"/>
                  </a:ext>
                </a:extLst>
              </p14:cNvPr>
              <p14:cNvContentPartPr/>
              <p14:nvPr/>
            </p14:nvContentPartPr>
            <p14:xfrm>
              <a:off x="8005050" y="3975030"/>
              <a:ext cx="217440" cy="284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964A6B5-9271-0A6A-8D75-3E1F1B83251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000730" y="3970710"/>
                <a:ext cx="22608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0D590444-ABF8-058B-D65A-1FD81786BBB8}"/>
              </a:ext>
            </a:extLst>
          </p:cNvPr>
          <p:cNvGrpSpPr/>
          <p:nvPr/>
        </p:nvGrpSpPr>
        <p:grpSpPr>
          <a:xfrm>
            <a:off x="7176330" y="4709790"/>
            <a:ext cx="640440" cy="280800"/>
            <a:chOff x="7176330" y="4709790"/>
            <a:chExt cx="64044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6807C64-9E58-23C4-CB90-F349FD1297EF}"/>
                    </a:ext>
                  </a:extLst>
                </p14:cNvPr>
                <p14:cNvContentPartPr/>
                <p14:nvPr/>
              </p14:nvContentPartPr>
              <p14:xfrm>
                <a:off x="7176330" y="4750110"/>
                <a:ext cx="213840" cy="181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6807C64-9E58-23C4-CB90-F349FD1297E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72010" y="4745790"/>
                  <a:ext cx="222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FBF97B-6E20-EC27-A1D4-F34B2D64FA15}"/>
                    </a:ext>
                  </a:extLst>
                </p14:cNvPr>
                <p14:cNvContentPartPr/>
                <p14:nvPr/>
              </p14:nvContentPartPr>
              <p14:xfrm>
                <a:off x="7425450" y="4723830"/>
                <a:ext cx="241920" cy="238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FBF97B-6E20-EC27-A1D4-F34B2D64FA1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21130" y="4719510"/>
                  <a:ext cx="250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E05E3D1-93C5-9E88-9781-C5D3E39ECE7D}"/>
                    </a:ext>
                  </a:extLst>
                </p14:cNvPr>
                <p14:cNvContentPartPr/>
                <p14:nvPr/>
              </p14:nvContentPartPr>
              <p14:xfrm>
                <a:off x="7615170" y="4862790"/>
                <a:ext cx="84240" cy="77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E05E3D1-93C5-9E88-9781-C5D3E39ECE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10850" y="4858470"/>
                  <a:ext cx="92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601E4B-FD55-512C-EF9D-0B6F3AC9A3EC}"/>
                    </a:ext>
                  </a:extLst>
                </p14:cNvPr>
                <p14:cNvContentPartPr/>
                <p14:nvPr/>
              </p14:nvContentPartPr>
              <p14:xfrm>
                <a:off x="7746210" y="4709790"/>
                <a:ext cx="70560" cy="280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601E4B-FD55-512C-EF9D-0B6F3AC9A3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41890" y="4705470"/>
                  <a:ext cx="7920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E60DE1A-62FF-6CE8-4880-AB3F46865E45}"/>
                  </a:ext>
                </a:extLst>
              </p14:cNvPr>
              <p14:cNvContentPartPr/>
              <p14:nvPr/>
            </p14:nvContentPartPr>
            <p14:xfrm>
              <a:off x="8093610" y="4838310"/>
              <a:ext cx="299160" cy="39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E60DE1A-62FF-6CE8-4880-AB3F46865E4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89290" y="4833990"/>
                <a:ext cx="30780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62073AB0-3422-0A01-6964-18063567E3CA}"/>
              </a:ext>
            </a:extLst>
          </p:cNvPr>
          <p:cNvGrpSpPr/>
          <p:nvPr/>
        </p:nvGrpSpPr>
        <p:grpSpPr>
          <a:xfrm>
            <a:off x="8711730" y="4536990"/>
            <a:ext cx="1595880" cy="548280"/>
            <a:chOff x="8711730" y="4536990"/>
            <a:chExt cx="159588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CFF587F-B416-BE6D-2A26-15E36A65A0D7}"/>
                    </a:ext>
                  </a:extLst>
                </p14:cNvPr>
                <p14:cNvContentPartPr/>
                <p14:nvPr/>
              </p14:nvContentPartPr>
              <p14:xfrm>
                <a:off x="8711730" y="4664790"/>
                <a:ext cx="201960" cy="31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CFF587F-B416-BE6D-2A26-15E36A65A0D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07410" y="4660470"/>
                  <a:ext cx="210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2D15B1A-413B-17BF-A058-BF8CE022B7E0}"/>
                    </a:ext>
                  </a:extLst>
                </p14:cNvPr>
                <p14:cNvContentPartPr/>
                <p14:nvPr/>
              </p14:nvContentPartPr>
              <p14:xfrm>
                <a:off x="9064890" y="4614030"/>
                <a:ext cx="165960" cy="302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2D15B1A-413B-17BF-A058-BF8CE022B7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60570" y="4609710"/>
                  <a:ext cx="174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AA0FA9-AAE9-F1E2-20FD-3C2670C71783}"/>
                    </a:ext>
                  </a:extLst>
                </p14:cNvPr>
                <p14:cNvContentPartPr/>
                <p14:nvPr/>
              </p14:nvContentPartPr>
              <p14:xfrm>
                <a:off x="9318690" y="4643550"/>
                <a:ext cx="46440" cy="227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AA0FA9-AAE9-F1E2-20FD-3C2670C717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14370" y="4639230"/>
                  <a:ext cx="550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8632DC-7F12-8C7B-27E7-1AD67C9CCF18}"/>
                    </a:ext>
                  </a:extLst>
                </p14:cNvPr>
                <p14:cNvContentPartPr/>
                <p14:nvPr/>
              </p14:nvContentPartPr>
              <p14:xfrm>
                <a:off x="9442890" y="4758030"/>
                <a:ext cx="59400" cy="76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8632DC-7F12-8C7B-27E7-1AD67C9CCF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38570" y="4753710"/>
                  <a:ext cx="68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7BFCA5F-60C5-C435-3AAC-DDBBBEE1064E}"/>
                    </a:ext>
                  </a:extLst>
                </p14:cNvPr>
                <p14:cNvContentPartPr/>
                <p14:nvPr/>
              </p14:nvContentPartPr>
              <p14:xfrm>
                <a:off x="9414810" y="4779630"/>
                <a:ext cx="209160" cy="305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7BFCA5F-60C5-C435-3AAC-DDBBBEE106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10490" y="4775310"/>
                  <a:ext cx="217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453C79-E6C3-B762-7636-7B4389F56D06}"/>
                    </a:ext>
                  </a:extLst>
                </p14:cNvPr>
                <p14:cNvContentPartPr/>
                <p14:nvPr/>
              </p14:nvContentPartPr>
              <p14:xfrm>
                <a:off x="9681570" y="4881150"/>
                <a:ext cx="64440" cy="68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453C79-E6C3-B762-7636-7B4389F56D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77250" y="4876830"/>
                  <a:ext cx="73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2AC0FF-70F9-9101-462A-198656C21B19}"/>
                    </a:ext>
                  </a:extLst>
                </p14:cNvPr>
                <p14:cNvContentPartPr/>
                <p14:nvPr/>
              </p14:nvContentPartPr>
              <p14:xfrm>
                <a:off x="9894690" y="4716270"/>
                <a:ext cx="171000" cy="82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2AC0FF-70F9-9101-462A-198656C21B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90370" y="4711950"/>
                  <a:ext cx="179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D21B5D-2370-8636-3D42-382A38554E47}"/>
                    </a:ext>
                  </a:extLst>
                </p14:cNvPr>
                <p14:cNvContentPartPr/>
                <p14:nvPr/>
              </p14:nvContentPartPr>
              <p14:xfrm>
                <a:off x="10108170" y="4536990"/>
                <a:ext cx="199440" cy="415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D21B5D-2370-8636-3D42-382A38554E4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03850" y="4532670"/>
                  <a:ext cx="208080" cy="42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43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B0B5AF2-A5BB-F8AE-485D-D7812EDE2242}"/>
              </a:ext>
            </a:extLst>
          </p:cNvPr>
          <p:cNvGrpSpPr/>
          <p:nvPr/>
        </p:nvGrpSpPr>
        <p:grpSpPr>
          <a:xfrm>
            <a:off x="7941960" y="122976"/>
            <a:ext cx="284400" cy="389880"/>
            <a:chOff x="7941960" y="122976"/>
            <a:chExt cx="28440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E4B281-8C98-34BC-EFE4-D6C59A99FD1C}"/>
                    </a:ext>
                  </a:extLst>
                </p14:cNvPr>
                <p14:cNvContentPartPr/>
                <p14:nvPr/>
              </p14:nvContentPartPr>
              <p14:xfrm>
                <a:off x="7941960" y="239256"/>
                <a:ext cx="176040" cy="273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E4B281-8C98-34BC-EFE4-D6C59A99FD1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7640" y="234936"/>
                  <a:ext cx="184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2401098-FFFB-88F8-F254-780A7309A629}"/>
                    </a:ext>
                  </a:extLst>
                </p14:cNvPr>
                <p14:cNvContentPartPr/>
                <p14:nvPr/>
              </p14:nvContentPartPr>
              <p14:xfrm>
                <a:off x="8164080" y="122976"/>
                <a:ext cx="62280" cy="81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2401098-FFFB-88F8-F254-780A7309A6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9760" y="118656"/>
                  <a:ext cx="7092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97FA9E-AFBB-741D-3B79-B979E5DBF4D4}"/>
              </a:ext>
            </a:extLst>
          </p:cNvPr>
          <p:cNvGrpSpPr/>
          <p:nvPr/>
        </p:nvGrpSpPr>
        <p:grpSpPr>
          <a:xfrm>
            <a:off x="8405280" y="321336"/>
            <a:ext cx="250920" cy="86400"/>
            <a:chOff x="8405280" y="321336"/>
            <a:chExt cx="25092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AF39CAF-95F6-FEA7-B2A9-864868CF7F93}"/>
                    </a:ext>
                  </a:extLst>
                </p14:cNvPr>
                <p14:cNvContentPartPr/>
                <p14:nvPr/>
              </p14:nvContentPartPr>
              <p14:xfrm>
                <a:off x="8405280" y="321336"/>
                <a:ext cx="218160" cy="1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AF39CAF-95F6-FEA7-B2A9-864868CF7F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00960" y="317016"/>
                  <a:ext cx="226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1C7B6E-E6F3-4DF6-E260-D4567456DC39}"/>
                    </a:ext>
                  </a:extLst>
                </p14:cNvPr>
                <p14:cNvContentPartPr/>
                <p14:nvPr/>
              </p14:nvContentPartPr>
              <p14:xfrm>
                <a:off x="8478720" y="394776"/>
                <a:ext cx="177480" cy="12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1C7B6E-E6F3-4DF6-E260-D4567456DC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74400" y="390456"/>
                  <a:ext cx="18612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E883AD7-1D2C-8983-E290-447BF6AE6F0F}"/>
                  </a:ext>
                </a:extLst>
              </p14:cNvPr>
              <p14:cNvContentPartPr/>
              <p14:nvPr/>
            </p14:nvContentPartPr>
            <p14:xfrm>
              <a:off x="8958960" y="197136"/>
              <a:ext cx="15120" cy="309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E883AD7-1D2C-8983-E290-447BF6AE6F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4640" y="192816"/>
                <a:ext cx="237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2B2BDE4-AC2D-DC12-964A-1CDD2839D4BF}"/>
                  </a:ext>
                </a:extLst>
              </p14:cNvPr>
              <p14:cNvContentPartPr/>
              <p14:nvPr/>
            </p14:nvContentPartPr>
            <p14:xfrm>
              <a:off x="7890120" y="884736"/>
              <a:ext cx="218160" cy="198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2B2BDE4-AC2D-DC12-964A-1CDD2839D4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85800" y="880416"/>
                <a:ext cx="2268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5250A36-6D12-6BB3-7EA6-D02111B23C7D}"/>
                  </a:ext>
                </a:extLst>
              </p14:cNvPr>
              <p14:cNvContentPartPr/>
              <p14:nvPr/>
            </p14:nvContentPartPr>
            <p14:xfrm>
              <a:off x="8183520" y="686376"/>
              <a:ext cx="5400" cy="110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5250A36-6D12-6BB3-7EA6-D02111B23C7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79200" y="682056"/>
                <a:ext cx="14040" cy="11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19D232B-B4D8-202B-5E4B-4885C281A296}"/>
              </a:ext>
            </a:extLst>
          </p:cNvPr>
          <p:cNvGrpSpPr/>
          <p:nvPr/>
        </p:nvGrpSpPr>
        <p:grpSpPr>
          <a:xfrm>
            <a:off x="8499600" y="790416"/>
            <a:ext cx="588960" cy="205200"/>
            <a:chOff x="8499600" y="790416"/>
            <a:chExt cx="58896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906B1C-889B-D340-809B-9AE77632D9A7}"/>
                    </a:ext>
                  </a:extLst>
                </p14:cNvPr>
                <p14:cNvContentPartPr/>
                <p14:nvPr/>
              </p14:nvContentPartPr>
              <p14:xfrm>
                <a:off x="8499600" y="909216"/>
                <a:ext cx="198720" cy="14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906B1C-889B-D340-809B-9AE77632D9A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5280" y="904896"/>
                  <a:ext cx="207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20BF57-C3BF-E193-C3EF-70C070EA12CD}"/>
                    </a:ext>
                  </a:extLst>
                </p14:cNvPr>
                <p14:cNvContentPartPr/>
                <p14:nvPr/>
              </p14:nvContentPartPr>
              <p14:xfrm>
                <a:off x="8583480" y="945576"/>
                <a:ext cx="176040" cy="20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20BF57-C3BF-E193-C3EF-70C070EA12C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79160" y="941256"/>
                  <a:ext cx="184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A16725-CD64-B178-ADF7-895A26C7BB27}"/>
                    </a:ext>
                  </a:extLst>
                </p14:cNvPr>
                <p14:cNvContentPartPr/>
                <p14:nvPr/>
              </p14:nvContentPartPr>
              <p14:xfrm>
                <a:off x="8869680" y="790416"/>
                <a:ext cx="218880" cy="205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A16725-CD64-B178-ADF7-895A26C7BB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65360" y="786096"/>
                  <a:ext cx="227520" cy="21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07D1A9E-56C8-AC38-30FE-CC4C72FAFFAA}"/>
                  </a:ext>
                </a:extLst>
              </p14:cNvPr>
              <p14:cNvContentPartPr/>
              <p14:nvPr/>
            </p14:nvContentPartPr>
            <p14:xfrm>
              <a:off x="7946640" y="1425816"/>
              <a:ext cx="198000" cy="234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07D1A9E-56C8-AC38-30FE-CC4C72FAFFA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42320" y="1421496"/>
                <a:ext cx="2066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8AF4E86-4EF9-4092-138A-D754B06449EC}"/>
                  </a:ext>
                </a:extLst>
              </p14:cNvPr>
              <p14:cNvContentPartPr/>
              <p14:nvPr/>
            </p14:nvContentPartPr>
            <p14:xfrm>
              <a:off x="8146800" y="1264176"/>
              <a:ext cx="85680" cy="54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8AF4E86-4EF9-4092-138A-D754B06449E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42480" y="1259856"/>
                <a:ext cx="9432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C5676F3-073F-15C8-3B48-3419B0D4D4BE}"/>
              </a:ext>
            </a:extLst>
          </p:cNvPr>
          <p:cNvGrpSpPr/>
          <p:nvPr/>
        </p:nvGrpSpPr>
        <p:grpSpPr>
          <a:xfrm>
            <a:off x="8617680" y="1464336"/>
            <a:ext cx="129600" cy="83520"/>
            <a:chOff x="8617680" y="1464336"/>
            <a:chExt cx="129600" cy="8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658B5D-1B89-0C9A-BE8D-95F6F927C186}"/>
                    </a:ext>
                  </a:extLst>
                </p14:cNvPr>
                <p14:cNvContentPartPr/>
                <p14:nvPr/>
              </p14:nvContentPartPr>
              <p14:xfrm>
                <a:off x="8617680" y="1464336"/>
                <a:ext cx="110160" cy="10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658B5D-1B89-0C9A-BE8D-95F6F927C1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13360" y="1460016"/>
                  <a:ext cx="1188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BF7D911-0C0C-5A0C-B24E-7E0181DCF0C2}"/>
                    </a:ext>
                  </a:extLst>
                </p14:cNvPr>
                <p14:cNvContentPartPr/>
                <p14:nvPr/>
              </p14:nvContentPartPr>
              <p14:xfrm>
                <a:off x="8627400" y="1541376"/>
                <a:ext cx="119880" cy="6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BF7D911-0C0C-5A0C-B24E-7E0181DCF0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23080" y="1537056"/>
                  <a:ext cx="12852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5EF00E-3FE8-335A-072B-5B876DBC3172}"/>
              </a:ext>
            </a:extLst>
          </p:cNvPr>
          <p:cNvGrpSpPr/>
          <p:nvPr/>
        </p:nvGrpSpPr>
        <p:grpSpPr>
          <a:xfrm>
            <a:off x="8975880" y="1324296"/>
            <a:ext cx="234720" cy="303120"/>
            <a:chOff x="8975880" y="1324296"/>
            <a:chExt cx="2347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3B3788-8D28-8F41-5A11-2F0E29FC2DD7}"/>
                    </a:ext>
                  </a:extLst>
                </p14:cNvPr>
                <p14:cNvContentPartPr/>
                <p14:nvPr/>
              </p14:nvContentPartPr>
              <p14:xfrm>
                <a:off x="8975880" y="1324296"/>
                <a:ext cx="234720" cy="169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3B3788-8D28-8F41-5A11-2F0E29FC2D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71560" y="1319976"/>
                  <a:ext cx="243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296595-9BAE-9E45-53AA-ACF7387E07B3}"/>
                    </a:ext>
                  </a:extLst>
                </p14:cNvPr>
                <p14:cNvContentPartPr/>
                <p14:nvPr/>
              </p14:nvContentPartPr>
              <p14:xfrm>
                <a:off x="9075960" y="1429416"/>
                <a:ext cx="63720" cy="198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296595-9BAE-9E45-53AA-ACF7387E07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71640" y="1425096"/>
                  <a:ext cx="723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D282A-1572-8FF2-108D-E05F5D76BBA0}"/>
              </a:ext>
            </a:extLst>
          </p:cNvPr>
          <p:cNvGrpSpPr/>
          <p:nvPr/>
        </p:nvGrpSpPr>
        <p:grpSpPr>
          <a:xfrm>
            <a:off x="7934400" y="1796256"/>
            <a:ext cx="285840" cy="407880"/>
            <a:chOff x="7934400" y="1796256"/>
            <a:chExt cx="28584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235FE6-DBE0-6BCE-1781-CC0DB1B19525}"/>
                    </a:ext>
                  </a:extLst>
                </p14:cNvPr>
                <p14:cNvContentPartPr/>
                <p14:nvPr/>
              </p14:nvContentPartPr>
              <p14:xfrm>
                <a:off x="7934400" y="1975176"/>
                <a:ext cx="252000" cy="228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235FE6-DBE0-6BCE-1781-CC0DB1B195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30080" y="1970856"/>
                  <a:ext cx="260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F25AFD5-6C55-B7C8-CBEF-C5F3C59D994A}"/>
                    </a:ext>
                  </a:extLst>
                </p14:cNvPr>
                <p14:cNvContentPartPr/>
                <p14:nvPr/>
              </p14:nvContentPartPr>
              <p14:xfrm>
                <a:off x="8146800" y="1796256"/>
                <a:ext cx="73440" cy="131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F25AFD5-6C55-B7C8-CBEF-C5F3C59D99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42480" y="1791936"/>
                  <a:ext cx="8208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8001CF-3978-96E5-E721-657E2D7F4115}"/>
              </a:ext>
            </a:extLst>
          </p:cNvPr>
          <p:cNvGrpSpPr/>
          <p:nvPr/>
        </p:nvGrpSpPr>
        <p:grpSpPr>
          <a:xfrm>
            <a:off x="8597880" y="2030616"/>
            <a:ext cx="180720" cy="54000"/>
            <a:chOff x="8597880" y="2030616"/>
            <a:chExt cx="180720" cy="5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6A4D2F-CB97-6611-8D46-F643DDD2B57A}"/>
                    </a:ext>
                  </a:extLst>
                </p14:cNvPr>
                <p14:cNvContentPartPr/>
                <p14:nvPr/>
              </p14:nvContentPartPr>
              <p14:xfrm>
                <a:off x="8597880" y="2030616"/>
                <a:ext cx="180720" cy="17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6A4D2F-CB97-6611-8D46-F643DDD2B57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93560" y="2026296"/>
                  <a:ext cx="189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573AC92-96B8-0F3B-6EDE-E29EB857D979}"/>
                    </a:ext>
                  </a:extLst>
                </p14:cNvPr>
                <p14:cNvContentPartPr/>
                <p14:nvPr/>
              </p14:nvContentPartPr>
              <p14:xfrm>
                <a:off x="8629920" y="2077776"/>
                <a:ext cx="134640" cy="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573AC92-96B8-0F3B-6EDE-E29EB857D9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25600" y="2073456"/>
                  <a:ext cx="143280" cy="1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54A4FF4-056D-C5B9-C41A-ECF8D76BE6AE}"/>
                  </a:ext>
                </a:extLst>
              </p14:cNvPr>
              <p14:cNvContentPartPr/>
              <p14:nvPr/>
            </p14:nvContentPartPr>
            <p14:xfrm>
              <a:off x="9032040" y="1831896"/>
              <a:ext cx="141840" cy="291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54A4FF4-056D-C5B9-C41A-ECF8D76BE6A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027720" y="1827576"/>
                <a:ext cx="150480" cy="29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B71D0453-BB30-82D7-CA82-024A186A78B6}"/>
              </a:ext>
            </a:extLst>
          </p:cNvPr>
          <p:cNvGrpSpPr/>
          <p:nvPr/>
        </p:nvGrpSpPr>
        <p:grpSpPr>
          <a:xfrm>
            <a:off x="7925040" y="2375136"/>
            <a:ext cx="324720" cy="313200"/>
            <a:chOff x="7925040" y="2375136"/>
            <a:chExt cx="32472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F6972D-1DE7-CFE4-9B95-9E271DC56F57}"/>
                    </a:ext>
                  </a:extLst>
                </p14:cNvPr>
                <p14:cNvContentPartPr/>
                <p14:nvPr/>
              </p14:nvContentPartPr>
              <p14:xfrm>
                <a:off x="7925040" y="2543616"/>
                <a:ext cx="166320" cy="144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F6972D-1DE7-CFE4-9B95-9E271DC56F5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20720" y="2539296"/>
                  <a:ext cx="174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E31FC5-4C7F-AC46-9257-624ACA0EFAE8}"/>
                    </a:ext>
                  </a:extLst>
                </p14:cNvPr>
                <p14:cNvContentPartPr/>
                <p14:nvPr/>
              </p14:nvContentPartPr>
              <p14:xfrm>
                <a:off x="8155800" y="2375136"/>
                <a:ext cx="86760" cy="115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E31FC5-4C7F-AC46-9257-624ACA0EFA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51480" y="2370816"/>
                  <a:ext cx="95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657D918-6E8C-7362-DE6D-1A1D9C47B445}"/>
                    </a:ext>
                  </a:extLst>
                </p14:cNvPr>
                <p14:cNvContentPartPr/>
                <p14:nvPr/>
              </p14:nvContentPartPr>
              <p14:xfrm>
                <a:off x="8198280" y="2428776"/>
                <a:ext cx="51480" cy="111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657D918-6E8C-7362-DE6D-1A1D9C47B4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93960" y="2424456"/>
                  <a:ext cx="6012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42821A5-EDBD-9EC7-D87D-2C14A44A0AE6}"/>
              </a:ext>
            </a:extLst>
          </p:cNvPr>
          <p:cNvGrpSpPr/>
          <p:nvPr/>
        </p:nvGrpSpPr>
        <p:grpSpPr>
          <a:xfrm>
            <a:off x="8681040" y="2486736"/>
            <a:ext cx="182880" cy="57240"/>
            <a:chOff x="8681040" y="2486736"/>
            <a:chExt cx="18288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12A469-18B3-AD69-7351-F12503911514}"/>
                    </a:ext>
                  </a:extLst>
                </p14:cNvPr>
                <p14:cNvContentPartPr/>
                <p14:nvPr/>
              </p14:nvContentPartPr>
              <p14:xfrm>
                <a:off x="8681040" y="2486736"/>
                <a:ext cx="114840" cy="8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12A469-18B3-AD69-7351-F1250391151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76720" y="2482416"/>
                  <a:ext cx="1234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6FF28D-DBC4-44C2-A89F-6EA97D8C3589}"/>
                    </a:ext>
                  </a:extLst>
                </p14:cNvPr>
                <p14:cNvContentPartPr/>
                <p14:nvPr/>
              </p14:nvContentPartPr>
              <p14:xfrm>
                <a:off x="8717400" y="2525616"/>
                <a:ext cx="146520" cy="18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6FF28D-DBC4-44C2-A89F-6EA97D8C35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13080" y="2521296"/>
                  <a:ext cx="15516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EB71D0-7E84-DAC4-95F4-D8BEA379465F}"/>
              </a:ext>
            </a:extLst>
          </p:cNvPr>
          <p:cNvGrpSpPr/>
          <p:nvPr/>
        </p:nvGrpSpPr>
        <p:grpSpPr>
          <a:xfrm>
            <a:off x="9051480" y="2310336"/>
            <a:ext cx="256320" cy="266760"/>
            <a:chOff x="9051480" y="2310336"/>
            <a:chExt cx="2563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D94DB6-7882-CDEA-D7D6-5AA859C8C390}"/>
                    </a:ext>
                  </a:extLst>
                </p14:cNvPr>
                <p14:cNvContentPartPr/>
                <p14:nvPr/>
              </p14:nvContentPartPr>
              <p14:xfrm>
                <a:off x="9051480" y="2376936"/>
                <a:ext cx="56520" cy="19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D94DB6-7882-CDEA-D7D6-5AA859C8C3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7160" y="2372616"/>
                  <a:ext cx="6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24CC3EE-07CE-E6F2-8531-870681598C96}"/>
                    </a:ext>
                  </a:extLst>
                </p14:cNvPr>
                <p14:cNvContentPartPr/>
                <p14:nvPr/>
              </p14:nvContentPartPr>
              <p14:xfrm>
                <a:off x="9159120" y="2310336"/>
                <a:ext cx="148680" cy="266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24CC3EE-07CE-E6F2-8531-870681598C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54800" y="2306016"/>
                  <a:ext cx="15732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D5854A-D315-8888-B064-DF5B2C7959E2}"/>
              </a:ext>
            </a:extLst>
          </p:cNvPr>
          <p:cNvGrpSpPr/>
          <p:nvPr/>
        </p:nvGrpSpPr>
        <p:grpSpPr>
          <a:xfrm>
            <a:off x="4858920" y="192096"/>
            <a:ext cx="480600" cy="561960"/>
            <a:chOff x="4858920" y="192096"/>
            <a:chExt cx="480600" cy="56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C7418D9-32C0-6D5F-8F4C-5D41E3F8C9B6}"/>
                    </a:ext>
                  </a:extLst>
                </p14:cNvPr>
                <p14:cNvContentPartPr/>
                <p14:nvPr/>
              </p14:nvContentPartPr>
              <p14:xfrm>
                <a:off x="4858920" y="192096"/>
                <a:ext cx="66240" cy="284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C7418D9-32C0-6D5F-8F4C-5D41E3F8C9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54600" y="187776"/>
                  <a:ext cx="74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6CCC40-59E0-AFF6-3503-1EFA4F89FC2F}"/>
                    </a:ext>
                  </a:extLst>
                </p14:cNvPr>
                <p14:cNvContentPartPr/>
                <p14:nvPr/>
              </p14:nvContentPartPr>
              <p14:xfrm>
                <a:off x="4984200" y="350496"/>
                <a:ext cx="81360" cy="129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6CCC40-59E0-AFF6-3503-1EFA4F89FC2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79880" y="346176"/>
                  <a:ext cx="90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0E184A-0681-9E02-AE4E-9DA7A84A4566}"/>
                    </a:ext>
                  </a:extLst>
                </p14:cNvPr>
                <p14:cNvContentPartPr/>
                <p14:nvPr/>
              </p14:nvContentPartPr>
              <p14:xfrm>
                <a:off x="4959360" y="370656"/>
                <a:ext cx="266760" cy="383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0E184A-0681-9E02-AE4E-9DA7A84A45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55040" y="366336"/>
                  <a:ext cx="2754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BC96647-2C5B-B28F-E1AD-F9026E8DC4FE}"/>
                    </a:ext>
                  </a:extLst>
                </p14:cNvPr>
                <p14:cNvContentPartPr/>
                <p14:nvPr/>
              </p14:nvContentPartPr>
              <p14:xfrm>
                <a:off x="5238000" y="579816"/>
                <a:ext cx="101520" cy="10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BC96647-2C5B-B28F-E1AD-F9026E8DC4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33680" y="575496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F3EFBE2-7B34-7BCF-D5AF-3A65EE66921B}"/>
              </a:ext>
            </a:extLst>
          </p:cNvPr>
          <p:cNvGrpSpPr/>
          <p:nvPr/>
        </p:nvGrpSpPr>
        <p:grpSpPr>
          <a:xfrm>
            <a:off x="5723280" y="350856"/>
            <a:ext cx="156600" cy="78480"/>
            <a:chOff x="5723280" y="350856"/>
            <a:chExt cx="156600" cy="7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294C346-99B7-37E3-F7D7-50F9CF45A84B}"/>
                    </a:ext>
                  </a:extLst>
                </p14:cNvPr>
                <p14:cNvContentPartPr/>
                <p14:nvPr/>
              </p14:nvContentPartPr>
              <p14:xfrm>
                <a:off x="5723280" y="350856"/>
                <a:ext cx="128880" cy="9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294C346-99B7-37E3-F7D7-50F9CF45A8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18960" y="346536"/>
                  <a:ext cx="137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A069A77-9D23-8411-B566-FEAD041B003B}"/>
                    </a:ext>
                  </a:extLst>
                </p14:cNvPr>
                <p14:cNvContentPartPr/>
                <p14:nvPr/>
              </p14:nvContentPartPr>
              <p14:xfrm>
                <a:off x="5747760" y="419976"/>
                <a:ext cx="132120" cy="9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A069A77-9D23-8411-B566-FEAD041B00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43440" y="415656"/>
                  <a:ext cx="1407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8B10BC1-3D36-ABA3-FB88-99E2D755288A}"/>
                  </a:ext>
                </a:extLst>
              </p14:cNvPr>
              <p14:cNvContentPartPr/>
              <p14:nvPr/>
            </p14:nvContentPartPr>
            <p14:xfrm>
              <a:off x="6048360" y="206136"/>
              <a:ext cx="160560" cy="230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8B10BC1-3D36-ABA3-FB88-99E2D75528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44040" y="201816"/>
                <a:ext cx="1692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E38C506-8B88-696A-7323-6DDF21162BE8}"/>
                  </a:ext>
                </a:extLst>
              </p14:cNvPr>
              <p14:cNvContentPartPr/>
              <p14:nvPr/>
            </p14:nvContentPartPr>
            <p14:xfrm>
              <a:off x="5408640" y="229536"/>
              <a:ext cx="71280" cy="249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E38C506-8B88-696A-7323-6DDF21162BE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04320" y="225216"/>
                <a:ext cx="7992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DAC966F5-14D1-E192-38F3-1EE425C7E9F9}"/>
              </a:ext>
            </a:extLst>
          </p:cNvPr>
          <p:cNvGrpSpPr/>
          <p:nvPr/>
        </p:nvGrpSpPr>
        <p:grpSpPr>
          <a:xfrm>
            <a:off x="4728240" y="970056"/>
            <a:ext cx="719640" cy="545040"/>
            <a:chOff x="4728240" y="970056"/>
            <a:chExt cx="71964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A61B50D-8C6D-905C-C888-16E031084508}"/>
                    </a:ext>
                  </a:extLst>
                </p14:cNvPr>
                <p14:cNvContentPartPr/>
                <p14:nvPr/>
              </p14:nvContentPartPr>
              <p14:xfrm>
                <a:off x="4728240" y="970056"/>
                <a:ext cx="73080" cy="24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A61B50D-8C6D-905C-C888-16E0310845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23920" y="965736"/>
                  <a:ext cx="81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5B6DDB-AAE9-0488-3724-E5A38920B9BA}"/>
                    </a:ext>
                  </a:extLst>
                </p14:cNvPr>
                <p14:cNvContentPartPr/>
                <p14:nvPr/>
              </p14:nvContentPartPr>
              <p14:xfrm>
                <a:off x="4856400" y="1110816"/>
                <a:ext cx="61560" cy="9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5B6DDB-AAE9-0488-3724-E5A38920B9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52080" y="1106496"/>
                  <a:ext cx="70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092973C-795A-6644-3F98-DB28703FDCB5}"/>
                    </a:ext>
                  </a:extLst>
                </p14:cNvPr>
                <p14:cNvContentPartPr/>
                <p14:nvPr/>
              </p14:nvContentPartPr>
              <p14:xfrm>
                <a:off x="4830120" y="1123416"/>
                <a:ext cx="249840" cy="391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092973C-795A-6644-3F98-DB28703FDCB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25800" y="1119096"/>
                  <a:ext cx="2584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6728EB9-DBCB-5F72-A1CA-E980AF914B8B}"/>
                    </a:ext>
                  </a:extLst>
                </p14:cNvPr>
                <p14:cNvContentPartPr/>
                <p14:nvPr/>
              </p14:nvContentPartPr>
              <p14:xfrm>
                <a:off x="5072040" y="1254456"/>
                <a:ext cx="82080" cy="125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6728EB9-DBCB-5F72-A1CA-E980AF914B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67720" y="1250136"/>
                  <a:ext cx="90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F7EDC8-1DA4-E29D-F658-32B236FF6C12}"/>
                    </a:ext>
                  </a:extLst>
                </p14:cNvPr>
                <p14:cNvContentPartPr/>
                <p14:nvPr/>
              </p14:nvContentPartPr>
              <p14:xfrm>
                <a:off x="5245200" y="983736"/>
                <a:ext cx="202680" cy="172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F7EDC8-1DA4-E29D-F658-32B236FF6C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40880" y="979416"/>
                  <a:ext cx="2113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D18EA92-4DE3-4835-57D1-E7AF705E6482}"/>
              </a:ext>
            </a:extLst>
          </p:cNvPr>
          <p:cNvGrpSpPr/>
          <p:nvPr/>
        </p:nvGrpSpPr>
        <p:grpSpPr>
          <a:xfrm>
            <a:off x="5740200" y="983736"/>
            <a:ext cx="195480" cy="98640"/>
            <a:chOff x="5740200" y="983736"/>
            <a:chExt cx="19548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AE852C-4D08-50F0-04FB-966D6B7248F4}"/>
                    </a:ext>
                  </a:extLst>
                </p14:cNvPr>
                <p14:cNvContentPartPr/>
                <p14:nvPr/>
              </p14:nvContentPartPr>
              <p14:xfrm>
                <a:off x="5740200" y="983736"/>
                <a:ext cx="153360" cy="11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AE852C-4D08-50F0-04FB-966D6B7248F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35880" y="979416"/>
                  <a:ext cx="162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2C080C-243E-4D5B-05E1-36A3A73F92A7}"/>
                    </a:ext>
                  </a:extLst>
                </p14:cNvPr>
                <p14:cNvContentPartPr/>
                <p14:nvPr/>
              </p14:nvContentPartPr>
              <p14:xfrm>
                <a:off x="5762160" y="1040616"/>
                <a:ext cx="173520" cy="41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2C080C-243E-4D5B-05E1-36A3A73F92A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57840" y="1036296"/>
                  <a:ext cx="1821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587A183-982F-2069-60B7-9CB36D771CE4}"/>
                  </a:ext>
                </a:extLst>
              </p14:cNvPr>
              <p14:cNvContentPartPr/>
              <p14:nvPr/>
            </p14:nvContentPartPr>
            <p14:xfrm>
              <a:off x="6147720" y="812736"/>
              <a:ext cx="44280" cy="277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587A183-982F-2069-60B7-9CB36D771CE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43400" y="808416"/>
                <a:ext cx="5292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54DB347C-D610-CA13-E303-C851982F6F26}"/>
              </a:ext>
            </a:extLst>
          </p:cNvPr>
          <p:cNvGrpSpPr/>
          <p:nvPr/>
        </p:nvGrpSpPr>
        <p:grpSpPr>
          <a:xfrm>
            <a:off x="4681800" y="1556856"/>
            <a:ext cx="778320" cy="543600"/>
            <a:chOff x="4681800" y="1556856"/>
            <a:chExt cx="77832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A2362E-FAC6-BC2B-09B2-92F2FCB8FF29}"/>
                    </a:ext>
                  </a:extLst>
                </p14:cNvPr>
                <p14:cNvContentPartPr/>
                <p14:nvPr/>
              </p14:nvContentPartPr>
              <p14:xfrm>
                <a:off x="4681800" y="1595016"/>
                <a:ext cx="49320" cy="218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A2362E-FAC6-BC2B-09B2-92F2FCB8FF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77480" y="1590696"/>
                  <a:ext cx="57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8CC7BF-1596-8C37-B4E0-633F84F00330}"/>
                    </a:ext>
                  </a:extLst>
                </p14:cNvPr>
                <p14:cNvContentPartPr/>
                <p14:nvPr/>
              </p14:nvContentPartPr>
              <p14:xfrm>
                <a:off x="4843080" y="1722816"/>
                <a:ext cx="44640" cy="105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8CC7BF-1596-8C37-B4E0-633F84F003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38760" y="1718496"/>
                  <a:ext cx="53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B7918F-88BD-1B4F-801D-2A21567A5B75}"/>
                    </a:ext>
                  </a:extLst>
                </p14:cNvPr>
                <p14:cNvContentPartPr/>
                <p14:nvPr/>
              </p14:nvContentPartPr>
              <p14:xfrm>
                <a:off x="4785840" y="1726776"/>
                <a:ext cx="277200" cy="37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B7918F-88BD-1B4F-801D-2A21567A5B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81520" y="1722456"/>
                  <a:ext cx="2858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5B82C66-8512-BFDE-E5B4-7CF48BD3B19C}"/>
                    </a:ext>
                  </a:extLst>
                </p14:cNvPr>
                <p14:cNvContentPartPr/>
                <p14:nvPr/>
              </p14:nvContentPartPr>
              <p14:xfrm>
                <a:off x="5082480" y="1879416"/>
                <a:ext cx="59400" cy="93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5B82C66-8512-BFDE-E5B4-7CF48BD3B19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78160" y="1875096"/>
                  <a:ext cx="68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3356CCA-EB84-4C4C-D51E-E62BABA3CB04}"/>
                    </a:ext>
                  </a:extLst>
                </p14:cNvPr>
                <p14:cNvContentPartPr/>
                <p14:nvPr/>
              </p14:nvContentPartPr>
              <p14:xfrm>
                <a:off x="5273280" y="1556856"/>
                <a:ext cx="186840" cy="185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3356CCA-EB84-4C4C-D51E-E62BABA3CB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68960" y="1552536"/>
                  <a:ext cx="195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9403D53-94B4-5FA0-60B3-2A4261968E9B}"/>
                    </a:ext>
                  </a:extLst>
                </p14:cNvPr>
                <p14:cNvContentPartPr/>
                <p14:nvPr/>
              </p14:nvContentPartPr>
              <p14:xfrm>
                <a:off x="5364720" y="1664136"/>
                <a:ext cx="63720" cy="178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9403D53-94B4-5FA0-60B3-2A4261968E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60400" y="1659816"/>
                  <a:ext cx="72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E0EC338-BA0B-64D8-8DBE-19F864EFC088}"/>
              </a:ext>
            </a:extLst>
          </p:cNvPr>
          <p:cNvGrpSpPr/>
          <p:nvPr/>
        </p:nvGrpSpPr>
        <p:grpSpPr>
          <a:xfrm>
            <a:off x="5764680" y="1544616"/>
            <a:ext cx="573120" cy="188280"/>
            <a:chOff x="5764680" y="1544616"/>
            <a:chExt cx="57312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C751EE1-35B2-B402-E793-E6DEBCEF8CD5}"/>
                    </a:ext>
                  </a:extLst>
                </p14:cNvPr>
                <p14:cNvContentPartPr/>
                <p14:nvPr/>
              </p14:nvContentPartPr>
              <p14:xfrm>
                <a:off x="5764680" y="1641456"/>
                <a:ext cx="211680" cy="27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C751EE1-35B2-B402-E793-E6DEBCEF8CD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60360" y="1637136"/>
                  <a:ext cx="22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AA82C2-3EAF-4807-5AA1-ABDA328BE1BD}"/>
                    </a:ext>
                  </a:extLst>
                </p14:cNvPr>
                <p14:cNvContentPartPr/>
                <p14:nvPr/>
              </p14:nvContentPartPr>
              <p14:xfrm>
                <a:off x="5818320" y="1691856"/>
                <a:ext cx="168480" cy="41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AA82C2-3EAF-4807-5AA1-ABDA328BE1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4000" y="1687536"/>
                  <a:ext cx="177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B3FB04-C31F-E8F3-66BE-897F77D02B3C}"/>
                    </a:ext>
                  </a:extLst>
                </p14:cNvPr>
                <p14:cNvContentPartPr/>
                <p14:nvPr/>
              </p14:nvContentPartPr>
              <p14:xfrm>
                <a:off x="6147360" y="1544616"/>
                <a:ext cx="190440" cy="181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B3FB04-C31F-E8F3-66BE-897F77D02B3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43040" y="1540296"/>
                  <a:ext cx="1990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166EF8-E1A8-3971-2E39-6DBF8E299791}"/>
              </a:ext>
            </a:extLst>
          </p:cNvPr>
          <p:cNvGrpSpPr/>
          <p:nvPr/>
        </p:nvGrpSpPr>
        <p:grpSpPr>
          <a:xfrm>
            <a:off x="4563360" y="2380896"/>
            <a:ext cx="516600" cy="543600"/>
            <a:chOff x="4563360" y="2380896"/>
            <a:chExt cx="51660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05C8277-194E-61DC-31E8-F0FAD7B3339E}"/>
                    </a:ext>
                  </a:extLst>
                </p14:cNvPr>
                <p14:cNvContentPartPr/>
                <p14:nvPr/>
              </p14:nvContentPartPr>
              <p14:xfrm>
                <a:off x="4563360" y="2380896"/>
                <a:ext cx="66600" cy="25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05C8277-194E-61DC-31E8-F0FAD7B3339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59040" y="2376576"/>
                  <a:ext cx="75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F82F9B-7B0C-E5B2-0E53-06D3124D5306}"/>
                    </a:ext>
                  </a:extLst>
                </p14:cNvPr>
                <p14:cNvContentPartPr/>
                <p14:nvPr/>
              </p14:nvContentPartPr>
              <p14:xfrm>
                <a:off x="4689360" y="2537136"/>
                <a:ext cx="98280" cy="95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F82F9B-7B0C-E5B2-0E53-06D3124D53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85040" y="2532816"/>
                  <a:ext cx="106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FC1B504-171F-9536-F783-377BBCC8C8FC}"/>
                    </a:ext>
                  </a:extLst>
                </p14:cNvPr>
                <p14:cNvContentPartPr/>
                <p14:nvPr/>
              </p14:nvContentPartPr>
              <p14:xfrm>
                <a:off x="4590000" y="2550816"/>
                <a:ext cx="363240" cy="373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FC1B504-171F-9536-F783-377BBCC8C8F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85680" y="2546496"/>
                  <a:ext cx="3718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6E6CD01-86B6-D8AB-EED1-1B2903E4DD4E}"/>
                    </a:ext>
                  </a:extLst>
                </p14:cNvPr>
                <p14:cNvContentPartPr/>
                <p14:nvPr/>
              </p14:nvContentPartPr>
              <p14:xfrm>
                <a:off x="4982040" y="2757816"/>
                <a:ext cx="97920" cy="100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6E6CD01-86B6-D8AB-EED1-1B2903E4DD4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77720" y="2753496"/>
                  <a:ext cx="10656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AAFAD73-5FC8-2B19-584B-284B28D433D6}"/>
                  </a:ext>
                </a:extLst>
              </p14:cNvPr>
              <p14:cNvContentPartPr/>
              <p14:nvPr/>
            </p14:nvContentPartPr>
            <p14:xfrm>
              <a:off x="5140440" y="2435256"/>
              <a:ext cx="144360" cy="1753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AAFAD73-5FC8-2B19-584B-284B28D433D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136120" y="2430936"/>
                <a:ext cx="15300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576277D6-2298-01C8-F128-3020A2C9AACF}"/>
              </a:ext>
            </a:extLst>
          </p:cNvPr>
          <p:cNvGrpSpPr/>
          <p:nvPr/>
        </p:nvGrpSpPr>
        <p:grpSpPr>
          <a:xfrm>
            <a:off x="5708520" y="2384136"/>
            <a:ext cx="159480" cy="91440"/>
            <a:chOff x="5708520" y="2384136"/>
            <a:chExt cx="15948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10ADE25-50DD-EA95-D9A0-87478015A9FE}"/>
                    </a:ext>
                  </a:extLst>
                </p14:cNvPr>
                <p14:cNvContentPartPr/>
                <p14:nvPr/>
              </p14:nvContentPartPr>
              <p14:xfrm>
                <a:off x="5708520" y="2384136"/>
                <a:ext cx="159480" cy="36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10ADE25-50DD-EA95-D9A0-87478015A9F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04200" y="2379816"/>
                  <a:ext cx="168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882F6FF-0E7A-D5D6-3790-3276481ABE70}"/>
                    </a:ext>
                  </a:extLst>
                </p14:cNvPr>
                <p14:cNvContentPartPr/>
                <p14:nvPr/>
              </p14:nvContentPartPr>
              <p14:xfrm>
                <a:off x="5735520" y="2449296"/>
                <a:ext cx="129600" cy="26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882F6FF-0E7A-D5D6-3790-3276481ABE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31200" y="2444976"/>
                  <a:ext cx="13824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3282547-B8FC-B7DB-1DC4-5CD5C7329339}"/>
                  </a:ext>
                </a:extLst>
              </p14:cNvPr>
              <p14:cNvContentPartPr/>
              <p14:nvPr/>
            </p14:nvContentPartPr>
            <p14:xfrm>
              <a:off x="6149880" y="2258856"/>
              <a:ext cx="159120" cy="2307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3282547-B8FC-B7DB-1DC4-5CD5C732933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145560" y="2254536"/>
                <a:ext cx="167760" cy="2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6649D70-1C04-B263-C4D2-2B65401DF931}"/>
              </a:ext>
            </a:extLst>
          </p:cNvPr>
          <p:cNvGrpSpPr/>
          <p:nvPr/>
        </p:nvGrpSpPr>
        <p:grpSpPr>
          <a:xfrm>
            <a:off x="4528440" y="3130416"/>
            <a:ext cx="846360" cy="531000"/>
            <a:chOff x="4528440" y="3130416"/>
            <a:chExt cx="84636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194087F-66DB-9103-4910-5E5FD4C1B7E5}"/>
                    </a:ext>
                  </a:extLst>
                </p14:cNvPr>
                <p14:cNvContentPartPr/>
                <p14:nvPr/>
              </p14:nvContentPartPr>
              <p14:xfrm>
                <a:off x="4528440" y="3160296"/>
                <a:ext cx="83160" cy="228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194087F-66DB-9103-4910-5E5FD4C1B7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24120" y="3155976"/>
                  <a:ext cx="91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0EC364C-F670-1235-A727-6718358EF53D}"/>
                    </a:ext>
                  </a:extLst>
                </p14:cNvPr>
                <p14:cNvContentPartPr/>
                <p14:nvPr/>
              </p14:nvContentPartPr>
              <p14:xfrm>
                <a:off x="4635720" y="3325536"/>
                <a:ext cx="54360" cy="89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0EC364C-F670-1235-A727-6718358EF5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31400" y="3321216"/>
                  <a:ext cx="63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9A36C96-C71E-A300-8FDE-EE3C6F0AC435}"/>
                    </a:ext>
                  </a:extLst>
                </p14:cNvPr>
                <p14:cNvContentPartPr/>
                <p14:nvPr/>
              </p14:nvContentPartPr>
              <p14:xfrm>
                <a:off x="4605480" y="3327336"/>
                <a:ext cx="311040" cy="334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9A36C96-C71E-A300-8FDE-EE3C6F0AC43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01160" y="3323016"/>
                  <a:ext cx="3196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3DF5B1A-0A19-6255-EA5D-1EF6E090EA36}"/>
                    </a:ext>
                  </a:extLst>
                </p14:cNvPr>
                <p14:cNvContentPartPr/>
                <p14:nvPr/>
              </p14:nvContentPartPr>
              <p14:xfrm>
                <a:off x="4941720" y="3488616"/>
                <a:ext cx="48960" cy="79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3DF5B1A-0A19-6255-EA5D-1EF6E090EA3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7400" y="3484296"/>
                  <a:ext cx="57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6DD610-3070-B38E-D09D-205896B9D135}"/>
                    </a:ext>
                  </a:extLst>
                </p14:cNvPr>
                <p14:cNvContentPartPr/>
                <p14:nvPr/>
              </p14:nvContentPartPr>
              <p14:xfrm>
                <a:off x="5104080" y="3181536"/>
                <a:ext cx="59040" cy="166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6DD610-3070-B38E-D09D-205896B9D1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99760" y="3177216"/>
                  <a:ext cx="67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6760720-FA6D-2D6F-BA87-645D2CB781C3}"/>
                    </a:ext>
                  </a:extLst>
                </p14:cNvPr>
                <p14:cNvContentPartPr/>
                <p14:nvPr/>
              </p14:nvContentPartPr>
              <p14:xfrm>
                <a:off x="5264280" y="3130416"/>
                <a:ext cx="110520" cy="235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6760720-FA6D-2D6F-BA87-645D2CB781C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59960" y="3126096"/>
                  <a:ext cx="11916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8EF73C6-742B-2AE7-CF09-DCA884A387EF}"/>
              </a:ext>
            </a:extLst>
          </p:cNvPr>
          <p:cNvGrpSpPr/>
          <p:nvPr/>
        </p:nvGrpSpPr>
        <p:grpSpPr>
          <a:xfrm>
            <a:off x="5772240" y="3162816"/>
            <a:ext cx="122400" cy="105120"/>
            <a:chOff x="5772240" y="3162816"/>
            <a:chExt cx="12240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C9DAA6B-1110-CAA4-9208-716BF900DFAE}"/>
                    </a:ext>
                  </a:extLst>
                </p14:cNvPr>
                <p14:cNvContentPartPr/>
                <p14:nvPr/>
              </p14:nvContentPartPr>
              <p14:xfrm>
                <a:off x="5772240" y="3162816"/>
                <a:ext cx="122400" cy="15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C9DAA6B-1110-CAA4-9208-716BF900DF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67920" y="3158496"/>
                  <a:ext cx="131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784BB33-8B7F-1F47-20F4-4FE8D109CC53}"/>
                    </a:ext>
                  </a:extLst>
                </p14:cNvPr>
                <p14:cNvContentPartPr/>
                <p14:nvPr/>
              </p14:nvContentPartPr>
              <p14:xfrm>
                <a:off x="5774400" y="3251376"/>
                <a:ext cx="107640" cy="16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784BB33-8B7F-1F47-20F4-4FE8D109CC5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70080" y="3247056"/>
                  <a:ext cx="1162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423D9CF-7A11-1CC6-4BDF-D49D8984C458}"/>
              </a:ext>
            </a:extLst>
          </p:cNvPr>
          <p:cNvGrpSpPr/>
          <p:nvPr/>
        </p:nvGrpSpPr>
        <p:grpSpPr>
          <a:xfrm>
            <a:off x="6172200" y="2954016"/>
            <a:ext cx="234000" cy="410040"/>
            <a:chOff x="6172200" y="2954016"/>
            <a:chExt cx="23400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B4D58DB-49CC-A4BD-4225-1AF5E192A43E}"/>
                    </a:ext>
                  </a:extLst>
                </p14:cNvPr>
                <p14:cNvContentPartPr/>
                <p14:nvPr/>
              </p14:nvContentPartPr>
              <p14:xfrm>
                <a:off x="6172200" y="2954016"/>
                <a:ext cx="234000" cy="223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B4D58DB-49CC-A4BD-4225-1AF5E192A43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67880" y="2949696"/>
                  <a:ext cx="242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C11148-2E03-2B12-E854-510D8B6EE766}"/>
                    </a:ext>
                  </a:extLst>
                </p14:cNvPr>
                <p14:cNvContentPartPr/>
                <p14:nvPr/>
              </p14:nvContentPartPr>
              <p14:xfrm>
                <a:off x="6284160" y="3098736"/>
                <a:ext cx="70920" cy="265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C11148-2E03-2B12-E854-510D8B6EE76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79840" y="3094416"/>
                  <a:ext cx="795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3ECEAB2-8DAB-4452-2836-D13E172A63BC}"/>
              </a:ext>
            </a:extLst>
          </p:cNvPr>
          <p:cNvGrpSpPr/>
          <p:nvPr/>
        </p:nvGrpSpPr>
        <p:grpSpPr>
          <a:xfrm>
            <a:off x="4447800" y="4239216"/>
            <a:ext cx="753120" cy="567360"/>
            <a:chOff x="4447800" y="4239216"/>
            <a:chExt cx="75312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ED32441-2CAA-1F21-A64F-552247EC19D5}"/>
                    </a:ext>
                  </a:extLst>
                </p14:cNvPr>
                <p14:cNvContentPartPr/>
                <p14:nvPr/>
              </p14:nvContentPartPr>
              <p14:xfrm>
                <a:off x="4447800" y="4239216"/>
                <a:ext cx="90720" cy="304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ED32441-2CAA-1F21-A64F-552247EC19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43480" y="4234896"/>
                  <a:ext cx="99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F25352-0858-6374-63C5-88C1AED5A397}"/>
                    </a:ext>
                  </a:extLst>
                </p14:cNvPr>
                <p14:cNvContentPartPr/>
                <p14:nvPr/>
              </p14:nvContentPartPr>
              <p14:xfrm>
                <a:off x="4556880" y="4427496"/>
                <a:ext cx="89280" cy="91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F25352-0858-6374-63C5-88C1AED5A3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52560" y="4423176"/>
                  <a:ext cx="97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95093D7-61AA-352A-C779-20EAE1A5300B}"/>
                    </a:ext>
                  </a:extLst>
                </p14:cNvPr>
                <p14:cNvContentPartPr/>
                <p14:nvPr/>
              </p14:nvContentPartPr>
              <p14:xfrm>
                <a:off x="4501800" y="4428936"/>
                <a:ext cx="285480" cy="377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95093D7-61AA-352A-C779-20EAE1A5300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97480" y="4424616"/>
                  <a:ext cx="294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37926F1-BD6E-A642-B96E-C46F5F23C8F8}"/>
                    </a:ext>
                  </a:extLst>
                </p14:cNvPr>
                <p14:cNvContentPartPr/>
                <p14:nvPr/>
              </p14:nvContentPartPr>
              <p14:xfrm>
                <a:off x="4845600" y="4584096"/>
                <a:ext cx="75960" cy="82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37926F1-BD6E-A642-B96E-C46F5F23C8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41280" y="4579776"/>
                  <a:ext cx="84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EF86B7-28A2-2898-C439-B705235CD316}"/>
                    </a:ext>
                  </a:extLst>
                </p14:cNvPr>
                <p14:cNvContentPartPr/>
                <p14:nvPr/>
              </p14:nvContentPartPr>
              <p14:xfrm>
                <a:off x="5067360" y="4297896"/>
                <a:ext cx="133560" cy="137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EF86B7-28A2-2898-C439-B705235CD31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63040" y="4293576"/>
                  <a:ext cx="14220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19CA45A-E3CD-6077-46FB-6B21CBE5F14A}"/>
                  </a:ext>
                </a:extLst>
              </p14:cNvPr>
              <p14:cNvContentPartPr/>
              <p14:nvPr/>
            </p14:nvContentPartPr>
            <p14:xfrm>
              <a:off x="5611320" y="4114656"/>
              <a:ext cx="436680" cy="2001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19CA45A-E3CD-6077-46FB-6B21CBE5F14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607000" y="4110336"/>
                <a:ext cx="4453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E2E0D4D-B01C-D380-7310-4D87BE893024}"/>
                  </a:ext>
                </a:extLst>
              </p14:cNvPr>
              <p14:cNvContentPartPr/>
              <p14:nvPr/>
            </p14:nvContentPartPr>
            <p14:xfrm>
              <a:off x="6515640" y="4127616"/>
              <a:ext cx="196200" cy="1501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E2E0D4D-B01C-D380-7310-4D87BE89302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511320" y="4123296"/>
                <a:ext cx="2048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364ABB3-3553-8F40-C65F-F7934466460D}"/>
                  </a:ext>
                </a:extLst>
              </p14:cNvPr>
              <p14:cNvContentPartPr/>
              <p14:nvPr/>
            </p14:nvContentPartPr>
            <p14:xfrm>
              <a:off x="4913640" y="5470056"/>
              <a:ext cx="29520" cy="3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364ABB3-3553-8F40-C65F-F7934466460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909320" y="5465736"/>
                <a:ext cx="381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33666C6-4481-D04B-F332-C911E4E8FAA5}"/>
                  </a:ext>
                </a:extLst>
              </p14:cNvPr>
              <p14:cNvContentPartPr/>
              <p14:nvPr/>
            </p14:nvContentPartPr>
            <p14:xfrm>
              <a:off x="5959800" y="4783896"/>
              <a:ext cx="7200" cy="54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33666C6-4481-D04B-F332-C911E4E8FAA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955480" y="4779576"/>
                <a:ext cx="15840" cy="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502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66DFDA-14CE-649A-025B-6470C7D5CBBE}"/>
              </a:ext>
            </a:extLst>
          </p:cNvPr>
          <p:cNvSpPr txBox="1"/>
          <p:nvPr/>
        </p:nvSpPr>
        <p:spPr>
          <a:xfrm>
            <a:off x="317182" y="117693"/>
            <a:ext cx="836961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public static int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binarySearch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(int[] a, int target) {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int low = 0;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int high =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a.length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- 1;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return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binarySearch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(a, low, high, target);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}</a:t>
            </a:r>
          </a:p>
          <a:p>
            <a:endParaRPr lang="en-US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public static int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binarySearch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(int[] a, int low, int high, int target) {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if (high &lt; low)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   return -1;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int mid = (low + high) / 2;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if (a[mid] == target)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   return mid;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if (target &lt; a[mid])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   return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binarySearch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(a, low, mid - 1, target);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if (a[mid] &lt; target)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   return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binarySearch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(a, mid +1, high, target);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return -1;</a:t>
            </a:r>
          </a:p>
          <a:p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}</a:t>
            </a:r>
            <a:endParaRPr lang="en-ZA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539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448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Cordia New</vt:lpstr>
      <vt:lpstr>Office Theme</vt:lpstr>
      <vt:lpstr>PowerPoint Presentation</vt:lpstr>
      <vt:lpstr>PowerPoint Presentation</vt:lpstr>
      <vt:lpstr>Many cases of recursion</vt:lpstr>
      <vt:lpstr>Linear Search  Recursive version </vt:lpstr>
      <vt:lpstr>PowerPoint Presentation</vt:lpstr>
      <vt:lpstr>Binary Search</vt:lpstr>
      <vt:lpstr>Binary Search (Recursive) - Data MUST BE SORTED!</vt:lpstr>
      <vt:lpstr>Big-O expression for Binary Search (Recursive)</vt:lpstr>
      <vt:lpstr>Complexity for binarySearch (Recursive)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2026-04-02T15:04:27Z</dcterms:created>
  <dcterms:modified xsi:type="dcterms:W3CDTF">2026-04-03T01:26:58Z</dcterms:modified>
</cp:coreProperties>
</file>