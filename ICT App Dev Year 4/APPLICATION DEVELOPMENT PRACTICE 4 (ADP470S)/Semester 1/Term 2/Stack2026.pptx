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78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0:59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477 93 176,'0'0'2457,"-4"-8"-2209,-6-14-62,-13-29 4839,16 39-1065,4 13 275,2 21 896,1-10-6006,-2 30 2166,-8 45 0,-1 11-741,6 53-158,2-58 309,-20 142-1,-2 21-431,20-160-184,-7 14 21,5-56-82,-1 55 1,7-38 34,-20 133 0,-14 65 66,27-175 14,-35 169-1,25-170-84,-10 149-1,-2-2 113,-16 65-6,3-15 445,36-245-511,2 1-1,2 62 0,3-106 41,-4-13-729,-3-17-2555,2-1 0,-3-49 0,3 15-3917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1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1 280 560,'0'0'8535,"3"-8"-4200,0-3-3372,-3 9-854,0 0 0,1 0 0,-1 0 0,1 0 0,-1-1 0,1 1 0,-1 0 0,1 0 0,0 0 0,0 0 0,0 1 0,0-1 0,1 0 0,-1 0 0,0 1 0,1-1 0,-1 0 0,1 1 0,0-1 0,-1 1 0,1 0 0,0 0 0,0 0 0,0 0 0,0 0 0,0 0 0,0 0 0,0 0 0,0 1 0,0-1 0,0 1 0,4 0 0,10-3 289,1 2-1,-1 0 1,27 3-1,-11-1 19,96-4 249,130-22 0,129-38 194,106-13 188,-356 56-952,27-3 306,-133 22-305,-30 1 681,-1 17-356,0 0-143,0 1 1,-1-1 0,0 0 0,-2 0 0,-4 20 0,-28 79 537,-51 159 708,-20 63 65,77-228-1032,-15 125-1,21-85-213,-8-1 1,-53 157-1,67-255-343,2 2 0,2-1 0,-10 104 0,1 385 0,-16-153 0,-43 3 0,75-374 0,-8 35 0,-37 87 0,45-123 0,2 1 0,0 0 0,0 0 0,2 0 0,0 0 0,1 29 0,-1-12 0,2 64-59,0-97-266,0-13-2527,0 8 2169,0 0 0,0 0 0,0 0 0,-1 0 0,1 0 0,-1 0 0,0 0 1,0 1-1,-3-6 0,2 6-296,0 0 1,0 0 0,-1 0 0,1 0-1,-1 1 1,0-1 0,0 1-1,1-1 1,-1 1 0,-1 0 0,-3-2-1,-28-14-9375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2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105 105 1857,'0'0'7769,"-19"0"-43,10 0-7454,2 0-181,-1 0 1,1 1-1,-1 0 0,1 1 1,0 0-1,0 0 0,0 0 0,-7 4 1,10-1 1964,13-2-1536,18-2-450,-26-1 56,11 0 92,59 0 888,108-13 0,390-27 740,-404 34-1542,90-7 404,205-5 2090,-436 18-1959,-43 0 560,-34-4-5404,46 2 2023,0 0-1,0 0 0,0-1 1,0 1-1,-10-7 1,-9-7-5448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3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255 230 256,'0'0'3989,"-9"-7"-3445,-2-2-328,-2 0 1,1 1-1,-1 0 1,0 1-1,0 0 1,-17-5-1,-100-28 1996,130 39-2118,-1 1 1,0 0-1,1 0 1,-1 0-1,1 0 1,0-1-1,-1 1 0,1 0 1,-1-1-1,1 1 1,-1 0-1,1-1 1,0 1-1,-1 0 1,1-1-1,-1 1 0,1-1 1,0 1-1,0-1 1,-1 1-1,1 0 1,0-1-1,0 1 1,0-1-1,-1 0 0,1 1 1,0-1-1,0 1 1,0-1-1,0 1 1,0-1-1,0 1 1,0-1-1,0 1 0,0-1 1,0 1-1,0-1 1,1 1-1,-1-1 1,0 1-1,0-1 1,0 1-1,1-1 0,-1 1 1,1-2-1,13-14 1293,-4 11-1008,0 0 0,1 1 0,-1 1 0,1 0 0,0 0 0,20-2 0,71-1 1214,-65 5-1101,367-3 1741,-154 4-1308,-5 2 143,189-9 1431,-382-1-2290,-58 5-6222,-8-6 1638,2 1 345,-16-6-3869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4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19 133 0,'0'0'6037,"-3"-5"-4807,1 3-844,1 1-221,0 0 1,-1 0-1,1-1 1,0 1-1,0 0 1,0 0-1,0-1 1,1 1-1,-1-1 1,0 1-1,1-1 1,-1 1-1,0-1 1,0-2-1,3 3-20,-1 0 0,1 1-1,0-1 1,-1 0-1,1 1 1,0-1 0,-1 1-1,1 0 1,0-1 0,0 1-1,-1 0 1,1 0-1,3 0 1,-3 0 74,265-4 6203,103-6-4934,346-47 1791,-420 42-77,-320 16-2799,-18 1-4043,16-6-7559,8-5 1122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5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97 124 96,'0'0'11424,"-6"-3"-10162,-17-9-286,22 12-910,1-1-1,-1 1 0,1 0 0,-1-1 0,1 1 1,-1 0-1,1-1 0,-1 1 0,1-1 0,0 1 1,-1-1-1,1 1 0,0 0 0,-1-1 0,1 0 1,0 1-1,0-1 0,0 1 0,-1-1 1,1 1-1,0-1 0,0 1 0,0-1 0,0 0 1,0 1-1,0-1 0,0 1 0,0-1 0,0 1 1,0-1-1,1 0 0,-1 1 0,0-1 1,0 1-1,0-1 0,1 1 0,-1-1 0,0 1 1,1-1-1,14-14 1193,-15 14-1182,15-8 113,-1 0 0,1 0-1,0 2 1,1-1 0,0 2-1,0 0 1,1 1 0,-1 1-1,1 1 1,0 0 0,0 1-1,0 1 1,26 1 0,-41 0-185,0 0 0,0 0 1,0 0-1,0 1 0,0-1 1,0 1-1,0-1 0,0 1 1,0 0-1,0 0 0,-1 0 1,1 0-1,0 0 0,0 0 1,-1 1-1,1-1 0,-1 0 1,1 1-1,-1-1 0,1 1 0,-1 0 1,0-1-1,0 1 0,0 0 1,0 0-1,0 0 0,0 0 1,-1 0-1,1 0 0,0 0 1,-1 4-1,3 7 101,-2 0 0,0 0 0,-1 1 0,-1 13 0,0-4 120,1-11-149,-1 0 0,0-1 0,-1 1 0,-1-1 0,1 1 0,-2-1 0,0 0-1,0 0 1,-1 0 0,0-1 0,-1 1 0,0-1 0,-1-1 0,0 1 0,0-1 0,-1 0 0,0-1 0,-1 0 0,0 0 0,0-1-1,0 0 1,-1-1 0,-11 6 0,-108 52 532,47-26-429,81-38-170,1 1-1,-1-1 1,1 0-1,0 1 0,-1-1 1,1 0-1,-1 0 1,1 0-1,-1 1 1,1-1-1,-1 0 1,1 0-1,-1 0 0,1 0 1,-1 0-1,1 0 1,-1 0-1,1 0 1,-1 0-1,1 0 1,-1 0-1,1 0 0,0 0 1,-1 0-1,1 0 1,-1 0-1,1-1 1,-1 1-1,1 0 1,-1 0-1,1-1 0,0 1 1,-1 0-1,1-1 1,-1 1-1,1 0 1,0-1-1,-1 1 1,1 0-1,0-1 0,0 1 1,-1-1-1,1 1 1,0-1-1,0 1 1,0-1-1,-1 1 1,1 0-1,0-1 0,0 1 1,0-1-1,0 1 1,0-1-1,0 1 1,0-1-1,0 0 0,0-1 0,0 0 0,0 1 0,1-1 0,-1 1-1,0-1 1,1 1 0,-1-1 0,1 1 0,-1-1-1,1 1 1,0 0 0,-1-1 0,1 1 0,0 0-1,0-1 1,0 1 0,1-1 0,12-4 22,-1 1 0,1 0 0,-1 1-1,1 1 1,0 0 0,0 1 0,1 1 0,16 0 0,-16 0 5,23-2 129,2-1 399,-1 3 1,64 4-1,-96-2-392,0 1 0,-1-1 0,1 1 0,-1 1 0,1 0 0,-1-1 0,0 2-1,0-1 1,0 1 0,8 7 0,-1 0 458,0 1 0,21 27 0,-29-30-748,-5 1-6051,-9-2-884,0-2 5364,7-5 1783,-18 10-7232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6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16 2481,'0'0'11728,"5"-3"-9834,13-10-162,-18 14-1692,-1-1 0,1 0 1,0 0-1,0 0 0,0 0 0,0 0 1,0 0-1,0 0 0,0 0 1,0 0-1,0 0 0,0 0 0,0 0 1,0 1-1,0-1 0,0 0 0,0 0 1,0 0-1,0 0 0,0 0 0,0 0 1,0 0-1,0 0 0,0 0 1,0 1-1,0-1 0,0 0 0,0 0 1,0 0-1,0 0 0,0 0 0,0 0 1,0 0-1,0 0 0,0 0 0,0 0 1,0 1-1,0-1 0,0 0 1,0 0-1,0 0 0,0 0 0,0 0 1,0 0-1,0 0 0,1 0 0,-1 0 1,0 0-1,0 0 0,0 0 1,0 0-1,0 0 0,0 0 0,0 0 1,0 0-1,0 0 0,1 0 0,-1 0 1,0 0-1,0 0 0,0 0 0,0 0 1,0 0-1,-4 10 555,-19 22 1390,-42 44-1,37-46-987,-36 53 0,58-75-878,-48 85 958,49-84-1010,1 0-1,0 1 0,1-1 0,0 1 1,1 0-1,0 0 0,0 0 0,0 13 1,3-22-61,-1-1 0,1 1 0,-1 0 0,0-1 0,1 1 1,-1-1-1,1 1 0,0-1 0,-1 1 0,1-1 0,-1 1 1,1-1-1,0 0 0,-1 1 0,1-1 0,0 0 0,0 1 0,-1-1 1,1 0-1,0 0 0,0 0 0,-1 0 0,1 0 0,0 0 1,0 0-1,-1 0 0,2 0 0,30 0 100,-25 0-80,67-5 13,0-2 1,0-4-1,81-23 1,-52 12-1,-52 7 231,-50 15-246,-20-19-25964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6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1 5394,'0'0'13217,"-14"19"-11085,-41 63-782,52-77-1137,0 0-1,0 1 1,0-1 0,1 0 0,0 1-1,0 0 1,0-1 0,0 1 0,1 0 0,0 0-1,0 9 1,-1 8 603,-30 93 2241,21-85-2772,2 0 0,2 0 0,-5 43 0,6-44-69,1 0-4175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7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2913,'0'0'5816,"1"8"-1167,5 35-1836,-2 17-577,-3 65-1,-2-75-1519,2 1 0,10 69 0,-8-92-318,0-1-1,-2 34 1,-1-43-211,0-17-174,-12-14-4711,-21-29-9338,19 28 9720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08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49 102 480,'0'0'5237,"-5"0"-4372,-13 0 87,14 0 1273,-18 0 6582,212-24-7719,-44 8-802,-39 2 145,145-29 2305,-240 40-1723,8 1-13401,-10 2 9449,10 0-3981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16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3265,'0'0'13471,"9"-11"-13109,6 3-358,0 0 0,1 1 0,0 1 0,0 0 0,1 1 0,-1 1 0,1 0-1,21-1 1,144 0 19,-134 5-14,-32-1-33,-8 1 19,0 0 0,0 0 0,-1 0 0,14 3 1,-20-2 4,1-1 0,0 0 1,-1 1-1,1 0 1,-1-1-1,1 1 0,-1 0 1,1 0-1,-1 0 1,1 0-1,-1 0 1,0 0-1,0 0 0,1 1 1,-1-1-1,0 0 1,0 1-1,0-1 0,0 1 1,-1-1-1,1 1 1,0-1-1,-1 1 1,1-1-1,-1 1 0,1 2 1,0 5 72,0-1 0,-1 1 0,0 0 0,0 0 0,-1 0 0,0 0 0,-1-1 1,0 1-1,0-1 0,-1 1 0,0-1 0,0 0 0,-1 0 0,0 0 0,-1 0 0,0-1 0,0 0 0,-11 13 1,-9 6 81,-2 0 1,0-2-1,-39 26 1,37-28-185,-26 18 47,18-14-26,-56 52 1,91-75 7,0 0-1,0-1 1,0 1 0,0 0 0,1 0 0,0 0-1,-1 0 1,0 5 0,1-7 9,1-1-1,0 1 1,-1 0 0,1 0 0,0-1-1,0 1 1,0 0 0,0-1-1,0 1 1,0 0 0,0 0 0,0-1-1,0 1 1,0 0 0,0 0 0,0-1-1,0 1 1,0 0 0,1-1-1,-1 1 1,0 0 0,1 0 0,-1-1-1,0 1 1,1-1 0,-1 1 0,1 0-1,-1-1 1,1 1 0,-1-1-1,1 1 1,0-1 0,-1 0 0,1 1-1,-1-1 1,1 1 0,0-1 0,-1 0-1,1 0 1,0 1 0,0-1-1,0 0 1,37 2 512,0-1-1,-1-3 1,1 0 0,-1-3-1,1-1 1,68-21 0,-34-5 204,-62 27-1255,-7-8-10106,-4 6 7879,1-5-2102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16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20 1473,'0'0'5477,"-1"-14"-2252,0 8 5075,-7 109-5802,1-35-1509,-15 134 1178,15-148-1904,5-35-202,0 0-1,-2 0 1,0 0-1,-1-1 1,-9 22-1,14-40-102,-11-7-5996,-2-17-2077,5 9 2341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17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2385,'0'0'5816,"21"-1"-4765,11 1-624,83-4 1203,-40-1 221,158-18 3069,-213 22-4051,-15 1-4785,1 0-4124,10 0 3304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18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335 11 384,'0'0'5432,"2"-3"-4082,6-4 1576,-10 17 3251,-7 10-832,3-8-6651,-41 48 2822,-61 61 0,56-65-1413,-53 72 1,103-124-110,0-1-1,0 1 1,0 1 0,0-1 0,1 0 0,0 0 0,0 1 0,0-1-1,0 0 1,1 1 0,-1-1 0,2 9 0,-1-12 4,1 0 0,-1 0 0,1 0 0,-1 0 0,1 0 0,0 0 0,0 0 0,-1 0 1,1 0-1,0 0 0,0 0 0,0 0 0,0 0 0,0-1 0,0 1 0,0-1 0,1 1 0,-1 0 0,0-1 1,0 0-1,0 1 0,1-1 0,-1 0 0,0 0 0,0 1 0,1-1 0,-1 0 0,2 0 0,45 2-3,-42-2 2,101 1-22,141-5-100,-193-2 140,45-2-2023,-144 6-9213,25-7 5312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18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1 5186,'0'0'10328,"-4"6"-9109,-6 11-336,1 0 1,0 1-1,2 0 1,0 0-1,-6 25 1,-20 107 2088,27-116-2550,4-23-260,-20 100 1101,-10 141 1,32-193-661,0-59-547,-12-1-13859,-5-2 8464,-15 3-4295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0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5298,'0'0'7585,"0"-4"-6379,2-11 639,-2 25-528,0 42 340,0-27-900,0 131 1069,0-132-5956,0-9-4528,0-41 2676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0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2081,'0'0'10325,"29"8"-10117,-25 15-64,-4 4-144,0 3-32,0 5-881,0 3-847,0 3-1154,-2-3-1024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1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3586,'0'0'6723,"15"-8"-5667,48-27 209,-61 34-1015,0-1 1,0 1-1,0 0 0,1 1 1,-1-1-1,0 0 0,1 1 1,-1-1-1,5 1 1,-6 0-175,0 0 0,-1 0-1,1 0 1,0 0 0,0 0 0,0 1 0,0-1 0,-1 0 0,1 1 0,0-1 0,0 0 0,-1 1 0,1-1 0,0 1 0,-1-1 0,1 1 0,0-1 0,0 2 0,1 1 52,-1 0-1,0 0 1,0 0 0,0 0 0,0 0 0,0 0 0,0 0 0,-1 0 0,1 6 0,1 5 408,2 1-226,11 35 133,-13-50-448,1 1 1,-1-1-1,1 0 1,-1 0 0,0 0-1,1 0 1,-1 0-1,1-1 1,-1 1-1,0-1 1,4 0-1,7-7-33,0 0 0,0-1 0,12-10 0,33-22-66,-53 38 92,-2 1 12,0 1 0,0-1 0,0 0 1,0 1-1,0 0 0,1 0 0,4-1 0,-7 2 12,0 0 1,0 0-1,0 0 0,0 0 0,0 1 0,0-1 0,0 0 0,0 1 1,0-1-1,0 1 0,0-1 0,-1 1 0,1-1 0,0 1 0,0-1 1,-1 1-1,1 0 0,0 0 0,-1-1 0,1 1 0,0 0 0,-1 0 1,1 0-1,-1-1 0,0 1 0,1 0 0,-1 0 0,0 0 1,1 0-1,-1 1 0,29 72 481,-17-60-2441,-3-9-5193,-3-4 1914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1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475 187 6307,'0'0'739,"0"-18"269,-6-57 1084,5 70-1862,1 1 0,-2 0 0,1 0 0,0 0-1,-1 0 1,0 0 0,0 0 0,0 0 0,0 0 0,0 1 0,-1-1 0,0 1 0,0 0-1,0 0 1,0 0 0,0 0 0,-1 0 0,1 1 0,-8-4 0,5 2-58,-1 1-1,0 1 1,0-1 0,0 1-1,0 0 1,-1 1 0,1 0-1,-1 0 1,-7 0 0,2 2-62,1 1 1,0 0-1,0 0 1,0 1-1,0 0 1,0 1-1,1 1 1,0 0-1,-1 0 1,2 1 0,-1 1-1,1-1 1,0 2-1,0-1 1,1 2-1,0-1 1,1 1-1,-1 0 1,2 1-1,-1 0 1,2 0-1,-1 1 1,1 0-1,1 0 1,-7 18-1,2 5 144,1 1 0,2 1 0,-4 68 1,9 111 546,3-119-509,13 318 546,-14-414-1257,-1 0 45,0 0-1,-1 0 1,1 0 0,0 0-1,0-1 1,-1 1-1,1 0 1,0-1-1,0 1 1,0-1-1,0 0 1,-1 1 0,1-1-1,0 0 1,0 0-1,-1 0 1,-2-5-907,1 0 0,0 1 0,0-1 0,0 0 0,-2-8 1,3 8 414,-10-25-4208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2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6147,'0'0'8308,"109"-29"-6339,-80 26-865,0 1-384,-4 2-399,-4 0-193,2 0 0,-8-2-128,-3 2 0,-1 0-673,-3 0-767,3 0-1522,-3 0-1232,-2 0-1280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2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5491,'0'0'12373,"0"90"-11092,0-61-225,0-2-592,0-6-367,0-2-65,0-7-32,0-5-401,10-7-4433,-1-19-720,-5-15-3074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2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10677,'0'0'5090,"0"101"-6290,12-89-1249,-1-3-1841,1-7-1681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2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1 6867,'0'0'10173,"-10"18"-8359,5-10-1633,-77 135 2370,-36 29-2743,109-159-2079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3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2721,'0'0'13991,"125"21"-12519,-100-3-287,-4 5-257,-2 0-415,-2 0-337,-3 2-112,-1 0-64,-1 3-385,-3-3-975,-3-2-1618,-4-2-1968,0-5-1729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3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1297,'0'0'15279,"20"-3"-13505,66-10-435,-84 13-1250,0-1 0,0 1 0,1 0-1,-1 0 1,1 0 0,-1 0 0,0 0 0,1 0 0,-1 1 0,0-1 0,1 1-1,-1 0 1,0-1 0,0 1 0,0 0 0,0 0 0,1 1 0,-1-1-1,-1 0 1,1 1 0,0-1 0,0 1 0,0-1 0,-1 1 0,1 0-1,-1 0 1,1 0 0,-1 0 0,0 0 0,1 3 0,1 2 148,-1 0 0,0 1 0,0 0 0,-1 0 0,0-1 0,0 13 0,0-11 53,-1-6-240,1 9 171,0 1 0,-1-1 0,-1 0 0,-2 13 0,3-22-216,-1 0-1,1 0 0,-1 0 1,0-1-1,0 1 0,0 0 0,0-1 1,-1 1-1,1-1 0,-1 1 1,0-1-1,1 0 0,-1 0 1,0 0-1,0 0 0,0 0 1,-1 0-1,1 0 0,0-1 1,-1 1-1,1-1 0,-1 1 0,-3 0 1,5-3-93,1 0 0,-1-1 1,1 1-1,0-1 1,0 1-1,-1 0 0,1-1 1,0 1-1,0-1 0,0 1 1,1-1-1,-1-1 1,2-7-2,0 0 0,1 0 0,0 1 0,0-1 1,1 1-1,0 0 0,1 0 0,0 0 1,1 0-1,6-7 0,4-4 9,0 0 0,37-32 0,-3 13 61,-46 36 39,0 0-1,0 1 1,0-1 0,1 1-1,-1 0 1,1 0 0,0 1-1,-1 0 1,1-1 0,8 0-1,-12 3 22,0-1 0,0 0 0,0 0 0,0 1 0,0-1 0,-1 0 0,1 1 0,0-1 0,0 1 0,0-1 0,-1 1 0,1 0 0,0-1 0,-1 1 0,1 0 0,0-1 0,-1 1 0,1 0 0,-1 0 0,1-1 0,-1 1 0,1 0 0,-1 0 1,1 1-2,7 27 565,-6-20-314,1 0-424,0 2 517,1 1 1,0-1-1,1 1 0,9 15 1,-12-24-547,0 0 0,0 0 0,0-1 0,1 1 0,0-1 0,-1 1 0,1-1 0,4 3 0,-5-4-458,1 1 1,0-1 0,0 0-1,0 0 1,0 0-1,0 0 1,0 0 0,1-1-1,-1 0 1,5 1-1,12-1-5169,3 0-1718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4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19 7203,'0'0'12126,"-8"8"-11299,-23 24 21,29-28-760,0 1 0,0-1 0,0 0 1,1 0-1,0 1 0,0-1 0,0 1 0,0-1 0,1 1 0,0 0 0,0-1 0,0 1 0,0-1 0,2 8 0,0 8 157,-2-17-221,0 1-1,1-1 0,-1 0 0,1 1 0,0-1 1,0 0-1,0 0 0,1 0 0,-1 1 1,1-1-1,-1-1 0,1 1 0,0 0 0,1 0 1,-1-1-1,0 1 0,1-1 0,-1 1 1,1-1-1,0 0 0,-1 0 0,1-1 0,0 1 1,0 0-1,0-1 0,1 0 0,-1 0 1,7 2-1,-6-2-12,-1 0 0,1 0 0,0-1 0,0 1 1,0-1-1,1 0 0,-1 0 0,0-1 0,0 1 0,0-1 1,0 0-1,-1 0 0,1 0 0,0 0 0,0-1 0,0 1 1,-1-1-1,1 0 0,-1 0 0,0 0 0,1-1 0,-1 1 0,0-1 1,5-5-1,-5 2 1,1 0 0,-1 1 0,0-1 0,0 0 0,0-1 0,-1 1 0,0 0 0,-1-1 0,1 0 0,-1 1 0,0-1 0,-1 0 0,1 1 0,-1-1 0,-1 0 0,1 1 0,-3-8 0,3 10-136,-1 0 0,0 0 0,-1 1 0,1-1 0,-1 0 0,1 1 0,-1-1 1,0 1-1,0 0 0,-1 0 0,1-1 0,-1 1 0,0 1 0,1-1 1,-1 0-1,0 1 0,-1-1 0,1 1 0,0 0 0,-1 0 0,1 0 0,-1 1 1,1-1-1,-1 1 0,0 0 0,0 0 0,0 0 0,1 1 0,-8-1 0,-20 0-5182,19 1-958,7 0-299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4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3490,'0'0'13163,"-2"20"-10500,0-4-2145,-6 118 2576,6-41-1101,5 107-558,6-155-1958,-1-27-3204,-20-34-13145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5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 9236,'0'0'1889,"19"-4"-358,-7 2-1099,23-4 1250,0 1 0,35 0 0,-46 5-1136,136-7 2226,-135 4-2339,-1 0-1,1-2 0,-1-1 0,32-11 0,-70 18 1414,11-1-1827,-1 0-1,0 1 0,0-1 1,0 1-1,1 0 1,-1 0-1,-4 1 0,0 2 82,1 1-1,-1 0 1,1 0-1,0 0 1,0 1-1,0 0 0,1 0 1,0 1-1,0 0 1,-9 14-1,12-16-77,0 1 0,0-1 0,0 1 0,1 0 1,0-1-1,0 1 0,1 0 0,-1 0 0,1 0 0,1 0 0,-1 0 0,1 1 0,0-1 0,0 0 0,1 0 1,0 0-1,1 6 0,0-9-29,0 0-1,0 0 1,-1 0 0,2 0 0,-1 0 0,0-1 0,0 1-1,1-1 1,0 0 0,-1 1 0,1-1 0,0 0 0,0-1-1,0 1 1,0-1 0,0 1 0,1-1 0,-1 0 0,0 0 0,4 1-1,-2-1-19,0 0 0,0 0 0,0 0 0,0 0-1,0-1 1,0 0 0,0 0 0,0 0 0,0-1 0,0 1-1,0-1 1,0 0 0,8-3 0,-8 0 12,0 0 1,0 0-1,0-1 0,-1 1 1,1-1-1,-1 0 1,0 0-1,-1 0 0,1-1 1,-1 1-1,0-1 1,0 0-1,2-9 0,6-6 380,-11 20-45,0 8-458,0 0-1,1 1 1,0-1-1,0 0 1,0 0-1,1 0 1,0 0-1,0 0 1,1-1-1,0 1 1,0-1-1,7 10 1,-7-12-260,1 0 1,-1 0 0,1 0 0,0 0-1,1-1 1,-1 1 0,1-1 0,-1 0-1,1-1 1,0 1 0,0-1 0,0 0-1,0 0 1,1 0 0,-1-1 0,0 0 0,7 1-1,29-1-5466,1-1-926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5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5955,'0'0'7537,"-8"25"-4803,-1 2-1653,1-6-234,2 1 0,0-1 0,1 1 0,1 0 0,0 25 0,-8 204 3672,4-73-5802,4-157-1571,3-20 2403,1 0 1,-1-1-1,0 1 0,0 0 0,1-1 0,-1 1 1,0-1-1,0 0 0,1 1 0,-1-1 1,0 1-1,0-1 0,0 0 0,0 0 0,0 0 1,0 1-1,0-1 0,1 0 0,-1 0 0,0 0 1,-1 0-1,-14 0-6752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5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6835,'0'0'8204,"21"-2"-5347,133-13-90,-64 5-1460,-51 4-510,1 3 0,77 2-1,-116 1-736,0 0 0,0 1-1,-1-1 1,1 1-1,0-1 1,-1 1 0,1-1-1,0 1 1,-1-1-1,1 1 1,-1 0-1,1-1 1,-1 1 0,1 0-1,-1 0 1,1-1-1,-1 1 1,0 0-1,1 0 1,-1 0 0,0-1-1,0 1 1,0 0-1,0 0 1,0 0-1,0 0 1,0-1 0,0 2-1,0 32 1076,0-24-756,0 114 728,-9-131-6651,-3-36-4989,8 11 2511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5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8148,'0'0'7251,"17"33"-10340,-15-12-865,0-4-1729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6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111 135 8756,'0'0'12419,"-18"16"-11032,-54 55-698,70-70-651,0 1 0,0 0 0,0 1 0,1-1 0,-1 0 0,1 0 0,0 1 0,-1-1 1,1 1-1,0-1 0,0 1 0,1-1 0,-1 1 0,1 0 0,-1-1 0,1 1 0,0 0 1,0 0-1,0-1 0,0 1 0,1 3 0,0 6 148,-1-9-165,0 0 0,0 0-1,1 0 1,0 0 0,-1-1 0,1 1-1,0 0 1,0 0 0,0 0 0,1-1-1,-1 1 1,1-1 0,0 1 0,-1-1-1,1 0 1,0 1 0,0-1 0,0 0-1,1 0 1,-1 0 0,0-1 0,1 1-1,-1-1 1,1 1 0,0-1 0,0 0-1,-1 0 1,1 0 0,0 0 0,5 1-1,-3-1-8,0 0-1,0-1 1,1 1-1,-1-1 1,0 0-1,1 0 0,-1-1 1,0 0-1,0 1 1,0-2-1,0 1 1,1-1-1,-2 1 1,1-1-1,0-1 0,8-4 1,-7 2-13,0-1 1,0 1-1,0-1 0,-1-1 1,0 1-1,0-1 1,0 0-1,-1 0 0,0 0 1,-1 0-1,0-1 1,0 1-1,0-1 0,2-13 1,-2 3-90,-1 0 0,0 0 1,-2 0-1,0 0 1,-4-30-1,4 44 30,-1 0 0,0 0 0,0 0 0,-1 0 0,1-1 0,-1 2-1,0-1 1,0 0 0,0 0 0,-1 1 0,1-1 0,-1 1 0,0-1 0,0 1 0,0 0 0,0 0 0,-1 1 0,1-1 0,-1 1 0,1-1 0,-1 1-1,0 0 1,0 1 0,-4-2 0,2 1-438,1 0 0,-1 1 0,1 0 0,-1 0 0,1 1 0,-1 0 0,0 0 0,1 0 0,-1 0 0,0 1 0,-8 2 0,-2 7-4350,6 5-1549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26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7411,'0'0'4210,"19"4"-763,58 14-568,-72-16-2670,-1-1 1,0 1 0,0 0-1,0 0 1,0 0-1,0 1 1,0-1-1,0 1 1,-1 0-1,0 0 1,1 0 0,-1 1-1,0-1 1,-1 1-1,1-1 1,-1 1-1,1 0 1,-1 0-1,0 0 1,2 8 0,-1 0 244,0-1 0,-1 1 0,0 0 0,-1 0 1,-1 18-1,0-19-187,1-9-216,-1 0 0,0 0 1,0 1-1,0-1 0,0 0 1,0 0-1,-1 1 0,1-1 1,-1 0-1,1 0 0,-1 0 1,0 1-1,0-1 0,0 0 0,0 0 1,0 0-1,0-1 0,0 1 1,-1 0-1,-1 2 0,2-4-160,2-2-547,4-5 516,0 0 0,0 1 0,0-1 0,1 1 0,0 0 0,0 0 0,0 1 0,1 0 0,0 0 0,8-4 1,7-3 77,48-21 1,-65 31 202,0 0 0,0 1-1,1-1 1,-1 1 0,0 0 0,10 0 0,-13 1-52,-1 0 0,1 0 0,-1 0 0,0 1 0,1-1 0,-1 0 0,0 1 0,1-1 0,-1 1 0,0-1 0,0 1 0,1-1 0,-1 1 0,0 0-1,0 0 1,0-1 0,0 1 0,0 0 0,0 0 0,0 0 0,0 0 0,0 1 0,-1-1 0,1 0 0,0 0 0,-1 0 0,1 1 0,-1-1 0,2 2 0,2 21 386,0-1 0,-1 1 1,-1-1-1,-1 1 0,-3 30 1,2-51-618,0-1 1,-1 1 0,1-1-1,-1 1 1,0-1 0,0 1 0,0-1-1,0 1 1,0-1 0,0 0-1,0 0 1,-1 0 0,1 0 0,-1 0-1,0 0 1,0 0 0,1 0 0,-1 0-1,0-1 1,-5 3 0,1 0-1444,0-1 1,-1 0 0,0-1-1,1 1 1,-1-1 0,-11 1 0,-14 3-7493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3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0 239 288,'0'0'7382,"4"2"-5693,0 0-1240,-1 1 0,0-1 0,0 0-1,0 1 1,-1 0 0,1-1 0,-1 1 0,0 0 0,1 1 0,-1-1 0,0 0-1,-1 0 1,1 1 0,-1-1 0,1 1 0,-1 0 0,0-1 0,0 1 0,0 7-1,4 22 757,-1 0 0,-1 0 0,-3 52 0,1 19-769,5-43-366,0 29 10,-6-90-152,0-22-729,1-342-1517,0 340 2222,0 1 1,2-1 0,1 1-1,1 0 1,14-40 0,-14 49 67,0 2 0,1-1 0,1 0 0,0 1 1,1 0-1,0 1 0,1 0 0,0 0 1,0 1-1,22-18 0,-22 23 23,-1 0 1,1 1-1,-1 0 1,1 0-1,0 1 1,0 0-1,1 1 0,-1 0 1,1 0-1,-1 1 1,1 1-1,-1-1 1,11 2-1,-18-1 7,1 0-1,-1 0 1,0 1 0,1-1-1,-1 1 1,0-1-1,0 1 1,0 0 0,1 0-1,-1 0 1,0 0 0,0 0-1,0 0 1,-1 1-1,1-1 1,0 1 0,0-1-1,2 4 1,-1-1 7,0 1 0,0-1 0,0 1 0,-1 0-1,0 0 1,0 0 0,3 9 0,-2 2 17,0-1 0,-1 0 0,0 1 0,-2 28 0,0-41-13,-1-1 0,0 1 1,0 0-1,0-1 0,0 1 0,0-1 0,0 1 1,-1-1-1,1 0 0,-1 0 0,1 1 0,-1-1 0,0 0 1,0 0-1,0-1 0,0 1 0,0 0 0,-1-1 0,1 1 1,0-1-1,-1 0 0,1 0 0,-1 0 0,-3 1 1,-10 4 62,0-1 0,-30 5 0,30-7-87,-26 4-80,15-2 467,-50 14-1,70-17-312,0 1 0,1 0 0,-1 0 0,1 0 0,0 1 0,0 0 0,0 0 0,0 0-1,1 1 1,0 0 0,0 0 0,-6 8 0,7-8-62,-4 11 285,8-15-270,0 0 0,0-1 0,0 1 0,0 0 0,0-1 0,1 1 1,-1 0-1,0-1 0,1 1 0,-1 0 0,0-1 0,1 1 1,-1-1-1,1 1 0,-1 0 0,1-1 0,-1 1 0,1-1 1,-1 1-1,1-1 0,0 0 0,-1 1 0,1-1 0,-1 0 1,1 1-1,0-1 0,0 0 0,30 13 568,-1-2 0,1-1 0,1-1 1,40 5-1,-35-8-507,-2 2-1,1 1 1,41 18 0,-72-25 1142,2 1-4451,-7-3 2888,0 0-1,1 0 1,-1 0 0,1 0-1,-1 0 1,0 0 0,1 0-1,-1 0 1,1 0-1,-1 0 1,0 0 0,1 0-1,-1 0 1,1 0 0,-1 0-1,0 0 1,1 0-1,-1-1 1,1 1 0,-1 0-1,0 0 1,1-1 0,-1 1-1,0 0 1,0 0-1,1-1 1,-1 1 0,0 0-1,1-1 1,-1 1 0,0 0-1,0-1 1,0 1 0,0-1-1,1 1 1,-1 0-1,0-1 1,0 1 0,0-1-1,0 1 1,0 0 0,0-2-1,4-16-6154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3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 8292,'0'0'7849,"-4"26"-5691,-1 8-1572,0-1 68,1 0 0,1 51 0,-8 173 3396,4-130-6109,4-1-10182,3-129 6878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3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0 145 3185,'0'0'5624,"22"-19"-3209,74-63-478,-90 77-1666,-1 1 0,1 0 0,0 0 0,1 0 1,-1 1-1,1 0 0,-1 0 0,1 1 0,0-1 1,0 1-1,0 1 0,0 0 0,1 0 0,13 0 0,-5 0 387,-14 0-557,0 1 0,0 0 0,1 0 0,-1-1 0,0 1 0,0 0 1,0 1-1,1-1 0,-1 0 0,0 1 0,0-1 0,0 1 1,0 0-1,0-1 0,0 1 0,0 0 0,0 0 0,0 0 1,0 1-1,-1-1 0,4 3 0,-3 0 24,-1 0 0,1 0 0,-1 0-1,0 0 1,0 0 0,0 0 0,0 0 0,-1 0 0,0 1 0,0 6 0,1 4 77,-1 0 1,-1 0-1,0 0 1,-1 0-1,0 0 1,-6 18-1,5-27-161,1 0 0,-1 0-1,-1 0 1,1 0 0,-1-1 0,0 1-1,0-1 1,0 0 0,-1 0 0,1 0-1,-1-1 1,-1 0 0,1 0 0,0 0-1,-1-1 1,-10 6 0,2-4-25,-1 0-1,0-1 1,1 0 0,-1-1-1,0-1 1,-1 0 0,1-1-1,-19-2 1,32 1-59,0 0 0,0-1-1,0 1 1,0 0 0,0-1 0,0 0-1,0 0 1,0 0 0,0 1 0,1-2 0,-1 1-1,0 0 1,0 0 0,1 0 0,-1-1-1,1 1 1,0-1 0,-2-1 0,2 2-120,1 0 0,-1 0 0,1 1 0,-1-1 0,1 0 0,-1 0 0,1 0 0,0 0 0,-1 0 0,1 0 0,0 0 0,0 1 0,0-1 0,0 0 0,-1 0 0,1 0 1,1 0-1,-1 0 0,0 0 0,0 0 0,0 0 0,0 0 0,1 0 0,-1 0 0,0 0 0,1 0 0,-1 0 0,1 1 0,-1-1 0,1 0 0,-1 0 0,1 1 0,0-1 1,-1 0-1,1 0 0,0 1 0,0-1 0,-1 1 0,3-2 0,17-7-4317,5-1-1530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4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1 5475,'0'0'8091,"18"8"-6004,-4-3-1626,-7-3-257,0 0 0,0 1 0,0 0 0,-1 0 1,1 1-1,-1 0 0,0 0 0,0 1 0,0-1 1,0 1-1,-1 0 0,0 1 0,0-1 0,0 1 1,-1 0-1,5 8 0,6 18 710,-2 1-1,-1 0 1,-1 0-1,-2 1 1,7 51 0,-8-18-70,-3 127 1,-6-170-813,-1 0 0,-1-1 0,-1 1 0,-1-1 0,-1 0 0,-1-1 0,-1 1 0,-1-1 0,-1-1 0,-1 0 0,-19 28 0,19-34-265,-1 0 0,-1 0 0,0-2 0,-1 1 0,0-2 0,-20 14-1,20-17-493,-1 0 0,0-1 0,-1 0 0,0-2 0,0 0 0,0 0 0,-25 3 0,-23-1-3833,-2-6-1784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4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0 4594,'0'0'6208,"-18"26"-4570,-113 172 553,111-168-1701,3 1 0,0 0 0,2 2 0,1-1 1,2 2-1,1 0 0,1 0 0,2 1 0,2 0 0,-3 57 0,7-65-19,2-1 0,1 1-1,1-1 1,2 1-1,0-1 1,2 0-1,13 38 1,-7-33 58,2-1 0,1-1-1,1-1 1,1 0 0,24 28 0,-32-45-511,0 0 1,1-1 0,1 0-1,-1-1 1,2 0 0,-1-1-1,1 0 1,0-1-1,1 0 1,0-1 0,0-1-1,0 0 1,1 0 0,17 3-1,-22-7-793,11 2-1990,-11 3-2542,-7 1-2040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0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82 383 5410,'0'0'9954,"3"-3"-8513,-3 2-1408,0 1 0,1 0 1,-1-1-1,0 1 0,0 0 0,0-1 0,1 1 0,-1 0 1,0-1-1,0 1 0,1 0 0,-1 0 0,0-1 0,1 1 1,-1 0-1,0 0 0,1 0 0,-1 0 0,0-1 0,1 1 1,-1 0-1,0 0 0,1 0 0,-1 0 0,1 0 0,-1 0 1,0 0-1,1 0 0,-1 0 0,1 0 0,-1 0 0,0 0 1,1 0-1,-1 0 0,0 0 0,1 1 0,-1-1 1,1 0-1,-1 0 0,0 0 0,1 0 0,-1 1 0,0-1 1,0 0-1,1 0 0,-1 1 0,0-1 0,0 0 0,1 1 1,-1-1-1,0 0 0,0 1 0,0-1 0,1 1 0,0 30 1598,-1-12-1145,1 65 1050,1-28-1276,-3 1 0,-1-1 1,-13 69-1,13-120-408,1 1-1,0-1 1,-1 0 0,0 1 0,-3 5 0,4-10 44,1 0 1,-1 0-1,1-1 0,-1 1 1,0 0-1,1 0 0,-1 0 1,0 0-1,0-1 1,0 1-1,0 0 0,1-1 1,-1 1-1,0-1 0,0 1 1,0-1-1,0 1 0,0-1 1,0 0-1,0 1 0,-1-1 1,1 0-1,0 0 0,0 0 1,0 0-1,0 0 1,0 0-1,0 0 0,0 0 1,0 0-1,0-1 0,0 1 1,-2-1-1,2 0 22,-1 0-1,1 0 1,0 0-1,0 0 1,-1 0 0,1 0-1,0 0 1,0 0-1,0-1 1,1 1 0,-1 0-1,0-1 1,0 1-1,1-1 1,-1 1-1,1-1 1,-1-1 0,-7-32-250,6 25 181,-4-20 41,2-1 1,1 0 0,1 0-1,2 0 1,1 0-1,2 1 1,1-1-1,1 0 1,1 1 0,17-46-1,-9 39-67,1 1-1,2 1 1,2 1 0,1 0-1,1 1 1,2 2 0,53-58-1,-69 82 211,-1 0-1,1 1 1,1-1 0,-1 1-1,1 1 1,0 0-1,0 0 1,1 0-1,0 1 1,0 0 0,0 1-1,0 0 1,0 0-1,0 1 1,1 0-1,-1 1 1,1 0 0,12 0-1,-20 2 8,0-1-1,0 1 1,0 0-1,0-1 0,0 1 1,-1 0-1,1 0 1,0 0-1,0 1 1,-1-1-1,1 0 1,0 1-1,-1-1 1,1 1-1,-1-1 1,0 1-1,1 0 0,-1 0 1,0-1-1,0 1 1,0 0-1,-1 0 1,1 0-1,0 0 1,-1 0-1,1 0 1,-1 0-1,1 3 1,1 10 190,1 0 1,-1 27 0,-2-39-206,0-1-13,1 18 89,-1-1-1,-1 1 0,-4 23 0,3-36-77,1-1-1,-1 0 1,0 0-1,0-1 1,-1 1-1,0 0 0,0-1 1,0 1-1,-1-1 1,0 0-1,0 0 1,0-1-1,0 1 1,-7 4-1,1-2 74,-1 0 0,0 0 0,-1-1 0,1-1 0,-1 0-1,0-1 1,-1 0 0,-23 4 0,-39 14 263,74-21-317,-1 0 0,1 0 0,0 0-1,1 0 1,-1 0 0,0 0 0,0 1 0,0-1 0,1 0 0,-1 0-1,0 1 1,1-1 0,-1 0 0,1 1 0,0-1 0,-1 0 0,1 1-1,0-1 1,0 1 0,0 1 0,-1 39 922,2-26-497,-2-6-366,1-1-1,0 1 1,1 0-1,0-1 1,1 1-1,-1 0 1,2-1-1,4 13 1,-3-15-36,-1 0 1,1 0 0,1-1-1,-1 0 1,1 0-1,0 0 1,1 0-1,-1-1 1,1 0 0,0 0-1,8 5 1,-1-2 90,0-1 1,0 0-1,0 0 0,1-2 1,0 1-1,0-2 0,1 0 1,-1 0-1,1-2 1,0 0-1,-1 0 0,19-2 1,-17 4 980,-9-2-3846,-3-2-2237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0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0 8580,'0'0'4434,"0"128"-576,-13-66-1057,3 3-864,-1 0-608,1-4-305,0-9-432,3-2-448,3-14-112,0-5-32,4-8-80,0-6-592,0-7-385,0-8-863,0-12-12231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0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1 174 6195,'0'0'2948,"12"-19"-899,41-61 533,-48 74-2183,0 0-1,1 1 0,-1-1 0,1 1 1,0 0-1,0 0 0,1 1 0,-1 0 1,1 0-1,0 1 0,0-1 0,14-3 1,-6 4 127,0 0 1,0 1 0,0 0 0,24 1 0,-36 1-465,1 0-1,-1 1 1,0-1 0,0 1 0,0-1-1,0 1 1,0 0 0,0 0 0,-1 0-1,1 1 1,0-1 0,0 1 0,-1-1-1,1 1 1,-1 0 0,0 0 0,1 0-1,-1 0 1,0 0 0,0 1 0,0-1-1,0 1 1,-1-1 0,1 1-1,-1 0 1,1-1 0,-1 1 0,0 0-1,0 0 1,0 0 0,0 4 0,2 10 120,-1 1 0,0 0 1,-1 0-1,-2 23 0,0-14-113,2-20-51,-2 0 1,1 0-1,-1 0 0,0-1 1,-1 1-1,1 0 0,-1-1 1,0 1-1,-1-1 1,0 0-1,0 0 0,0 0 1,-1 0-1,0 0 0,0-1 1,0 0-1,-1 1 0,0-2 1,0 1-1,0 0 0,0-1 1,-1 0-1,-10 6 1,1-4 7,1 1 1,-1-2 0,0 0 0,0-1 0,0 0 0,0-2 0,-1 1 0,1-2 0,-22 0 0,27-1-369,5 0 365,1 0-1,0 0 0,-1 0 1,1 0-1,-1-1 0,-6-1 1,10 1-210,0 0 0,0 1 1,0-1-1,0 1 1,0-1-1,0 0 0,0 0 1,0 0-1,0 0 0,0 1 1,0-1-1,1 0 0,-1 0 1,0-1-1,1 1 1,-1 0-1,0 0 0,1 0 1,0 0-1,-1 0 0,1-1 1,0 1-1,0 0 1,-1 0-1,1-1 0,0 1 1,0 0-1,1-2 0,5 1-6787,4 2 1001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6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1 172 464,'0'0'1259,"8"-19"-914,40-85 1293,-47 102-1329,0 0 0,1 0 0,-1 0 0,0 0 0,0 1 0,1-1 0,-1 0 0,1 1 0,0-1 0,0 1-1,-1 0 1,1-1 0,0 1 0,0 0 0,0 0 0,0 0 0,0 0 0,0 1 0,0-1 0,1 0 0,-1 1 0,0 0 0,0-1 0,0 1 0,1 0 0,2 1 0,-4 0-101,0 0-1,0 0 0,0 1 1,0-1-1,0 1 1,0-1-1,-1 1 1,1-1-1,0 1 0,-1-1 1,1 1-1,-1 0 1,0-1-1,1 1 1,-1 0-1,0-1 0,0 1 1,-1 3-1,2 1 318,3 30 879,-2 46-1,-2-82-1400,8-7-494,11-15 376,2 0 0,0 2 0,2 0 1,0 1-1,1 2 0,37-22 1,-59 38 119,0 0-1,0 0 1,0 0 0,0 0 0,0 0 0,0 0 0,0 0 0,1 1 0,-1-1 0,0 1 0,0-1 0,1 1 0,-1 0 0,4 0 0,-5 1 18,0-1 0,0 1 0,0-1 0,0 1 0,0-1 0,0 1 0,0 0 0,0 0 0,0 0 0,0-1 0,0 1 0,0 0 0,0 0 0,-1 0 0,1 0 0,0 0 0,-1 1 0,1-1 1,-1 0-1,0 0 0,1 0 0,-1 0 0,0 1 0,1-1 0,-1 0 0,0 2 0,4 28 291,-4-23-293,1 1 0,0 0 0,0-1 0,1 1 0,0-1 1,1 0-1,-1 0 0,5 8 0,-5-14-204,-1-1-1,0 0 1,1 1 0,-1-1-1,1 0 1,-1 0 0,1 0-1,-1 0 1,1 0 0,0 0-1,0-1 1,-1 1 0,1 0-1,0-1 1,0 0-1,0 1 1,0-1 0,-1 0-1,1 0 1,0 0 0,0 0-1,0 0 1,0 0 0,0-1-1,0 1 1,-1-1 0,1 1-1,2-2 1,4 0-952,0-1 0,0 0 0,-1-1 0,13-7 0,21-16-3453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7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82 101 5346,'0'0'10923,"-10"12"-9883,-29 43-399,37-53-626,1 0 0,-1 1 0,1-1 0,0 1 0,0-1 0,0 1 0,0 0 1,0-1-1,1 1 0,-1 0 0,1 0 0,0-1 0,0 1 0,0 0 0,0 0 1,0 0-1,1-1 0,0 6 0,0-7-14,0 1-1,0-1 0,-1 1 1,1-1-1,1 1 1,-1-1-1,0 0 1,0 1-1,0-1 1,1 0-1,-1 0 1,1 0-1,-1 0 1,1 0-1,-1 0 1,1 0-1,-1-1 1,1 1-1,0-1 1,-1 1-1,1-1 1,3 1-1,4 0 29,0 0 0,0 0 0,0-1 0,0 0 0,0 0 1,0-1-1,15-3 0,-22 3-17,1 0 0,-1 0 0,1 0 1,-1 0-1,0-1 0,1 1 1,-1-1-1,0 1 0,0-1 1,0 0-1,0 1 0,0-1 1,0 0-1,-1-1 0,1 1 0,-1 0 1,1 0-1,-1-1 0,0 1 1,0-1-1,0 1 0,0-1 1,0 1-1,-1-1 0,1 1 0,-1-1 1,0 0-1,1 1 0,-1-1 1,-1-3-1,2-6 207,-2 0 0,1 0 0,-6-22 0,5 29-184,-1-1 0,0 1 0,-1 0-1,1 0 1,-1 0 0,0 0 0,0 1 0,0-1 0,-1 1-1,-6-7 1,6 7-85,1-1-1,-2 1 1,1 1-1,0-1 0,-1 1 1,0-1-1,1 1 1,-1 0-1,-1 1 1,1-1-1,0 1 0,-1 0 1,1 1-1,-1-1 1,1 1-1,-1 0 1,0 0-1,1 1 1,-1 0-1,-8 0 0,12 0-96,1 1 0,0-1 0,-1 0-1,1 1 1,0-1 0,-1 1 0,1-1-1,0 1 1,-1 0 0,1-1-1,0 1 1,0 0 0,0 0 0,0 0-1,0 0 1,0 0 0,0 0 0,-1 1-1,-5 17-5025,6-4-200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7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1 6275,'0'0'11781,"10"115"-10580,-10-51-65,0 5-303,0 0-289,0-10-176,0-3-176,0-14-160,-2-4-32,-6-9-160,-3-8-944,1-9-881,-9-1-1937,0-11-2481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8.0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5330,'0'0'4245,"26"-8"-2425,87-27 674,-92 30-2095,0 0-1,0 2 1,0 0 0,25 1 0,1-1-24,26-2 167,-84 18 495,-39 27-48,-7 5-211,53-41-760,-1 1-1,1 0 1,0 0-1,0 0 1,1 0-1,0 0 1,-1 1 0,2-1-1,-3 7 1,4-11-26,1 0 0,-1 0 1,1 0-1,0 0 0,-1-1 0,1 1 1,0 0-1,0 0 0,0 0 1,0 0-1,0 0 0,0 0 0,0 0 1,0 0-1,0-1 0,0 1 1,0 0-1,1 0 0,-1 0 0,0 0 1,1 0-1,-1-1 0,0 1 1,1 0-1,-1 0 0,1 0 0,0-1 1,0 2-1,0-2-24,1 1 0,-1 0 0,1-1-1,-1 1 1,1-1 0,0 1 0,-1-1 0,1 0 0,-1 0 0,1 0 0,0 0-1,-1 0 1,1 0 0,2-1 0,4 0-84,0-1 0,-1 0-1,1 0 1,0-1 0,11-6-1,-2 0 118,-7 4 3,0-1-1,0 0 1,0 0-1,0-1 1,-1-1-1,0 1 0,-1-1 1,9-11-1,-17 19 12,0-1 0,0 1 0,0 0 0,1-1 0,-1 1-1,0-1 1,0 1 0,0-1 0,1 1 0,-1 0-1,0-1 1,0 1 0,1 0 0,-1-1 0,0 1-1,1 0 1,-1-1 0,0 1 0,1 0 0,-1 0 0,0-1-1,1 1 1,-1 0 0,1 0 0,-1 0 0,1-1-1,-1 1 1,0 0 0,1 0 0,-1 0 0,1 0 0,-1 0-1,1 0 1,-1 0 0,1 0 0,-1 0 0,1 0-1,-1 0 1,0 0 0,1 0 0,-1 1 0,1-1 0,-1 0-1,1 0 1,-1 0 0,0 1 0,1-1 0,-1 0-1,0 1 1,1-1 0,-1 0 0,0 0 0,1 1-1,-1-1 1,0 1 0,0-1 0,1 0 0,-1 1 0,0-1-1,0 1 1,0-1 0,1 1 0,9 35 26,-7-24 17,1 4-138,1 0-1,1 0 1,1 0 0,0-1 0,1 0-1,10 15 1,-15-26-245,0 0 0,1 0 1,-1 0-1,1-1 0,0 0 1,0 1-1,0-1 0,0-1 0,0 1 1,9 3-1,-9-4-227,0-1 0,0 0-1,0 0 1,0-1 0,0 1 0,0-1 0,0 0 0,1 0-1,-1-1 1,0 1 0,0-1 0,0 0 0,0 0 0,0 0-1,5-2 1,27-20-5024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8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 2049,'0'0'15751,"-8"156"-13686,8-87-672,0 0-209,0 0-127,0-2-513,0-6-384,0-5-112,-9-12-48,-3-10-80,-1-9-864,-6-11-1185,1-7-1137,-12-7-3585,-3 0-2833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8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 9076,'0'0'1726,"23"-8"-378,3-3-479,-12 5-205,1 0-1,0 1 1,1 0-1,-1 1 1,1 1 0,30-2-1,93 4 1431,-135 1-2040,0 0-1,-1 1 0,1-1 0,0 1 0,-1-1 1,1 1-1,0 0 0,-1 1 0,1-1 1,-1 1-1,0-1 0,1 1 0,-1 0 0,0 0 1,0 0-1,0 1 0,0-1 0,-1 1 0,1 0 1,-1-1-1,1 1 0,-1 0 0,4 7 1,-3-1 190,0-1 1,0 1-1,-1 1 1,0-1 0,-1 0-1,0 0 1,0 1 0,-1 11-1,1 10 414,0 26 30,-1-53-662,0 1 0,-1-1 0,1 0 0,-1 0 0,0 0 0,0 0 0,-1 0 0,1 0 0,-4 7 0,4-10-215,1-6-6428,0-6 3296,0-15-2943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8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7700,'0'0'3377,"36"132"-3825,-15-95-1841,-2 1-1457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39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87 177 3778,'0'0'16431,"-14"21"-15353,-43 67-518,55-85-532,0-1 0,1 1 0,-1 0 0,1-1 0,0 1 0,-1 0 0,1 0 0,0 0 0,1 0-1,-1 0 1,1 0 0,-1 0 0,1 0 0,0 1 0,0-1 0,0 0 0,1 0 0,-1 0 0,1 3 0,0-4-17,0 0-1,1-1 1,-1 1 0,0 0 0,1-1 0,-1 1 0,1-1 0,-1 0 0,1 1 0,0-1 0,-1 0 0,1 0-1,0 0 1,0 0 0,0-1 0,0 1 0,0 0 0,0-1 0,0 1 0,3-1 0,3 1 9,0 0 1,0-1 0,0 0-1,0 0 1,-1-1-1,1 0 1,0-1-1,0 1 1,-1-1 0,15-6-1,-16 4-32,-1-1-1,1 1 1,-1-1-1,0 0 1,0 0-1,0-1 1,-1 1-1,0-1 1,0 0-1,0 0 1,-1 0-1,0-1 1,0 1-1,-1-1 1,1 0-1,0-8 1,0 2-147,0 0 1,-2 0 0,1 0 0,-2 0 0,0 0-1,0-1 1,-5-24 0,3 32 30,0 0 0,0 0-1,0 1 1,-1-1 0,0 1 0,0 0 0,0 0-1,-1 0 1,1 0 0,-1 0 0,-1 1 0,1-1-1,-8-5 1,2 3-475,1 0 0,-1 1 0,-1 0 0,1 0 0,-1 1 0,-11-3 0,29 8-1166,3-1 1720,0 1 1,0 1-1,15 2 0,-16 0 98,0 1-1,0 0 0,-1 1 0,1-1 0,-1 2 0,0-1 0,-1 1 0,1 0 1,7 9-1,57 67 713,-70-80-734,3 3 105,0 1 0,-1-1 0,0 1 0,0 0 0,-1 1 0,1-1 0,-1 1 0,-1-1 0,1 1 0,-1 0 0,0 0 0,-1 0 0,1 0 0,-2 0 0,1 0 0,-1 1 0,0-1 0,0 0 0,-1 0 0,0 0 0,0 0 0,-1 0 0,0 0 0,0 0 0,0 0-1,-1-1 1,-4 8 0,14-17-566,43-37 232,-16 12 181,0 2 0,43-24 0,-55 36 92,-17 11 85,0-1 0,0 1 0,0 0 0,1 0-1,-1 0 1,1 1 0,-1 0 0,1 0 0,0 1-1,6-2 1,-10 7 121,-1-1 1,1 0-1,-1 1 0,0-1 0,0 1 1,0-1-1,0 5 0,0-5-104,4 25 42,12 47 761,-15-69-1326,0-1 0,0 0-1,0 1 1,1-1 0,0 0 0,0 0 0,0-1 0,1 1 0,0 0 0,7 6 0,1-5-4266,1-5-3006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5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82 656,'0'0'9495,"9"-13"-7224,30-41-217,-29 40 2188,-11 20-3975,0 1 1,0-1-1,0 0 0,-1 0 1,0 0-1,-1 0 1,1 0-1,-1 0 0,0-1 1,0 1-1,-1-1 0,0 0 1,-4 5-1,-9 14 349,-95 129 749,-33 54-1097,121-161-289,23-43 3,-1 1-1,1-1 0,0 0 0,0 1 1,1-1-1,-1 1 0,1-1 0,0 1 1,0-1-1,0 1 0,0 0 1,1 4-1,0-7 11,-1-1 0,1 1 1,-1 0-1,1-1 0,-1 1 0,1 0 1,-1-1-1,1 1 0,0-1 0,-1 0 1,1 1-1,0-1 0,0 1 0,-1-1 1,1 0-1,0 0 0,0 1 0,0-1 0,-1 0 1,1 0-1,0 0 0,0 0 0,1 0 1,25 0 13,-19 0 0,46 0 77,366-14 165,-352 12-241,-44 2 100,37-5 1,-75 11-6966,-16 2 542,4-7 284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5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8852,'0'0'8916,"-4"24"-7737,-1 9-708,-20 109 1577,-12-1-918,21-90-1250,3 1 1,-7 61-1,19-105 227,1 23-3440,0-30 3111,0 0 0,1 0 0,-1-1-1,1 1 1,-1 0 0,1-1 0,-1 1 0,1 0-1,-1-1 1,1 1 0,0 0 0,-1-1 0,1 1-1,0-1 1,-1 1 0,1-1 0,0 0 0,0 1-1,0-1 1,-1 0 0,1 1 0,0-1 0,0 0-1,0 0 1,0 0 0,0 0 0,-1 0 0,1 0-1,0 0 1,1 0 0,28 0-5018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53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94 3362,'0'0'10647,"-10"1"-9580,-43 0 2263,53-2-3302,0 0 1,0 0 0,0 0-1,0-1 1,0 1 0,0 0-1,0 0 1,0 0-1,0 0 1,1-1 0,-1 1-1,0 0 1,1 0 0,0-2-1,4-3-23,0-1 0,0 2-1,1-1 1,-1 0-1,1 1 1,1 0 0,-1 1-1,1-1 1,-1 1-1,1 1 1,0-1 0,1 1-1,-1 0 1,0 1-1,1 0 1,0 0 0,0 0-1,-1 1 1,1 0-1,0 1 1,13 0 0,-19 1-3,0-1 0,0 1 0,-1 0 0,1 0 1,0 0-1,-1 0 0,1 0 0,-1 0 0,1 0 1,-1 0-1,0 0 0,1 1 0,-1-1 0,0 1 1,0-1-1,0 1 0,0-1 0,0 1 0,0 0 1,-1-1-1,1 1 0,0 0 0,-1 1 0,9 47 178,-6-4 98,-2 0 1,-2 0-1,-2 0 1,-2 0-1,-2-1 1,-15 52-1,17-76-171,-2 0 0,-1-1 0,0 0 0,-1 0 0,-2-1 0,0 0 0,0-1 0,-2 0 0,0-1 0,-1 0 0,-1-1-1,-1-1 1,0 0 0,-1-1 0,-22 14 0,25-21-93,-1 0 0,1-1 1,-1 0-1,0-2 0,-1 1 0,1-2 0,-1 0 0,1-1 1,-1-1-1,0 0 0,0-1 0,-22-3 0,35 3-28,0-1 0,-1 1 0,1-1-1,0 0 1,-1 0 0,1 0 0,0 0-1,0-1 1,0 1 0,0-1 0,0 0-1,1 0 1,-1 0 0,0 0 0,1-1 0,0 1-1,-1-1 1,1 1 0,0-1 0,0 0-1,0 0 1,1 1 0,-1-1 0,1-1 0,0 1-1,-1 0 1,1 0 0,1 0 0,-1-1-1,0 1 1,1 0 0,0-1 0,0 1-1,0-1 1,0 1 0,0 0 0,1-1 0,-1 1-1,1 0 1,0-1 0,1-3 0,0 4 16,0 0 0,0 0 0,0 1 0,0-1 0,0 0 0,0 1 0,1-1 0,-1 1 0,1 0 0,0 0 0,0 0 0,-1 0 0,1 0 0,6-1 0,48-19 158,-46 18-126,8-2 160,1 0 0,-1 1 1,1 1-1,0 1 1,0 0-1,0 2 0,1 0 1,-1 2-1,0 0 0,0 1 1,0 1-1,0 1 1,26 8-1,9 7 1354,101 21-1,-89-32-2633,-67-36-13065,7 14 7063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5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4562,'0'0'10946,"-1"13"-8923,-10 381 6778,12-356-8637,0-25-139,-1-1 0,0 0 1,0 1-1,-2-1 1,1 0-1,-7 22 1,8-33-234,-1 0 0,0 0 0,1 0 0,-1-1 0,0 1 0,0 0 0,1 0 0,-1-1 0,0 1 0,0-1 0,0 1 0,0-1 0,0 1 0,0-1 0,0 1 1,0-1-1,0 0 0,0 0 0,0 1 0,-1-1 0,1 0-410,0 0-1,0 0 1,0 0 0,0 0 0,0 0 0,0 0 0,0 0 0,0 0-1,0 0 1,0 0 0,0-1 0,0 1 0,0 0 0,0-1-1,0 1 1,0-1 0,0 1 0,0-1 0,1 1 0,-1-1-1,0 1 1,-1-2 0,-6-13-6206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1:55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93 896,'0'0'4595,"23"0"-2787,-9-1-1486,-1 0-1,22-6 1,16-2-249,103-4-34,51-4-8,-145 15 33,91-7 1439,-127 6-116,0-1 0,0 0 0,-1-2 0,25-10 0,-52 17 2520,2-1-3826,-1 1 0,1-1-1,0 1 1,0-1 0,0 1-1,0 0 1,0 0 0,0 0-1,0 0 1,0 0 0,0 0-1,0 1 1,0-1 0,1 0-1,-1 1 1,1 0 0,-1-1-1,-2 5 1,1 7-1359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5 6227,'0'0'10050,"6"-5"-8771,-6 6-1252,0-1-1,0 0 1,0 0 0,0 0-1,0 0 1,0 0 0,0 0-1,0 0 1,0 0-1,0 1 1,0-1 0,0 0-1,0 0 1,0 0 0,0 0-1,0 0 1,0 0 0,0 0-1,0 0 1,0 1 0,0-1-1,0 0 1,0 0 0,0 0-1,1 0 1,-1 0 0,0 0-1,0 0 1,0 0 0,0 0-1,0 0 1,0 0 0,0 0-1,0 0 1,0 0 0,1 0-1,-1 0 1,0 0 0,0 0-1,0 0 1,0 0 0,0 0-1,0 0 1,0 0 0,0 0-1,1 0 1,-1 0 0,0 0-1,0 0 1,0 0 0,0 0-1,0 0 1,0 0-1,0 0 1,0 0 0,1 0-1,-1 0 1,0 0 0,0 0-1,0 0 1,0 0 0,0 0-1,0-1 1,-6 28 1014,-1-1 0,-20 51 1,-4 8-108,-3 37-430,-22 145 0,54-246-525,1-7-1310,1-48-16363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59 2497,'0'0'3887,"21"-9"-1587,66-28-214,-81 35-1836,-1-1 0,1 2 0,0-1 0,-1 1-1,1-1 1,0 2 0,0-1 0,0 1 0,0 0 0,0 0-1,0 0 1,0 1 0,0 0 0,0 0 0,-1 1 0,1-1-1,0 1 1,-1 1 0,1-1 0,-1 1 0,0 0 0,6 4-1,-6-3-133,-1 0-1,0 1 1,0 0-1,0 0 1,-1 0-1,1 0 1,-1 0-1,0 1 0,-1 0 1,1-1-1,-1 1 1,0 0-1,-1 0 1,1 0-1,-1 0 1,-1 1-1,1-1 0,-1 8 1,0-11-68,-1-1 1,0 1-1,1 0 1,-1-1-1,0 1 0,0-1 1,0 1-1,-1-1 1,1 0-1,-1 1 0,1-1 1,-1 0-1,0 0 1,0 0-1,0 0 0,0 0 1,0-1-1,0 1 1,0 0-1,-1-1 0,1 0 1,0 1-1,-5 0 1,-9 5 160,0-1-1,-26 7 1,26-8-143,-64 13 127,52-13-445,-47 16-1,63-18-113,34-14-16831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5475,'0'0'10335,"-10"3"-9375,1 0-684,0 0-1,0 1 0,0 0 0,1 1 0,-1 0 1,1 0-1,-9 8 0,12-9-197,1 0-1,1-1 1,-1 2 0,0-1-1,1 0 1,0 1 0,0-1-1,0 1 1,0 0-1,1 0 1,0 0 0,0 0-1,0 1 1,1-1-1,0 0 1,0 1 0,0 5-1,0-8-74,1-1 0,0 0 0,0 1 0,0-1 0,0 0 0,1 1 0,-1-1 0,1 0 0,-1 1 0,1-1 0,0 0 0,0 0 0,0 1 0,0-1 0,0 0 0,0 0 0,3 3 0,-1-3-1,0 0 1,0 0 0,0 0-1,0-1 1,0 1 0,0-1-1,0 0 1,0 0 0,0 0-1,1 0 1,-1-1 0,6 1-1,4 1 3,0-1 0,0-1 0,0 0 0,0 0 0,0-2 0,0 1 0,17-6 0,-26 6 2,0 0 0,1-1 0,-1 0 1,0 1-1,0-2 0,0 1 0,0 0 0,0-1 0,-1 0 0,1 0 0,-1 0 1,0 0-1,0 0 0,0-1 0,0 0 0,0 1 0,-1-1 0,0 0 0,1 0 1,-2 0-1,1-1 0,0 1 0,1-9 0,0 2 61,-2-1 1,1 0-1,-1-15 0,-1 25-64,0-1 0,-1 0 1,1 0-1,0 0 0,-1 1 0,0-1 0,0 0 0,-2-4 0,3 7-19,-1-1 1,1 0 0,-1 0-1,0 0 1,1 1 0,-1-1-1,0 0 1,0 0 0,1 1-1,-1-1 1,0 1 0,0-1-1,0 1 1,0-1 0,0 1-1,0 0 1,1-1-1,-1 1 1,0 0 0,0 0-1,0-1 1,0 1 0,-2 0-1,-4 0-149,-11 1-3577,18-1 3450,-1 0 0,1 0 0,-1 1 1,1-1-1,-1 0 0,1 0 0,-1 1 0,1-1 1,-1 0-1,1 1 0,-1-1 0,1 1 0,0-1 0,-1 0 1,1 1-1,-1-1 0,1 1 0,0-1 0,0 1 1,-1-1-1,1 1 0,0-1 0,0 1 0,0-1 1,0 1-1,-1 0 0,1-1 0,0 1 0,0 13-5282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6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5410,'0'0'5752,"-3"20"-3028,1-6-2070,-12 120 3817,10-84-3586,-3-1 1,-1 0-1,-20 65 0,15-65-929,-6 21-268,-3-28-3710,20-40 3542,2-1 143,0 0 1,-1-1-1,1 1 1,0-1-1,-1 1 0,1-1 1,-1 1-1,1-1 1,-1 1-1,1-1 1,-1 0-1,1 1 0,-1-1 1,1 0-1,-1 1 1,1-1-1,-1 0 0,0 0 1,1 1-1,-1-1 1,1 0-1,-1 0 1,0 0-1,1 0 0,-2 0 1,-6 0-6398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6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3858,'0'0'12947,"19"11"-11680,63 36-88,-79-44-1063,1 0-1,-1 0 1,0 0-1,0 0 0,0 0 1,0 1-1,0-1 1,-1 1-1,0 0 0,0 0 1,0 0-1,0 0 1,-1 0-1,1 0 0,-1 0 1,0 1-1,0-1 1,-1 0-1,1 1 0,-1-1 1,0 1-1,0-1 0,-1 7 1,1 1 313,-1-11-379,1 0 0,0 1-1,-1-1 1,1 0 0,-1 1 0,1-1-1,-1 0 1,0 0 0,1 1-1,-1-1 1,0 0 0,0 0 0,0 0-1,0 0 1,0 0 0,0 0-1,0 0 1,0-1 0,0 1-1,-1 0 1,1 0 0,0-1 0,0 1-1,-1-1 1,1 1 0,0-1-1,-1 0 1,1 1 0,0-1 0,-3 0-1,-51 3 342,47-3-338,-36-1-185,-36 0-171,72 2-427,0 0-1,1 0 0,-1 0 1,1 1-1,-1 0 0,1 1 1,-12 5-1,12-3-4594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 3410,'0'0'7552,"-24"11"-6098,7-3-1123,0 0 40,0 0-1,0 2 1,1 0-1,0 0 1,0 1-1,1 1 1,-23 24-1,17-11 47,1 0-1,2 1 0,0 1 1,2 0-1,0 1 0,-12 35 1,19-41-366,2 1 1,0 0 0,2 1 0,1-1-1,0 1 1,2 0 0,1 0 0,3 45-1,-2-67-141,0 0 0,1 0 0,-1 0 0,1-1 0,-1 1 0,1 0 0,0-1 0,0 1 0,0 0 0,0-1 0,0 1 0,0-1-1,0 1 1,0-1 0,1 0 0,-1 1 0,0-1 0,1 0 0,-1 0 0,1 0 0,0 0 0,-1 0 0,1-1 0,0 1 0,-1 0 0,1-1 0,0 1-1,0-1 1,3 1 0,5 0-999,1 0 0,0-1 0,-1 0 0,12-2 1,-9 1-143,37-4-3857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8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 9428,'0'0'11187,"-20"5"-10056,-66 18-352,80-21-730,-1 1 1,1 0-1,0 1 1,0-1-1,1 1 0,-1 0 1,1 1-1,0-1 1,0 1-1,0 0 0,1 0 1,0 1-1,0-1 1,0 1-1,1 0 0,-1 0 1,2 0-1,-1 0 1,0 1-1,1-1 0,1 1 1,-1-1-1,1 1 1,0 0-1,0 0 1,1 10-1,0-16-54,0 1 1,0 0-1,1-1 0,-1 1 1,0-1-1,1 1 0,0 0 1,-1-1-1,1 1 1,0-1-1,0 1 0,0-1 1,0 0-1,0 1 0,0-1 1,0 0-1,0 0 0,0 0 1,1 0-1,-1 0 1,0 0-1,1 0 0,-1 0 1,1 0-1,-1 0 0,1-1 1,-1 1-1,1-1 1,0 1-1,1-1 0,6 2-25,1 0-1,-1-1 1,0 0-1,12-1 1,-5 0-37,0 0 0,0-2 0,0 0 0,-1 0 0,1-2 0,-1 0 0,18-7 0,-27 8 43,1 1 0,-1-2 1,0 1-1,0-1 0,-1 0 1,1 0-1,-1-1 1,0 1-1,0-1 0,-1 0 1,1-1-1,-1 1 1,0-1-1,0 0 0,-1 1 1,0-2-1,0 1 1,0 0-1,2-11 0,2-32 0,-6 48 11,-1-1 1,0 1 0,0-1 0,0 0 0,0 1 0,0-1-1,0 1 1,0-1 0,-1 1 0,1-1 0,-1 1 0,1-1-1,-1 1 1,1-1 0,-1 1 0,0 0 0,0-1 0,1 1-1,-1 0 1,0 0 0,0-1 0,-1 1 0,1 0 0,0 0-1,0 0 1,0 0 0,-3-1 0,-4 1-570,0-1 1,-1 1-1,1 1 0,-1 0 1,-9 1-1,14-1-26,0 0 0,1 0 0,-1 1 0,0-1 0,1 1 0,-1 0 0,0 0-1,1 1 1,0-1 0,-1 1 0,1-1 0,0 1 0,0 0 0,-3 3 0,-1 9-3960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7059,'0'0'8868,"-21"113"-6114,2-59-1170,2 1-223,-2 1-417,-2-6-511,3-2-305,1-12-96,0-5-32,5-8-48,-1-6-241,0-7-799,5-8-929,0-2-992,-3 0-2546,9-25-1408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8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 7876,'0'0'11840,"18"-2"-10344,0 0-1130,-1 1-1,23 2 1,-39-1-319,0 0 1,1 1-1,-1-1 0,1 0 1,-1 1-1,0 0 0,1-1 1,-1 1-1,0 0 0,0-1 0,1 1 1,-1 0-1,0 0 0,0 0 1,0 0-1,0 0 0,0 0 1,0 0-1,0 1 0,-1-1 1,1 0-1,0 0 0,-1 1 1,1-1-1,-1 0 0,1 1 1,0 1-1,0 3 108,0-1 0,-1 1-1,0 0 1,0 11 0,0-7-13,0-6-98,0 0 1,0 0-1,-1 0 1,1 0-1,-1 0 0,0 0 1,1-1-1,-2 1 1,1 0-1,0 0 1,-1-1-1,0 1 0,-3 5 1,2-6-27,-1 0-1,1 1 1,-1-1 0,0-1 0,0 1-1,0 0 1,0-1 0,0 0 0,-1 0-1,1 0 1,-6 1 0,-31 7-40,3 0-1562,16-1-3298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3506,'0'0'6573,"23"-7"-3227,149-40 1731,-170 46-5013,0 1 1,0-1-1,1 0 1,-1 1-1,0-1 1,-1 0-1,1 0 1,0 0-1,0 0 1,0-1-1,2-1 1,-4 2-36,1 1 1,-1-1-1,0 1 0,1-1 1,-1 1-1,0-1 1,0 1-1,1-1 1,-1 1-1,0-1 1,0 0-1,0 1 0,0-1 1,1 0-1,-1 1 1,0-1-1,0 1 1,0-1-1,0 0 1,-1 1-1,1-1 0,0 0 1,0 1-1,-1-2 1,0 0 16,0 0 0,-1 0 0,0 0 0,1 0 0,-1 0 0,0 1 0,0-1 0,0 1 0,0-1 0,0 1 0,0-1 0,0 1 0,-1 0 0,1 0 0,0 0 0,-3 0 0,-16-4 275,1 1 1,-1 1 0,0 0 0,-37 2-1,56 1-285,0 0 0,0 1 0,1-1 0,-1 1 0,0 0 0,1-1 0,-1 1 0,0 0 0,1 0 0,-1 0 0,1 0 0,0 0 0,-1 0 0,1 0 0,0 1 0,-1-1 0,1 0 0,0 1 0,0-1 0,0 1 0,0 0 0,0-1 1,1 1-1,-1-1 0,0 1 0,1 0 0,0 0 0,-1-1 0,1 1 0,0 0 0,0 0 0,-1 0 0,2 1 0,-2 6-1,1-1 0,0 0 0,0 1 0,1-1 0,0 0 0,2 10 0,-1-12-133,0 0 0,0 0-1,1 0 1,0-1 0,0 1-1,0-1 1,0 0 0,1 0-1,0 0 1,0 0 0,0-1-1,1 0 1,-1 1 0,1-2 0,0 1-1,0 0 1,1-1 0,-1 0-1,11 4 1,-4-3-1063,0-1-1,0 0 1,0 0 0,0-1-1,0-1 1,1 0 0,-1-1-1,0 0 1,14-2 0,20-7-4810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49 153 5378,'0'0'14599,"0"8"-12659,1 1-1344,0 6 155,-1 0 0,-2 25-1,2-37-699,0 0 0,0-1-1,0 1 1,-1 0 0,0 0 0,1-1-1,-1 1 1,0-1 0,0 1-1,0-1 1,-1 1 0,1-1 0,-1 0-1,1 1 1,-1-1 0,0 0 0,1 0-1,-1 0 1,0 0 0,-1-1-1,1 1 1,0 0 0,-4 1 0,6-3-44,0 0 1,-1 0 0,1 0-1,-1 1 1,1-1 0,0 0 0,-1 0-1,1 0 1,-1 0 0,1 0-1,0 0 1,-1 0 0,1 0 0,0-1-1,-1 1 1,1 0 0,-1 0-1,1 0 1,0 0 0,-1 0 0,1-1-1,0 1 1,-1 0 0,1 0-1,0 0 1,-1-1 0,1 1 0,0 0-1,0-1 1,-1 1 0,1 0-1,0-1 1,0 1 0,-1 0 0,1-1-1,0 1 1,0 0 0,0-1-1,0 1 1,0-1 0,0 0 0,-2-19 33,2 14-46,-1-7-13,1-1 0,1 0-1,0 0 1,5-23 0,-4 30-40,1 0 0,-1-1 0,2 1 0,-1 0 0,1 1 0,0-1 0,0 0 0,0 1 0,1 0 0,6-6 0,-2 4-323,-1 0-1,1 0 0,1 1 0,-1 0 0,1 1 1,0 0-1,1 0 0,0 1 0,-1 1 0,22-6 0,-14 5-1269,1 2-1,17-2 0,42 3-6819,-39 2 1636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09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7716,'0'0'6992,"-18"9"-3281,-61 31-635,70-35-2573,0 0-1,1 1 0,0 0 1,0 0-1,0 1 0,-11 13 1,16-17-414,0 0 1,1 1 0,0 0 0,0 0-1,0 0 1,0 0 0,0 0 0,1 0-1,-1 0 1,1 0 0,0 1 0,1-1-1,-1 9 1,1-13-92,0 1 0,0-1 0,1 1 0,-1-1 0,0 1 0,1-1 0,-1 1 0,0-1 0,1 0 0,-1 1 0,0-1 0,1 0 0,-1 1 0,1-1 0,-1 0 0,0 1 0,1-1 0,-1 0 0,1 0 0,-1 0 0,1 0 0,-1 1 0,1-1 0,-1 0 0,1 0 0,-1 0 0,1 0 0,-1 0 0,1 0 0,0 0 0,23 0-82,-17-1 49,2 0 7,0 0 1,0-1-1,0 0 1,0-1-1,0 0 0,-1 0 1,0-1-1,1 0 1,-1-1-1,0 1 1,-1-2-1,0 1 1,1-1-1,-2 0 1,1 0-1,-1-1 1,0 0-1,6-8 1,-13 22 58,1-1 0,1 1 1,-1 0-1,1-1 0,0 1 1,1-1-1,-1 1 0,1-1 1,1 0-1,-1 1 1,6 8-1,-4-11-510,0-1 1,1 0-1,-1 0 0,1 0 1,0 0-1,0-1 0,0 0 1,0 0-1,0 0 0,0-1 1,1 0-1,-1 0 1,0 0-1,8 0 0,5 0-2207,-1-1-1,1-1 1,19-3-1,13-8-3422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10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 9925,'0'0'14566,"-29"117"-13141,-3-44-225,-1 0-303,-1-4-33,11-2-416,0-9-416,5-3-32,-1-11-512,0-13-864,-2-6-833,-4-12-753,-2-13-2496,-5 0-4291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1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10261,'0'0'2881,"23"-1"539,146 0 2231,-139 3-4627,0 2 0,51 12 0,-32-5-580,-48-12-440,-1 1-1,1 0 1,-1 0-1,1 0 1,-1 0 0,1 0-1,-1 0 1,0 0-1,1 0 1,-1 0-1,1 0 1,-1 0 0,1 1-1,-1-1 1,0 0-1,1 0 1,-1 0-1,1 0 1,-1 1 0,0-1-1,1 0 1,-1 0-1,0 1 1,1-1-1,-1 0 1,0 1 0,1-1-1,-1 0 1,0 1-1,0-1 1,0 1-1,1-1 1,-1 0 0,0 1-1,0-1 1,0 1-1,0-1 1,0 1-1,0-1 1,1 0 0,-1 1-1,0-1 1,0 1-1,0-1 1,-1 1-1,1-1 1,0 0 0,0 1-1,0-1 1,0 1-1,0-1 1,0 1-1,-1-1 1,1 0 0,0 1-1,0-1 1,-1 0-1,1 1 1,0-1-1,0 0 1,-1 1 0,1-1-1,0 0 1,-1 1-1,1-1 1,-1 0-1,1 0 1,-1 1 0,-31 20 90,27-19-88,0 2-10,-8 3 12,0 0 0,1 2 1,-21 17-1,31-24-19,0 0 1,0 0 0,0 0-1,0 1 1,0-1-1,0 0 1,1 1-1,-1 0 1,1-1-1,0 1 1,-1 0-1,1-1 1,1 1-1,-1 0 1,0 0 0,1 0-1,-1 0 1,1 0-1,0 0 1,0 0-1,0 0 1,0 0-1,1 0 1,-1-1-1,1 1 1,1 4-1,-1-5-8,-1-1-1,2 1 0,-1-1 0,0 1 1,0-1-1,0 0 0,1 0 0,-1 1 1,0-1-1,1 0 0,0 0 0,-1 0 1,1 0-1,-1 0 0,1-1 0,0 1 0,0-1 1,-1 1-1,1-1 0,0 1 0,3-1 1,45 2-246,-36-3 180,-6 1 105,0-2-1,-1 1 1,1-1-1,-1 0 1,0 0-1,1-1 1,-1 0-1,0 0 1,0-1-1,-1 0 1,1 0-1,-1 0 1,0-1-1,0 0 1,0 0-1,-1-1 1,0 1-1,0-1 1,0-1-1,-1 1 1,0 0-1,0-1 1,0 0-1,-1 0 1,0 0-1,-1 0 1,1-1-1,-2 1 1,1-1-1,-1 1 1,1-10-1,-2 13 3,0 0 0,0 0-1,0 0 1,0 0 0,-1 0 0,0 1-1,0-1 1,0 0 0,0 0-1,0 1 1,-1-1 0,0 0-1,0 1 1,0 0 0,0-1 0,0 1-1,-1 0 1,1 0 0,-1 0-1,0 0 1,0 1 0,0-1-1,0 1 1,0 0 0,-1 0-1,1 0 1,-1 0 0,1 0 0,-1 1-1,0 0 1,1 0 0,-1 0-1,0 0 1,0 0 0,0 1-1,0 0 1,-7 0 0,10 0-27,1 0 1,-1 0-1,1 0 1,-1 0-1,1 0 1,-1 1-1,1-1 1,-1 0-1,1 0 1,0 0 0,-1 1-1,1-1 1,-1 0-1,1 1 1,0-1-1,-1 0 1,1 1-1,0-1 1,-1 1-1,1-1 1,0 0-1,-1 1 1,1-1-1,0 1 1,0-1-1,0 1 1,-1-1-1,1 1 1,0-1-1,0 1 1,0-1-1,0 1 1,0-1-1,0 1 1,0-1 0,0 1-1,0-1 1,0 1-1,0 0 1,1 0-10,-1 1 0,0-1 0,0 1 0,1-1 0,-1 0 0,1 1 0,-1-1 0,1 0 0,0 1 0,-1-1 0,1 0 0,0 0 0,0 1 0,0-1 0,1 1 0,7 3-56,-1 1 1,1-2-1,0 0 1,0 0-1,1 0 1,-1-1-1,1 0 1,0-1-1,14 1 0,-10 0 50,1 0-1,-1 0 1,22 10-1,-32-11 45,1 0 1,-1 1-1,1-1 0,-1 1 0,0 1 1,0-1-1,0 0 0,0 1 1,-1 0-1,1 0 0,-1 0 1,0 0-1,0 1 0,2 5 0,-3-6 304,1 0 0,-1 1-1,-1-1 1,1 1 0,-1-1-1,0 1 1,0 0-1,0 0 1,0 6 0,-18-13 565,14 0-854,0-1-1,1 1 1,-1-1-1,1 0 1,-1 0-1,1 0 1,0-1-1,0 1 1,0 0-1,1-1 1,-1 1-1,1-1 1,0 1-1,0-1 0,0 0 1,0 0-1,0-6 1,0-7 27,1 0 0,2-27 0,-2 41-72,1 0 0,-1-1 0,1 1 0,0 0-1,1-1 1,-1 1 0,0 0 0,1 0-1,0 0 1,0 0 0,0 0 0,0 1 0,0-1-1,0 0 1,1 1 0,-1 0 0,1 0 0,0-1-1,-1 1 1,1 1 0,0-1 0,0 0-1,1 1 1,-1 0 0,0-1 0,0 1 0,1 1-1,4-2 1,11-2-1355,1 2 0,-1 0 0,37 1 0,-41 1-799,17 0-2776,3 0-2318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1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8132,'0'0'11525,"92"142"-8996,-50-59-368,-6 11-400,-9 5-224,-8-3-657,-13 4-128,-6 0 17,0 1-609,-6-7-160,-15-11-304,-2-9-913,-9-7-992,-9-9-1264,-18-6-4339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1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0 4226,'0'0'12595,"-2"27"-11248,1-10-1086,-3 34 776,-18 87 0,10-87-1115,-55 201 1248,54-217-2135,-25 48-1,26-61-612,-1-1-1,-1 0 1,-19 20-1,17-24-2751,4-11-880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1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58 8452,'0'0'2180,"18"-10"-244,59-29 599,-74 38-2357,0-1 0,0 1 0,0 0 0,0 0 0,0 0-1,1 1 1,-1-1 0,0 1 0,0 0 0,0 0 0,1 0 0,-1 0 0,0 0 0,0 1 0,3 0 0,-4 0-92,0 0 1,0 0-1,0 0 1,0 0-1,-1 0 0,1 0 1,-1 1-1,1-1 1,-1 1-1,1-1 1,-1 1-1,0-1 1,1 1-1,-1 0 0,0 0 1,0 0-1,0 2 1,2 6 150,0-1 0,-1 1 1,-1 0-1,0 0 0,0 0 1,-1 18-1,0-19 59,-1 1-143,1 0 0,-1 0 0,-1 0 0,0 0-1,0-1 1,-1 1 0,0-1 0,-1 0 0,0 1 0,0-1-1,-1-1 1,0 1 0,-11 13 0,11-16-180,-1 0 0,1-1 1,-1 0-1,0 0 0,0 0 0,0-1 0,-1 1 0,1-2 1,-1 1-1,0-1 0,0 0 0,-1 0 0,1-1 0,0 0 1,-1 0-1,0-1 0,1 0 0,-11 0 0,17-1-123,1-1 1,-1 1-1,1-1 0,0 1 0,-1-1 0,1 1 0,0 0 0,0-1 0,-1 1 1,1-1-1,0 1 0,0-1 0,0 1 0,0-1 0,0 1 0,-1-1 1,1 0-1,0 1 0,0-1 0,0 1 0,0-1 0,1 1 0,-1-1 0,0 1 1,0-1-1,0 1 0,0-1 0,0 1 0,1-1 0,-1 1 0,0-1 1,8-19-3321,20-8-1996,15-2-983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1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49 4882,'0'0'15506,"-12"8"-14103,0-1-1066,1 0-1,0 1 0,1 1 1,-12 11-1,18-15-260,0 0 0,0 0 0,0 0 0,1 0 0,-1 0 0,1 1 0,1-1 0,-1 1 1,1 0-1,0 0 0,0 0 0,1 0 0,0 0 0,-1 9 0,2-12-74,-1 1 1,1 0-1,0 0 1,1 0-1,-1-1 1,1 1-1,-1 0 1,1 0-1,0-1 1,1 1-1,-1-1 1,0 1-1,1-1 1,0 0 0,4 7-1,-3-8 0,0 1 1,0-1-1,0 1 0,1-1 1,-1 0-1,1-1 0,-1 1 1,1 0-1,0-1 0,-1 0 1,1 0-1,0 0 0,0 0 1,0-1-1,5 1 0,-2-1 2,-1 1-1,1-1 0,-1 0 1,1 0-1,0 0 0,-1-1 1,1 0-1,-1-1 0,1 1 1,-1-1-1,0-1 0,0 1 1,0-1-1,0 0 0,0 0 1,0-1-1,-1 0 0,0 0 1,0 0-1,0 0 0,0-1 1,0 0-1,-1 0 0,0 0 1,0-1-1,-1 1 0,4-7 1,-2 2 23,0 1 0,-1-1 0,0 0 0,-1 0 0,0-1 0,0 1 0,-1-1 0,-1 1 0,1-1 0,-2 0 0,0 0 0,0 1 0,-3-22 1,2 30-28,1 0 0,-1 0 0,0 0 1,0 0-1,1 1 0,-1-1 0,0 0 1,-1 1-1,1-1 0,0 0 1,0 1-1,-1 0 0,1-1 0,-1 1 1,1 0-1,-1-1 0,1 1 0,-1 0 1,-3-1-1,2 1-120,-1-1 0,0 1 0,0 0 1,0 0-1,0 1 0,0-1 0,0 1 0,0 0 0,-6 0 1,5 1-448,-1-1 0,1 1 0,-1 0 1,1 1-1,-1-1 0,1 1 1,0 0-1,0 0 0,0 1 1,0-1-1,0 1 0,0 0 0,-7 7 1,0 9-4255,10 0-792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1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3666,'0'0'6162,"0"148"-2656,0-81 96,0 0-1329,-7 0-817,-7-4 33,-5-9-865,0-8-239,2-9-385,3-11 0,-1-8 0,7-9-913,-5-7-1040,7-2-704,-2-6-1505,-1-26-912,9-14 368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12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3506,'0'0'2499,"21"-17"577,68-52 582,-86 67-3311,0-1 1,0 1-1,0 0 0,0 0 1,0 1-1,1-1 0,-1 1 1,1-1-1,-1 1 0,1 0 1,-1 0-1,1 1 0,0-1 1,-1 1-1,1 0 0,6 0 1,-8 1-169,0-1 1,0 1-1,-1 0 1,1 0 0,0 0-1,-1 0 1,1 0 0,0 0-1,-1 1 1,1-1 0,-1 0-1,0 1 1,1-1 0,-1 1-1,0 0 1,0-1 0,0 1-1,0 0 1,0 0 0,-1-1-1,2 4 1,0 4 205,0 1 1,0-1-1,-1 1 1,-1-1-1,1 1 1,-1-1-1,-1 1 1,-3 17-1,1-16-264,-2 0-1,1-1 1,-1 1-1,0-1 1,-1 0-1,0-1 1,-1 1-1,0-1 1,-1-1-1,0 1 1,0-1-1,0 0 1,-1-1-1,0 0 1,-1-1-1,0 0 1,-20 10-1,30-16-186,-1 0 0,1 0 0,-1 1 0,1-1 0,0 0 0,-1 0 0,1 0 0,-1 0 0,1 0 0,-1 0 0,1 0 0,0 0 0,-1 0 0,1 0 0,-1 0 0,1 0 0,-1 0 0,1 0 0,0 0 0,-1 0 0,1-1 0,-1 1 0,1 0 0,0 0 0,-1 0 0,1-1 0,0 1 0,-1 0 0,1-1 0,0 1-1,-1 0 1,1-1 0,0 1 0,-1 0 0,1-1 0,0 1 0,0 0 0,-1-1 0,0-23-3139,2 19 2252,0 0 1,0 1-1,0-1 1,1 0-1,0 0 1,-1 1-1,2-1 1,2-4-1,20-15-5981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54 2145,'0'0'9170,"-1"-9"-7250,1 5-1638,-6-24 936,5 27-1172,1 0 0,-1 0 0,1 1 0,-1-1 0,0 0 0,1 0 0,-1 1 0,0-1-1,1 0 1,-1 1 0,0-1 0,0 1 0,0-1 0,1 1 0,-1-1 0,0 1 0,0 0 0,0-1-1,0 1 1,0 0 0,0 0 0,0 0 0,0 0 0,0 0 0,0 0 0,0 0 0,0 0 0,0 0-1,0 0 1,0 0 0,0 1 0,-1-1 0,-8 4 256,1 0 0,-1 0 0,1 0 0,0 2 0,0-1 0,0 1 0,1 0 0,-12 11 1,1 2 208,0 0 0,-18 27 1,18-22-172,2 1 1,1 0-1,2 2 1,-18 40-1,26-51-279,1 0-1,0 0 1,1 0-1,1 1 1,0-1-1,2 1 1,0 0-1,0 0 1,4 27-1,-2-37-35,1 0-1,0-1 1,0 1 0,0-1-1,1 1 1,0-1-1,0 0 1,1 0-1,0 0 1,0-1-1,0 1 1,0-1-1,1 0 1,0 0-1,0-1 1,8 6-1,-6-5-203,1 0-1,0 0 0,0-1 0,0 0 1,9 2-1,-9-3-795,0-1 1,1 0-1,-1-1 0,0 0 0,12 1 1,-11-3-3698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21 3906,'0'0'8873,"0"-3"-7555,0-11 83,0 10 1488,-2 5-1640,-6 2-956,1 1-1,0 0 1,-1 0 0,2 1 0,-1 0 0,0 0 0,-9 11-1,-38 46 436,49-57-721,1 1-1,0 0 1,0 0-1,1 0 0,0 0 1,0 1-1,0 0 1,1-1-1,0 1 0,0 0 1,1 0-1,0 0 1,0 0-1,0 11 0,1-17-27,0 0-1,0 0 0,0 0 0,1-1 0,-1 1 0,0 0 0,1 0 0,-1 0 0,0 0 0,1-1 1,-1 1-1,1 0 0,-1 0 0,1-1 0,0 1 0,-1 0 0,1-1 0,-1 1 0,1-1 0,0 1 1,0-1-1,-1 1 0,1-1 0,0 1 0,1 0 0,32 6-382,-22-7 265,0 0 0,0-1 1,18-3-1,-23 2 110,0-1 0,0 0 0,0 0 0,-1 0 0,0-1 0,1 0 0,-1 0 0,-1-1 0,1 1 0,-1-1 0,1-1 0,-1 1 0,-1-1 0,9-12 0,-10 13 76,1 0 1,-1-1-1,0 0 0,0 0 1,-1 0-1,1 0 1,-1 0-1,-1-1 0,1 1 1,-1 0-1,0-1 1,-1 1-1,1-1 0,-1 0 1,-1 1-1,-1-13 1,1 17-30,0 1 0,1 0 0,-1 0 0,0 0 0,0 0 0,0 0 0,0 0 0,0 0 0,0 0 0,0 0 0,0 1 0,-1-1 0,1 0 0,0 1 0,0-1 0,-1 1 0,1-1 0,0 1 0,-1-1 0,1 1 0,0 0 0,-1 0 0,1 0 0,-2 0 0,-42 0 347,35 1-335,7-1-292,0 0 0,0 0 0,0 0 0,-1 1 0,1-1-1,0 1 1,0 0 0,0 0 0,0 0 0,0 0 0,0 1-1,1-1 1,-1 1 0,0-1 0,1 1 0,-1 0 0,1 0-1,-1 1 1,1-1 0,0 0 0,0 1 0,0-1 0,0 1 0,1 0-1,-1-1 1,1 1 0,-1 0 0,1 0 0,0 0 0,0 0-1,0 0 1,1 0 0,-1 0 0,1 0 0,0 1 0,-1-1 0,2 6-1,6 3-4966,12-3-645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4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7860,'0'0'8884,"-31"140"-6627,25-80-1249,-3 5-352,5 0-191,-2 0-273,-3-7-192,1-8-16,0-8-512,-3-13-449,1-8-544,1-8-880,1-13-1761,0 0-800,-1-13-1793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4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31 5539,'0'0'5730,"20"-7"-2496,2 0-1707,39-8 0,-60 15-1470,0-1 0,0 1-1,0 0 1,0 0 0,0 0-1,0 0 1,1 0-1,-1 0 1,0 0 0,0 1-1,0-1 1,0 0 0,0 0-1,0 1 1,0-1 0,0 1-1,0-1 1,0 1 0,0 0-1,0-1 1,-1 1-1,1 0 1,0-1 0,0 1-1,0 0 1,-1 0 0,1 0-1,-1 0 1,1 0 0,0 0-1,-1-1 1,1 3-1,0 0 74,0 1 0,-1-1-1,1 1 1,-1 0-1,0-1 1,0 8-1,-1-3 145,2 0-154,-1 1 0,0-1 0,-1 0 0,0 0 1,0 0-1,-1 1 0,0-1 0,0-1 0,-1 1 0,0 0 0,0-1 1,-1 1-1,0-1 0,0 0 0,0 0 0,-1-1 0,-1 1 0,1-1 1,-1 0-1,0 0 0,0-1 0,0 0 0,-1 0 0,0 0 0,0-1 1,0 0-1,0-1 0,-13 5 0,9-4-327,-1-2 1,1 0-1,0 0 0,-1-1 0,1 0 1,-17-1-1,19 0-1123,8-2 413,1 0 0,-1 1 0,1-1 1,0 0-1,-1 0 0,1 0 0,0 1 0,0-1 1,0 0-1,0 0 0,1 0 0,-1 1 0,1-4 1,8-13-6170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25 136 6195,'0'0'8553,"19"0"-6453,101-2 605,-119 2-2693,0-1 0,0 1 0,0-1 0,-1 1 1,1-1-1,0 0 0,0 1 0,0-1 0,-1 0 0,1 0 0,0 1 1,-1-1-1,1 0 0,0 0 0,-1 0 0,1 0 0,-1 0 0,0 0 1,1 0-1,-1 0 0,0 0 0,0 0 0,1 0 0,-1 0 0,0 0 0,0 0 1,0 0-1,0 0 0,0 0 0,-1-2 0,-1-34 9,2 34-17,-1 0 0,1 0 0,-1 0-1,0 0 1,0 0 0,-1 0 0,1 0-1,0 1 1,-1-1 0,0 0 0,0 1-1,0-1 1,0 1 0,0 0 0,0 0-1,0 0 1,-1 0 0,1 0 0,-1 0-1,0 0 1,1 1 0,-6-3 0,2 2 155,-1 0 1,0 0-1,1 0 0,-1 1 1,0 0-1,0 0 1,0 1-1,0 0 1,-8 1-1,13-1-101,0 1 0,0-1-1,0 0 1,0 1 0,0 0 0,0-1-1,0 1 1,1 0 0,-1 0 0,0 0-1,0 0 1,1 0 0,-1 1 0,1-1-1,-1 0 1,1 1 0,0-1 0,-3 4-1,2-1 14,-1 0-1,1 0 0,0 1 1,1-1-1,-1 1 0,1-1 1,-2 10-1,1 2-33,1 1 0,1 0 1,2 26-1,-2-38-90,1-1 1,0 1-1,0-1 0,0 1 1,1-1-1,-1 0 0,1 0 0,0 0 1,0 0-1,0 0 0,1 0 1,0 0-1,-1-1 0,1 1 0,4 2 1,-2-1-384,1 0 1,0-1 0,0 0 0,0 0 0,1-1-1,-1 0 1,1 0 0,13 4 0,-8-4-853,1-1 0,0 0 0,0 0 0,0-1 0,0-1 0,-1 0 0,1-1-1,0 0 1,0-1 0,19-5 0,6-10-3079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35 185 3217,'0'0'17022,"3"6"-13818,-2 54-534,-1-59-2650,-1-1-1,1 1 1,-1-1-1,1 0 1,-1 1-1,1-1 0,-1 1 1,1-1-1,-1 0 1,0 1-1,1-1 1,-1 0-1,1 0 1,-1 0-1,0 1 0,1-1 1,-1 0-1,0 0 1,1 0-1,-1 0 1,0 0-1,1 0 1,-1 0-1,1 0 0,-1 0 1,0-1-1,1 1 1,-1 0-1,0 0 1,1 0-1,-1-1 1,1 1-1,-1 0 0,1-1 1,-1 1-1,0-1 1,0 0-1,-1-2-17,0 0 0,1 0-1,-1 0 1,1 0 0,-1 0 0,1-1-1,0 1 1,0-1 0,0 1-1,1-1 1,-1 1 0,1-5-1,0-50-38,0 33 44,0 17-9,0 0-1,1 0 0,0 1 1,0-1-1,0 0 0,1 1 1,0-1-1,6-13 0,14-17-117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5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27389,'2'2'-78,"-1"0"0,1 0 0,0 0 0,-1 0 0,1 0 1,0 0-1,0-1 0,0 1 0,0-1 0,1 1 0,-1-1 1,0 0-1,0 0 0,1 0 0,-1 0 0,1-1 1,-1 1-1,1 0 0,-1-1 0,1 0 0,-1 0 0,1 1 1,-1-2-1,1 1 0,0 0 0,4-1 0,2 0-276,1-1 1,-1 0-1,0 0 0,0 0 0,0-1 0,10-5 0,111-71-5003,-147 107 2152,13-21 1165,-2 7-2711,3-2-1489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40 992,'0'0'9295,"-7"-27"457,-39 26-9303,28-1-433,0 2 0,0 0 1,0 1-1,0 1 0,-33 7 0,41-5-15,-1-2-1,1 2 1,0-1 0,0 1 0,-15 9-1,24-12 1,0 0 0,-1-1 1,1 1-1,0 0 0,0 0 0,0 0 0,0 0 0,0 0 0,0 0 0,0 0 0,0 0 0,0 0 0,0 1 1,1-1-1,-1 0 0,0 0 0,1 1 0,-1-1 0,1 1 0,0-1 0,-1 0 0,1 1 0,0-1 0,0 1 1,0-1-1,0 1 0,0-1 0,0 0 0,0 1 0,1-1 0,-1 1 0,0-1 0,1 1 0,-1-1 0,1 0 0,-1 0 1,1 1-1,0-1 0,0 0 0,-1 0 0,1 1 0,2 1 0,0-1 13,-1 0-1,1 0 1,0 0 0,-1 0-1,1 0 1,0 0 0,0-1-1,0 1 1,0-1 0,0 0-1,1 0 1,-1 0 0,0-1-1,1 1 1,-1-1 0,7 1-1,-11-1-5,1 0-45,0 1 32,0 0-35,28-2-102,-18-1 28,0-2 0,-1 1 0,0-1 0,1-1 0,-2 0 0,1 0 0,0-1 0,8-7 0,-10 8-15,-4 3 180,1 0 0,0-1 1,-1 1-1,0-1 0,1 0 0,-1 0 0,0 0 1,0 0-1,-1-1 0,1 1 0,-1-1 0,1 1 0,-1-1 1,-1 0-1,1 0 0,0 0 0,-1 0 0,0 0 1,0-1-1,1-7 0,-23 16 667,19-1-638,0-1 1,0 1-1,-1-1 0,2 1 1,-1 0-1,0 0 1,1 0-1,-1 0 1,1 0-1,0 0 0,0 0 1,0 0-1,0 0 1,0 1-1,1 2 0,-1 53 1179,1-57-1243,1 1 0,-1-1 0,1 0 0,0 1 1,0-1-1,0 0 0,0 0 0,0 0 0,1 1 0,-1-1 0,1-1 0,-1 1 1,1 0-1,0 0 0,0-1 0,0 1 0,0-1 0,0 1 0,0-1 0,0 0 1,0 0-1,0 0 0,1 0 0,-1 0 0,0 0 0,1-1 0,-1 1 0,1-1 1,2 1-1,13 1-349,-1 0 0,1-1-1,17-1 1,-22 0-328,-5 0 268,0 1-764,1-1 1,-1-1 0,1 0-1,0 0 1,11-3 0,5-11-6186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7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8516,'0'0'12782,"10"9"-11459,33 31-403,-40-36-850,0 0 0,0 0-1,0 0 1,-1 1-1,0 0 1,0-1-1,0 1 1,-1 0-1,0 0 1,1 0-1,-2 0 1,1 0-1,-1 0 1,1 0-1,-1 0 1,-1 0-1,1 0 1,-2 7 0,1 9 116,1-21-230,0 1-1,-1 0 1,1-1 0,0 1 0,0 0-1,0-1 1,0 1 0,0 0 0,0-1-1,1 1 1,-1 0 0,0-1 0,0 1 0,0 0-1,0-1 1,1 1 0,-1-1 0,0 1-1,1 0 1,-1-1 0,0 1 0,1-1-1,0 1 1,15-10-916,31-37-686,-35 33 1476,0 1 1,0 0-1,2 1 0,-1 0 1,1 1-1,25-13 0,-35 28 3348,6 14-2561,-2-4-562,-4-10-279,1-1 1,-1-1-1,0 1 1,1-1-1,0 1 0,-1-1 1,1-1-1,1 1 0,8 3 1,28 6-7506,-19-9 534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286 674 8852,'0'0'14228,"-19"-6"-13321,-63-19-283,76 23-563,-1 0 0,1 1-1,-1-1 1,1 2-1,-1-1 1,0 1 0,-13 0-1,1 2 18,14-2-68,0 1 0,0-1 0,1 1 0,-1 0 0,0 1 0,1 0 0,-1-1 0,1 1 0,-1 0 0,1 1 0,0-1 0,0 1 0,0 0 0,0 0 0,-4 5 0,5-5-15,1-1 1,0 0-1,0 1 1,0-1-1,0 1 1,1 0-1,-1-1 1,1 1-1,0 0 1,-1 0-1,1 0 1,0 0-1,1 0 1,-1 0-1,1 0 1,-1 0-1,1 0 1,0 1-1,0-1 1,0 0-1,1 0 1,-1 0-1,1 0 1,-1 0-1,3 5 1,-2-7-23,-1 0 0,1 1 0,0-1 0,0 0 0,0 0 1,1 0-1,-1 0 0,0 0 0,0 0 0,0 0 0,1 0 0,-1-1 0,0 1 1,1 0-1,-1-1 0,1 1 0,-1-1 0,1 0 0,-1 1 0,1-1 0,2 0 0,39 1-763,-29-2 494,-4 0 64,1 0 1,-1-1-1,1 0 1,-1-1-1,0 0 1,0 0-1,0-1 0,0-1 1,0 0-1,-1 0 1,0-1-1,14-11 1,4-5-592,-1-2-1,36-41 1,-21 16-436,-1-1-1,60-102 1,-84 124 1438,-2 0-1,-1 0 0,-2-1 1,0-1-1,-2 0 1,-1 0-1,6-55 1,-14 81-114,1 0 377,-1-1 1,1 0-1,-1 1 0,0-1 1,-1 0-1,-1-8 0,2 12-318,-1 0 0,1 0 0,-1 0 0,0 0 0,0 0 0,1 0 0,-1 0 0,0 1 0,0-1 0,0 0 0,0 0 0,0 1 0,1-1 0,-1 1 0,-1-1 0,1 1 0,0-1-1,0 1 1,0 0 0,0-1 0,0 1 0,0 0 0,0 0 0,0 0 0,-1 0 0,1 0 0,0 0 0,0 0 0,-2 0 0,-3 2 37,1-1 0,0 0 0,0 1 0,0 0 0,0 0 0,0 0 0,1 1 0,-1 0 0,1 0 0,-1 0 0,1 0 0,0 1 0,0-1 0,0 1 0,-5 8 0,-8 10 481,-24 39 0,40-59-602,-11 19 178,1 1-1,0 0 0,2 0 1,1 1-1,1 0 0,1 1 1,1 0-1,1 0 0,1 0 1,1 0-1,1 0 0,2 25 1,0-38-226,0-1 0,0 0 0,1 1 0,0-1 0,1 0 0,0 0 0,1 0 1,0-1-1,0 1 0,1-1 0,0 0 0,10 12 0,-10-15-290,0 0 0,0-1 0,1 0 0,-1 0 0,1 0 0,0-1 0,12 6 0,-12-7-456,0 0 0,1 0 1,-1-1-1,1 0 0,0-1 0,0 1 0,0-1 1,13 0-1,21-1-5609,4-2-3428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4866,'0'0'14839,"-32"92"-12710,14-44-720,3 5-513,7-1-432,1-2-464,5-4-32,0-2-1376,2-4-1554,0-3-1216,0-5-2641,0-7-2113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8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1681,'0'0'11226,"6"5"-9684,6 7-1070,0 0 0,-1 1-1,0 0 1,-1 0 0,-1 1-1,11 22 1,45 104 790,-49-104-909,-1 0-283,-1 1 0,-1 0-1,-2 1 1,-2 0 0,-2 0-1,-1 1 1,-2 0-1,-1 61 1,-4-88-122,-1-1-1,0 0 0,0 0 1,-2 0-1,1 0 1,-1 0-1,0 0 0,-1-1 1,-1 0-1,0 0 1,0-1-1,0 1 0,-10 9 1,-12 11-535,-2-1 1,-44 34-1,33-29-639,-17 12-3015,-7-4-5804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0 4626,'0'0'10421,"-104"165"-7588,79-87-1584,6 3-833,0 7 128,0-9-272,0-5-64,1-12-192,1-7-16,2-16-288,9-14-768,-4-10-1361,10-40-13495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9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7251,'0'0'2431,"20"-13"-1,64-35 625,-81 46-2854,-1 1 1,1-1-1,0 1 0,0 0 1,0 0-1,0 0 1,-1 0-1,1 1 0,1-1 1,-1 1-1,0 0 0,0 0 1,0 0-1,0 0 1,0 1-1,0-1 0,3 2 1,-4-1-90,1 0 1,-1 0 0,0 0 0,0 1 0,0-1-1,-1 1 1,1-1 0,0 1 0,-1 0-1,1 0 1,-1 0 0,1 0 0,-1 0-1,0 0 1,0 0 0,2 4 0,0 4 108,0 0 0,-1 1 1,0-1-1,-1 1 0,0 0 1,-1 15-1,1-20-159,-1 1 0,0-1 0,0 0-1,-1 1 1,1-1 0,-2 0 0,1 0 0,-1 0 0,0 1-1,0-1 1,0-1 0,-1 1 0,0 0 0,0-1 0,0 1-1,-1-1 1,0 0 0,0 0 0,0-1 0,-1 1 0,0-1-1,-6 5 1,5-4-93,0-1-1,0 0 0,-1 0 1,1 0-1,-1-1 0,0 0 1,0 0-1,0-1 0,0 0 1,0 0-1,-1-1 1,1 0-1,-11 0 0,17-1-124,0 0 0,-1-1-1,1 1 1,0 0 0,0-1-1,0 0 1,0 1 0,0-1-1,0 1 1,0-1 0,0 0-1,0 0 1,1 0 0,-1 0-1,0 1 1,0-1 0,1 0-1,-1 0 1,0 0 0,1 0-1,-1-1 1,1 1 0,-1 0-1,1 0 1,0 0 0,-1 0 0,1 0-1,0-1 1,0 1 0,0 0-1,0 0 1,0 0 0,0-1-1,1 0 1,-2-2-492,1 1-1,1 0 1,-1-1 0,0 1-1,1-1 1,0 1 0,0 0-1,0 0 1,0-1 0,0 1-1,1 0 1,2-4 0,23-16-5168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63 7123,'0'0'14498,"-6"20"-13458,-18 64-362,22-76-587,0 1 0,1-1 0,0 0 0,0 11 0,1-17-79,0 0 0,1 1 0,-1-1 0,0 0 0,1 0 0,-1 1 0,1-1 0,0 0 0,0 0 0,0 0 0,0 0 0,2 2 0,-1-1-15,0-1 0,1-1-1,0 1 1,-1 0 0,1-1 0,0 1-1,0-1 1,0 0 0,0 0 0,0 0-1,0 0 1,0 0 0,0-1 0,0 1-1,0-1 1,0 0 0,0 0-1,6-1 1,-6 1 8,-1 0-1,1-1 0,-1 1 1,1-1-1,-1 1 1,1-1-1,-1 0 0,1 0 1,-1 0-1,1 0 1,-1 0-1,0-1 0,0 1 1,0-1-1,0 0 1,3-2-1,-1-1 21,0 1-1,0-1 1,-1 0 0,1-1-1,-1 1 1,4-11 0,-2 2 110,0 0 1,-1 0 0,-1-1 0,0 0-1,1-17 1,-3 19 20,0 5-22,-1-1 0,0 0 1,0 0-1,-1-10 1,0 17-126,1 1 1,0-1 0,0 1 0,-1 0 0,1-1 0,-1 1-1,1-1 1,-1 1 0,0 0 0,1 0 0,-1-1-1,0 1 1,0 0 0,0 0 0,0 0 0,0 0 0,0 0-1,0 0 1,0 0 0,-1 0 0,1 0 0,0 1 0,0-1-1,-1 1 1,1-1 0,0 0 0,-1 1 0,1 0-1,-1-1 1,1 1 0,-3 0 0,0 0-160,0-1 0,0 1 0,0 1 1,0-1-1,0 0 0,0 1 0,0 0 0,0 0 0,1 0 0,-8 4 1,10-4-155,-1 0 0,0 0 0,1 0 1,-1 1-1,1-1 0,-1 0 1,1 1-1,0-1 0,0 1 0,0 0 1,0-1-1,0 1 0,0 0 1,0 0-1,0 0 0,1 0 0,-1 0 1,1-1-1,-1 1 0,1 0 1,0 0-1,0 0 0,0 4 1,0 14-6506,0-5-1792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29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3105,'0'0'8692,"0"146"-5234,0-89-465,0-1-1456,0-3-785,-5-5-319,-13-9-225,-1-5-208,0-9-112,2-6-449,3-9-1135,5-10-1650,3 0-1520,-2-6-1009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0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88 4946,'0'0'2764,"19"-14"608,61-45 358,-49 45-1252,-30 14-2373,-1 0 0,1 0 0,0-1 0,-1 1 1,1 0-1,-1 0 0,1 0 0,0 0 0,-1 1 0,1-1 1,-1 0-1,1 0 0,0 0 0,-1 0 0,1 1 0,-1-1 0,1 0 1,0 0-1,-1 1 0,1-1 0,-1 0 0,1 1 0,-1-1 1,1 1-1,0 1 176,0 1 0,-1-1 0,1 0 0,0 1 0,-1-1 0,0 0 0,1 1 0,-1-1 0,0 0 1,0 1-1,0-1 0,-1 4 0,0 3-78,0-2 36,0 0-1,-1 0 1,0 0-1,0-1 1,0 1-1,-1 0 1,0-1-1,-1 0 1,1 1-1,-1-1 1,0-1-1,-1 1 1,1 0-1,-1-1 1,-11 9-1,3-3-8,-1 0 0,0-1-1,-1 0 1,0-1 0,-25 11 0,36-18-527,-1-1 0,1 1 0,-1-1 1,0 0-1,1 0 0,-1-1 0,0 1 1,-5-1-1,10 0 48,-1-1 0,1 1 1,-1 0-1,1-1 0,0 1 0,-1 0 1,1 0-1,0-1 0,0 1 0,-1-1 1,1 1-1,0 0 0,0-1 0,0 1 0,-1-1 1,1 1-1,0 0 0,0-1 0,0 1 1,0-1-1,0 1 0,0-1 0,0 1 0,0-1 1,0 1-1,0 0 0,0-1 0,0 1 1,0-1-1,0 0 0,3-16-5835,7-8-3603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1 4978,'0'0'4834,"-123"73"-1456,67-21-353,-11 13-1264,0 12-208,2 11-272,13 6-257,18-4-464,18-11-336,16-12-224,23-16-464,35-8-2049,11-15-3154,11-18-4481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7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1265,'0'0'7302,"18"-13"-6046,-7 5-973,71-52 1038,-22 7 2616,-41 39 2079,-19 14-5946,-24 31 1624,11-18-1584,-8 9 82,-33 42-1,49-57-185,1-1-1,0 1 0,0 0 1,0 0-1,1 0 1,0 1-1,0-1 0,1 1 1,0-1-1,0 1 0,0 16 1,2-23-18,0 1 1,0-1 0,0 1 0,0 0-1,1-1 1,-1 1 0,1 0 0,-1-1 0,1 1-1,-1-1 1,1 1 0,0-1 0,0 0-1,0 1 1,0-1 0,0 0 0,0 1 0,0-1-1,0 0 1,3 2 0,0-1-30,-1 0 0,1 0 0,-1-1 0,1 1 0,0-1 0,0 0 0,0 0 0,6 1 0,3-1-109,0 0 1,1-1-1,-1-1 1,19-2-1,-24 1 93,-1 0 0,0 0 0,0 0 0,0-1 0,0 0 1,-1-1-1,1 1 0,-1-1 0,0-1 0,0 1 0,0-1 0,0 0 0,-1 0 0,0-1 1,0 1-1,0-1 0,-1 0 0,0 0 0,0-1 0,-1 1 0,0-1 0,0 0 0,4-12 0,-2 2 91,-1 0-1,-1 0 0,0 0 1,-1 0-1,0-1 0,-2 1 1,0 0-1,-1-1 0,-4-19 0,4 34-9,1 0 0,-1-1 0,-1 1 0,1 0 0,0 0 0,-1 0 0,0 0 1,0 0-1,1 0 0,-2 0 0,1 1 0,0-1 0,0 1 0,-1-1 0,0 1 0,1 0 0,-1 0 0,0 0 0,0 1 0,0-1 0,0 0 0,0 1 0,-1 0 0,1 0 0,0 0 0,0 0 0,-1 1 0,1-1 0,-1 1 0,1 0 0,-1 0 0,1 0 0,0 0 0,-1 0 0,1 1 0,-1 0 0,1 0 0,-4 1 0,5-1-241,0 1 0,0-1 0,0 1 0,0 0 0,0-1 0,1 1 1,-1 0-1,0 0 0,1 0 0,-1 0 0,1 0 0,0 1 0,0-1 0,0 0 0,0 1 1,-1 3-1,1-4-422,1 0 0,-1 0 1,1 0-1,-1 0 0,1 0 1,-1 1-1,1-1 0,0 0 1,0 0-1,0 0 0,1 1 0,-1-1 1,0 0-1,1 0 0,-1 0 1,1 0-1,0 1 0,0-1 1,1 3-1,17 6-5153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3810,'0'0'5826,"0"123"-2960,-8-52 191,-4 11-1456,1 6-353,1-2-575,-1-1-353,1-5-240,-3-13-80,1-13-96,-3-16-929,2-9-511,3-15-1474,-3-7-1312,1-7-1296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1489,'0'0'10394,"20"-16"-7145,61-44-762,-81 59-2435,1 1 0,0-1 0,0 0 0,0 1 0,0-1 0,-1 1 0,1-1 0,0 1 0,0-1 0,0 1 0,0 0 0,0-1 1,0 1-1,0 0 0,0 0 0,0 0 0,0 0 0,0 0 0,0 0 0,0 0 0,0 0 0,0 0 0,0 1 0,0-1 0,0 0 0,0 1 0,0-1 0,0 0 0,0 1 1,0-1-1,0 1 0,0 0 0,0-1 0,0 2 0,1 0 57,-1 0 0,0 0 0,0 1 0,0-1 1,-1 0-1,1 1 0,0-1 0,-1 1 0,1 2 0,-1 0 110,2 6 45,0 1 1,-1-1-1,-1 0 0,0 1 1,-1-1-1,0 0 0,0 1 1,-1-1-1,-4 14 0,3-17-210,0 0-1,-1-1 0,0 1 0,0-1 0,0 0 1,-1 0-1,0 0 0,0-1 0,-1 0 0,1 0 0,-2 0 1,1 0-1,-11 6 0,9-8-396,2-6-4517,3-15-2300,3-5 1323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8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5683,'0'0'13078,"21"-5"-11654,67-13-290,-84 17-1059,1 0-1,0 0 1,0 0-1,0 0 1,0 1-1,-1 0 1,1 0-1,0 0 1,0 0 0,0 1-1,0 0 1,0 0-1,-1 0 1,1 1-1,0-1 1,6 5-1,-47-7-159,28-2 91,1 1 1,0-1-1,-1-1 0,2 1 1,-1-1-1,0 0 0,-7-7 1,8 7 16,0-1 0,0 1 0,0 0 0,0 1 0,-1 0 0,0 0 1,1 0-1,-9-1 0,14 5-7,0-1-1,1 1 1,-1 0 0,0 0 0,1 0 0,-1 0 0,1 0 0,0 0-1,-1 0 1,1 0 0,0 0 0,0 1 0,-1-1 0,1 0-1,0 0 1,0 0 0,0 0 0,0 0 0,0 0 0,1 0-1,-1 0 1,1 2 0,-1 2 28,0 19-151,-1-5 51,1 0 1,1-1-1,1 1 1,4 23-1,-4-36-266,0-1 0,0 0-1,0 0 1,0 1 0,1-2 0,0 1-1,6 9 1,-6-11-194,0 0 0,1 0 0,-1 0 0,1 0 0,-1 0 0,1-1-1,0 1 1,0-1 0,0 0 0,0-1 0,5 3 0,30 4-5941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8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70 266 3794,'0'0'18363,"-9"19"-16824,-29 62-688,35-76-736,1 0 0,-1 1 0,1-1 0,0 1 0,1-1 0,-1 1 0,1 0 0,1-1 0,-1 1 0,1 7 0,0-10-80,0-2 2,-2-5-22,1 0 0,1 1 0,-1-1 0,0 0 0,1 0 0,0 1 0,0-1 0,0 0 0,1-6 0,0-6-8,-1-1 3,1 1-1,0-1 1,1 1 0,1-1-1,0 1 1,1 0-1,1 0 1,0 1 0,2-1-1,-1 1 1,2 0 0,0 1-1,1 0 1,17-21-1,-18 24-177,1 1 0,0 1-1,1 0 1,0 0 0,0 0-1,1 1 1,0 1 0,0 0 0,1 1-1,0 0 1,23-8 0,-18 9-880,0 1 1,0 1 0,1 1 0,-1 0 0,20 1 0,5 1-3318,-1 4-2174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0 3650,'0'0'5696,"-19"7"-1908,-5 0-2297,0 2-1,1 1 1,1 1 0,-1 1-1,2 0 1,-1 2 0,-23 20-1,37-26-957,0 0 0,1 1-1,-8 12 1,13-19-484,0 0 1,1 0 0,0 1 0,-1-1-1,1 1 1,0-1 0,0 1-1,0-1 1,1 1 0,-1-1-1,0 1 1,1 0 0,0 0-1,0-1 1,0 1 0,0 0-1,0-1 1,0 1 0,2 5 0,-1-8-53,-1 1 1,1 0 0,0-1 0,0 1 0,0 0 0,-1-1-1,1 1 1,0-1 0,0 1 0,0-1 0,0 0 0,0 1 0,0-1-1,0 0 1,0 0 0,0 0 0,0 0 0,0 1 0,0-1-1,1-1 1,29 1-52,-19-1 34,2 0-64,0 0 1,0-1 0,-1 0 0,1-1 0,0-1 0,-1 0 0,0-1 0,15-8 0,-2 0-154,-1-2-1,46-34 1,-51 36 581,-20 14-318,0 0-1,1 0 1,-1-1-1,1 1 1,-1 0-1,0 0 0,0-1 1,1 1-1,-1 0 1,0 0-1,0 0 1,0 0-1,0 0 1,0-1-1,0 1 1,0 0-1,0 0 0,-1 1 1,1 10 24,0-5-264,0 0 1,1 0-1,0 0 0,1 0 1,-1 0-1,1-1 0,0 1 1,1-1-1,0 1 0,3 5 0,-4-8-481,1-1 0,-1 0 0,1 1 0,-1-1 0,1 0 0,0 0 0,6 4 0,-6-5-298,0-1-1,0 1 0,0-1 1,0 1-1,0-1 0,0 0 1,0 0-1,1-1 1,-1 1-1,6 0 0,14-1-5838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9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5555,'0'0'17549,"3"-3"-15735,-3 3-1766,0 0 0,0 0 0,0-1 0,0 1 0,1 0 0,-1-1 0,0 1 0,0 0 0,0 0 0,1 0 0,-1-1 0,0 1 0,0 0 0,1 0 0,-1 0 0,0 0 0,1-1 0,-1 1 0,0 0 0,0 0 0,1 0 0,-1 0 0,0 0 0,1 0 0,-1 0 0,0 0 0,1 0 0,-1 0 0,0 0 0,1 0 1,-1 0-1,0 0 0,1 0 0,-1 0 0,0 0 0,0 1 0,1-1 0,-1 0 0,0 0 0,1 0 0,-1 0 0,0 1 0,0-1 0,1 0 0,-1 0 0,0 1 0,0-1 0,0 0 0,1 1 0,4 22 1469,2 15-762,-6-37-767,-1 0 0,1 0 0,-1 0 1,1 1-1,-1-1 0,1 0 0,0-1 1,0 1-1,-1 0 0,1 0 0,0 0 1,0 0-1,0 0 0,0-1 0,0 1 1,0 0-1,0-1 0,0 1 0,0-1 0,0 1 1,0-1-1,1 0 0,-1 1 0,0-1 1,0 0-1,0 0 0,2 0 0,6 0-155,-1-1-1,1 0 0,0-1 1,-1 0-1,1 0 0,-1-1 0,0 0 1,0-1-1,0 0 0,8-5 0,0-1 294,-1 0-1,0-1 0,25-25 2270,-39 36-2387,0 1 1,0 0-1,0-1 0,1 1 0,-1 0 0,0 0 1,0 0-1,0-1 0,0 1 0,0 0 0,0 0 1,0 1-1,-1-1 0,1 0 0,0 0 0,-1 0 1,1 0-1,0 2 0,4 5-148,0-2-404,0-1-1,1 0 1,-1 0 0,1 0-1,0-1 1,0 0 0,0 0-1,1 0 1,13 5-1,-12-7-876,0 1 0,0-1 0,0-1 0,17 2-1,19-2-7107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3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272 603 4322,'0'0'16514,"-22"-6"-13224,-70-19-1388,86 23-1755,1 1-1,0-1 1,-1 2-1,1-1 1,0 0-1,-1 1 1,1 0 0,-1 1-1,1-1 1,-1 1-1,1 0 1,0 0 0,-1 1-1,1-1 1,0 1-1,0 0 1,0 1-1,0-1 1,0 1 0,1 0-1,-5 4 1,5-3-127,0 0 0,0 1 0,1-1 0,0 1 0,0 0 1,0 0-1,1 0 0,-1 0 0,1 0 0,0 0 0,1 1 0,-1-1 0,1 1 1,0 0-1,1-1 0,-1 11 0,1-15-25,0 0-1,0-1 1,0 1 0,1 0-1,-1-1 1,0 1 0,0-1-1,0 1 1,1-1 0,-1 1-1,0 0 1,1-1 0,-1 1-1,0-1 1,1 1 0,-1-1-1,1 1 1,-1-1 0,1 0-1,-1 1 1,1-1 0,-1 1-1,1-1 1,-1 0 0,1 0-1,-1 1 1,1-1 0,0 0-1,26 3-155,-20-4 77,0 0-1,1 0 1,-1-1 0,0 0-1,10-4 1,2-4-278,0-2 0,0 0 0,-2-1 0,1-1 0,17-19-1,74-88-1186,-67 72 1452,-3-2-1,-3-1 0,-1-2 0,-3-1 0,31-75 1,-59 121 330,-1 0 0,0 0 0,-1 0 0,0-1 0,0 1 0,-1-1 0,0-12 0,-5 22 944,-4 4-1011,0 1 0,1 0 0,-1 0 0,1 1 0,1 0 0,-1 0 0,1 1 0,0 0 1,0 0-1,-4 8 0,-51 87 575,53-88-609,-10 19-23,1 1 0,2 0 0,1 1 0,1 0 0,3 1 1,0 0-1,3 1 0,1 0 0,-2 57 0,7-71-157,1-13-72,-1 0 0,1-1 0,2 16-1,-1-23 17,-1 0 0,1 0 0,-1 0-1,1 0 1,0 0 0,-1 0 0,1 0-1,0-1 1,0 1 0,1 0-1,-1 0 1,0-1 0,1 1 0,-1-1-1,1 1 1,-1-1 0,1 1-1,-1-1 1,1 0 0,0 0 0,2 1-1,4 1-857,0-1 0,1 0 0,-1-1 0,1 0-1,-1 0 1,1-1 0,0 0 0,16-3-1,38-5-9103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4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1 784,'0'0'18945,"22"0"-17200,180 0 1315,-201 0-3053,7 0 74,0 0-1,0 0 1,0 1-1,0 0 1,0 0-1,8 4 1,-14-5-74,-1 1 1,1 0-1,-1-1 0,1 1 1,-1 0-1,0 0 1,1 0-1,-1 0 0,0 1 1,0-1-1,0 0 1,0 0-1,0 1 1,0-1-1,0 1 0,0-1 1,0 1-1,-1-1 1,1 1-1,0-1 0,-1 1 1,0-1-1,1 1 1,-1 0-1,0-1 0,0 1 1,0 0-1,0-1 1,0 1-1,0 0 1,0-1-1,-1 1 0,1 0 1,-1-1-1,0 3 1,-1 1 19,0 0 1,0 0-1,0 0 1,-1-1-1,0 1 1,0-1-1,0 1 1,0-1-1,-1 0 1,0-1-1,0 1 1,-5 4 0,-58 38 475,48-34-268,-1 0-17,6-4 97,0 1 0,1 1 0,-17 14 0,27-22-260,1 0 1,0 0-1,0 1 1,-1-1 0,1 1-1,1 0 1,-1 0-1,0-1 1,1 1-1,-1 0 1,1 1 0,0-1-1,0 0 1,0 0-1,0 0 1,1 0 0,-1 1-1,1-1 1,0 0-1,0 1 1,0-1-1,1 5 1,0-7-42,-1 0 0,1 0 0,-1 0 0,1 0 0,0 0-1,0 0 1,-1 0 0,1 0 0,0 0 0,0 0 0,0 0 0,0 0 0,0 0 0,0-1-1,0 1 1,0 0 0,0-1 0,1 1 0,-1-1 0,0 0 0,0 1 0,3-1 0,29 5 85,-29-5-88,18 1-354,0 0 1,0-2 0,0 0 0,0-2 0,-1 0 0,28-8 0,-34 6-1355,0-1 0,0 0 0,0-1 0,-1-1 0,21-14 0,7-11-7985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4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8404,'0'0'9972,"18"5"-8664,-5-2-967,-8-2-228,1 0 0,-1 0-1,1 0 1,-1 1-1,0 0 1,0 0-1,0 0 1,0 0 0,0 1-1,-1 0 1,1 0-1,-1 1 1,1-1-1,-1 1 1,-1 0 0,1 0-1,0 0 1,-1 0-1,5 8 1,3 12 689,-2 1-1,0 0 1,-2 0 0,0 1 0,5 51-1,-9-28-33,-1 1-1,-7 60 0,2-83-635,0-1-1,-2 1 0,-2-1 1,0-1-1,-1 1 0,-2-1 1,0-1-1,-27 44 0,25-49-374,-1-1-1,0 0 1,-2-1-1,0-1 1,0 0-1,-2-1 1,0-1-1,-1 0 1,0-2-1,-39 22 1,52-32-800,1-1-1,-1 1 1,0-1 0,1 1 0,-1-1 0,0 0 0,0-1 0,-5 1-1,-18-1-9456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43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45 2353,'0'0'7753,"4"-5"-6374,17-23 5531,-35 18-6472,7 9-355,0 1 0,1 0 1,-1 0-1,1 1 0,-1-1 0,1 2 1,-1-1-1,1 1 0,-1 0 1,-11 5-1,0 3 147,0 0 1,-19 15-1,6-3 116,28-21-301,0 2 1,0-1 0,1 0 0,0 0-1,-1 1 1,1-1 0,0 1 0,0 0-1,0 0 1,0 0 0,1 0 0,-1 0-1,1 0 1,0 0 0,0 0-1,0 1 1,0-1 0,1 0 0,-1 1-1,1-1 1,0 0 0,0 1 0,0-1-1,0 1 1,1-1 0,1 6 0,-1-7-37,1 0 0,-1-1 1,1 1-1,0 0 0,0-1 0,0 1 1,-1-1-1,2 0 0,-1 0 1,0 1-1,0-1 0,0-1 1,0 1-1,1 0 0,-1 0 0,0-1 1,1 0-1,-1 1 0,1-1 1,2 0-1,4 1-10,1-1 1,-1 0-1,0 0 0,10-3 1,-16 2-5,0 0 0,0-1 0,0 1 1,0-1-1,-1 0 0,1 0 0,-1 0 0,1 0 0,-1-1 1,0 1-1,0-1 0,0 1 0,0-1 0,0 0 0,-1 0 1,1 0-1,1-5 0,20-55-127,-22 60 132,6-13 0,-6 13 16,0 1 1,0-1-1,0 0 0,0 1 1,0-1-1,0 0 0,-1 0 1,1-3-1,-1 6 19,1 0 0,-1 0-1,0 0 1,1 0 0,-1 0 0,0 0 0,1 0 0,-1 0 0,0 0-1,1 0 1,-1 0 0,0 0 0,1 0 0,-1 0 0,0 0 0,1 0-1,-1 1 1,0-1 0,0 0 0,1 0 0,-1 0 0,0 1 0,0-1-1,1 0 1,-1 0 0,0 1 0,0-1 0,0 0 0,1 1 0,2 8 146,1-1 0,0 0 0,0 1 0,1-1 0,0-1 0,0 1 0,0-1 0,1 0 0,1 0 0,8 7 0,-9-9-340,0-1 0,1 0 0,0 0-1,0 0 1,0-1 0,1 0 0,-1 0 0,1-1 0,-1 0 0,1 0 0,0-1-1,13 1 1,60-2-8157,-38-4-266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44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214 450 5891,'0'0'11834,"-4"-11"-10198,-18-34-97,21 43-1396,-1-1-1,0 1 1,1 0-1,-1 0 1,0-1-1,-1 2 1,1-1 0,0 0-1,-1 0 1,1 1-1,0-1 1,-1 1-1,0 0 1,1 0-1,-1 0 1,0 0-1,-4-1 1,-1 1 132,-1 0 0,0 1 0,0-1 0,-9 2-1,0 0 215,15-1-451,1 0 0,-1 0 0,0 1 0,1-1 0,-1 1 0,0-1 0,1 1 1,-1 0-1,1 0 0,-1 0 0,1 0 0,0 0 0,-1 1 0,1-1 0,0 1 0,0 0 0,0 0 0,0-1 0,0 1 0,0 0 0,1 1 1,-3 2-1,1 0-23,1 0 1,0 0 0,0 0-1,0 0 1,1 1 0,0-1 0,0 0-1,0 1 1,0-1 0,1 8-1,0-11-19,0 0 0,1 0 0,-1-1 0,1 1 0,-1 0 0,1 0-1,0-1 1,-1 1 0,1 0 0,0-1 0,0 1 0,0 0-1,0-1 1,1 0 0,-1 1 0,0-1 0,0 0 0,1 1 0,-1-1-1,1 0 1,-1 0 0,1 0 0,0 0 0,-1-1 0,1 1 0,0 0-1,0-1 1,0 1 0,-1-1 0,1 1 0,3-1 0,9 2-3,-1-1 0,0 0 1,20-2-1,-17 1 20,-9-1-94,1 0 1,0 0 0,0-1-1,0 0 1,-1 0-1,1-1 1,-1 0 0,0 0-1,0-1 1,0 0 0,0 0-1,-1 0 1,1-1 0,-1 0-1,0-1 1,-1 1 0,1-1-1,6-9 1,9-14-500,-1 0 1,28-59 0,-36 67 546,46-103-376,-53 109 725,1-1-1,-2 0 1,0 0 0,-1-1 0,0 1-1,0-21 1,-4 42-216,0 0 0,0-1 0,0 1 0,-1-1 1,0 1-1,0-1 0,-2 5 0,-5 12-5,-2 17 186,2 1 0,1 0-1,2 1 1,2-1-1,2 57 1,2-94-351,0 1 0,0-1 1,0 1-1,0-1 0,1 1 0,-1 0 1,1-1-1,-1 1 0,1-1 1,0 0-1,0 1 0,0-1 0,1 0 1,-1 1-1,0-1 0,1 0 0,0 0 1,-1 0-1,1 0 0,0 0 0,3 2 1,0-1-458,0-1 1,0 0 0,-1 0-1,1 0 1,0-1 0,1 0-1,-1 0 1,0 0-1,10 0 1,66 0-10015,-37-1 2439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4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246 391 5619,'0'0'14668,"-6"-7"-13057,1 2-1346,0 0-1,0 0 1,0 1-1,0-1 1,-1 1-1,0 0 1,0 1-1,0 0 1,0 0-1,-1 0 1,1 0 0,-1 1-1,0 0 1,1 1-1,-1 0 1,0 0-1,0 0 1,-10 1-1,12 0-77,-6-1 143,1 1 1,0 1-1,0 0 0,-20 4 1,28-4-299,0 0 1,0-1 0,0 1-1,0 0 1,0 0-1,1 0 1,-1 0 0,0 0-1,0 1 1,1-1 0,-1 0-1,1 1 1,-1-1 0,1 1-1,0 0 1,-1-1-1,1 1 1,0 0 0,0 0-1,0 0 1,1 0 0,-1 0-1,0 0 1,1 0-1,-1 0 1,1 0 0,-1 0-1,1 0 1,0 4 0,0 0-28,0 1 1,0-1 0,1 0-1,0 1 1,0-1 0,0 0 0,1 0-1,0 0 1,4 9 0,-4-12-19,0 0 1,0-1-1,0 1 1,0 0-1,1-1 1,-1 0 0,1 1-1,0-1 1,0 0-1,-1 0 1,1-1-1,0 1 1,1 0-1,-1-1 1,0 0-1,0 0 1,1 0-1,-1 0 1,5 0 0,1 0-49,-1 0 0,1-1 0,-1 0 0,1 0 0,-1-1 0,1 0 0,-1-1 0,0 1 0,1-2 0,-1 1 0,0-1 0,0 0 0,-1-1 0,12-7 0,6-6-368,-1 0-1,40-39 1,-55 48 281,23-23-469,52-62 0,-72 77 545,-1 0 0,0-1 0,0-1 1,-2 1-1,0-2 0,8-25 0,-15 33 90,0 0 1,0 0-1,-1 0 0,0-17 0,-1 27 15,0 0 0,0 0 0,0 0 1,0 0-1,-1 0 0,1 0 0,0 0 0,-1 0 0,1 0 0,-1 0 1,1 0-1,-1 0 0,0 0 0,1 0 0,-1 1 0,0-1 0,1 0 1,-1 0-1,0 1 0,0-1 0,0 0 0,0 1 0,0-1 0,0 1 1,0 0-1,0-1 0,0 1 0,0-1 0,0 1 0,0 0 0,0 0 1,0 0-1,0 0 0,0 0 0,0 0 0,0 0 0,0 0 0,0 0 1,0 0-1,-1 1 0,-4-1 76,1 1 1,0 0 0,0 0-1,0 1 1,0-1 0,1 1-1,-9 4 1,3 2 8,0-1 1,0 1-1,1 0 1,1 1-1,-1 0 1,1 1-1,1 0 1,0 0-1,0 0 1,1 1-1,-7 17 0,4-7 25,1 0 0,2 0 0,0 1 0,1 0-1,-4 36 1,8-40-97,0 1 1,2 30-1,0-43-60,0 0 0,0-1 0,0 1 0,1 0 0,-1-1 0,1 0 0,1 1 0,-1-1 0,1 0 0,0 0 0,0 0 0,8 8 0,-4-6-183,1 0-1,0-1 1,0 0-1,1 0 1,0-1-1,0 0 1,0 0-1,1-1 1,0 0-1,-1-1 1,17 4-1,2-2-1456,-1-2-1,1 0 1,29-2-1,27-1-6703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3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7652,'0'0'13811,"4"13"-12162,1 2-1211,-1-1 1,-1 1-1,0 0 0,-1 0 0,0 0 1,-2 24-1,-4 10 651,-23 93 0,19-114-1134,-1 0 0,-1-1 0,-1 0 0,-24 42 0,20-50-71,-3-6-3574,17-13 3447,1 0 0,-1 0 0,0 1 0,1-1 0,-1 0 0,0 0 0,1 0 0,-1 0 0,0 0 0,1 0 0,-1 0-1,0 0 1,1 0 0,-1 0 0,0 0 0,1-1 0,-1 1 0,0 0 0,1 0 0,-1-1 0,0 1 0,1 0 0,-1-1 0,-1 0-225,1-1 0,0 1 0,0-1 0,0 1 1,0-1-1,1 1 0,-1-1 0,0 1 0,0-1 0,1 0 1,-1 1-1,1-1 0,-1-2 0,-5-40-7186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3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5507,'20'-18'3102,"-3"1"-2177,-4 2 52,2 2 1,0-1 0,0 2 0,1 0 0,1 1-1,34-17 1,-41 23-443,1 0-1,0 1 1,1 0-1,-1 1 1,1 1-1,-1-1 1,1 2 0,0 0-1,0 0 1,17 2-1,-26-1-439,-1 1-1,0 0 1,1-1-1,-1 1 0,0 0 1,0 0-1,0 0 1,0 0-1,0 1 1,0-1-1,0 1 0,0-1 1,0 1-1,-1 0 1,1-1-1,-1 1 1,1 0-1,-1 0 1,0 0-1,0 0 0,0 0 1,0 0-1,0 1 1,0-1-1,0 0 1,-1 0-1,1 1 1,-1-1-1,1 4 0,0 9 337,1-1 0,-2 1 0,-2 22 0,2-34-332,-1 6 1,0 0-1,-1-1 1,0 0 0,0 1 0,-1-1 0,0 0 0,0 0 0,-1 0 0,0-1 0,0 1 0,-1-1-1,0 0 1,0 0 0,-1-1 0,0 0 0,0 0 0,-1 0 0,1 0 0,-1-1 0,0-1-1,-1 1 1,1-1 0,-1 0 0,0 0 0,0-1 0,-10 3 0,17-6-156,1 0 1,-1 0 0,0 0-1,1 0 1,-1 0 0,0 0-1,1 0 1,-1 0-1,0 0 1,1 0 0,-1 0-1,1-1 1,-1 1-1,0 0 1,1 0 0,-1-1-1,1 1 1,-1 0-1,1-1 1,-1 1 0,0 0-1,1-1 1,0 1-1,-1-1 1,1 1 0,-1-1-1,1 1 1,0-1-1,-1 1 1,1-1 0,0 1-1,-1-1 1,1 0 0,0 1-1,0-1 1,0 1-1,0-1 1,-1 0 0,1 1-1,0-1 1,0-1-1,1-32-2378,0 28 1822,-1 2 141,1 1 1,-1-1-1,1 1 1,0-1 0,0 1-1,0 0 1,1-1-1,-1 1 1,1 0-1,0 0 1,0 0-1,0 0 1,4-4-1,1 0-1288,0 1 0,0 0-1,1 0 1,8-4 0,25-14-6888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4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4082,'0'0'18179,"4"11"-16242,0-1-1481,1 2 88,0-1 0,-1 1 1,-1 0-1,3 15 0,-6-24-496,1 0-1,-1 0 1,1 0 0,0 0-1,0 0 1,0 0 0,0 0-1,1 0 1,-1-1-1,1 1 1,0 0 0,0-1-1,0 1 1,0-1-1,0 0 1,0 0 0,0 0-1,1 0 1,-1 0 0,1 0-1,0-1 1,-1 1-1,1-1 1,0 0 0,0 0-1,0 0 1,0 0-1,0 0 1,0 0 0,4-1-1,0 1-148,-1-1 0,1 0 0,-1-1 0,1 0 0,-1 0 0,1 0 0,-1-1 0,1 0 0,-1 0 0,0 0 0,0-1 0,0 0 0,8-6 0,-2 2-155,-1-2 1,1 0 0,-2 0 0,17-19 0,-23 24 410,-1-1 1,1 0 0,-1 0 0,0 0 0,-1 0 0,1-1 0,-1 1-1,0-1 1,0 0 0,-1 1 0,0-1 0,0 0 0,0 0 0,-1-7 1309,11 24-1457,-8-4-474,1 0 0,-1 0 1,1-1-1,0 0 0,1 1 0,-1-2 0,1 1 0,0 0 0,1-1 0,-1 0 0,1 0 0,10 6 0,-9-8-960,-1 0 0,1 0-1,-1 0 1,1 0 0,0-1-1,0-1 1,0 1 0,9 0-1,17-1-8006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157 607 13606,'0'0'3455,"-20"-1"-317,-59-6 783,77 6-3804,0 1 0,0 0 0,0 0 0,0 0 0,0 0 0,0 0 0,0 0 0,0 0 0,0 0 0,0 1 0,0-1 0,0 1 0,1 0-1,-1 0 1,0-1 0,0 1 0,0 0 0,1 0 0,-1 1 0,1-1 0,-1 0 0,1 0 0,-1 1 0,1-1 0,0 1 0,-1 0 0,1-1 0,0 1-1,0 0 1,0-1 0,1 1 0,-1 0 0,0 0 0,1 0 0,-2 4 0,1 1-108,1 1 0,0-1 1,0 1-1,0-1 0,1 1 0,3 12 0,-2-12-10,1 1 0,0-1 0,1 0-1,-1 0 1,2-1 0,6 11 0,-6-10 2,0 0 1,0 0 0,-1 0-1,0 0 1,-1 1-1,5 14 1,-7-17 8,0 0 0,0 0 0,0 0 0,-1 0 0,0 0 0,0 0 0,0 0 0,-1 1 1,-2 7-1,2-11-46,0-1 1,0 0 0,0 0-1,0-1 1,-1 1 0,1 0-1,-1 0 1,1 0 0,-1-1 0,1 1-1,-1-1 1,0 1 0,0-1-1,0 0 1,0 0 0,0 0-1,0 0 1,0 0 0,0 0 0,0-1-1,0 1 1,-1 0 0,1-1-1,0 0 1,0 0 0,-1 0 0,1 0-1,-5 0 1,7 0-53,-1 0 0,1 0 0,-1 0 0,0 0 1,1 0-1,-1-1 0,1 1 0,-1 0 0,1 0 0,-1 0 0,0-1 1,1 1-1,-1 0 0,1-1 0,-1 1 0,1 0 0,0-1 0,-1 1 1,1-1-1,-1 1 0,1-1 0,0 1 0,-1-1 0,1 1 0,0-1 1,-1 1-1,1-1 0,0 1 0,0-1 0,0 1 0,-1-1 0,1 0 1,0 1-1,0-1 0,0 1 0,0-1 0,0 0 0,0-2-158,0 0 0,1 0 0,-1 1-1,1-1 1,-1 0 0,1 0 0,0 1 0,2-5-1,6-7-254,1-1 0,0 2 0,1 0-1,1 0 1,0 1 0,0 0 0,19-12 0,1-4-6,266-247-3882,-234 209 2873,-3-2-1,72-105 1,-117 150 1526,24-48 0,-36 62 618,-1 0 1,0 0 0,0-1-1,-1 1 1,2-12-1,-4 21-506,0-1 0,0 1 1,0 0-1,0-1 0,0 1 0,0 0 0,0-1 0,0 1 0,0-1 0,0 1 0,0 0 0,0-1 0,0 1 0,0 0 0,0-1 0,0 1 1,-1 0-1,1-1 0,0 1 0,0 0 0,0-1 0,-1 1 0,1 0 0,0 0 0,0-1 0,0 1 0,-1 0 0,1 0 0,0-1 1,-1 1-1,1 0 0,0 0 0,-1 0 0,1 0 0,0 0 0,-1-1 0,1 1 0,-1 0 0,-18 4 1783,-17 17-436,18-4-795,0 0 0,1 1 0,1 1 0,1 1 0,-14 22 0,-60 114 1433,86-150-2042,-29 55 1049,-42 115 1,63-143-914,2 1 0,1 0 0,2 0 1,1 0-1,-1 52 0,6-69-208,0-13-5,-1 0 0,1 0 1,0 0-1,1 0 0,-1 0 1,1 0-1,0 0 0,1 5 1,-1-8-21,0 0 0,0 1 1,0-1-1,0 0 0,0 0 1,0 0-1,1 0 0,-1 0 0,0 0 1,1-1-1,-1 1 0,0 0 1,1-1-1,-1 1 0,1 0 1,-1-1-1,1 0 0,-1 1 1,1-1-1,-1 0 0,1 0 0,0 0 1,-1 0-1,1 0 0,1-1 1,2 1-48,1 0 0,-1-1 0,0 0 0,1-1 0,-1 1 0,0-1 0,0 0 0,0 0 0,0 0 0,0-1 0,-1 0 0,1 0 1,6-6-1,5-5-143,0-2 0,15-19 0,-13 15-51,-7 6 216,-11 12 51,1 0 0,0 1 0,0-1 0,0 0 0,1 1 0,-1-1 0,0 1 0,0-1 0,1 1 1,-1 0-1,1 0 0,0-1 0,-1 1 0,1 0 0,0 0 0,-1 1 0,1-1 0,0 0 0,0 0 0,0 1 0,0-1 0,0 1 0,0 0 1,0 0-1,-1-1 0,1 1 0,0 1 0,0-1 0,0 0 0,0 0 0,0 1 0,0-1 0,2 1 0,41 21-3373,-37-18 2063,0 1-1,0-1 1,1-1 0,-1 0 0,1 0-1,0 0 1,0-1 0,10 1 0,26-2-5493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49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33 1072,'0'0'15688,"3"-8"-14080,-3 7-1590,8-22 819,-11 31 331,-22 57 1091,-37 117 267,48-130-3083,-3-1 0,-2 0 1,-34 63-1,45-101-825,0 1-1,-1-2 1,-21 24-1,25-31 31,0 0 0,-1-1 0,0 1 0,0-1 0,0 0 1,-10 4-1,-12 2-5836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1 571 4706,'22'-13'2705,"-15"9"-2481,59-34 2640,71-31 0,151-40 2949,-142 57-5043,144-74 0,-261 110-768,-1 0 0,33-26-1,-57 39-4,-1 0-1,0 0 1,0-1-1,0 1 0,0-1 1,0 1-1,-1-1 0,4-7 1,-5 10 1,-1 0 1,0 0 0,1 0-1,-1 0 1,1 0-1,-1 0 1,0 0-1,0 0 1,0 0 0,0 0-1,1 0 1,-1 0-1,0-1 1,-1 1 0,1 0-1,0 0 1,0 0-1,0 0 1,-1 0-1,1 0 1,0 0 0,-1 0-1,1 0 1,-1 1-1,1-1 1,-1 0 0,0 0-1,1 0 1,-1 0-1,0 1 1,0-1 0,1 0-1,-1 1 1,0-1-1,0 0 1,0 1-1,0-1 1,0 1 0,0-1-1,-1 1 1,-9-3-18,1 0 0,0 1 0,-1 1 0,0 0 0,1 0 1,-1 1-1,0 0 0,1 1 0,-13 2 0,6 0-2,0 1-1,1 0 1,0 1-1,-1 1 1,-15 8-1,12-4 103,0 1-1,1 1 0,1 1 1,-1 0-1,2 1 0,0 1 1,1 1-1,0 0 0,2 1 1,0 1-1,0 0 0,2 1 1,0 1-1,2-1 0,0 2 1,1-1-1,-11 39 0,12-32 56,1 0 0,1 1 0,1 0 1,-1 40-1,6-68-150,2-1-31,9-4 58,0-1 0,0 0 0,-1-1 0,0 0 0,17-16 0,-15 12 1,-1 2 1,2 0-1,20-13 1,-32 22 297,-1 8 91,0 12-418,-1-8 91,1-1 0,0 1 0,1 0 0,3 17 0,-4-26-227,1-1 0,0 0 0,-1 0 0,1 1 0,0-1-1,0 0 1,0 0 0,0 0 0,1 0 0,-1 0 0,1 0 0,-1 0-1,1-1 1,-1 1 0,1 0 0,0-1 0,0 1 0,0-1 0,0 0-1,0 0 1,0 0 0,0 0 0,0 0 0,1 0 0,-1 0 0,0-1-1,1 1 1,2-1 0,45 0-8197,-25-3 1692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0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4770,'0'0'10357,"9"6"-9285,-2-1-861,0-1 0,0 1 0,1-1 0,0-1 0,0 1 0,0-1 0,0-1 0,0 1 0,1-2 0,-1 1 0,10 0 0,-6-2-63,-9 0-129,0 1 0,-1-1 0,1 0 0,0 0 0,0-1 1,-1 1-1,1-1 0,0 1 0,-1-1 0,5-1 1,-6 1-17,0 0 0,0-1 0,0 1 0,0 0 0,0 0 0,-1-1 0,1 1 1,0-1-1,0 1 0,-1-1 0,1 1 0,-1-1 0,0 1 0,1-1 0,-1 0 0,0 1 1,0-1-1,0 1 0,0-1 0,0 0 0,0-1 0,-1 0 47,0 0-1,0 0 1,0 1 0,0-1-1,-1 0 1,1 1 0,-1-1-1,1 1 1,-1-1 0,0 1-1,0 0 1,0 0 0,0 0-1,0 0 1,-1 0 0,1 0-1,-1 0 1,1 1 0,-1-1-1,1 1 1,-1 0 0,-4-2-1,-4-1 585,1 0-1,-1 0 0,0 1 0,-21-3 1,29 6-518,-28 0 1445,31 0-1540,-1 0 1,0 1 0,0-1 0,1 0 0,-1 1 0,0-1 0,0 1 0,1-1 0,-1 1 0,1-1-1,-1 1 1,0 0 0,1-1 0,-1 1 0,1 0 0,0-1 0,-1 1 0,1 0 0,-1 0 0,1-1-1,0 1 1,0 0 0,-1 0 0,1 0 0,0-1 0,0 1 0,0 0 0,0 0 0,0 0 0,0 1-1,0 2-84,0 0 0,0 0-1,0 0 1,0 0-1,1-1 1,-1 1-1,1 0 1,0 0-1,0 0 1,0-1-1,1 1 1,-1-1-1,1 1 1,0-1-1,0 1 1,0-1-1,1 0 1,-1 0-1,1 0 1,-1 0-1,1-1 1,0 1 0,0-1-1,0 0 1,1 1-1,-1-2 1,1 1-1,5 3 1,4 1-992,1-1 0,-1 0 0,1-1 0,-1 0 0,16 2 0,40 1-6542,-1-6-2010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4514,'0'0'19788,"6"3"-18446,-4-2-1234,0 0 0,0 0 1,0 1-1,0-1 0,0 0 0,0 1 1,0-1-1,-1 1 0,1 0 0,-1-1 1,1 1-1,-1 0 0,3 4 0,-3-2 52,1 0 0,-1 1 0,0-1-1,0 1 1,-1-1 0,1 1 0,-1 0-1,0 4 1,0 60 963,0-69-1173,1 0-156,5-2 68,0-1-1,-1 1 0,1-1 1,-1 0-1,0 0 1,0-1-1,0 0 1,5-5-1,10-6-300,45-26-639,88-42 0,-152 83 1194,-1 0 0,1 0 0,-1 0 0,1 1 0,-1-1 0,1 0 0,-1 0 0,1 1-1,-1-1 1,0 0 0,1 1 0,-1-1 0,0 0 0,1 1 0,-1-1 0,0 0 0,1 1-1,-1-1 1,0 1 0,0-1 0,1 1 0,-1-1 0,0 1 0,0-1 0,0 1 0,0-1 0,1 1-1,-1-1 1,0 1 0,0-1 0,0 1 0,0-1 0,0 1 0,0-1 0,-1 1 0,1-1-1,0 1 1,0 0 0,0 31-221,0-25 509,0 2-325,-1-6-107,1 0 0,0 0 0,0 0 0,1 0 0,-1 0 0,0 0 0,1 0 0,2 5-1,-3-7-101,1 0-1,0 0 1,0 0-1,0 0 0,0 0 1,1 0-1,-1 0 0,0 0 1,0-1-1,0 1 1,1 0-1,-1-1 0,0 1 1,1-1-1,-1 1 0,0-1 1,1 0-1,-1 0 1,1 0-1,-1 1 0,1-1 1,1-1-1,40 2-6109,-14-2-1230,-4-3-769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5603,'0'0'16476,"4"-3"-14296,-3 3-2102,-1-1 0,1 1 0,-1-1 1,1 1-1,0-1 0,-1 1 0,1 0 0,0-1 0,-1 1 0,1 0 1,0-1-1,-1 1 0,1 0 0,0 0 0,0 0 0,-1 0 0,1 0 0,0 0 1,0 0-1,-1 0 0,1 0 0,0 0 0,0 0 0,-1 0 0,1 0 0,0 1 1,-1-1-1,1 0 0,0 0 0,0 1 0,8 23 2561,0 4-1943,-8-26-704,0 1 0,0-1-1,0 1 1,0-1-1,1 1 1,-1-1-1,1 0 1,-1 0-1,1 0 1,0 0-1,0 0 1,0 0 0,0 0-1,0 0 1,1-1-1,-1 1 1,1-1-1,-1 0 1,0 0-1,6 2 1,-4-2-59,1-1-1,-1 0 1,1 0 0,-1 0-1,1 0 1,-1 0 0,0-1-1,1 0 1,-1 0 0,0 0-1,8-4 1,7-4-92,-1-1 0,0 0 1,0-2-1,20-17 0,-29 22 302,-1 0 1,0-1-1,8-12 1,-16 22 154,-1 0 0,1 1 0,0-1 1,-1 0-1,1 0 0,0 0 1,0 0-1,0 0 0,1 0 1,0 4-1,11 45-1824,-10-47 944,0 0 1,0 0-1,0-1 1,1 1-1,-1-1 1,1 1-1,0-1 1,0 0-1,7 5 1,-8-6-548,1 0 0,0-1 1,-1 1-1,1-1 1,0 0-1,0 0 1,0 0-1,6 1 0,12-1-10311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12742,'0'0'16423,"3"6"-15121,1 5-949,13 27 724,-16-37-1071,0 1-1,1-1 1,-1 1 0,0-1-1,1 0 1,-1 1-1,1-1 1,-1 0 0,1 0-1,-1 0 1,1 0-1,0 0 1,0 0 0,0-1-1,-1 1 1,1-1-1,0 1 1,0-1-1,0 1 1,4-1 0,6-1-462,1 0-1,-1-1 1,1-1 0,-1 0 0,0 0 0,0-2 0,0 1 0,-1-1 0,21-13 0,-23 13 321,9-4 106,45-20-456,-57 27 941,-1 0-1,1 1 1,0 0 0,0 0-1,9 0 1,-11 40 1534,-3-37-2025,0-1 1,0 1-1,1-1 0,-1 0 1,0 0-1,1 1 0,-1-1 1,1 0-1,-1 0 0,1 0 1,0 0-1,-1-1 1,1 1-1,0 0 0,0-1 1,-1 1-1,1-1 0,0 0 1,0 1-1,0-1 0,3 0 1,48-1-1290,-37 0 937,1-1 152,0-1 0,0-1 0,-1 0 0,1-2-1,-1 1 1,0-2 0,26-14 0,-40 31 5293,-2-7-5175,0-1 0,0 0 1,0 1-1,0-1 0,1 0 0,-1 1 0,1-1 0,-1 0 0,1 1 0,0-1 0,0 0 0,0 0 0,0 0 0,0 0 0,1 0 0,-1 0 0,0 0 0,1 0 0,3 2 0,5-1-961,0-1 0,0 0 0,0-1 0,0 0 0,0 0 1,12-2-1,-4 1-1016,33 0-6524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13254,'0'0'10800,"-15"24"-7735,0-1-2357,0-2-7,1 1 0,1 0 0,1 1 0,-17 48 0,27-63-539,-40 117 474,-66 133 1,108-258-637,0 0 0,0 0 0,0 0 0,0 0 0,0 0 0,0 0 0,0 1 0,0-1 0,-1 0 0,1 0 0,0 0 0,0 0-1,0 0 1,0 1 0,0-1 0,0 0 0,0 0 0,0 0 0,0 0 0,0 0 0,0 1 0,0-1 0,0 0 0,0 0 0,0 0 0,0 0 0,0 1 0,0-1 0,0 0 0,0 0 0,0 0 0,0 0 0,1 0 0,-1 0 0,0 1 0,0-1 0,0 0 0,0 0-1,0 0 1,0 0 0,0 0 0,0 0 0,1 0 0,-1 1 0,0-1 0,0 0 0,0 0 0,0 0 0,1 0 0,10-2 4,20-13-34,-24 12-3,10-5-456,0 1 1,1 0-1,0 1 1,1 1-1,-1 1 1,1 1-1,0 0 0,26 0 1,-45 4 494,1-1-1,0 0 1,0 0 0,0 0-1,0 1 1,0-1-1,0 1 1,0-1 0,0 0-1,-1 1 1,1-1 0,0 1-1,0 0 1,-1-1 0,1 1-1,0 0 1,-1-1-1,1 1 1,0 0 0,-1 0-1,1 0 1,-1-1 0,0 1-1,1 0 1,-1 0 0,0 0-1,1 0 1,-1 0-1,0 0 1,0 0 0,0 0-1,0 0 1,0 0 0,0 0-1,0 0 1,0 0 0,0-1-1,0 1 1,-1 0 0,1 0-1,0 0 1,-1 1-1,1 1 73,-1 0 0,0-1 0,1 1-1,-1 0 1,0 0 0,0-1 0,-1 1 0,1-1-1,0 1 1,-1-1 0,0 1 0,1-1-1,-4 3 1,-5 0 170,-1 0 1,0-1-1,0-1 0,0 1 0,-1-2 0,1 1 1,-23 0-1,-63 0 441,89-3-720,45-2-836,-1-2 0,59-14 0,-12 2-670,-23 5 791,57-17 0,-89 19 541,0-1 1,-1-1 0,-1-1 0,30-18 0,-51 27 338,-1 1 0,1-1 1,-1 0-1,0-1 0,0 1 0,0 0 0,-1-1 0,1 0 1,-1 0-1,0 0 0,0 0 0,0-1 0,-1 1 0,1-1 1,-1 0-1,0 0 0,-1 1 0,1-1 0,-1 0 1,0 0-1,0-1 0,0 1 0,-1-7 0,0 11-24,-1 0 0,1 0-1,0 1 1,-1-1 0,0 0 0,1 0-1,-1 0 1,1 1 0,-1-1 0,0 0-1,0 1 1,1-1 0,-1 1 0,0-1-1,0 1 1,0-1 0,1 1 0,-1-1-1,0 1 1,0 0 0,0-1 0,0 1-1,0 0 1,0 0 0,0 0 0,0 0-1,0 0 1,0 0 0,0 0 0,0 0-1,-2 1 1,0-1-70,0 0 0,0 0 1,0 0-1,0 1 0,0-1 0,0 1 0,0 0 1,0 0-1,-5 2 0,5 0-40,1-1 0,-1 1 0,1 0 0,-1 0 0,1 0 0,0 0 0,1 0 0,-1 0 0,0 0 0,1 1 0,-1-1 0,1 0 0,0 1 0,1-1 0,-2 5 0,-1 56 0,3-49 0,0-12-119,1-1-1,-1 0 1,0 1 0,1-1 0,0 0-1,-1 0 1,1 1 0,0-1 0,0 0-1,0 0 1,0 0 0,1 0 0,-1 0-1,0 0 1,1-1 0,0 1-1,-1 0 1,1-1 0,0 1 0,0-1-1,0 1 1,0-1 0,0 0 0,0 0-1,0 0 1,0 0 0,1 0 0,-1-1-1,4 2 1,6 0-2572,0 1 0,1-2 1,-1 0-1,16 0 0,0-1-5328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2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5811,'0'0'18686,"4"12"-16960,2 4-1090,-4-11-237,0 2 0,0-1 0,0 0 1,-1 0-1,0 0 0,0 1 0,-1-1 0,0 11 1030,-1-19-1058,-3-10-313,0 0 0,1 0 0,0 0 0,1 0 0,0 0 0,1-1 0,1 1 1,0-1-1,0 1 0,3-17 0,-1 19-189,0 0 0,0 1 0,1-1 0,0 1 0,0-1 0,1 1 0,0 0 0,1 0 0,0 1 0,0 0 0,1 0 0,0 0 0,12-11 0,-15 16-350,0 1 0,0 0 0,0 0 0,0 0 0,1 0 0,-1 0 0,1 1 0,6-3 0,32 0-9170,-18 4 642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 17160,'0'0'15161,"-14"0"-14739,-41 1-398,55-1-24,-1-1 0,1 1 0,-1 0 0,1 0 0,0 0 0,-1 0 0,1 0 0,-1 0 0,1 0 0,0 1 0,-1-1 0,1 0 0,-1 0 0,1 0 0,0 0 0,-1 0 0,1 1 0,0-1 0,-1 0 0,1 0 0,0 0 0,-1 1 0,1-1 0,0 0 0,0 1 0,-1-1 0,1 0 0,0 1 0,0-1 0,0 0 0,-1 1 0,1-1 0,0 0 0,0 1 0,0-1 0,0 0 0,0 1 0,0-1 0,0 1 0,0-1 0,0 0 0,0 1 0,0-1 0,0 1 0,9 13 0,-7-11 0,1 2 0,-1 0 0,1 0 0,-1 0 0,0 0 0,0 1 0,-1-1 0,1 1 0,-1-1 0,-1 1 0,1-1 0,-1 11 0,0-13 0,0 0 0,0 0 0,-1 1 0,1-1 0,-1 0 0,0 0 0,0 0 0,0 0 0,0 0 0,-1 0 0,1 0 0,-1 0 0,0 0 0,0-1 0,0 1 0,0-1 0,0 1 0,0-1 0,-1 0 0,-4 4 0,-5 0 0,0-1 0,0 0 0,-1-1 0,1 0 0,-1-1 0,0 0 0,-1-1 0,1-1 0,-15 1 0,-15 2 0,27-2-275,7 0-1724,-2 0-3282,-5-1-4388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5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0 8612,'0'0'16600,"-94"136"-12887,81-69-2096,5 0-464,1 0-337,-5-4-560,-5-7-256,-4-4-64,-6-8-448,-9-8-737,-10-9-896,-10-10-1072,-9-7-1537,-2-10-3522,-2 0-3922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1 505 4978,'33'-11'6507,"367"-117"5123,-385 124-11393,315-104 2447,-256 80-2824,-2-4 1,93-55-1,-152 80 84,2-2-18,-1 0 0,16-13 0,-28 20 91,1 0 0,-1-1-1,1 1 1,-1 0 0,0-1 0,0 1 0,0-1-1,0 0 1,-1 0 0,1 1 0,-1-1-1,0 0 1,1 0 0,-1-1 0,-1 1 0,1 0-1,0-5 1,-1 8 5,0-1 1,-1 1-1,1-1 0,0 1 1,-1 0-1,1-1 0,-1 1 1,1 0-1,0-1 0,-1 1 0,1 0 1,-1 0-1,1-1 0,-1 1 1,1 0-1,-1 0 0,1 0 1,-1-1-1,1 1 0,-1 0 1,1 0-1,-1 0 0,0 0 1,1 0-1,-1 0 0,1 0 0,-1 1 1,0-1-1,-20 1 141,19-1-127,-6 2 45,0 0-1,-1 0 1,1 1 0,0 0 0,0 1 0,0-1 0,1 1 0,-1 1-1,-8 6 1,-61 53 633,75-62-694,-22 21 294,2 0 1,0 2-1,2 1 1,0 0-1,-16 31 1,10-7 484,1 0 0,-19 60 0,34-82-558,-11 32-28,21-60-213,0 1 0,0-1 0,0 1 0,0-1 0,0 1 0,0-1 0,0 0 0,1 1 0,-1-1 0,0 1 0,0-1 0,0 1 0,0-1 0,1 0 0,-1 1 0,0-1 0,0 0 0,1 1 0,-1-1 0,0 0 0,1 1 0,-1-1 0,0 0 0,1 1 0,-1-1 0,0 0 0,1 0 0,-1 0 0,1 1 0,-1-1 0,0 0 0,1 0 0,-1 0 0,1 0 0,-1 0 0,1 0 0,-1 0 0,1 0 0,-1 0 0,0 0 0,1 0 0,-1 0 0,1 0 0,-1 0 0,1 0 0,-1 0 0,1-1 0,-1 1 0,0 0 0,1 0 0,0-1 0,-1 1 0,5-1 0,0 0 0,0-1 0,-1 1 0,1-1 0,0 0 0,-1 0 0,1-1 0,-1 1 0,0-1 0,6-5 0,36-40 0,-19 18 0,-27 30-14,1 0 0,-1 0 0,0 0 0,0-1 0,0 1 0,1 0 0,-1 0 0,0 0 0,0 0 0,0 0 0,1 0 0,-1 0 0,0 0 0,0 0 0,1 0 0,-1 0 0,0 0 0,0 0 0,1 0 0,-1 0 0,0 0 0,0 0 0,0 1 0,1-1 0,-1 0 0,0 0 0,0 0 0,0 0 0,1 0 0,-1 0 0,0 1 0,0-1 0,0 0 0,0 0 0,1 0 0,-1 0 0,0 1 0,0-1 0,0 0 0,0 0 0,0 0 0,0 1 0,0-1 0,0 0 0,1 0 0,-1 1 0,0-1 0,0 0 0,4 12-524,-4-12 457,1 6-643,1-1 0,-1 1 0,2-1-1,-1 0 1,0 0 0,1 0 0,4 6-1,-5-9-3,0 0 0,1-1 0,-1 1 0,0 0 0,0-1 0,1 0 0,-1 1 0,1-1 0,-1 0 0,1 0 0,-1-1 0,1 1-1,0 0 1,-1-1 0,1 0 0,0 1 0,3-1 0,21 0-7241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6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62 122 7860,'0'0'14057,"19"-1"-12889,116-3 356,-134 4-1511,0 0 1,0 0-1,1 0 1,-1 0-1,0 0 1,0 0 0,0-1-1,1 1 1,-1-1-1,0 1 1,0-1 0,0 1-1,0-1 1,0 0-1,0 1 1,0-1-1,0 0 1,0 0 0,0 0-1,0 1 1,0-1-1,-1 0 1,1 0-1,0 0 1,-1-1 0,1 1-1,0-1 1,0 0-5,-1 0 1,1 0 0,-1 0-1,0 0 1,0 0 0,0 0-1,0-1 1,0 1 0,0 0-1,0 0 1,-1 0 0,1 0-1,-1 0 1,1 0 0,-1 0-1,-1-3 1,-1 1 54,1 0 0,-1 1 1,1-1-1,-1 1 0,0-1 1,0 1-1,-1 0 0,1 0 1,-1 0-1,1 1 0,-1-1 1,0 1-1,0 0 0,0 0 0,0 0 1,-1 1-1,-5-2 0,-4 0 401,0 0-1,0 1 0,0 1 0,-18 0 1,28 2-364,1-1-1,-1 1 1,0 0 0,1 0 0,-1 0-1,1 0 1,-1 0 0,1 1 0,0 0 0,-1 0-1,1 0 1,0 0 0,0 0 0,0 0-1,0 1 1,1 0 0,-1-1 0,1 1-1,0 0 1,-1 0 0,1 0 0,0 1 0,1-1-1,-1 0 1,1 1 0,-1-1 0,1 1-1,-1 6 1,1-6-120,0 1-1,0-1 0,0 1 0,0-1 1,1 1-1,0-1 0,0 1 0,0-1 1,1 1-1,-1-1 0,1 1 1,0-1-1,0 1 0,1-1 0,-1 0 1,1 0-1,0 1 0,0-1 1,1-1-1,-1 1 0,1 0 0,0-1 1,4 6-1,2-3-572,1 0-1,-1-1 1,1 0 0,0 0 0,0-1 0,1 0-1,-1-1 1,1 0 0,20 2 0,12 0-3927,49-2-1,-69-2 2625,89-1-4823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6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68 13254,'0'0'10704,"-9"21"-7922,-1 3-2079,-31 95 2263,41-117-2867,-4 12 384,0-1 0,-1 0-1,-9 16 1,13-27-472,0 0 1,0 0-1,0 0 0,0 0 1,0 0-1,-1 0 0,1 0 1,-1 0-1,1-1 0,-1 1 0,0-1 1,0 1-1,1-1 0,-1 0 1,0 1-1,0-1 0,0 0 1,-1 0-1,1-1 0,0 1 1,0 0-1,0-1 0,-1 1 0,1-1 1,0 0-1,0 0 0,-1 0 1,-2 0-1,4 0-11,0-1 0,0 0 0,0 1 0,0-1 0,0 0 0,1 1 0,-1-1 0,0 0 0,0 0 0,1 1 0,-1-1 0,0 0 0,1 0 0,-1 0 0,1 0 0,-1 0 0,1 0 0,0 0 0,-1 0 0,1 0 0,0 0 0,0 0 0,0-2 0,-3-30 0,3 27 0,0-8-22,-1-7-237,1 0-1,3-24 0,-2 39 67,0-1 0,0 0-1,1 1 1,0-1 0,1 1 0,0-1-1,0 1 1,0 0 0,0 0 0,8-9-1,-11 15 156,1-1-1,0 0 0,0 0 0,-1 1 0,1-1 1,0 1-1,0-1 0,-1 0 0,1 1 1,0 0-1,0-1 0,0 1 0,0 0 0,0-1 1,0 1-1,0 0 0,0 0 0,0 0 1,0-1-1,0 1 0,0 0 0,0 1 0,0-1 1,0 0-1,0 0 0,0 0 0,-1 0 1,1 1-1,0-1 0,0 1 0,0-1 0,0 0 1,0 1-1,1 0 0,31 28 185,-11-9-191,-8-12-134,1-1 1,-1-1 0,1 0 0,0-1-1,0 0 1,1-1 0,24 2-1,2-2-754,69-3 1,-104-1 969,-1-1 0,1 0 0,-1-1 0,0 1 0,1-1 0,-1-1 0,0 1 0,0-1 0,0 0 0,-1 0 0,1-1 0,-1 0 0,0 1 0,1-2 0,-2 1 0,1-1 0,-1 0 0,1 0 0,-1 0 0,-1 0 0,1-1 0,-1 1 0,0-1 0,0 0 0,0 0 0,-1 0 0,0-1 0,0 1 0,-1 0 0,0-1 0,0 1 0,0-9 0,-1 14 40,0-1-1,0 1 1,0-1-1,-1 1 1,1-1-1,0 1 1,-1 0-1,1-1 1,-1 1-1,1-1 1,-1 1-1,0 0 1,0-1-1,1 1 1,-1 0-1,0 0 1,0 0-1,0 0 1,0 0-1,-2-2 1,-30-11 1339,33 14-1417,0-1 0,-1 1 0,1 0-1,0 0 1,0 0 0,-1 0 0,1 0 0,0 0-1,-1 0 1,1-1 0,0 1 0,-1 0-1,1 0 1,0 0 0,0 0 0,-1 0 0,1 0-1,0 1 1,-1-1 0,1 0 0,0 0 0,-1 0-1,1 0 1,0 0 0,-1 0 0,1 0 0,0 1-1,0-1 1,-1 0 0,1 0 0,0 0 0,0 1-1,-1-1 1,1 0 0,0 0 0,0 1-1,0-1 1,0 0 0,-1 1 0,1 3-382,0 0 1,0 0-1,0 0 0,1 0 1,-1 1-1,1-1 0,0 0 1,3 6-1,23 73-6508,37 92-7780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7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24 10645,'0'0'5181,"-18"-4"-1294,11 3-3427,-14-5 988,-1 2 0,-1 0 0,1 2 0,-33 0 0,49 2-1207,0 0 0,0 1-1,0 0 1,0 0 0,0 1 0,1 0 0,-1 0 0,1 0 0,-1 0 0,-8 7-1,11-7-236,0 0 0,0 1 0,1-1 0,-1 1 0,1 0-1,0 0 1,0 0 0,0 0 0,0 0 0,0 0 0,1 1-1,-1-1 1,1 0 0,0 1 0,0 0 0,1-1 0,-1 1-1,1-1 1,-1 7 0,1-6-79,0 0 0,0 1 0,1-1 0,0 0 0,-1 0 1,1 0-1,1 0 0,-1 0 0,0-1 0,1 1 0,0 0 0,0 0 0,0-1 0,5 7 0,3 0-313,0 0-1,0 0 1,13 9-1,-11-10-90,0 1-1,16 17 1,-25-23 409,-1-1 0,1 1 0,-1-1 0,0 1 0,0 0 0,0 0 0,0 0 0,0 0 0,-1 0 0,0 1 0,0-1 0,0 0 0,0 6 0,-1-7 58,0-1 0,0 1 0,0 0-1,0 0 1,0-1 0,-1 1 0,1 0-1,-1-1 1,0 1 0,0-1 0,0 1-1,0-1 1,0 1 0,-1-1-1,1 0 1,-1 1 0,1-1 0,-1 0-1,0 0 1,-2 2 0,-1 0 32,-1-1 0,1 0-1,0 0 1,-1 0 0,0-1 0,0 1 0,-11 1 0,-3 3-31,-8 2-166,12-7-3133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7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6195,'0'0'21012,"-6"14"-19862,-16 41-504,21-52-592,0-1 0,0 1 1,1-1-1,-1 1 0,1 0 1,-1 0-1,1-1 0,0 1 0,0 0 1,1 5-1,-1-7-48,0 0 0,0 0 0,1 0 0,-1 0 0,1 0 0,-1 0 0,1-1 1,-1 1-1,1 0 0,0 0 0,-1 0 0,1-1 0,0 1 0,-1 0 0,1-1 0,0 1 0,0-1 0,0 1 0,0-1 0,1 1 0,3 1-104,0-1-1,0 0 1,0-1 0,0 1-1,0-1 1,0 0-1,0-1 1,8 0 0,7 0-611,-14 1 590,0 0 0,0-1 0,0 1 1,1-1-1,-1-1 0,0 1 0,0-1 0,-1 0 0,1 0 1,0 0-1,-1-1 0,6-3 0,-3 10 4100,4 16-4442,-10-16 767,1 1-394,-1-1-390,0 0 1,0-1-1,1 1 1,0-1 0,-1 0-1,6 5 1,-6-7-256,-1 0 0,1 0 0,-1-1 0,0 1 0,1 0 0,0-1 0,-1 1 0,1-1 0,-1 1 0,1-1 0,0 0 0,-1 1 0,3-1 0,14 0-9170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7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1553,'0'0'16663,"-111"29"-12389,69 9-448,2 6-1537,9 6-880,8-2-561,11 4-288,9-4-368,3-2-192,0-6-64,9-9-176,12-10-624,2-12-1009,8-9-1152,5 0-1297,3 0-2625,1-25-4483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8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0 9108,'0'0'9316,"-22"8"-5250,5-2-3185,7-4-469,0 2 0,0-1 1,0 1-1,1 1 0,-1 0 0,1 0 1,0 1-1,0 0 0,1 0 1,0 1-1,0 0 0,-14 17 0,7-2 14,1 1 0,1 1 0,1 0 0,1 1 0,1 0 0,1 1 0,2-1 0,-6 35 0,3 4-358,4 1-1,2 82 1,4-139-59,0 0-1,1-1 1,0 1-1,0-1 1,0 1-1,1-1 1,1 1 0,3 9-1,-4-14-93,-1 0 1,1 0-1,0-1 0,0 1 0,0 0 1,0-1-1,0 0 0,1 1 0,-1-1 1,1 0-1,-1 0 0,1 0 0,0 0 1,0-1-1,0 1 0,0-1 0,0 0 1,0 0-1,0 0 0,1 0 0,5 0 1,51 2-4556,-56-3 3864,-1 0 1,0-1-1,0 1 0,0-1 1,0 0-1,0 1 0,0-1 0,0-1 1,0 1-1,0 0 0,0-1 1,0 0-1,-1 1 0,1-1 1,4-4-1,9-18-9599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8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11157,'0'0'6179,"120"0"-2705,-56 0-1506,3 4-1423,-4 0-545,-15 0-849,0-2-2096,-10-2-3522,-1 0-2465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8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8660,'0'0'24107,"-25"59"-24107,23-59 0,-11 0-2529,-10 0-5475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2:5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1 816,'0'0'305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8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6099,'0'0'15719,"-69"56"-15079,58-33-560,-1-4-32,4-2-48,1-3-416,1-5-1345,2-5-1216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1361,'0'0'19128,"54"-31"-19272,-54 67-16,0 5-1072,0 7-1922,-2 1-1984,-4 1-1425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6227,'0'0'14358,"6"-2"-13197,-5 2-1073,1-1 0,-1 1 0,0-1 0,1 1 0,-1 0 0,1 0 0,-1-1 0,1 1-1,-1 0 1,1 0 0,-1 0 0,1 1 0,-1-1 0,4 1 0,-3 0 146,0 1-1,1 0 1,-1 0-1,0 0 1,0 0 0,0 0-1,0 0 1,0 0-1,2 5 1,0-3-263,-1-1 0,1 0 0,-1 0 0,1 0 0,0 0 0,0-1 0,1 1 0,-1-1 0,0 0 0,1 0 0,-1-1 0,1 1 0,0-1 0,-1 0 0,1 0 1,0-1-1,0 1 0,0-1 0,-1 0 0,8-1 0,-11 1-163,10 14-2646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9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 3890,'0'0'16599,"5"142"-14486,-16-75 16,-1 6-608,-5-2-224,0-4-497,-4-4-464,-2-9-336,0-10-96,0-11-928,0-10-721,-4-4-1056,-6-10-2210,-3-9-3921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9540,'0'0'3138,"26"-2"-19,1 1-2060,133-4 4140,59 9-1640,-218-4-3515,0-1-1,0 1 1,0 0-1,0 0 1,-1 0-1,1 0 1,0 1-1,0-1 1,0 0-1,0 0 1,-1 0-1,1 1 0,0-1 1,0 0-1,-1 1 1,1-1-1,0 1 1,0 0-1,-1-1-28,1 1 0,-1-1-1,0 0 1,0 1 0,0-1-1,0 1 1,0-1 0,0 0 0,0 1-1,0-1 1,-1 1 0,1-1-1,0 0 1,0 1 0,0-1-1,0 0 1,0 1 0,-1-1 0,1 0-1,0 1 1,0-1 0,-1 0-1,1 1 1,0-1 0,0 0-1,-1 1 1,-29 23 110,21-18-99,4-2-43,0 1 0,1 0 0,0 0 0,0 0 0,0 1 0,0-1-1,1 1 1,0 0 0,0 0 0,-2 8 0,4-11-20,0 0 1,1-1-1,-1 1 1,1 0-1,-1 0 0,1 0 1,0 0-1,0 0 1,0 0-1,0 0 1,1 0-1,-1 0 0,1 0 1,0 0-1,0-1 1,0 1-1,0 0 1,1 0-1,-1-1 1,0 1-1,1-1 0,0 1 1,0-1-1,0 0 1,2 3-1,1-2-32,-1 1 0,1-1 0,0 0 0,0 0 0,1 0-1,-1-1 1,0 0 0,1 0 0,-1 0 0,11 1 0,-2-1-36,0 0 0,0-2 1,19 0-1,-32 0 111,1-1 0,-1 1 1,1-1-1,0 1 0,-1-1 0,1 0 1,-1 1-1,0-1 0,1 0 0,-1 0 1,0 0-1,1 0 0,-1 0 0,0 0 1,0 0-1,0-1 0,0 1 0,0 0 0,0-1 1,0 1-1,0-1 0,-1 1 0,1-1 1,0 1-1,-1-1 0,0 1 0,1-1 1,-1 0-1,0 1 0,1-4 0,0-8 62,0 0 0,-2-27 0,0 21-44,0 9-265,0-1 0,-1 1 0,0 0 0,-1 0 0,0 0 0,-1 1 0,-8-17 0,-3-9-7574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1 16167,'0'0'9861,"-61"134"-7556,22-59-1008,1 4-513,0-1-224,1-1-480,3-4-80,-5-6-624,-5-8-993,-8-11-1504,-7-13-1777,-8-18-3698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1 567 2673,'30'-10'10794,"344"-93"-421,-290 81-9307,168-46 35,-192 49-1068,0-3 0,58-31-1,-100 44-25,-1-1 0,-1-1 1,0 0-1,0-1 0,-2-1 0,18-18 0,-27 26 19,0 0 0,-1 0 0,0-1 0,0 1-1,-1-1 1,1 0 0,-1 0 0,-1 0 0,1 0 0,-1 0 0,0-1 0,0 1-1,-1-1 1,0 0 0,0 1 0,-1-1 0,1 0 0,-1 1 0,-1-1 0,1 0-1,-4-10 1,4 16 9,-1-1-1,1 1 1,-1-1 0,0 1-1,0 0 1,0-1-1,0 1 1,0 0 0,0 0-1,0-1 1,0 1 0,0 0-1,-1 0 1,1 0-1,0 1 1,-1-1 0,1 0-1,-1 0 1,1 1-1,-1-1 1,1 1 0,-1-1-1,1 1 1,-2 0-1,-43-3 387,39 4-424,-5 0 24,0 1 0,0 1 0,0 0 0,0 0 0,0 1-1,1 1 1,0 0 0,0 1 0,0 0 0,1 0-1,-1 1 1,2 0 0,-1 1 0,-8 9 0,-16 17 149,1 1 1,-33 46 0,24-25-39,2 1-1,-48 90 1,76-121-185,0 1 1,1 0-1,2 0 0,1 1 0,1 0 0,1 0 0,2 1 1,-2 48-1,6-76 51,1-1 0,-1 1 0,1 0 0,0-1-1,-1 1 1,1 0 0,0-1 0,-1 1 0,1-1 0,0 1 0,-1-1 0,1 1 0,0-1 0,0 0 0,0 1 0,0-1 0,-1 0 0,1 0 0,0 0-1,0 1 1,0-1 0,0 0 0,0 0 0,-1 0 0,1 0 0,0 0 0,0-1 0,1 1 0,30-3 59,-22-1-49,0 1 0,0-1 0,-1-1 0,0 0 0,0 0-1,0-1 1,12-10 0,54-53 36,-34 22 481,-39 46-394,1 1-125,-3 0-103,0 13-433,0-1-272,0 1-1,1-1 1,4 24 0,-5-33 302,1 0 0,0 0 0,0 0 0,1 0 0,-1 0 0,1 0 0,-1-1 0,4 5 0,-3-6-56,-1 1 0,1-1 0,-1 1 0,1-1-1,0 0 1,-1 0 0,1 0 0,0 0 0,0 0 0,0 0 0,0 0 0,0 0 0,0-1 0,2 1 0,21 0-6442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10117,'0'0'9591,"20"2"-8900,0 0-564,146 10 1285,-165-12-1401,-1 0 1,1 0-1,-1-1 1,1 1-1,-1-1 0,1 1 1,-1 0-1,1-1 1,-1 1-1,0-1 0,1 1 1,-1-1-1,0 1 1,1-1-1,-1 1 0,0-1 1,1 1-1,-1-1 1,0 1-1,0-1 0,0 0 1,0 1-1,0-1 1,0 1-1,1-1 0,-1 0 1,0 1-1,-1-1 1,1 1-1,0-1 1,0 0-1,0 0 0,-6-24 496,1 19-208,-1 0-1,1 0 1,-1 0 0,0 1-1,-1 0 1,1 0 0,-1 1-1,0 0 1,0 0 0,0 0-1,0 1 1,-1 0 0,0 1-1,1-1 1,-1 1-1,-10-1 1,17 4-276,1-1 0,-1 0 0,0 1 0,0-1 1,0 1-1,0-1 0,0 1 0,0-1 0,1 1 0,-1 0 0,0-1 0,1 1 0,-1 0 0,0 0 0,1-1 0,-1 1 1,1 0-1,-1 0 0,1 0 0,-1 0 0,1 0 0,-1 1 0,-6 22 54,4-13-211,1-1 0,1 1 0,0 0-1,0 0 1,1 0 0,1-1 0,0 1-1,0 0 1,4 14 0,-3-19-270,0-1 1,0 1-1,1-1 0,-1 0 1,1 0-1,0 0 1,1 0-1,3 4 0,-3-5-323,0 0-1,0 0 0,0-1 0,0 1 0,1-1 0,0-1 0,-1 1 1,1 0-1,8 2 0,41 8-8818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1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11 10053,'0'0'13395,"-24"-2"-10116,-80-5-368,100 6-2815,-1 1 1,0 0 0,0 0-1,0 0 1,1 0 0,-1 1-1,0 0 1,0 0 0,1 1-1,-1-1 1,1 1 0,-1 0-1,1 0 1,0 0 0,0 1-1,0-1 1,0 1 0,0 0-1,0 0 1,1 1 0,-1-1-1,1 1 1,-3 4 0,4-5-163,1 0 1,-1 0 0,1 0-1,0 0 1,1 0 0,-1 1-1,0-1 1,1 0 0,-1 0-1,1 0 1,0 1 0,0-1-1,1 0 1,-1 0 0,1 1-1,-1-1 1,1 0 0,0 0-1,0 0 1,0 0 0,1 0-1,-1 0 1,1 0 0,0-1-1,-1 1 1,1 0 0,0-1-1,1 1 1,3 2 0,37 32-1961,-25-23 811,-1 1 1,16 18-1,-29-28 929,0-1 0,0 1 0,-1 1 0,0-1 0,0 0 0,0 1 0,0 0 0,-1-1 0,0 1 0,0 0 0,0 0-1,0 7 1,-1-8 225,-1-1-1,1 1 1,-1-1 0,0 1-1,0 0 1,-1-1-1,1 1 1,-1-1-1,0 1 1,0-1-1,0 0 1,-1 1-1,0-1 1,0 0-1,-3 6 1,1-6 173,0 0-1,-1 0 1,1 0 0,-1 0 0,0-1-1,0 0 1,0 0 0,0 0 0,-1 0-1,1-1 1,-9 3 0,-170 48 3442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1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0 17464,'0'0'6067,"-117"101"-1665,54-18-1681,3 13-1200,9 7-929,7-3-592,15-12 0,4-7 0,4-14 0,0-16-528,3-14-1297,-1-16-752,4-17-1345,0-4-2209,-3-8-5426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10741,'25'0'2807,"333"7"7501,-217-5-9542,-88-2 264,-51 0 248,-4 0 333,-13 0-1392,1 1 1,-1 1-1,0 0 0,1 1 1,-1 0-1,1 2 1,0-1-1,0 2 0,1 0 1,-1 0-1,1 1 0,-21 16 1,26-16-364,0-1-1,0 1 1,1 0 0,0 1 0,0 0 0,1 0-1,0 1 1,1-1 0,-1 1 0,2 0 0,-1 1 0,1-1-1,1 1 1,0 0 0,0 0 0,1 0 0,0 0-1,1 0 1,-1 15 0,3-25 80,0 1 0,-1 0 0,1-1 1,0 1-1,0-1 0,-1 1 0,1-1 0,0 1 0,0-1 1,0 0-1,0 1 0,0-1 0,0 0 0,0 0 0,0 0 0,0 1 1,-1-1-1,1 0 0,0 0 0,0 0 0,0-1 0,0 1 0,0 0 1,2-1-1,1 1-106,2 0 72,0-1 1,0 0-1,0 0 1,0-1-1,0 1 0,0-1 1,0 0-1,-1-1 1,1 0-1,5-3 0,54-40-555,-17 10 923,-31 23 168,-14 10-136,0 0 1,0 1 0,0 0 0,0-1 0,0 1 0,0 0-1,1 1 1,-1-1 0,1 1 0,-1-1 0,6 0-1,-9 36-192,0-26-179,0-3-538,-1 0 0,2 0 0,-1 0-1,0 0 1,1 0 0,0 0 0,2 7 0,-1-10 114,-1 0-1,0 0 1,1 0-1,-1 0 1,1-1 0,-1 1-1,1-1 1,0 1 0,-1-1-1,1 1 1,0-1-1,0 0 1,0 0 0,0 0-1,1 0 1,-1 0 0,0-1-1,0 1 1,5 0-1,31 6-8192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5 8948,'0'0'12902,"-109"-4"-9781,86 18-1680,3 5-993,3 4-304,8 2-144,3 2-224,6 1-544,0-5-513,6-9-656,24-10-880,3-4-176,9 0-2946,2-25-1985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17 9284,'0'0'18369,"-16"-5"-17142,7 2-1062,5 1-67,-1 1 0,-1-1 1,1 1-1,0 0 0,0 0 0,0 0 0,-9 1 0,11 0-54,1 1 0,-1 0 0,1-1 0,-1 1 0,1 0-1,0 0 1,-1 0 0,1 1 0,0-1 0,0 0-1,0 1 1,0-1 0,0 1 0,0 0 0,0 0-1,0 0 1,1 0 0,-1 0 0,1 0 0,-1 0-1,1 0 1,-2 5 0,-14 30 402,1 2-1,3 0 1,-11 45-1,-17 125-307,19-86-129,-39 121-9,48-207 0,-1 0 0,-2 0 0,-2-2 0,-26 40 0,40-68-3,3-5 0,0-1 0,0 1 1,-1 0-1,1-1 1,0 1-1,0-1 0,-1 0 1,1 1-1,-1-1 0,1 0 1,-1 0-1,0 0 1,-2 2-1,3-12-480,2-2 345,1 1 0,-1 0 0,2 0-1,-1 0 1,1 1 0,1-1 0,0 1 0,0-1-1,1 1 1,0 0 0,12-14 0,9-11-1145,44-43 1,-66 72 1092,8-7-303,26-28-1001,48-38 1,-75 68 1392,1 2 0,0-1 0,0 1 0,1 1 0,0 1 0,0-1 0,1 2 0,0 0 0,18-4 0,-31 9 136,-1 0 0,1-1 0,0 1 0,-1 0-1,1 0 1,-1 0 0,1-1 0,0 1 0,-1 0-1,1 0 1,-1 0 0,1 0 0,0 0 0,-1 0 0,1 0-1,-1 1 1,1-1 0,0 0 0,-1 0 0,1 0-1,-1 1 1,1-1 0,-1 0 0,1 0 0,0 1-1,-1-1 1,0 1 0,1-1 0,-1 0 0,1 1 0,-1-1-1,1 1 1,-1-1 0,0 1 0,1-1 0,-1 1-1,1 0 1,-1 1 82,-1 0 1,1 0-1,0 1 0,-1-1 0,1 0 0,-1 0 0,1-1 1,-1 1-1,0 0 0,0 0 0,-2 3 0,-37 51 2239,37-54-2185,-1 3 20,-1 0 1,1 0-1,-1-1 0,-1 0 1,1 0-1,-1 0 0,1-1 1,-1 0-1,0 0 0,0 0 1,0-1-1,0 0 0,-1 0 1,1 0-1,-1-1 0,-7 0 1,-24 8 50,36-9-230,-1 1 1,0 0-1,1 0 0,-1 0 0,1 1 1,-1-1-1,1 1 0,-1-1 1,1 1-1,0 0 0,0 0 0,0-1 1,0 2-1,0-1 0,0 0 1,0 0-1,1 1 0,-1-1 0,1 1 1,0-1-1,-1 1 0,1-1 1,1 1-1,-1 0 0,0 0 0,1-1 1,-1 1-1,1 0 0,0 0 1,0 0-1,0 0 0,0-1 0,0 1 1,1 3-1,1 2 8,-1-1 1,1 1-1,0-1 1,1 1-1,0-1 1,0 0-1,0 0 0,1 0 1,0-1-1,0 1 1,8 7-1,-3-4-20,0-1 0,0 0 0,1 0 0,1-1 0,-1-1 0,1 1 0,0-2 0,1 0 0,0 0 0,0-1 0,0 0 0,1-1 0,-1-1 0,1 0 0,0 0 0,0-1 0,15 0 0,-24-2 0,19 0 0,-23 0 0,1 1 0,-1-1 0,1 0 0,-1 0 0,1 0 0,-1 0 0,1-1 0,-1 1 0,1 0 0,-1 0 0,1 0 0,-1 0 0,1-1 0,-1 1 0,1 0 0,-1 0 0,1-1 0,-1 1 0,1 0 0,-1-1 0,0 1 0,1 0 0,-1-1 0,0 1 0,1-1 0,-1 1 0,0 0 0,1-1 0,-1 1 0,0-1 0,0 0 0,0 0-181,-1 1 0,0-1 0,1 1 0,-1-1 0,0 1 0,0-1 0,1 1 0,-1 0 0,0-1 0,0 1 0,0 0 0,0 0 0,1-1 0,-1 1 0,0 0 0,0 0 0,0 0 0,0 0 0,0 0 0,0 0 0,-1 1 0,-3-2-1466,-15-3-5015,-5-3-4962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46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40 3153,'0'0'7249,"1"-3"-6898,-1 1 0,0 0 0,0 0 0,-1 0 1,1 0-1,0 0 0,-1 0 0,1 0 0,-2-4 0,-3 3-78,0 1 1,0 0-1,1 0 0,-1 1 0,0 0 0,0-1 1,-1 1-1,1 1 0,0-1 0,0 1 1,0 0-1,-9 1 0,5 0-125,-1 0 0,1 1 0,0 0 1,0 0-1,0 1 0,-11 4 0,4 1 139,0 1 0,0 0 0,1 1 0,-25 22-1,35-27-245,1-1 0,-1 1 0,1 0 0,0 0-1,1 0 1,-1 0 0,1 1 0,0 0 0,0-1-1,1 1 1,0 0 0,0 0 0,0 1 0,1-1-1,0 0 1,0 0 0,0 7 0,1-10-30,0 0-1,0-1 1,-1 1 0,2 0 0,-1-1 0,0 1-1,1-1 1,-1 1 0,1 0 0,0-1 0,-1 1 0,1-1-1,1 1 1,-1-1 0,0 0 0,0 1 0,1-1-1,0 0 1,-1 0 0,1 0 0,0 0 0,0 0-1,0-1 1,0 1 0,0-1 0,0 1 0,1-1-1,-1 1 1,0-1 0,1 0 0,-1 0 0,1-1-1,0 1 1,-1 0 0,1-1 0,-1 1 0,1-1 0,4 0-1,-3 0-16,1 0 0,0-1-1,-1 1 1,1-1 0,0 0-1,-1-1 1,1 1 0,-1-1-1,0 0 1,1 0 0,-1 0-1,0 0 1,0-1 0,0 0-1,-1 0 1,1 0 0,-1 0-1,1 0 1,4-7 0,6-8-80,-1-1 0,21-38 1,-10 15 92,8-12 2552,-32 61-1719,-1 20-640,1-15-119,-1 0 0,2-1 0,-1 1 0,2-1 0,4 23 0,-4-30-85,0 0 0,-1 0 0,1 0 0,1 0 0,-1-1 0,1 1 0,-1-1 0,1 1-1,0-1 1,0 0 0,0 0 0,1-1 0,-1 1 0,1-1 0,0 1 0,-1-1 0,1 0 0,0-1-1,0 1 1,7 1 0,6 2-554,0-1-1,0-1 0,23 1 0,54 0-5131,-69-4 3157,31 0-5193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47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455 53 3762,'0'0'10837,"-5"-9"-9319,4 8-1444,0-2 24,0 0 0,0 1-1,-1-1 1,1 1-1,-1 0 1,1-1 0,-1 1-1,0 0 1,0 0 0,0 0-1,0 0 1,0 1 0,-1-1-1,1 1 1,0-1-1,-1 1 1,1 0 0,-1-1-1,0 1 1,1 1 0,-1-1-1,0 0 1,0 1-1,1-1 1,-1 1 0,-3 0-1,-23-1 583,0 2 1,0 1-1,-35 7 0,50-6-461,1 0 0,0 1 0,0 1-1,0 0 1,0 1 0,1 0 0,0 1 0,-22 15-1,33-21-212,-1 1-1,0-1 1,1 0-1,-1 0 0,1 1 1,0-1-1,-1 1 1,1-1-1,0 1 1,0 0-1,0 0 0,0-1 1,0 1-1,0 0 1,1 0-1,-1 0 0,0 0 1,1 0-1,0 0 1,-1 0-1,1 0 0,0 0 1,0 0-1,0 0 1,0 0-1,1 0 0,-1 0 1,0 0-1,1 0 1,0 0-1,-1 0 0,2 2 1,1 0-25,-1 0 0,1 0 0,0 0-1,0-1 1,1 1 0,-1-1 0,1 1 0,-1-1 0,1 0 0,0-1 0,6 4 0,37 16-67,-33-16 49,0 1 0,0 0 1,-1 1-1,23 17 0,-35-24 37,1 0 0,-1 0 0,0 0 0,0 0 0,0 1 0,0-1 0,0 0 0,0 1 0,0-1 0,-1 0 0,1 1 0,0-1 0,-1 1 0,1-1 0,-1 1 0,0-1 0,1 1 0,-1-1 0,0 1 0,0 0 0,0-1 0,0 1 0,0-1 0,0 1 0,0 0 0,-1-1 0,1 1 0,-1-1 0,1 1 0,-1-1 0,1 1 0,-1-1 0,0 0 0,0 1 0,0-1 0,0 0 0,0 1 0,0-1 0,0 0 0,-2 2 0,-4 3 78,-1 0 0,1 0 0,-1-1 0,0 0-1,-11 5 1,-1-1-39,1 0 0,-1-1 0,-1-1-1,1-1 1,-1-1 0,0 0 0,0-2 0,-24 1 0,45-6-498,-1 0 1,1 0-1,-1 0 0,1 0 1,0 0-1,-1 0 1,1 0-1,0 0 0,0 0 1,1 0-1,-1-2 1,0 2-183,5-23-4228,13-4-1201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47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4418,'0'0'11941,"-11"111"-8435,-3-40-1121,-1 6-1008,2 3-97,1-1-255,-3-5-417,1-8-336,-1-3-224,-2-4-48,0-5-496,1-6-720,-7-12-817,4-9-1617,-4-10-2001,-6-13-2656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47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10485,'0'0'2406,"20"-2"153,6-2-1347,-10 1-333,0 1-1,1 1 0,-1 0 1,0 1-1,22 3 1,-30-2-658,1 1 1,-1 0 0,1 1-1,-1 0 1,0 0 0,0 0-1,0 1 1,-1 1 0,1-1-1,-1 1 1,0 1-1,0-1 1,-1 1 0,0 0-1,0 1 1,0-1 0,5 9-1,-4-6-115,-1 2 0,0-1 0,-1 0 0,0 1-1,0 0 1,-1 0 0,-1 1 0,0-1 0,0 1-1,-1 0 1,-1-1 0,0 13 0,14-66 358,-8 19-549,0 0 0,2 1 0,0 0 0,1 1 0,2 0 0,0 0 0,1 1 0,1 1 0,1 0 0,0 1 0,2 0 0,18-15 1,-14 23-2523,12 7-10095,-32 3 11931,16 0-6750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4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12102,'0'0'13110,"-27"123"-12086,27-110-480,0-5-368,0-4-176,0-21-4001,0-20-818,0-15-4913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48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7091,'0'0'14327,"23"124"-14327,-19-82-560,-2 4-1729,-2 0-1473,0-3-2193,0-5-2289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4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10597,'0'0'15698,"8"15"-14404,25 46-353,-32-58-889,1 0 0,0 0-1,-1 0 1,1-1 0,1 1-1,-1-1 1,0 0 0,1 1 0,-1-1-1,1 0 1,-1-1 0,1 1-1,0 0 1,0-1 0,0 1-1,6 1 1,-3-2-148,0 0 0,0 0 1,1-1-1,-1 0 0,0 0 0,8-2 0,8 1-506,-15 0 305,0 0 0,0 0 1,1 0-1,9-5 1,-12 4 307,0 1 1,1-1-1,-1 1 1,1 0-1,-1 0 1,1 0-1,0 1 1,10 1-1,-15 0 14,1 0 1,-1 1-1,0-1 0,1 1 0,-1-1 0,0 1 0,0 0 0,0 0 0,0-1 1,0 1-1,0 0 0,-1 0 0,2 4 0,5 10-22,-4-13-215,0 1-1,1-1 1,-1 1 0,1-1 0,0 0-1,-1-1 1,1 1 0,1-1-1,-1 0 1,0 0 0,1 0-1,-1 0 1,1-1 0,7 2-1,4 0-3011,0-2 0,32 0-1,-34-1 561,34 0-6540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49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 1 8404,'0'0'14396,"-20"3"-12667,-64 11-849,80-13-825,1-1 1,0 1-1,0 1 1,0-1-1,0 0 1,0 1-1,0 0 1,0-1-1,0 1 0,1 0 1,-1 1-1,1-1 1,-1 0-1,1 1 1,0-1-1,0 1 1,0 0-1,0 0 1,1 0-1,-1 0 0,-1 5 1,0 0-19,2 0 1,-1 0-1,1 0 0,0 0 1,0 0-1,2 8 0,-1-12-35,0-1-7,0 0-1,0 0 0,0 0 0,1 0 1,-1 0-1,1 0 0,0 0 0,0 0 1,0 0-1,1 0 0,-1-1 1,1 1-1,-1 0 0,1-1 0,0 1 1,0-1-1,0 0 0,0 0 0,0 1 1,1-1-1,-1-1 0,0 1 0,1 0 1,0-1-1,-1 1 0,1-1 1,0 0-1,0 0 0,0 0 0,5 1 1,5 1-127,1-1 0,-1 0 0,1-1 0,-1-1 1,25-2-1,-29 1 36,-1-1 0,1 0 0,0-1 0,0 1 1,-1-2-1,0 1 0,0-1 0,0 0 0,12-9 0,1-3-334,38-35-1,-54 46 446,0 1 0,-1-1-1,1-1 1,-1 1 0,0 0-1,-1-1 1,1 0 0,-1 0-1,-1 0 1,1 0 0,-1-1-1,0 1 1,1-8 0,-3 13 142,0 23 54,-3 46 16,-19 99 0,4-39-65,-3 306-29,20-333-66,1-85-57,-1 22 220,-1-2 0,-8 49 0,8-76-31,1-1 1,-1 1-1,-1-1 0,0 0 1,0 0-1,-1 0 1,0 0-1,0 0 0,0-1 1,-1 1-1,-1-1 1,1-1-1,-1 1 0,0-1 1,-10 9-1,11-13-7,-1 1 0,1 0 0,-1-1 0,0 0 0,0-1 0,0 1 0,1-1 0,-1 0 0,-1 0 0,1-1 0,0 0 0,0 0 0,0 0 0,0-1 0,0 0 0,-9-2 0,-8-3-152,1-1-1,-38-17 1,-258-98-165,310 120-817,-1 0 0,0 0 1,-16-1-1,7 3-4197,-1 0-3597,18 0 7959,-20 0-9220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1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30 2753,'0'0'12168,"0"-6"-10583,1-7-1105,0 2 2996,-4 25-1474,-13 46-1034,12-44-1137,-1-1 1,2 1-1,0-1 1,-1 26-1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1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7123,'0'0'10789,"-40"113"-10789,40-98-96,0-7-3121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1249,'0'0'12379,"-3"13"-9106,-8 21-409,-27 54 0,25-60-2677,1 2-200,10-19-3357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4946,'0'0'16648,"-11"84"-15688,7-67-463,0-5-321,-2-1-176,6-1-96,-5 3-1569,1-3-1793,-6 5-3121,-7 1-2865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7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437 416 3378,'0'0'11610,"15"-20"-9686,47-67-185,-59 82-1538,0 0-1,0 0 1,0 0-1,-1 0 1,1-1-1,-1 1 1,0-1-1,-1 1 1,0-1-1,1 0 1,-2 0-1,1-6 1,0-5 303,0 9-236,7-73 1182,-8 71-1378,0 1 0,-1 0 0,0 0 0,0-1 0,-1 1 0,-4-13 0,5 19-60,-1 0-1,1 0 0,-1 0 1,0 0-1,0 1 1,0-1-1,-1 1 0,1-1 1,-1 1-1,1 0 0,-1 0 1,0 0-1,0 0 0,0 0 1,0 1-1,0 0 1,0-1-1,0 1 0,0 0 1,-5-1-1,3 1-10,1 1-1,0-1 1,0 1-1,0 0 1,0 0-1,0 0 1,0 0-1,0 1 1,-1 0-1,1-1 1,0 2-1,1-1 1,-1 0-1,0 1 1,0 0-1,0 0 1,-4 3-1,-3 4-2,0 1 0,1 0-1,0 1 1,1 0 0,-11 16-1,-37 68 10,52-85-5,-21 40 13,2 1-1,3 1 0,1 1 1,4 0-1,1 2 1,3 0-1,2 0 0,3 1 1,-1 89-1,9-57-19,-2 103-257,1-185 136,-1 0-1,1-1 0,-1 1 0,0-1 0,0 0 1,-1 1-1,1-1 0,-1 0 0,0 0 1,-4 7-1,4-9-249,0-1 0,0 0 0,0 0 0,0 0 1,-1 0-1,1 0 0,0-1 0,-1 1 0,1-1 0,-1 1 1,1-1-1,-1 0 0,0 0 0,0 0 0,0-1 0,1 1 0,-1-1 1,0 1-1,0-1 0,0 0 0,-4 0 0,-29 0-6301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7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1 479 4482,'22'-11'2220,"50"-23"2007,145-46 0,57 17 1643,-102 25-4102,-154 37-704,-17 15 229,-2 3-1643,1 8 369,-1-15-71,1 0-1,0 0 1,1 0-1,0 0 1,3 13-1,-3-19 4,1-1 0,-1 0 0,1 1 0,0-1 0,0 0 0,0 0 0,0 0 0,0 0 0,0 0 0,1-1 0,0 1 0,-1-1 0,1 0 0,0 1 0,0-1 0,0 0 0,1-1 0,4 3-1,-4-2-6,0-1-1,0 1 0,0-1 0,0 0 0,0 0 0,0 0 1,0-1-1,1 0 0,-1 0 0,0 0 0,0 0 0,0 0 1,0-1-1,1 0 0,-1 0 0,5-2 0,-2 0 23,-1 0 0,0 0 0,0-1 0,0 0-1,0 0 1,-1 0 0,0-1 0,0 0 0,6-6 0,-2 0 22,-1 1 0,-1-1 0,0-1-1,-1 1 1,0-1 0,0 0 0,-1-1 0,-1 1 0,0-1 0,2-14 0,-3-53 552,-3 54-456,7 26-207,2-1 158,0 1-1,-1 1 1,1 0-1,0 0 0,9 3 1,-13-2 20,-1-1 0,0 1 0,0 1 0,0-1-1,0 0 1,0 1 0,-1 0 0,1 0 0,-1 0 0,0 0 0,0 1 0,5 5 0,-2-1 17,-1-1-1,1 1 1,-1 0 0,-1 1 0,0-1 0,0 1 0,0 0 0,-1 0-1,0 0 1,-1 0 0,0 0 0,-1 1 0,1 13 378,-2-31-204,-3-60-143,0 33-94,3-36 0,1 62-2,-1 0 0,2-1 0,-1 1 0,1 0 0,1 1 0,0-1 0,0 0 0,8-15 0,-9 22-107,0 0 0,0 0 0,0 0 0,0 1 0,0-1 0,1 1 0,-1-1 0,1 1 0,-1 0 0,1 0 0,-1 0 0,1 0 0,-1 0 0,1 0 0,0 1 0,0-1 0,-1 1 0,1 0 0,0 0 0,0 0 0,4 1 0,18-3-2710,5-5-2283,3-7-3562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8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13766,'0'0'7420,"-1"20"-4712,-1 64-1124,1-10 2247,1-84-4043,0 5-2,0 0-1,0 0 0,0 0 0,-1 0 0,1 0 0,-1 0 0,-3-8 0,3 11 166,0 1 0,0-1 1,0 0-1,0 1 0,-1 0 0,1-1 1,0 1-1,-1 0 0,1-1 1,-1 1-1,0 0 0,1 0 0,-1 0 1,0 1-1,1-1 0,-1 0 0,0 1 1,0-1-1,0 1 0,0-1 0,0 1 1,0 0-1,1 0 0,-1 0 0,-2 0 1,-3 0 37,0 1 0,0 0 0,0 0 0,0 1 0,0-1 0,0 2 0,1-1 0,-1 1 0,1 0 0,0 0 0,0 0 1,0 1-1,0 0 0,1 1 0,-1-1 0,1 1 0,-6 7 0,6-7 44,0 0 1,1 1-1,-1 0 1,1 0-1,0 0 0,1 1 1,0-1-1,0 1 0,0 0 1,1 0-1,0 0 1,0 0-1,0 0 0,1 0 1,1 0-1,-1 14 0,1-20-32,0 1-1,1-1 1,-1 0-1,1 1 1,-1-1-1,1 0 1,-1 1-1,1-1 0,-1 0 1,1 0-1,0 0 1,0 0-1,0 0 1,0 1-1,0-2 1,0 1-1,0 0 0,0 0 1,2 1-1,0 0 4,1 0 0,0 0 0,0-1 0,0 1 0,-1-1 0,8 1 0,7 0-46,0 0 1,24-2-1,-30 0-48,10 0-208,-13 1-305,0 0 1,1-1-1,-1-1 1,0 1-1,1-2 0,-1 1 1,0-1-1,0 0 1,0-1-1,0 0 1,15-8-1,16-16-4581,3-11-1683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9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3426,'0'0'14540,"-17"21"-10933,15-18-3467,-28 37 1386,1 0 1,-41 79-1,34-38-629,4 2 1,4 0-1,3 2 0,4 1 1,-13 107-1,34-193-915,0 0 0,0 0 0,0 1 0,0-1-1,0 0 1,0 0 0,0 0 0,0 1 0,0-1 0,0 0 0,0 0 0,0 0 0,0 1 0,0-1 0,0 0 0,0 0-1,0 0 1,0 1 0,0-1 0,1 0 0,-1 0 0,0 0 0,0 1 0,0-1 0,0 0 0,0 0 0,1 0 0,-1 0-1,0 0 1,0 0 0,0 1 0,0-1 0,1 0 0,-1 0 0,0 0 0,0 0 0,0 0 0,1 0 0,-1 0 0,0 0-1,0 0 1,0 0 0,1 0 0,-1 0 0,0 0 0,0 0 0,0 0 0,1 0 0,-1 0 0,0 0 0,1 0 0,17-8-547,20-18-239,-35 24 677,143-113-4326,-145 115 4469,-1 0 1,0 0-1,0 0 0,0 0 0,1 0 0,-1 0 0,0 0 0,0 0 0,1 0 0,-1 0 0,0 0 0,0 0 0,1 0 1,-1 0-1,0 0 0,0 0 0,1 0 0,-1 0 0,0 0 0,0 0 0,1 0 0,-1 0 0,0 1 0,0-1 0,0 0 1,1 0-1,-1 0 0,0 0 0,0 0 0,0 1 0,0-1 0,1 0 0,-1 0 0,0 0 0,0 1 0,0-1 1,0 0-1,0 0 0,0 1 0,0-1 0,0 0 0,0 0 0,1 1 0,-1-1 0,0 0 0,7 22 783,-6-17-714,0-1 0,0 0 0,1 1 0,-1-1 0,1 0 1,4 6-1,-2-6-310,1 0 1,1-1 0,-1 1-1,1-1 1,-1 0 0,1 0 0,0-1-1,0 0 1,0 0 0,0 0-1,0-1 1,1 0 0,-1 0-1,7 0 1,1 0-2288,-1-1-1,1 0 0,-1-1 1,1-1-1,22-5 0,2-7-5504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3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5955,'0'0'7288,"-20"1"-3489,2 0-2822,11-1-661,-1 0 1,1 0-1,-1 1 1,1 0-1,-1 0 0,1 1 1,0 0-1,-1 0 1,1 1-1,0 0 0,1 0 1,-1 1-1,0 0 1,-7 6-1,4-3 354,1 1-1,0 1 0,1-1 1,-1 2-1,-6 10 1,11-15-444,1 0-1,0 1 1,0-1 0,1 1 0,0 0-1,0 0 1,0 0 0,1 0 0,-1 0-1,1 0 1,0 12 0,1-17-220,1-1-1,-1 1 1,0 0 0,0 0-1,1-1 1,-1 1 0,0 0-1,1-1 1,-1 1 0,1 0-1,-1-1 1,1 1 0,-1 0-1,1-1 1,-1 1 0,1-1-1,0 1 1,-1-1 0,1 1-1,0-1 1,-1 0 0,1 1-1,0-1 1,-1 0 0,1 1-1,0-1 1,0 0 0,0 0-1,-1 0 1,1 0 0,0 0 0,1 0-1,34 1 43,-24-2-19,-5 1-28,-1 0 1,1 0-1,-1-1 1,1 1-1,0-2 1,-1 1 0,1-1-1,-1 0 1,0 0-1,0-1 1,0 1-1,0-2 1,0 1-1,0 0 1,-1-1-1,0 0 1,0-1-1,0 1 1,0-1-1,0 0 1,-1 0-1,5-8 1,-9 16 117,0-1 1,-1 0-1,1 1 1,0-1-1,1 1 1,-1-1 0,0 1-1,1-1 1,-1 1-1,1-1 1,0 0-1,1 3 1,-2-3-454,1 0-1,0 0 1,-1 0 0,1-1 0,0 1-1,0 0 1,0-1 0,0 1-1,1-1 1,-1 1 0,0-1 0,1 0-1,-1 1 1,0-1 0,1 0-1,0 0 1,-1 0 0,1 0-1,0 0 1,-1 0 0,4 0 0,26 0-12203,-16-1 3453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1185,'0'0'19627,"10"9"-17917,43 46 766,-52-61 1352,-7-29-3686,4 24-106,0-1-1,0 1 1,1 0-1,0 0 1,1-1-1,0 1 1,1 0 0,0-1-1,4-14 1,-3 19-267,0 0 0,1 1 0,0 0-1,0 0 1,0 0 0,0 0 0,6-6 0,-6 7-531,1 1 0,0 0 0,0 0 0,1 0 0,-1 1 0,1-1 0,-1 1 0,1 0 0,8-3-1,3-1-5378,1-1-2754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0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14263,'0'0'11624,"-20"7"-8778,-64 24-1427,76-29-1267,1 2-1,-1-1 0,1 1 1,0 0-1,1 0 0,-1 1 0,-11 10 1,3-2-93,5 0-471,10-12 386,0-1 1,0 0-1,1 1 1,-1-1-1,0 0 1,0 1-1,0-1 1,0 0-1,0 1 1,1-1-1,-1 0 1,0 1-1,0-1 1,1 0-1,-1 1 1,0-1-1,0 0 1,1 0-1,-1 0 1,0 1-1,1-1 1,-1 0-1,0 0 1,1 0-1,-1 0 1,1 1-1,35 5-1882,-16-4 539,-15-1 1085,0 0 0,-1 1-1,1 0 1,-1 0-1,0 0 1,0 0-1,1 0 1,-1 1 0,-1 0-1,5 3 1,-6-4 72,0 1 1,0-1-1,0 0 0,-1 1 1,1 0-1,-1-1 1,1 1-1,-1 0 0,0 0 1,0 0-1,0-1 1,-1 1-1,1 0 0,0 0 1,-1 1-1,0 4 1,0-6 152,0 0 0,0 0 0,0 0 0,0 1 0,0-1 0,-1 0 1,1 0-1,-1 0 0,0 0 0,1 0 0,-3 4 0,-6 4-7598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0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16087,'0'0'5827,"-35"108"-1905,28-80-1009,5-12-2080,2-5-753,-4-9-80,0-2-2097,-4-17-945,-3-23-2784,5-14-4723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8724,'0'0'12294,"17"117"-12294,-13-64-865,-4-1-2592,0-6-5315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1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4130,'0'0'22912,"4"13"-20794,21 61 595,-24-73-2694,-1 0 1,1 0-1,0 0 0,0 0 0,0-1 0,-1 1 0,1 0 1,0-1-1,0 1 0,0-1 0,0 1 0,0-1 0,0 1 0,0-1 1,0 0-1,0 1 0,0-1 0,0 0 0,1 0 0,-1 0 1,0 0-1,0 0 0,0 0 0,0 0 0,0 0 0,0 0 1,0-1-1,0 1 0,0 0 0,0-1 0,0 1 0,0-1 0,2 0 1,33-16-1059,-36 16 1025,0 1-1,1-1 0,-1 1 1,1-1-1,-1 1 1,1 0-1,-1-1 0,1 1 1,0 0-1,-1-1 0,1 1 1,-1 0-1,1 0 0,-1 0 1,1 0-1,0-1 1,-1 1-1,1 0 0,0 0 1,-1 0-1,1 0 0,0 0 1,-1 0-1,1 1 0,1-1 1,-1 14 92,-1-7-26,-2 60 273,3-66-379,-1 1 0,0-1 0,1 0 0,-1 0 0,1 0 0,-1 0 0,1 0 0,0 0 0,0 0 0,-1 0 0,1 0 0,0 0 0,0 0 0,0-1 0,0 1 0,0 0 0,0 0 0,0-1 0,0 1 0,0-1 0,0 1 0,0-1 0,1 1 0,-1-1 0,0 0 0,0 0 0,0 0 0,1 1 0,-1-1 0,0 0 0,2-1 0,2 2-728,-1-1 1,0 0 0,1 0 0,-1-1 0,0 1 0,0-1 0,1 0 0,6-2-1,17-20-9262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1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9764,'0'0'13959,"-59"106"-13895,59-89-64,11-4-384,1-5-1313,5-6-1569,2-2-2464,2 0-1938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1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1953,'0'0'22746,"-17"56"-22137,15-39-609,2 0-209,0-7-2064,21-8-14662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39 5410,'0'0'16776,"-4"-6"-15034,2 3-1618,1 1-1,-1 0 1,1 0-1,-1 0 1,0 0-1,0 0 1,0 1-1,0-1 1,0 0-1,0 1 1,0 0-1,-1-1 1,1 1-1,0 0 1,-5-1-1,1 1 88,0 0-1,0 0 1,0 0-1,0 1 1,0 0 0,0 0-1,-9 2 1,-2 1 94,1 0 1,0 1 0,0 1 0,0 0-1,-20 11 1,27-12-231,1 1 0,0-1 0,0 1-1,1 0 1,0 1 0,0 0 0,0 0-1,0 1 1,1-1 0,0 2 0,-7 9 0,12-15-76,0 0 1,-1 1 0,1-1-1,0 0 1,0 0 0,0 1 0,1-1-1,-1 0 1,0 1 0,1-1 0,0 1-1,-1-1 1,1 1 0,0-1 0,0 1-1,1-1 1,-1 1 0,0-1-1,1 1 1,0-1 0,-1 0 0,1 1-1,2 2 1,-1-2-15,0-1 1,0 0-1,0 0 0,0 0 1,1 0-1,-1-1 0,1 1 1,-1-1-1,1 1 0,-1-1 1,1 0-1,0 0 0,0 0 1,0-1-1,0 1 0,0 0 0,-1-1 1,7 0-1,1 1-149,0-1 1,0 0-1,0-1 0,0 0 0,0 0 1,-1-1-1,1-1 0,-1 0 0,1 0 1,-1 0-1,11-7 0,-14 7 107,0-1 0,0-1 0,0 1 1,-1-1-1,0 1 0,0-1 0,0-1 0,0 1 0,-1-1 0,0 0 0,0 0 1,-1 0-1,1 0 0,-1-1 0,-1 0 0,4-10 0,-4 8 348,0-1 0,0 1-1,1-20 417,-5 30-683,0 1 0,0 0 1,1 0-1,-1-1 0,1 1 0,-1 0 0,1 0 0,0 0 0,-1 0 0,1 1 0,0-1 0,1 0 0,-2 4 0,0-2-77,1 1 1,0-1-1,0 1 1,0 0 0,0-1-1,1 1 1,0 0-1,0 0 1,0-1 0,1 1-1,-1 0 1,1-1-1,3 8 1,-3-9-274,0-1 0,0 1 1,1-1-1,0 1 0,-1-1 0,1 0 0,0 0 0,0 0 1,0 0-1,1 0 0,-1 0 0,0 0 0,1-1 1,-1 1-1,1-1 0,-1 0 0,1 0 0,0 0 0,0 0 1,-1 0-1,1 0 0,0-1 0,4 1 0,26 0-6741,4-1-3178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2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2 11429,'0'0'5107,"-23"0"-1997,16-1-2833,-14 0 783,1 1 0,-1 1 0,1 1 1,-1 1-1,1 0 0,0 2 1,-25 8-1,42-11-922,-1-1 1,0 1-1,1 0 1,-1 0-1,1 1 1,0-1-1,-1 1 1,1 0-1,0 0 1,1 0-1,-5 6 1,6-8-143,0 1 0,1-1 0,-1 1 0,0-1 0,1 1 0,0-1 0,-1 1-1,1-1 1,0 1 0,0 0 0,0-1 0,0 1 0,0-1 0,0 1 0,0 0 0,1-1 0,-1 1 0,1-1 0,-1 1 0,1-1 0,-1 1 0,1-1 0,0 1 0,0-1 0,0 0 0,0 1 0,0-1 0,0 0 0,0 0 0,0 0 0,0 0 0,3 2 0,33 26-1001,-22-18 445,-1 0-1,0 1 0,20 23 1,-31-32 518,-1 0 0,1 0 0,-1 1 0,0-1 0,0 1 0,0-1 0,0 1 0,-1 0 0,1 0 0,-1 0 0,0 0 0,0 0 0,-1 0 0,1 0 0,-1 0 1,0 0-1,0 0 0,0 1 0,-1-1 0,1 0 0,-2 5 0,0-6 53,1 0 1,-1 0-1,0 0 1,0 0-1,0-1 1,0 1-1,0-1 0,0 0 1,0 1-1,-1-1 1,0 0-1,1 0 1,-1-1-1,0 1 1,0 0-1,0-1 1,-5 2-1,-9 3 167,0-1 1,-18 4-1,21-6-9,2 0-242,0-1 0,0 0 0,-18 0 1,30-2-32,0 0 1,-1 0 0,1 0-1,0 0 1,-1 0 0,1 0-1,0 0 1,-1 0 0,1 0-1,0-1 1,0 1 0,-1 0-1,1 0 1,0 0 0,-1 0-1,1-1 1,0 1 0,0 0-1,-1 0 1,1 0 0,0-1-1,0 1 1,0 0 0,-1 0-1,1-1 1,0 1 0,0 0-1,0-1 1,0 1 0,-1 0-1,1-1 1,0 1 0,0 0-1,0 0 1,0-1 0,0 1 0,0 0-1,0-1 1,0 1 0,0 0-1,0-1 1,0 1 0,0 0-1,0-1 1,0 1 0,1 0-1,-1-1 1,0 1 0,0-5-1280,0-23-6468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1 6435,'0'0'15639,"-53"171"-11637,12-85-1521,-1 6-1184,2-4-385,7-11-896,1-16-16,3-13-1489,0-15-1520,-7-18-1137,-1-13-3617,-1-2-5748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1457,'0'0'21231,"22"14"-17715,68 49-1355,-76-52-1640,-1 1 0,1 0 0,19 25 0,2 0 154,-35-37-668,0 1 0,1-1 0,-1 0 0,0 0 0,0 0 0,1 0 0,-1 1 0,0-1 0,1 0 0,-1 0 0,0 1 0,0-1 0,0 0 0,1 1 0,-1-1 0,0 0 1,0 0-1,0 1 0,0-1 0,1 0 0,-1 1 0,0-1 0,0 0 0,0 1 0,0-1 0,0 1 0,0-1 0,0 0 0,0 1 0,0-1 0,0 1 0,-11-3 45,7-1-67,1 1 0,-1 0-1,1-1 1,0 0 0,0 0 0,0 0 0,0 0-1,0 0 1,1 0 0,-1-1 0,1 0 0,0 1-1,0-1 1,0 0 0,1 0 0,0 0 0,-1 0-1,1 0 1,1 0 0,-1 0 0,0 0 0,1 0-1,0-1 1,0 1 0,0 0 0,1 0 0,-1 0-1,2-5 1,0-1-34,1-1 0,0 1-1,0 0 1,1 0 0,0 0-1,1 0 1,0 0 0,1 1 0,13-16-1,-11 15-54,1 1 0,0 0 1,1 0-1,0 1 0,1 1 0,18-11 0,-24 15-379,1 0 1,0 1-1,0 0 0,0 0 1,1 1-1,10-2 1,-13 3-568,1 0 0,-1 0 0,0 0 1,1 0-1,-1 1 0,1 0 1,-1 0-1,0 0 0,0 1 1,7 2-1,8 8-6738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12838,'0'0'18216,"0"76"-18200,0-99-2977,0-11-657,0-10-2144,4-4-3042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3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1569,'0'0'17832,"19"96"-17832,-19-59-1857,0-1-3746,4-5-4257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3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13094,'0'0'17000,"0"10"-15749,-2 70-2,3-78-1383,-1 1 1,1 0 0,0-1 0,0 1 0,0 0 0,0-1 0,1 1 0,-1-1-1,1 0 1,-1 1 0,1-1 0,0 0 0,0 0 0,0 0 0,0 0 0,0 0 0,0-1-1,0 1 1,1-1 0,-1 1 0,1-1 0,-1 0 0,1 0 0,2 1-1,32 9-4729,-3-7-4313,-11-3 1954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4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685 37 1601,'0'0'24555,"-14"-7"-22522,-44-18-632,56 24-1332,0 0 1,0 1-1,0-1 1,0 1 0,0-1-1,-1 1 1,1-1 0,0 1-1,0 0 1,0 0-1,-3 1 1,4-1-70,0 0 0,0 0-1,0 1 1,0-1 0,1 0-1,-1 1 1,0-1 0,0 1 0,0-1-1,1 1 1,-1-1 0,0 1 0,1 0-1,-1-1 1,0 1 0,1 0 0,-1 0-1,0 0 1,0 3-92,0-1 0,0 1 1,0 0-1,0 0 0,0-1 0,1 1 0,0 0 0,0 6 1,0 1 49,-10 184-2344,9-122 1576,-12 87 0,9-137 900,-1 0 0,0-1 1,-2 1-1,0-1 0,-2 0 0,0-1 1,-24 38-1,28-50 152,-1-1 1,0 0-1,-1-1 0,1 0 0,-2 0 1,1 0-1,-1-1 0,1 0 0,-2 0 1,1-1-1,-10 5 0,6-5 35,0-1-1,0-1 0,0 1 1,-1-2-1,1 0 0,-1 0 1,0-1-1,-12-1 1,10 0-173,0 0 1,0-1-1,1 0 1,-1-2-1,0 0 1,1 0-1,-16-7 1,24 7-109,-1 0 0,1-1 0,0 1 0,-1-1 0,2-1 0,-1 1 0,1-1 0,-1 0 0,1-1 0,1 1 0,-1-1 0,1 0 0,0 0 0,0 0 0,1-1 0,-5-10 0,4 6-213,0 0 1,1-1-1,1 1 1,0-1-1,0 1 1,1-1-1,1 0 1,0 0-1,1 1 1,2-18-1,0 12-587,1 0-1,1 1 0,0-1 1,1 1-1,0 0 0,14-22 1,19-22-4340,4 1-2812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4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12598,'0'0'15431,"2"94"-15191,-2-73-240,0-5-304,0-1-1057,0-2-816,8-7-1777,11-4-1760,6-2-1634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4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4210,'0'0'22362,"-31"69"-21401,31-34-737,0 3-224,0-5-1713,0-7-2769,0-6-721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5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6019,'0'0'9812,"-33"163"-6706,12-83-817,-2 5-544,-2-1-273,0 0-447,2-7-497,-2-6-288,-3-15-192,5-12-48,2-12-624,1-18-1073,5-12-2497,-2-2-3521,7-27-2050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7395,'18'-22'3229,"61"-74"143,-72 88-2772,0 0 1,0 1-1,1 0 1,0 0-1,0 1 1,0 0-1,1 0 1,0 1 0,0 0-1,0 1 1,1 0-1,-1 0 1,1 1-1,0 0 1,0 1-1,0 0 1,1 1-1,-1 0 1,0 0-1,15 2 1,-24-1-527,0 0-1,-1 0 1,1 0 0,-1 0 0,1 1-1,-1-1 1,1 0 0,0 0-1,-1 1 1,1-1 0,-1 0 0,1 1-1,-1-1 1,1 0 0,-1 1 0,0-1-1,1 1 1,-1-1 0,1 0 0,-1 1-1,0-1 1,0 1 0,1-1-1,-1 1 1,0 0 0,0-1 0,1 2-1,2 22 1162,-3-18-1009,-1 0 0,1 0 1,-1-1-1,0 1 0,-1 0 0,-3 10 0,-1-8-110,0 0-1,0 0 1,0-1 0,-1 1-1,0-1 1,-1-1-1,0 1 1,0-2 0,0 1-1,-12 6 1,-5 1-114,0-1 0,-41 13 0,61-23-94,0 0 1,0-1-1,0 0 1,0 0-1,-10 0 0,19-1-2575,29-3-1301,1-1 0,0-2 1,63-19-1,-42 10-1206,13-3-914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6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2097,'0'0'18598,"19"-8"-15632,57-23-759,-76 31-2058,1-1 1,-1 1-1,1-1 0,0 1 1,-1 0-1,1-1 0,0 1 0,-1 0 1,1 0-1,0-1 0,-1 1 1,1 0-1,0 0 0,0 0 1,-1 0-1,1 0 0,0 0 1,-1 0-1,1 0 0,0 0 1,0 0-1,-1 0 0,1 0 1,0 1-1,-1-1 0,1 0 1,0 1-1,-1-1 0,1 0 1,0 1-1,0 0 0,-2 12-284,0-12 577,1 9-149,0-3-163,0 0 1,0-1-1,0 1 1,1-1-1,3 12 0,-4-17-186,1 1-1,0-1 0,-1 1 1,1-1-1,0 1 0,0-1 1,0 0-1,0 1 1,0-1-1,0 0 0,0 0 1,0 0-1,0 0 0,1 0 1,-1 0-1,0 0 0,1 0 1,-1 0-1,1-1 0,-1 1 1,1 0-1,-1-1 0,1 0 1,-1 1-1,1-1 0,0 0 1,-1 0-1,1 0 0,2 0 1,7 1-225,-1-1 1,1-1 0,-1 0-1,1 0 1,0-1 0,-1 0 0,0-1-1,0 0 1,0-1 0,0 0-1,0-1 1,-1 1 0,1-2 0,-1 0-1,-1 0 1,11-9 0,-18 14 386,0 0 1,0 0 0,0 0 0,0 0 0,1 0-1,-1 0 1,0 0 0,1 0 0,-1 1 0,0-1-1,1 0 1,-1 1 0,1-1 0,-1 1-1,1 0 1,-1-1 0,1 1 0,0 0 0,-1 0-1,1 0 1,-1 0 0,1 0 0,-1 0-1,1 1 1,2 0 0,-1 1-57,0 0 1,1 0-1,-1 0 1,0 1-1,-1-1 0,1 1 1,0 0-1,2 4 1,-3-4-326,1 0 1,-1 0 0,1 0 0,0-1 0,0 1 0,-1-1 0,2 1 0,-1-1 0,0 0 0,0 0 0,7 2 0,34-1-9200,-20-3 1062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06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145 634 8420,'0'0'16061,"-18"7"-14538,-57 28-323,72-34-1155,0 1-1,0 0 0,0 0 0,1 0 0,-1 0 0,1 0 0,-1 1 1,1-1-1,0 1 0,0 0 0,0-1 0,0 1 0,0 0 1,0 0-1,1 0 0,0 0 0,-1 0 0,1 1 0,1-1 0,-1 0 1,0 1-1,1-1 0,-1 0 0,1 1 0,0 3 0,1-2-69,0 1 0,0 0 0,0-1 0,0 1-1,1-1 1,0 1 0,0-1 0,1 0 0,-1 1 0,1-1-1,5 6 1,3 3-99,-1-2-215,1 1 1,-2 0-1,0 1 0,0 0 1,-1 1-1,11 29 1,-19-43 297,1 0 0,-1-1 0,0 1 0,1 0 0,-1 0 0,0-1 0,0 1 0,0 0 0,0 0 0,0 0-1,0-1 1,0 1 0,0 0 0,0 0 0,0 0 0,0-1 0,0 1 0,-1 0 0,1 0 0,0 0 0,-1-1 0,1 1 0,0 0 0,-1-1 0,1 1 0,-1 0 0,1-1 0,-1 1 0,1-1 0,-2 2 0,-23 0-950,14-2 735,8 0 136,0 0 0,-1 0 0,1 0 0,0-1-1,-1 1 1,1-1 0,0 0 0,0 0 0,-1 0 0,1 0 0,0 0-1,0-1 1,0 1 0,0-1 0,1 0 0,-1 0 0,0 0-1,1 0 1,0-1 0,-1 1 0,1-1 0,0 1 0,-3-5 0,4 3 44,-1 0 0,1 1 1,0-1-1,0 0 1,1 0-1,-1 0 1,1 0-1,0 1 0,0-1 1,0 0-1,0 0 1,1 0-1,-1 0 1,1 0-1,0 1 1,1-1-1,-1 0 0,0 1 1,1-1-1,0 1 1,2-4-1,12-17-102,2 0 0,0 1-1,1 2 1,32-29 0,-2 1 7,382-414-2625,-259 276 4522,-151 164 1136,-27 30 834,-37 41-1636,-1 11-1192,-70 120 1,-14 76-261,112-219-561,-14 45 0,26-71-77,2 1 0,-1 0 0,1 0 0,1 0 0,0 0 0,0 0 0,1 0 0,3 20 0,-3-30 10,1 1 1,-1-1-1,1 0 0,-1 0 1,1 0-1,-1 0 0,1 0 1,0 1-1,-1-1 1,1 0-1,0-1 0,0 1 1,0 0-1,0 0 1,0 0-1,0 0 0,0-1 1,0 1-1,0 0 1,1-1-1,-1 1 0,0-1 1,0 0-1,0 1 0,1-1 1,-1 0-1,0 0 1,2 1-1,39-3-365,-35 2 322,5-2-74,-1-1-1,1 0 0,-1 0 1,0-1-1,1 0 0,-2-1 0,1-1 1,11-6-1,-15 7 122,1 0 0,-1-1 0,1 0 1,-1 0-1,-1 0 0,1-1 0,-1 0 0,-1 0 0,1 0 0,-1-1 0,5-10 0,-11 20 199,0 0-1,1 0 1,-1 0-1,1 0 1,0 0 0,-1 0-1,1 0 1,0 0-1,0 0 1,0 0-1,0 0 1,1 0-1,-1 0 1,0-1-1,1 1 1,-1 0 0,1 0-1,0 0 1,0 0-1,0-1 1,2 4-1,0-1-114,0 1 0,1-1 0,0-1 0,0 1 0,0 0 0,0-1 0,1 0 0,5 3 0,2 1-1073,1-1 0,-1-1 1,2 0-1,-1 0 0,0-1 0,18 2 0,8-4-6145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6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9412,'0'0'8452,"-2"144"-6579,-5-70-816,-1 3-305,0-2-192,-9 5-320,0-9-112,-6 0-112,-4-13-16,-2-12-288,8-16-1185,-6-20-800,6-10-1840,10-12-2578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2417,'0'0'12059,"18"12"-9340,57 43-1089,-72-51-1544,1-1 0,-1 1 0,0 0 0,-1-1 0,1 1 0,-1 0 0,0 1 0,1-1 0,-2 0 0,1 1 0,-1-1 0,1 1 0,-1-1 0,0 1 0,-1 0 0,1-1 0,-1 1 0,0 0 0,0 0 0,0-1 0,-1 1 0,0 0 0,-2 6 1,3-6-29,-2 0 25,1 0 0,-1 0 0,0 0 0,0 0-1,-1-1 1,1 1 0,-1-1 0,0 0 0,0 1-1,-1-1 1,1-1 0,-1 1 0,0 0 0,0-1-1,0 0 1,0 0 0,0 0 0,-1 0 0,-5 2 0,1-1-25,-1 1 0,0-1 1,0-1-1,0 0 1,0 0-1,0-1 1,-1 0-1,-15 0 1,25-2-174,0 0 0,1 0 1,-1 0-1,0 0 0,1 0 1,-1 0-1,0 0 0,1 0 1,-1 0-1,0 0 1,1 0-1,-1 0 0,0-1 1,1 1-1,-1 0 0,0-1 1,1 1-1,-1 0 0,1-1 1,-1 1-1,1-1 1,-1 1-1,1 0 0,-1-1 1,1 0-1,-1 1 0,1-1 1,-1 1-1,1-1 0,0 1 1,-1-2-1,1 0-254,0 0 1,0 1-1,0-1 0,1 1 1,-1-1-1,0 0 0,1 1 0,-1-1 1,1 1-1,-1-1 0,1 1 1,2-4-1,2-3-1734,0 0 0,1 0-1,12-12 1,13-9-3785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7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1649,'0'0'17931,"3"2"-16528,-2 0-1289,1-1-1,0 1 1,-1-1 0,0 1-1,1 0 1,-1 0 0,0 0 0,0 0-1,0 0 1,0 0 0,0 0-1,-1 0 1,1 0 0,-1 0 0,1 0-1,-1 0 1,0 0 0,0 1-1,1-1 1,-2 2 0,-2 60 632,1-35-633,1-26-110,1 1 0,0 0 0,0 0 0,0 0 0,0 0 0,1-1 0,0 1 0,0 0 0,0 0 0,0-1 0,3 6 0,-3-7-4,1-1 0,-1 1-1,1-1 1,0 1 0,-1-1-1,1 0 1,0 0 0,0 0 0,0 0-1,0 0 1,0 0 0,1 0-1,-1-1 1,0 1 0,0-1-1,0 1 1,0-1 0,1 0 0,-1 0-1,0 0 1,3-1 0,1 1 13,-1 0 1,0 0-1,1 0 1,-1-1-1,0 0 0,0 0 1,0 0-1,0-1 1,0 0-1,0 0 1,7-4-1,-9 4 3,0-1-1,1 0 1,-1 0 0,0-1-1,0 1 1,0 0-1,-1-1 1,1 0-1,-1 0 1,0 0 0,0 0-1,-1 0 1,1 0-1,1-7 1,1-2 126,-2-1 1,1 1-1,-2-1 1,1 0-1,-2 0 0,0 0 1,-1 0-1,-3-16 1,4 28-171,0 1 1,0 0-1,-1 0 1,1-1 0,-1 1-1,1 0 1,-1 0-1,1 0 1,-1 0 0,0 0-1,0 0 1,1 0 0,-1 0-1,0 0 1,0 0-1,0 0 1,0 1 0,0-1-1,0 0 1,0 0 0,0 1-1,0-1 1,-1 1-1,1-1 1,0 1 0,0 0-1,0-1 1,-1 1-1,1 0 1,0 0 0,0 0-1,-1 0 1,1 0 0,0 0-1,0 0 1,-1 0-1,1 1 1,0-1 0,0 0-1,0 1 1,-1-1 0,1 1-1,0-1 1,-1 2-1,-2-1-825,0 1 0,0 0 0,1 1-1,-1-1 1,1 1 0,-1-1 0,1 1 0,0 0-1,0 0 1,1 0 0,-6 8 0,3 5-6502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142 448 6995,'0'19'2732,"0"58"2643,-20 140-1,16-193-5165,-2-1 0,0 1 0,-1-1 0,-2 0 1,0-1-1,-1 0 0,-21 32 0,31-53-259,0 0 1,-1 0 0,1 0 0,-1-1-1,1 1 1,-1 0 0,0-1-1,1 1 1,-1-1 0,0 1-1,1 0 1,-1-1 0,0 1-1,1-1 1,-1 0 0,0 1-1,0-1 1,0 0 0,0 1-1,1-1 1,-1 0 0,0 0-1,0 0 1,0 0 0,0 0-1,0 0 1,0 0 0,1 0-1,-1 0 1,-1 0 0,1-1-37,0 0 1,-1 0-1,1 0 1,1 0-1,-1 0 1,0 0-1,0 0 1,0 0-1,1 0 1,-1 0-1,0-1 1,1 1-1,-1 0 1,1 0 0,-1-1-1,1 1 1,0 0-1,0-1 1,0 1-1,-1-2 1,-1-34-1266,2-56 1,1 30 502,1 10 361,3 0 0,2 0 0,2 1 0,2 0 0,3 0 0,2 1 0,2 1 0,2 1 0,3 1 0,34-57 0,-45 86 485,1 0 0,1 0-1,24-23 1,-34 37 313,1 0-1,1 0 0,-1 1 1,1 0-1,-1 0 0,1 0 1,0 1-1,1 0 1,-1 0-1,0 1 0,1-1 1,0 2-1,-1-1 0,1 0 1,12 0-1,-17 2-148,-1 0-1,0 1 1,1-1-1,-1 0 1,1 0-1,-1 1 1,0-1-1,1 1 1,-1-1-1,0 1 1,0 0-1,1-1 1,-1 1 0,0 0-1,0 0 1,0 0-1,0 0 1,0 0-1,0 0 1,0 0-1,1 2 1,0 0 131,0 1 1,-1-1-1,1 1 1,-1 0-1,0 0 0,0-1 1,2 8-1,-2-2 164,0 0 0,-1 0 0,0 0 0,0 0 0,-1 0 0,-3 16 0,0-18-274,1 0 0,-1 0 0,1-1 0,-2 1 0,1-1 0,-1 0 0,0 0 0,0-1-1,-1 1 1,1-1 0,-1-1 0,0 1 0,-1-1 0,1 0 0,-1 0 0,0-1 0,-13 6-1,19-9-494,-14 1-197,11-3-2653,3-18-11447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 20233,'0'0'3346,"-46"171"416,31-96-1698,-2 3-1551,-2-5-337,-8-8-160,-6-9-16,-3-12-817,-8-9-927,-6-12-1074,-6-12-2448,-9-11-4162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1 567 9861,'25'-11'2072,"396"-158"6901,-335 136-7971,159-67 800,-192 75-1483,-1-2 0,71-50 0,-115 72-106,-1-1 0,1 0 0,-1 0 0,0-1 1,0 0-1,-1 0 0,0 0 0,-1-1 0,1 0 0,-1 0 0,-1-1 0,0 1 0,6-17 0,-10 25-207,-1-1 0,0 1 0,1-1-1,-1 0 1,1 1 0,-1-1 0,0 1 0,1-1 0,-1 1 0,0 0-1,0-1 1,1 1 0,-1 0 0,0-1 0,0 1 0,0 0-1,1 0 1,-1 0 0,0 0 0,0 0 0,0 0 0,0 0 0,1 0-1,-1 0 1,0 0 0,0 0 0,0 0 0,1 0 0,-1 1 0,-1-1-1,-30 6-34,26-2 23,0 0 0,-1 0 0,2 1 0,-1 0 0,0 0 0,1 0 0,0 0 0,0 1 0,1 0 0,-1 0 0,1 0 0,1 1 0,-1-1 0,1 1 0,-4 11 0,5 15-480,3-19-2118,-1 7-9107,0-10 2664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420 137 7668,'0'0'2651,"18"-19"-1589,57-60 942,-66 71-758,0 0 0,0 1 0,19-9 4058,-53 29-3256,-57 35-424,1 3 0,-117 98 0,182-136-1557,-34 29 63,48-39-128,-1-1 0,1 1-1,0 0 1,0-1 0,0 1 0,0 0 0,0 0-1,1 0 1,0 0 0,-1 0 0,1 1 0,0-1-1,0 0 1,0 7 0,1-10-6,0 1 0,0-1-1,0 0 1,0 1 0,0-1 0,0 0 0,0 1-1,0-1 1,0 0 0,0 0 0,0 1 0,1-1 0,-1 0-1,0 1 1,0-1 0,0 0 0,0 0 0,1 1-1,-1-1 1,0 0 0,0 0 0,1 0 0,-1 1-1,0-1 1,0 0 0,1 0 0,-1 0 0,0 0 0,0 1-1,1-1 1,-1 0 0,0 0 0,1 0 0,-1 0-1,0 0 1,1 0 0,-1 0 0,0 0 0,1 0 0,-1 0-1,0 0 1,0 0 0,1 0 0,15 1-151,0 0 1,1-2 0,-1 0-1,0 0 1,0-1-1,17-5 1,97-34-1071,-101 29 1090,0 2-1,1 1 1,0 2-1,1 0 1,54-3-1,-84 10 136,1 0 0,0 0 0,0 0 0,0 0 1,0 1-1,0-1 0,-1 0 0,1 1 0,0 0 0,0-1 0,-1 1 0,1 0 0,0 0 0,-1 0 0,1 0 1,-1 0-1,3 2 0,-4-2 9,1 0 0,-1 0 0,1 0 0,-1 0 0,1 0 0,-1 0 0,0 0 1,1 1-1,-1-1 0,0 0 0,0 0 0,0 0 0,0 1 0,0-1 0,0 0 0,0 0 0,-1 0 1,1 0-1,0 1 0,-1-1 0,1 0 0,0 0 0,-1 0 0,1 0 0,-1 0 0,0 0 1,1 0-1,-1 0 0,-1 1 0,-6 6 184,0-1 0,0 1 1,-1-1-1,0-1 0,-1 0 1,0 0-1,-15 6 1,23-11-167,-43 22 283,-1-2 1,-1-3-1,0-1 1,-95 19 0,68-32-207,70-4-104,3 0-10,0 0 0,0 0 1,0 0-1,0 0 1,0 0-1,0-1 1,0 1-1,0 0 0,0 0 1,0-1-1,0 1 1,0-1-1,0 1 0,0-1 1,0 1-1,0-1 1,0 0-1,0 1 1,1-1-1,-1 0 0,0 0 1,1 1-1,-2-3 1,1 1-39,0 0 0,0 0 0,1 0 1,-1 0-1,1 0 0,0 0 1,0 0-1,-1 0 0,1-1 0,0 1 1,1-4-1,1-1-156,-1-1 0,1 0 0,1 1 0,-1-1 0,1 1 0,7-11 0,4-3-94,1 0-1,1 1 1,1 0-1,1 2 1,1 0-1,38-28 1,-16 17 97,0 3 0,76-36 0,-108 58 162,84-35-187,-83 36 42,-1 0-1,1 1 0,0 0 1,-1 0-1,1 1 0,0 1 1,19 0-1,-29 0 183,0 0 0,0 0 0,1 0-1,-1 0 1,0 0 0,0 0 0,0 0 0,0 1-1,0-1 1,1 0 0,-1 0 0,0 0 0,0 0-1,0 0 1,0 0 0,0 0 0,0 0 0,1 1-1,-1-1 1,0 0 0,0 0 0,0 0 0,0 0-1,0 0 1,0 1 0,0-1 0,0 0 0,0 0-1,0 0 1,0 0 0,0 0 0,0 1 0,0-1-1,0 0 1,0 0 0,0 0 0,0 0 0,0 1-1,0-1 1,0 0 0,0 0 0,0 0 0,0 0-1,0 0 1,0 1 0,-1 2 16,1 1 0,-1-1 1,0 1-1,0-1 0,0 1 0,0-1 0,-1 0 1,0 1-1,1-1 0,-1 0 0,0 0 1,0 0-1,-4 4 0,-41 39 410,28-29-220,-43 42 534,-351 323 1363,390-362-2003,-34 33 69,53-48-172,0-1 0,0 1 0,0 0-1,1 0 1,-1 0 0,1 1 0,1-1-1,-1 1 1,-2 10 0,5-16-5,0 0 0,-1 1 1,1-1-1,0 0 0,0 1 0,0-1 1,0 0-1,0 1 0,0-1 0,0 1 1,-1-1-1,1 0 0,0 1 0,0-1 1,1 1-1,-1-1 0,0 0 0,0 1 1,0-1-1,0 0 0,0 1 0,0-1 0,0 1 1,1-1-1,-1 0 0,0 1 0,0-1 1,0 0-1,1 1 0,-1-1 0,0 0 1,1 0-1,-1 1 0,0-1 0,0 0 1,1 0-1,-1 1 0,1-1 0,-1 0 1,0 0-1,1 0 0,-1 0 0,1 0 0,9 3-200,1-2 0,0 0-1,-1 0 1,1-1 0,-1 0-1,1-1 1,0 0 0,-1-1-1,14-3 1,99-35-748,-81 24 623,185-53-577,-277 70 3900,2 9-2263,-1 1-1,-85 34 1,56-17-709,35-13-717,-26 9-1671,24-15-8687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19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11685,'0'0'6035,"-20"11"-2529,2-1-2701,-3 1 45,0 1 0,1 1-1,-35 30 1,39-30-165,-3 3 472,-27 28 0,43-40-1069,-1-1 1,1 1 0,0 0 0,0 1 0,1-1-1,-1 0 1,1 1 0,0-1 0,0 1-1,0 0 1,1 0 0,0 0 0,0 0-1,-1 5 1,2-10-87,0 1-1,0-1 0,0 0 1,1 1-1,-1-1 0,0 1 1,0-1-1,0 0 0,0 1 1,1-1-1,-1 0 1,0 1-1,0-1 0,1 0 1,-1 0-1,0 1 0,1-1 1,-1 0-1,0 1 0,1-1 1,-1 0-1,0 0 0,1 0 1,-1 0-1,0 1 1,1-1-1,-1 0 0,1 0 1,-1 0-1,0 0 0,1 0 1,0 0-1,16 0-16,-13 0 17,9-2-189,0 0-1,0 0 0,-1-1 1,1-1-1,-1 0 0,0-1 1,0 0-1,0-1 0,-1 0 0,1-1 1,-1 0-1,-1-1 0,0 0 1,0-1-1,-1 0 0,1 0 1,-2-1-1,0 0 0,8-13 1,-14 19 319,0 0 1,0 0 0,-1 0 0,0 0-1,1 0 1,-2 0 0,1-1 0,0 1-1,-1 0 1,0 0 0,0-7 0,0 8 339,-1 2-425,0 1 0,1 0 1,-1 0-1,0 0 1,1 0-1,-1 0 0,0 0 1,1 0-1,-1 0 1,0 0-1,1 1 1,-1-1-1,0 0 0,1 0 1,-1 1-1,0-1 1,1 0-1,-1 1 0,0-1 1,1 0-1,-1 2 1,-2 3-59,0 0 0,1 0 1,0 0-1,1 0 1,-1 1-1,1-1 0,0 1 1,0-1-1,1 1 0,-1-1 1,1 1-1,1 0 1,-1-1-1,2 6 0,-2-7-216,1 0-1,0 0 0,0 0 1,1-1-1,-1 1 0,1 0 0,0-1 1,0 1-1,3 4 0,-3-6-165,-1-1 0,1 1 0,0 0 0,0-1 0,0 1-1,0-1 1,0 1 0,0-1 0,0 0 0,0 0 0,1 0 0,-1 0-1,0 0 1,1-1 0,4 2 0,20-1-5316,3-1-1975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12310,'0'0'10236,"-22"26"-7605,-70 87-1108,77-93-1113,1 1 0,1 0 1,1 1-1,1 0 0,1 1 0,-10 34 0,9-24-2,5-18-274,1 0 1,1 0-1,0 1 1,1-1-1,1 1 0,0 0 1,1 27-1,2-42-151,-1 0 0,0-1 0,1 1 0,-1 0 0,1-1 0,-1 1 0,1-1 0,-1 1 0,1 0 1,-1-1-1,1 1 0,0-1 0,-1 1 0,1-1 0,0 0 0,-1 1 0,1-1 0,0 0 0,0 1 0,-1-1 0,1 0 0,0 0 0,0 0 0,0 0 0,-1 1 0,1-1 0,0 0 0,0 0 0,0-1 0,-1 1 0,1 0 0,0 0 0,1-1 0,29-6-734,-18 0 355,-1 0 1,0-1-1,0-1 1,-1 0-1,0 0 1,13-15-1,56-71-1910,-76 90 2218,37-46-813,-1-2 1,-3-2 0,34-66 0,-75 129 2492,-39 92 2007,35-81-3634,2 1 0,0 0 0,1 0-1,-3 22 1,7-25-165,-2 37-268,3-52 293,0 1 1,0-1-1,1 0 1,-1 0-1,1 1 1,-1-1-1,1 0 1,0 0-1,0 0 1,0 0-1,0 0 1,0 0 0,0 0-1,1 0 1,-1 0-1,1-1 1,-1 1-1,1-1 1,0 1-1,1 1 1,1-1-499,0-1 0,0 1 0,0-1 0,0 0 0,0 1 0,1-2 0,5 2 0,41-1-7760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0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 12598,'0'0'10004,"-102"129"-6786,73-57 143,1 7-2256,1-2-625,-4-6-288,-3 0-192,-3-6-304,-5-12-736,-6-10-913,-2-15-881,-11-14-2192,-6-14-3426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0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0 600 7059,'32'-15'4736,"371"-167"4444,-350 158-8546,254-124 1092,-251 117-1651,-1-3 0,-1-3 0,61-53 0,-80 54 32,-33 33 50,-3 3-78,-1 0 0,0 0 1,1 1-1,-1-1 0,0 0 0,1 0 0,-1 1 0,0-1 1,1 1-1,-1-1 0,1 1 0,-1 0 0,-2 1 1,2-1 38,-20 11 303,2 1 0,-1 0 0,-31 29 0,-52 58 1043,56-48-939,3 1 0,-54 84-1,76-101-408,2 1-1,2 1 1,2 0 0,1 1-1,-14 54 1,27-79-144,0-1-1,2 1 1,0-1 0,0 15 0,2-27 18,-1-1 0,0 1 1,0-1-1,0 1 0,1-1 1,-1 1-1,0-1 0,1 1 1,-1-1-1,0 1 0,1-1 0,-1 0 1,1 1-1,-1-1 0,0 0 1,1 1-1,-1-1 0,1 0 1,-1 0-1,1 1 0,-1-1 1,1 0-1,-1 0 0,1 0 1,-1 0-1,1 0 0,-1 0 1,1 0-1,0 0 0,-1 0 1,1 0-1,-1 0 0,1 0 1,0 0-1,22-4-161,-8-5 27,0 0 1,0-1-1,-1-1 0,0 0 1,17-18-1,1-1-37,-2 6 108,-19 16 180,0-1 0,0 0 0,-1-1 0,13-16-1,-23 26-65,0 0-1,1 1 282,-1-1-282,0 0 1,0 0-1,0 0 0,0 0 1,0 0-1,0 0 0,0 0 0,0 0 1,0 0-1,0 0 0,0 0 1,0 0-1,0 0 0,0 0 0,0 0 1,1 0-1,-1 0 0,0 0 0,0 0 1,0 0-1,0 0 0,0 0 1,0 0-1,0 0 0,0 0 0,0 0 1,0 0-1,1 0 282,-1-1-282,0 1 1,0 0-1,0 0 0,0 0 1,0 0-1,-2 12 930,-9 32-1213,0 3-1047,10-43 935,-2 31-2467,3-34 2544,0-1 1,0 1-1,0 0 0,0 0 0,0-1 0,0 1 1,0 0-1,0 0 0,0 0 0,1-1 0,-1 1 1,0 0-1,1-1 0,-1 1 0,0 0 0,1-1 1,-1 1-1,1 0 0,-1-1 0,1 1 0,-1-1 1,1 1-1,-1-1 0,1 1 0,-1-1 0,1 1 1,0-1-1,-1 1 0,1-1 0,0 0 0,0 0 1,-1 1-1,2-1 0,14 1-7312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1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7235,'0'0'14097,"19"2"-13219,7 2-662,20 2 210,46 1-1,-90-7-419,-1 0 0,0 0 0,1 0 0,-1 0 0,1 0 0,-1 0 0,0 0 0,1 0 0,-1-1 0,0 1 0,1 0 0,-1-1 0,0 1 0,1-1 0,-1 0 0,0 1 0,0-1 0,0 0 0,0 0 0,0 0 0,0 0 0,2-1 0,-2-1-2,0 1 0,-1-1 0,1 0 1,-1 0-1,1 1 0,-1-1 0,0 0 1,0 0-1,0-4 0,-1-4 38,1 9-9,0 1 0,0 0 0,0 0 0,0 0 0,-1-1 0,1 1 0,0 0 0,-1 0 0,1 0 0,-1 0 0,1 0 0,-1 0 0,0 0 0,1 0 0,-1 0 0,0 0 0,0 0 0,0 1 0,0-1 0,1 0 0,-1 0 0,0 1 0,0-1 0,-2 0 0,0-1 152,-1 1 0,0 0 0,0-1 0,1 1 0,-1 1-1,0-1 1,-7 0 0,5 1 19,1 0 1,-1 0-1,1 0 1,-1 1-1,1 0 0,0 0 1,-1 0-1,1 1 0,0-1 1,0 1-1,-7 4 1,9-3-183,0-1 0,1 1 0,-1 0 1,1 0-1,0 1 0,0-1 0,0 0 1,0 1-1,1-1 0,-1 1 1,1-1-1,0 1 0,-1 6 0,1-7-138,1 0 0,0 0-1,0 0 1,-1-1 0,1 1 0,1 0-1,-1 0 1,0 0 0,1 0-1,0-1 1,-1 1 0,1 0-1,0 0 1,0-1 0,1 1 0,-1-1-1,1 1 1,-1-1 0,4 4-1,4 1-549,1 0-1,-1-1 0,1-1 1,0 1-1,1-2 0,-1 1 0,1-2 1,0 1-1,15 2 0,66 8-5909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1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 6851,'0'0'18110,"-6"4"-15728,-87 49 2022,71-43-4259,1 1 1,1 1 0,0 1 0,0 0-1,2 1 1,-30 30 0,45-41-145,1-1 1,0 1-1,0 1 0,0-1 0,0 0 1,1 0-1,-1 1 0,1-1 1,0 1-1,0-1 0,0 1 0,0 0 1,1-1-1,-1 1 0,1 0 1,0-1-1,0 1 0,1 4 0,-1-6-23,1 1 0,0 0 0,0-1 0,0 1 0,0 0 0,0-1 0,0 0 0,1 1 0,-1-1 0,1 0 0,0 1 0,0-1 0,0 0 0,0 0 0,0-1 0,0 1 0,0 0 0,1-1 0,-1 1 0,0-1 0,1 0 0,-1 0 0,5 2 0,9 1-781,0-1 1,1-1 0,-1-1-1,0 0 1,1-1-1,16-2 1,-20 2 19,-4 0-188,0-1 0,0-1 1,0 1-1,0-1 0,-1-1 1,1 1-1,-1-1 1,1-1-1,-1 0 0,13-8 1,32-24-8581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1 10645,'0'0'12168,"-26"26"-8620,8-8-2809,-27 26 1015,3 1 0,-48 68-1,42-42-1532,-56 109 0,84-138-229,1 1 1,3 0 0,1 1 0,-11 61 0,23-83 7,3-21 0,0 0 0,0-1 0,0 1 0,0-1 0,0 1 0,0-1 0,0 1 0,1-1 0,-1 1 0,0-1 0,0 1 0,1-1 0,-1 1 0,0-1 0,0 1 0,1-1 0,-1 1 0,1-1 0,-1 1 0,0-1 0,1 0 0,-1 1 0,1-1 0,-1 0 0,1 1 0,-1-1 0,1 0 0,-1 0 0,1 0 0,-1 1 0,1-1 0,-1 0 0,1 0 0,-1 0 0,1 0 0,0 0 0,-1 0 0,1 0 0,-1 0 0,1 0 0,-1 0 0,1 0 0,-1 0 0,1-1 0,0 1 0,-1 0 0,1 0 0,-1-1 0,1 1 0,-1 0 0,0 0 0,2-2 0,-1 2 0,18-8-279,0 0 0,0-2 0,29-20 0,-11 8-817,-29 17 977,0-1-1,0 1 1,0-1-1,10-12 1,-18 18 181,0 0 0,1 0 0,-1 0 0,0-1 1,0 1-1,1 0 0,-1 0 0,0 0 0,0 0 0,1 0 1,-1 0-1,0 0 0,1 0 0,-1 0 0,0-1 1,0 1-1,1 0 0,-1 0 0,0 0 0,1 1 0,-1-1 1,0 0-1,0 0 0,1 0 0,-1 0 0,0 0 1,1 0-1,-1 0 0,0 0 0,0 1 0,1-1 0,-1 0 1,0 0-1,0 0 0,0 1 0,1-1 0,-1 0 0,0 0 1,0 1-1,8 10-360,-7-9 464,5 8-176,0 0-136,0-1 0,0 1 0,12 12 0,-16-20-207,1 1-1,0 0 0,0-1 1,0 0-1,1 0 0,-1 0 1,0 0-1,1 0 1,0-1-1,-1 1 0,1-1 1,0 0-1,0 0 0,4 0 1,1 0-1434,-1 0 1,1-1-1,-1 0 0,1-1 1,14-2-1,16-13-8113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0 272,'0'0'26356,"-21"3"-23541,-70 8-1030,86-10-1704,-1 0 0,1 1 0,0-1-1,0 1 1,1 0 0,-1 0 0,0 1 0,1 0 0,-1-1 0,1 2 0,0-1 0,0 0 0,0 1 0,0 0 0,1-1 0,-1 2 0,1-1 0,-3 5 0,2-3-80,1-2-1,1-1 0,0 1 0,-1 0 0,2 0 0,-1 1 0,0-1 0,1 0 0,0 1 0,0-1 0,0 1 0,0-1 0,1 1 0,0 7 0,1-11 0,-1 0 0,1 0 0,0 0 0,0 0 0,0 0 0,1-1 0,-1 1 0,0 0 0,0-1 0,0 1 0,0 0 0,1-1 0,-1 1 0,0-1 0,1 0 0,-1 1 0,0-1 0,1 0 0,-1 0 0,0 0 0,1 0 0,-1 0 0,0 0 0,1 0 0,1-1 0,41-1 0,-36 1-4,-1-1 0,1 0 0,-1 0 0,1 0 0,-1-1 0,0 0 0,12-8 0,-16 9 5,1 0 0,0-1 0,-1 1 1,1-1-1,-1 0 0,0 0 1,1-1-1,-2 1 0,1 0 0,0-1 1,-1 0-1,1 0 0,-1 0 0,3-8 1,-6 17-95,1-1 0,-1 0 0,1 1 0,0-1 0,1 0 0,-1 1 0,1-1 0,0 0 0,0 0 0,0 0 0,0 1 0,4 6 0,-3-8-477,-1 0 0,1 0-1,0 0 1,0 0 0,0 0 0,1-1 0,4 5 0,-5-5-142,0-1 0,0 1 0,0-1 1,0 0-1,1 0 0,-1 0 0,0 0 1,1 0-1,-1 0 0,0-1 0,1 1 1,2-1-1,25 1-8919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2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59 329 11813,'0'0'18764,"-6"15"-17596,-19 48-314,12-40-698,12-22-156,1-1 1,0 0 0,0 0-1,0 0 1,0 0-1,-1 0 1,1 0-1,0 0 1,0 0-1,0 0 1,-1 0 0,1 0-1,0 0 1,0 0-1,0 0 1,-1 0-1,1 0 1,0 0 0,0 0-1,0 0 1,-1 0-1,1 0 1,0 0-1,0 0 1,0 0-1,-1 0 1,1 0 0,0 0-1,0-1 1,0 1-1,0 0 1,-1 0-1,1 0 1,0 0 0,0 0-1,0-1 1,0 1-1,0 0 1,0 0-1,-1 0 1,1 0-1,0-1 1,0 1 0,0 0-1,0 0 1,0 0-1,0-1 1,0 1-1,-4-30-20,4 29 25,-2-13-5,2-1 0,0 0 0,0 0 0,2 0 0,-1 0 0,2 1 0,0-1 0,1 1 0,9-24 0,-2 16-425,2 0-1,1 1 1,31-39 0,-35 49-1231,2-1 0,21-16 0,-23 21-466,0 1 0,0 0-1,0 0 1,16-5 0,15-2-6818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9989,'0'0'19771,"-15"14"-17668,-97 93-1199,104-98-904,0 0 0,0 0 0,-7 13 0,14-19 0,-1-1 0,1 1 0,-1-1 0,1 1 0,0-1 0,0 1 0,1 0 0,-1 0 0,0-1 0,1 1 0,-1 0 0,1 0 0,0 0 0,0 0 0,0 0 0,1 0 0,-1-1 0,1 1 0,0 4 0,2-6-7,-1 0-1,1 0 1,-1 0 0,1 0 0,-1-1-1,1 1 1,-1-1 0,1 1-1,-1-1 1,1 0 0,0 0 0,-1 0-1,1 0 1,-1-1 0,4 0 0,2 1-128,-1 0-71,0-1 0,0 0 0,0 0-1,-1 0 1,1-1 0,0 0 0,0 0 0,-1-1-1,0 0 1,1 0 0,7-6 0,-3 2 80,0-2 1,-1 0-1,0 0 0,16-20 0,-26 29 180,0 0-1,1 0 0,-1 0 0,0-1 0,0 1 0,0 0 0,0 0 1,1 0-1,-1 0 0,0-1 0,0 1 0,1 0 0,-1 0 0,0 0 1,0 0-1,1 0 0,-1 0 0,0 0 0,0 0 0,1 0 0,-1 0 1,0-1-1,0 1 0,1 1 0,-1-1 0,0 0 0,0 0 0,1 0 1,-1 0-1,0 0 0,0 0 0,1 0 0,-1 0 0,0 0 0,0 0 1,1 1-1,-1-1 0,0 0 0,0 0 0,0 0 0,1 0 0,-1 1 1,0-1-1,0 0 0,0 0 0,9 15-953,-4-7 193,-1-5 36,-1 0 0,1-1 0,-1 1 0,1-1 0,0 0 0,0 0 0,0 0 0,0-1 0,0 0 0,1 1 0,-1-1 1,0-1-1,1 1 0,-1-1 0,7 0 0,30 1-7944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3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 13350,'0'0'13249,"-18"0"-10074,-59-1-1204,72 1-1940,-1 1 0,1 0 0,0 0 0,0 0 0,0 1 0,0-1 0,0 1 0,0 0 0,1 1 0,-1-1 0,1 1 0,-1 0 0,1 0 0,0 1 0,0-1 0,0 1 0,1 0 0,-1 0 0,1 0-1,0 0 1,0 0 0,1 1 0,-1 0 0,1-1 0,0 1 0,0 0 0,0 0 0,1 0 0,0 0 0,0 0 0,0 0 0,0 8 0,1-11-25,0 0 1,0-1-1,0 1 0,1-1 1,-1 1-1,0-1 0,1 1 1,-1-1-1,1 1 0,0-1 1,-1 1-1,1-1 0,0 0 1,0 1-1,0-1 0,0 0 1,0 0-1,0 0 0,0 1 1,2 0-1,0 0-106,1 0 1,-1 0-1,1-1 0,-1 1 0,1-1 1,-1 0-1,1 0 0,5 1 0,9 0-1480,-1-1 0,1-1 1,17-2-1,-24 2-271,-5-1 578,-1 1 0,1-1 0,-1 0 0,1 0 0,8-3 0,29-21-10599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0 13622,'0'0'15495,"-112"151"-12085,87-76-3170,6 2-240,2 1 0,2-5 0,5-11 0,-5-3 0,-1-13 0,-5-8 0,-2-13 0,-7-11-1008,3-9-2850,-4-5-2401,2-5-6611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5987,'0'0'7574,"25"-2"-4058,-1-1-2637,149-6 5211,-102 11-4254,69-3 289,-126 0-1969,1 0-1,-1-2 1,0 1 0,-1-2 0,1 0 0,0-1 0,17-8-1,-29 12-121,0 0 0,0 0-1,0 0 1,0 0 0,0 0-1,0 0 1,-1-1-1,1 1 1,0-1 0,-1 1-1,1-1 1,-1 1 0,1-1-1,-1 0 1,0 0-1,0 0 1,0 0 0,0 0-1,0 0 1,0 0 0,-1 0-1,1 0 1,-1 0-1,1-1 1,-1 1 0,0 0-1,0 0 1,0 0 0,0-3-1,-1 2 76,0 0 0,0 0-1,-1 1 1,1-1 0,-1 0 0,1 1-1,-1 0 1,0-1 0,0 1 0,0 0-1,0 0 1,-1 0 0,1 0-1,0 0 1,-1 1 0,1-1 0,-1 1-1,0-1 1,1 1 0,-6-1 0,3 0-85,-1 0 0,0 0 0,0 1 0,0 0 0,0 0 0,0 0 0,-1 1 0,1 0 0,-10 1 0,13 0-25,0-1 0,0 1 0,0 0 0,1 0 0,-1 0 1,0 0-1,1 1 0,-1-1 0,1 1 0,-1-1 0,1 1 0,0 0 1,-1 0-1,1 0 0,0 0 0,0 0 0,1 0 0,-1 1 1,0-1-1,1 1 0,-3 3 0,1 2-24,0 0 1,1 0-1,0-1 0,0 1 1,0 1-1,1-1 0,0 0 1,1 0-1,0 0 0,0 1 0,3 12 1,-2-17-212,0 1-1,0-1 1,1 0 0,-1 0 0,1 0 0,0 0-1,0 0 1,1 0 0,4 6 0,-4-7-202,0 0 1,0-1 0,0 1-1,0-1 1,0 1-1,1-1 1,-1 0-1,1-1 1,-1 1-1,1 0 1,0-1-1,5 1 1,28 2-6284,6-3-3889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34 239 15207,'0'0'16391,"0"13"-15406,1-2-874,-1 3-96,0 1-1,0-1 1,-1 0-1,-5 23 1,6-37-15,0 0 0,0 1 0,0-1 0,0 0 0,0 0 0,0 1 0,0-1 0,0 0 0,0 1 0,0-1 0,-1 0 0,1 0 0,0 1 0,0-1 0,0 0 0,0 0 0,-1 0 0,1 1 0,0-1 0,0 0 0,0 0 0,-1 0 0,1 1 0,0-1 0,0 0 0,-1 0 0,1 0 0,0 0 0,0 0 0,-1 0 0,1 1 0,0-1 0,0 0 0,-1 0 0,1 0 0,0 0 0,-1 0 0,1 0 0,0 0 0,0 0 0,-1 0 0,1 0 0,0-1 0,0 1 0,-1 0 0,1 0 0,0 0 0,0 0 0,-1 0 0,1 0 0,0-1 0,0 1 0,-1 0 0,1 0 0,0 0 0,0-1 0,-10-14 0,7-5 0,1-1 0,1 1 0,1-1 0,0 1 0,2-1 0,0 1 0,1 0 0,1 0 0,1 0 0,9-23 0,-12 37-51,1 0 1,0 0-1,1 1 1,-1-1-1,1 1 0,0 0 1,1 0-1,-1 0 1,1 0-1,0 1 0,0 0 1,0 0-1,1 0 1,10-5-1,-9 6-1010,1-1 1,0 2-1,0-1 0,11-1 1,39-1-12495,-30 5 5415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0 6963,'0'0'17144,"-18"5"-12622,-5 1-3363,9-3-662,-1 0-1,1 2 1,0-1-1,0 2 1,-19 10-1,31-15-495,0 1 0,0-1 0,1 1 0,-1-1 0,0 1 0,1 0 0,-1 0 0,1-1 1,0 1-1,0 0 0,0 0 0,0 0 0,0 1 0,0-1 0,0 0 0,0 0 0,1 0 0,-1 1 0,1 2 0,0 50-145,2-30-429,-2-21 480,0 0 1,0 0 0,0 0 0,-1 0 0,0 0-1,1 0 1,-1-1 0,-2 6 0,2-7 105,-1 0 0,1 0 0,0-1 0,-1 1 0,0 0 0,1-1 0,-1 1 0,0-1 0,0 1 0,0-1 0,0 0 0,0 0 0,0 0 0,0 0 0,-3 1 0,-10 3 5,-1-1-1,0-1 1,1-1-1,-1 0 0,0-1 1,-1 0-1,-15-3 1,3 2-2338,10-2-2770,0-9-3402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199 112 2385,'0'0'11891,"19"-12"-9559,57-36-299,-75 48-1837,1-1 1,0 0-1,-1 0 1,1-1-1,-1 1 1,1 0-1,-1 0 1,1-1-1,-1 1 1,0-1-1,0 1 1,0-1-1,0 0 1,0 1-1,0-1 1,0 0-1,-1 0 1,1 0-1,0 0 1,0-3-1,-1 4-82,0 0 1,0 1-1,-1-1 0,1 0 1,0 1-1,0-1 0,0 0 0,-1 0 1,1 1-1,0-1 0,-1 1 1,1-1-1,0 0 0,-1 1 1,1-1-1,-1 1 0,1-1 0,-1 1 1,1-1-1,-1 1 0,0-1 1,1 1-1,-1-1 0,1 1 1,-1 0-1,0 0 0,1-1 0,-1 1 1,-1 0-1,-9-1 26,-1 1 0,1 0 0,0 1 0,0 0 0,0 1 0,0 0 0,0 1 0,0 0 0,1 1 0,0 0 0,-1 1 0,1 0 0,-13 9 0,9-5-71,1 1 0,0 0 0,1 0 0,0 1 1,1 1-1,0 0 0,1 0 0,-16 26 1,23-33-52,0 1 1,1-1 0,0 1 0,0 0 0,0 0 0,0-1 0,1 1 0,0 0 0,1 0-1,-1 0 1,1 11 0,0-16-17,0 0-1,1 0 1,-1 0-1,0 0 0,0 0 1,0-1-1,1 1 1,-1 0-1,1 0 0,-1 0 1,1 0-1,-1 0 1,1-1-1,-1 1 0,1 0 1,-1 0-1,1-1 1,0 1-1,0-1 1,-1 1-1,1 0 0,0-1 1,0 1-1,0-1 1,0 1-1,32 6 22,-19-6-16,1-2-1,22-2 1,-27 1-7,0-1-1,0 0 0,0-1 0,-1 0 1,1 0-1,-1-1 0,0-1 0,-1 1 1,17-14-1,-1-3-1,40-44 1,-63 64 12,0 0 1,1 1 0,-1-1 0,0 1-1,1-1 1,-1 1 0,1 0-1,-1 0 1,1-1 0,-1 1 0,1 0-1,0 0 1,0 0 0,2 0-1,-3 1-1,0 1 0,0-1 0,0 1 0,0 0 0,0-1 0,0 1 0,0 0 0,0 0 0,0 0 0,0-1 0,0 1 0,-1 0 0,1 0 0,0 0 0,-1 0 0,1 0 0,0 2 0,10 12-48,-4-4-84,1-1 1,1-1-1,-1 1 0,2-1 0,-1-1 0,1 0 1,0 0-1,1-1 0,0 0 0,0-1 0,0 0 1,1-1-1,0 0 0,0-1 0,0 0 0,0-1 1,1-1-1,0 0 0,21 1 0,-28-3-453,0 0-1,0 0 1,0 0-1,0-1 1,0 0-1,7-2 1,-6 0-909,0-1 1,0 0 0,0 0-1,10-9 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 5635,'0'0'14513,"-7"5"-12915,-10 7-1080,-1-1-1,0-1 1,0-1 0,-1-1 0,-27 9-1,21-8-267,0 1-1,1 1 0,-25 16 0,48-27-232,0 1 0,0-1 0,-1 1 0,1 0 0,0-1 0,0 1 0,1 0 1,-1 0-1,0 0 0,0 0 0,0 0 0,1 0 0,-1 0 0,0 0 0,1 0 0,-1 0 0,0 2 0,1-2-13,0-1 0,0 1-1,1 0 1,-1-1 0,0 1 0,0-1 0,1 1 0,-1-1 0,0 0-1,0 1 1,1-1 0,-1 1 0,1-1 0,-1 1 0,0-1-1,1 0 1,-1 1 0,1-1 0,-1 0 0,1 1 0,-1-1 0,1 0-1,-1 0 1,1 0 0,-1 1 0,2-1 0,6 2-6,0 0 0,1-1 1,14 1-1,-14-1 30,8 1-29,-1 0 1,1 1-1,0 1 0,-1 1 0,0 0 0,16 8 0,-26-10-1,0 0 0,-1 0 0,1 1 0,-1 0 0,0 0 0,0 0 0,0 0 0,-1 1 0,0-1 0,0 1 0,0 1 1,0-1-1,-1 0 0,1 1 0,-2 0 0,1-1 0,0 1 0,-1 0 0,1 8 0,-1-6 3,0 1 0,0-1 1,-1 1-1,-1 0 0,0-1 0,0 1 0,0 0 0,-1-1 1,-4 17-1,3-20 25,1-1 1,-1 0 0,0 0 0,0 0-1,-1 0 1,1 0 0,-1-1 0,0 1-1,0-1 1,0 0 0,0 0 0,-1 0 0,1 0-1,-1 0 1,0-1 0,0 0 0,0 1-1,0-2 1,0 1 0,-7 2 0,-7 0 280,0 0 1,0-1 0,0-1-1,0-1 1,-27-1 0,27 0-266,15 0-49,-1 0-1,1 0 1,-1 0-1,1-1 1,0 1-1,-1-1 1,1 0-1,0 0 1,-1 0-1,1 0 1,0 0-1,0-1 1,0 0-1,0 1 1,0-1-1,1 0 0,-1 0 1,0-1-1,1 1 1,-3-3-1,3 1-255,0 1 0,0 0 0,1-1 0,-1 1 0,1-1-1,0 1 1,0-1 0,0 0 0,0 0 0,0 1-1,1-8 1,-1-15-4003,1-2-3484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5 5843,'0'0'13238,"-6"-2"-11950,5 1-1222,0 1 0,0 0 0,0-1-1,0 1 1,-1 0 0,1 0-1,0 0 1,0-1 0,0 1 0,-1 0-1,1 1 1,0-1 0,0 0 0,0 0-1,-1 0 1,1 1 0,0-1 0,0 1-1,0-1 1,0 1 0,0-1 0,0 1-1,0 0 1,0-1 0,0 1-1,0 0 1,0 0 0,-1 1 0,-2 4 389,1 0 0,0 1 0,0-1 0,-4 14 0,5-15-291,-65 217 4547,-28 76-3438,87-281-1261,1 1 0,1 0 0,1 0 0,1 0-1,0 0 1,-2 35 0,6-51-11,0-1 0,0 1 0,0-1 0,0 1 0,1-1 0,-1 1 0,0-1 0,1 1 0,-1-1 0,1 0 0,0 1 0,-1-1 0,1 0 0,0 1 0,0-1 0,0 0 0,0 0 0,0 0 0,0 1 0,0-1 0,0-1 0,0 1 0,1 0 0,-1 0 0,0 0 0,0-1 0,1 1 0,-1 0 0,1-1 0,-1 1 0,2-1 0,6 2 8,-1-1-1,0 0 1,1-1 0,13 0 0,-5-1-5,4 1-123,0 0 0,0-2-1,22-5 1,-37 6-166,-1 0-1,1 0 1,-1-1-1,0 0 1,0 0-1,0 0 1,0-1-1,0 0 1,0 0-1,-1 0 1,1 0-1,-1-1 1,0 0-1,0 0 1,0 0-1,-1 0 1,5-6-1,-7 7-510,1-1 0,-1 1-1,0-1 1,0 1 0,0-1 0,-1 1 0,1-1-1,-1 0 1,0 1 0,0-5 0,0-11-7272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8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7812,'0'0'8820,"123"-16"-6451,-60 13-705,4 1-223,2-2-673,-9 0-655,-5 0-113,-11 0-209,-15-1-1103,-8 3-1634,-11 0-3168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2481,'0'0'10149,"4"18"-6956,-2-3-2654,3 15 571,2-1 0,17 51 0,-2-34-305,-21-45-311,-2-13 314,-6-26-685,2 0 0,-1-45-1,5 55-149,0 17 66,1 0 1,0 0-1,0 0 1,3-15-1,-2 23-59,-1 1 0,1-1 0,0 1 0,-1 0 0,1 0 0,0-1-1,1 1 1,-1 0 0,0 0 0,0 0 0,1 0 0,0 0 0,-1 0 0,1 1-1,0-1 1,0 1 0,0-1 0,0 1 0,0-1 0,0 1 0,0 0-1,0 0 1,1 0 0,3-1 0,9-1-1770,1 1 0,-1 1 1,31 0-1,-28 2-906,13-1-2880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29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1249,'0'0'11765,"1"0"-11656,-1 0 0,1 0 0,-1 0 1,0 0-1,1 0 0,-1 0 0,0 0 0,1 0 0,-1 1 1,0-1-1,1 0 0,-1 0 0,0 0 0,1 0 0,-1 0 0,0 1 1,1-1-1,-1 0 0,0 0 0,1 0 0,-1 1 0,0-1 1,0 0-1,1 1 0,-1-1 0,0 0 0,0 1 0,0-1 0,0 0 1,1 1-1,-1-1 0,0 0 0,0 1 0,0 0 0,0 4 215,0 0-1,0-1 1,-1 1-1,0 0 1,0 0 0,0 0-1,-1 0 1,1-1-1,-5 9 1,-3 11 536,6-8-405,0-1 1,1 1 0,1 0-1,1 28 1,1-20-219,-1-21-223,0 0-1,0-1 0,0 1 0,1 0 1,-1-1-1,1 1 0,0-1 0,0 1 1,0-1-1,0 0 0,0 1 0,1-1 1,-1 0-1,1 0 0,-1 0 1,1 0-1,0 0 0,0 0 0,0 0 1,0-1-1,0 1 0,0-1 0,0 1 1,1-1-1,-1 0 0,0 0 0,1 0 1,-1 0-1,1 0 0,3 0 0,10 3-724,0-2 0,0 0 1,0-1-1,17 0 0,7 0-4509,-22 0-314,-4-1-1005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0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11 7860,'0'0'17752,"-12"-11"-17128,12 24-80,0-5-336,0 0-208,0 3-48,-5-1-1056,-3 3-865,0 1-1809,-1-7-3057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1393,'0'0'10191,"7"-2"-8505,-5 1-1550,0 1-1,0-1 1,-1 1 0,1-1-1,0 1 1,0 0-1,0 0 1,0 0 0,-1 0-1,1 0 1,0 0 0,0 0-1,0 1 1,-1-1-1,1 1 1,0-1 0,0 1-1,-1 0 1,1-1-1,2 3 1,-1 0 180,0 0 0,0 0 1,0 1-1,-1-1 0,1 1 0,-1-1 0,0 1 0,0 0 0,0 0 0,1 5 1,1 3 130,-1-1 1,0 1-1,-1 0 1,0-1-1,-1 1 1,0 0-1,-2 17 1,1-27-397,0-2 42,0-2-110,-1 0 0,1-1 1,-1 1-1,1 0 0,0 0 0,0-1 0,0 1 0,0 0 1,0-1-1,0 1 0,1 0 0,-1 0 0,1-1 1,0 1-1,-1 0 0,1 0 0,1-2 0,19-33-366,-20 36 379,30-42-310,-28 40 336,0-1 0,0 1-1,0 0 1,0 0 0,1 0-1,-1 1 1,1-1 0,0 1-1,7-3 1,-10 4 496,-1 1-444,1 0 0,0 0 0,-1 1 0,1-1 1,-1 0-1,1 0 0,0 0 0,-1 0 1,1 1-1,-1-1 0,1 0 0,0 1 1,-1-1-1,1 0 0,-1 1 0,1-1 1,-1 1-1,1-1 0,-1 1 0,0-1 1,1 1-1,0 0 0,0 2-22,28 53 1854,-16-17-5033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30 2945,'0'0'10645,"-13"-5"-9810,-45-15-389,54 19-380,-1 0-1,0 0 1,1 0 0,-1 1 0,0-1-1,0 1 1,0 0 0,1 1 0,-1-1-1,0 1 1,0 0 0,1 0 0,-1 1 0,1-1-1,-1 1 1,1 0 0,0 0 0,-1 1-1,1-1 1,0 1 0,1 0 0,-1 0-1,0 0 1,1 0 0,0 1 0,-1-1-1,1 1 1,1 0 0,-1 0 0,1 0-1,-1 0 1,1 1 0,0-1 0,1 0 0,-1 1-1,1 0 1,0-1 0,0 1 0,-1 8-1,2-9-41,-1 0 0,1 0 0,0 0 0,0 0 0,0 0 0,1 0 0,-1 0 0,1 0 0,0 0 0,0-1 0,0 1 0,1 0-1,-1 0 1,1-1 0,0 1 0,0-1 0,0 0 0,1 0 0,-1 1 0,1-1 0,-1-1 0,1 1 0,0 0 0,0-1 0,0 1 0,1-1 0,-1 0-1,1 0 1,-1 0 0,1-1 0,-1 1 0,1-1 0,8 2 0,-5-1-15,0 0-1,0-1 1,0 0 0,0 0-1,1 0 1,-1-1 0,0 0-1,1 0 1,-1-1 0,0 0-1,13-4 1,-17 4-38,1 0 0,-1-1 0,0 1-1,0-1 1,0 0 0,0 0 0,0 0 0,0 0 0,-1-1 0,1 1 0,-1-1-1,1 1 1,-1-1 0,0 0 0,0 0 0,0 0 0,0 0 0,-1 0-1,0-1 1,1 1 0,-1 0 0,0-1 0,0 1 0,-1-1 0,1-6-1,0-27-264,-1 23 1030,0 20 2971,3 60-1772,21 110 0,-13-109-1221,5 117 0,-16-175-710,1-4 11,-1 0 0,0 1-1,-1-1 1,1 0 0,-1 1 0,-3 9 0,4-14-8,-1 1 1,0 0 0,0-1 0,-1 1 0,1-1-1,0 0 1,0 1 0,-1-1 0,1 0-1,0 0 1,-1 0 0,0 0 0,1 0-1,-1 0 1,1 0 0,-1 0 0,0-1-1,0 1 1,1-1 0,-1 1 0,0-1-1,0 0 1,-2 1 0,-11 0-32,0-1 1,0 0-1,0-1 0,0 0 0,1-1 1,-1-1-1,0 0 0,1-1 1,0-1-1,-18-8 0,-7-6-396,1-1 0,-44-31 0,71 44-736,0-2 0,-19-17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92 3650,'0'0'13160,"7"-12"-11815,21-38-11,-27 50-1235,-1-1 0,1 0 0,-1 1 0,1-1 0,-1 0 1,1 0-1,-1 0 0,0 1 0,1-1 0,-1 0 0,0 0 0,1 0 0,-1 0 1,0 0-1,0 1 0,0-1 0,0 0 0,0 0 0,0 0 0,0 0 0,0 0 0,0 0 1,-1 0-1,1 1 0,0-1 0,0 0 0,-1 0 0,0-1 0,-15 0 660,11 2-670,-5-1 18,-18 0 163,0 0 1,-45 6-1,66-4-233,-1 1 0,1-1 0,-1 1 0,1 1 0,0-1 1,-1 1-1,1 0 0,1 1 0,-1 0 0,0 0 0,1 0 1,0 1-1,0 0 0,-7 8 0,11-11-36,0 0 0,0 0 0,0 1 0,0-1 0,1 1 0,-1-1 0,1 1 1,-1-1-1,1 1 0,0 0 0,0-1 0,0 1 0,1 0 0,-1 0 0,1 0 0,-1 0 0,1 0 0,0 0 0,0 0 0,0 0 0,1-1 0,-1 1 0,1 0 1,0 0-1,-1 0 0,1 0 0,0-1 0,1 1 0,-1 0 0,0-1 0,1 1 0,0-1 0,-1 0 0,1 1 0,0-1 0,0 0 0,0 0 0,0 0 1,1 0-1,-1 0 0,1-1 0,-1 1 0,1-1 0,-1 0 0,1 1 0,0-1 0,0-1 0,-1 1 0,1 0 0,0 0 0,0-1 0,0 0 0,0 0 1,3 0-1,12 2-68,0-2 0,0 0 0,1-2 0,-1 0 0,-1 0 0,1-2 0,0 0 0,28-11 0,-34 9 22,0 0 0,0 0-1,0-2 1,-1 1-1,1-1 1,-2-1 0,0 0-1,0-1 1,0 0-1,-1 0 1,-1-1 0,9-13-1,-9 11 27,-11 19-23,-16 25-28,10-10 76,1-1 0,1 1 0,0 1-1,2-1 1,-5 39 0,-2 110-3,12-58 18,-6 75-26,5-180 12,1-1 0,-2 1 0,1-1 1,-1 1-1,0-1 0,0 0 0,-1 1 0,0-1 1,0 0-1,0-1 0,-1 1 0,1-1 0,-1 1 1,-1-1-1,1 0 0,-1-1 0,0 1 1,0-1-1,-7 5 0,2-4 98,1 0-1,-2-1 1,1 0 0,0 0 0,-1-1 0,0-1-1,0 0 1,0 0 0,0-1 0,-20-1-1,3 2-58,1-3 1,0 0-1,-1-2 0,1 0 0,0-2 0,-48-15 0,49 10-32,0-2 0,0 0 0,-33-22 0,53 30-32,1 0-1,0 1 0,-1-2 0,2 1 0,-1-1 0,0 1 1,1-2-1,0 1 0,0 0 0,1-1 0,-1 1 1,1-1-1,0 0 0,1 0 0,-1 0 0,1-1 1,1 1-1,-1 0 0,1-1 0,-1-10 0,2 10-301,0 0 0,1 0 0,0-1 0,0 1-1,1 1 1,0-1 0,0 0 0,1 0 0,-1 1 0,7-11-1,-1 6-1579,0 0-1,0 0 1,1 1-1,16-14 1,3-2-3940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7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1921,'0'0'13764,"8"-10"-12084,23-31-348,-30 39-1158,1 1 0,-1 0 1,0-1-1,0 1 0,1 0 1,-1 0-1,1 0 0,-1 0 1,1 0-1,-1 0 0,3-1 1,-3 2-97,-1 0 0,1 0 0,0 0 0,-1 0 0,1 0 0,-1 0-1,1 0 1,-1 0 0,1 0 0,0 0 0,-1 0 0,1 0 0,-1 0 0,1 0 0,-1 1 0,1-1 0,-1 0 0,1 0 0,-1 1 0,1-1 0,0 1 0,0 0 21,0 1 0,0-1 0,0 0 0,0 1 0,0-1 0,0 0 0,-1 1 0,1-1 1,-1 1-1,1-1 0,-1 1 0,1 0 0,-1 2 0,1 16 453,2 4-312,-2 0 0,-1 1 0,-1-1 1,-1 1-1,-1-1 0,-7 26 0,10-49-237,0-1 0,0 1 0,0 0 0,-1 0 0,1 0 0,0-1 0,-1 1 0,1 0 0,-1 0 0,1-1 0,-1 1 0,1 0 0,-1-1 0,0 1 0,1-1 0,-1 1 0,0-1 0,1 1 0,-1-1 0,0 1 0,0-1 0,1 1 0,-1-1 0,0 0 0,0 0 0,0 1 0,1-1 0,-1 0 0,0 0 0,-1 0 0,1-27-499,2 21 443,0 0 0,0 0 0,0 0 0,1 1 1,0-1-1,0 1 0,0-1 0,1 1 0,-1 0 0,1 0 0,1 0 0,4-6 0,8-8-173,27-25 1,-41 42 206,18-18-153,2 2 0,0 0 0,1 1-1,1 2 1,0 0 0,1 2 0,1 1-1,35-12 1,-61 23 187,1 1-1,0-1 1,-1 1 0,1 0-1,0-1 1,0 1-1,-1 0 1,1 0 0,0 0-1,0-1 1,0 1-1,-1 0 1,1 0-1,0 0 1,0 0 0,0 0-1,-1 1 1,1-1-1,0 0 1,0 0 0,-1 0-1,1 1 1,0-1-1,0 0 1,-1 1 0,1-1-1,0 1 1,-1-1-1,1 1 1,0-1 0,-1 1-1,1-1 1,-1 1-1,1 0 1,0 2 100,0 0 0,-1 0 1,0 0-1,1 0 0,-1-1 1,0 1-1,0 0 0,-1 4 1,0 9 19,0 3 209,-1 0 0,-7 34-1,-2 3 1096,11-55-1459,0-1-1,0 1 1,0 0 0,0-1-1,0 1 1,0-1 0,0 1-1,0 0 1,0-1 0,-1 1-1,1-1 1,0 1 0,0 0-1,-1-1 1,1 1 0,-1-1-1,1 1 1,0-1-1,-1 1 1,1-1 0,-1 0-1,1 1 1,-1-1 0,1 1-1,-1-1 1,1 0 0,-1 0-1,1 1 1,-1-1 0,0 0-1,1 0 1,-1 0 0,1 1-1,-1-1 1,0 0 0,1 0-1,-1 0 1,0 0-1,1 0 1,-1 0 0,1 0-1,-1-1 1,0 1 0,1 0-1,-1 0 1,0 0 0,1-1-1,-1 1 1,1 0 0,-2-1-1,1 0-302,0 1 0,0-1 0,1 0 1,-1 0-1,0 0 0,0 0 0,0 0 0,0 0 0,1 0 0,-1 0 0,1 0 0,-1 0 0,1 0 0,-1-2 0,-2-4-4066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8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3810,'0'0'9946,"3"-1"-8519,121-62 1935,-28 13-2853,-63 35-459,-14 7-25,0-1 0,0-1 0,20-14-1,-46 29 140,1 0-1,-1 1 0,1 0 0,0 0 0,0 1 0,1 0 0,-1 0 1,2 0-1,-1 0 0,1 1 0,0 0 0,1 0 0,-1 0 0,2 0 1,-1 0-1,1 1 0,0-1 0,1 1 0,-1 9 0,2-16-239,0 1 0,0-1 0,0 0 0,0 0 0,0 0 0,0 1 0,0-1 0,1 0 0,-1 0 0,1 0 0,0 0 0,0 0 0,-1 0 0,1 0 0,0 0 0,1 0 0,-1 0 0,0-1 0,0 1 0,1 0 0,-1-1 0,1 1-1,0-1 1,-1 1 0,1-1 0,0 0 0,0 0 0,0 0 0,0 0 0,0 0 0,0 0 0,0 0 0,0-1 0,0 1 0,0-1 0,0 1 0,0-1 0,1 0 0,-1 0 0,0 0 0,3-1 0,6 2-1140,-4 0-199,0-1-1,0 1 0,0-2 1,0 1-1,0-1 0,8-2 1,7-9-4652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23 11317,'0'0'11365,"-20"-23"-11365,20 25 0,0 7 0,0 1-816,0-1-593,-7 1-1024,1-4-1921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9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2321,'0'0'12158,"11"6"-10360,30 24-77,-38-26-1480,0-1 1,0 0 0,-1 0 0,1 1 0,-1-1-1,0 1 1,0 0 0,0 0 0,-1 0 0,1 0-1,-1 0 1,1 7 0,2 45 1149,-4-52-1347,0-3-33,-1 0 0,1 0 1,-1 0-1,1-1 1,-1 1-1,1 0 1,-1-1-1,0 1 0,1 0 1,-1-1-1,0 1 1,1-1-1,-1 1 0,0-1 1,0 0-1,1 1 1,-1-1-1,0 0 0,0 1 1,0-1-1,0 0 1,0 0-1,1 0 1,-1 0-1,0 1 0,0-1 1,0-1-1,0 1 1,0 0-1,0 0 0,0 0 1,1 0-1,-1-1 1,0 1-1,0 0 0,-1-1 1,0 1-8,0-1 0,0 1 0,0-1-1,-1 0 1,1 1 0,0-1 0,0 0 0,0 0 0,0 0 0,0-1 0,1 1-1,-1 0 1,0-1 0,0 1 0,1-1 0,-3-2 0,2 0-7,1 0 0,0-1 1,0 1-1,0 0 0,1 0 0,-1 0 0,1-1 1,0 1-1,0 0 0,1 0 0,-1-1 0,1 1 1,0 0-1,0 0 0,0 0 0,1 0 0,-1 0 1,1 0-1,0 0 0,0 1 0,0-1 0,1 1 1,4-6-1,8-8-16,0 0 0,1 2 1,24-19-1,-19 16 17,-7 5 2,1 1 0,0 0 0,0 1 0,1 1 0,1 1 0,27-13 0,-42 22-77,1-1 1,-1 1 0,1 0-1,-1 0 1,0 0 0,1 0-1,-1 0 1,1 0 0,-1 1-1,0-1 1,1 1 0,-1-1-1,0 1 1,1 0 0,-1 0-1,0 0 1,0 0 0,0 1-1,0-1 1,0 0 0,0 1-1,0 0 1,3 3 0,-3-3-808,1 1 1,1-1 0,-1 1-1,0-1 1,1 0-1,-1 0 1,1 0 0,-1-1-1,1 1 1,7 1 0,10-2-5894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39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1 816,'0'0'14196,"3"6"-12702,-1-1-1260,0 1 0,-1-1 0,1 1 0,-1-1 0,-1 1 0,1 0 0,-1-1 0,0 1 0,0 0 0,0-1-1,-1 1 1,0-1 0,0 1 0,-2 6 0,-6 15 770,-19 43 1,23-57-813,-59 120 1670,-14 34-746,65-135-1021,2 0 0,1 2 0,-7 42 0,14-57-93,1 0-1,1 1 0,2 31 1,0-48-22,0 0 1,-1-1 0,1 1 0,0 0-1,1-1 1,-1 1 0,0-1 0,1 1-1,-1-1 1,1 1 0,0-1 0,0 0-1,0 0 1,0 0 0,0 0 0,0 0-1,1-1 1,-1 1 0,1-1 0,-1 1-1,1-1 1,-1 0 0,1 0 0,0 0-1,0 0 1,-1 0 0,1-1 0,5 1-1,4 1-694,1 0-1,-1-1 1,1-1 0,0 0-1,16-3 1,-24 3-114,0-2 0,-1 1-1,1 0 1,-1-1 0,1 0 0,-1 0 0,1 0 0,-1 0 0,0-1 0,0 0 0,0 0-1,-1 0 1,1 0 0,4-6 0,8-10-6188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0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4002,'0'0'13046,"155"-19"-12278,-101 19-416,1 0-272,-7 0-80,-2-4-160,-6 0-1232,-1-2-2066,-1 4-1200,2-7-1921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0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45 6131,'0'0'14617,"-18"-7"-13131,-59-21-224,69 26-1057,0 0 1,0 0-1,-1 0 1,1 1-1,0 1 0,-1-1 1,1 1-1,-1 1 1,-15 2-1,22-2-193,-1-1 1,1 1-1,-1 0 0,1 0 1,0 0-1,0 0 0,-1 0 1,1 0-1,0 1 0,0-1 1,0 1-1,0-1 0,1 1 0,-1 0 1,0 0-1,1 0 0,-1 0 1,1 0-1,0 0 0,-1 0 1,1 1-1,0-1 0,0 0 1,1 1-1,-1-1 0,0 0 1,1 1-1,0-1 0,-1 1 1,1 4-1,0-3-99,0 1-1,0-1 1,0 0 0,1 0-1,0 0 1,0 1 0,0-1-1,0 0 1,0 0 0,1 0-1,0 0 1,0-1 0,0 1 0,0 0-1,1-1 1,-1 1 0,1-1-1,0 0 1,0 0 0,0 0-1,4 3 1,31 24-532,-25-20 392,0 0 1,-1 1-1,0 1 0,14 17 0,-25-29 229,-1 1-1,1 0 1,0-1 0,-1 1-1,1 0 1,0 0-1,-1-1 1,1 1 0,-1 0-1,1 0 1,-1 0-1,0 0 1,1 0 0,-1 0-1,0-1 1,0 1-1,1 0 1,-1 0-1,0 0 1,0 0 0,0 0-1,0 0 1,0 0-1,0 0 1,0 0 0,-1 0-1,1 0 1,0 0-1,-1 0 1,1 0 0,0 0-1,-1-1 1,1 1-1,-1 0 1,1 0 0,-1 0-1,0-1 1,1 1-1,-1 0 1,0-1 0,1 1-1,-1 0 1,0-1-1,-1 1 1,-3 2 185,-1-1-1,0 0 1,-1 0-1,1-1 1,-11 2-1,0 0 179,-28 8 504,21-5-584,-1 0 0,1-2 0,-36 3-1,59-7-657,23-4-12833,-2-5 4981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70 5410,'0'0'13321,"-6"-11"-11376,3 3-1605,2 5-243,0 0 1,0 1 0,-1-1 0,1 0-1,-1 0 1,0 1 0,1-1 0,-1 1-1,0-1 1,0 1 0,-1 0 0,1 0 0,0 0-1,-1 0 1,1 0 0,-1 1 0,0-1-1,1 1 1,-1 0 0,0-1 0,0 1-1,0 1 1,0-1 0,0 0 0,-5 0-1,-19 0 776,-1 1-1,0 2 1,-44 7-1,65-8-769,-1 1 1,1 0-1,0 0 1,0 1-1,0 0 1,1 0-1,-1 0 1,1 1-1,-1 0 1,1 0-1,0 1 1,1-1-1,-1 1 1,1 1-1,0-1 1,0 1-1,1 0 1,-7 11-1,8-12-93,1 0-1,0 0 1,0 0-1,0 0 1,1 0-1,0 0 0,0 1 1,0-1-1,1 0 1,0 1-1,0-1 1,0 0-1,0 1 1,1-1-1,3 11 0,-3-13-16,0 0 0,1 0-1,-1 0 1,1-1 0,0 1-1,-1 0 1,2-1 0,-1 1-1,0-1 1,0 1 0,1-1-1,-1 0 1,1 0 0,0 0-1,-1 0 1,1-1-1,0 1 1,0-1 0,0 0-1,0 1 1,0-1 0,1-1-1,-1 1 1,0 0 0,6-1-1,0 1-55,0 0-1,0-1 0,0 0 0,0-1 1,0 0-1,0 0 0,0-1 1,0 0-1,0 0 0,-1-1 0,1-1 1,-1 1-1,0-1 0,0-1 1,0 1-1,10-9 0,6-4-106,-5 4 107,33-30 0,-53 59 3949,5 53-2647,-1-61-1235,0-1 1,0-1-1,0 1 0,1 0 0,0-1 1,0 0-1,1 0 0,-1 0 1,2 0-1,-1-1 0,0 0 1,1 0-1,0 0 0,0-1 0,1 0 1,-1 0-1,1 0 0,0-1 1,9 4-1,3-1-65,0 1 1,0-2-1,1-1 0,-1 0 1,1-1-1,25 0 0,-18-3-622,74 1-3310,-72-2 170,43-7-1,-6-7-4548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192 139 2961,'0'0'18099,"-16"-3"-16575,-51-7-310,64 10-1154,0 0 0,1 1 0,-1-1 1,0 0-1,0 1 0,1 0 0,-1 0 1,0 0-1,1 0 0,-1 0 1,1 0-1,-1 1 0,1-1 0,0 1 1,-1 0-1,1-1 0,-3 5 1,0 0 72,0 0 0,1 0 0,0 1 0,-5 9 0,6-10 5,-2 3-80,1 1-1,0-1 0,0 0 0,1 1 0,1 0 0,-1 0 0,2 0 0,-1 0 0,1 0 0,1 0 0,0 0 1,0 0-1,1 0 0,3 13 0,-3-20-56,1 0 0,-1 0 0,1 0 0,0-1 0,0 1 0,0-1 0,0 1 0,1-1 0,-1 0 0,0 0 0,1 0 0,0 0 0,-1-1 0,1 1 0,0 0 0,0-1 0,0 0 0,0 0 0,0 0 0,0 0 0,0 0 0,0-1 0,1 1 0,-1-1 0,0 0 0,5 0 0,0 0-1,0 0 0,0-1 0,0 0 1,0 0-1,0 0 0,0-1 0,0 0 1,0-1-1,13-6 0,-12 3-19,-1 0-1,0 0 1,0-1-1,0 0 1,-1 0-1,0-1 1,-1 1-1,1-2 1,-1 1-1,-1-1 1,0 0-1,0 0 1,4-13-1,-3 7-31,-1-1-1,-1 0 1,-1 0-1,0 0 0,-1 0 1,-1 0-1,0-29 1,-2 40 51,0 1 1,0 0 0,0-1 0,0 1 0,0 0 0,-1 0-1,0 0 1,0 0 0,0 0 0,0 0 0,-1 0 0,1 1-1,-1-1 1,0 1 0,0 0 0,0 0 0,-1 0 0,1 0-1,-1 1 1,1-1 0,-1 1 0,0 0 0,0 0 0,0 0-1,0 0 1,-9-1 0,2 0-15,-1 0 0,0 0 1,0 2-1,0 0 0,0 0 0,0 1 1,-1 0-1,-20 4 0,30-3-4,0 0-1,0 0 1,1 0-1,-1 0 1,1 1 0,-1 0-1,1-1 1,-1 1-1,1 0 1,0 0-1,0 0 1,0 0 0,0 0-1,0 1 1,0-1-1,1 1 1,-1-1-1,0 4 1,1-5-23,0 0-1,0 1 1,1-1 0,-1 1-1,1-1 1,-1 0 0,1 1-1,0 0 1,-1-1 0,1 1-1,0-1 1,0 1 0,0-1-1,0 1 1,0-1 0,1 1-1,-1-1 1,0 1 0,1-1-1,-1 1 1,1-1 0,-1 1-1,1-1 1,0 0 0,0 1-1,-1-1 1,1 0 0,0 0-1,0 1 1,0-1 0,1 0-1,-1 0 1,0 0 0,0 0-1,2 1 1,7 2-87,-1 0 0,1 0 0,0-1 0,0 0 0,0-1 0,1 0 0,14 1 0,78-2-284,-57-2 181,-27 0 233,-1-2 0,0 0 1,0-1-1,0 0 1,0-2-1,0 0 0,-1-1 1,0-1-1,21-13 1,-31 16 608,-8 3 860,-11 10-704,9-2-759,0 0 0,0 0 0,1 0 1,0 0-1,0 0 0,0 1 0,1-1 0,0 1 1,1-1-1,-1 1 0,1-1 0,1 10 0,-1-13-7,0-2-1,0-1 0,1 0 0,-1 1 0,0-1 0,1 1 0,-1-1 0,0 0 0,1 1 0,-1-1 0,0 0 0,1 1 0,-1-1 0,1 0 0,-1 0 0,1 1 0,-1-1 0,0 0 0,1 0 0,-1 0 0,1 0 0,-1 0 0,1 0 0,-1 0 0,1 0 0,-1 0 0,1 0 0,-1 0 0,2 0 0,19 0-1,-15 0-1,5-1-2,0-1 0,0 0 0,-1-1 0,1 0 1,-1 0-1,1-1 0,-1-1 0,0 0 0,-1 0 0,18-12 0,20-10 4,-33 22 1337,-15 16 696,-1-1-2543,0 7 236,0-1-1,2 26 1,1-20-1395,-1-21 1389,1-1 0,0 1-1,0-1 1,0 1-1,0-1 1,0 0-1,0 1 1,0-1-1,0 0 1,0 0 0,0 0-1,0 1 1,0-1-1,0 0 1,0 0-1,0 0 1,0-1 0,0 1-1,1 0 1,24-3-3764,13-11-2578,9-16-1229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9364,'0'0'13783,"-20"17"-11051,1 0-2157,2-4-89,1 1 1,0 1 0,1 0-1,1 1 1,-24 35-1,25-29-246,1 0 0,1 0-1,0 1 1,2 1 0,1 0-1,1 0 1,0 1 0,2-1-1,1 1 1,2 1 0,-1 35-1,3-58-293,0 0 0,0 1 0,0-1-1,0 1 1,0-1 0,1 0-1,0 1 1,-1-1 0,1 0-1,1 0 1,-1 0 0,0 1 0,1-1-1,-1 0 1,1-1 0,0 1-1,0 0 1,0 0 0,1-1-1,-1 0 1,0 1 0,1-1 0,0 0-1,-1 0 1,1 0 0,0 0-1,0-1 1,0 1 0,0-1-1,1 0 1,-1 0 0,0 0 0,7 1-1,7 1-1394,0-1 0,1 0 0,-1-1-1,23-2 1,-37 1 747,0 0 0,0-1 0,0 1 0,0 0 0,0-1 0,0 0 0,6-2 0,10-16-7933,-19 19 8597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5811,'0'0'14358,"157"-10"-13765,-97 10-593,-3 8 0,-11 2-1921,-2 1-2561,-7-5-3570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6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219 172 7443,'-4'19'3850,"-14"85"2005,-27 137 3477,32-191-8753,-21 55 1,29-91-509,-1 1 1,-1-2-1,-11 17 0,16-26-165,0-1 0,0 0 0,0-1 0,0 1 0,-1 0 0,1-1 0,-1 1 0,1-1 0,-1 0 0,0 0 0,0 0 0,0 0 0,-1 0 0,1-1 0,0 1 0,0-1 0,-1 0 0,1 0 0,-8 1 0,11-3-49,-1 0 0,0 0 0,1 1 0,-1-1-1,1 0 1,-1 0 0,1 0 0,0 0 0,-1 0 0,1 0 0,0 0 0,0 0 0,-1 0 0,1 0 0,0 0 0,0 0-1,0 0 1,0 0 0,0 0 0,1-1 0,0-29-689,-1 27 579,2-10-23,0 0-1,0-1 1,2 1 0,0 1-1,0-1 1,10-18 0,45-79-448,-38 75 461,34-58-1171,4 2 1,92-108-1,-147 195 1517,12-13 338,26-26 1,-38 41 88,0 0-1,0-1 1,0 1-1,0 1 1,0-1-1,1 1 1,-1-1 0,1 1-1,-1 1 1,1-1-1,0 0 1,0 1-1,9-1 1,-13 2-380,-1 1-1,1-1 1,-1 1 0,1-1 0,-1 1 0,1-1 0,-1 1-1,1-1 1,-1 1 0,1-1 0,-1 1 0,0-1-1,1 1 1,-1 0 0,0-1 0,0 1 0,0 0 0,1-1-1,-1 1 1,0 0 0,0-1 0,0 1 0,0 0-1,0-1 1,0 1 0,0 1 0,0 25 813,0-23-480,0 6 25,-1 0 1,1 0-1,-5 19 0,4-26-436,0 0-1,0 0 1,0 0 0,0 0 0,-1 0 0,1 0-1,-1-1 1,0 1 0,1 0 0,-1-1 0,-1 1 0,1-1-1,0 0 1,0 0 0,-1 0 0,-4 3 0,-5-2-563,9-11-3209,3 6 3174,0 0 1,1 1 0,-1-1 0,1 0-1,0 0 1,0 0 0,-1 1-1,1-1 1,0 0 0,0 1-1,1-1 1,1-1 0,22-18-6501,7-1-1235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6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13654,'0'0'14343,"-12"19"-13036,-34 61-453,32-48-288,15-19-440,1-7-85,-1-5-40,0 0 0,-1 0 0,1 0 0,0 0 0,0 0 0,0 0-1,0 0 1,0-1 0,0 1 0,0 0 0,0-1 0,0 1 0,1 0-1,-1-1 1,0 0 0,0 1 0,1-1 0,-1 0 0,0 1 0,0-1-1,1 0 1,-1 0 0,0 0 0,2 0 0,39-1-548,-35 0 208,-3 1 181,-1 0 0,0-1 1,0 1-1,0-1 0,1 0 0,-1 0 0,0 0 0,0-1 1,0 1-1,-1 0 0,1-1 0,0 0 0,0 0 0,3-3 0,0-2-337,1 0-1,-1 0 1,7-13-1,16-17 3485,-29 39-3096,0 0 0,0 0-1,0 0 1,1 0-1,-1 0 1,1 0 0,0 0-1,-1 0 1,1 0-1,0 0 1,0-1-1,0 1 1,0 0 0,1-1-1,-1 1 1,0-1-1,1 1 1,-1-1 0,1 1-1,-1-1 1,1 0-1,0 0 1,-1 0-1,1 0 1,0 0 0,0 0-1,0 0 1,0-1-1,2 1 1,5 2-2495,1-2-1,-1 1 1,0-1 0,18 0-1,3-1-4531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13350,'0'0'14906,"-19"20"-13068,-61 72-342,75-84-1411,0-1-1,1 1 0,-1 0 1,1 1-1,1-1 0,0 0 1,0 1-1,0 0 0,1 0 0,0 0 1,1 0-1,0 0 0,1 15 1,-2 7-89,-3 108-298,5-111-522,0-27 615,0 0 1,0 0-1,0 0 0,0 0 0,0 0 1,0 0-1,0 0 0,0-1 0,1 1 0,-1 0 1,0 0-1,0 0 0,1 0 0,-1-1 1,1 1-1,-1 0 0,0 0 0,1 0 1,-1-1-1,1 1 0,0 0 0,-1-1 0,1 1 1,0 0-1,18-1-10195,-6-6-204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6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14455,'0'0'8035,"129"14"-7090,-77-5-897,7-7-48,0-2-1841,3 0-2177,-5 0-5922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13830,'0'0'16200,"-29"53"-17001,29-35-1856,0 3-2625,-4-2-6244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4:47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16536,'0'0'15014,"-20"13"-15830,32-7-1889,-4-6-3394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0 672,'0'0'128,"-159"82"-128,86 10-736,-11 12 672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4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1 944,'0'0'913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0 512,'0'0'5619,"2"5"-4491,-1-4-539,21 25 20491,-24-24-20927,0 0 0,-1 0 0,1 0-1,0 0 1,0-1 0,-1 1 0,1-1 0,-1 1 0,0-1 0,1 0 0,-1 0 0,0 0-1,0 0 1,1-1 0,-5 1 0,-11 5-51,0 1-159,0 0 0,1 2 0,0 0 0,-30 20 0,42-25-62,1 0-1,-1 0 1,1 0-1,-1 1 0,1-1 1,0 1-1,1 0 1,-1 0-1,1 0 1,0 1-1,0-1 0,1 1 1,0 0-1,0-1 1,0 1-1,1 0 1,-1 0-1,1 0 0,0 8 1,2-10 3,0 1 0,0-1 1,0-1-1,1 1 0,-1 0 0,1 0 1,0 0-1,0-1 0,0 1 0,1-1 1,-1 0-1,1 1 0,0-1 1,0 0-1,0-1 0,0 1 0,0 0 1,5 2-1,12 8-382,38 20-1,-50-29 427,58 28-477,-33-17 43,38 24 0,-69-38 509,0 0 0,-1 0-1,0 0 1,1 0 0,-1 0 0,1 1 0,-1-1-1,0 0 1,0 1 0,0-1 0,0 1 0,0-1-1,0 1 1,0-1 0,-1 1 0,1 0 0,0-1-1,-1 1 1,1 0 0,-1 0 0,0-1 0,0 1 0,1 3-1,-2-2 53,0 1-1,1-1 1,-1 1-1,-1-1 1,1 0-1,0 1 1,-1-1-1,1 0 1,-1 0-1,0 0 1,-3 3-1,-6 6 234,0 0 0,0-1 0,-1 0 0,-16 10 0,10-8-106,-1 0 0,0-2 0,-1 0 0,0-1 0,-1-1 0,0-1 1,-26 6-1,46-14-273,0 1 0,0-1 0,1 0 1,-1 0-1,0-1 0,0 1 0,0 0 0,1 0 1,-1 0-1,0 0 0,0-1 0,1 1 1,-1 0-1,0-1 0,0 1 0,1-1 0,-1 1 1,0-1-1,1 1 0,-1-1 0,1 1 1,-1-1-1,1 1 0,-1-1 0,1 0 1,-1 1-1,1-1 0,0 0 0,-1 0 0,1 1 1,0-1-1,-1 0 0,1 0 0,0 1 1,0-1-1,0 0 0,0 0 0,0 0 0,0 1 1,0-1-1,0 0 0,0 0 0,0 0 1,0 1-1,1-1 0,-1-1 0,10-42-4225,15-2-1476,11-9-1355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5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9364,'0'0'7025,"-11"29"-4160,-66 189 2754,34-100-3734,-35 107-425,77-221-1478,-35 98-351,30-88-940,0-1-1,-14 22 0,19-34 891,-11 13-2787,1-12-5156,3-5 2354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3330,'0'0'8219,"23"-2"-5119,-7 1-2608,143-13 2346,163-28 4904,-338 57-7707,8-8-145,0 0-1,1 0 1,-1 0 0,1 1 0,1 0-1,0 1 1,0-1 0,0 1 0,1 0 0,1 1-1,-1-1 1,2 1 0,-1 0 0,1 0-1,1 0 1,0 0 0,0 1 0,0 17 0,2-27 27,1 0 1,0 0 0,-1 0 0,1-1 0,0 1 0,0 0 0,0 0 0,0 0 0,-1-1 0,1 1 0,0 0 0,0-1-1,0 1 1,1-1 0,-1 1 0,0-1 0,0 0 0,0 1 0,0-1 0,0 0 0,0 0 0,0 0 0,1 0 0,-1 0 0,0 0-1,0 0 1,0 0 0,2-1 0,38-1-715,-32 0 687,0 0-1,0-1 1,0 0-1,0 0 1,-1-1-1,14-8 1,48-35-194,-49 33 301,-18 11 151,0 2 15,0-1 0,0 0 0,0 0-1,0 0 1,-1 0 0,1 0 0,-1 0 0,1-1-1,-1 1 1,0-1 0,0 0 0,0 0-1,-1 0 1,3-5 4373,-4 36-4707,0-24 8,0-1 0,0 1 0,0 0 0,0 0 0,1-1 0,0 1 0,0 0 0,0-1 0,0 1 0,3 5 0,-2-7-123,-1 1 0,1-1 1,0 0-1,1 0 0,-1 0 0,0-1 0,1 1 1,-1 0-1,1-1 0,-1 0 0,1 1 1,0-1-1,-1 0 0,1 0 0,3 0 0,8 2-1809,-1 0-1,1-2 0,0 1 0,20-2 0,21 0-6231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6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10805,'0'0'10437,"-123"29"-8516,100-4-1249,10 0-480,3 3-144,10-3-48,0-2-96,0-7 0,0-5-544,21-1-737,10-10-592,11 0-496,19-16-1297,5-26-2208,5-6-1730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1 9476,'0'0'7486,"-18"7"-3999,8-3-2948,1-2-197,-1 2-1,1 0 0,1 0 0,-1 0 1,1 1-1,-1 0 0,2 1 1,-1 0-1,0 0 0,1 1 0,0 0 1,-11 14-1,-9 22 882,2 0 0,1 2-1,-29 80 1,30-59-793,4 1 0,-12 79 0,28-126-483,1-10-75,1 0 0,-1 0 0,-1 0 0,-5 14 0,2-16-561,2-12-637,6-19 198,4 6 642,2 1 1,0 1-1,0 0 0,2 0 1,21-27-1,-10 18-696,1 2 1,38-33-1,-51 48 1062,0 1 0,0 0 0,0 0 0,1 0 0,0 2 0,0-1 0,0 1 0,1 0 0,-1 1 0,1 1-1,0-1 1,0 2 0,22-2 0,-32 4 160,0-1 0,0 0 0,0 0 0,0 1 0,0-1 0,0 0 0,0 1 0,-1-1 0,1 1 0,0-1 0,0 1 0,0 0-1,-1-1 1,1 1 0,0 0 0,-1-1 0,1 1 0,0 0 0,-1 0 0,1 0 0,-1-1 0,1 1 0,-1 0 0,0 0 0,1 0 0,-1 0 0,0 0-1,0 0 1,0 0 0,1 0 0,-1 0 0,0 1 0,0 0 88,0 0-1,0 0 1,0 1-1,0-1 1,0 0-1,0 0 1,-1 0-1,1 0 1,-1 0-1,1 0 1,-1 0 0,0 0-1,0 0 1,-2 4-1,-5 1 207,-1 0 0,0-1 0,0 0 1,-1-1-1,0 0 0,0 0 0,0-1 0,-15 5 0,1 0 66,3-1-91,-1 0 133,0 1 0,0 1 0,1 1 0,0 0 0,-37 30 0,56-40-424,0 0-1,1 1 0,-1 0 0,1-1 0,-1 1 1,1 0-1,0 0 0,-1 0 0,1-1 1,0 1-1,1 1 0,-1-1 0,0 0 0,0 0 1,1 0-1,-1 2 0,1-2-23,0-1 0,1 1 0,-1-1 0,0 1 0,0-1 0,1 1 0,-1-1-1,1 0 1,0 1 0,-1-1 0,1 0 0,0 0 0,0 1 0,0-1 0,0 0 0,0 0 0,0 0 0,1 1 0,4 2-68,0 0 0,0 0 0,0-1 0,1 0 0,-1 0 1,1 0-1,13 2 0,36 8-2051,60 5 0,59-6-8691,-86-11 1324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6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10069,'0'0'13809,"-17"16"-12857,-55 53-226,70-66-691,-1-1 1,1 1 0,0 0 0,-1-1-1,1 1 1,0 0 0,1 0-1,-1 1 1,0-1 0,1 0-1,0 0 1,0 1 0,0-1 0,0 1-1,0-1 1,1 1 0,-1-1-1,1 1 1,0-1 0,0 1 0,1 0-1,-1-1 1,2 7 0,0 0-26,-2-9-12,0 0 1,1 1-1,-1-1 0,1 0 1,-1 0-1,1 0 0,0 0 1,-1 0-1,1 0 1,0 0-1,0 0 0,0 0 1,-1 0-1,1-1 1,0 1-1,0 0 0,0-1 1,0 1-1,0 0 1,1-1-1,-1 1 0,0-1 1,0 1-1,0-1 0,0 0 1,1 0-1,1 1 1,39 1-133,-32-3 78,-7 1 32,0 0 0,1 0 0,-1 0 0,0-1 0,0 1 1,1-1-1,-1 0 0,0 0 0,0 0 0,0-1 0,0 1 0,0-1 0,0 1 0,-1-1 0,1 0 0,0 0 0,-1 0 1,0-1-1,1 1 0,2-5 0,-2 3 21,0-1 1,-1 0-1,0 1 0,0-1 1,0 0-1,0 0 0,-1-1 1,0 1-1,0 0 1,0 0-1,-1-1 0,0-5 1,0 9 30,0 1 1,0-1-1,-1 1 1,1-1-1,0 1 1,-1-1 0,1 1-1,-1-1 1,0 1-1,1-1 1,-1 1-1,0 0 1,0-1-1,0 1 1,0 0 0,0 0-1,0 0 1,0 0-1,0 0 1,-1 0-1,1 0 1,0 0-1,-1 0 1,1 0-1,0 1 1,-2-1 0,-2-1-339,0 0 1,0 1-1,0 0 1,0 0-1,0 0 1,0 0-1,-6 1 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7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567 146 11557,'0'0'4341,"-7"-18"29,-27-56-189,31 70-3910,1 0 0,-1 1 1,0-1-1,0 1 1,0 0-1,-1-1 0,1 2 1,-1-1-1,1 0 1,-1 1-1,0-1 0,0 1 1,0 0-1,0 0 1,0 1-1,-1-1 0,-5 0 1,-2 0 32,-1 1 0,1 0 0,0 0 1,-17 3-1,24-2-249,-2 1-24,0 1 0,0-1-1,0 1 1,1 0 0,-1 1 0,1-1-1,0 1 1,0 1 0,0-1 0,0 1-1,0 0 1,1 0 0,0 1 0,-7 7-1,-5 6 62,1 1 0,-24 37-1,18-19 13,1 1 0,1 1 0,3 1 0,1 0 0,2 2 0,2-1 0,-8 54 0,-5 106-912,19 2-3767,3-191 1342,-21-28-16355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7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8404,'0'0'5122,"111"0"-1984,-54 0-2402,5 2-736,9 0-96,7-2-3202,8 0-4945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7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3 13238,'-19'0'3820,"-9"-1"-2544,5-1 139,0 2 0,-1 1 1,-23 3-1,41-3-1137,0 0 0,0 1 0,0 0 0,0 0 1,0 0-1,0 0 0,1 1 0,-1 0 0,1 0 0,0 1 0,0-1 0,-6 7 0,8-8-276,1 1 0,0 0 0,-1 0 0,1 0 0,1 0 0,-1 0 0,0 0-1,1 1 1,0-1 0,0 0 0,0 1 0,0-1 0,0 1 0,1-1-1,-1 1 1,1 0 0,0-1 0,0 1 0,0-1 0,1 1 0,-1 0 0,1-1-1,2 6 1,0-1-113,0 0 0,1 0 0,0 0 0,0-1-1,1 1 1,0-1 0,7 7 0,47 49-968,-28-33 601,-24-22 382,11 11-310,-1 0 0,19 28 1,-32-42 348,-1 0 0,0 0 1,0 0-1,0 1 0,-1-1 1,0 1-1,0 0 0,0-1 1,-1 1-1,0 0 0,0 0 1,0 0-1,-1 0 1,0 0-1,-1 11 0,1-15 84,-1 1-1,0-1 1,0 1-1,-1-1 1,1 1-1,0-1 1,-1 0-1,1 0 1,-1 1 0,0-1-1,0 0 1,0-1-1,0 1 1,0 0-1,0 0 1,0-1-1,0 1 1,-1-1-1,-3 2 1,-5 1 296,0 0 0,0 0 0,-14 2 1,22-5-243,-138 22 3033,44-19-4158,104-7-1746,25-18-2597,16-11-3315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12182,'0'0'8174,"-25"0"-3751,-85 2-1080,102-1-3122,-1 0 1,1 1-1,0 0 0,0 0 0,0 1 0,0 0 0,0 0 1,1 1-1,0 0 0,-1 1 0,1-1 0,1 1 1,-1 1-1,1-1 0,0 1 0,0 0 0,0 0 0,1 1 1,0 0-1,-7 13 0,8-14-216,2 0 1,-1 1-1,1-1 1,0 0-1,0 1 1,1-1-1,-1 1 1,2 0-1,-1-1 1,1 11-1,0-15-53,0 1 1,0-1-1,0 1 0,1-1 1,-1 0-1,1 1 0,0-1 0,0 0 1,-1 1-1,1-1 0,1 0 0,-1 0 1,0 0-1,0 0 0,1 0 1,0 0-1,-1 0 0,1 0 0,0-1 1,0 1-1,0-1 0,0 1 1,0-1-1,0 0 0,0 0 0,0 0 1,0 0-1,1 0 0,-1 0 0,3 0 1,7 1-806,0 0 1,0-1-1,0-1 1,1 0-1,-1 0 1,21-5-1,-23 3-657,0 0-1,0-1 0,0-1 1,15-7-1,22-16-6696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8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4482,'94'63'6355,"-75"-48"-2028,-23 17 2484,-3 3-3411,-3 17-263,6-30-1738,4-22-1378,0 0 1,0 0-1,0 0 0,0 0 1,0 0-1,0 0 1,0 0-1,0 0 1,0 0-1,0 0 1,0-1-1,0 1 0,0 0 1,0 0-1,0 0 1,0 0-1,0 0 1,0 0-1,0 0 0,0 0 1,-1 0-1,1 0 1,0 0-1,0 0 1,0 0-1,0 0 1,0 0-1,0 0 0,0 0 1,0 0-1,0 0 1,0 0-1,0 0 1,0 0-1,-1 0 0,1 0 1,0 0-1,0 0 1,0 0-1,0 0 1,0 0-1,0 0 1,0 0-1,0 0 0,0 0 1,0 0-1,0 0 1,0 0-1,-1 0 1,1-37 431,2 22-503,1 0 1,0 0-1,1 0 1,1 1-1,0-1 0,1 1 1,14-22-1,-2 6-851,2 1 0,30-34 0,-41 57-5807,-7 6 5952,0 0 0,-1 0 0,1 1 0,0-1 0,0 0 0,-1 1 0,1-1 0,0 1 0,-1 0 0,1-1 0,-1 1 0,3 2 0,16 8-5970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5 140 9204,'0'0'16173,"15"1"-14906,7 1-961,-4-1-133,-1 0 0,23-2 0,-38 1-184,0-1 1,0 1-1,0-1 1,0 1-1,0-1 1,0 0-1,-1 0 1,1 0-1,0 0 1,0 0-1,-1 0 1,1 0-1,-1-1 1,1 1-1,-1 0 1,0-1-1,1 1 1,-1-1-1,0 0 1,0 1-1,0-1 1,0 0-1,-1 0 1,1 0-1,0 1 1,-1-1-1,1 0 1,-1 0-1,0 0 1,1 0-1,-1 0 1,0-3-1,0 1-18,0 0 1,0 1-1,0-1 0,0 0 0,-1 0 1,1 1-1,-1-1 0,0 1 0,0-1 0,-1 1 1,1-1-1,-1 1 0,1-1 0,-1 1 1,0 0-1,0 0 0,-4-4 0,1 3 36,0 1 1,0 0-1,0 0 0,-1 1 0,1-1 0,-1 1 1,0 1-1,-10-3 0,14 3 28,0 0 0,0 1 1,0 0-1,0-1 0,-1 1 0,1 0 0,0 0 0,0 0 1,-1 0-1,1 0 0,0 1 0,0-1 0,-1 1 0,1-1 1,0 1-1,0 0 0,0 0 0,0 0 0,0 0 0,0 0 1,0 0-1,0 1 0,1-1 0,-1 1 0,-2 2 0,0 4 68,1-1-1,0 1 0,1 0 1,0-1-1,0 1 0,1 0 1,0 0-1,0 11 0,3 67 10,-1-81-226,-1 1 0,1-1 1,0 0-1,1 0 0,-1 0 0,1 0 0,0 0 1,0 0-1,0 0 0,1 0 0,-1-1 1,1 1-1,1-1 0,-1 0 0,0 0 1,1 0-1,0 0 0,6 4 0,-5-5-458,0 0-1,0-1 0,0 1 0,0-1 0,1 0 1,-1 0-1,1-1 0,0 0 0,-1 0 1,1 0-1,0-1 0,0 0 0,-1 0 0,1 0 1,0 0-1,11-4 0,24-12-5707,3-11-1852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 4322,'0'0'16437,"0"7"-14866,1-2-1441,0 1 0,1-1 0,0 0 1,-1 1-1,2-1 0,-1 0 0,0 0 0,1-1 0,0 1 0,0-1 0,1 1 0,-1-1 0,1 0 1,0 0-1,0 0 0,0-1 0,1 1 0,-1-1 0,1 0 0,6 3 0,-3-3-124,0 0 1,1 0-1,-1-1 0,1 0 1,-1 0-1,1-1 0,0 0 1,-1 0-1,1-1 0,11-1 1,-18 0-14,-1 1 0,0-1 0,0 1 0,0-1 1,0 0-1,1 1 0,-1-1 0,0 0 1,0 0-1,0 1 0,0-1 0,0 0 1,-1 0-1,1 0 0,0 0 0,0 0 1,-1-1-1,1 1 0,0 0 0,-1 0 0,0 0 1,1-1-1,-1 1 0,1 0 0,-1 0 1,0-1-1,0 1 0,0 0 0,0-1 1,0 1-1,0 0 0,-1-3 0,2 1 19,-2 0 1,1 0-1,0-1 0,-1 1 0,1 0 0,-1 0 0,0 0 0,0 0 0,0 0 1,0 0-1,-1 0 0,1 1 0,-3-5 0,-1 3 63,0 0-1,0 1 1,0-1-1,0 1 1,-1 0-1,1 0 0,-1 1 1,0-1-1,0 1 1,0 1-1,0-1 1,-10 0-1,-7-1 715,-47 2 1,42 2-143,26-1-598,0 0 1,1 0-1,-1 0 1,0 0-1,0 0 1,0 1 0,0-1-1,1 1 1,-1 0-1,0-1 1,1 1-1,-1 0 1,0 0 0,1 0-1,-1 0 1,1 0-1,-1 0 1,1 1-1,0-1 1,-1 0 0,-1 3-1,2-1-23,-1 0 1,1 1-1,-1-1 0,1 0 0,0 0 1,0 1-1,1-1 0,-1 1 0,1-1 1,-1 1-1,1 3 0,0 0-65,0 0 0,1 0 0,0 0 1,0 0-1,1 0 0,0 0 0,0-1 0,0 1 0,1 0 0,0-1 1,4 6-1,-2-5-396,0-1 1,1 0-1,0 0 0,0 0 1,0-1-1,0 0 1,1-1-1,0 1 0,0-1 1,0 0-1,0-1 1,12 4-1,-4-3-1869,0 0 0,1-1 0,0-1 1,-1-1-1,22 0 0,1-1-4040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2593,'0'1'25419,"0"14"-25039,0-8-313,1 0 1,-1 0-1,1-1 1,1 1 0,-1 0-1,1 0 1,0-1 0,1 1-1,0-1 1,6 11-1,-8-15-153,0 0 0,1 0 0,-1 0-1,1 0 1,-1-1 0,1 1 0,0 0-1,0-1 1,0 0 0,0 1 0,0-1-1,0 0 1,0 0 0,0 0 0,1 0-1,-1 0 1,0-1 0,0 1 0,1-1-1,-1 0 1,0 1 0,1-1 0,-1 0-1,1 0 1,-1 0 0,0-1 0,1 1-1,-1-1 1,0 1 0,1-1 0,-1 0 0,0 0-1,0 0 1,0 0 0,3-2 0,7-3-369,-2-1 1,1 0 0,12-12 0,-19 15 594,1 0 0,-1 0 0,1-1 0,-1 1 0,-1-1 0,1 0 0,-1-1 0,0 1 0,3-8 0,0 10 3862,1 8-3406,4 10-1192,-8-10 60,0 0-1,0 0 1,0-1 0,1 1-1,5 4 1,-6-6-302,0-1 0,0 0 0,0 1 0,1-1 0,-1-1 0,1 1 1,0 0-1,6 1 0,24 4-7102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3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11445,'0'0'12633,"-19"1"-9437,-58 3-1337,76-5-1814,0 1-1,-1 0 1,1 1-1,0-1 1,-1 0-1,1 0 0,0 1 1,-1-1-1,1 0 1,0 1-1,-1 0 1,1-1-1,0 1 0,0 0 1,0-1-1,0 1 1,0 0-1,-1 0 1,2 0-1,-1 0 0,0 0 1,0 0-1,0 0 1,0 0-1,1 0 1,-2 3-1,1-2-60,1 1 1,0 0-1,-1-1 1,1 1-1,0 0 0,0-1 1,1 1-1,-1 0 0,1 2 1,1 5 28,-1 21-678,8 46 1,-7-62 587,-2-12 25,1 0 0,0 0 1,-1 1-1,0-1 0,0 0 1,0 1-1,0-1 0,-1 0 1,0 6-1,0-8 63,0 0 1,0 0-1,0 0 0,0 0 0,1 0 1,-1-1-1,0 1 0,-1 0 0,1 0 1,0-1-1,0 1 0,0-1 0,0 1 1,0-1-1,-1 1 0,1-1 0,0 0 1,0 1-1,-1-1 0,1 0 0,0 0 1,-1 0-1,1 0 0,0 0 1,-2-1-1,-17 2-120,-26-2 489,44 0-1092,-1 1-1,1-1 1,0 0-1,0 1 1,0-1-1,-1 0 1,1-1-1,0 1 1,0 0-1,-2-2 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4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1 241 208,'0'0'2081,"39"-128"-1809,-30 103-176,-1 2-80,2 2-32,-3 3-16,-3 3-192,-2 7-784,-2 6-385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46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2049,'0'0'4370,"5"-7"-3383,17-20 86,-21 27-954,-1-1 1,1 1-1,-1-1 1,1 0-1,0 1 1,-1-1-1,1 1 1,0-1-1,-1 1 1,1 0 0,0-1-1,0 1 1,-1 0-1,1-1 1,0 1-1,0 0 1,0 0-1,1 0 1,5 7 1576,-4 18 411,-3-24-2083,-5 228 6020,-1-102-4946,6 0 0,19 148 0,74 190-582,-30-167-458,-13-12-35,-12 2 0,0 360 0,-37 415 228,-2-1029-287,0 1 1,-10 51-1,8-82-1333,-2-10 219,-1-12-560,-14-68-7104,6 26 1829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47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349 548 2897,'0'0'5187,"-13"-26"-2509,-15-6-1686,-60-52-1,74 72-874,-1 1-1,-1 1 1,0 0-1,0 1 1,-1 1-1,-32-12 1,40 17-2,0-1 0,0 0 0,-14-10 0,-3-1 1239,34 13-978,950-43 3683,-528 17-3927,1206-82 15,351 24-21,-1684 77-86,-185 6 140,351 1 4460,-466 2-4519,1 0 0,-1 0 0,0 1 0,0-1 0,1 1-1,-1 0 1,0 0 0,0 0 0,0 1 0,0-1 0,0 1-1,0-1 1,0 1 0,-1 0 0,1 0 0,-1 0 0,1 1-1,-1-1 1,0 0 0,0 1 0,0 0 0,0-1-1,0 1 1,-1 0 0,1 0 0,-1 0 0,0 0 0,2 7-1,0 5 193,0 0-1,-1 0 0,-1 1 1,-1-1-1,-1 17 0,0-2-375,-1 0 126,-1 0 0,-2 0 1,-1 0-1,-12 37 0,-6 25-8,-1 46-6,-13 264 0,37 146 34,8-402-138,46 251 0,65 140-181,-2-16 21,-89-369 180,9 227-1,-32-259 323,-5 0-1,-6-1 1,-31 176 0,23-243 156,13-51-382,0 0 0,0-1-1,-1 1 1,1 0 0,0-1 0,0 0 0,0 0 0,-1 0-1,1 0 1,0 0 0,0 0 0,-1 0 0,-3-2-1,6 2-57,-9-2-1,1 0 0,-1-1 0,1 0 1,0 0-1,-15-10 0,-11-4-23,-65-21-466,-191-48 1,-113 5-161,-1463-179-1058,-138 151 2933,1030 109-1783,999-1-991,-1-1 0,1-1 1,-1-1-1,0-2 0,0 0 1,-1-1-1,42-19 0,25-20-9859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4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1318 1 9364,'0'0'2217,"-30"24"251,-34 27-289,3 3 0,-65 74-1,-261 354 3865,-141 156-4197,492-602-1932,23-24-323,-1 1 0,2 1 0,0 0 0,1 0 0,-11 18 1,22-32 367,0 1 1,0-1 0,0 0-1,-1 0 1,1 0 0,0 0-1,0 1 1,0-1 0,0 0-1,0 0 1,0 0 0,-1 0-1,1 1 1,0-1 0,0 0 0,0 0-1,0 0 1,0 1 0,0-1-1,0 0 1,0 0 0,0 0-1,0 1 1,0-1 0,0 0-1,0 0 1,0 0 0,0 1-1,0-1 1,0 0 0,1 0-1,-1 0 1,0 1 0,0-1 0,0 0-1,0 0 1,0 0 0,0 0-1,0 0 1,1 1 0,-1-1-1,0 0 1,0 0 0,0 0-1,0 0 1,1 0 0,-1 0-1,0 1 1,0-1 0,0 0-1,1 0 1,-1 0 0,0 0 0,0 0-1,0 0 1,1 0 0,-1 0-1,0 0 1,0 0 0,0 0-1,1 0 1,-1 0 0,10 0-894,0 0 0,0-1 1,0 0-1,0-1 0,0 0 0,0 0 1,0-1-1,-1-1 0,1 1 1,11-7-1,-12 6 229,112-53-6880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48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952 0 8580,'0'0'17432,"-84"130"-15255,-31-7-800,-12 20-449,-11 9-416,4 5-384,13-15-128,20-14-304,24-22-816,37-24-641,26-20-1313,22-24-1760,55-32-2673,35-10-1649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4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1098 0 13526,'0'0'6083,"-147"117"-3874,24-14 640,-21 26 1057,-11 15-1969,2 5-1281,17-5-464,30-16-192,31-22-288,31-20-848,29-17-1313,15-23-1089,27-27-1344,42-19-3026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4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1025 0 14343,'0'0'4690,"-161"134"-2673,50-29 1120,-16 16 241,-1 7-1618,3-7-815,12 0-577,17-14-320,18-13-48,28-17-944,21-16-1522,23-13-1199,6-23-1442,42-23-2912,22-4-2146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48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707 1 17608,'0'0'2945,"-138"127"-1568,52-39 2097,-2 12-513,1 1-1760,9-3-977,15-6-224,11-13-657,13 1-1408,3-18-3057,-4-16-5587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2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 3554,'0'0'12827,"5"-2"-11523,-4 2-1253,-1 0 0,1-1-1,0 1 1,0 0 0,-1 0-1,1 0 1,0 0 0,0 0-1,-1 0 1,1 0-1,0 0 1,0 0 0,-1 0-1,1 0 1,0 0 0,0 0-1,-1 1 1,1-1 0,0 0-1,-1 0 1,1 1-1,0-1 1,-1 1 0,1-1-1,0 1 1,-1-1 0,1 1-1,-1-1 1,1 1 0,-1-1-1,1 1 1,-1 0-1,1-1 1,-1 1 0,0 0-1,1-1 1,-1 1 0,0 0-1,0-1 1,1 1 0,-1 1-1,2 45 1589,-3-25-1149,-5 104 1003,-35 198 0,2-41-4212,36-234 286,3-17-5104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2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17 156 5795,'0'0'3076,"12"-22"-192,39-69 13,-49 88-2682,1-1 1,-1 1-1,0 0 0,1 0 0,0 0 1,-1 0-1,1 0 0,0 1 1,1-1-1,-1 1 0,0 0 0,5-3 1,-5 4 4,1 0 1,-1 1-1,1-1 1,-1 1-1,1-1 1,-1 1-1,1 0 1,5 1-1,1-1 189,-7 1-294,0 0 1,0 0-1,0 0 1,0 0-1,-1 0 1,1 0-1,0 1 1,0-1-1,-1 1 1,1 0-1,-1 0 1,1 0-1,-1 0 1,0 0-1,0 1 1,0-1-1,0 0 1,0 1-1,-1 0 1,1-1 0,-1 1-1,1 0 1,-1 0-1,1 4 1,3 6 143,-1 0 1,0 1-1,-1 0 1,2 18 0,-5-30-241,2 16 69,0 0-1,-1 0 1,-1 0 0,-1 0 0,-3 21 0,3-35-79,0 0-1,0 0 1,0 0-1,0 0 1,-1-1 0,1 1-1,-1-1 1,0 1-1,0-1 1,0 0-1,-1 1 1,1-1-1,-1 0 1,0-1 0,0 1-1,0 0 1,0-1-1,0 1 1,-1-1-1,1 0 1,-1 0-1,1-1 1,-1 1-1,0-1 1,1 0 0,-1 0-1,0 0 1,0 0-1,-7 0 1,2 0-32,-1 0-1,1-1 1,0-1 0,-1 1 0,1-1 0,0-1 0,0 0-1,0 0 1,-13-5 0,18 5-205,1 1 0,0-1 0,-1 0-1,1 0 1,0 0 0,0 0 0,0-1 0,1 1 0,-1-1-1,1 0 1,-1 0 0,1 0 0,0 0 0,0 0-1,0 0 1,1-1 0,-1 1 0,1-1 0,-1 1 0,1-1-1,0 1 1,1-1 0,-1 0 0,1 1 0,-1-1 0,1-4-1,0 7-39,0 0 0,0 0-1,0 0 1,0 1 0,0-1 0,0 0-1,0 0 1,0 0 0,1 1-1,-1-1 1,0 0 0,0 0-1,1 1 1,-1-1 0,0 0-1,1 1 1,-1-1 0,1 0-1,-1 1 1,1-1 0,-1 1 0,1-1-1,-1 0 1,1 1 0,0-1-1,-1 1 1,1 0 0,0-1-1,-1 1 1,1 0 0,0-1-1,0 1 1,-1 0 0,3-1-1,23-5-5899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6851,'0'0'15533,"-4"5"-14624,1-2-814,0 1-1,1 0 0,-1 0 1,1 0-1,0 1 0,0-1 0,1 0 1,-1 1-1,1-1 0,-2 10 1,3-11-93,-1 0 1,1 0-1,0 0 0,0 0 1,0 0-1,0 0 1,0 0-1,1 0 1,-1 0-1,1-1 1,0 1-1,0 0 0,0 0 1,0-1-1,0 1 1,1 0-1,-1-1 1,1 1-1,-1-1 1,1 0-1,4 5 0,-2-5-151,-1 0-1,1 0 0,0 0 1,-1 0-1,1-1 0,0 0 1,0 0-1,0 0 0,0 0 1,0 0-1,1-1 0,-1 0 1,0 0-1,0 0 0,0 0 1,6-1-1,-3 0-143,-1-1 0,1 1 0,0-1 0,-1-1 0,0 1 0,1-1 0,-1 0 0,0 0 0,5-5 0,-2 2 19,8-7 8,0 0-1,0-1 1,-1-1-1,18-23 1,-32 51 4998,-2-6-5010,0 1 0,1-1 1,0 0-1,0 0 1,1 0-1,0 0 0,0 0 1,1 0-1,3 7 0,-2-10-414,-1-1-1,0 0 1,1 0-1,0-1 1,-1 1-1,1-1 0,0 0 1,0 0-1,7 2 1,16 2-4759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3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163 859 8356,'0'0'8785,"-18"3"-6688,-58 11-888,73-13-1171,-1-1 0,1 1 1,0 0-1,-1 0 0,1 1 1,0-1-1,0 1 0,0 0 1,0 0-1,0 0 0,0 0 1,0 0-1,1 0 0,-1 1 1,1-1-1,0 1 0,-1 0 1,1 0-1,1 0 0,-1 0 1,0 0-1,1 0 0,-1 0 1,1 1-1,0-1 0,0 0 1,0 1-1,1-1 0,-1 1 1,1-1-1,0 1 0,0-1 1,0 1-1,0-1 0,1 1 1,-1-1-1,1 1 0,0-1 1,0 1-1,0-1 1,1 0-1,-1 0 0,1 1 1,-1-1-1,4 3 0,7 7-336,0 1 1,-1 1-1,11 17 0,-19-26-92,0 0-1,0 1 0,-1-1 0,1 1 1,-1 0-1,-1 0 0,0-1 0,0 1 0,0 0 1,-1 0-1,0 12 0,0-18 259,-1 0 1,1 0-1,0 0 0,-1 0 1,1 0-1,-1 0 0,1-1 1,-1 1-1,0 0 0,1 0 1,-1 0-1,0 0 0,1-1 1,-1 1-1,0 0 0,0-1 1,0 1-1,0-1 0,0 1 1,0-1-1,0 1 0,0-1 1,0 0-1,0 1 0,0-1 1,0 0-1,0 0 0,-1 1 1,1-1-10,0 0 0,1 0 0,-1 0 0,0 0 0,0 0 0,1 0 0,-1 0 0,0 0 0,0 0 1,1 0-1,-1 0 0,0 0 0,1 0 0,-1 0 0,0-1 0,0 1 0,1 0 0,-1-1 0,1 1 0,-1 0 0,0-1 1,1 1-1,-1-1 0,1 1 0,-1-1 0,1 1 0,-1-1 0,1 1 0,-1-1 0,1 1 0,-1-1 0,1 0 1,0 1-1,-1-1 0,1 0 0,0 1 0,0-1 0,0 0 0,-1-1 0,2-3-106,-1-1 0,1 1 0,0 0-1,1-1 1,-1 1 0,1 0 0,0 0 0,0-1-1,0 1 1,1 1 0,0-1 0,0 0 0,5-5 0,7-7 144,1 1 0,18-16 0,-17 16-15,79-71 88,240-238 1914,-127 81 793,-157 178 404,76-130 0,-124 190-2641,-1 0 1,0 0-1,0 0 1,-1 0-1,0 0 1,0-1-1,-1 1 0,1-1 1,-1 1-1,0-11 1,-1 17-341,0-1 0,0 0 0,0 0 0,-1 1 0,1-1 0,0 1 0,0-1 0,0 0 1,-1 1-1,1-1 0,0 0 0,-1 1 0,1-1 0,0 1 0,-1-1 0,1 1 0,-1-1 0,1 1 0,-1-1 0,1 1 1,-1-1-1,1 1 0,-1 0 0,0-1 0,1 1 0,-2 0 0,-23-5 1192,-27 12-332,40-3-843,0 1 0,0 0 0,1 1 0,0 0-1,0 1 1,0 0 0,-19 17 0,5-1 177,-42 50 0,40-37-263,1 1-1,2 1 1,2 2-1,1 0 1,2 1-1,2 0 1,2 2-1,1 0 1,3 1-1,1 0 1,3 0-1,1 1 1,1 66-1,3-76-38,1-15-90,1 0 1,3 28 0,-3-44 47,1 0-1,0-1 0,-1 1 0,1 0 1,0-1-1,1 1 0,-1-1 0,1 1 0,-1-1 1,1 0-1,0 1 0,0-1 0,1 0 1,-1 0-1,1-1 0,-1 1 0,1 0 1,5 3-1,-5-5 16,0 0 1,1 0-1,-1 0 0,1 0 1,-1-1-1,1 1 1,-1-1-1,1 0 0,-1 0 1,1 0-1,-1 0 1,1-1-1,-1 1 0,1-1 1,-1 0-1,1 0 1,-1-1-1,0 1 1,0 0-1,0-1 0,1 0 1,-2 0-1,1 0 1,0 0-1,0 0 0,-1-1 1,1 1-1,2-4 1,43-59 101,-39 51-13,0 1 0,1 0-1,0 0 1,1 1-1,0 1 1,20-16-1,-20 70 2060,-9-36-2265,1 0 0,0 0-1,0 0 1,0-1-1,1 1 1,0-1-1,0 0 1,1 0-1,0 0 1,0-1-1,0 0 1,1 0-1,11 8 1,18 4-3830,4-10-3284,-1-7-3021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5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3121,'0'0'2943,"12"-19"-1331,36-57-1,-47 73-1443,1 1-1,-1-1 1,1 1 0,0 0-1,0-1 1,0 1 0,1 0-1,-1 0 1,0 0 0,1 0-1,-1 1 1,1-1 0,0 1-1,-1-1 1,1 1 0,0 0 0,0 0-1,0 0 1,0 1 0,0-1-1,0 1 1,4-1 0,-5 2-29,0-1 0,0 1 0,0-1 0,1 1 0,-1 0 0,0 0 0,0 0 0,0 0 0,0 0 0,-1 1 0,1-1 0,0 0 0,0 1 0,-1 0 0,1-1 0,-1 1 0,1 0 0,-1 0 0,0 0 0,0 0 0,0 0 0,0 0 0,1 3 0,10 31 862,-2 1 0,-2 0 0,-1 1 0,3 63 1,-3-33-171,159 1199 1741,-135-1049-3582,7 350 0,-38-552 384,0 0 0,-1 1 0,-1-1 1,-7 27-1,8-53-5852,1-27 611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22 577 9716,'0'0'1615,"5"-19"-770,-3 12-752,0 0 69,0-1 0,1 0 0,-1 1-1,2-1 1,-1 1 0,7-10 0,-7 13-70,0 0-1,1 0 0,-1 1 1,1 0-1,0-1 1,0 1-1,0 1 1,0-1-1,0 0 1,1 1-1,-1 0 1,1 0-1,0 1 1,0-1-1,9-1 0,73-11 572,123-3-1,-116 11-428,2141-193 3626,-1703 140-3806,382-39-451,-2 48 113,-892 50 285,351 1 929,-349-1-551,0 1 1,-1 1-1,1 1 1,-1 1-1,27 9 0,-42-11-227,0 0 0,0 1 0,0 0-1,0 0 1,-1 0 0,0 1 0,1 0 0,-1 0 0,0 0-1,-1 1 1,1-1 0,-1 1 0,0 0 0,0 0-1,-1 1 1,1-1 0,-1 1 0,-1 0 0,1 0-1,-1 0 1,2 7 0,1 10 170,0 1 0,-2 0 0,-1 1 0,-1-1 1,-2 0-1,-4 39 0,-4-3 67,-25 89 0,-45 149-279,14 3 0,13 2 1,-16 379-1,64 15 12,10-628-96,3 0-1,22 86 1,50 126 66,-31-116-29,-41-136-46,-3-12-2,-1-1 0,-1 1 0,0 0 0,-1 1 0,-1-1 0,0 0 0,-2 29-1,0-45 4,-1 0 0,1 0-1,0-1 1,-1 1-1,1 0 1,-1 0 0,1 0-1,-1-1 1,1 1-1,-1 0 1,0-1 0,1 1-1,-1 0 1,0-1-1,1 1 1,-1-1 0,0 1-1,0-1 1,0 1-1,1-1 1,-1 0 0,0 1-1,0-1 1,0 0-1,0 0 1,0 0 0,0 1-1,-1-1 1,-31 1 393,23-2-297,-16 0-104,1-2 0,0-2 0,0 0 0,0-1-1,-34-14 1,-9-1-240,-113-27-841,-254-32-1,-196 17-459,184 35 1008,-1157 3 222,1002 44 3342,-743 119 1,1246-121-2893,90-13-150,19-2-14,29 0-177,53-5-1802,100-16 0,2-10-4097,8-6-5888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6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1003 0 4514,'0'0'9119,"-16"24"-6331,-252 344 2908,147-202-4033,-301 399 14,382-516-1698,19-25-156,0 1 1,2 1-1,1 1 1,1 0-1,-17 39 0,33-64 30,0 0 0,0 0 0,1 0-1,-1 1 1,1-1 0,-1 0-1,1 0 1,0 0 0,0 0-1,0 1 1,0-1 0,0 2-1,1-3-34,-1 0-1,0 0 1,1 0 0,-1-1-1,0 1 1,1 0-1,-1-1 1,1 1-1,-1 0 1,1-1-1,-1 1 1,1 0 0,0-1-1,-1 1 1,1-1-1,0 1 1,-1-1-1,1 1 1,0-1 0,0 0-1,1 1 1,2 0-505,1-1 1,-1 0-1,0 1 0,1-2 1,-1 1-1,1 0 1,-1-1-1,0 0 1,0 0-1,7-2 1,12-6-4178,37-21 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833 0 2945,'0'0'12534,"-153"98"-9669,57-16-1040,-11 18 1313,13 11-1217,7 2-1121,11-9-672,9-7-128,13-18-80,8-12-864,13-13-705,16-14-1249,15-13-831,6-19-2338,44-8-416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602 1 10069,'0'0'7939,"-100"163"-5282,33-79-448,-6 3-1248,-2-3-561,4-2-288,4-7-112,10-6-400,13-9-1009,11-9-1248,18-14-1073,15-12-2304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705 1 10629,'0'0'4578,"-136"138"-1809,46-38-48,-4 3-528,6-1-1184,13-4-721,10-8-288,17-2-32,13-9-608,10-8-1697,2 0-1217,-3-20-6707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86 240 944,'0'0'638,"6"-20"416,1-9-564,32-108 2968,-35 127-2639,8-18 2094,-1 12 2642,-10 23-3100,-4 25-890,0 1 1,-2-1-1,-13 44 0,5-21-594,-23 114 1156,-24 308-1,58-379-2025,-5 52-2873,7-150 2675,0 0 0,0-1 0,0 1 0,0 0 1,-3-1-2620,2 1 2619,1 0 0,0 0 0,0 0 0,0 0 0,0 0 0,0 0 0,0 0 0,-2 3-2618,2-2 2618,-6-11-3794,-1-18-3446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5:58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7796,'0'0'5848,"20"-4"-2999,296-32 3015,75-7-2797,141-14-887,6 32-488,-516 25-1441,0 1-1,39 7 1,-51-6-225,-1 1 0,1 0 0,-1 0 0,1 1 1,-1 0-1,-1 1 0,1 0 0,12 9 0,-19-12-26,0 0-1,0 1 0,0-1 1,0 1-1,0-1 0,-1 1 1,1-1-1,-1 1 1,0 0-1,0 0 0,0 0 1,0 0-1,0-1 0,-1 1 1,0 0-1,1 0 1,-1 0-1,0 0 0,0 0 1,0 1-1,-1-1 0,0 3 1,-1 3 13,0 0 0,0-1 0,-1 1 0,0-1 0,-1 0 0,-5 11 1,-17 35 325,1 1 0,4 1 0,-22 86 0,33-108-233,-14 60-187,3 2 0,5-1 1,4 2-1,1 148 1,11-244-78,-6-1 102,-96 0-181,-162 22-1,-26 28 281,1 13 0,-435 156-1,702-213-1465,22-6 1360,0 0 1,0 0-1,0 0 1,0 0-1,0 0 1,0 0-1,0 0 0,-1 0 1,1 0-1,0 0 1,0 0-1,0 0 1,0 0-1,0 0 1,0 0-1,0 0 0,0 0 1,0-1-1,-1 1 1,1 0-1,0 0 1,0 0-1,0 0 0,0 0 1,0 0-1,0 0 1,0 0-1,0 0 1,0 0-1,0 0 1,0-1-1,0 1 0,0 0 1,0 0-1,-1 0 1,1 0-1,0 0 1,0 0-1,0 0 0,0 0 1,0-1-1,0 1 1,0 0-1,0 0 1,0 0-1,0 0 1,0 0-1,0 0 0,1 0 1,-1 0-1,0-1 1,0 1-1,0 0 1,0 0-1,0 0 0,0 0 1,0 0-1,0 0 1,0 0-1,0 0 1,0 0-1,0 0 1,0-1-1,0 1 0,1 0 1,-1 0-1,0 0 1,0 0-1,29-25-9706,-12 11 8097,44-41-9157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0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1042 107 12342,'0'0'7523,"-21"4"-3718,3 0-3278,1 0 1,0 1-1,0 1 1,0 0 0,0 1-1,1 1 1,0 1 0,-28 20-1,-177 162 3172,-73 56-3049,392-337-2555,512-444-1825,-610 534 3754,0 0-1,0 0 0,0 0 0,-1 0 0,1 0 0,0 0 0,0 0 0,0 0 1,0 0-1,0 0 0,0 0 0,0 0 0,0 0 0,0 0 0,-1 0 0,1 0 1,0-1-1,0 1 0,0 0 0,0 0 0,0 0 0,0 0 0,0 0 0,0 0 0,0 0 1,0 0-1,0 0 0,0 0 0,0 0 0,0-1 0,0 1 0,0 0 0,0 0 1,0 0-1,-1 0 0,1 0 0,0 0 0,0 0 0,0 0 0,0-1 0,1 1 1,-11 1 263,1 0 0,0 0 0,0 1 0,0 1 0,0-1 0,0 1 0,0 1 0,-15 8 0,11-6-136,-167 80 492,3 8 0,-207 147 0,362-226-643,0 1 0,1 0 0,1 2 0,0 0 0,2 2 0,-28 36 0,44-54 0,1-1 1,0 1-1,-1 0 1,1 0-1,0 0 1,0 0-1,0 1 0,1-1 1,-1 0-1,0 0 1,1 0-1,-1 3 0,2-4-2,0 0-1,-1 0 0,1 0 1,0-1-1,-1 1 0,1 0 1,0 0-1,0-1 0,0 1 1,0-1-1,0 1 0,0-1 1,0 1-1,0-1 0,0 1 1,0-1-1,0 0 0,0 0 1,0 1-1,0-1 0,0 0 1,0 0-1,0 0 0,0 0 1,0 0-1,0-1 0,0 1 1,2-1-1,13 1-101,1-2 1,0 0-1,-1 0 1,0-2-1,22-7 1,79-37-469,-80 32 351,696-327-2084,-694 322 2177,-29 12 177,-11 8-22,1 1 1,-1-1-1,1 1 1,-1 0-1,0-1 1,1 1-1,-1 0 1,1 0-1,-1 0 1,1-1-1,-1 1 1,0 0-1,1 0 1,-1 0-1,0 0 1,1 0-1,-1 0 1,1 0-1,-1 0 1,0 0-1,1 0 1,-1 0-1,1 1 1,-2-1-1,-17 2 309,1 1 0,-1 0 0,1 2 0,-31 11 0,-74 38 290,103-44-501,-126 62 251,-221 148 0,363-217-376,-17 10 0,1 1 0,1 1 0,0 1 0,-32 35 0,48-47 0,0-1 0,1 1 0,0 0 0,0 0 0,0-1 0,1 1 0,-1 0 0,1 1 0,-1 4 0,1-8 0,1 0 0,0 0 0,0 0 0,0 0 0,0 0 0,0 0 0,0 0 0,1 1 0,-1-1 0,0 0 0,1 0 0,-1 0 0,0 0 0,1 0 0,-1 0 0,1 0 0,0 0 0,-1 0 0,1-1 0,0 1 0,-1 0 0,1 0 0,0 0 0,0-1 0,0 1 0,0 0 0,0-1 0,0 1 0,0-1 0,0 1 0,0-1 0,0 0 0,0 1 0,0-1 0,0 0 0,0 0 0,0 0 0,0 1 0,2-1 0,24 2-65,0-1 1,0-1-1,0-1 1,0-1-1,0-2 1,36-9-1,157-57-1518,-169 52 1222,62-24-168,-44 16 307,0 2 0,143-29 0,-211 52 219,-1 1 1,1 0-1,0 0 0,-1 0 0,1 0 1,0 0-1,0 0 0,-1 0 0,1 0 1,0 0-1,-1 0 0,1 0 0,0 0 1,-1 0-1,1 0 0,0 1 0,-1-1 1,1 0-1,0 1 0,-1-1 0,1 0 1,-1 1-1,2 0 0,-2-1 13,0 1-1,0 0 1,0-1-1,0 1 1,0-1-1,0 1 1,0 0-1,0-1 1,0 1-1,0-1 1,0 1-1,0 0 1,-1-1-1,1 1 1,0-1-1,0 1 1,-1 0-1,1-1 1,0 1-1,-1 0 1,-25 29 613,25-30-609,-27 26 404,-2-1-1,0-2 1,-2-1-1,-48 24 1,-144 62 321,218-106-746,-68 30 7,25-12 0,0 2 0,-72 46 0,117-65-14,3-3 4,-1 1 1,1 0-1,0-1 1,0 1-1,-1 0 1,1 0-1,0 0 1,0 0-1,0 0 1,0 0-1,0 0 1,0 0-1,1 0 1,-1 1-1,0-1 1,0 0-1,1 0 1,-1 1 0,1-1-1,-1 3 1,3-4-164,0 1 0,0-1 0,0 0 0,0 1 0,0-1 0,0-1 0,1 1 0,-1 0 0,0 0 0,3-1 0,21-6-4,0 0-1,-1-2 0,0 0 0,36-21 0,3 0 40,79-34-148,305-123-265,-429 181 584,-1 0 1,33-5 0,-42 12 371,-15 9 193,-8 5-204,-2-1 0,1 0 0,-1-1 0,-33 20 0,-84 38 256,-223 67-399,204-82-246,139-50-382,31-14-417,52-34 547,-2-2 1,-2-4-1,111-103 1,-130 104 275,-3-1-1,-2-2 1,-2-2 0,-2-1-1,40-77 1,-71 116-9,0 0 0,-1 0 0,0-1 0,-2 1 0,1-1 0,-2 0 0,4-29 0,-7 42 18,1 0 1,-1-1-1,0 1 0,0 0 1,0-1-1,-1 1 0,1 0 0,0 0 1,-1-1-1,1 1 0,-1 0 0,0 0 1,0-1-1,0 1 0,0 0 0,0 0 1,-1 0-1,1 0 0,0 1 1,-1-1-1,1 0 0,-1 0 0,0 1 1,0-1-1,0 1 0,1 0 0,-1-1 1,0 1-1,-1 0 0,-1-1 1,-6 0 60,0-1 1,0 1 0,0 1 0,0 0 0,-19 1-1,22 0-107,-28 1 15,0 2 1,0 1-1,0 2 1,1 1-1,0 2 1,-48 18-1,-191 100-11,247-114 4,-94 54 0,105-58 0,0 1 0,1 1 0,1 1 0,0 0 0,-18 22 0,27-29 0,0 0 1,1 1-1,0-1 1,0 1-1,0 0 1,1 0-1,0 0 1,-2 8-1,3-12-2,1 0 1,-1 0-1,1 0 0,0 0 1,0 1-1,0-1 0,0 0 0,0 0 1,0 0-1,0 0 0,1 0 0,-1 0 1,1 0-1,0 0 0,0 0 0,-1 0 1,1 0-1,0 0 0,1 0 0,-1-1 1,0 1-1,0 0 0,1-1 0,-1 1 1,1-1-1,0 0 0,-1 1 0,1-1 1,2 1-1,3 1-41,0 0 0,0-1-1,0 1 1,0-2 0,1 1 0,-1-1 0,10 0 0,61 0-499,-66-1 450,31-3-279,-1-1 0,0-3 1,0-1-1,-1-1 0,50-20 1,199-94-559,-46 17 1147,-292 116 2103,6 5-1953,2 2-1,-43 24 0,-78 55 63,105-62-334,-224 148-83,276-179-13,-3 1 0,1 0 0,0 1 0,0 0 0,1-1 0,-1 2 0,1-1 0,0 1 0,1 0 0,-1 0 0,1 0 0,-5 11 0,8-16-8,1 0 0,-1 0 0,1 0 0,0 0 0,-1 0 0,1 0 0,0 0 0,0 0 1,0 0-1,0 0 0,0 0 0,0 0 0,0 0 0,0 0 0,0 0 0,0 0 0,1 0 0,-1 0 0,0 0 0,1 0 0,-1 0 0,1 0 0,-1 0 0,1 0 1,-1 0-1,1 0 0,0-1 0,-1 1 0,1 0 0,0 0 0,0-1 0,-1 1 0,1-1 0,0 1 0,0 0 0,0-1 0,0 0 0,0 1 0,0-1 0,1 1 1,5 0-86,0 1 1,0-1-1,0-1 0,0 0 1,8 0-1,-6 0 32,36-2-345,-1-1-1,76-16 1,88-35-549,18-2 643,-213 53 298,1 1 1,25-1 0,-72 19 837,-529 246 1820,544-254-2644,13-6 0,-1 0 0,1 1 0,-1 0 0,1 0 0,0 0 0,1 0 0,-1 1 0,0-1 0,-6 9 0,11-12-1,-1 0 1,1 0-1,0 0 0,0 1 1,0-1-1,-1 0 0,1 0 0,0 0 1,0 0-1,0 1 0,0-1 1,-1 0-1,1 0 0,0 0 1,0 1-1,0-1 0,0 0 1,0 0-1,0 1 0,0-1 0,0 0 1,0 0-1,0 1 0,0-1 1,0 0-1,0 0 0,0 1 1,0-1-1,0 0 0,0 0 1,0 1-1,0-1 0,0 0 0,0 0 1,0 1-1,0-1 0,0 0 1,1 0-1,-1 0 0,0 1 1,0-1-1,15 1-168,-11-1 116,11 0-116,0-2 0,-1 0 0,1 0-1,-1-2 1,18-5 0,73-32-542,-74 27 447,182-84-1287,-167 73 1434,0-2 0,58-46 0,-84 55 354,-20 18-222,0 0 0,0 0-1,0 0 1,-1 0-1,1 0 1,0 0 0,0 0-1,0 0 1,0 0 0,0 0-1,0 0 1,-1 0 0,1 0-1,0 0 1,0 0 0,0 0-1,0 0 1,0 0 0,-1 0-1,1 0 1,0-1 0,0 1-1,0 0 1,0 0 0,0 0-1,0 0 1,0 0 0,0 0-1,-1 0 1,1 0-1,0-1 1,0 1 0,0 0-1,0 0 1,0 0 0,0 0-1,0 0 1,0 0 0,0-1-1,0 1 1,0 0 0,0 0-1,0 0 1,0 0 0,0 0-1,0-1 1,0 1 0,0 0-1,0 0 1,0 0 0,0 0-1,0 0 1,0-1 0,0 1-1,0 0 1,1 0-1,-1 0 1,0 0 0,0 0-1,0 0 1,0 0 0,0-1-1,0 1 1,0 0 0,0 0-1,1 0 1,-9 0 267,-1-1 0,1 2 0,0-1 0,0 1 0,0 0 0,0 1-1,-10 3 1,-57 23-123,50-18-87,-141 65-332,133-57-2339,-38 29 0,26-13-3991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3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4018,'0'0'7611,"19"-16"-4801,63-51-767,-79 65-1877,0 0 1,0 0-1,0 0 0,0 0 0,1 1 1,-1-1-1,0 1 0,1 0 0,-1 0 0,4 0 1,-5 0-75,-1 1-1,0 0 1,1 0 0,-1 1 0,1-1 0,-1 0 0,1 0-1,-1 1 1,0-1 0,1 1 0,-1-1 0,0 1 0,1-1 0,-1 1-1,0 0 1,3 1 0,-1 2 106,-1 0 0,1-1-1,0 1 1,-1 0 0,0 0-1,0 0 1,0 0 0,0 1-1,1 7 1,-1-9-128,12 54 885,-2 1 0,-3 0 0,3 89 0,-6-73-418,93 672 1104,-71-567-1572,-9 1 1,-5 200-1,-14-359-63,1 21-162,-1-1 0,-3 1-1,-13 69 1,7-85-312,9-25 279,0 0 0,-1 0 0,1 0-1,-1 0 1,1 0 0,-1-1 0,1 1-1,-1 0 1,1 0 0,-1 0 0,0 0-1,1-1 1,-1 1 0,0 0 0,0 0-1,0-1 1,1 1 0,-1-1-1,0 1 1,-1 0 0,1-2-11,0 0 1,0 1-1,1-1 1,-1 0-1,1 0 0,-1 0 1,1 0-1,-1 0 1,1 1-1,-1-1 0,1 0 1,0 0-1,-1 0 1,1 0-1,0 0 1,0 0-1,0 0 0,0 0 1,0 0-1,0 0 1,0 0-1,0-2 0,0 1-446,-1-80-10194,1 24 4061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4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1569,'0'0'592,"-52"2"-1376,46 6 319,-7 1 129,0-1 304,-1 3 0,-1-3 32,3-2-32,-3-2-400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0 394 592,'0'0'8263,"3"0"-7236,82 12 2801,2-9-2471,1-5-1,123-16 1,172-48-191,-157 23-231,1614-156 1120,12 136-2118,-1841 62 69,159 0 158,209-14 2551,-379 15-2615,0 0-1,1 0 1,-1 1 0,0-1-1,0 0 1,1 0 0,-1 0 0,0 1-1,0-1 1,1 0 0,-1 0-1,0 0 1,0 1 0,0-1 0,0 0-1,0 1 1,1-1 0,-1 0-1,0 0 1,0 1 0,0-1-1,0 0 1,0 1 0,0-1 0,0 0-1,0 1 1,0-1 0,0 0-1,0 0 1,0 1 0,0-1-1,0 0 1,0 1 0,0-1 0,0 0-1,-1 0 1,1 1 0,0-1-1,-4 16-73,-14 32 615,7-22-201,2 1 0,-11 49 0,9 12-178,4 1 0,7 123 1,2-90-189,62 847-51,-14-403-102,-42 212-289,-20-505 651,12-273-318,-4-31-602,1 29 602,0-1 0,0 1 1,0-1-1,-1 1 0,1 0 1,-1 0-1,1 1 0,-1-1 1,0 1-1,0 0 0,-7-2 0,-50-5-331,43 7 263,-2145-130-4806,1030 118 5350,4 79 4032,841-27-2704,238-28-1569,39-7-187,21-1-578,173-15-4737,-60-10-1100,-37-3-1746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5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1112 1 9332,'0'0'1857,"-146"123"768,54-21 705,-15 20-673,-7 13-720,-10 8-945,3 3-607,8-8-305,9-9-80,14-16-208,25-23-481,31-27-623,32-32-737,15-31-2241,60-27-2850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5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989 0 10965,'0'0'4194,"-148"145"-1281,50-39-159,-7 22 63,-6 8-1377,3-1-879,-1-3-369,9-15-144,14-16-48,19-20-528,27-27-545,24-18-816,55-32-8131,37-46 3409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5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741 1 8852,'0'0'12838,"-107"140"-9813,30-53-1088,-11 5-752,-8 2-641,0-4-208,8-4-336,13-9-16,20-12-496,16-13-769,22-14-928,15-15-1680,35-17-9974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6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720 1 7459,'0'0'8260,"-88"144"-4514,15-77-1073,-9 2-1200,-5 4-641,1 0-832,4 2-128,13-4-1248,11-4-1842,8-10-3297,6-16-5026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6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1649,'0'0'13144,"2"29"-9595,-1-15-3115,1 13 256,0 0 0,-2 1 0,-1-1 1,-2 0-1,-9 49 0,-138 431 3681,119-409-4364,25-76-59,2-10-357,0 1 0,0-1-1,-11 21 1,8-70-11726,7 35 11406,0-52-5301,0-16-170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7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23 5442,'0'0'7057,"20"-6"-3645,-6 2-2658,2 0 0,-1 1-1,20-2 1,-33 5-655,-1 0-1,1 0 1,0 0-1,-1 1 1,1-1-1,-1 1 1,1-1-1,-1 1 1,0-1-1,1 1 1,-1 0-1,0-1 1,1 1-1,-1 0 1,0 0 0,0 0-1,0 0 1,1 0-1,-1 1 1,0-1-1,-1 0 1,1 0-1,0 1 1,1 2-1,9 36 1715,-9-29-1297,3 20 508,-2 1 0,0 58 1,-3-83-950,0-3-19,0 0 1,-1 1-1,1-1 1,-1 0 0,1 0-1,-1 0 1,-1 0-1,1 0 1,0-1 0,-1 1-1,0 0 1,0-1 0,0 1-1,0-1 1,-1 1-1,1-1 1,-1 0 0,0 0-1,0 0 1,-4 3-1,0-2 31,0 0-1,1-1 1,-1 1 0,-1-1-1,1 0 1,0-1-1,-1 0 1,1 0-1,-17 1 1,-79 0-1717,103-3 1540,-1 0 1,1-1-1,0 1 0,-1 0 1,1 0-1,0 0 0,-1-1 1,1 1-1,0 0 0,-1 0 1,1-1-1,0 1 0,0 0 1,-1-1-1,1 1 0,0 0 1,0-1-1,0 1 0,-1 0 1,1-1-1,0 1 0,0-1 1,0 1-1,0 0 0,0-1 1,0 1-1,0 0 0,0-1 1,0 1-1,0-1 0,0 1 1,0-1-1,0 1 0,0 0 1,0-1-1,0 1 0,0 0 1,0-1-1,1 1 0,-1-1 1,0 1-1,0 0 0,0-1 1,1 1-1,-1 0 0,0-1 1,0 1-1,1 0 1,-1 0-1,1-1 0,13-20-4653,17-2-2970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85 12166,'0'0'4161,"-25"6"-572,-82 24-156,102-29-3304,0 1-1,1 0 1,-1 0-1,0 0 1,1 1-1,0-1 1,-1 1-1,1 0 0,0 0 1,0 0-1,1 1 1,-1 0-1,1-1 1,0 1-1,-1 0 1,2 1-1,-1-1 1,1 0-1,-1 1 0,1 0 1,0-1-1,1 1 1,-1 0-1,1 0 1,0 0-1,0 0 1,0 0-1,1 0 0,0 0 1,0 0-1,1 9 1,0-9-133,0 1 1,1 0-1,-1-1 1,1 1-1,0 0 1,1-1-1,-1 0 1,1 0-1,0 0 1,0 0-1,1 0 1,-1 0-1,1-1 1,0 0-1,0 0 1,1 0-1,-1 0 1,1 0-1,0-1 1,0 0-1,0 0 1,0-1 0,1 1-1,5 1 1,-3-2-38,1-1 1,-1 0 0,1 0-1,-1 0 1,1-1 0,0-1 0,-1 0-1,1 0 1,-1 0 0,1-1 0,-1 0-1,0-1 1,0 0 0,0 0 0,0-1-1,0 0 1,-1 0 0,1-1-1,-1 0 1,0 0 0,-1 0 0,11-12-1,-8 7 41,-1 0-1,0 0 0,0-1 0,-1 0 0,-1 0 0,0 0 0,0-1 1,-1 0-1,-1 0 0,0-1 0,0 1 0,-2-1 0,1 1 0,0-22 0,-3 33 2,1-7 56,-1-1-1,0 0 1,-1 0-1,0 1 1,-4-18 0,4 24-64,0 0 1,0 0 0,0-1 0,0 1-1,0 0 1,-1 0 0,1 0-1,-1 1 1,1-1 0,-1 0 0,0 1-1,0-1 1,0 0 0,0 1-1,0 0 1,0 0 0,0 0 0,0 0-1,0 0 1,-1 0 0,1 0 0,0 0-1,-1 1 1,1 0 0,0-1-1,-4 1 1,4 0-159,1-1 0,-1 1 0,0 0 0,0 0 0,0 0 0,0 0 0,0 0 0,0 0 0,1 0 0,-1 1 0,0-1 0,0 1 0,0-1 0,1 1 0,-1 0 0,0-1 0,0 1 0,1 0 0,-1 0 1,1 1-1,-1-1 0,1 0 0,0 0 0,-1 1 0,1-1 0,-2 4 0,1-1-1119,0 1 1,1 0 0,-1 0-1,1 0 1,0 0 0,1 1-1,-1-1 1,1 0 0,0 6-1,0 16-8032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7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0 880,'0'0'17758,"-2"24"-14271,-45 346 3033,-15 46-7606,59-397 976,2-7-299,-1 1 0,0 0-1,-1-1 1,0 0 0,-1 0 0,-7 16 0,10-27 233,1-1 0,0 1 0,-1 0 0,1 0 0,0 0 0,-1 0 1,1 0-1,-1-1 0,0 1 0,1 0 0,-1-1 0,1 1 0,-1 0 1,0-1-1,0 1 0,1-1 0,-1 1 0,0-1 0,0 1 0,0-1 1,0 1-1,1-1 0,-1 0 0,0 1 0,0-1 0,0 0 0,0 0 1,0 0-1,0 0 0,0 0 0,0 0 0,0 0 0,0 0 0,0 0 1,0 0-1,1-1 0,-1 1 0,0 0 0,0-1 0,0 1 0,0-1 1,0 1-1,1 0 0,-1-1 0,0 0 0,0 1 0,1-1 1,-2-1-1,-2-2-419,1 0 0,-1 0 1,1 0-1,1 0 0,-1-1 1,1 0-1,-4-7 0,-2-15-1009,0-1 0,2 0-1,2-1 1,-3-41-1,2-13-1215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6:0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1 326 2017,'21'-29'1857,"5"-8"-1199,7-11 1270,73-79 0,-106 127-1922,13-14 1367,1 0 0,23-17 0,-33 27-704,1 1 0,0 0 0,0 1 0,0-1 0,0 1 0,1 0 0,-1 0 0,1 1 0,-1 0 0,1 0 0,-1 0 0,10 0 0,-14 1-501,0 0 1,-1 0-1,1 0 0,0 1 1,0-1-1,0 0 1,0 0-1,-1 1 1,1-1-1,0 0 0,0 1 1,0-1-1,-1 1 1,1-1-1,0 1 1,-1 0-1,1-1 0,0 1 1,-1-1-1,1 1 1,-1 0-1,1 0 0,-1-1 1,1 3-1,6 27 2215,-10 32 285,3-60-2549,-1 7-49,-1 0 0,0 0 1,-1 0-1,0 0 0,0 0 0,-1 0 1,0-1-1,-1 1 0,0-1 0,0 0 0,-1-1 1,0 0-1,0 1 0,0-2 0,-1 1 1,0-1-1,-1 0 0,1 0 0,-1-1 1,0 0-1,0-1 0,-1 1 0,1-2 0,-1 1 1,0-1-1,0 0 0,0-1 0,-1 0 1,1-1-1,-10 1 0,-17-7-318,14-4-3570,14 6-1817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5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1761,'0'0'5538,"5"1"-4446,-1 0-795,24 9 1868,-2-6 6484,-34 2-13128,-7-1-764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290 850 4866,'0'0'11307,"0"-1"-11071,0 0 0,0 1 1,0-1-1,0 0 0,0 0 1,0 1-1,0-1 0,0 0 1,0 0-1,0 0 1,0 1-1,0-1 0,-1 0 1,1 0-1,0 1 0,-1-2 1,-7-1-37,0 0 0,1 1 0,-1 0 0,0 1 0,0-1 0,0 1 0,-1 1 0,1 0 0,0 0 0,-13 2 0,-6-1-111,20-1-77,1 1 1,-1-1-1,1 1 1,0 1-1,0-1 1,0 1-1,0 0 1,0 1 0,0-1-1,0 1 1,1 0-1,-1 1 1,1-1-1,0 1 1,0 0-1,0 0 1,1 1-1,-8 8 1,7-6-10,0 1-1,0-1 1,1 1-1,0-1 1,0 1 0,1 1-1,0-1 1,0 0-1,1 1 1,0-1 0,1 1-1,-1 0 1,1 10-1,1-10 7,0-6-22,0 0 1,0 1-1,0-1 0,0 0 1,1 0-1,-1 0 1,1 0-1,1 4 0,-1-6 5,-1 0 0,1 0 0,0 0 0,0 0 0,0-1 1,0 1-1,-1 0 0,1 0 0,0-1 0,0 1 0,1-1 0,-1 1 0,0-1 0,0 1 0,0-1 0,0 1 0,0-1 0,1 0 0,-1 0 0,0 0 0,0 0 0,0 0 0,1 0 0,1 0 0,2 0 6,0-1 0,-1 0-1,1 0 1,0-1 0,-1 1-1,1-1 1,-1 0 0,1 0-1,-1 0 1,0-1 0,0 1-1,7-7 1,47-46 29,-42 38-34,52-57-604,-4-3 0,-3-2 0,78-133 1,109-281-2003,-238 469 4288,-16 34 1523,-11 20-2855,-38 58 205,4 2 0,4 3 0,-51 144 1,89-209-620,1 0-1,1 1 1,2-1 0,1 2 0,1-1 0,2 0 0,0 1 0,6 41-1,-4-66-183,-1 0 0,1 0 0,0-1 0,1 1 0,-1-1 0,1 1 0,0-1 0,0 1-1,0-1 1,1 0 0,0 0 0,0 0 0,0 0 0,0-1 0,0 1 0,1-1 0,-1 0-1,1 0 1,8 5 0,-4-4-807,0-1-1,1 0 1,-1 0-1,1-1 1,0 0-1,0 0 1,0-1-1,0 0 1,13-1-1,28 0-4753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4210,'0'0'15356,"-18"9"-13779,-57 31-176,65-34-1201,1-1 1,0 2 0,0-1-1,0 1 1,1 0-1,0 1 1,1 0 0,-1 0-1,1 0 1,1 1 0,0 0-1,0 1 1,1-1-1,-5 12 1,9-16-206,-1 0-1,1-1 1,1 1-1,-1 0 1,0 0-1,1 0 1,1 5-1,-1-4-54,3-5 34,0 0-1,0 0 1,0-1-1,1 1 1,-1-1 0,0 0-1,1 0 1,4-1 0,-5 1 4,5 0 0,0-2-1,0 1 1,0-1-1,0 0 1,0 0-1,0-1 1,0 0-1,-1-1 1,0 0-1,1 0 1,10-8-1,0-2-332,1-1-1,27-31 1,-44 44 346,-1 1 20,1 0 0,-1 0-1,0-1 1,1 1 0,-1-1 0,0 1 0,0-1 0,0 0 0,0 1 0,-1-1-1,1 0 1,0 0 0,-1 1 0,1-1 0,-1 0 0,1-3 552,-1 17-446,-6 49-1082,4-48 484,0 0 0,1 0 0,1 0 0,0 0 0,0 1 0,3 14 0,-2-27 296,0 0 0,-1-1 1,1 1-1,0 0 0,0-1 0,-1 1 1,1-1-1,0 0 0,0 1 1,0-1-1,0 0 0,0 1 0,0-1 1,-1 0-1,1 0 0,0 0 1,0 0-1,0 0 0,0 0 0,0 0 1,0 0-1,0 0 0,0 0 1,1-1-1,3 1-784,1 0 28,0 0 0,1 0 0,-1-1 1,0 0-1,0 0 0,1 0 0,-1-1 0,11-4 0,26-22-3770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8308,'0'0'11320,"-6"20"-8620,-28 73-936,-52 157 1538,39-59-2614,-2 10-4100,49-199 3250,-16 37-4345,15-37 3811,0-1-1,0 1 0,0-1 0,0 0 1,0 1-1,0-1 0,-1 0 1,1 0-1,0 0 0,-1 0 0,1 0 1,-1 0-1,-1 1 0,-5-1-5580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7091,'0'0'6283,"20"-2"-2980,1 0-2565,111-5 2123,212 7-697,-344 2-2158,1 0 1,-1 0 0,0-1-1,0 1 1,0 0 0,0 0-1,0 0 1,-1-1 0,1 1-1,0 0 1,-2 2 0,-4 5 137,-1 0 1,0-1-1,0 1 0,-1-2 1,0 1-1,-16 10 1,-6 8 82,20-17-186,-7 5-25,1 1 0,0 1-1,1 1 1,1 0 0,0 1 0,1 0 0,-13 26 0,25-43-25,1 1 0,-1-1 0,0 0 0,1 1 0,0-1 1,-1 0-1,1 1 0,0-1 0,-1 1 0,1-1 0,0 0 1,0 1-1,0-1 0,1 1 0,-1-1 0,0 2 0,1-2-2,-1-1-1,0 1 0,1-1 0,-1 1 0,1 0 1,-1-1-1,1 1 0,-1-1 0,1 1 0,-1-1 0,1 0 1,-1 1-1,1-1 0,0 0 0,-1 1 0,1-1 1,0 0-1,-1 0 0,1 1 0,0-1 0,-1 0 1,2 0-1,2 0-1,0 0 0,0 0 0,0-1-1,0 1 1,0-1 0,0 0 0,0 0 0,-1-1 0,1 1 0,4-3 0,7-4 38,0-1-1,0-1 1,-1 0-1,-1-1 1,1-1-1,-2 0 1,0 0-1,0-1 1,19-29-1,-21 26 1635,-11 25 1150,-3 20-2834,2-16 36,2 0 1,0 0 0,2 19 0,-1-28-25,0 1 1,0-1-1,0 0 1,1 0-1,-1 1 1,1-1-1,0 0 1,0-1-1,1 1 1,-1 0-1,1 0 1,0-1-1,5 6 0,-1-3-217,1 0 0,0 0-1,0-1 1,0 0 0,0-1-1,1 0 1,-1 0 0,19 5-1,-6-4-1383,0-2 0,42 3 0,40-4-5496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4018,'0'0'6707,"-3"22"-5979,-12 261 1206,16-175-1325,-4 133-214,0-209-488,-2 0 1,-1-1-1,-1 0 1,-2 0-1,-12 29 1,20-56-246,0-18-8486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194 270 3970,'0'0'5520,"27"-3"-4555,319-35 1919,-237 25-1958,1212-168 1307,-1255 168-2177,-29 6 168,0 0 0,59-1 1,-96 8-175,1 1 0,0-1 0,0 0 1,-1 1-1,1-1 0,0 1 0,-1-1 1,1 0-1,0 1 0,-1-1 0,1 1 1,-1 0-1,1-1 0,-1 1 0,1-1 1,-1 1-1,1 0 0,-1 0 1,0-1-1,1 1 0,-1 0 0,0-1 1,0 1-1,0 0 0,1 0 0,-1 0 1,0-1-1,0 1 0,0 0 0,0 0 1,0 1-1,-1 35 775,1-23-420,-9 117 1751,-1 5-942,10-89-1018,2-1 1,1 0 0,15 65 0,-1-40-173,-3-22-27,-3 0 0,-2 0 1,5 90-1,-13-118 2,-1-14 0,1 0-1,-1 0 0,0 0 1,-1 0-1,-1 8 1,1-13 0,1 0 0,-1-1 0,1 1 0,-1-1 0,0 1 0,1-1 1,-1 0-1,0 1 0,0-1 0,0 0 0,0 0 0,0 1 0,0-1 1,-1 0-1,1 0 0,0 0 0,-1 0 0,1 0 0,0-1 0,-1 1 0,1 0 1,-1-1-1,1 1 0,-1-1 0,0 1 0,1-1 0,-3 0 0,-35 3-270,0-3 0,0-1 0,0-2 0,-52-10 0,-31-3-588,-284 8-847,363 8 1606,-460 36-12,0 36 907,281-39 251,-11 3 250,309-38-2440,109-29-1974,-134 21 1498,95-18-5170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9428,'0'0'11574,"54"-48"-10934,-52 46-544,1-2-96,1 4-1505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2227 3474,'0'0'7270,"10"-4"-6422,7-1-443,0 0 1,1 1 0,-1 1-1,20-1 1,373-27 794,-19 0-1173,1543-22 1451,-1757 55-1485,249-9-152,-414 6 491,39-3-927,-36-1 5000,-15 5-4315,-2-1-53,1 0 1,-1 0-1,1 0 0,-1 0 1,1 0-1,0 0 1,0 0-1,-1-1 0,1 1 1,0 0-1,0-1 1,0 1-1,1-1 1,-1 1-1,0-1 0,0 1 1,1-1-1,-1-2 1,-10-32 248,6 2-140,2 1 0,3-64 1,1 47-76,0 22 12,1 0-1,1 0 1,2 0 0,1 1-1,9-29 1,58-128 255,-23 63-337,-42 97 12,-1-1 1,-1 0-1,0 0 0,1-38 1,-3-103 46,-5 115 208,2 0 0,14-97 0,84-465 1587,-96 588-1794,-1 14 116,0-1 0,1 1 0,0 0 0,0 0 0,6-11 0,-9 22-84,1 4-81,1 0 0,-1 0 0,0 0 0,0 0 1,-1 1-1,0-1 0,1 0 0,-2 7 0,1-11-12,0 56-352,0-55-176,0-1 346,0 1 0,0 0 0,0-1 1,0 1-1,0 0 0,0-1 0,0 1 1,-1 0-1,1-1 0,0 1 0,0 0 1,-1-1-1,1 1 0,0-1 0,-1 1 1,1-1-1,-1 1 0,1-1 0,-1 1 1,1-1-1,-1 1 0,0 0 0,-11 3-3655,-2-2-5401,5-2 2227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96,'0'0'7145,"0"5"-6092,0 20-53,0-9 7133,3-15-7810,-1 0 0,0 0 0,1 0 0,0 0 0,-1 0 0,1 0 0,-1-1-1,1 1 1,0-1 0,0 0 0,-1 0 0,5 0 0,-3 0-53,101 13 98,-24-2-240,89 1 1,-165-12 1583,-7 1-1019,-15 4-1349,-31 1-1691,-6-5 1043,4-1-122,-63-5-1,112 4 1554,-1 1 0,1 0 0,-1-1-1,1 1 1,-1-1 0,1 1 0,-1-1-1,1 0 1,0 0 0,-1 0 0,1 1-1,0-1 1,0 0 0,-1-1 0,1 1-1,0 0 1,0 0 0,0 0 0,0-1-1,1 1 1,-1 0 0,0-1 0,0 1-1,1-1 1,-1 1 0,0-3 0,0-3 562,0 0 0,0-1 1,0 1-1,1-11 1,0 18-690,2-18 7,1 1 1,0-1-1,1 1 0,1 0 0,1 0 0,8-17 1,-3 8 0,10-29-23,-6 20 27,-2-1 0,12-51 0,-18 36 1664,3 68-1508,12 84 274,-4-18-329,-10-46 141,5 56 0,-10-62 375,1 0 0,2-1 1,12 40-1,-16-65-472,0 0 1,1 0-1,0 0 0,0-1 1,0 1-1,1-1 0,-1 0 1,1 0-1,0 0 0,7 4 1,6 8 683,-17-16-830,-2 0-1176,0 0 291,0 0 1,-1-1-1,1 1 0,0-1 0,0 0 1,0 0-1,0 1 0,0-1 1,0-1-1,0 1 0,0 0 0,0 0 1,0-1-1,1 1 0,-1-1 0,-2-2 1,-10-10-10180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116 287 2273,'0'0'8612,"-12"-11"-7273,-40-34 1,50 43-1099,-1-1 1,0 1 0,0 0 0,-1 0-1,1 0 1,0 0 0,-1 0 0,1 1-1,-5-2 1,-7-4 3028,20 5-3184,1 1 0,0-1-1,0 1 1,-1 0 0,1 1-1,0-1 1,0 1-1,8 1 1,9-1 75,1012-96 305,-786 54-513,-35 4 1156,-95 28 2417,-67 9 853,-129-4-14610,34 1 3252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8902 2497,'-4'1'21090,"-4"-13"-20301,2-1-1,0 0 1,0 0 0,1 0 0,1-1 0,0 0-1,1 0 1,0 0 0,0-15 0,0-24-163,4-59 0,0 40-586,1 35-40,1 0 0,1 0 0,10-38 0,36-107 0,-28 111 0,23-136 0,-5-628 0,-32 402 0,-4-125 0,-5 322 0,-45-430 0,21 518 0,-79-259 0,19 94 0,-8-41 0,-15-64 0,-42-437 0,139 741 0,4 0 0,10-126 0,5 179 0,17-62 0,1-4 0,-9 40 0,36-106 0,-12 53 0,-33 112 0,132-575 0,-119 495-4,-7 37-218,-2-1 0,2-99 0,-4 19-118,-1 4 371,-10 128-37,0 15 2,0 0 0,1 1 0,0-1 0,0 0 0,0 1 0,0-1 0,1 1 0,0-1 0,0 0 0,0 1 0,0-1 0,1 1 0,2-6 1,2 8 7,0 1 0,0 0 0,-1 0 0,1 1 0,0 0 0,0 0 1,0 0-1,10 3 0,-1 0-2,-1 1-1,0 1 1,0 1 0,0 0 0,-1 0-1,0 1 1,15 11 0,12 6-21,2-3 2,2-2 1,0-2 0,0-2-1,2-2 1,46 8 0,240 21-17,1315 43 121,-1575-84-85,120-4 25,-170 1-23,0-1-1,-1 0 0,1-2 0,-1-1 1,0 0-1,29-14 0,-48 19 25,0 0 0,0 1 0,0-1 0,0 0 0,0 0 0,-1 0-1,1 0 1,0 0 0,-1 0 0,1-1 0,-1 1 0,1-1 0,-1 1 0,0-1-1,1 1 1,-1-1 0,0 0 0,0 0 0,0 1 0,0-1 0,-1 0 0,2-3 0,-17 14-110,-44 60 95,39-49 28,1 2 1,1 0-1,1 1 0,1 0 0,1 2 1,-15 33-1,-130 387 62,125-329-108,-37 229 0,40 69 4,-2 14 0,-1-201 0,-32 310 0,56-257 0,-31 389 0,25-526 0,-23 276 0,-7 324 0,-16 189 0,47-609 0,-16 592 0,32-858 0,10 431 0,-7-311 0,-3-175 0,0-1 0,0 0 0,-1 1 0,1-1 0,0 0 0,0 0 0,-1 1 0,1-1 0,-1 0 0,1 0 0,-1 1 0,1-1 0,-1 0 0,0 0 0,-1 2 0,2-3 0,-1 0 0,1 1 0,-1-1 0,1 0 0,-1 1 0,1-1 0,-1 0 0,0 0 0,1 1 0,-1-1 0,1 0 0,-1 0 0,0 0 0,1 0 0,-1 0 0,0 0 0,1 0 0,-1 0 0,1 0 0,-1 0 0,0 0 0,0-1 0,-1 0 0,0 1 0,1-1 0,-1 0 0,1 0 0,-1 0 0,1 0 0,-1 0 0,1-1 0,0 1 0,-1 0 0,1-1 0,0 1 0,0-1 0,0 1 0,0-1 0,0 0 0,0 1 0,1-1 0,-2-2 0,1-3-4,1 6 2,0 0 0,0 1 1,0-1-1,0 0 0,0 0 0,0 1 1,0-1-1,0 0 0,0 0 0,0 0 1,-1 1-1,1-1 0,0 0 1,-1 1-1,1-1 0,0 0 0,-1 1 1,1-1-1,-1 0 0,1 1 0,-1-1 1,1 1-1,-1-1 0,0 1 0,1-1 1,-1 1-1,0-1 0,1 1 1,-1-1-1,0 1 0,1 0 0,-2-1 1,-3 17-1061,-2 7 648,-1-1 0,-1 0 0,0-1 0,-2 0 0,0 0 0,-2-1 0,0-1 0,-1 0 0,-1-1 0,-31 30 0,22-24-470,-25 21-1487,45-41 1639,0-1-1,0-1 1,0 1-1,-1-1 1,1 1-1,-1-1 1,0 0-1,0-1 1,1 1-1,-8 0 1,-17-1-6690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2049,'0'0'6608,"25"-4"-4986,364-35 3770,103 11-889,276-18-2571,1-61 637,-495 65-1603,-260 36-1077,-15 6 61,1-1 1,-1 1-1,0-1 1,1 1 0,-1-1-1,0 1 1,0 0 0,1-1-1,-1 1 1,0 0-1,0 0 1,0 0 0,0-1-1,1 1 1,-1 0-1,0 0 1,0 0 0,0 0-1,-1 1 1,-108-10-7237,34-1-1038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1 502 2017,'0'0'8852,"18"-12"-7713,-17 11-1128,16-11 367,1 1 0,1 0 0,0 1-1,0 1 1,1 1 0,0 0 0,30-6 0,861-117 5444,-637 99-5161,-134 15-533,494-73-110,-622 88-43,21-3-466,1-2-1,-1-1 1,-1-1 0,56-25 0,-86 33 170,1 0-1,0 0 0,-1 0 1,1-1-1,-1 1 1,0-1-1,0 0 1,1 0-1,-1 0 1,0 0-1,0 0 1,0 0-1,-1 0 0,1 0 1,-1-1-1,1 1 1,-1-1-1,0 1 1,0-1-1,2-5 1,-2-17-5202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5 452 4370,'0'0'11234,"-2"-5"-10057,2 4-1135,-1 0 1,1 0-1,0 0 0,-1 0 0,1 0 0,0 0 1,0 0-1,0 0 0,-1 0 0,1 0 1,0 0-1,0-1 0,1 1 0,-1 0 1,0 0-1,0 0 0,0 0 0,1 0 1,-1 0-1,1 0 0,-1 0 0,1 0 1,-1 0-1,1 1 0,-1-1 0,1 0 1,0 0-1,-1 0 0,3-1 0,2 0 181,0-1-1,0 1 1,1-1 0,-1 1-1,10-1 1,-11 2-169,416-83 4365,5 37-3498,-376 43-802,181-17-52,391-50-873,-603 68 555,19-3-632,44-14 0,-71 17 332,-1 0 0,0-1-1,0 0 1,-1 0 0,1-1 0,-1 0 0,0-1-1,0 0 1,13-12 0,-19 15 70,0 1 1,0-1 0,0 0-1,0 0 1,0 0-1,0-1 1,-1 1-1,0 0 1,0 0-1,2-6 1,0-37-6062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1169,'0'0'7752,"14"-15"-6644,0-1-751,-9 9-195,0 0 0,1 1 1,0-1-1,1 1 1,-1 1-1,1-1 0,0 1 1,1 0-1,-1 1 0,1-1 1,0 2-1,16-6 0,35-8 1312,2 3 1,61-6-1,127-2 396,-242 21-1834,1498-63 2378,-1095 52-2318,-386 11-95,94-2-97,185-28-1,-289 29 86,0-1-1,-1 0 1,1-1-1,0 0 1,-1-1-1,22-12 1,-33 16 4,0 0 1,1 0-1,-1-1 0,0 1 1,0-1-1,-1 0 0,1 1 1,0-1-1,0 0 0,-1 0 1,1 0-1,-1 0 0,0 0 1,0-1-1,0 1 0,0 0 1,0 0-1,0-1 0,0 1 1,-1-1-1,1 1 0,-1-1 1,0 1-1,1-1 0,-1 1 1,-1-1-1,1 1 0,0-1 1,0 1-1,-1 0 0,0-4 1,-1 3-202,0-1 1,1 1-1,-1-1 1,0 1 0,-1 0-1,1 0 1,-1 0-1,1 0 1,-1 1 0,0-1-1,0 1 1,0-1-1,0 1 1,0 0 0,0 0-1,-1 1 1,1-1-1,-8-2 1,-36-3-8400,29 3 3250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51 228 1281,'0'0'6282,"-9"-6"-4782,-24-21-142,24 18-351,13 7-377,-1 2-410,311-20 4891,-216 17-4444,850-23 1471,-47 3-1956,-7-31-274,-870 52 104,21-1 54,-1-2 0,0-2-1,43-12 1,-83 18 148,-1 0 0,1 0-1,-1 0 1,1-1 0,-1 1 0,0-1 0,0 0 0,0 0 0,0 0 0,6-5 539,-14 8-652,3 1-163,0-1-1,-1 1 1,1 0-1,0 0 1,0 0-1,0 0 1,0 0-1,0 0 1,1 0-1,-1 0 1,1 1-1,-1-1 1,1 1-1,0-1 1,0 1-1,0 0 1,-1 5-1,-11 56-2906,12-54 2136,-6 41-3599,3 0-2206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99 222 1088,'0'0'9223,"-2"-4"-7579,-4-16-145,9-15 4971,-3 34-6367,0 1 0,0-1-1,0 0 1,-1 1 0,1-1 0,0 1 0,0-1 0,-1 1-1,1-1 1,-1 1 0,1-1 0,0 1 0,-1-1 0,1 1 0,-1 0-1,1-1 1,-1 1 0,1-1 0,-1 1 0,1 0 0,-1 0 0,0-1-1,1 1 1,-1 0 0,1 0 0,-1 0 0,0 0 0,1 0 0,-1 0-1,0 0 1,1 0 0,-1 0 0,1 0 0,-1 0 0,0 0-1,1 0 1,-1 0 0,-28 3-180,27-3 89,0 1 1,0-1-1,0 1 0,0-1 0,0 1 1,0 0-1,0 0 0,0 0 1,0 0-1,0 0 0,1 1 1,-1-1-1,0 1 0,1-1 1,-1 1-1,1-1 0,-1 1 1,1 0-1,0 0 0,0-1 1,0 1-1,0 0 0,0 0 1,0 3-1,-1 3 10,0 0 0,1 0 0,0 0 0,1 0 0,0 9 0,0-15-25,0-1 7,0 1-1,0-1 0,1 0 1,-1 1-1,1-1 0,-1 0 1,1 0-1,-1 1 0,1-1 1,0 0-1,0 0 0,-1 0 1,1 0-1,0 0 0,0 0 1,0 0-1,0 0 0,0-1 1,0 1-1,0 0 0,1 0 1,-1-1-1,0 1 0,0-1 1,0 1-1,1-1 0,-1 0 1,0 1-1,1-1 0,-1 0 1,0 0-1,2 0 0,54 1 9,-40-1 13,-2 0-15,0-1 0,0 0-1,0-1 1,-1-1 0,1 0 0,-1-1 0,20-8-1,-29 11-5,-1-1-1,0 0 0,1-1 0,-1 1 1,0-1-1,0 0 0,0 0 0,-1 0 0,1-1 1,-1 1-1,0-1 0,0 0 0,0 0 1,0 0-1,0 0 0,-1 0 0,0-1 1,0 1-1,0-1 0,-1 0 0,1 1 0,-1-1 1,0 0-1,-1 0 0,1 1 0,-1-6 1,0 6-28,0 1 0,-1 0 0,0-1 1,0 1-1,0 0 0,0 0 0,0-1 1,0 1-1,-1 0 0,0 0 0,0 0 1,1 1-1,-2-1 0,1 0 0,0 1 1,0-1-1,-1 1 0,-3-3 0,-8-5-1291,0 0 0,-25-12 0,4 3-3930,-2-6-2799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3330,'0'0'12403,"9"0"-10293,27 1-349,-35 0-1664,0-1 0,0 0 1,-1 1-1,1-1 1,0 0-1,-1 1 0,1-1 1,-1 1-1,1-1 1,0 1-1,-1-1 0,1 1 1,-1 0-1,1-1 1,-1 1-1,0 0 0,1-1 1,-1 1-1,0 0 1,1-1-1,-1 1 0,0 0 1,0 0-1,0-1 1,0 1-1,1 0 0,-1 0 1,-1 1-1,1 25 1087,-1-21-732,0 42 1166,-1-28-1525,2-1-1,0 1 1,1 0 0,8 37-1,-9-57-209,0 1-1,0-1 1,0 0-1,0 0 1,0 0-1,0 1 1,0-1-1,0 0 1,0 0 0,0 1-1,0-1 1,0 0-1,0 0 1,0 0-1,1 0 1,-1 1-1,0-1 1,0 0-1,0 0 1,0 0-1,0 0 1,1 0-1,-1 1 1,0-1-1,0 0 1,0 0-1,1 0 1,-1 0-1,0 0 1,0 0 0,0 0-1,1 0 1,-1 0-1,0 0 1,0 0-1,0 0 1,1 0-1,-1 0 1,0 0-1,0 0 1,0 0-1,1 0 1,-1 0-1,0 0 1,0 0-1,1 0 1,-1 0-1,0 0 1,0 0-1,0-1 1,0 1 0,1 0-1,-1 0 1,0 0-1,0 0 1,0 0-1,0-1 1,1 1-1,8-12-8115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46 112,'0'0'12622,"5"-7"-10293,-1 1-1865,-3 4-340,1 0 0,-1 0 0,0 0 0,1 0 0,-1 0 0,1 0-1,0 0 1,0 1 0,0-1 0,0 1 0,0-1 0,0 1 0,0 0 0,0 0-1,0 0 1,1 0 0,-1 0 0,0 0 0,1 0 0,-1 1 0,0-1 0,4 1-1,11 0 818,-9-1-592,0 1 0,-1 0 0,1 0 0,0 1 0,11 3 0,-17-4-327,-1 1-1,1-1 1,0 1-1,0 0 1,-1 0 0,1 0-1,0 0 1,-1 0-1,1 0 1,-1 0 0,0 1-1,1-1 1,-1 1-1,0-1 1,0 1-1,0-1 1,0 1 0,0 0-1,0-1 1,0 1-1,0 0 1,-1 0-1,1-1 1,-1 1 0,1 0-1,-1 0 1,0 3-1,1 0-10,-1 0-1,0 0 0,0 1 0,0-1 0,-1 0 0,0 0 0,0 0 0,0 0 1,-1 0-1,1 0 0,-1 0 0,-1-1 0,1 1 0,-3 4 0,-3 2-1,-1-1-1,0 1 0,-20 15 0,1 1 32,27-26-38,-1 1 0,1-1 1,-1 1-1,1 0 1,0-1-1,-1 1 1,1 0-1,0 0 0,0 0 1,0 0-1,1 0 1,-1 0-1,0 0 0,1 0 1,-1 0-1,1 0 1,0 0-1,0 1 1,0-1-1,0 0 0,0 3 1,1-4-1,0 0 1,0-1 0,0 1-1,-1-1 1,1 1-1,0-1 1,0 1 0,0-1-1,0 0 1,0 1-1,0-1 1,0 0-1,0 0 1,0 0 0,0 1-1,0-1 1,1-1-1,-1 1 1,0 0-1,0 0 1,0 0 0,1-1-1,2 1 16,26 0-206,0-1 0,0-2 0,38-8 0,-48 6-1678,-2 0 1,1-2-1,26-12 1,3-9-6704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3282,'0'0'11255,"16"-5"-9867,-14 4-1335,18-5 380,-1 0 0,1 2 1,-1 0-1,36-2 0,-37 5-263,-12 1-145,1-1 0,-1 1 1,0 1-1,0-1 1,0 1-1,9 2 0,-14-3-24,0 1 0,0-1 0,0 1-1,0-1 1,0 1 0,1 0 0,-1 0-1,0-1 1,-1 1 0,1 0 0,0 0-1,0 0 1,0 0 0,0 0-1,-1 1 1,1-1 0,-1 0 0,1 0-1,-1 0 1,1 0 0,-1 1 0,1-1-1,-1 0 1,0 0 0,0 1-1,0-1 1,0 0 0,0 1 0,0-1-1,0 0 1,0 1 0,0-1 0,-1 0-1,1 0 1,-1 3 0,-1 0 24,1 0-1,-1 1 1,0-1 0,-1 0-1,1 0 1,-1 0 0,1 0-1,-1-1 1,0 1 0,-6 5 0,6-7 15,0 1 1,0 0 0,0-1-1,1 2 1,-1-1 0,1 0-1,0 0 1,0 1 0,0-1-1,0 1 1,1 0 0,-1-1-1,1 1 1,0 0 0,0 0-1,0 5 1,1-6-30,0-1 1,0 0-1,1 1 1,-1-1 0,1 1-1,0-1 1,-1 0-1,1 1 1,0-1-1,1 0 1,-1 0-1,0 0 1,0 0-1,1 0 1,2 3-1,31 24 39,0 0-72,-33-28 20,0 1 0,-1 0 0,0 0 0,1 0-1,-1 0 1,0 0 0,0 0 0,0 1 0,0-1 0,0 0 0,-1 1 0,1-1 0,0 0 0,-1 1 0,0 3 0,0-5 5,0 0 0,-1 0 1,1 0-1,0 1 0,-1-1 1,1 0-1,-1 0 0,0 0 1,1 0-1,-1 0 0,0 0 1,0 0-1,1 0 0,-1 0 1,0 0-1,0 0 0,0-1 1,0 1-1,0 0 0,0-1 1,0 1-1,-1-1 0,1 1 1,0-1-1,0 1 0,-3 0 1,-36 7 230,34-8-145,-23 2 377,24-3-376,0 1 0,0 0 0,0 1 0,0-1 0,0 1 0,0 0 0,0 0 0,0 0 0,-9 5 0,13 4-3632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1345,'0'0'9046,"16"-12"-6914,52-40 64,-39 30 7112,-31 29-9095,-23 59 917,17-48-881,1 0 1,-7 30 0,10-21-154,1 0 0,1 49 0,2-75-82,0 0 1,0 0-1,1 0 1,-1 1-1,1-1 1,-1 0-1,1 0 1,-1 0-1,1 0 1,0 0-1,-1 0 1,1 0-1,0 0 1,0 0-1,0 0 1,-1-1-1,1 1 1,0 0-1,0 0 1,0-1-1,0 1 1,1-1-1,-1 1 1,0-1-1,0 1 1,0-1-1,0 0 1,3 1-1,41 5 284,-31-5-192,271 12 385,-285-13-494,0 0 1,0 0-1,1 0 0,-1 0 0,0 0 1,0 0-1,1 0 0,-1-1 0,0 1 1,0 0-1,1 0 0,-1 0 1,0 0-1,0 0 0,0 0 0,1-1 1,-1 1-1,0 0 0,0 0 0,0 0 1,0 0-1,1-1 0,-1 1 0,0 0 1,0 0-1,0-1 0,0 1 1,0 0-1,0 0 0,0 0 0,0-1 1,0 1-1,0 0 0,0 0 0,1-1 1,-1 1-1,-1 0 0,1 0 1,0-1-1,0 1 0,0 0 0,0 0 1,0-1-1,0 1 0,-23-3-8970,8 3 2206,5 0 767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1569,'0'0'18040,"-40"140"-16135,40-92-529,0-2-751,0-2-513,2-2-112,2-5-64,0-5-881,-1-1-1456,-1-6-2289,0-8-5234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8020,'0'0'12336,"0"13"-11682,-19 371 2755,7-202-2360,8-116-866,1 13-309,-3-1 0,-4 1 0,-21 84 1,29-156-533,0 0 1,0-1 0,-1 1 0,0 0 0,-6 9-1,10-36-8893,7-18 3986,10-14-11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341 232 2897,'0'0'11160,"20"-8"-9701,-6 2-1212,2 0 54,1 0-1,-1 0 1,1 2-1,0 0 1,0 1-1,32-2 1,840-69 4181,-683 36-4445,-166 28 586,-1-2 0,0-2 0,39-20 0,-78 34-566,0-1 0,0 1-1,0 0 1,0 0 0,1 0 0,-1 0-1,0 0 1,0 0 0,0 0 0,0 0-1,0 0 1,1 0 0,-1 0 0,0 0-1,0-1 1,0 1 0,0 0 0,1 0-1,-1 0 1,0 0 0,0 1 0,0-1-1,0 0 1,1 0 0,-1 0 0,0 0-1,0 0 1,0 0 0,0 0 0,0 0-1,1 0 1,-1 0 0,0 0 0,0 0 0,0 0-1,0 1 1,0-1 0,0 0 0,0 0-1,1 0 1,-1 0 0,0 0 0,0 1-1,0-1 1,0 0 0,0 0 0,0 0-1,0 11-311,0-6 499,-1 87 434,-4 0 0,-21 120-1,-131 472 404,155-679-1080,-42 122 17,36-107-22,-1-1 0,-1 1 0,-1-2 1,-15 21-1,23-36-11,0 1 1,0-1-1,0 0 1,-1 0-1,0 0 1,1 0 0,-1 0-1,0-1 1,0 0-1,-1 0 1,1 0-1,0 0 1,-1-1-1,1 0 1,-7 1 0,-5 0-185,0 0 0,0-2 1,-19-1-1,-1 0-99,-172-9-1018,11 0 720,151 9 541,-533 7-48,500 0 171,-122 26 0,177-25-489,24-7 364,0 1 0,0-1 0,0 0 0,0 0 1,0 0-1,0 1 0,1-1 0,-1 0 0,0 0 0,0 1 0,0-1 0,0 0 0,1 0 0,-1 0 0,0 0 0,0 1 0,1-1 0,-1 0 0,0 0 0,0 0 0,0 0 0,1 0 0,-1 0 0,0 0 0,0 0 0,1 0 0,-1 0 0,0 0 0,1 1 0,-1-2 0,0 1 0,0 0 0,1 0 0,-1 0 0,0 0 0,0 0 0,1 0 0,-1 0 0,50 1-4140,-47-1 4130,12 1-1660,1-2 0,24-4 0,-18-1-2903,37-14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63 880,'0'0'5803,"12"-10"-4352,37-32 401,-37 31 2643,-12 13-2673,-8 255 5712,-1 5-7307,9-260-324,-3 50-2014,3-49 1397,-1 1-1,0-1 0,0 1 1,0-1-1,-1 0 0,1 0 1,-1 1-1,1-1 0,-1 0 1,0 0-1,0-1 0,-5 6 1,-11 5-6506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4194,'20'-5'2150,"294"-48"6582,-241 46-7816,126-18-130,-193 24-694,0 0 0,-1 0-1,1-1 1,-1 0-1,7-3 988,-12 18-970,-6 23-48,2-13-191,-2 46-1,5-63 61,1 0 0,0 0 0,1 0 0,-1 0 0,1 0 0,1-1 0,2 9 0,-3-12 55,0 0 0,0 0 0,0 0 0,1-1 0,-1 1 0,1-1-1,-1 1 1,1-1 0,-1 1 0,1-1 0,0 0 0,0 0 0,0 0 0,0 0-1,0 0 1,0 0 0,0-1 0,0 1 0,0-1 0,0 1 0,0-1 0,0 0-1,3 1 1,-2-1 26,0 1-1,0-1 0,0 0 0,0 0 1,0 0-1,-1 0 0,1 0 1,0-1-1,0 0 0,0 1 0,-1-1 1,1 0-1,0 0 0,-1 0 1,1 0-1,0-1 0,-1 1 0,0-1 1,1 0-1,-1 1 0,0-1 1,0 0-1,0 0 0,0-1 1,0 1-1,-1 0 0,1 0 0,0-1 1,-1 1-1,0-1 0,0 0 1,0 1-1,0-1 0,0 0 0,0 0 1,-1 1-1,1-1 0,-1 0 1,0 0-1,0 0 0,0-4 0,1-2 243,-1 0-1,0 0 0,-1-1 0,0 1 0,-2-9 0,2 13-119,-1 1 0,0 0-1,1 0 1,-1 0 0,-1 0 0,1 0 0,-1 0-1,1 1 1,-1-1 0,0 1 0,0 0-1,-5-5 1,4 6-61,1-2-92,-1 0 0,0 1 0,0 0 1,0 0-1,-1 0 0,1 0 0,-1 1 1,1-1-1,-1 1 0,0 0 0,0 1 0,0-1 1,-10-1-1,15 3-142,-1 0 0,1 0-1,0 0 1,-1 1 0,1-1 0,-1 0 0,1 0 0,0 0 0,-1 0-1,1 0 1,-1 1 0,1-1 0,0 0 0,-1 0 0,1 1 0,0-1-1,-1 0 1,1 1 0,0-1 0,0 0 0,-1 0 0,1 1 0,0-1-1,0 1 1,0-1 0,-1 0 0,1 1 0,0-1 0,0 1 0,0-1 0,0 0-1,0 1 1,0-1 0,0 1 0,0-1 0,0 0 0,0 1 0,0-1-1,0 1 1,0-1 0,0 1 0,0-1 0,0 0 0,0 1 0,1 0-1,-1 4-1489,0 11-3857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4578,'0'0'15367,"-9"144"-13382,7-83-832,0 6-321,-2 6-512,2-4-320,-7-2-16,5-13-272,-2-10-865,4-15-1152,-4-10-992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7267,'0'0'2668,"18"-8"606,61-28-582,-71 33-2379,0 0 1,0 1 0,0-1 0,1 2 0,-1-1-1,1 1 1,0 1 0,-1-1 0,13 2 0,3 0 451,-22-1-666,1 0 1,-1 0-1,1 1 1,-1-1-1,0 1 0,1-1 1,-1 1-1,0 0 1,1 0-1,-1 0 1,0 0-1,0 0 1,0 0-1,0 1 1,0-1-1,0 1 1,0 0-1,3 3 0,-2-1-22,0 1-1,0-1 1,-1 1-1,0-1 1,0 1-1,0 0 1,0 0-1,1 9 0,0 0-1,-1 0-1,-1 0 0,-1 0 0,0 1 0,-3 26 0,2-36 9,-1 0 0,1-1 0,-1 1-1,1 0 1,-1-1 0,-1 0-1,1 1 1,-1-1 0,1 0-1,-1 0 1,0 0 0,-1-1 0,1 1-1,0-1 1,-1 0 0,0 0-1,0 0 1,0 0 0,0 0-1,-1-1 1,1 0 0,-5 2-1,-2 0-550,1-1-1,-1 1 0,0-2 0,-16 3 1,-19-2-8956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10965,'0'0'11317,"111"-73"-11045,-69 62-112,4 1-112,-4 4-48,4-3-16,-9 5-272,-9 0-1457,-12 0-1376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12102,'0'0'12245,"-52"142"-11541,26-79-447,3 10-257,0 7-593,-4 1-2800,-12-4-5747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6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8052,'0'0'16119,"-29"52"-14598,14-12-385,5 0-463,1-1-369,1-1-208,2-7-96,4-8-32,2-6-400,0-13-1009,8-14-5810,13-30-593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7459,'0'0'12230,"51"115"-12294,-43-67-624,0 2-2274,3 1-2464,1-1-2226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10853,'0'0'14436,"3"20"-13188,9 61-263,-12-75-951,1-1 0,0 1 1,1-1-1,-1 0 0,1 0 0,0 0 0,0 0 1,1 0-1,-1 0 0,1 0 0,0-1 0,0 1 1,1-1-1,-1 0 0,1 0 0,8 7 1,-9-10-59,-1 1 1,1-1-1,-1 0 0,1 0 1,0 0-1,0 0 1,-1 0-1,1-1 1,0 1-1,0-1 1,0 0-1,0 1 1,0-1-1,0-1 1,-1 1-1,1 0 1,0-1-1,0 1 1,0-1-1,4-2 1,-1 1-91,0-1 0,-1 1 0,1-1 0,0-1 0,-1 1 0,0-1 0,10-9 0,-9 3 86,1 1 83,-7 9-28,0 0 0,1 0 0,-1 0-1,0 0 1,0 0 0,0 0 0,0 0-1,1 0 1,-1 0 0,0 0 0,0 0 0,0 0-1,0 0 1,1 0 0,-1 0 0,0 0-1,0 0 1,0 0 0,0 0 0,1 0-1,-1 0 1,0 0 0,0 0 0,0 1-1,0-1 1,1 0 0,-1 0 0,0 0 0,0 0-1,0 0 1,0 0 0,0 1 0,0-1-1,0 0 1,1 0 0,-1 0 0,0 0-1,0 0 1,0 1 0,0-1 0,0 0 0,0 0-1,0 0 1,0 0 0,0 1 0,0-1-1,0 0 1,3 7-143,0 0 0,1 0 0,0-1 0,0 0 0,0 0 0,1 0 0,0 0 0,0-1 0,0 1 0,1-1 0,0-1-1,0 1 1,0-1 0,9 5 0,-6-5-794,0 0 0,0 0 0,1-1 0,11 2 0,-8-3-1988,0 0 0,24 0 0,5-2-6125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6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16520,'0'0'6565,"-16"22"-3024,-52 75-1170,62-86-2123,0 0 0,0 0-1,2 0 1,-1 1 0,2 0 0,-1 0-1,2 0 1,-2 12 0,0-2 142,-3 19-102,2 1-1,2-1 1,3 72-1,0-107-349,1-1-1,0 1 1,0-1 0,1 1-1,-1-1 1,1 1 0,0-1-1,1 0 1,-1 0 0,1 0 0,0 0-1,0 0 1,1-1 0,-1 0-1,1 1 1,0-1 0,0 0-1,0-1 1,1 1 0,0-1-1,-1 0 1,1 0 0,8 3-1,-4-2-638,0 0-1,1-1 1,-1 0-1,1-1 0,13 2 1,-11-3-1325,1 0 0,-1-1 0,24-3 0,0-5-5071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7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10629,'0'0'848,"111"0"-368,-10 0 1393,20 4-1873,15-2-976,8-2-4931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7331,'0'0'3509,"-5"24"-551,0 2-2012,-24 136 2678,14-45-1993,-48 278 1170,54-358-2799,-24 67-1,28-92-1070,-1-1 0,-12 19 0,8-24-3028,9-6 3849,1 0-1,0-1 0,-4-5-5222,4 6 5222,0 0 0,0-1 1,0 1-1,0-1 0,0-26-6028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46 6627,'0'0'2172,"19"-8"354,64-21 366,-77 27-2521,1 0 0,-1 1-1,0 0 1,0 0 0,0 0-1,1 1 1,10 0 0,-4 1 203,-12-1-518,0 0 0,0 0 0,1 0 0,-1 1 0,0-1-1,1 0 1,-1 1 0,0-1 0,0 1 0,0-1 0,0 1-1,1 0 1,-1-1 0,0 1 0,0 0 0,0 0-1,0 0 1,0 0 0,-1 0 0,1 0 0,0 0 0,0 0-1,-1 0 1,2 2 0,0 1 34,-1 0 1,1 1-1,-1-1 0,0 0 0,0 1 1,-1-1-1,1 8 0,-1-2 72,0 1-1,0-1 1,-2 1 0,1-1 0,-1 0-1,-4 12 1,3-14-31,-1 0 0,0 0-1,-1 0 1,0 0 0,0-1 0,0 0 0,-1 0 0,0 0 0,-1-1-1,1 0 1,-1 0 0,0 0 0,-1-1 0,1 0 0,-14 6-1,6-5 17,1 0-1,-1-2 1,0 1 0,0-2-1,0 0 1,-1-1-1,1-1 1,-19 0-1,31 0-154,1-1-1,-1 0 1,0 0-1,1 0 1,-1 0-1,0 0 1,1-1-1,-1 1 0,1-1 1,-1 0-1,0 0 1,1 0-1,-4-2 1,5 1-322,-1 0 0,1 0 0,0 0 0,1 0 1,-1-1-1,0 1 0,1 0 0,-1-1 0,1 1 0,-1 0 0,1-1 0,0 1 1,0-1-1,0 1 0,1-3 0,-1 4-45,0-1-1,0 0 1,1 1 0,-1-1 0,0 1-1,1 0 1,-1-1 0,1 1-1,0-1 1,-1 1 0,1 0 0,0-1-1,0 1 1,0 0 0,0 0 0,0 0-1,0 0 1,0 0 0,0 0-1,1 0 1,-1 0 0,0 0 0,3-1-1,25-15-6037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4482,'0'0'14572,"-5"7"-12947,0 1-1201,1-1-1,0 0 1,0 1 0,1 0-1,-1 0 1,2 0 0,-1 1-1,1-1 1,1 0 0,-2 16 0,3-13-305,1 19 13,0-29-133,-1 0 1,0 0 0,1 0-1,-1 0 1,1 0-1,-1 0 1,1 0-1,-1 0 1,1 0-1,0 0 1,-1-1 0,1 1-1,0 0 1,0 0-1,0-1 1,-1 1-1,1-1 1,0 1-1,0-1 1,0 1 0,0-1-1,0 1 1,0-1-1,2 1 1,9 1-120,0-1 0,-1 0 0,1 0 0,0-1 0,0-1 0,0 0 0,0 0 0,-1-1 0,1-1 0,-1 0 0,1-1 0,-1 0 0,0 0 1,0-1-1,-1-1 0,0 0 0,0 0 0,0-1 0,0 0 0,-1-1 0,-1 0 0,1 0 0,7-11 0,-16 19 172,1-1-1,-1 1 1,0 0 0,0 0-1,1-1 1,-1 1 0,0 0-1,0-1 1,0 1-1,1 0 1,-1-1 0,0 1-1,0 0 1,0-1 0,0 1-1,0 0 1,0-1 0,0 1-1,0-1 1,0 1 0,0 0-1,0-1 1,0 1-1,0 0 1,0-1 0,0 1-1,0 0 1,-1-1 0,1 1-16,0 0 0,0 0-1,-1 0 1,1 0 0,0 0 0,0 0 0,0 0 0,-1 0 0,1 0 0,0 0 0,0 0 0,0 0 0,0 0 0,-1 0 0,1 1 0,0-1 0,0 0 0,0 0-1,0 0 1,-1 0 0,1 0 0,0 1 0,0-1 0,0 0 0,0 0 0,0 0 0,0 1 0,0-1 0,0 0 0,-1 0 0,1 0 0,0 0 0,0 1 0,0-1-1,0 0 1,0 0 0,0 1 0,0-1 0,0 0 0,0 0 0,0 0 0,0 1 0,1-1 0,-1 0 0,0 0 0,-1 3-210,1 1-1,-1-1 1,1 0 0,0 0 0,0 0 0,0 0 0,1 0-1,-1 0 1,1 0 0,-1 1 0,1-1 0,0 0 0,0-1-1,1 1 1,2 4 0,-2-5-410,0 0-1,0 0 1,0-1 0,1 1-1,-1-1 1,0 0 0,1 0-1,0 0 1,-1 0 0,1 0-1,-1 0 1,1 0 0,0-1-1,0 0 1,-1 1 0,1-1-1,0 0 1,4-1 0,19 1-5632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171 151 480,'0'0'18000,"-9"-8"-16820,-26-22-457,35 30-718,0 0 1,0-1-1,0 1 1,0 0-1,-1 0 1,1 0-1,0 0 1,0 0-1,0 0 1,-1-1-1,1 1 1,0 0 0,0 0-1,-1 0 1,1 0-1,0 0 1,0 0-1,0 0 1,-1 0-1,1 0 1,0 0-1,0 0 1,-1 0-1,1 0 1,0 0-1,0 1 1,0-1-1,-1 0 1,1 0 0,0 0-1,0 0 1,0 0-1,-1 0 1,1 1-1,0-1 1,0 0-1,0 0 1,0 0-1,-1 0 1,1 1-1,0-1 1,0 0-1,0 0 1,0 0-1,0 1 1,0-1 0,0 0-1,0 0 1,0 0-1,0 1 1,-1-1-1,1 0 1,0 0-1,0 1 1,0-1-1,0 0 1,1 0-1,-1 0 1,0 1-1,0-1 1,0 0-1,0 1 1,0 18-47,0-17 72,2 165-108,-2-162 30,0-1-1,-1 0 1,1 1 0,-1-1 0,0 0-1,0 0 1,0 0 0,-1 1-1,1-1 1,-1 0 0,0-1-1,0 1 1,-1 0 0,1-1-1,-1 1 1,0-1 0,1 0-1,-7 6 1,4-6-115,0 0 0,0 0 0,0 0-1,0 0 1,0-1 0,0 0 0,-1 0 0,1 0 0,-1-1-1,0 0 1,1 0 0,-1 0 0,-9 0 0,15-16-2605,0 12 2498,2-1 1,-1 1-1,0 0 1,0 0-1,1 0 0,0 0 1,0 0-1,-1 0 1,2 1-1,-1-1 0,4-3 1,35-29-1466,-21 19 816,68-58-1841,94-82-1853,-98 77 3150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286 193 64,'0'0'2791,"17"-23"-86,53-70 368,-50 57-686,-18 17 894,-2 13-1988,0 5-1152,0 1 0,0-1 0,0 0-1,-1 1 1,1-1 0,0 0 0,0 1 0,-1-1 0,1 0 0,0 1 0,-1-1 0,1 1 0,-1-1-1,1 0 1,-1 1 0,1-1 0,-1 1 0,1-1 0,-1 1 0,1 0 0,-1-1 0,0 1 0,1 0-1,-1-1 1,1 1 0,-1 0 0,0-1 0,0 1 0,1 0 0,-1 0 0,0 0 0,1 0 0,-2 0-1,-29 0 902,24 0-738,-3 2-187,-1 0-1,0 0 1,1 1 0,-1 1-1,1 0 1,0 0 0,0 1-1,1 0 1,-1 0-1,1 1 1,1 1 0,-1-1-1,1 2 1,-9 8 0,-2 4 31,1 0 0,1 2-1,1-1 1,-23 41 0,27-37-115,0 0-1,2 1 1,1 0-1,0 0 1,2 1-1,2 0 1,0 0-1,1 1 1,1 47 0,2-44-26,1 36-100,0-64 75,0 1 0,1-1-1,-1 0 1,1 1 0,0-1-1,0 0 1,0 0 0,0 0-1,1 0 1,-1 0 0,1 0-1,0 0 1,0-1-1,0 1 1,3 2 0,-3-3 9,0-1-1,0 1 1,0-1 0,1 0 0,-1 0-1,0 0 1,1 0 0,-1-1 0,1 1 0,-1-1-1,1 1 1,0-1 0,-1 0 0,1 0 0,-1 0-1,1 0 1,-1-1 0,1 1 0,-1-1 0,1 1-1,-1-1 1,1 0 0,3-2 0,2-1 50,1 0 1,-1-1-1,-1 0 1,15-11-1,-12 7 638,-1 0-1,16-20 1,-25 29-595,0 0 0,1 0 0,-1 0 0,0 0 1,0 0-1,1 0 0,-1 0 0,0 0 0,0 1 0,1-1 0,-1 0 0,0 0 0,0 0 0,1 0 1,-1 0-1,0 0 0,0 1 0,0-1 0,1 0 0,-1 0 0,0 0 0,0 0 0,0 1 1,0-1-1,1 0 0,-1 0 0,0 1 0,0-1 0,0 0 0,0 0 0,0 1 0,0-1 0,0 0 1,0 0-1,0 1 0,0-1 0,0 0 0,0 0 0,0 1 0,0-1 0,0 0 0,0 0 0,0 1 1,0-1-1,3 18-457,16 83-1889,-2-34-4093,-5-28-1934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10549,'0'0'2566,"-7"22"206,1-3-1973,-4 15 1002,0 2 1,-5 46-1,13-67-1497,-34 336 2855,35-334-3213,0 20-644,-8 40-1,7-68-1450,1-36-11142,1 22 13908,0-35-5830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2881,'0'0'7009,"21"-5"-4213,67-17 368,-85 21-2996,0 0 1,0 0 0,0 1-1,0 0 1,0 0-1,0 0 1,1 0-1,-1 0 1,0 0-1,0 1 1,0-1-1,0 1 1,0 0 0,0 0-1,0 0 1,0 0-1,-1 1 1,1-1-1,0 1 1,-1 0-1,1 0 1,-1 0-1,0 0 1,1 0-1,-1 0 1,0 1 0,0-1-1,0 0 1,1 4-1,0 0 126,0 1 0,0-1 0,0 1 0,-1 0 0,0 0 0,0 0 0,-1 0 0,0 1 0,0 8 0,0-9-40,-1 0 1,0 1 0,-1-1 0,0 0 0,0 1-1,0-1 1,-1 0 0,0 0 0,-5 12 0,5-15-156,0-1 1,-1 0-1,1 0 1,-1 0 0,0 0-1,0 0 1,1-1-1,-2 1 1,1-1 0,0 0-1,-1 1 1,1-2-1,-1 1 1,1 0 0,-1-1-1,0 0 1,0 1-1,1-1 1,-1-1-1,-4 1 1,-7 1-440,1 0 0,-1-1 0,1-1 0,-25-3 1,39 3 270,0 0 0,0 0 0,1 0 0,-1 0 0,0 0 0,0 0 0,0 0 0,0 0 0,0 0 0,0 0 0,1 0 0,-1 0 1,0 0-1,0 0 0,0 0 0,0 0 0,0-1 0,0 1 0,0 0 0,1 0 0,-1 0 0,0 0 0,0 0 0,0 0 0,0 0 0,0-1 1,0 1-1,0 0 0,0 0 0,0 0 0,0 0 0,0 0 0,0-1 0,0 1 0,0 0 0,0 0 0,0 0 0,0 0 0,0 0 0,0-1 1,0 1-1,0 0 0,0 0 0,0 0 0,0 0 0,0 0 0,0 0 0,0-1 0,0 1 0,-1 0 0,1 0 0,0 0 0,0 0 1,0 0-1,0 0 0,0 0 0,0 0 0,0-1 0,-1 1 0,1 0 0,0 0 0,0 0 0,14-6-3005,23-4-2585,8-1-1264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23 9204,'0'0'7171,"-18"-1"-2955,-63-2-1156,78 3-2902,-1-1 0,1 1 0,0 0 1,-1 1-1,1-1 0,-1 1 0,1-1 0,-1 1 0,1 0 1,0 1-1,0-1 0,-1 0 0,1 1 0,0 0 0,0-1 1,0 1-1,1 0 0,-1 1 0,0-1 0,1 0 0,-1 1 1,1 0-1,0-1 0,0 1 0,0 0 0,-3 6 0,3-1-49,-1 0 0,1 0 0,1 0 0,-1 0 0,1 0 0,1 0 0,-1 0-1,3 16 1,-2-21-107,0 0 0,1 0 0,0 0 0,0 0 0,0 0-1,0 0 1,0 0 0,0-1 0,1 1 0,-1 0 0,1-1 0,0 1-1,0-1 1,0 1 0,0-1 0,0 0 0,0 0 0,1 0-1,-1 0 1,1 0 0,-1-1 0,1 1 0,0-1 0,0 1 0,0-1-1,0 0 1,-1 0 0,5 0 0,8 3-31,1-2-1,-1 0 1,1-1-1,20-1 1,-28 0 16,-5 0 9,1 0 1,-1 0-1,0-1 1,1 1-1,-1-1 1,0 0-1,0 0 1,0 0 0,1 0-1,-1-1 1,0 0-1,-1 1 1,1-1-1,0 0 1,0 0 0,-1 0-1,1-1 1,-1 1-1,0 0 1,1-1-1,-1 0 1,-1 1-1,1-1 1,0 0 0,-1 0-1,1 0 1,-1 0-1,0-1 1,2-5-1,0-7 68,0-1 0,0 1 0,-2-1 0,0-27 0,-1 42-45,0 0 0,0 0 0,0-1 0,0 1 0,-1 0 0,1 0 0,-1 0 0,1 0 0,-1 0 0,0 0 0,0 0 0,0 1 0,0-1 0,0 0 0,0 0 0,0 1 0,0-1 0,-1 0 0,1 1 0,-4-3 0,2 2-265,0 1 0,0-1 0,0 1 0,0 0 0,0 0 0,-1 0 0,1 0 0,0 0 0,-1 1 0,1 0 0,-7-1-1,10 2 8,-1-1-1,1 0 0,0 0 0,-1 1 0,1-1 0,-1 0 0,1 1 0,0-1 1,-1 1-1,1-1 0,0 0 0,0 1 0,-1-1 0,1 1 0,0-1 1,0 1-1,0-1 0,-1 0 0,1 1 0,0-1 0,0 1 0,0-1 1,0 1-1,0-1 0,0 1 0,0-1 0,0 1 0,0-1 0,0 1 0,0 0 1,2 16-6038,3 1-1330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1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8820,'0'0'13558,"-1"25"-11293,1-1-1749,-10 150 2466,-30 242-1832,37-346-2977,3-40-5175,0-19 1526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7251,'0'0'6369,"20"-9"-3075,69-28-628,-87 36-2554,1 0 1,-1 1 0,0-1 0,1 0 0,-1 1 0,1-1 0,-1 1-1,1 0 1,-1-1 0,1 1 0,-1 1 0,1-1 0,-1 0-1,1 1 1,-1-1 0,1 1 0,-1 0 0,1-1 0,-1 1-1,0 0 1,1 1 0,-1-1 0,0 0 0,0 1 0,0-1-1,0 1 1,0 0 0,0-1 0,-1 1 0,1 0 0,0 0-1,-1 0 1,2 3 0,1 3 148,0 1-1,-1-1 1,0 1 0,-1 0 0,1-1-1,0 15 1,1-1 204,-1 1 1,-1-1 0,-2 1-1,0 0 1,-4 28-1,3-48-382,1-1-1,-1 0 1,0 0-1,-1 1 0,1-1 1,0 0-1,0 0 1,-1 0-1,0 0 1,1-1-1,-1 1 1,0 0-1,0-1 0,0 1 1,0-1-1,0 1 1,0-1-1,0 0 1,0 0-1,0 0 1,-1 0-1,1 0 0,0-1 1,-1 1-1,1-1 1,-1 1-1,1-1 1,-1 0-1,1 0 1,-5-1-1,5 1-116,-1 0 0,1 0 0,-1 0 0,1 0 0,-1-1 0,1 1 0,-1-1 0,1 0 0,0 0-1,-1 0 1,1 0 0,0 0 0,0 0 0,0-1 0,0 1 0,0-1 0,0 1 0,0-1 0,0 0 0,0 0 0,1 0 0,-1 0 0,1 0 0,0 0 0,-1 0-1,1 0 1,0-1 0,0 1 0,-1-5 0,2 6-97,-1-22-3658,8 10-2399,12 4-2163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27 1793,'0'0'10805,"8"-5"-8369,10-9-1122,-12 7-427,-10 6 1092,-11 8-1463,0 1 0,0 0 1,1 2-1,0-1 0,-15 15 0,-1-1 301,-1 1-268,1 1 0,1 2 1,1 1-1,1 1 0,-28 41 0,41-49-471,0 0-1,2 1 1,1 0 0,1 1-1,0 0 1,2 1-1,1 0 1,1 0 0,-5 36-1,9-35-77,0-1 0,1 1 0,1-1 0,6 41 0,-3-54-34,-1 0 0,1 0 1,1 0-1,0 0 1,0-1-1,1 0 0,0 0 1,1 0-1,0-1 0,1 1 1,0-1-1,10 9 1,-1-2-409,2-1 0,0-1 0,1 0 0,0-2 0,35 18 0,-36-22-1161,1 0-1,28 7 1,-33-12-1188,1 0-1,0-1 1,25 1-1,-15-3-5342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3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2593,'0'0'16952,"-46"86"-14295,25-48-1088,3-5-849,9-4-304,3-8-384,4-6-32,2-9-80,15-14-4802,12-32-2289,6-16-3714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10069,'0'0'7187,"15"142"-9220,-9-98-2241,-4-2-2721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4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9636,'0'0'12996,"14"10"-11638,46 34-430,-56-40-863,0 0-1,0 0 1,0 0 0,0 1 0,-1 0-1,0-1 1,0 1 0,0 1-1,0-1 1,-1 0 0,0 1-1,0-1 1,0 1 0,-1 0 0,0-1-1,0 1 1,0 0 0,-1 0-1,0 8 1,26-39-222,-17 17 104,-1 0 0,1 0 1,0 2-1,0-1 0,1 1 1,0 0-1,0 1 1,1 0-1,-1 1 0,17-5 1,-26 10 171,0 0 0,0 1 1,0-1-1,0 1 0,0-1 1,-1 1-1,1-1 0,-1 1 1,1 0-1,-1-1 0,1 1 1,-1 0-1,0-1 1,0 1-1,0 0 0,0 2 1,2 14 105,-1-14-415,1-1 0,-1 1 1,1-1-1,0 0 0,-1 1 0,1-1 0,1 0 0,-1 0 0,0 0 1,1 0-1,0-1 0,-1 1 0,5 2 0,10 3-4892,2-5-3666,2-3-1822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6227,'0'0'16709,"-16"23"-14556,-52 77-761,57-82-939,1 0 0,1 1-1,1 0 1,0 1-1,2-1 1,-8 37-1,11-41-298,-5 26-21,3 1-1,1 0 1,2 48 0,2-88-184,0 0 1,0 0-1,1 0 1,-1 0-1,0 0 1,1 0-1,0-1 1,-1 1-1,1 0 1,0 0-1,0-1 1,0 1-1,0 0 1,0-1-1,0 1 1,0-1-1,1 1 1,-1-1-1,3 2 1,0 0-121,0 0 0,0-1 0,0 0 0,1 0 0,-1 0 0,0-1 0,1 1 0,4 0 0,11 1-1618,0-1-1,40 0 1,-49-2 582,29 0-4028,-9 0-2416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4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11141,'0'0'7267,"111"0"-5730,-45 10-1537,8 1-272,-1-7-2577,0-4-4931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7267,'0'0'13449,"7"25"-10797,-4-15-2458,16 52 1485,-3 1 0,12 95 1,-23-94-1039,-4 0 0,-10 100 0,6-137-594,-2-1 1,0 1 0,-2-1 0,0-1 0,-2 1-1,-1-2 1,-1 1 0,-27 43 0,32-60-33,-1-1 1,1 0 0,-1 0-1,0-1 1,-9 7-1,-14 12-113,23-10-1797,7-5-2810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7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0 8324,'0'0'11685,"-146"33"-9508,91 13 48,-1 15-448,14 4-865,11 4-415,18 0-337,13-2-160,13-7-128,22-3-625,5-13-1280,10-7-1904,7-18-2626,5-13-3874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4210,'0'0'13606,"42"169"-11781,-34-88-256,-2 14-97,-6-1-495,0-9-145,-6-9-368,-17-12-352,0-13-96,-11-14-16,-3-10-96,-3-8-480,-2-4-880,3-9-2594,-1-4-5091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9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8260,'0'0'10709,"7"10"-9485,5 6-609,0 0 0,-2 2-1,0-1 1,14 36 0,-9 4 74,-11-40-588,0 0 0,1 0-1,0-1 1,11 19-1,-16-34-93,0 0 0,0 0 0,1 0 0,-1 0 0,1 0 0,-1 0 0,1 0 0,-1 0 0,1-1 0,0 1 0,-1 0 0,1 0 0,0-1 0,0 1 0,0 0 0,-1-1 0,1 1 0,0 0 0,0-1 0,0 0 0,0 1 0,0-1 0,0 1 0,0-1 0,0 0 0,0 0 0,0 0 0,0 1 0,0-1 0,0 0 0,0 0 0,0 0 0,0-1 0,0 1 0,0 0 0,0 0 0,0-1 0,0 1 0,0 0 0,0-1 0,0 1 0,0-1 0,0 1 0,0-1 0,0 0 0,0 1 0,-1-1 0,1 0 0,0 1 0,0-1 0,-1 0 0,1 0 0,-1 0 0,2-1 0,5-9 78,0 1 0,-1-1 1,9-21-1,-8 17-66,47-90 93,61-109 165,-114 245-4245,0-5-2106,-1-13 95,0-4-1016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9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7603,'0'0'12788,"-7"12"-11633,-21 38-336,25-45-791,1-1 1,1 0-1,-1 1 0,0-1 1,1 1-1,0-1 0,0 1 1,1-1-1,-1 1 0,1 0 1,0-1-1,0 1 0,0 0 1,1-1-1,0 1 1,0 0-1,0-1 0,0 1 1,1-1-1,3 7 0,-3-7-26,0-1-1,1 0 1,-1 0 0,1 0-1,0 0 1,0 0-1,0 0 1,0-1-1,0 0 1,1 1-1,-1-1 1,1-1 0,0 1-1,-1 0 1,1-1-1,0 0 1,0 0-1,0 0 1,0 0-1,0 0 1,6-1 0,-4 1 8,0-1 0,0 0 1,-1 0-1,1-1 0,0 0 1,0 0-1,6-1 0,-10 1 1,0 0-1,0 0 0,0-1 0,-1 1 0,1 0 1,0-1-1,-1 1 0,1-1 0,-1 1 0,1-1 1,-1 1-1,0-1 0,0 0 0,0 0 0,0 0 1,0 0-1,0 0 0,0 0 0,-1 0 0,1 0 1,-1 0-1,1-4 0,4-58 1034,-5 60-1002,0-1 0,0 1 0,0 0 0,-1-1 0,0 1 0,1 0 0,-2 0 0,1 0 0,0 0 0,-1 0 0,0 0 0,-2-5 0,0 4-934,-8-8 1433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9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10725,'0'0'11413,"-19"127"-9956,17-99-1057,0-10-320,2-5-80,0-7-112,6-6-4754,11-31-273,0-9-2384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3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8468,'0'0'6675,"21"109"-6771,-17-80-2097,4 7-2801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4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170 423 7043,'0'0'15298,"-13"-9"-14383,-43-24-429,53 32-469,1 0 1,0 0-1,0 0 1,-1 1-1,1-1 1,-1 1-1,1-1 1,-1 1-1,1 0 1,0 0-1,-1 0 1,1 0-1,-1 0 1,1 1-1,-1-1 1,1 1-1,0 0 1,-1-1-1,1 1 1,0 0-1,0 0 1,-1 1-1,1-1 1,0 0-1,0 1 1,0-1-1,0 1 1,-2 3-1,1-2-5,0 1 0,0-1 0,0 1 0,1 0 0,-1 0 0,1 0 0,0 0 1,0 1-1,1-1 0,-1 1 0,1-1 0,-1 7 0,1-2-2,0-2-11,1 1 0,0-1 0,0 0 0,1 12-1,-1-18-2,1 1-1,-1-1 0,0 1 0,1-1 0,-1 0 0,1 1 1,0-1-1,-1 0 0,1 1 0,0-1 0,0 0 0,0 0 1,0 1-1,0-1 0,0 0 0,0 0 0,0 0 0,0 0 1,0-1-1,1 1 0,-1 0 0,0 0 0,1-1 0,-1 1 1,1-1-1,-1 1 0,3 0 0,5-1-15,-1 1-1,1-1 1,0 0 0,0-1-1,-1 0 1,1-1-1,-1 1 1,1-2 0,-1 1-1,0-1 1,1 0-1,-2-1 1,1 0 0,0 0-1,7-6 1,12-9-280,-1-2 1,37-36 0,-33 28 115,-2-1 0,-2-2-1,29-43 1,-40 52 194,-2-1-1,0-1 0,-1 0 1,-2 0-1,14-50 0,-19 32 2155,-9 45-1062,-5 5-857,1 0 0,-1 0 1,2 1-1,-1 0 0,1 1 0,0 0 1,-6 10-1,-39 75 1088,42-71-1122,1 0 0,2 1 0,0 0 0,1 0 0,2 1 0,0 0 0,2 0 0,1 0 0,2 35 0,0-48-258,0 1 0,1 0 0,1 0 0,0-1 0,0 0 0,2 1 0,-1-1 0,1-1 0,1 1 1,12 17-1,-13-22-644,0 0 1,1 0 0,0-1-1,0 0 1,13 10 0,2-6-4910,-5-9-4266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3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1953,'0'0'17352,"-2"14"-15490,-50 269 4925,30-209-7312,22-73 719,-1 2-2490,-5-31-12818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3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12694,'0'0'6211,"-11"146"-7780,5-97-1921,-7-8-3169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7587,'0'0'10837,"8"11"-10132,45 80 108,-52-89-966,0-1 0,0 1 0,1 0 0,-1-1 0,1 0 0,-1 1 0,1-1 0,0 0 0,-1 0 0,1 1 0,0-2-1,0 1 1,0 0 0,0 0 0,0 0 0,0-1 0,0 1 0,0-1 0,0 0 0,0 1 0,0-1 0,0 0 0,0 0-1,0-1 1,0 1 0,0 0 0,0-1 0,0 1 0,0-1 0,4-1 0,3-1-273,0-1 0,0 0 0,0 0 0,-1-1 0,9-5-1,2-2 6388,1 23-5287,-18-9-843,0-1 0,0 1-1,0-1 1,1 1-1,-1-1 1,1 0-1,-1 0 1,1 0-1,-1-1 1,1 1-1,0-1 1,3 1-1,34-1-6645,-40 0 6755,31-4-7672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4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9861,'0'0'12549,"-69"136"-10836,65-94-496,2 4-321,2-4-400,0-7-384,0-1-112,0-3-128,15-6-880,2-8-641,3-7-608,6-10-1841,-1 0-2625,-7 0-2401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10229,'0'0'8243,"120"0"-8243,-31 0-448,12 0-1745,5 0-5058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5250,'0'0'17699,"3"25"-15151,0-4-2103,4 22 621,1 80 0,-28 212 435,9-199-4338,11-130 1831,-4 18-2418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5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12278,'0'0'7312,"19"-1"-4377,63-3-1043,-77 5-1745,1 0 0,-1 0 1,0 1-1,0-1 0,0 1 1,0 0-1,0 1 0,0-1 1,0 1-1,-1 0 1,0 0-1,1 1 0,-1-1 1,0 1-1,0 0 0,-1 0 1,1 0-1,2 5 1,2 1 82,-5-8-195,-1 1-1,0-1 0,0 1 1,0 0-1,0 0 0,0 0 1,-1 0-1,1 0 0,-1 1 1,0-1-1,0 0 0,0 1 1,0-1-1,-1 0 0,1 1 1,-1-1-1,0 6 0,-1-6-21,1 0 1,-1 0-1,0-1 0,0 1 0,-1 0 0,1 0 0,-1-1 0,1 1 0,-1-1 1,0 0-1,0 1 0,0-1 0,0 0 0,0 0 0,-1 0 0,1 0 0,0-1 1,-1 1-1,0 0 0,-4 1 0,-42 16 126,38-15-370,-1 0 0,1 1 0,0 0 0,-17 11 0,66-46-25877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5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2465,'0'0'16832,"19"4"-14866,14 2-1449,113 19 748,-131-23-1229,1-1-66,0 1-1,1-2 0,-1 0 1,18-3-1,-33 2 0,0 1 0,0-1 0,0 0 1,0 1-1,0-1 0,0 0 0,-1 0 0,1 0 0,0 0 1,0 0-1,-1 1 0,1-1 0,0 0 0,-1-1 0,1 1 1,-1 0-1,1 0 0,-1 0 0,0 0 0,1 0 1,-1 0-1,0-1 0,0 1 0,0-2 0,0 0-5,1 1-1,-1-1 0,0 1 0,0-1 1,-1 1-1,1-1 0,0 1 0,-1-1 1,0 1-1,1-1 0,-3-3 1,1 3 39,-1 0 1,0 1-1,1-1 1,-1 1 0,0-1-1,0 1 1,-1 0-1,1 0 1,0 0 0,-1 1-1,1-1 1,-1 1-1,0 0 1,1 0 0,-1 0-1,0 0 1,-5 0-1,-12-1 410,-41 1 0,42 2-15,15-2-211,1 1 0,-1 0 1,1 1-1,0-1 0,-1 1 0,1 0 0,0 0 0,-7 2 0,9-2-112,1 0 0,0 0-1,-1 0 1,1 1 0,0-1-1,0 0 1,0 1 0,0-1-1,0 1 1,0-1 0,0 1-1,0-1 1,1 1 0,-1 0-1,1-1 1,-1 1 0,1 0-1,-1 0 1,1-1 0,0 1-1,0 0 1,0 0 0,0-1-1,1 3 1,-2 6-117,1-1 0,0 0-1,1 0 1,0 1 0,1-1-1,0 0 1,0 0 0,1 0-1,0-1 1,0 1 0,1-1-1,0 1 1,1-1 0,0 0-1,0-1 1,1 1 0,-1-1-1,2 0 1,-1-1 0,1 1-1,7 4 1,-7-6-493,1-1 0,-1 0 0,1 0 0,0-1-1,0 0 1,0 0 0,0-1 0,0 0 0,1 0 0,13 0 0,-9-1-1469,-1-1 0,1-1 0,21-3 0,14-10-5413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5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 5587,'0'0'12042,"-2"15"-10801,-5 46-171,7-59-1021,0-1 1,0 0-1,0 1 1,0-1-1,0 0 1,1 1-1,-1-1 1,0 0-1,1 0 1,-1 1-1,0-1 1,1 0-1,0 0 1,-1 0-1,1 1 1,0-1-1,-1 0 1,1 0-1,0 0 1,0 0-1,0-1 1,0 1-1,0 0 1,0 0-1,0 0 1,0-1-1,0 1 1,1 0-1,0 0 1,2 0 39,1 0 0,-1 0 0,1 0 0,-1-1 1,1 1-1,4-1 0,0 0 94,6 1-158,1 0 1,-1-1 0,1-1 0,0 0-1,16-4 1,-28 4-56,0 1 1,-1-1-1,1 0 0,-1 0 0,1-1 0,-1 1 0,0-1 1,0 1-1,1-1 0,-1 0 0,0 0 0,0 0 1,-1-1-1,1 1 0,0-1 0,-1 0 0,0 1 0,1-1 1,-1 0-1,0 0 0,-1 0 0,1-1 0,0 1 0,-1 0 1,0-1-1,0 1 0,1-6 0,-1 2-31,0 4 106,-1 0 0,1 1 0,-1-1-1,0 0 1,0 0 0,0 1 0,0-1-1,-1 0 1,0-2 0,0 4-6,1 0 1,-1 0-1,0 0 1,0 0-1,1 0 0,-1 0 1,0 0-1,0 1 1,0-1-1,0 0 0,0 1 1,0-1-1,0 1 1,0-1-1,0 1 0,-1 0 1,1-1-1,0 1 1,0 0-1,0 0 0,0-1 1,-1 1-1,1 0 1,0 0-1,-1 1 1,-7-2 180,1 1 0,0 0 0,-1 1 0,1 0 1,0 0-1,-1 1 0,1 0 0,0 1 1,-8 3-1,13-5-151,0 1 0,-1 0-1,1 0 1,0 0 0,0 1 0,0-1 0,0 1 0,0 0-1,1 0 1,-1 0 0,1 0 0,0 0 0,0 0 0,0 0-1,0 1 1,0-1 0,1 1 0,0 0 0,-1-1 0,1 1 0,1 0-1,-2 4 1,2-3-76,-1 1 0,1-1 0,0 0 0,0 0 0,0 1 0,1-1 0,0 0 0,0 0 0,0 0 0,1 0 0,-1 0 0,1 0-1,1 0 1,-1 0 0,1-1 0,-1 1 0,6 5 0,-3-4-271,1-1 0,0 1 0,0-1-1,0-1 1,1 0 0,-1 1 0,1-2 0,0 1-1,0-1 1,0 0 0,11 2 0,-1-1-1281,1-1-1,-1 0 1,1-2 0,28 0 0,18-1-4724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11605,'0'0'5806,"-11"21"-1762,0-1-3138,2-3-300,0 0-1,1 1 1,0 0 0,2 0 0,0 1 0,-5 30 0,-12 177 3213,4-37-2762,16-161-1033,1-9 23,-1 0 0,-8 31 1,11-49-35,-1-6-313,0 1 194,1-1 0,0 1 0,0-1 0,0 0 0,1 1 0,0-1 1,-1 1-1,2-1 0,-1 1 0,0-1 0,1 1 0,0 0 0,0-1 1,4-5-1,2-3-190,2 0 1,-1 0-1,14-12 0,17-17-1154,2 3-1,2 2 0,1 1 0,77-45 0,-119 78 1437,1 1-1,-1 0 0,1 0 0,-1 1 0,1-1 0,0 1 0,-1 0 0,1 0 0,0 0 0,0 0 1,7 0-1,-10 2 129,-1 0 0,1 0 0,-1 0-1,1 0 1,-1 0 0,1 0 0,-1 0 0,0 0 0,0 0 0,0 0 0,1 0 0,-1 0 0,0 0 0,0 0 0,0 0 0,-1 1 0,1-1 0,0 1 0,0 0 151,-1 1-145,0 0 0,1 1-1,-1-1 1,-1 0 0,1 0-1,0 1 1,-1-1 0,1 0 0,-1 0-1,0-1 1,0 1 0,0 0-1,-1-1 1,1 1 0,-1-1 0,1 0-1,-1 1 1,0-1 0,0-1-1,0 1 1,0 0 0,0-1 0,0 1-1,-6 1 1,-7 3 295,-1-1 0,1 0 0,-28 3 0,-99 7 2536,142-14-2904,-1 1 1,1-1 0,0 0-1,0 0 1,0 0 0,-1 0-1,2 1 1,-1-1 0,0 1-1,0-1 1,0 1-1,0-1 1,1 1 0,-1-1-1,1 1 1,-1-1 0,1 1-1,0 0 1,0-1 0,0 1-1,-1 0 1,1-1 0,1 1-1,-1 2 1,0 2 14,0 1-1,0-1 1,1 0-1,0 1 1,2 8-1,-1-11-59,1 1 0,0-1 0,0 1 0,0-1 0,1 0-1,-1 0 1,1 0 0,0-1 0,0 1 0,9 5 0,47 25-4,-42-24-2,2-1 1,-1-1-1,1-1 1,0 0-1,22 3 1,-37-9 1247,-40 1-24573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7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493 387 5074,'0'0'13889,"-8"-2"-12976,2 1-760,0 1 0,0-1 1,0 1-1,0 0 0,0 0 0,0 1 1,0-1-1,0 1 0,0 1 1,-9 2-1,-27 10 181,-1-2 0,0-1-1,-1-3 1,0-1 0,0-3 0,0-1 0,-52-4-1,96 1-336,-1 0-1,1 0 0,-1 0 0,1 0 0,-1-1 0,1 1 0,-1 0 0,1 0 0,0 0 0,-1-1 0,1 1 1,-1 0-1,1 0 0,0-1 0,-1 1 0,1 0 0,0-1 0,-1 1 0,1 0 0,0-1 0,0 1 0,-1-1 1,1 1-1,0-1 0,0 1 0,0 0 0,0-1 0,-1 1 0,1-1 0,0 0 0,1-21-309,12-19-581,-1 19 410,0 1 1,1 0-1,2 0 0,20-22 1,74-72-757,-102 107 1232,19-18-50,33-24 1,-51 43 140,-1 2 1,1-1 0,1 1 0,-1 1 0,1-1 0,0 2 0,0-1-1,0 1 1,15-3 0,-23 6-47,-1 0-1,1 0 1,0-1 0,0 1-1,0 0 1,-1 0 0,1 0-1,0 0 1,0 1 0,0-1-1,-1 0 1,1 0 0,0 0-1,0 1 1,0-1 0,-1 0-1,1 1 1,0-1 0,-1 0-1,1 1 1,0-1 0,-1 1-1,1-1 1,-1 1 0,1 0-1,-1-1 1,1 1 0,-1-1-1,2 3 1,3 25 608,-5-27-632,3 65 750,-2-1-1,-4 1 1,-19 121 0,3-94-413,-4-1 0,-38 97 0,-12-18-2410,81-185-6855,5-2 6175,-7 10 1058,28-32-5155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6067,'0'0'19763,"-1"19"-18164,-2 9-1143,-1 69 606,30-98-2714,-19-2 1503,0 0-1,0 0 0,0-1 1,-1 0-1,1 0 1,-1 0-1,7-7 0,41-40-140,-45 42 224,28-31 2388,-37 61-2056,0-15-358,1 0 1,0 0-1,0-1 0,0 1 0,0 0 0,1-1 0,0 1 0,0-1 1,1 1-1,-1-1 0,1 0 0,0 0 0,7 8 0,-8-11-297,1 1 0,0-1 0,0 1-1,0-1 1,0 0 0,0 0-1,0-1 1,0 1 0,6 2 0,-4-3-453,-1 0 0,1 0 1,-1-1-1,1 1 1,-1-1-1,1 0 1,-1 0-1,9-1 1,23-8-6029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3282,'0'0'22282,"-36"150"-20361,9-62-401,0 4-79,2-6-369,-1-7-479,3-10-433,7-8-160,3-11-192,1-13-737,1-9-768,3-12-1376,-5-9-785,-3-7-2272,-5-2-3427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8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11109,'0'0'7697,"22"5"-3839,-6-1-3315,293 55 4927,-160-54-5309,-147-5-164,-1 0-12,-1-1-1,1 1 1,0-1 0,-1 1 0,1-1 0,-1 1 0,1-1 0,-1 0 0,1 1 0,-1-1 0,1 0 0,-1 1 0,0-1 0,1 0 0,-1 1 0,0-1 0,1 0 0,-1 0 0,0 0 0,0 1 0,0-1 0,0 0 0,0 0 0,0 1 0,0-1 0,0 0 0,0 0 0,0-1 0,-2-28-298,2 28 280,0-2 51,-1 0 0,0-1 1,0 1-1,0 0 0,0 0 1,-1 0-1,0 0 0,1 0 1,-1 0-1,-1 0 0,1 1 1,-1-1-1,1 1 0,-1-1 1,0 1-1,0 0 0,0 0 1,-1 0-1,1 1 0,-1-1 1,1 1-1,-1 0 0,0 0 1,0 0-1,0 0 0,0 1 0,0 0 1,-1 0-1,-5-1 0,9 2-4,-1 0-1,1 1 1,0-1-1,0 1 1,-1-1-1,1 1 1,0 0-1,0-1 1,0 1-1,0 0 1,0 0-1,0 0 1,0 0 0,0 0-1,0 0 1,1 0-1,-1 0 1,0 0-1,1 0 1,-1 0-1,0 0 1,1 1-1,-1-1 1,1 0-1,0 0 1,0 1-1,-1-1 1,1 0-1,0 3 1,-3 43 100,3-46-113,0 13-69,0 0 0,1 1 0,1-1 1,0 0-1,1 0 0,7 19 1,-7-25-515,1 0 0,0 0 0,0-1 1,1 1-1,0-1 0,0 0 1,8 8-1,-11-13-72,0 0-1,0 0 1,0-1 0,0 1-1,0 0 1,1-1 0,-1 1 0,1-1-1,-1 0 1,1 0 0,-1 0-1,1 0 1,0 0 0,-1-1-1,6 1 1,15 0-7542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19 243 12246,'0'0'15364,"-3"13"-14214,-9 40-371,12-65 484,-2-1-1218,1 0 0,1 0 0,2-25 0,3 23-304,0 1-1,2 0 0,-1 0 1,2 0-1,0 1 1,0 0-1,1 1 0,1 0 1,0 0-1,0 1 1,2 0-1,12-10 0,-17 17-605,-1 0-1,0 0 1,1 0 0,0 1-1,8-3 1,20-4-5564,-1 2-1697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2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810 401 9268,'0'-23'2612,"1"-4"-1501,1 8-226,-2 0 1,0 0-1,0 0 0,-2 0 0,-1 1 0,-4-20 0,3 28-438,0-1 0,0 1 0,-1 0 0,-1 0 0,1 1 0,-2 0 0,1 0 0,-1 0 0,-1 1 0,1 0 0,-2 0 0,1 1 0,-1 0 0,0 0 0,0 1 0,-17-8 0,9 5-120,-1 2-1,0 0 0,0 1 0,0 1 1,-1 1-1,0 0 0,0 1 1,-35 0-1,47 3-315,1 1 0,-1 0 0,1 0 0,-1 0 0,1 1 1,-1 0-1,1 0 0,0 1 0,0 0 0,0 0 0,1 0 0,-1 1 0,1-1 0,-1 2 0,1-1 1,0 0-1,1 1 0,-1 0 0,1 0 0,-5 7 0,-4 8-15,2 0 0,0 1 0,1 0 0,-11 34 0,0 10 15,-24 124-1,9 73 27,-3 9-20,37-260-70,-30 138 77,26-125-717,-2-1-1,-1 1 0,0-2 0,-15 25 0,12-31-2212,12-16 2593,-1 1 0,0-1 0,0 1 0,1-1 0,-1 0 0,0 1 0,0-1 0,1 0 0,-1 0 0,0 0 0,0 1 1,0-1-1,0 0 0,0 0 0,1 0 0,-1 0 0,0 0 0,0-1 0,0 1 0,0 0 0,0-1 0,-15-6-6693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12310,'0'0'2777,"26"-2"841,176-11 1947,-119 11-4368,-33 2-1017,0-2 1,0-3-1,90-19 0,-137 23-187,24-9-319,-26 10 321,0 0 1,0-1-1,0 1 0,0-1 0,0 1 1,0-1-1,0 1 0,0-1 0,-1 0 0,1 0 1,0 1-1,-1-1 0,1 0 0,0 0 0,-1 0 1,1 1-1,-1-1 0,1 0 0,-1 0 0,1 0 1,-1 0-1,1-2 0,-4 2 48,0 0-1,1 0 1,-1 0 0,0 1-1,1-1 1,-1 1-1,0 0 1,0-1 0,0 1-1,1 0 1,-1 1-1,-3 0 1,-1-1 22,-6 1 17,-1 0 0,1 1 0,-1 1 0,1 0 1,0 1-1,0 0 0,-17 9 0,9-2-30,0 0 1,0 1 0,-25 21-1,43-31-51,0 0 0,1 1 0,0-1 0,0 1 0,0 0 0,0 0 0,0-1 0,0 1 0,0 1 0,1-1 0,0 0 0,0 0 0,0 0 0,0 1 0,0-1 0,1 1 0,-1 6 0,1-8-2,0 0 0,0 0 0,0 0 0,0 0-1,1 0 1,-1 0 0,1 0 0,0 0-1,-1 0 1,1 0 0,0 0 0,0 0-1,0 0 1,0-1 0,1 1 0,-1 0-1,0-1 1,1 1 0,-1-1 0,1 1 0,-1-1-1,1 0 1,0 0 0,0 0 0,-1 0-1,1 0 1,0 0 0,0 0 0,4 1-1,3 0-68,0 0-1,0 0 1,0-1-1,0 0 1,0-1-1,0 1 0,0-2 1,1 1-1,-1-2 1,0 1-1,0-1 1,-1 0-1,1-1 1,0 0-1,-1-1 0,1 1 1,-1-2-1,0 1 1,14-11-1,-6 3 32,-1 0 0,0-1 0,0-1 0,-2 0 0,0-1 0,0-1 0,11-19 0,-27 78 3060,0-5-3043,2-30-130,0 0 1,1 1 0,0-1-1,1 0 1,1 12 0,-1-18-54,0 0 0,-1 0 1,1 0-1,0 0 0,0 0 1,0 0-1,1 0 0,-1 0 1,0-1-1,1 1 1,-1 0-1,1-1 0,-1 1 1,1-1-1,0 1 0,-1-1 1,1 0-1,0 0 0,0 0 1,0 0-1,0 0 1,0 0-1,0-1 0,4 2 1,6 0-2217,0-1 1,0 0 0,0-1-1,20-1 1,-30 0 2068,53-4-8986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0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3 14919,'0'0'3671,"-20"0"-200,4-1-2542,2 0-205,1 1 0,-1 0 0,1 1 1,0 0-1,-1 1 0,1 1 0,0 0 0,-15 6 0,14-4-114,1 1 0,-1 0 0,1 1 0,-19 14 0,28-19-600,1 1 1,-1 0-1,1 0 1,0 0-1,0 1 1,0-1-1,0 1 1,1 0-1,0 0 1,0-1-1,0 1 1,0 1-1,0-1 1,1 0-1,0 0 1,-1 1-1,2-1 1,-1 1 0,0 7-1,1-8-9,0 1 0,0-1 0,0 0 0,1 1 1,0-1-1,0 0 0,0 0 0,0 0 0,3 8 0,-2-10-10,0 1 0,0-1 1,0 0-1,0 1 0,1-1 0,-1 0 0,0 0 0,1 0 0,-1-1 1,1 1-1,0-1 0,0 1 0,0-1 0,-1 0 0,5 1 0,6 2-616,1-1 0,-1-1 0,1 0 0,0 0 0,0-2 0,18 0 0,-13-2-1752,-1 0 0,1 0 0,-1-2 0,22-7-1,15-9-8186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0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8292,'0'0'14524,"9"8"-13481,-2-2-947,0 0 0,1-1-1,0 0 1,0 0 0,0 0 0,0-1 0,1 0-1,0-1 1,-1 0 0,14 3 0,-7-3-173,0-1 0,0-1 0,0 0 0,0-1 0,0 0-1,16-3 1,-27 2 41,-1 1 0,1-1 0,-1 0 0,1 0-1,-1-1 1,0 1 0,1-1 0,-1 1-1,0-1 1,0 0 0,0 0 0,0 0 0,-1-1-1,1 1 1,0-1 0,-1 1 0,0-1-1,0 0 1,0 0 0,0 0 0,0 0 0,0-1-1,-1 1 1,1 0 0,-1-1 0,0 1 0,0 0-1,-1-1 1,1 0 0,0-4 0,0 3 123,-1 0 0,0 0 1,1 0-1,-2 0 0,1 0 1,0 0-1,-1 0 0,0 0 0,0 0 1,-3-6-1,3 9 3,-1 0-1,1 0 1,-1 0-1,1 0 1,-1 1 0,0-1-1,0 0 1,0 1-1,0 0 1,0-1 0,0 1-1,0 0 1,0 0-1,0 0 1,-1 0 0,1 1-1,0-1 1,0 0-1,-1 1 1,1 0 0,-1 0-1,1-1 1,-5 2-1,-1-2 279,0 1 0,0 0 0,0 1 0,0 0 0,0 0 0,0 1 0,0 0 0,1 0 0,-12 5 0,16-5-279,0 0 1,0 0-1,0 0 0,0 0 0,0 1 0,0-1 0,1 1 0,-1 0 0,1-1 0,0 1 1,0 0-1,0 1 0,0-1 0,0 0 0,1 0 0,-1 1 0,1-1 0,0 1 1,0-1-1,0 1 0,1 0 0,-1-1 0,1 5 0,-1 1-41,0 0-1,1 0 1,1 0 0,-1 0-1,2 0 1,1 11 0,-1-16-54,-1 0 1,1 0 0,0 0-1,0 0 1,0-1 0,1 1-1,0-1 1,-1 1 0,1-1-1,0 0 1,0 0 0,1 0-1,-1 0 1,8 4 0,9 5-517,0-1 0,0-2 1,28 10-1,28 3-4875,-12-10-3834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1 332 784,'0'0'6902,"18"5"-5517,56 13 104,-57-15-551,0 0 1,0-1 0,0 0 0,0-2 0,25-2 0,5 0-79,372-32 892,-241 14-1228,1095-81 2315,-4 35-3835,-772 43 369,-455 21 689,573-33-104,-11-24 4398,-583 57-3704,-12 1 83,0 0 1,0-1-1,0 1 1,0-2-1,0 1 0,9-5 1,-65 5 1310,38 4-2161,1 0 1,-1 0-1,1 0 1,0 1-1,0 0 0,0 1 1,1 0-1,-1 0 1,1 1-1,0 0 0,-8 6 1,-26 17-3962,34-24 2518,0-1 0,0 1 0,0-1 0,-13 3 0,-33 3-9948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81 258 2369,'0'0'4893,"0"-4"-4007,0 2-776,0 1 0,0 0 0,-1-1 0,1 1 0,0 0 0,0-1 1,-1 1-1,1 0 0,-1 0 0,1-1 0,-1 1 0,0 0 0,1 0 0,-1 0 0,0 0 1,0 0-1,0 0 0,1 0 0,-1 0 0,0 0 0,-1 0 0,0-1 0,-35-12 1976,17 11-565,12 2 357,19 0-1249,366-20 743,-166 5-1348,1203-37-100,-598 29-1254,-199-2-37,639-18 5209,-1152 43-2762,112-4 1421,-70-8 7068,-164 11-8787,-30 1-1206,47 1 443,1 0 1,0 1-1,-1-1 0,1 0 1,-1 1-1,1-1 0,0 1 1,-1-1-1,1 0 1,0 1-1,0-1 0,-1 1 1,1-1-1,0 1 0,0-1 1,-1 1-1,1-1 0,0 1 1,0-1-1,0 1 0,0-1 1,0 1-1,0-1 1,0 1-1,0-1 0,0 1 1,0 0-1,1 7-2545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6147,'0'0'10869,"0"12"-9292,-6 83 673,-4-1 1,-35 148 0,31-182-2020,-9 47-105,27-113-373,0 0 0,1 0-1,-1 1 1,10-9 0,-3 2 3,6-7-382,1 1 0,0 0 0,1 1 1,1 1-1,1 1 0,31-17 0,-52 31 614,1 1-1,0-1 1,-1 1-1,1-1 1,-1 1 0,1 0-1,0-1 1,0 1-1,-1 0 1,1-1-1,0 1 1,0 0 0,-1 0-1,1 0 1,0 0-1,0 0 1,-1 0-1,1 0 1,0 0 0,0 0-1,-1 0 1,1 0-1,0 0 1,0 1-1,-1-1 1,1 0 0,0 0-1,0 1 1,-1-1-1,1 1 1,-1-1-1,1 0 1,0 1 0,-1-1-1,2 2 1,1 24 336,-3-21-262,0 6 75,0 6 170,0 1 1,-1 0 0,-1-1-1,-6 30 1,6-43-190,1 1 0,-1 0 1,0 0-1,-1 0 0,1-1 0,-1 0 0,0 1 0,0-1 0,0 0 1,0 0-1,-1 0 0,0-1 0,0 1 0,0-1 0,0 0 1,0 0-1,-1-1 0,1 1 0,-1-1 0,-8 3 0,-8 1 174,-1-2 1,0 0-1,1-2 0,-1 0 0,0-2 0,-22-1 1,3 0 121,40 1-398,-1 0 0,1 0 0,0 0 0,-1 0 0,1 0 0,0 0 0,-1-1 0,1 1 0,0 0 0,0-1 0,-1 1-1,1-1 1,0 1 0,-2-2 0,2 1-27,1 1 0,0-1 0,-1 1 0,1-1-1,0 1 1,0-1 0,-1 1 0,1-1 0,0 1 0,0-1-1,0 1 1,0-1 0,-1 1 0,1-1 0,0 1 0,0-1-1,0 1 1,0-1 0,0 1 0,0-1 0,0 1 0,1-1-1,-1 1 1,0-2 0,1 0-84,0 0 0,0 0 0,0 0-1,1 0 1,-1 0 0,0 1 0,1-1 0,-1 0 0,1 1 0,0-1-1,-1 1 1,1-1 0,0 1 0,3-2 0,169-66-14568,-171 68 14351,62-23-6873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6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68 105 2689,'0'0'17656,"0"-5"-15644,-5-12-801,5 16-1163,0 1 0,0 0 0,-1-1 0,1 1 0,0 0 0,-1 0-1,1-1 1,0 1 0,-1 0 0,1 0 0,0 0 0,-1-1 0,1 1-1,0 0 1,-1 0 0,1 0 0,0 0 0,-1 0 0,1 0 0,0 0 0,-1 0-1,1 0 1,-1 0 0,1 0 0,0 0 0,-1 0 0,0 0 0,-1 2 81,0-1 0,0 0 0,0 1 0,0 0 0,0-1 0,0 1 0,0 0 0,1 0 0,-1 0 0,1 0 0,-1 1 0,1-1 0,0 0 0,-2 4 0,-1 3-38,0 1 0,0-1-1,1 1 1,0 0 0,1 0 0,0 1-1,0-1 1,1 0 0,1 0-1,0 1 1,2 14 0,-2-23-122,1 0 0,0 0 0,0 0 0,0 0 0,0-1 0,0 1 0,1-1 0,-1 1 0,0-1 0,1 1 0,-1-1 0,1 0 0,0 1 0,-1-1 0,1 0 0,0 0 0,0 0 0,0-1 0,0 1 0,-1 0 0,1-1 0,0 1 0,0-1 0,0 1 0,0-1 0,0 0 0,3 0 0,1 1-37,0-1-1,0 0 0,-1 0 0,1-1 1,0 1-1,0-1 0,-1 0 1,12-4-1,-14 3 48,1 0 1,-1 0 0,0 0 0,1-1-1,-1 0 1,0 1 0,0-1-1,-1 0 1,1 0 0,-1-1-1,1 1 1,-1 0 0,0-1-1,0 0 1,0 1 0,-1-1-1,0 0 1,1 0 0,0-6-1,1-6 44,-1-1 0,-1 1 0,0-24 0,-1 31-7,0 4-43,-1 1-1,1 0 1,-1-1-1,0 1 1,0-1-1,0 1 1,0 0-1,-1 0 1,0 0-1,0-1 1,0 2-1,0-1 1,0 0-1,-1 0 1,0 1 0,0-1-1,0 1 1,0 0-1,0 0 1,-1 0-1,0 1 1,1-1-1,-1 1 1,0 0-1,0 0 1,0 0-1,0 0 1,0 1 0,-1-1-1,1 1 1,0 0-1,-1 1 1,-8-1-1,14 8-5230,0-5 4762,1 0-1,-1 0 1,1-1 0,-1 1 0,1-1-1,0 0 1,-1 1 0,1-1 0,0 0 0,0 0-1,0 0 1,0 0 0,0 0 0,0-1-1,0 1 1,0-1 0,0 1 0,3-1-1,27 5-5692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6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50 3618,'0'0'17328,"-13"10"-15925,9-7-1308,-13 10 541,2 0-1,-22 22 1,32-29-526,1-1 1,-1 1-1,1 0 0,0 0 1,0 1-1,1-1 0,0 1 1,0 0-1,0 0 0,1 0 1,0 0-1,-1 11 0,2-16-108,1 1-1,-1-1 1,1 0-1,0 0 1,0 0 0,0 1-1,1-1 1,-1 0-1,0 0 1,1 0 0,-1 0-1,1 0 1,0 0-1,0 0 1,0 0-1,0 0 1,0 0 0,0 0-1,0 0 1,1 0-1,-1-1 1,4 4-1,-2-3-6,1 0 0,0-1 0,0 1-1,0-1 1,0 0 0,0 0 0,0 0-1,0-1 1,0 0 0,0 1 0,7-2-1,-4 2-28,1-2-1,0 1 0,-1-1 0,0 0 0,1 0 0,-1-1 0,0 0 0,1 0 1,7-5-1,-11 5 16,-1 0 0,0 0-1,1-1 1,-1 1 0,0-1 0,-1 0 0,1 0 0,0 0 0,-1-1 0,0 1-1,0 0 1,0-1 0,0 0 0,0 1 0,-1-1 0,1 0 0,-1 0 0,0 0 0,0-4-1,1-1 30,-1 1-1,0-1 0,0 1 0,-1-1 0,-1 0 1,1 1-1,-1-1 0,0 1 0,-1-1 0,0 1 1,-1-1-1,0 1 0,-6-13 0,7 17-50,-1-1-1,0 1 1,0 0-1,0 0 1,-1 0-1,0 0 1,1 0-1,-1 1 1,-1 0-1,1-1 1,0 2-1,-1-1 1,1 0-1,-1 1 1,0 0-1,0 0 1,0 0-1,0 1 1,0 0-1,0 0 1,-1 0-1,1 0 1,-9 1-1,-25 4-3221,28 1-448,-1 2-3398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0 8356,'0'0'9012,"-123"134"-5667,83-54 449,4 5-1585,11-3-816,5-7-305,3-14-559,0-7-465,7-16-64,1-11-449,5-8-895,4-9-1409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7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11269,'0'0'7195,"18"2"-3913,15 2-2221,109 9 1573,-118-12-2369,-16 0-211,1 0-1,-1-1 0,1 0 0,-1 0 0,0-1 0,12-2 1,-19 2-40,0 0 0,0 0 1,1 0-1,-1 0 1,0 0-1,-1 0 1,1 0-1,0 0 0,0 0 1,0 0-1,0 0 1,-1 0-1,1-1 1,-1 1-1,1 0 0,-1-1 1,1 1-1,-1 0 1,0-1-1,0 1 1,1 0-1,-1-1 0,0 1 1,0-1-1,-1 1 1,1 0-1,0-3 1,0 2 37,-1-1 1,1 1 0,-1-1 0,1 1 0,-1 0-1,0-1 1,1 1 0,-1 0 0,0-1-1,-1 1 1,1 0 0,0 0 0,-1 0 0,1 0-1,-3-2 1,0 1 29,-1 0-1,0 1 1,0-1-1,0 1 1,0 0-1,0 0 1,-1 1-1,1 0 1,-1-1-1,-5 1 1,-58 0 517,64 1-539,1 0-24,0 0 1,1 1 0,-1-1 0,0 1 0,1 0-1,-1 0 1,1 0 0,-1 0 0,1 1 0,0-1-1,-1 1 1,1 0 0,0 0 0,0 0 0,0 0 0,0 1-1,1-1 1,-1 1 0,1 0 0,-1 0 0,1-1-1,0 2 1,0-1 0,0 0 0,1 0 0,-1 1-1,1-1 1,-2 7 0,-1 7-2,1-1 1,0 1-1,2 0 1,0 32-1,1-49-36,0 3-65,0 0 0,0 0 0,1 0 0,-1 0 0,1 0 0,-1 0 0,1 0 0,0 0 0,0-1 0,0 1 1,1 0-1,-1-1 0,1 1 0,0-1 0,-1 1 0,1-1 0,3 3 0,-1-1-202,0-1 1,0-1-1,0 1 0,1 0 1,-1-1-1,1 0 0,0 0 0,-1 0 1,9 1-1,6 0-1863,0 0-1,1-1 1,-1-1-1,24-2 0,17-3-6541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0 13702,'0'0'3191,"-18"0"501,-61 3 6,72-2-3378,0 1 1,0 0-1,0 1 0,0-1 0,0 1 1,0 1-1,1-1 0,0 1 0,0 0 1,0 1-1,0-1 0,0 1 1,1 0-1,0 1 0,0-1 0,0 1 1,1 0-1,0 0 0,0 0 0,1 1 1,-1-1-1,-1 8 0,-1 21 180,6-34-500,0 0 0,0 0 1,0 0-1,-1 0 0,1 1 1,0-1-1,0 0 1,1 0-1,-1 0 0,0 0 1,0 0-1,0 0 0,1 0 1,-1 0-1,1 0 1,-1 0-1,1 0 0,-1 0 1,1 0-1,-1 0 0,1 0 1,0 0-1,0 0 1,-1 0-1,1-1 0,1 2 1,7-1-134,-1-1 0,0 0 0,0-1 0,1 1 0,-1-2 0,0 1 1,0-1-1,0 0 0,0-1 0,-1 0 0,1 0 0,7-5 0,-1 1-251,-1-1 0,-1-1 0,1 0 0,-1 0 0,18-19 1,-28 25 379,-1 2 32,0 0 0,0 0 0,0 0 0,0 0 0,0 0 0,0 0 0,-1 0 0,1 0 0,0 0 0,-1-1 0,1 1 0,-1 0 0,1 0 0,0-3 1491,-2 4-1491,1-1-1,0 1 1,-1 0-1,1 0 1,0 0-1,-1 0 1,1 0 0,-1 0-1,1 0 1,0 0-1,-1 0 1,1 0-1,0 0 1,-1 0 0,1 0-1,0 0 1,-1 1-1,1-1 1,0 0-1,-1 0 1,1 0 0,0 0-1,-1 1 1,1-1-1,0 0 1,0 0-1,-1 0 1,1 1 0,-1-1-1,-1 3-2,0-1 0,1 0 0,-1 1-1,0-1 1,1 1 0,-1 0 0,1 0 0,0-1 0,0 1-1,0 0 1,0 0 0,0 0 0,0 6 0,-1 44-324,2-38-81,0-13 171,0 0 0,0-1 0,1 1 0,-1 0 0,0-1 0,1 1 0,-1 0 0,1-1 0,-1 1 0,1-1 0,0 1 0,0-1 0,0 1 0,0-1 0,0 0 0,0 0-1,0 1 1,0-1 0,0 0 0,1 0 0,-1 0 0,3 2 0,24 6-8978,-13-8 62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7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10805,'0'0'13806,"4"12"-12162,1 1-1049,0 0 0,-2 0 0,0 1-1,0-1 1,1 28 0,-4-41-594,0 0 0,0 0 0,0 1 0,-1-1 0,1 0 0,0 0-1,0 1 1,0-1 0,0 0 0,0 0 0,0 1 0,0-1 0,0 0 0,0 0-1,0 1 1,0-1 0,0 0 0,0 1 0,0-1 0,0 0 0,0 0 0,0 1-1,0-1 1,0 0 0,0 0 0,1 1 0,-1-1 0,0 0 0,0 0 0,0 0-1,0 1 1,0-1 0,1 0 0,-1 0 0,0 0 0,0 0 0,1 1 0,-1-1-1,0 0 1,0 0 0,0 0 0,1 0 0,-1 0 0,0 0 0,0 0 0,1 1-1,-1-1 1,0 0 0,0 0 0,1 0 0,-1 0 0,0 0 0,1 0 0,-1 0-1,0 0 1,0-1 0,1 1 0,1 0-41,8-2-187,0 0 0,0-1 0,0 0 0,0-1 0,0 0 0,-1 0 0,1-1 0,15-11 0,6-2-571,78-39-451,-108 57 1327,-1 0 0,0 0 0,0 0 1,0 0-1,1 0 0,-1 0 0,0 0 0,0 1 0,0-1 0,0 0 0,1 0 0,-1 0 1,0 0-1,0 0 0,0 1 0,0-1 0,0 0 0,0 0 0,0 0 0,1 0 1,-1 1-1,0-1 0,0 0 0,0 0 0,0 0 0,0 1 0,0-1 0,0 0 0,0 0 1,0 0-1,0 1 0,0-1 0,0 0 0,0 0 0,0 0 0,0 1 0,0-1 0,0 0 1,0 0-1,-1 0 0,1 1 0,0-1 0,0 0 0,0 0 0,0 0 0,0 0 1,0 1-1,-1-1 0,1 0 0,-5 15-72,5-14 289,-1 2-286,0 1 0,0-1 0,0 1 0,1 0 0,-1-1 0,1 1 0,0-1 0,0 1 0,0 0 0,1-1 0,1 7 0,-1-6-269,1-1 0,-1 1 0,1-1 0,0 1 0,1-1-1,-1 0 1,0 0 0,1 0 0,0 0 0,-1 0 0,1-1 0,0 1 0,1-1 0,-1 0 0,0 0-1,5 2 1,38 19-2792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10 2225,'0'-2'19613,"-1"-6"-18379,-5 40 952,-6 28-119,2-31-1692,-16 54 1663,19-30-8584,7-77 461,2-17-5708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12374,'0'0'7539,"-46"132"-8643,67-97-2066,2-3-3201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9236,'0'0'9167,"-22"5"-4981,-65 16-822,85-20-3210,-1 0-1,1-1 0,-1 1 0,1 0 1,0 0-1,-1 1 0,1-1 1,0 0-1,0 1 0,0-1 0,0 1 1,0 0-1,0 0 0,0 0 1,-1 2-1,2-3-119,0 1 0,1-1 1,-1 1-1,1-1 0,-1 1 1,1-1-1,0 1 0,-1 0 0,1-1 1,0 1-1,0-1 0,0 1 1,0 0-1,1-1 0,-1 1 0,0-1 1,1 3-1,2 2-118,-1-1-1,1 1 1,0-1 0,0 0 0,1 0-1,0 0 1,7 7 0,-7-8-47,0 0-1,0 0 1,0 0 0,-1 0-1,0 1 1,0-1-1,0 1 1,0 0 0,-1 0-1,1 0 1,-1 0 0,-1 0-1,1 0 1,-1 1 0,0-1-1,0 1 1,0-1-1,-1 1 1,0-1 0,0 9-1,-1-13 132,0 0 0,1 1 0,-1-1 0,0 1 0,1-1-1,-1 0 1,0 0 0,0 0 0,0 1 0,0-1 0,0 0 0,0 0-1,-1 0 1,1 0 0,0-1 0,-1 1 0,1 0 0,0 0-1,-1-1 1,1 1 0,-1-1 0,1 1 0,-1-1 0,1 0-1,-1 1 1,-1-1 0,-48 2 59,38-3-76,12 1-101,1 0 1,-1 0-1,0 0 1,0 0-1,1 0 1,-1-1-1,0 1 1,1 0-1,-1 0 1,0-1-1,1 1 1,-1 0-1,0-1 1,1 1 0,-1-1-1,1 1 1,-1-1-1,1 1 1,-1-1-1,1 1 1,-1-1-1,1 0 1,-1 1-1,1-1 1,0 0-1,-1 1 1,1-1-1,0 0 1,0 1-1,0-1 1,-1 0-1,1 0 1,0 1-1,0-1 1,0 0-1,0 0 1,0 1-1,0-1 1,1 0-1,-1 0 1,0 1 0,0-1-1,1 0 1,-1-4-792,0-21-6668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8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15415,'0'0'12262,"-18"26"-9109,-60 87-1501,56-77-1615,2 0 0,2 2 1,1 0-1,1 2 1,3-1-1,-9 45 0,2-13-13,13-50-24,2 1 0,0 0 0,1 0 0,-1 38 0,5-58 0,0 1 0,1-1 0,-1 0 0,0 0 0,1 0 0,-1 0 0,1 0 0,0 0 0,0 0 0,0 0 0,0 0 0,0 0 0,0 0 0,0 0 0,0-1 0,1 1 0,-1 0 0,1-1 0,-1 1 0,1-1 0,0 0 0,0 1 0,0-1 0,-1 0 0,1 0 0,0 0 0,0-1 0,0 1 0,0 0 0,1-1 0,1 1 0,9 2 0,0-2 0,-1 1 0,1-2 0,16 0 0,-11-1 0,0 1-255,0-1 0,0 0 0,0-1-1,0-2 1,-1 1 0,19-8 0,-27 8-429,0-1 0,-1 0 0,1-1 0,-1 0 0,11-8 0,-13 8-247,0-1 0,-1 0 0,1 1 1,-1-2-1,0 1 0,-1-1 0,6-8 0,11-39-8606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9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12038,'0'0'4386,"169"-50"-481,-85 40-1728,-3 3-1536,-10 3-641,-16 4-64,-20 0-1249,-18 0-1408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7603,'0'0'6932,"138"6"-3091,-63-6-2256,0-6-801,5-11-703,-7 7-81,-19-1-1377,-10 5-2097,-19 0-4113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39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8660,'0'0'16600,"10"1"-14954,34 5-315,-42-6-1238,0 1 0,0 0 0,0 0-1,0 0 1,0 1 0,0-1 0,0 0 0,0 1 0,-1-1 0,1 1 0,0 0 0,-1-1-1,1 1 1,-1 0 0,0 0 0,1 0 0,-1 0 0,0 0 0,1 4 0,9 11 12,-9-14-203,0-1-1,1 1 1,0-1-1,-1 0 0,1 0 1,0 0-1,0-1 0,0 1 1,0-1-1,0 1 0,1-1 1,-1 0-1,0 0 0,1 0 1,-1-1-1,1 1 0,-1-1 1,0 0-1,1 0 1,-1 0-1,1 0 0,-1-1 1,1 0-1,-1 1 0,0-1 1,1 0-1,-1 0 0,3-2 1,6-4-691,0 0 1,-1 0 0,0-1 0,0 0 0,15-17-1,-16 17 656,11-12-434,-14 4 7889,3 39-6972,-7-21-379,1 1 0,-1-1 0,1 1 0,-1-1 1,1 0-1,0-1 0,-1 1 0,1-1 1,0 1-1,0-1 0,0 0 0,0-1 1,0 1-1,1-1 0,-1 0 0,0 0 1,0 0-1,0 0 0,6-2 0,1 1-173,0-1-1,0-1 1,-1 0-1,1 0 1,-1-1-1,12-5 1,-13 4 122,-4 3 155,1-1-1,-1 0 0,1 0 0,-1 0 0,0-1 1,0 0-1,0 1 0,-1-2 0,1 1 1,-1-1-1,0 1 0,5-9 0,-9 32 4290,12 50-4547,-10-65-61,-1 1 0,1-1 0,0 0 0,0 0 0,0 0-1,0 0 1,1 0 0,0-1 0,-1 1 0,1-1 0,1 1 0,-1-1 0,0 0 0,5 3 0,-3-4-785,0 1 1,0-1-1,0 0 1,0 0 0,0 0-1,0-1 1,1 1 0,-1-1-1,0-1 1,1 1-1,7-1 1,23 0-9222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158 236 11493,'0'0'10562,"-5"22"-7720,0-4-2357,-25 138 2698,20-84-1772,4-13-794,-4 0 0,-1 0 0,-27 75 0,36-128-626,1-3-16,1 0 0,-1 0 0,0 0 0,0-1 0,-1 1 1,1 0-1,0-1 0,-1 1 0,0-1 0,0 1 0,0-1 0,0 0 0,0 0 1,0 0-1,0 0 0,-5 3 0,6-5-13,1 0-1,0 0 1,-1 0 0,1 0-1,-1 0 1,1 0 0,0 0 0,-1 0-1,1-1 1,0 1 0,-1 0-1,1 0 1,0 0 0,-1-1-1,1 1 1,0 0 0,-1-1 0,1 1-1,0 0 1,0 0 0,-1-1-1,1 1 1,0-1 0,0 1-1,0 0 1,-1-1 0,1 1 0,0 0-1,0-1 1,0 1 0,0-1-1,0 1 1,0 0 0,0-1 0,0 1-1,0-1 1,0 1 0,0 0-1,0-1 1,0-23-514,0 18 286,0-29-624,2 0 1,1 0 0,2 1-1,1-1 1,17-51 0,20-36-2030,100-195 0,-131 295 3067,24-35-1,-30 49 565,0 1-1,0 1 1,0-1-1,11-7 1,-16 13-587,-1 1-1,1-1 1,-1 1 0,1 0 0,0-1-1,-1 1 1,1 0 0,-1-1 0,1 1 0,0 0-1,-1 0 1,1 0 0,0 0 0,-1-1-1,1 1 1,-1 0 0,1 0 0,0 0-1,-1 0 1,1 1 0,0-1 0,-1 0-1,1 0 1,0 0 0,-1 0 0,1 1 0,-1-1-1,1 0 1,0 1 0,-1-1 0,1 0-1,-1 1 1,1-1 0,-1 1 0,1-1-1,-1 0 1,1 1 0,-1-1 0,0 1-1,1 0 1,-1-1 0,0 1 0,1-1 0,-1 1-1,0 0 1,0-1 0,0 1 0,1-1-1,-1 1 1,0 0 0,0-1 0,0 1-1,0 1 1,5 39 959,-5-38-840,0 6 9,1 0 0,-2 1 0,1-1 0,-1 1 0,-3 11 0,3-18-210,0 1 0,-1-1-1,0 1 1,1-1 0,-1 1 0,0-1 0,-1 0 0,1 0 0,0 0-1,-1 0 1,0 0 0,0-1 0,0 1 0,0-1 0,-6 4 0,-65 34-45,22-22-2896,45-17 1504,7-26-20055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0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5763,'0'0'14905,"-22"24"-10076,5-5-3726,-1-1-376,1 0 1,2 1-1,0 1 1,0 0-1,2 1 1,1 1 0,-11 24-1,9-7-651,1 1 0,2 0 0,1 1 0,-6 74 0,7 169-129,9-249 73,0-35-45,0 1 0,0-1 1,0 1-1,-1-1 0,1 1 0,0-1 0,1 1 0,-1-1 1,0 1-1,0-1 0,0 1 0,0-1 0,0 1 0,0-1 1,1 1-1,-1-1 0,0 1 0,0-1 0,1 0 0,-1 1 1,0-1-1,0 1 0,1-1 0,-1 0 0,1 1 0,-1-1 1,0 0-1,1 0 0,-1 1 0,1-1 0,-1 0 1,1 0-1,-1 1 0,0-1 0,1 0 0,-1 0 0,1 0 1,-1 0-1,1 0 0,-1 0 0,1 0 0,-1 0 0,1 0 1,-1 0-1,1 0 0,-1 0 0,1 0 0,-1 0 0,1 0 1,-1-1-1,1 1 0,-1 0 0,1 0 0,-1 0 1,1-1-1,0 0 0,1 0-669,1-1 32,0 1-1,-1-1 1,1 0-1,-1 0 1,1 0-1,-1 0 1,0 0-1,0 0 1,0-1-1,0 1 1,-1-1-1,1 0 1,2-5-1,11-24-8779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0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2081,'0'0'21146,"138"0"-19658,-82 0-1088,-6 4-400,-6 3-112,-6-1-1264,-9 0-2146,-4 1-2625,-2-5-2993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10789,'0'0'16968,"126"67"-16776,-112-59-192,5-4-176,-6-2-1073,-5 2-1440,0-4-2081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34 3698,'0'-4'16199,"-1"-25"-4876,-3 34-11246,1-1 0,-1 2 0,1-1 0,0 0 0,1 0 0,-1 1 0,1 0 0,-2 6 0,-5 14 94,-309 641 481,303-635-621,3-8-5,-59 106-279,63-117 34,-1 0 1,-1 0-1,0-1 0,-1 0 0,0-1 1,-25 19-1,30-26 123,0 0 0,-1-1 0,1 1 0,-1-1 0,0-1 0,-7 3 0,12-4 81,0-1 0,0 1 0,0-1 0,0 0 0,0 1 0,0-1 0,0 0 1,0 0-1,0 0 0,0-1 0,0 1 0,0 0 0,0-1 0,0 1 0,0-1 1,0 0-1,0 1 0,0-1 0,1 0 0,-1 0 0,0 0 0,0-1 0,1 1 0,-1 0 1,-2-3-1,0-3 7,0 0 1,0-1-1,1 1 0,0-1 1,1 1-1,-1-1 1,-1-12-1,-7-64-118,8 51 83,-15-179 2,16 121-3874,2 89 3542,0 1 0,0 0 1,0 0-1,0 0 0,0 0 0,1 0 1,-1 0-1,0 0 0,1 0 0,-1 0 1,0 0-1,1 0 0,0 0 1,-1 0-1,1 0 0,0 0 0,-1 0 1,1 0-1,0 0 0,0 1 0,0-1 1,-1 0-1,1 1 0,2-2 0,-1 0-652,13-8-8792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33 11445,'0'0'14687,"-16"-6"-13551,6 1-880,2 1-130,0 0-1,0 1 1,0 0-1,-9-2 1,14 4-45,0 1 0,-1-1 0,1 1 0,0 0 0,-1 0 0,1 0 0,-1 0 1,1 1-1,0-1 0,0 1 0,-1 0 0,1 0 0,0 0 0,0 0 1,0 1-1,-5 2 0,-7 7 109,1 1 0,0 1 0,1 0 0,0 0 0,1 1 0,1 1 0,0 0-1,1 1 1,0 0 0,2 0 0,0 1 0,1 0 0,-8 27 0,6-14-327,2 1-1,1-1 0,2 1 1,0 1-1,3-1 0,0 0 1,5 37-1,-3-59-200,1 0 0,0 0 0,0 0 0,1 0 0,0 0 0,1-1 0,-1 0 0,2 1 0,-1-1 0,11 13 0,-11-16-313,1 0 0,0 0 0,0 0-1,0-1 1,0 0 0,9 6 0,-9-8-312,0 1 0,0-1 0,0 0 1,0 0-1,0-1 0,1 0 0,-1 0 1,10 1-1,26-1-8687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9604,'0'0'9135,"18"13"-6160,-7-5-2537,-3-2-218,0-1-1,-1 1 1,0 0 0,0 0 0,0 1-1,-1 0 1,0 0 0,0 0 0,-1 1-1,0 0 1,0 0 0,0 0 0,-2 1-1,1-1 1,3 13 0,3 37 1139,-3 0 0,-2 0 0,-3 81 0,-2-107-1089,0-13-120,-1-1-1,0 0 1,-1 0-1,-1 0 1,-1 0-1,0 0 1,-10 22-1,10-31-196,0-1 0,-1 1 0,0-1 0,0-1 1,-1 1-1,1-1 0,-2 0 0,1 0 0,-1-1 0,0 0 0,0 0 0,-1 0 0,0-1 0,0-1 0,0 1 0,-10 3 0,9-4-852,-1-1 0,1 0 1,-1-1-1,0 0 0,0-1 1,-14 1-1,-23-1-6302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10309,'0'0'10533,"-115"2"-7604,60 29-1152,-1 9-177,2 14-127,3 3-160,16 9-497,22 1-528,13 0-240,7 2-48,26-6-208,13-9-816,8-10-1041,7-15-993,2-16-1520,-3-13-4466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1:4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12998,'0'0'10605,"16"21"-8751,-5-6-1557,3 3 82,0 0 0,-2 1 0,0 1 0,-1 0 0,-1 0 1,11 31-1,-7-8 180,-2 1 0,-2 0 1,-1 1-1,-3 0 1,1 66-1,-6-102-545,-1 0 0,0 0 0,-1 0 0,0 1 0,-1-1 0,0-1 0,0 1 0,-1 0 0,0 0 0,-1-1 0,1 0 0,-2 0 0,1 0 0,-1 0 0,0 0 1,-1-1-1,0 0 0,-9 9 0,-6 3-815,0 0 0,-26 17-1,15-15-2101,-1-2-1,-54 24 0,31-20-6311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5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1761,'0'0'5538,"5"1"-4446,-1 0-795,24 9 1868,-2-6 6484,-34 2-13128,-7-1-764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290 850 4866,'0'0'11307,"0"-1"-11071,0 0 0,0 1 1,0-1-1,0 0 0,0 0 1,0 1-1,0-1 0,0 0 1,0 0-1,0 0 1,0 1-1,0-1 0,-1 0 1,1 0-1,0 1 0,-1-2 1,-7-1-37,0 0 0,1 1 0,-1 0 0,0 1 0,0-1 0,0 1 0,-1 1 0,1 0 0,0 0 0,-13 2 0,-6-1-111,20-1-77,1 1 1,-1-1-1,1 1 1,0 1-1,0-1 1,0 1-1,0 0 1,0 1 0,0-1-1,0 1 1,1 0-1,-1 1 1,1-1-1,0 1 1,0 0-1,0 0 1,1 1-1,-8 8 1,7-6-10,0 1-1,0-1 1,1 1-1,0-1 1,0 1 0,1 1-1,0-1 1,0 0-1,1 1 1,0-1 0,1 1-1,-1 0 1,1 10-1,1-10 7,0-6-22,0 0 1,0 1-1,0-1 0,0 0 1,1 0-1,-1 0 1,1 0-1,1 4 0,-1-6 5,-1 0 0,1 0 0,0 0 0,0 0 0,0-1 1,0 1-1,-1 0 0,1 0 0,0-1 0,0 1 0,1-1 0,-1 1 0,0-1 0,0 1 0,0-1 0,0 1 0,0-1 0,1 0 0,-1 0 0,0 0 0,0 0 0,0 0 0,1 0 0,1 0 0,2 0 6,0-1 0,-1 0-1,1 0 1,0-1 0,-1 1-1,1-1 1,-1 0 0,1 0-1,-1 0 1,0-1 0,0 1-1,7-7 1,47-46 29,-42 38-34,52-57-604,-4-3 0,-3-2 0,78-133 1,109-281-2003,-238 469 4288,-16 34 1523,-11 20-2855,-38 58 205,4 2 0,4 3 0,-51 144 1,89-209-620,1 0-1,1 1 1,2-1 0,1 2 0,1-1 0,2 0 0,0 1 0,6 41-1,-4-66-183,-1 0 0,1 0 0,0-1 0,1 1 0,-1-1 0,1 1 0,0-1 0,0 1-1,0-1 1,1 0 0,0 0 0,0 0 0,0 0 0,0-1 0,0 1 0,1-1 0,-1 0-1,1 0 1,8 5 0,-4-4-807,0-1-1,1 0 1,-1 0-1,1-1 1,0 0-1,0 0 1,0-1-1,0 0 1,13-1-1,28 0-4753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4210,'0'0'15356,"-18"9"-13779,-57 31-176,65-34-1201,1-1 1,0 2 0,0-1-1,0 1 1,1 0-1,0 1 1,1 0 0,-1 0-1,1 0 1,1 1 0,0 0-1,0 1 1,1-1-1,-5 12 1,9-16-206,-1 0-1,1-1 1,1 1-1,-1 0 1,0 0-1,1 0 1,1 5-1,-1-4-54,3-5 34,0 0-1,0 0 1,0-1-1,1 1 1,-1-1 0,0 0-1,1 0 1,4-1 0,-5 1 4,5 0 0,0-2-1,0 1 1,0-1-1,0 0 1,0 0-1,0-1 1,0 0-1,-1-1 1,0 0-1,1 0 1,10-8-1,0-2-332,1-1-1,27-31 1,-44 44 346,-1 1 20,1 0 0,-1 0-1,0-1 1,1 1 0,-1-1 0,0 1 0,0-1 0,0 0 0,0 1 0,-1-1-1,1 0 1,0 0 0,-1 1 0,1-1 0,-1 0 0,1-3 552,-1 17-446,-6 49-1082,4-48 484,0 0 0,1 0 0,1 0 0,0 0 0,0 1 0,3 14 0,-2-27 296,0 0 0,-1-1 1,1 1-1,0 0 0,0-1 0,-1 1 1,1-1-1,0 0 0,0 1 1,0-1-1,0 0 0,0 1 0,0-1 1,-1 0-1,1 0 0,0 0 1,0 0-1,0 0 0,0 0 0,0 0 1,0 0-1,0 0 0,0 0 1,1-1-1,3 1-784,1 0 28,0 0 0,1 0 0,-1-1 1,0 0-1,0 0 0,1 0 0,-1-1 0,11-4 0,26-22-3770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8308,'0'0'11320,"-6"20"-8620,-28 73-936,-52 157 1538,39-59-2614,-2 10-4100,49-199 3250,-16 37-4345,15-37 3811,0-1-1,0 1 0,0-1 0,0 0 1,0 1-1,0-1 0,-1 0 1,1 0-1,0 0 0,-1 0 0,1 0 1,-1 0-1,-1 1 0,-5-1-5580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7091,'0'0'6283,"20"-2"-2980,1 0-2565,111-5 2123,212 7-697,-344 2-2158,1 0 1,-1 0 0,0-1-1,0 1 1,0 0 0,0 0-1,0 0 1,-1-1 0,1 1-1,0 0 1,-2 2 0,-4 5 137,-1 0 1,0-1-1,0 1 0,-1-2 1,0 1-1,-16 10 1,-6 8 82,20-17-186,-7 5-25,1 1 0,0 1-1,1 1 1,1 0 0,0 1 0,1 0 0,-13 26 0,25-43-25,1 1 0,-1-1 0,0 0 0,1 1 0,0-1 1,-1 0-1,1 1 0,0-1 0,-1 1 0,1-1 0,0 0 1,0 1-1,0-1 0,1 1 0,-1-1 0,0 2 0,1-2-2,-1-1-1,0 1 0,1-1 0,-1 1 0,1 0 1,-1-1-1,1 1 0,-1-1 0,1 1 0,-1-1 0,1 0 1,-1 1-1,1-1 0,0 0 0,-1 1 0,1-1 1,0 0-1,-1 0 0,1 1 0,0-1 0,-1 0 1,2 0-1,2 0-1,0 0 0,0 0 0,0-1-1,0 1 1,0-1 0,0 0 0,0 0 0,-1-1 0,1 1 0,4-3 0,7-4 38,0-1-1,0-1 1,-1 0-1,-1-1 1,1-1-1,-2 0 1,0 0-1,0-1 1,19-29-1,-21 26 1635,-11 25 1150,-3 20-2834,2-16 36,2 0 1,0 0 0,2 19 0,-1-28-25,0 1 1,0-1-1,0 0 1,1 0-1,-1 1 1,1-1-1,0 0 1,0-1-1,1 1 1,-1 0-1,1 0 1,0-1-1,5 6 0,-1-3-217,1 0 0,0 0-1,0-1 1,0 0 0,0-1-1,1 0 1,-1 0 0,19 5-1,-6-4-1383,0-2 0,42 3 0,40-4-5496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4018,'0'0'6707,"-3"22"-5979,-12 261 1206,16-175-1325,-4 133-214,0-209-488,-2 0 1,-1-1-1,-1 0 1,-2 0-1,-12 29 1,20-56-246,0-18-8486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194 270 3970,'0'0'5520,"27"-3"-4555,319-35 1919,-237 25-1958,1212-168 1307,-1255 168-2177,-29 6 168,0 0 0,59-1 1,-96 8-175,1 1 0,0-1 0,0 0 1,-1 1-1,1-1 0,0 1 0,-1-1 1,1 0-1,0 1 0,-1-1 0,1 1 1,-1 0-1,1-1 0,-1 1 0,1-1 1,-1 1-1,1 0 0,-1 0 1,0-1-1,1 1 0,-1 0 0,0-1 1,0 1-1,0 0 0,1 0 0,-1 0 1,0-1-1,0 1 0,0 0 0,0 0 1,0 1-1,-1 35 775,1-23-420,-9 117 1751,-1 5-942,10-89-1018,2-1 1,1 0 0,15 65 0,-1-40-173,-3-22-27,-3 0 0,-2 0 1,5 90-1,-13-118 2,-1-14 0,1 0-1,-1 0 0,0 0 1,-1 0-1,-1 8 1,1-13 0,1 0 0,-1-1 0,1 1 0,-1-1 0,0 1 0,1-1 1,-1 0-1,0 1 0,0-1 0,0 0 0,0 0 0,0 1 0,0-1 1,-1 0-1,1 0 0,0 0 0,-1 0 0,1 0 0,0-1 0,-1 1 0,1 0 1,-1-1-1,1 1 0,-1-1 0,0 1 0,1-1 0,-3 0 0,-35 3-270,0-3 0,0-1 0,0-2 0,-52-10 0,-31-3-588,-284 8-847,363 8 1606,-460 36-12,0 36 907,281-39 251,-11 3 250,309-38-2440,109-29-1974,-134 21 1498,95-18-5170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9428,'0'0'11574,"54"-48"-10934,-52 46-544,1-2-96,1 4-1505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2227 3474,'0'0'7270,"10"-4"-6422,7-1-443,0 0 1,1 1 0,-1 1-1,20-1 1,373-27 794,-19 0-1173,1543-22 1451,-1757 55-1485,249-9-152,-414 6 491,39-3-927,-36-1 5000,-15 5-4315,-2-1-53,1 0 1,-1 0-1,1 0 0,-1 0 1,1 0-1,0 0 1,0 0-1,-1-1 0,1 1 1,0 0-1,0-1 1,0 1-1,1-1 1,-1 1-1,0-1 0,0 1 1,1-1-1,-1-2 1,-10-32 248,6 2-140,2 1 0,3-64 1,1 47-76,0 22 12,1 0-1,1 0 1,2 0 0,1 1-1,9-29 1,58-128 255,-23 63-337,-42 97 12,-1-1 1,-1 0-1,0 0 0,1-38 1,-3-103 46,-5 115 208,2 0 0,14-97 0,84-465 1587,-96 588-1794,-1 14 116,0-1 0,1 1 0,0 0 0,0 0 0,6-11 0,-9 22-84,1 4-81,1 0 0,-1 0 0,0 0 0,0 0 1,-1 1-1,0-1 0,1 0 0,-2 7 0,1-11-12,0 56-352,0-55-176,0-1 346,0 1 0,0 0 0,0-1 1,0 1-1,0 0 0,0-1 0,0 1 1,-1 0-1,1-1 0,0 1 0,0 0 1,-1-1-1,1 1 0,0-1 0,-1 1 1,1-1-1,-1 1 0,1-1 0,-1 1 1,1-1-1,-1 1 0,0 0 0,-11 3-3655,-2-2-5401,5-2 2227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96,'0'0'7145,"0"5"-6092,0 20-53,0-9 7133,3-15-7810,-1 0 0,0 0 0,1 0 0,0 0 0,-1 0 0,1 0 0,-1-1-1,1 1 1,0-1 0,0 0 0,-1 0 0,5 0 0,-3 0-53,101 13 98,-24-2-240,89 1 1,-165-12 1583,-7 1-1019,-15 4-1349,-31 1-1691,-6-5 1043,4-1-122,-63-5-1,112 4 1554,-1 1 0,1 0 0,-1-1-1,1 1 1,-1-1 0,1 1 0,-1-1-1,1 0 1,0 0 0,-1 0 0,1 1-1,0-1 1,0 0 0,-1-1 0,1 1-1,0 0 1,0 0 0,0 0 0,0-1-1,1 1 1,-1 0 0,0-1 0,0 1-1,1-1 1,-1 1 0,0-3 0,0-3 562,0 0 0,0-1 1,0 1-1,1-11 1,0 18-690,2-18 7,1 1 1,0-1-1,1 1 0,1 0 0,1 0 0,8-17 1,-3 8 0,10-29-23,-6 20 27,-2-1 0,12-51 0,-18 36 1664,3 68-1508,12 84 274,-4-18-329,-10-46 141,5 56 0,-10-62 375,1 0 0,2-1 1,12 40-1,-16-65-472,0 0 1,1 0-1,0 0 0,0-1 1,0 1-1,1-1 0,-1 0 1,1 0-1,0 0 0,7 4 1,6 8 683,-17-16-830,-2 0-1176,0 0 291,0 0 1,-1-1-1,1 1 0,0-1 0,0 0 1,0 0-1,0 1 0,0-1 1,0-1-1,0 1 0,0 0 0,0 0 1,0-1-1,1 1 0,-1-1 0,-2-2 1,-10-10-10180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116 287 2273,'0'0'8612,"-12"-11"-7273,-40-34 1,50 43-1099,-1-1 1,0 1 0,0 0 0,-1 0-1,1 0 1,0 0 0,-1 0 0,1 1-1,-5-2 1,-7-4 3028,20 5-3184,1 1 0,0-1-1,0 1 1,-1 0 0,1 1-1,0-1 1,0 1-1,8 1 1,9-1 75,1012-96 305,-786 54-513,-35 4 1156,-95 28 2417,-67 9 853,-129-4-14610,34 1 3252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8902 2497,'-4'1'21090,"-4"-13"-20301,2-1-1,0 0 1,0 0 0,1 0 0,1-1 0,0 0-1,1 0 1,0 0 0,0-15 0,0-24-163,4-59 0,0 40-586,1 35-40,1 0 0,1 0 0,10-38 0,36-107 0,-28 111 0,23-136 0,-5-628 0,-32 402 0,-4-125 0,-5 322 0,-45-430 0,21 518 0,-79-259 0,19 94 0,-8-41 0,-15-64 0,-42-437 0,139 741 0,4 0 0,10-126 0,5 179 0,17-62 0,1-4 0,-9 40 0,36-106 0,-12 53 0,-33 112 0,132-575 0,-119 495-4,-7 37-218,-2-1 0,2-99 0,-4 19-118,-1 4 371,-10 128-37,0 15 2,0 0 0,1 1 0,0-1 0,0 0 0,0 1 0,0-1 0,1 1 0,0-1 0,0 0 0,0 1 0,0-1 0,1 1 0,2-6 1,2 8 7,0 1 0,0 0 0,-1 0 0,1 1 0,0 0 0,0 0 1,0 0-1,10 3 0,-1 0-2,-1 1-1,0 1 1,0 1 0,0 0 0,-1 0-1,0 1 1,15 11 0,12 6-21,2-3 2,2-2 1,0-2 0,0-2-1,2-2 1,46 8 0,240 21-17,1315 43 121,-1575-84-85,120-4 25,-170 1-23,0-1-1,-1 0 0,1-2 0,-1-1 1,0 0-1,29-14 0,-48 19 25,0 0 0,0 1 0,0-1 0,0 0 0,0 0 0,-1 0-1,1 0 1,0 0 0,-1 0 0,1-1 0,-1 1 0,1-1 0,-1 1 0,0-1-1,1 1 1,-1-1 0,0 0 0,0 0 0,0 1 0,0-1 0,-1 0 0,2-3 0,-17 14-110,-44 60 95,39-49 28,1 2 1,1 0-1,1 1 0,1 0 0,1 2 1,-15 33-1,-130 387 62,125-329-108,-37 229 0,40 69 4,-2 14 0,-1-201 0,-32 310 0,56-257 0,-31 389 0,25-526 0,-23 276 0,-7 324 0,-16 189 0,47-609 0,-16 592 0,32-858 0,10 431 0,-7-311 0,-3-175 0,0-1 0,0 0 0,-1 1 0,1-1 0,0 0 0,0 0 0,-1 1 0,1-1 0,-1 0 0,1 0 0,-1 1 0,1-1 0,-1 0 0,0 0 0,-1 2 0,2-3 0,-1 0 0,1 1 0,-1-1 0,1 0 0,-1 1 0,1-1 0,-1 0 0,0 0 0,1 1 0,-1-1 0,1 0 0,-1 0 0,0 0 0,1 0 0,-1 0 0,0 0 0,1 0 0,-1 0 0,1 0 0,-1 0 0,0 0 0,0-1 0,-1 0 0,0 1 0,1-1 0,-1 0 0,1 0 0,-1 0 0,1 0 0,-1 0 0,1-1 0,0 1 0,-1 0 0,1-1 0,0 1 0,0-1 0,0 1 0,0-1 0,0 0 0,0 1 0,1-1 0,-2-2 0,1-3-4,1 6 2,0 0 0,0 1 1,0-1-1,0 0 0,0 0 0,0 1 1,0-1-1,0 0 0,0 0 0,0 0 1,-1 1-1,1-1 0,0 0 1,-1 1-1,1-1 0,0 0 0,-1 1 1,1-1-1,-1 0 0,1 1 0,-1-1 1,1 1-1,-1-1 0,0 1 0,1-1 1,-1 1-1,0-1 0,1 1 1,-1-1-1,0 1 0,1 0 0,-2-1 1,-3 17-1061,-2 7 648,-1-1 0,-1 0 0,0-1 0,-2 0 0,0 0 0,-2-1 0,0-1 0,-1 0 0,-1-1 0,-31 30 0,22-24-470,-25 21-1487,45-41 1639,0-1-1,0-1 1,0 1-1,-1-1 1,1 1-1,-1-1 1,0 0-1,0-1 1,1 1-1,-8 0 1,-17-1-6690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2049,'0'0'6608,"25"-4"-4986,364-35 3770,103 11-889,276-18-2571,1-61 637,-495 65-1603,-260 36-1077,-15 6 61,1-1 1,-1 1-1,0-1 1,1 1 0,-1-1-1,0 1 1,0 0 0,1-1-1,-1 1 1,0 0-1,0 0 1,0 0 0,0-1-1,1 1 1,-1 0-1,0 0 1,0 0 0,0 0-1,-1 1 1,-108-10-7237,34-1-1038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1 502 2017,'0'0'8852,"18"-12"-7713,-17 11-1128,16-11 367,1 1 0,1 0 0,0 1-1,0 1 1,1 1 0,0 0 0,30-6 0,861-117 5444,-637 99-5161,-134 15-533,494-73-110,-622 88-43,21-3-466,1-2-1,-1-1 1,-1-1 0,56-25 0,-86 33 170,1 0-1,0 0 0,-1 0 1,1-1-1,-1 1 1,0-1-1,0 0 1,1 0-1,-1 0 1,0 0-1,0 0 1,0 0-1,-1 0 0,1 0 1,-1-1-1,1 1 1,-1-1-1,0 1 1,0-1-1,2-5 1,-2-17-5202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5 452 4370,'0'0'11234,"-2"-5"-10057,2 4-1135,-1 0 1,1 0-1,0 0 0,-1 0 0,1 0 0,0 0 1,0 0-1,0 0 0,-1 0 0,1 0 1,0 0-1,0-1 0,1 1 0,-1 0 1,0 0-1,0 0 0,0 0 0,1 0 1,-1 0-1,1 0 0,-1 0 0,1 0 1,-1 0-1,1 1 0,-1-1 0,1 0 1,0 0-1,-1 0 0,3-1 0,2 0 181,0-1-1,0 1 1,1-1 0,-1 1-1,10-1 1,-11 2-169,416-83 4365,5 37-3498,-376 43-802,181-17-52,391-50-873,-603 68 555,19-3-632,44-14 0,-71 17 332,-1 0 0,0-1-1,0 0 1,-1 0 0,1-1 0,-1 0 0,0-1-1,0 0 1,13-12 0,-19 15 70,0 1 1,0-1 0,0 0-1,0 0 1,0 0-1,0-1 1,-1 1-1,0 0 1,0 0-1,2-6 1,0-37-6062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1169,'0'0'7752,"14"-15"-6644,0-1-751,-9 9-195,0 0 0,1 1 1,0-1-1,1 1 1,-1 1-1,1-1 0,0 1 1,1 0-1,-1 1 0,1-1 1,0 2-1,16-6 0,35-8 1312,2 3 1,61-6-1,127-2 396,-242 21-1834,1498-63 2378,-1095 52-2318,-386 11-95,94-2-97,185-28-1,-289 29 86,0-1-1,-1 0 1,1-1-1,0 0 1,-1-1-1,22-12 1,-33 16 4,0 0 1,1 0-1,-1-1 0,0 1 1,0-1-1,-1 0 0,1 1 1,0-1-1,0 0 0,-1 0 1,1 0-1,-1 0 0,0 0 1,0-1-1,0 1 0,0 0 1,0 0-1,0-1 0,0 1 1,-1-1-1,1 1 0,-1-1 1,0 1-1,1-1 0,-1 1 1,-1-1-1,1 1 0,0-1 1,0 1-1,-1 0 0,0-4 1,-1 3-202,0-1 1,1 1-1,-1-1 1,0 1 0,-1 0-1,1 0 1,-1 0-1,1 0 1,-1 1 0,0-1-1,0 1 1,0-1-1,0 1 1,0 0 0,0 0-1,-1 1 1,1-1-1,-8-2 1,-36-3-8400,29 3 3250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51 228 1281,'0'0'6282,"-9"-6"-4782,-24-21-142,24 18-351,13 7-377,-1 2-410,311-20 4891,-216 17-4444,850-23 1471,-47 3-1956,-7-31-274,-870 52 104,21-1 54,-1-2 0,0-2-1,43-12 1,-83 18 148,-1 0 0,1 0-1,-1 0 1,1-1 0,-1 1 0,0-1 0,0 0 0,0 0 0,0 0 0,6-5 539,-14 8-652,3 1-163,0-1-1,-1 1 1,1 0-1,0 0 1,0 0-1,0 0 1,0 0-1,0 0 1,1 0-1,-1 0 1,1 1-1,-1-1 1,1 1-1,0-1 1,0 1-1,0 0 1,-1 5-1,-11 56-2906,12-54 2136,-6 41-3599,3 0-2206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99 222 1088,'0'0'9223,"-2"-4"-7579,-4-16-145,9-15 4971,-3 34-6367,0 1 0,0-1-1,0 0 1,-1 1 0,1-1 0,0 1 0,0-1 0,-1 1-1,1-1 1,-1 1 0,1-1 0,0 1 0,-1-1 0,1 1 0,-1 0-1,1-1 1,-1 1 0,1-1 0,-1 1 0,1 0 0,-1 0 0,0-1-1,1 1 1,-1 0 0,1 0 0,-1 0 0,0 0 0,1 0 0,-1 0-1,0 0 1,1 0 0,-1 0 0,1 0 0,-1 0 0,0 0-1,1 0 1,-1 0 0,-28 3-180,27-3 89,0 1 1,0-1-1,0 1 0,0-1 0,0 1 1,0 0-1,0 0 0,0 0 1,0 0-1,0 0 0,1 1 1,-1-1-1,0 1 0,1-1 1,-1 1-1,1-1 0,-1 1 1,1 0-1,0 0 0,0-1 1,0 1-1,0 0 0,0 0 1,0 3-1,-1 3 10,0 0 0,1 0 0,0 0 0,1 0 0,0 9 0,0-15-25,0-1 7,0 1-1,0-1 0,1 0 1,-1 1-1,1-1 0,-1 0 1,1 0-1,-1 1 0,1-1 1,0 0-1,0 0 0,-1 0 1,1 0-1,0 0 0,0 0 1,0 0-1,0 0 0,0-1 1,0 1-1,0 0 0,1 0 1,-1-1-1,0 1 0,0-1 1,0 1-1,1-1 0,-1 0 1,0 1-1,1-1 0,-1 0 1,0 0-1,2 0 0,54 1 9,-40-1 13,-2 0-15,0-1 0,0 0-1,0-1 1,-1-1 0,1 0 0,-1-1 0,20-8-1,-29 11-5,-1-1-1,0 0 0,1-1 0,-1 1 1,0-1-1,0 0 0,0 0 0,-1 0 0,1-1 1,-1 1-1,0-1 0,0 0 0,0 0 1,0 0-1,0 0 0,-1 0 0,0-1 1,0 1-1,0-1 0,-1 0 0,1 1 0,-1-1 1,0 0-1,-1 0 0,1 1 0,-1-6 1,0 6-28,0 1 0,-1 0 0,0-1 1,0 1-1,0 0 0,0 0 0,0-1 1,0 1-1,-1 0 0,0 0 0,0 0 1,1 1-1,-2-1 0,1 0 0,0 1 1,0-1-1,-1 1 0,-3-3 0,-8-5-1291,0 0 0,-25-12 0,4 3-3930,-2-6-2799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3330,'0'0'12403,"9"0"-10293,27 1-349,-35 0-1664,0-1 0,0 0 1,-1 1-1,1-1 1,0 0-1,-1 1 0,1-1 1,-1 1-1,1-1 1,0 1-1,-1-1 0,1 1 1,-1 0-1,1-1 1,-1 1-1,0 0 0,1-1 1,-1 1-1,0 0 1,1-1-1,-1 1 0,0 0 1,0 0-1,0-1 1,0 1-1,1 0 0,-1 0 1,-1 1-1,1 25 1087,-1-21-732,0 42 1166,-1-28-1525,2-1-1,0 1 1,1 0 0,8 37-1,-9-57-209,0 1-1,0-1 1,0 0-1,0 0 1,0 0-1,0 1 1,0-1-1,0 0 1,0 0 0,0 1-1,0-1 1,0 0-1,0 0 1,0 0-1,1 0 1,-1 1-1,0-1 1,0 0-1,0 0 1,0 0-1,0 0 1,1 0-1,-1 1 1,0-1-1,0 0 1,0 0-1,1 0 1,-1 0-1,0 0 1,0 0 0,0 0-1,1 0 1,-1 0-1,0 0 1,0 0-1,0 0 1,1 0-1,-1 0 1,0 0-1,0 0 1,0 0-1,1 0 1,-1 0-1,0 0 1,0 0-1,1 0 1,-1 0-1,0 0 1,0 0-1,0-1 1,0 1 0,1 0-1,-1 0 1,0 0-1,0 0 1,0 0-1,0-1 1,1 1-1,8-12-8115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46 112,'0'0'12622,"5"-7"-10293,-1 1-1865,-3 4-340,1 0 0,-1 0 0,0 0 0,1 0 0,-1 0 0,1 0-1,0 0 1,0 1 0,0-1 0,0 1 0,0-1 0,0 1 0,0 0 0,0 0-1,0 0 1,1 0 0,-1 0 0,0 0 0,1 0 0,-1 1 0,0-1 0,4 1-1,11 0 818,-9-1-592,0 1 0,-1 0 0,1 0 0,0 1 0,11 3 0,-17-4-327,-1 1-1,1-1 1,0 1-1,0 0 1,-1 0 0,1 0-1,0 0 1,-1 0-1,1 0 1,-1 0 0,0 1-1,1-1 1,-1 1-1,0-1 1,0 1-1,0-1 1,0 1 0,0 0-1,0-1 1,0 1-1,0 0 1,-1 0-1,1-1 1,-1 1 0,1 0-1,-1 0 1,0 3-1,1 0-10,-1 0-1,0 0 0,0 1 0,0-1 0,-1 0 0,0 0 0,0 0 0,0 0 1,-1 0-1,1 0 0,-1 0 0,-1-1 0,1 1 0,-3 4 0,-3 2-1,-1-1-1,0 1 0,-20 15 0,1 1 32,27-26-38,-1 1 0,1-1 1,-1 1-1,1 0 1,0-1-1,-1 1 1,1 0-1,0 0 0,0 0 1,0 0-1,1 0 1,-1 0-1,0 0 0,1 0 1,-1 0-1,1 0 1,0 0-1,0 1 1,0-1-1,0 0 0,0 3 1,1-4-1,0 0 1,0-1 0,0 1-1,-1-1 1,1 1-1,0-1 1,0 1 0,0-1-1,0 0 1,0 1-1,0-1 1,0 0-1,0 0 1,0 0 0,0 1-1,0-1 1,1-1-1,-1 1 1,0 0-1,0 0 1,0 0 0,1-1-1,2 1 16,26 0-206,0-1 0,0-2 0,38-8 0,-48 6-1678,-2 0 1,1-2-1,26-12 1,3-9-6704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3282,'0'0'11255,"16"-5"-9867,-14 4-1335,18-5 380,-1 0 0,1 2 1,-1 0-1,36-2 0,-37 5-263,-12 1-145,1-1 0,-1 1 1,0 1-1,0-1 1,0 1-1,9 2 0,-14-3-24,0 1 0,0-1 0,0 1-1,0-1 1,0 1 0,1 0 0,-1 0-1,0-1 1,-1 1 0,1 0 0,0 0-1,0 0 1,0 0 0,0 0-1,-1 1 1,1-1 0,-1 0 0,1 0-1,-1 0 1,1 0 0,-1 1 0,1-1-1,-1 0 1,0 0 0,0 1-1,0-1 1,0 0 0,0 1 0,0-1-1,0 0 1,0 1 0,0-1 0,-1 0-1,1 0 1,-1 3 0,-1 0 24,1 0-1,-1 1 1,0-1 0,-1 0-1,1 0 1,-1 0 0,1 0-1,-1-1 1,0 1 0,-6 5 0,6-7 15,0 1 1,0 0 0,0-1-1,1 2 1,-1-1 0,1 0-1,0 0 1,0 1 0,0-1-1,0 1 1,1 0 0,-1-1-1,1 1 1,0 0 0,0 0-1,0 5 1,1-6-30,0-1 1,0 0-1,1 1 1,-1-1 0,1 1-1,0-1 1,-1 0-1,1 1 1,0-1-1,1 0 1,-1 0-1,0 0 1,0 0-1,1 0 1,2 3-1,31 24 39,0 0-72,-33-28 20,0 1 0,-1 0 0,0 0 0,1 0-1,-1 0 1,0 0 0,0 0 0,0 1 0,0-1 0,0 0 0,-1 1 0,1-1 0,0 0 0,-1 1 0,0 3 0,0-5 5,0 0 0,-1 0 1,1 0-1,0 1 0,-1-1 1,1 0-1,-1 0 0,0 0 1,1 0-1,-1 0 0,0 0 1,0 0-1,1 0 0,-1 0 1,0 0-1,0 0 0,0-1 1,0 1-1,0 0 0,0-1 1,0 1-1,-1-1 0,1 1 1,0-1-1,0 1 0,-3 0 1,-36 7 230,34-8-145,-23 2 377,24-3-376,0 1 0,0 0 0,0 1 0,0-1 0,0 1 0,0 0 0,0 0 0,0 0 0,-9 5 0,13 4-3632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1345,'0'0'9046,"16"-12"-6914,52-40 64,-39 30 7112,-31 29-9095,-23 59 917,17-48-881,1 0 1,-7 30 0,10-21-154,1 0 0,1 49 0,2-75-82,0 0 1,0 0-1,1 0 1,-1 1-1,1-1 1,-1 0-1,1 0 1,-1 0-1,1 0 1,0 0-1,-1 0 1,1 0-1,0 0 1,0 0-1,0 0 1,-1-1-1,1 1 1,0 0-1,0 0 1,0-1-1,0 1 1,1-1-1,-1 1 1,0-1-1,0 1 1,0-1-1,0 0 1,3 1-1,41 5 284,-31-5-192,271 12 385,-285-13-494,0 0 1,0 0-1,1 0 0,-1 0 0,0 0 1,0 0-1,1 0 0,-1-1 0,0 1 1,0 0-1,1 0 0,-1 0 1,0 0-1,0 0 0,0 0 0,1-1 1,-1 1-1,0 0 0,0 0 0,0 0 1,0 0-1,1-1 0,-1 1 0,0 0 1,0 0-1,0-1 0,0 1 1,0 0-1,0 0 0,0 0 0,0-1 1,0 1-1,0 0 0,0 0 0,1-1 1,-1 1-1,-1 0 0,1 0 1,0-1-1,0 1 0,0 0 0,0 0 1,0-1-1,0 1 0,-23-3-8970,8 3 2206,5 0 767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1569,'0'0'18040,"-40"140"-16135,40-92-529,0-2-751,0-2-513,2-2-112,2-5-64,0-5-881,-1-1-1456,-1-6-2289,0-8-5234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8020,'0'0'12336,"0"13"-11682,-19 371 2755,7-202-2360,8-116-866,1 13-309,-3-1 0,-4 1 0,-21 84 1,29-156-533,0 0 1,0-1 0,-1 1 0,0 0 0,-6 9-1,10-36-8893,7-18 3986,10-14-11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341 232 2897,'0'0'11160,"20"-8"-9701,-6 2-1212,2 0 54,1 0-1,-1 0 1,1 2-1,0 0 1,0 1-1,32-2 1,840-69 4181,-683 36-4445,-166 28 586,-1-2 0,0-2 0,39-20 0,-78 34-566,0-1 0,0 1-1,0 0 1,0 0 0,1 0 0,-1 0-1,0 0 1,0 0 0,0 0 0,0 0-1,0 0 1,1 0 0,-1 0 0,0 0-1,0-1 1,0 1 0,0 0 0,1 0-1,-1 0 1,0 0 0,0 1 0,0-1-1,0 0 1,1 0 0,-1 0 0,0 0-1,0 0 1,0 0 0,0 0 0,0 0-1,1 0 1,-1 0 0,0 0 0,0 0 0,0 0-1,0 1 1,0-1 0,0 0 0,0 0-1,1 0 1,-1 0 0,0 0 0,0 1-1,0-1 1,0 0 0,0 0 0,0 0-1,0 11-311,0-6 499,-1 87 434,-4 0 0,-21 120-1,-131 472 404,155-679-1080,-42 122 17,36-107-22,-1-1 0,-1 1 0,-1-2 1,-15 21-1,23-36-11,0 1 1,0-1-1,0 0 1,-1 0-1,0 0 1,1 0 0,-1 0-1,0-1 1,0 0-1,-1 0 1,1 0-1,0 0 1,-1-1-1,1 0 1,-7 1 0,-5 0-185,0 0 0,0-2 1,-19-1-1,-1 0-99,-172-9-1018,11 0 720,151 9 541,-533 7-48,500 0 171,-122 26 0,177-25-489,24-7 364,0 1 0,0-1 0,0 0 0,0 0 1,0 0-1,0 1 0,1-1 0,-1 0 0,0 0 0,0 1 0,0-1 0,0 0 0,1 0 0,-1 0 0,0 0 0,0 1 0,1-1 0,-1 0 0,0 0 0,0 0 0,0 0 0,1 0 0,-1 0 0,0 0 0,0 0 0,1 0 0,-1 0 0,0 0 0,1 1 0,-1-2 0,0 1 0,0 0 0,1 0 0,-1 0 0,0 0 0,0 0 0,1 0 0,-1 0 0,50 1-4140,-47-1 4130,12 1-1660,1-2 0,24-4 0,-18-1-2903,37-14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63 880,'0'0'5803,"12"-10"-4352,37-32 401,-37 31 2643,-12 13-2673,-8 255 5712,-1 5-7307,9-260-324,-3 50-2014,3-49 1397,-1 1-1,0-1 0,0 1 1,0-1-1,-1 0 0,1 0 1,-1 1-1,1-1 0,-1 0 1,0 0-1,0-1 0,-5 6 1,-11 5-6506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4194,'20'-5'2150,"294"-48"6582,-241 46-7816,126-18-130,-193 24-694,0 0 0,-1 0-1,1-1 1,-1 0-1,7-3 988,-12 18-970,-6 23-48,2-13-191,-2 46-1,5-63 61,1 0 0,0 0 0,1 0 0,-1 0 0,1 0 0,1-1 0,2 9 0,-3-12 55,0 0 0,0 0 0,0 0 0,1-1 0,-1 1 0,1-1-1,-1 1 1,1-1 0,-1 1 0,1-1 0,0 0 0,0 0 0,0 0 0,0 0-1,0 0 1,0 0 0,0-1 0,0 1 0,0-1 0,0 1 0,0-1 0,0 0-1,3 1 1,-2-1 26,0 1-1,0-1 0,0 0 0,0 0 1,0 0-1,-1 0 0,1 0 1,0-1-1,0 0 0,0 1 0,-1-1 1,1 0-1,0 0 0,-1 0 1,1 0-1,0-1 0,-1 1 0,0-1 1,1 0-1,-1 1 0,0-1 1,0 0-1,0 0 0,0-1 1,0 1-1,-1 0 0,1 0 0,0-1 1,-1 1-1,0-1 0,0 0 1,0 1-1,0-1 0,0 0 0,0 0 1,-1 1-1,1-1 0,-1 0 1,0 0-1,0 0 0,0-4 0,1-2 243,-1 0-1,0 0 0,-1-1 0,0 1 0,-2-9 0,2 13-119,-1 1 0,0 0-1,1 0 1,-1 0 0,-1 0 0,1 0 0,-1 0-1,1 1 1,-1-1 0,0 1 0,0 0-1,-5-5 1,4 6-61,1-2-92,-1 0 0,0 1 0,0 0 1,0 0-1,-1 0 0,1 0 0,-1 1 1,1-1-1,-1 1 0,0 0 0,0 1 0,0-1 1,-10-1-1,15 3-142,-1 0 0,1 0-1,0 0 1,-1 1 0,1-1 0,-1 0 0,1 0 0,0 0 0,-1 0-1,1 0 1,-1 1 0,1-1 0,0 0 0,-1 0 0,1 1 0,0-1-1,-1 0 1,1 1 0,0-1 0,0 0 0,-1 0 0,1 1 0,0-1-1,0 1 1,0-1 0,-1 0 0,1 1 0,0-1 0,0 1 0,0-1 0,0 0-1,0 1 1,0-1 0,0 1 0,0-1 0,0 0 0,0 1 0,0-1-1,0 1 1,0-1 0,0 1 0,0-1 0,0 0 0,0 1 0,1 0-1,-1 4-1489,0 11-3857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4578,'0'0'15367,"-9"144"-13382,7-83-832,0 6-321,-2 6-512,2-4-320,-7-2-16,5-13-272,-2-10-865,4-15-1152,-4-10-992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7267,'0'0'2668,"18"-8"606,61-28-582,-71 33-2379,0 0 1,0 1 0,0-1 0,1 2 0,-1-1-1,1 1 1,0 1 0,-1-1 0,13 2 0,3 0 451,-22-1-666,1 0 1,-1 0-1,1 1 1,-1-1-1,0 1 0,1-1 1,-1 1-1,0 0 1,1 0-1,-1 0 1,0 0-1,0 0 1,0 0-1,0 1 1,0-1-1,0 1 1,0 0-1,3 3 0,-2-1-22,0 1-1,0-1 1,-1 1-1,0-1 1,0 1-1,0 0 1,0 0-1,1 9 0,0 0-1,-1 0-1,-1 0 0,-1 0 0,0 1 0,-3 26 0,2-36 9,-1 0 0,1-1 0,-1 1-1,1 0 1,-1-1 0,-1 0-1,1 1 1,-1-1 0,1 0-1,-1 0 1,0 0 0,-1-1 0,1 1-1,0-1 1,-1 0 0,0 0-1,0 0 1,0 0 0,0 0-1,-1-1 1,1 0 0,-5 2-1,-2 0-550,1-1-1,-1 1 0,0-2 0,-16 3 1,-19-2-8956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10965,'0'0'11317,"111"-73"-11045,-69 62-112,4 1-112,-4 4-48,4-3-16,-9 5-272,-9 0-1457,-12 0-1376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12102,'0'0'12245,"-52"142"-11541,26-79-447,3 10-257,0 7-593,-4 1-2800,-12-4-5747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5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1761,'0'0'5538,"5"1"-4446,-1 0-795,24 9 1868,-2-6 6484,-34 2-13128,-7-1-764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290 850 4866,'0'0'11307,"0"-1"-11071,0 0 0,0 1 1,0-1-1,0 0 0,0 0 1,0 1-1,0-1 0,0 0 1,0 0-1,0 0 1,0 1-1,0-1 0,-1 0 1,1 0-1,0 1 0,-1-2 1,-7-1-37,0 0 0,1 1 0,-1 0 0,0 1 0,0-1 0,0 1 0,-1 1 0,1 0 0,0 0 0,-13 2 0,-6-1-111,20-1-77,1 1 1,-1-1-1,1 1 1,0 1-1,0-1 1,0 1-1,0 0 1,0 1 0,0-1-1,0 1 1,1 0-1,-1 1 1,1-1-1,0 1 1,0 0-1,0 0 1,1 1-1,-8 8 1,7-6-10,0 1-1,0-1 1,1 1-1,0-1 1,0 1 0,1 1-1,0-1 1,0 0-1,1 1 1,0-1 0,1 1-1,-1 0 1,1 10-1,1-10 7,0-6-22,0 0 1,0 1-1,0-1 0,0 0 1,1 0-1,-1 0 1,1 0-1,1 4 0,-1-6 5,-1 0 0,1 0 0,0 0 0,0 0 0,0-1 1,0 1-1,-1 0 0,1 0 0,0-1 0,0 1 0,1-1 0,-1 1 0,0-1 0,0 1 0,0-1 0,0 1 0,0-1 0,1 0 0,-1 0 0,0 0 0,0 0 0,0 0 0,1 0 0,1 0 0,2 0 6,0-1 0,-1 0-1,1 0 1,0-1 0,-1 1-1,1-1 1,-1 0 0,1 0-1,-1 0 1,0-1 0,0 1-1,7-7 1,47-46 29,-42 38-34,52-57-604,-4-3 0,-3-2 0,78-133 1,109-281-2003,-238 469 4288,-16 34 1523,-11 20-2855,-38 58 205,4 2 0,4 3 0,-51 144 1,89-209-620,1 0-1,1 1 1,2-1 0,1 2 0,1-1 0,2 0 0,0 1 0,6 41-1,-4-66-183,-1 0 0,1 0 0,0-1 0,1 1 0,-1-1 0,1 1 0,0-1 0,0 1-1,0-1 1,1 0 0,0 0 0,0 0 0,0 0 0,0-1 0,0 1 0,1-1 0,-1 0-1,1 0 1,8 5 0,-4-4-807,0-1-1,1 0 1,-1 0-1,1-1 1,0 0-1,0 0 1,0-1-1,0 0 1,13-1-1,28 0-4753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4210,'0'0'15356,"-18"9"-13779,-57 31-176,65-34-1201,1-1 1,0 2 0,0-1-1,0 1 1,1 0-1,0 1 1,1 0 0,-1 0-1,1 0 1,1 1 0,0 0-1,0 1 1,1-1-1,-5 12 1,9-16-206,-1 0-1,1-1 1,1 1-1,-1 0 1,0 0-1,1 0 1,1 5-1,-1-4-54,3-5 34,0 0-1,0 0 1,0-1-1,1 1 1,-1-1 0,0 0-1,1 0 1,4-1 0,-5 1 4,5 0 0,0-2-1,0 1 1,0-1-1,0 0 1,0 0-1,0-1 1,0 0-1,-1-1 1,0 0-1,1 0 1,10-8-1,0-2-332,1-1-1,27-31 1,-44 44 346,-1 1 20,1 0 0,-1 0-1,0-1 1,1 1 0,-1-1 0,0 1 0,0-1 0,0 0 0,0 1 0,-1-1-1,1 0 1,0 0 0,-1 1 0,1-1 0,-1 0 0,1-3 552,-1 17-446,-6 49-1082,4-48 484,0 0 0,1 0 0,1 0 0,0 0 0,0 1 0,3 14 0,-2-27 296,0 0 0,-1-1 1,1 1-1,0 0 0,0-1 0,-1 1 1,1-1-1,0 0 0,0 1 1,0-1-1,0 0 0,0 1 0,0-1 1,-1 0-1,1 0 0,0 0 1,0 0-1,0 0 0,0 0 0,0 0 1,0 0-1,0 0 0,0 0 1,1-1-1,3 1-784,1 0 28,0 0 0,1 0 0,-1-1 1,0 0-1,0 0 0,1 0 0,-1-1 0,11-4 0,26-22-3770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8308,'0'0'11320,"-6"20"-8620,-28 73-936,-52 157 1538,39-59-2614,-2 10-4100,49-199 3250,-16 37-4345,15-37 3811,0-1-1,0 1 0,0-1 0,0 0 1,0 1-1,0-1 0,-1 0 1,1 0-1,0 0 0,-1 0 0,1 0 1,-1 0-1,-1 1 0,-5-1-5580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7091,'0'0'6283,"20"-2"-2980,1 0-2565,111-5 2123,212 7-697,-344 2-2158,1 0 1,-1 0 0,0-1-1,0 1 1,0 0 0,0 0-1,0 0 1,-1-1 0,1 1-1,0 0 1,-2 2 0,-4 5 137,-1 0 1,0-1-1,0 1 0,-1-2 1,0 1-1,-16 10 1,-6 8 82,20-17-186,-7 5-25,1 1 0,0 1-1,1 1 1,1 0 0,0 1 0,1 0 0,-13 26 0,25-43-25,1 1 0,-1-1 0,0 0 0,1 1 0,0-1 1,-1 0-1,1 1 0,0-1 0,-1 1 0,1-1 0,0 0 1,0 1-1,0-1 0,1 1 0,-1-1 0,0 2 0,1-2-2,-1-1-1,0 1 0,1-1 0,-1 1 0,1 0 1,-1-1-1,1 1 0,-1-1 0,1 1 0,-1-1 0,1 0 1,-1 1-1,1-1 0,0 0 0,-1 1 0,1-1 1,0 0-1,-1 0 0,1 1 0,0-1 0,-1 0 1,2 0-1,2 0-1,0 0 0,0 0 0,0-1-1,0 1 1,0-1 0,0 0 0,0 0 0,-1-1 0,1 1 0,4-3 0,7-4 38,0-1-1,0-1 1,-1 0-1,-1-1 1,1-1-1,-2 0 1,0 0-1,0-1 1,19-29-1,-21 26 1635,-11 25 1150,-3 20-2834,2-16 36,2 0 1,0 0 0,2 19 0,-1-28-25,0 1 1,0-1-1,0 0 1,1 0-1,-1 1 1,1-1-1,0 0 1,0-1-1,1 1 1,-1 0-1,1 0 1,0-1-1,5 6 0,-1-3-217,1 0 0,0 0-1,0-1 1,0 0 0,0-1-1,1 0 1,-1 0 0,19 5-1,-6-4-1383,0-2 0,42 3 0,40-4-5496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4018,'0'0'6707,"-3"22"-5979,-12 261 1206,16-175-1325,-4 133-214,0-209-488,-2 0 1,-1-1-1,-1 0 1,-2 0-1,-12 29 1,20-56-246,0-18-8486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194 270 3970,'0'0'5520,"27"-3"-4555,319-35 1919,-237 25-1958,1212-168 1307,-1255 168-2177,-29 6 168,0 0 0,59-1 1,-96 8-175,1 1 0,0-1 0,0 0 1,-1 1-1,1-1 0,0 1 0,-1-1 1,1 0-1,0 1 0,-1-1 0,1 1 1,-1 0-1,1-1 0,-1 1 0,1-1 1,-1 1-1,1 0 0,-1 0 1,0-1-1,1 1 0,-1 0 0,0-1 1,0 1-1,0 0 0,1 0 0,-1 0 1,0-1-1,0 1 0,0 0 0,0 0 1,0 1-1,-1 35 775,1-23-420,-9 117 1751,-1 5-942,10-89-1018,2-1 1,1 0 0,15 65 0,-1-40-173,-3-22-27,-3 0 0,-2 0 1,5 90-1,-13-118 2,-1-14 0,1 0-1,-1 0 0,0 0 1,-1 0-1,-1 8 1,1-13 0,1 0 0,-1-1 0,1 1 0,-1-1 0,0 1 0,1-1 1,-1 0-1,0 1 0,0-1 0,0 0 0,0 0 0,0 1 0,0-1 1,-1 0-1,1 0 0,0 0 0,-1 0 0,1 0 0,0-1 0,-1 1 0,1 0 1,-1-1-1,1 1 0,-1-1 0,0 1 0,1-1 0,-3 0 0,-35 3-270,0-3 0,0-1 0,0-2 0,-52-10 0,-31-3-588,-284 8-847,363 8 1606,-460 36-12,0 36 907,281-39 251,-11 3 250,309-38-2440,109-29-1974,-134 21 1498,95-18-5170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9428,'0'0'11574,"54"-48"-10934,-52 46-544,1-2-96,1 4-1505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2227 3474,'0'0'7270,"10"-4"-6422,7-1-443,0 0 1,1 1 0,-1 1-1,20-1 1,373-27 794,-19 0-1173,1543-22 1451,-1757 55-1485,249-9-152,-414 6 491,39-3-927,-36-1 5000,-15 5-4315,-2-1-53,1 0 1,-1 0-1,1 0 0,-1 0 1,1 0-1,0 0 1,0 0-1,-1-1 0,1 1 1,0 0-1,0-1 1,0 1-1,1-1 1,-1 1-1,0-1 0,0 1 1,1-1-1,-1-2 1,-10-32 248,6 2-140,2 1 0,3-64 1,1 47-76,0 22 12,1 0-1,1 0 1,2 0 0,1 1-1,9-29 1,58-128 255,-23 63-337,-42 97 12,-1-1 1,-1 0-1,0 0 0,1-38 1,-3-103 46,-5 115 208,2 0 0,14-97 0,84-465 1587,-96 588-1794,-1 14 116,0-1 0,1 1 0,0 0 0,0 0 0,6-11 0,-9 22-84,1 4-81,1 0 0,-1 0 0,0 0 0,0 0 1,-1 1-1,0-1 0,1 0 0,-2 7 0,1-11-12,0 56-352,0-55-176,0-1 346,0 1 0,0 0 0,0-1 1,0 1-1,0 0 0,0-1 0,0 1 1,-1 0-1,1-1 0,0 1 0,0 0 1,-1-1-1,1 1 0,0-1 0,-1 1 1,1-1-1,-1 1 0,1-1 0,-1 1 1,1-1-1,-1 1 0,0 0 0,-11 3-3655,-2-2-5401,5-2 2227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96,'0'0'7145,"0"5"-6092,0 20-53,0-9 7133,3-15-7810,-1 0 0,0 0 0,1 0 0,0 0 0,-1 0 0,1 0 0,-1-1-1,1 1 1,0-1 0,0 0 0,-1 0 0,5 0 0,-3 0-53,101 13 98,-24-2-240,89 1 1,-165-12 1583,-7 1-1019,-15 4-1349,-31 1-1691,-6-5 1043,4-1-122,-63-5-1,112 4 1554,-1 1 0,1 0 0,-1-1-1,1 1 1,-1-1 0,1 1 0,-1-1-1,1 0 1,0 0 0,-1 0 0,1 1-1,0-1 1,0 0 0,-1-1 0,1 1-1,0 0 1,0 0 0,0 0 0,0-1-1,1 1 1,-1 0 0,0-1 0,0 1-1,1-1 1,-1 1 0,0-3 0,0-3 562,0 0 0,0-1 1,0 1-1,1-11 1,0 18-690,2-18 7,1 1 1,0-1-1,1 1 0,1 0 0,1 0 0,8-17 1,-3 8 0,10-29-23,-6 20 27,-2-1 0,12-51 0,-18 36 1664,3 68-1508,12 84 274,-4-18-329,-10-46 141,5 56 0,-10-62 375,1 0 0,2-1 1,12 40-1,-16-65-472,0 0 1,1 0-1,0 0 0,0-1 1,0 1-1,1-1 0,-1 0 1,1 0-1,0 0 0,7 4 1,6 8 683,-17-16-830,-2 0-1176,0 0 291,0 0 1,-1-1-1,1 1 0,0-1 0,0 0 1,0 0-1,0 1 0,0-1 1,0-1-1,0 1 0,0 0 0,0 0 1,0-1-1,1 1 0,-1-1 0,-2-2 1,-10-10-10180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116 287 2273,'0'0'8612,"-12"-11"-7273,-40-34 1,50 43-1099,-1-1 1,0 1 0,0 0 0,-1 0-1,1 0 1,0 0 0,-1 0 0,1 1-1,-5-2 1,-7-4 3028,20 5-3184,1 1 0,0-1-1,0 1 1,-1 0 0,1 1-1,0-1 1,0 1-1,8 1 1,9-1 75,1012-96 305,-786 54-513,-35 4 1156,-95 28 2417,-67 9 853,-129-4-14610,34 1 3252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8902 2497,'-4'1'21090,"-4"-13"-20301,2-1-1,0 0 1,0 0 0,1 0 0,1-1 0,0 0-1,1 0 1,0 0 0,0-15 0,0-24-163,4-59 0,0 40-586,1 35-40,1 0 0,1 0 0,10-38 0,36-107 0,-28 111 0,23-136 0,-5-628 0,-32 402 0,-4-125 0,-5 322 0,-45-430 0,21 518 0,-79-259 0,19 94 0,-8-41 0,-15-64 0,-42-437 0,139 741 0,4 0 0,10-126 0,5 179 0,17-62 0,1-4 0,-9 40 0,36-106 0,-12 53 0,-33 112 0,132-575 0,-119 495-4,-7 37-218,-2-1 0,2-99 0,-4 19-118,-1 4 371,-10 128-37,0 15 2,0 0 0,1 1 0,0-1 0,0 0 0,0 1 0,0-1 0,1 1 0,0-1 0,0 0 0,0 1 0,0-1 0,1 1 0,2-6 1,2 8 7,0 1 0,0 0 0,-1 0 0,1 1 0,0 0 0,0 0 1,0 0-1,10 3 0,-1 0-2,-1 1-1,0 1 1,0 1 0,0 0 0,-1 0-1,0 1 1,15 11 0,12 6-21,2-3 2,2-2 1,0-2 0,0-2-1,2-2 1,46 8 0,240 21-17,1315 43 121,-1575-84-85,120-4 25,-170 1-23,0-1-1,-1 0 0,1-2 0,-1-1 1,0 0-1,29-14 0,-48 19 25,0 0 0,0 1 0,0-1 0,0 0 0,0 0 0,-1 0-1,1 0 1,0 0 0,-1 0 0,1-1 0,-1 1 0,1-1 0,-1 1 0,0-1-1,1 1 1,-1-1 0,0 0 0,0 0 0,0 1 0,0-1 0,-1 0 0,2-3 0,-17 14-110,-44 60 95,39-49 28,1 2 1,1 0-1,1 1 0,1 0 0,1 2 1,-15 33-1,-130 387 62,125-329-108,-37 229 0,40 69 4,-2 14 0,-1-201 0,-32 310 0,56-257 0,-31 389 0,25-526 0,-23 276 0,-7 324 0,-16 189 0,47-609 0,-16 592 0,32-858 0,10 431 0,-7-311 0,-3-175 0,0-1 0,0 0 0,-1 1 0,1-1 0,0 0 0,0 0 0,-1 1 0,1-1 0,-1 0 0,1 0 0,-1 1 0,1-1 0,-1 0 0,0 0 0,-1 2 0,2-3 0,-1 0 0,1 1 0,-1-1 0,1 0 0,-1 1 0,1-1 0,-1 0 0,0 0 0,1 1 0,-1-1 0,1 0 0,-1 0 0,0 0 0,1 0 0,-1 0 0,0 0 0,1 0 0,-1 0 0,1 0 0,-1 0 0,0 0 0,0-1 0,-1 0 0,0 1 0,1-1 0,-1 0 0,1 0 0,-1 0 0,1 0 0,-1 0 0,1-1 0,0 1 0,-1 0 0,1-1 0,0 1 0,0-1 0,0 1 0,0-1 0,0 0 0,0 1 0,1-1 0,-2-2 0,1-3-4,1 6 2,0 0 0,0 1 1,0-1-1,0 0 0,0 0 0,0 1 1,0-1-1,0 0 0,0 0 0,0 0 1,-1 1-1,1-1 0,0 0 1,-1 1-1,1-1 0,0 0 0,-1 1 1,1-1-1,-1 0 0,1 1 0,-1-1 1,1 1-1,-1-1 0,0 1 0,1-1 1,-1 1-1,0-1 0,1 1 1,-1-1-1,0 1 0,1 0 0,-2-1 1,-3 17-1061,-2 7 648,-1-1 0,-1 0 0,0-1 0,-2 0 0,0 0 0,-2-1 0,0-1 0,-1 0 0,-1-1 0,-31 30 0,22-24-470,-25 21-1487,45-41 1639,0-1-1,0-1 1,0 1-1,-1-1 1,1 1-1,-1-1 1,0 0-1,0-1 1,1 1-1,-8 0 1,-17-1-6690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2049,'0'0'6608,"25"-4"-4986,364-35 3770,103 11-889,276-18-2571,1-61 637,-495 65-1603,-260 36-1077,-15 6 61,1-1 1,-1 1-1,0-1 1,1 1 0,-1-1-1,0 1 1,0 0 0,1-1-1,-1 1 1,0 0-1,0 0 1,0 0 0,0-1-1,1 1 1,-1 0-1,0 0 1,0 0 0,0 0-1,-1 1 1,-108-10-7237,34-1-1038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1 502 2017,'0'0'8852,"18"-12"-7713,-17 11-1128,16-11 367,1 1 0,1 0 0,0 1-1,0 1 1,1 1 0,0 0 0,30-6 0,861-117 5444,-637 99-5161,-134 15-533,494-73-110,-622 88-43,21-3-466,1-2-1,-1-1 1,-1-1 0,56-25 0,-86 33 170,1 0-1,0 0 0,-1 0 1,1-1-1,-1 1 1,0-1-1,0 0 1,1 0-1,-1 0 1,0 0-1,0 0 1,0 0-1,-1 0 0,1 0 1,-1-1-1,1 1 1,-1-1-1,0 1 1,0-1-1,2-5 1,-2-17-5202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5 452 4370,'0'0'11234,"-2"-5"-10057,2 4-1135,-1 0 1,1 0-1,0 0 0,-1 0 0,1 0 0,0 0 1,0 0-1,0 0 0,-1 0 0,1 0 1,0 0-1,0-1 0,1 1 0,-1 0 1,0 0-1,0 0 0,0 0 0,1 0 1,-1 0-1,1 0 0,-1 0 0,1 0 1,-1 0-1,1 1 0,-1-1 0,1 0 1,0 0-1,-1 0 0,3-1 0,2 0 181,0-1-1,0 1 1,1-1 0,-1 1-1,10-1 1,-11 2-169,416-83 4365,5 37-3498,-376 43-802,181-17-52,391-50-873,-603 68 555,19-3-632,44-14 0,-71 17 332,-1 0 0,0-1-1,0 0 1,-1 0 0,1-1 0,-1 0 0,0-1-1,0 0 1,13-12 0,-19 15 70,0 1 1,0-1 0,0 0-1,0 0 1,0 0-1,0-1 1,-1 1-1,0 0 1,0 0-1,2-6 1,0-37-6062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1169,'0'0'7752,"14"-15"-6644,0-1-751,-9 9-195,0 0 0,1 1 1,0-1-1,1 1 1,-1 1-1,1-1 0,0 1 1,1 0-1,-1 1 0,1-1 1,0 2-1,16-6 0,35-8 1312,2 3 1,61-6-1,127-2 396,-242 21-1834,1498-63 2378,-1095 52-2318,-386 11-95,94-2-97,185-28-1,-289 29 86,0-1-1,-1 0 1,1-1-1,0 0 1,-1-1-1,22-12 1,-33 16 4,0 0 1,1 0-1,-1-1 0,0 1 1,0-1-1,-1 0 0,1 1 1,0-1-1,0 0 0,-1 0 1,1 0-1,-1 0 0,0 0 1,0-1-1,0 1 0,0 0 1,0 0-1,0-1 0,0 1 1,-1-1-1,1 1 0,-1-1 1,0 1-1,1-1 0,-1 1 1,-1-1-1,1 1 0,0-1 1,0 1-1,-1 0 0,0-4 1,-1 3-202,0-1 1,1 1-1,-1-1 1,0 1 0,-1 0-1,1 0 1,-1 0-1,1 0 1,-1 1 0,0-1-1,0 1 1,0-1-1,0 1 1,0 0 0,0 0-1,-1 1 1,1-1-1,-8-2 1,-36-3-8400,29 3 3250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51 228 1281,'0'0'6282,"-9"-6"-4782,-24-21-142,24 18-351,13 7-377,-1 2-410,311-20 4891,-216 17-4444,850-23 1471,-47 3-1956,-7-31-274,-870 52 104,21-1 54,-1-2 0,0-2-1,43-12 1,-83 18 148,-1 0 0,1 0-1,-1 0 1,1-1 0,-1 1 0,0-1 0,0 0 0,0 0 0,0 0 0,6-5 539,-14 8-652,3 1-163,0-1-1,-1 1 1,1 0-1,0 0 1,0 0-1,0 0 1,0 0-1,0 0 1,1 0-1,-1 0 1,1 1-1,-1-1 1,1 1-1,0-1 1,0 1-1,0 0 1,-1 5-1,-11 56-2906,12-54 2136,-6 41-3599,3 0-2206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99 222 1088,'0'0'9223,"-2"-4"-7579,-4-16-145,9-15 4971,-3 34-6367,0 1 0,0-1-1,0 0 1,-1 1 0,1-1 0,0 1 0,0-1 0,-1 1-1,1-1 1,-1 1 0,1-1 0,0 1 0,-1-1 0,1 1 0,-1 0-1,1-1 1,-1 1 0,1-1 0,-1 1 0,1 0 0,-1 0 0,0-1-1,1 1 1,-1 0 0,1 0 0,-1 0 0,0 0 0,1 0 0,-1 0-1,0 0 1,1 0 0,-1 0 0,1 0 0,-1 0 0,0 0-1,1 0 1,-1 0 0,-28 3-180,27-3 89,0 1 1,0-1-1,0 1 0,0-1 0,0 1 1,0 0-1,0 0 0,0 0 1,0 0-1,0 0 0,1 1 1,-1-1-1,0 1 0,1-1 1,-1 1-1,1-1 0,-1 1 1,1 0-1,0 0 0,0-1 1,0 1-1,0 0 0,0 0 1,0 3-1,-1 3 10,0 0 0,1 0 0,0 0 0,1 0 0,0 9 0,0-15-25,0-1 7,0 1-1,0-1 0,1 0 1,-1 1-1,1-1 0,-1 0 1,1 0-1,-1 1 0,1-1 1,0 0-1,0 0 0,-1 0 1,1 0-1,0 0 0,0 0 1,0 0-1,0 0 0,0-1 1,0 1-1,0 0 0,1 0 1,-1-1-1,0 1 0,0-1 1,0 1-1,1-1 0,-1 0 1,0 1-1,1-1 0,-1 0 1,0 0-1,2 0 0,54 1 9,-40-1 13,-2 0-15,0-1 0,0 0-1,0-1 1,-1-1 0,1 0 0,-1-1 0,20-8-1,-29 11-5,-1-1-1,0 0 0,1-1 0,-1 1 1,0-1-1,0 0 0,0 0 0,-1 0 0,1-1 1,-1 1-1,0-1 0,0 0 0,0 0 1,0 0-1,0 0 0,-1 0 0,0-1 1,0 1-1,0-1 0,-1 0 0,1 1 0,-1-1 1,0 0-1,-1 0 0,1 1 0,-1-6 1,0 6-28,0 1 0,-1 0 0,0-1 1,0 1-1,0 0 0,0 0 0,0-1 1,0 1-1,-1 0 0,0 0 0,0 0 1,1 1-1,-2-1 0,1 0 0,0 1 1,0-1-1,-1 1 0,-3-3 0,-8-5-1291,0 0 0,-25-12 0,4 3-3930,-2-6-2799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3330,'0'0'12403,"9"0"-10293,27 1-349,-35 0-1664,0-1 0,0 0 1,-1 1-1,1-1 1,0 0-1,-1 1 0,1-1 1,-1 1-1,1-1 1,0 1-1,-1-1 0,1 1 1,-1 0-1,1-1 1,-1 1-1,0 0 0,1-1 1,-1 1-1,0 0 1,1-1-1,-1 1 0,0 0 1,0 0-1,0-1 1,0 1-1,1 0 0,-1 0 1,-1 1-1,1 25 1087,-1-21-732,0 42 1166,-1-28-1525,2-1-1,0 1 1,1 0 0,8 37-1,-9-57-209,0 1-1,0-1 1,0 0-1,0 0 1,0 0-1,0 1 1,0-1-1,0 0 1,0 0 0,0 1-1,0-1 1,0 0-1,0 0 1,0 0-1,1 0 1,-1 1-1,0-1 1,0 0-1,0 0 1,0 0-1,0 0 1,1 0-1,-1 1 1,0-1-1,0 0 1,0 0-1,1 0 1,-1 0-1,0 0 1,0 0 0,0 0-1,1 0 1,-1 0-1,0 0 1,0 0-1,0 0 1,1 0-1,-1 0 1,0 0-1,0 0 1,0 0-1,1 0 1,-1 0-1,0 0 1,0 0-1,1 0 1,-1 0-1,0 0 1,0 0-1,0-1 1,0 1 0,1 0-1,-1 0 1,0 0-1,0 0 1,0 0-1,0-1 1,1 1-1,8-12-8115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46 112,'0'0'12622,"5"-7"-10293,-1 1-1865,-3 4-340,1 0 0,-1 0 0,0 0 0,1 0 0,-1 0 0,1 0-1,0 0 1,0 1 0,0-1 0,0 1 0,0-1 0,0 1 0,0 0 0,0 0-1,0 0 1,1 0 0,-1 0 0,0 0 0,1 0 0,-1 1 0,0-1 0,4 1-1,11 0 818,-9-1-592,0 1 0,-1 0 0,1 0 0,0 1 0,11 3 0,-17-4-327,-1 1-1,1-1 1,0 1-1,0 0 1,-1 0 0,1 0-1,0 0 1,-1 0-1,1 0 1,-1 0 0,0 1-1,1-1 1,-1 1-1,0-1 1,0 1-1,0-1 1,0 1 0,0 0-1,0-1 1,0 1-1,0 0 1,-1 0-1,1-1 1,-1 1 0,1 0-1,-1 0 1,0 3-1,1 0-10,-1 0-1,0 0 0,0 1 0,0-1 0,-1 0 0,0 0 0,0 0 0,0 0 1,-1 0-1,1 0 0,-1 0 0,-1-1 0,1 1 0,-3 4 0,-3 2-1,-1-1-1,0 1 0,-20 15 0,1 1 32,27-26-38,-1 1 0,1-1 1,-1 1-1,1 0 1,0-1-1,-1 1 1,1 0-1,0 0 0,0 0 1,0 0-1,1 0 1,-1 0-1,0 0 0,1 0 1,-1 0-1,1 0 1,0 0-1,0 1 1,0-1-1,0 0 0,0 3 1,1-4-1,0 0 1,0-1 0,0 1-1,-1-1 1,1 1-1,0-1 1,0 1 0,0-1-1,0 0 1,0 1-1,0-1 1,0 0-1,0 0 1,0 0 0,0 1-1,0-1 1,1-1-1,-1 1 1,0 0-1,0 0 1,0 0 0,1-1-1,2 1 16,26 0-206,0-1 0,0-2 0,38-8 0,-48 6-1678,-2 0 1,1-2-1,26-12 1,3-9-6704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3282,'0'0'11255,"16"-5"-9867,-14 4-1335,18-5 380,-1 0 0,1 2 1,-1 0-1,36-2 0,-37 5-263,-12 1-145,1-1 0,-1 1 1,0 1-1,0-1 1,0 1-1,9 2 0,-14-3-24,0 1 0,0-1 0,0 1-1,0-1 1,0 1 0,1 0 0,-1 0-1,0-1 1,-1 1 0,1 0 0,0 0-1,0 0 1,0 0 0,0 0-1,-1 1 1,1-1 0,-1 0 0,1 0-1,-1 0 1,1 0 0,-1 1 0,1-1-1,-1 0 1,0 0 0,0 1-1,0-1 1,0 0 0,0 1 0,0-1-1,0 0 1,0 1 0,0-1 0,-1 0-1,1 0 1,-1 3 0,-1 0 24,1 0-1,-1 1 1,0-1 0,-1 0-1,1 0 1,-1 0 0,1 0-1,-1-1 1,0 1 0,-6 5 0,6-7 15,0 1 1,0 0 0,0-1-1,1 2 1,-1-1 0,1 0-1,0 0 1,0 1 0,0-1-1,0 1 1,1 0 0,-1-1-1,1 1 1,0 0 0,0 0-1,0 5 1,1-6-30,0-1 1,0 0-1,1 1 1,-1-1 0,1 1-1,0-1 1,-1 0-1,1 1 1,0-1-1,1 0 1,-1 0-1,0 0 1,0 0-1,1 0 1,2 3-1,31 24 39,0 0-72,-33-28 20,0 1 0,-1 0 0,0 0 0,1 0-1,-1 0 1,0 0 0,0 0 0,0 1 0,0-1 0,0 0 0,-1 1 0,1-1 0,0 0 0,-1 1 0,0 3 0,0-5 5,0 0 0,-1 0 1,1 0-1,0 1 0,-1-1 1,1 0-1,-1 0 0,0 0 1,1 0-1,-1 0 0,0 0 1,0 0-1,1 0 0,-1 0 1,0 0-1,0 0 0,0-1 1,0 1-1,0 0 0,0-1 1,0 1-1,-1-1 0,1 1 1,0-1-1,0 1 0,-3 0 1,-36 7 230,34-8-145,-23 2 377,24-3-376,0 1 0,0 0 0,0 1 0,0-1 0,0 1 0,0 0 0,0 0 0,0 0 0,-9 5 0,13 4-3632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1345,'0'0'9046,"16"-12"-6914,52-40 64,-39 30 7112,-31 29-9095,-23 59 917,17-48-881,1 0 1,-7 30 0,10-21-154,1 0 0,1 49 0,2-75-82,0 0 1,0 0-1,1 0 1,-1 1-1,1-1 1,-1 0-1,1 0 1,-1 0-1,1 0 1,0 0-1,-1 0 1,1 0-1,0 0 1,0 0-1,0 0 1,-1-1-1,1 1 1,0 0-1,0 0 1,0-1-1,0 1 1,1-1-1,-1 1 1,0-1-1,0 1 1,0-1-1,0 0 1,3 1-1,41 5 284,-31-5-192,271 12 385,-285-13-494,0 0 1,0 0-1,1 0 0,-1 0 0,0 0 1,0 0-1,1 0 0,-1-1 0,0 1 1,0 0-1,1 0 0,-1 0 1,0 0-1,0 0 0,0 0 0,1-1 1,-1 1-1,0 0 0,0 0 0,0 0 1,0 0-1,1-1 0,-1 1 0,0 0 1,0 0-1,0-1 0,0 1 1,0 0-1,0 0 0,0 0 0,0-1 1,0 1-1,0 0 0,0 0 0,1-1 1,-1 1-1,-1 0 0,1 0 1,0-1-1,0 1 0,0 0 0,0 0 1,0-1-1,0 1 0,-23-3-8970,8 3 2206,5 0 767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1569,'0'0'18040,"-40"140"-16135,40-92-529,0-2-751,0-2-513,2-2-112,2-5-64,0-5-881,-1-1-1456,-1-6-2289,0-8-5234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8020,'0'0'12336,"0"13"-11682,-19 371 2755,7-202-2360,8-116-866,1 13-309,-3-1 0,-4 1 0,-21 84 1,29-156-533,0 0 1,0-1 0,-1 1 0,0 0 0,-6 9-1,10-36-8893,7-18 3986,10-14-11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341 232 2897,'0'0'11160,"20"-8"-9701,-6 2-1212,2 0 54,1 0-1,-1 0 1,1 2-1,0 0 1,0 1-1,32-2 1,840-69 4181,-683 36-4445,-166 28 586,-1-2 0,0-2 0,39-20 0,-78 34-566,0-1 0,0 1-1,0 0 1,0 0 0,1 0 0,-1 0-1,0 0 1,0 0 0,0 0 0,0 0-1,0 0 1,1 0 0,-1 0 0,0 0-1,0-1 1,0 1 0,0 0 0,1 0-1,-1 0 1,0 0 0,0 1 0,0-1-1,0 0 1,1 0 0,-1 0 0,0 0-1,0 0 1,0 0 0,0 0 0,0 0-1,1 0 1,-1 0 0,0 0 0,0 0 0,0 0-1,0 1 1,0-1 0,0 0 0,0 0-1,1 0 1,-1 0 0,0 0 0,0 1-1,0-1 1,0 0 0,0 0 0,0 0-1,0 11-311,0-6 499,-1 87 434,-4 0 0,-21 120-1,-131 472 404,155-679-1080,-42 122 17,36-107-22,-1-1 0,-1 1 0,-1-2 1,-15 21-1,23-36-11,0 1 1,0-1-1,0 0 1,-1 0-1,0 0 1,1 0 0,-1 0-1,0-1 1,0 0-1,-1 0 1,1 0-1,0 0 1,-1-1-1,1 0 1,-7 1 0,-5 0-185,0 0 0,0-2 1,-19-1-1,-1 0-99,-172-9-1018,11 0 720,151 9 541,-533 7-48,500 0 171,-122 26 0,177-25-489,24-7 364,0 1 0,0-1 0,0 0 0,0 0 1,0 0-1,0 1 0,1-1 0,-1 0 0,0 0 0,0 1 0,0-1 0,0 0 0,1 0 0,-1 0 0,0 0 0,0 1 0,1-1 0,-1 0 0,0 0 0,0 0 0,0 0 0,1 0 0,-1 0 0,0 0 0,0 0 0,1 0 0,-1 0 0,0 0 0,1 1 0,-1-2 0,0 1 0,0 0 0,1 0 0,-1 0 0,0 0 0,0 0 0,1 0 0,-1 0 0,50 1-4140,-47-1 4130,12 1-1660,1-2 0,24-4 0,-18-1-2903,37-14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63 880,'0'0'5803,"12"-10"-4352,37-32 401,-37 31 2643,-12 13-2673,-8 255 5712,-1 5-7307,9-260-324,-3 50-2014,3-49 1397,-1 1-1,0-1 0,0 1 1,0-1-1,-1 0 0,1 0 1,-1 1-1,1-1 0,-1 0 1,0 0-1,0-1 0,-5 6 1,-11 5-6506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4194,'20'-5'2150,"294"-48"6582,-241 46-7816,126-18-130,-193 24-694,0 0 0,-1 0-1,1-1 1,-1 0-1,7-3 988,-12 18-970,-6 23-48,2-13-191,-2 46-1,5-63 61,1 0 0,0 0 0,1 0 0,-1 0 0,1 0 0,1-1 0,2 9 0,-3-12 55,0 0 0,0 0 0,0 0 0,1-1 0,-1 1 0,1-1-1,-1 1 1,1-1 0,-1 1 0,1-1 0,0 0 0,0 0 0,0 0 0,0 0-1,0 0 1,0 0 0,0-1 0,0 1 0,0-1 0,0 1 0,0-1 0,0 0-1,3 1 1,-2-1 26,0 1-1,0-1 0,0 0 0,0 0 1,0 0-1,-1 0 0,1 0 1,0-1-1,0 0 0,0 1 0,-1-1 1,1 0-1,0 0 0,-1 0 1,1 0-1,0-1 0,-1 1 0,0-1 1,1 0-1,-1 1 0,0-1 1,0 0-1,0 0 0,0-1 1,0 1-1,-1 0 0,1 0 0,0-1 1,-1 1-1,0-1 0,0 0 1,0 1-1,0-1 0,0 0 0,0 0 1,-1 1-1,1-1 0,-1 0 1,0 0-1,0 0 0,0-4 0,1-2 243,-1 0-1,0 0 0,-1-1 0,0 1 0,-2-9 0,2 13-119,-1 1 0,0 0-1,1 0 1,-1 0 0,-1 0 0,1 0 0,-1 0-1,1 1 1,-1-1 0,0 1 0,0 0-1,-5-5 1,4 6-61,1-2-92,-1 0 0,0 1 0,0 0 1,0 0-1,-1 0 0,1 0 0,-1 1 1,1-1-1,-1 1 0,0 0 0,0 1 0,0-1 1,-10-1-1,15 3-142,-1 0 0,1 0-1,0 0 1,-1 1 0,1-1 0,-1 0 0,1 0 0,0 0 0,-1 0-1,1 0 1,-1 1 0,1-1 0,0 0 0,-1 0 0,1 1 0,0-1-1,-1 0 1,1 1 0,0-1 0,0 0 0,-1 0 0,1 1 0,0-1-1,0 1 1,0-1 0,-1 0 0,1 1 0,0-1 0,0 1 0,0-1 0,0 0-1,0 1 1,0-1 0,0 1 0,0-1 0,0 0 0,0 1 0,0-1-1,0 1 1,0-1 0,0 1 0,0-1 0,0 0 0,0 1 0,1 0-1,-1 4-1489,0 11-3857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4578,'0'0'15367,"-9"144"-13382,7-83-832,0 6-321,-2 6-512,2-4-320,-7-2-16,5-13-272,-2-10-865,4-15-1152,-4-10-992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7267,'0'0'2668,"18"-8"606,61-28-582,-71 33-2379,0 0 1,0 1 0,0-1 0,1 2 0,-1-1-1,1 1 1,0 1 0,-1-1 0,13 2 0,3 0 451,-22-1-666,1 0 1,-1 0-1,1 1 1,-1-1-1,0 1 0,1-1 1,-1 1-1,0 0 1,1 0-1,-1 0 1,0 0-1,0 0 1,0 0-1,0 1 1,0-1-1,0 1 1,0 0-1,3 3 0,-2-1-22,0 1-1,0-1 1,-1 1-1,0-1 1,0 1-1,0 0 1,0 0-1,1 9 0,0 0-1,-1 0-1,-1 0 0,-1 0 0,0 1 0,-3 26 0,2-36 9,-1 0 0,1-1 0,-1 1-1,1 0 1,-1-1 0,-1 0-1,1 1 1,-1-1 0,1 0-1,-1 0 1,0 0 0,-1-1 0,1 1-1,0-1 1,-1 0 0,0 0-1,0 0 1,0 0 0,0 0-1,-1-1 1,1 0 0,-5 2-1,-2 0-550,1-1-1,-1 1 0,0-2 0,-16 3 1,-19-2-8956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3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29 3570,'0'0'10052,"2"-6"-8336,-2 4-1879,6-16 2813,-3 16-848,-2 13-662,-4 37-244,-2 0 0,-3-1 0,-18 64 1,5-22-766,-17 96-298,-12 54-2742,14-82-7840,33-146 6953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0 114 960,'0'0'7097,"6"-6"-5955,0-1-775,-4 4-201,0 0 1,0 0-1,0 0 0,1 1 0,0-1 0,-1 1 0,10-6 5936,-18 12-5148,-9 5 3557,19-16-4218,3 1-274,-1 1 1,1 0-1,0 0 0,0 1 1,0 0-1,1 1 0,-1-1 1,14-3-1,69-14 1,-70 17-11,11-1-5,0 1 1,0 2 0,42 2-1,-71 0-2,1 0-1,-1 1 1,0-1-1,1 0 1,-1 1-1,0-1 0,1 1 1,-1 0-1,0 0 1,0 0-1,0 0 0,1 0 1,-1 1-1,-1-1 1,1 1-1,0-1 0,0 1 1,0-1-1,-1 1 1,1 0-1,-1 0 1,1 0-1,-1 0 0,0 0 1,0 0-1,0 1 1,1 2-1,0 3 22,0-1 0,0 1 0,-1 0 0,0 1 0,0-1 0,-2 16 0,0-20 5,1 0 1,-1 0-1,-1 0 1,1 0 0,0 0-1,-1 0 1,0-1-1,0 1 1,0 0-1,0-1 1,-1 0 0,0 1-1,1-1 1,-1 0-1,0 0 1,0-1 0,-1 1-1,1 0 1,0-1-1,-1 0 1,0 0 0,-7 3-1,-3 1 40,0 0-1,-1-2 0,1 1 1,-1-2-1,-16 3 0,-120 5 98,87-10-4038,70-2 2689,0 0 0,1 0 1,-1 0-1,0-1 0,0 0 0,10-4 0,1-1-2070,20-6-3568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4418,'0'0'13593,"-4"9"-12107,0 0-1095,-23 64 2356,25-65-2661,0 0 1,0 0 0,0 0-1,1 1 1,1-1 0,-1 1-1,2 15 1,0-23-138,0 0 0,0 0 0,-1 0-1,1-1 1,0 1 0,0 0 0,0 0 0,0-1 0,0 1 0,0-1-1,0 1 1,0-1 0,0 1 0,0-1 0,1 0 0,-1 1 0,0-1-1,0 0 1,0 0 0,0 0 0,1 0 0,-1 0 0,0 0 0,2 0 0,30-4-1240,-25 0 1166,-2 0-1,1 0 1,0 0 0,-1-1-1,1 0 1,-1 0 0,6-7-1,39-46-830,-39 43 885,14-24 3550,-26 53-2252,-3 28-448,1-29-999,1-1 1,1 24-1,0-35 75,1 0 1,-1 0-1,1 0 0,-1 0 1,1-1-1,-1 1 0,1 0 1,-1 0-1,1 0 0,0 0 1,0-1-1,-1 1 1,1 0-1,0-1 0,0 1 1,0-1-1,0 1 0,0 0 1,-1-1-1,1 0 1,0 1-1,0-1 0,0 0 1,0 1-1,0-1 0,1 0 1,0 0-1,35 2-4772,-33-2 3869,25 0-3789,-1 0-809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224 490 5170,'0'0'12523,"-21"0"-10703,-66 1-342,81 0-1330,0 0-1,0 0 1,0 0-1,0 1 1,1 0-1,-1 0 1,1 1 0,-1 0-1,1 0 1,0 0-1,0 0 1,0 1-1,0 0 1,1 0 0,-1 0-1,1 0 1,0 1-1,-5 8 1,7-10-168,0 0 1,1 0-1,-1 0 1,1 1-1,0-1 0,0 0 1,1 0-1,-1 1 1,0-1-1,1 0 1,0 1-1,0-1 0,0 1 1,0-1-1,1 0 1,-1 1-1,3 5 1,-1-3-150,0 0 1,0 0 0,1 0-1,0-1 1,0 1-1,0-1 1,1 0 0,5 7-1,10 7-617,18 21-1602,-35-37 2281,0 0 1,0-1-1,0 1 1,0 0-1,-1 0 1,1 0-1,-1 1 1,0-1-1,0 0 1,0 0-1,0 1 0,0 4 1,-2-6 123,1-1 0,0 1 0,-1-1 0,0 0 0,1 1 0,-1-1 0,0 0-1,1 1 1,-1-1 0,0 0 0,0 0 0,0 0 0,0 0 0,0 0 0,0 0 0,-1 0 0,1 0 0,0 0 0,0-1 0,-1 1 0,1 0 0,-3 0-1,-39 14 612,26-10-479,-7 1-1825,141-93-2517,30-24 1831,-147 110 2357,141-116-897,165-177 1,-231 203 1887,-68 80-107,0 1-1,0-1 1,-1 0-1,0-1 1,-1 1 0,7-24-1,-12 34-702,0 0 0,1 1-1,-1-1 1,0 0 0,0 0 0,1 0 0,-1 0-1,0 0 1,0 0 0,0 0 0,0 0-1,0 0 1,0 1 0,0-1 0,-1 0-1,1 0 1,0 0 0,0 0 0,-1 0-1,1 0 1,-1 1 0,1-1 0,0 0-1,-1 0 1,0 1 0,1-1 0,-1 0 0,1 0-1,-2 0 1,-1 0 98,1 0 0,0 1 0,-1-1 1,1 1-1,-1 0 0,1-1 0,-1 1 0,1 0 0,-3 1 0,0-1-543,-7 2 424,0 0 1,0 0-1,0 1 0,1 1 0,0 0 1,0 1-1,0 0 0,0 0 0,1 1 1,-1 1-1,2 0 0,-10 8 0,-15 13 367,3 1-1,-29 34 1,39-38-486,2 1 1,1 0-1,1 2 1,2 0-1,0 0 1,2 2-1,2 0 1,0 0-1,2 1 1,1 0-1,2 1 1,1-1-1,1 1 0,1 53 1,3-84-50,0 0 0,1 0 0,-1 0 0,0-1 0,0 1 0,1 0 0,-1 0 0,0 0 0,1-1 0,-1 1 0,1 0 0,-1 0 0,1-1 0,0 1 0,-1-1 0,1 1 0,0 0 0,-1-1 0,1 1 0,0-1 0,-1 0 0,1 1 0,0-1 0,0 1 0,0-1 0,-1 0 0,1 0 0,0 1 0,0-1 0,0 0 0,0 0 0,1 0 0,37 0-260,-26 0 188,0 1 8,0-1 1,1-1-1,-1 0 1,0-1 0,1 0-1,-1-1 1,0 0-1,0-1 1,-1 0-1,1-1 1,15-10-1,-19 37 2769,-7-12-2750,2 0 0,-1 0 0,1-1-1,10 18 1,-11-24-97,0-1 0,0 1 0,0-1 0,0 1 0,0-1 0,1 0 0,-1-1 0,1 1 0,-1-1 0,1 1 0,0-1 0,-1 0 0,6 1 0,52 1-4904,-55-3 4351,41 0-6559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11 2401,'0'0'10528,"-9"-3"-8325,4 1-2028,0 1 0,1-1 0,-1 1 0,0 1 0,0-1 0,0 1 0,0 0 0,0 0 0,0 0 0,0 0 0,0 1 0,0 0 0,0 0 0,0 1 0,0-1 0,1 1 0,-1 0 1,1 0-1,-6 4 0,-28 14 791,0 2-1,2 1 1,0 2 0,2 2 0,1 1 0,-44 48 0,61-59-880,1 2 0,1 0 0,0 0 0,2 1 0,0 1-1,1 0 1,1 0 0,2 1 0,0 1 0,1-1 0,1 1-1,1 0 1,-3 37 0,7-51-80,0 10-86,1 0 1,0 0-1,4 21 1,-4-34-35,2-1 1,-1 1 0,0-1-1,1 0 1,0 0-1,1 1 1,-1-1 0,1-1-1,0 1 1,0 0 0,0-1-1,1 0 1,-1 1 0,1-1-1,6 4 1,-1-1-439,1 0 0,0-1 0,1-1-1,-1 1 1,1-2 0,0 1 0,1-1 0,14 2 0,-2-1-1877,1-2 0,-1 0 1,27-2-1,21-1-5948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10421,'0'0'12726,"-13"7"-11611,3-2-882,2-2-56,1 1 0,-1 0-1,1 0 1,0 0 0,0 1-1,1 1 1,-1-1-1,1 1 1,0 0 0,1 0-1,-6 7 1,-7 16 593,-26 53 1,39-71-804,1 0 1,0 0-1,1 0 1,0 1-1,0-1 1,1 1-1,1 0 1,0 20-1,2-30-19,0 0 0,0 0 0,0 0 0,0 0 0,0 0 0,0 0 0,1 0 0,-1-1 0,1 1 0,-1 0 0,1-1 0,0 1 0,0-1-1,-1 0 1,1 1 0,0-1 0,0 0 0,0 0 0,0 0 0,1 0 0,-1-1 0,0 1 0,0-1 0,4 1 0,64 12-915,-65-12 869,141 10-1970,-146-11 2098,1 1-1,0-1 1,-1 0-1,1 0 0,-1 1 1,1-1-1,-1 0 1,1 1-1,-1-1 1,0 1-1,1-1 0,-1 1 1,1-1-1,-1 1 1,0-1-1,1 1 0,-1-1 1,0 1-1,0-1 1,1 1-1,-1-1 0,0 1 1,0 0-1,0-1 1,0 1-1,0-1 1,0 1-1,0 0 0,0-1 1,0 1-1,0-1 1,0 1-1,0 0 0,0-1 1,0 1-1,-1 0 1,-5 25 970,2-21-859,1 1-1,-1-1 0,0 0 0,0 0 1,0 0-1,-1 0 0,0-1 1,0 0-1,0 0 0,-7 4 0,-11 5 359,-31 14-1,-15 7-175,63-30-775,-1-1 0,1-1 0,0 1 0,-1-1 0,1-1-1,-1 1 1,0-1 0,-13 1 0,14-1-1673,0-1 0,0-1 0,0 1 1,0-1-1,-11-2 0,2-6-6525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1088,'0'0'21386,"124"-13"-20025,-85 21-465,5 3-528,4-7-271,-6 0-81,0-2-16,-2-2-913,-7 0-1760,-4 0-1617,-6 0-3650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8308,'0'0'8326,"6"22"-4959,4 8-2481,30 109 1798,-30-80-1273,7 112-1,-14 64-379,-4-154-900,2-48-71,-3 0-1,-1 0 1,-1 0 0,-1-1-1,-18 56 1,18-74 5,-1 0-1,0 0 1,-1 0-1,0-1 1,-1 0-1,-1 0 1,0-1-1,0-1 1,-1 1-1,-1-1 1,0-1-1,-1 0 1,1-1-1,-23 14 1,-45 13 897,48-24-2688,1 2-4919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26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26 3698,'0'0'8147,"0"-3"-7221,0-10 123,0 10 984,-2 3-1249,-3 1-666,1 1 0,0-1 0,0 1 0,0 0 0,0 0 0,0 0 0,0 0-1,1 1 1,-1-1 0,-5 7 0,-34 35 1058,37-36-848,-5 5-210,1 1-1,0 0 0,1 1 1,0 0-1,2 0 1,0 1-1,0 0 0,1 0 1,1 0-1,1 1 0,1 0 1,0 0-1,1 0 1,0 0-1,2 0 0,2 29 1,-1-43-117,0 1 1,0-1 0,0 0-1,0 0 1,1 0 0,0 0-1,-1 0 1,1 0-1,0 0 1,0 0 0,1-1-1,-1 1 1,0-1 0,1 1-1,0-1 1,-1 0 0,1 0-1,0 0 1,0-1-1,0 1 1,0-1 0,1 0-1,-1 1 1,5 0 0,6 1 21,-1 0 0,1-1 1,0-1-1,23 0 0,-31 0-13,1-1 0,-1 0-1,1 0 1,-1-1 0,0 0-1,1 0 1,-1 0 0,0-1 0,0 0-1,0 0 1,0-1 0,0 0-1,0 0 1,-1 0 0,1 0 0,-1-1-1,0 0 1,0 0 0,0-1-1,-1 1 1,0-1 0,1 0 0,-2 0-1,7-11 1,-2 2 3,0-1 1,-2-1-1,0 1 1,-1-1-1,0 0 1,-1 0-1,2-22 1,-1-11 421,-3-55 1,-2 90-217,0 11-159,0 0 0,-1 1 0,1-1 1,-1 1-1,0-1 0,1 0 0,-1 1 1,0-1-1,0 1 0,-1 0 0,1-1 0,0 1 1,-1 0-1,0 0 0,1-1 0,-1 1 0,0 1 1,0-1-1,0 0 0,0 0 0,0 1 0,-1-1 1,1 1-1,0 0 0,-1 0 0,1 0 1,-1 0-1,1 0 0,-1 0 0,1 0 0,-5 1 1,-9-3 157,-1 1 1,1 0 0,-33 2-1,29 1-7,14-1 156,-11 2-1178,17-2 520,-1 1 1,1 0-1,-1-1 1,1 1-1,0 0 1,-1 0-1,1-1 1,0 1 0,-1 0-1,1 0 1,0 0-1,0-1 1,0 1-1,0 0 1,0 0 0,0 0-1,0-1 1,0 3-1,-1 4-4698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3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19 2545,'0'0'7505,"1"-3"-6718,4-12 1561,-4 32 1872,-3 17-718,0-19-4405,-24 47 2109,16-41-683,1 1-1,-7 25 1,16-46-507,0-1 0,0 0 0,0 1-1,0-1 1,0 1 0,0-1-1,0 0 1,0 1 0,0-1 0,0 1-1,0-1 1,0 0 0,0 1-1,0-1 1,0 0 0,1 1-1,-1-1 1,0 1 0,0-1 0,0 0-1,1 1 1,-1-1 0,0 0-1,0 1 1,1-1 0,-1 0 0,0 0-1,0 1 1,1-1 0,-1 0-1,0 0 1,1 0 0,-1 1 0,0-1-1,1 0 1,-1 0 0,1 0-1,-1 0 1,0 0 0,1 0-1,-1 0 1,1 1 0,-1-1 0,0 0-1,1 0 1,-1-1 0,1 1-1,-1 0 1,0 0 0,1 0 0,-1 0-1,0 0 1,1 0 0,-1 0-1,1-1 1,-1 1 0,0 0 0,1-1-1,39-14-90,-9 3 72,-12 9-124,0 1-1,0 1 1,23 2 0,-15-1-93,-24 0 207,0 1-1,-1-1 0,1 1 0,0-1 1,0 1-1,0 0 0,-1 0 0,1 1 0,-1-1 1,1 0-1,-1 1 0,1-1 0,-1 1 0,0 0 1,0 0-1,0 0 0,0 0 0,0 0 0,0 1 1,-1-1-1,1 0 0,-1 1 0,1-1 0,-1 1 1,0 0-1,1 4 0,2 3 30,-1 0-1,-1 0 0,0 0 1,0 1-1,-1-1 1,0 14-1,-1-20 7,0 0 0,0 0 0,0 1 0,-1-1 0,0 0 0,0 0-1,0 0 1,0 0 0,-1 0 0,1-1 0,-1 1 0,0 0-1,0-1 1,0 1 0,-1-1 0,1 0 0,-1 1 0,0-1 0,0 0-1,0-1 1,0 1 0,-1-1 0,1 1 0,-1-1 0,-3 2 0,-11 6 132,1-1 1,-2 0 0,1-2 0,-1 0-1,0-1 1,-1-1 0,1-1 0,-1 0-1,0-2 1,0 0 0,-28-2-1,47 0-156,0 0-1,0 0 0,0-1 1,1 1-1,-1 0 0,0-1 1,0 1-1,1-1 0,-1 0 1,0 1-1,1-1 0,-1 1 1,0-1-1,1 0 0,-1 1 1,1-1-1,-1 0 0,1 0 1,-1 1-1,1-1 0,0 0 1,-1 0-1,1 0 0,0 0 1,0 1-1,0-1 0,0 0 1,-1 0-1,1 0 0,0 0 1,0 0-1,1 0 0,-1-1 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1697,'0'0'3874,"0"-6"-3512,0-24 11041,7 30-10688,72 1 154,225-10 596,-300 9 1834,-6-1-2022,-12 1-3045,-21 2-6842,14-1 2127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5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1761,'0'0'5538,"5"1"-4446,-1 0-795,24 9 1868,-2-6 6484,-34 2-13128,-7-1-764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290 850 4866,'0'0'11307,"0"-1"-11071,0 0 0,0 1 1,0-1-1,0 0 0,0 0 1,0 1-1,0-1 0,0 0 1,0 0-1,0 0 1,0 1-1,0-1 0,-1 0 1,1 0-1,0 1 0,-1-2 1,-7-1-37,0 0 0,1 1 0,-1 0 0,0 1 0,0-1 0,0 1 0,-1 1 0,1 0 0,0 0 0,-13 2 0,-6-1-111,20-1-77,1 1 1,-1-1-1,1 1 1,0 1-1,0-1 1,0 1-1,0 0 1,0 1 0,0-1-1,0 1 1,1 0-1,-1 1 1,1-1-1,0 1 1,0 0-1,0 0 1,1 1-1,-8 8 1,7-6-10,0 1-1,0-1 1,1 1-1,0-1 1,0 1 0,1 1-1,0-1 1,0 0-1,1 1 1,0-1 0,1 1-1,-1 0 1,1 10-1,1-10 7,0-6-22,0 0 1,0 1-1,0-1 0,0 0 1,1 0-1,-1 0 1,1 0-1,1 4 0,-1-6 5,-1 0 0,1 0 0,0 0 0,0 0 0,0-1 1,0 1-1,-1 0 0,1 0 0,0-1 0,0 1 0,1-1 0,-1 1 0,0-1 0,0 1 0,0-1 0,0 1 0,0-1 0,1 0 0,-1 0 0,0 0 0,0 0 0,0 0 0,1 0 0,1 0 0,2 0 6,0-1 0,-1 0-1,1 0 1,0-1 0,-1 1-1,1-1 1,-1 0 0,1 0-1,-1 0 1,0-1 0,0 1-1,7-7 1,47-46 29,-42 38-34,52-57-604,-4-3 0,-3-2 0,78-133 1,109-281-2003,-238 469 4288,-16 34 1523,-11 20-2855,-38 58 205,4 2 0,4 3 0,-51 144 1,89-209-620,1 0-1,1 1 1,2-1 0,1 2 0,1-1 0,2 0 0,0 1 0,6 41-1,-4-66-183,-1 0 0,1 0 0,0-1 0,1 1 0,-1-1 0,1 1 0,0-1 0,0 1-1,0-1 1,1 0 0,0 0 0,0 0 0,0 0 0,0-1 0,0 1 0,1-1 0,-1 0-1,1 0 1,8 5 0,-4-4-807,0-1-1,1 0 1,-1 0-1,1-1 1,0 0-1,0 0 1,0-1-1,0 0 1,13-1-1,28 0-4753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4210,'0'0'15356,"-18"9"-13779,-57 31-176,65-34-1201,1-1 1,0 2 0,0-1-1,0 1 1,1 0-1,0 1 1,1 0 0,-1 0-1,1 0 1,1 1 0,0 0-1,0 1 1,1-1-1,-5 12 1,9-16-206,-1 0-1,1-1 1,1 1-1,-1 0 1,0 0-1,1 0 1,1 5-1,-1-4-54,3-5 34,0 0-1,0 0 1,0-1-1,1 1 1,-1-1 0,0 0-1,1 0 1,4-1 0,-5 1 4,5 0 0,0-2-1,0 1 1,0-1-1,0 0 1,0 0-1,0-1 1,0 0-1,-1-1 1,0 0-1,1 0 1,10-8-1,0-2-332,1-1-1,27-31 1,-44 44 346,-1 1 20,1 0 0,-1 0-1,0-1 1,1 1 0,-1-1 0,0 1 0,0-1 0,0 0 0,0 1 0,-1-1-1,1 0 1,0 0 0,-1 1 0,1-1 0,-1 0 0,1-3 552,-1 17-446,-6 49-1082,4-48 484,0 0 0,1 0 0,1 0 0,0 0 0,0 1 0,3 14 0,-2-27 296,0 0 0,-1-1 1,1 1-1,0 0 0,0-1 0,-1 1 1,1-1-1,0 0 0,0 1 1,0-1-1,0 0 0,0 1 0,0-1 1,-1 0-1,1 0 0,0 0 1,0 0-1,0 0 0,0 0 0,0 0 1,0 0-1,0 0 0,0 0 1,1-1-1,3 1-784,1 0 28,0 0 0,1 0 0,-1-1 1,0 0-1,0 0 0,1 0 0,-1-1 0,11-4 0,26-22-3770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8308,'0'0'11320,"-6"20"-8620,-28 73-936,-52 157 1538,39-59-2614,-2 10-4100,49-199 3250,-16 37-4345,15-37 3811,0-1-1,0 1 0,0-1 0,0 0 1,0 1-1,0-1 0,-1 0 1,1 0-1,0 0 0,-1 0 0,1 0 1,-1 0-1,-1 1 0,-5-1-5580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7091,'0'0'6283,"20"-2"-2980,1 0-2565,111-5 2123,212 7-697,-344 2-2158,1 0 1,-1 0 0,0-1-1,0 1 1,0 0 0,0 0-1,0 0 1,-1-1 0,1 1-1,0 0 1,-2 2 0,-4 5 137,-1 0 1,0-1-1,0 1 0,-1-2 1,0 1-1,-16 10 1,-6 8 82,20-17-186,-7 5-25,1 1 0,0 1-1,1 1 1,1 0 0,0 1 0,1 0 0,-13 26 0,25-43-25,1 1 0,-1-1 0,0 0 0,1 1 0,0-1 1,-1 0-1,1 1 0,0-1 0,-1 1 0,1-1 0,0 0 1,0 1-1,0-1 0,1 1 0,-1-1 0,0 2 0,1-2-2,-1-1-1,0 1 0,1-1 0,-1 1 0,1 0 1,-1-1-1,1 1 0,-1-1 0,1 1 0,-1-1 0,1 0 1,-1 1-1,1-1 0,0 0 0,-1 1 0,1-1 1,0 0-1,-1 0 0,1 1 0,0-1 0,-1 0 1,2 0-1,2 0-1,0 0 0,0 0 0,0-1-1,0 1 1,0-1 0,0 0 0,0 0 0,-1-1 0,1 1 0,4-3 0,7-4 38,0-1-1,0-1 1,-1 0-1,-1-1 1,1-1-1,-2 0 1,0 0-1,0-1 1,19-29-1,-21 26 1635,-11 25 1150,-3 20-2834,2-16 36,2 0 1,0 0 0,2 19 0,-1-28-25,0 1 1,0-1-1,0 0 1,1 0-1,-1 1 1,1-1-1,0 0 1,0-1-1,1 1 1,-1 0-1,1 0 1,0-1-1,5 6 0,-1-3-217,1 0 0,0 0-1,0-1 1,0 0 0,0-1-1,1 0 1,-1 0 0,19 5-1,-6-4-1383,0-2 0,42 3 0,40-4-5496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4018,'0'0'6707,"-3"22"-5979,-12 261 1206,16-175-1325,-4 133-214,0-209-488,-2 0 1,-1-1-1,-1 0 1,-2 0-1,-12 29 1,20-56-246,0-18-8486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194 270 3970,'0'0'5520,"27"-3"-4555,319-35 1919,-237 25-1958,1212-168 1307,-1255 168-2177,-29 6 168,0 0 0,59-1 1,-96 8-175,1 1 0,0-1 0,0 0 1,-1 1-1,1-1 0,0 1 0,-1-1 1,1 0-1,0 1 0,-1-1 0,1 1 1,-1 0-1,1-1 0,-1 1 0,1-1 1,-1 1-1,1 0 0,-1 0 1,0-1-1,1 1 0,-1 0 0,0-1 1,0 1-1,0 0 0,1 0 0,-1 0 1,0-1-1,0 1 0,0 0 0,0 0 1,0 1-1,-1 35 775,1-23-420,-9 117 1751,-1 5-942,10-89-1018,2-1 1,1 0 0,15 65 0,-1-40-173,-3-22-27,-3 0 0,-2 0 1,5 90-1,-13-118 2,-1-14 0,1 0-1,-1 0 0,0 0 1,-1 0-1,-1 8 1,1-13 0,1 0 0,-1-1 0,1 1 0,-1-1 0,0 1 0,1-1 1,-1 0-1,0 1 0,0-1 0,0 0 0,0 0 0,0 1 0,0-1 1,-1 0-1,1 0 0,0 0 0,-1 0 0,1 0 0,0-1 0,-1 1 0,1 0 1,-1-1-1,1 1 0,-1-1 0,0 1 0,1-1 0,-3 0 0,-35 3-270,0-3 0,0-1 0,0-2 0,-52-10 0,-31-3-588,-284 8-847,363 8 1606,-460 36-12,0 36 907,281-39 251,-11 3 250,309-38-2440,109-29-1974,-134 21 1498,95-18-5170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9428,'0'0'11574,"54"-48"-10934,-52 46-544,1-2-96,1 4-1505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2227 3474,'0'0'7270,"10"-4"-6422,7-1-443,0 0 1,1 1 0,-1 1-1,20-1 1,373-27 794,-19 0-1173,1543-22 1451,-1757 55-1485,249-9-152,-414 6 491,39-3-927,-36-1 5000,-15 5-4315,-2-1-53,1 0 1,-1 0-1,1 0 0,-1 0 1,1 0-1,0 0 1,0 0-1,-1-1 0,1 1 1,0 0-1,0-1 1,0 1-1,1-1 1,-1 1-1,0-1 0,0 1 1,1-1-1,-1-2 1,-10-32 248,6 2-140,2 1 0,3-64 1,1 47-76,0 22 12,1 0-1,1 0 1,2 0 0,1 1-1,9-29 1,58-128 255,-23 63-337,-42 97 12,-1-1 1,-1 0-1,0 0 0,1-38 1,-3-103 46,-5 115 208,2 0 0,14-97 0,84-465 1587,-96 588-1794,-1 14 116,0-1 0,1 1 0,0 0 0,0 0 0,6-11 0,-9 22-84,1 4-81,1 0 0,-1 0 0,0 0 0,0 0 1,-1 1-1,0-1 0,1 0 0,-2 7 0,1-11-12,0 56-352,0-55-176,0-1 346,0 1 0,0 0 0,0-1 1,0 1-1,0 0 0,0-1 0,0 1 1,-1 0-1,1-1 0,0 1 0,0 0 1,-1-1-1,1 1 0,0-1 0,-1 1 1,1-1-1,-1 1 0,1-1 0,-1 1 1,1-1-1,-1 1 0,0 0 0,-11 3-3655,-2-2-5401,5-2 2227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96,'0'0'7145,"0"5"-6092,0 20-53,0-9 7133,3-15-7810,-1 0 0,0 0 0,1 0 0,0 0 0,-1 0 0,1 0 0,-1-1-1,1 1 1,0-1 0,0 0 0,-1 0 0,5 0 0,-3 0-53,101 13 98,-24-2-240,89 1 1,-165-12 1583,-7 1-1019,-15 4-1349,-31 1-1691,-6-5 1043,4-1-122,-63-5-1,112 4 1554,-1 1 0,1 0 0,-1-1-1,1 1 1,-1-1 0,1 1 0,-1-1-1,1 0 1,0 0 0,-1 0 0,1 1-1,0-1 1,0 0 0,-1-1 0,1 1-1,0 0 1,0 0 0,0 0 0,0-1-1,1 1 1,-1 0 0,0-1 0,0 1-1,1-1 1,-1 1 0,0-3 0,0-3 562,0 0 0,0-1 1,0 1-1,1-11 1,0 18-690,2-18 7,1 1 1,0-1-1,1 1 0,1 0 0,1 0 0,8-17 1,-3 8 0,10-29-23,-6 20 27,-2-1 0,12-51 0,-18 36 1664,3 68-1508,12 84 274,-4-18-329,-10-46 141,5 56 0,-10-62 375,1 0 0,2-1 1,12 40-1,-16-65-472,0 0 1,1 0-1,0 0 0,0-1 1,0 1-1,1-1 0,-1 0 1,1 0-1,0 0 0,7 4 1,6 8 683,-17-16-830,-2 0-1176,0 0 291,0 0 1,-1-1-1,1 1 0,0-1 0,0 0 1,0 0-1,0 1 0,0-1 1,0-1-1,0 1 0,0 0 0,0 0 1,0-1-1,1 1 0,-1-1 0,-2-2 1,-10-10-10180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116 287 2273,'0'0'8612,"-12"-11"-7273,-40-34 1,50 43-1099,-1-1 1,0 1 0,0 0 0,-1 0-1,1 0 1,0 0 0,-1 0 0,1 1-1,-5-2 1,-7-4 3028,20 5-3184,1 1 0,0-1-1,0 1 1,-1 0 0,1 1-1,0-1 1,0 1-1,8 1 1,9-1 75,1012-96 305,-786 54-513,-35 4 1156,-95 28 2417,-67 9 853,-129-4-14610,34 1 3252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8902 2497,'-4'1'21090,"-4"-13"-20301,2-1-1,0 0 1,0 0 0,1 0 0,1-1 0,0 0-1,1 0 1,0 0 0,0-15 0,0-24-163,4-59 0,0 40-586,1 35-40,1 0 0,1 0 0,10-38 0,36-107 0,-28 111 0,23-136 0,-5-628 0,-32 402 0,-4-125 0,-5 322 0,-45-430 0,21 518 0,-79-259 0,19 94 0,-8-41 0,-15-64 0,-42-437 0,139 741 0,4 0 0,10-126 0,5 179 0,17-62 0,1-4 0,-9 40 0,36-106 0,-12 53 0,-33 112 0,132-575 0,-119 495-4,-7 37-218,-2-1 0,2-99 0,-4 19-118,-1 4 371,-10 128-37,0 15 2,0 0 0,1 1 0,0-1 0,0 0 0,0 1 0,0-1 0,1 1 0,0-1 0,0 0 0,0 1 0,0-1 0,1 1 0,2-6 1,2 8 7,0 1 0,0 0 0,-1 0 0,1 1 0,0 0 0,0 0 1,0 0-1,10 3 0,-1 0-2,-1 1-1,0 1 1,0 1 0,0 0 0,-1 0-1,0 1 1,15 11 0,12 6-21,2-3 2,2-2 1,0-2 0,0-2-1,2-2 1,46 8 0,240 21-17,1315 43 121,-1575-84-85,120-4 25,-170 1-23,0-1-1,-1 0 0,1-2 0,-1-1 1,0 0-1,29-14 0,-48 19 25,0 0 0,0 1 0,0-1 0,0 0 0,0 0 0,-1 0-1,1 0 1,0 0 0,-1 0 0,1-1 0,-1 1 0,1-1 0,-1 1 0,0-1-1,1 1 1,-1-1 0,0 0 0,0 0 0,0 1 0,0-1 0,-1 0 0,2-3 0,-17 14-110,-44 60 95,39-49 28,1 2 1,1 0-1,1 1 0,1 0 0,1 2 1,-15 33-1,-130 387 62,125-329-108,-37 229 0,40 69 4,-2 14 0,-1-201 0,-32 310 0,56-257 0,-31 389 0,25-526 0,-23 276 0,-7 324 0,-16 189 0,47-609 0,-16 592 0,32-858 0,10 431 0,-7-311 0,-3-175 0,0-1 0,0 0 0,-1 1 0,1-1 0,0 0 0,0 0 0,-1 1 0,1-1 0,-1 0 0,1 0 0,-1 1 0,1-1 0,-1 0 0,0 0 0,-1 2 0,2-3 0,-1 0 0,1 1 0,-1-1 0,1 0 0,-1 1 0,1-1 0,-1 0 0,0 0 0,1 1 0,-1-1 0,1 0 0,-1 0 0,0 0 0,1 0 0,-1 0 0,0 0 0,1 0 0,-1 0 0,1 0 0,-1 0 0,0 0 0,0-1 0,-1 0 0,0 1 0,1-1 0,-1 0 0,1 0 0,-1 0 0,1 0 0,-1 0 0,1-1 0,0 1 0,-1 0 0,1-1 0,0 1 0,0-1 0,0 1 0,0-1 0,0 0 0,0 1 0,1-1 0,-2-2 0,1-3-4,1 6 2,0 0 0,0 1 1,0-1-1,0 0 0,0 0 0,0 1 1,0-1-1,0 0 0,0 0 0,0 0 1,-1 1-1,1-1 0,0 0 1,-1 1-1,1-1 0,0 0 0,-1 1 1,1-1-1,-1 0 0,1 1 0,-1-1 1,1 1-1,-1-1 0,0 1 0,1-1 1,-1 1-1,0-1 0,1 1 1,-1-1-1,0 1 0,1 0 0,-2-1 1,-3 17-1061,-2 7 648,-1-1 0,-1 0 0,0-1 0,-2 0 0,0 0 0,-2-1 0,0-1 0,-1 0 0,-1-1 0,-31 30 0,22-24-470,-25 21-1487,45-41 1639,0-1-1,0-1 1,0 1-1,-1-1 1,1 1-1,-1-1 1,0 0-1,0-1 1,1 1-1,-8 0 1,-17-1-6690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2049,'0'0'6608,"25"-4"-4986,364-35 3770,103 11-889,276-18-2571,1-61 637,-495 65-1603,-260 36-1077,-15 6 61,1-1 1,-1 1-1,0-1 1,1 1 0,-1-1-1,0 1 1,0 0 0,1-1-1,-1 1 1,0 0-1,0 0 1,0 0 0,0-1-1,1 1 1,-1 0-1,0 0 1,0 0 0,0 0-1,-1 1 1,-108-10-7237,34-1-1038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1 502 2017,'0'0'8852,"18"-12"-7713,-17 11-1128,16-11 367,1 1 0,1 0 0,0 1-1,0 1 1,1 1 0,0 0 0,30-6 0,861-117 5444,-637 99-5161,-134 15-533,494-73-110,-622 88-43,21-3-466,1-2-1,-1-1 1,-1-1 0,56-25 0,-86 33 170,1 0-1,0 0 0,-1 0 1,1-1-1,-1 1 1,0-1-1,0 0 1,1 0-1,-1 0 1,0 0-1,0 0 1,0 0-1,-1 0 0,1 0 1,-1-1-1,1 1 1,-1-1-1,0 1 1,0-1-1,2-5 1,-2-17-5202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5 452 4370,'0'0'11234,"-2"-5"-10057,2 4-1135,-1 0 1,1 0-1,0 0 0,-1 0 0,1 0 0,0 0 1,0 0-1,0 0 0,-1 0 0,1 0 1,0 0-1,0-1 0,1 1 0,-1 0 1,0 0-1,0 0 0,0 0 0,1 0 1,-1 0-1,1 0 0,-1 0 0,1 0 1,-1 0-1,1 1 0,-1-1 0,1 0 1,0 0-1,-1 0 0,3-1 0,2 0 181,0-1-1,0 1 1,1-1 0,-1 1-1,10-1 1,-11 2-169,416-83 4365,5 37-3498,-376 43-802,181-17-52,391-50-873,-603 68 555,19-3-632,44-14 0,-71 17 332,-1 0 0,0-1-1,0 0 1,-1 0 0,1-1 0,-1 0 0,0-1-1,0 0 1,13-12 0,-19 15 70,0 1 1,0-1 0,0 0-1,0 0 1,0 0-1,0-1 1,-1 1-1,0 0 1,0 0-1,2-6 1,0-37-6062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1169,'0'0'7752,"14"-15"-6644,0-1-751,-9 9-195,0 0 0,1 1 1,0-1-1,1 1 1,-1 1-1,1-1 0,0 1 1,1 0-1,-1 1 0,1-1 1,0 2-1,16-6 0,35-8 1312,2 3 1,61-6-1,127-2 396,-242 21-1834,1498-63 2378,-1095 52-2318,-386 11-95,94-2-97,185-28-1,-289 29 86,0-1-1,-1 0 1,1-1-1,0 0 1,-1-1-1,22-12 1,-33 16 4,0 0 1,1 0-1,-1-1 0,0 1 1,0-1-1,-1 0 0,1 1 1,0-1-1,0 0 0,-1 0 1,1 0-1,-1 0 0,0 0 1,0-1-1,0 1 0,0 0 1,0 0-1,0-1 0,0 1 1,-1-1-1,1 1 0,-1-1 1,0 1-1,1-1 0,-1 1 1,-1-1-1,1 1 0,0-1 1,0 1-1,-1 0 0,0-4 1,-1 3-202,0-1 1,1 1-1,-1-1 1,0 1 0,-1 0-1,1 0 1,-1 0-1,1 0 1,-1 1 0,0-1-1,0 1 1,0-1-1,0 1 1,0 0 0,0 0-1,-1 1 1,1-1-1,-8-2 1,-36-3-8400,29 3 3250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51 228 1281,'0'0'6282,"-9"-6"-4782,-24-21-142,24 18-351,13 7-377,-1 2-410,311-20 4891,-216 17-4444,850-23 1471,-47 3-1956,-7-31-274,-870 52 104,21-1 54,-1-2 0,0-2-1,43-12 1,-83 18 148,-1 0 0,1 0-1,-1 0 1,1-1 0,-1 1 0,0-1 0,0 0 0,0 0 0,0 0 0,6-5 539,-14 8-652,3 1-163,0-1-1,-1 1 1,1 0-1,0 0 1,0 0-1,0 0 1,0 0-1,0 0 1,1 0-1,-1 0 1,1 1-1,-1-1 1,1 1-1,0-1 1,0 1-1,0 0 1,-1 5-1,-11 56-2906,12-54 2136,-6 41-3599,3 0-2206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99 222 1088,'0'0'9223,"-2"-4"-7579,-4-16-145,9-15 4971,-3 34-6367,0 1 0,0-1-1,0 0 1,-1 1 0,1-1 0,0 1 0,0-1 0,-1 1-1,1-1 1,-1 1 0,1-1 0,0 1 0,-1-1 0,1 1 0,-1 0-1,1-1 1,-1 1 0,1-1 0,-1 1 0,1 0 0,-1 0 0,0-1-1,1 1 1,-1 0 0,1 0 0,-1 0 0,0 0 0,1 0 0,-1 0-1,0 0 1,1 0 0,-1 0 0,1 0 0,-1 0 0,0 0-1,1 0 1,-1 0 0,-28 3-180,27-3 89,0 1 1,0-1-1,0 1 0,0-1 0,0 1 1,0 0-1,0 0 0,0 0 1,0 0-1,0 0 0,1 1 1,-1-1-1,0 1 0,1-1 1,-1 1-1,1-1 0,-1 1 1,1 0-1,0 0 0,0-1 1,0 1-1,0 0 0,0 0 1,0 3-1,-1 3 10,0 0 0,1 0 0,0 0 0,1 0 0,0 9 0,0-15-25,0-1 7,0 1-1,0-1 0,1 0 1,-1 1-1,1-1 0,-1 0 1,1 0-1,-1 1 0,1-1 1,0 0-1,0 0 0,-1 0 1,1 0-1,0 0 0,0 0 1,0 0-1,0 0 0,0-1 1,0 1-1,0 0 0,1 0 1,-1-1-1,0 1 0,0-1 1,0 1-1,1-1 0,-1 0 1,0 1-1,1-1 0,-1 0 1,0 0-1,2 0 0,54 1 9,-40-1 13,-2 0-15,0-1 0,0 0-1,0-1 1,-1-1 0,1 0 0,-1-1 0,20-8-1,-29 11-5,-1-1-1,0 0 0,1-1 0,-1 1 1,0-1-1,0 0 0,0 0 0,-1 0 0,1-1 1,-1 1-1,0-1 0,0 0 0,0 0 1,0 0-1,0 0 0,-1 0 0,0-1 1,0 1-1,0-1 0,-1 0 0,1 1 0,-1-1 1,0 0-1,-1 0 0,1 1 0,-1-6 1,0 6-28,0 1 0,-1 0 0,0-1 1,0 1-1,0 0 0,0 0 0,0-1 1,0 1-1,-1 0 0,0 0 0,0 0 1,1 1-1,-2-1 0,1 0 0,0 1 1,0-1-1,-1 1 0,-3-3 0,-8-5-1291,0 0 0,-25-12 0,4 3-3930,-2-6-2799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3330,'0'0'12403,"9"0"-10293,27 1-349,-35 0-1664,0-1 0,0 0 1,-1 1-1,1-1 1,0 0-1,-1 1 0,1-1 1,-1 1-1,1-1 1,0 1-1,-1-1 0,1 1 1,-1 0-1,1-1 1,-1 1-1,0 0 0,1-1 1,-1 1-1,0 0 1,1-1-1,-1 1 0,0 0 1,0 0-1,0-1 1,0 1-1,1 0 0,-1 0 1,-1 1-1,1 25 1087,-1-21-732,0 42 1166,-1-28-1525,2-1-1,0 1 1,1 0 0,8 37-1,-9-57-209,0 1-1,0-1 1,0 0-1,0 0 1,0 0-1,0 1 1,0-1-1,0 0 1,0 0 0,0 1-1,0-1 1,0 0-1,0 0 1,0 0-1,1 0 1,-1 1-1,0-1 1,0 0-1,0 0 1,0 0-1,0 0 1,1 0-1,-1 1 1,0-1-1,0 0 1,0 0-1,1 0 1,-1 0-1,0 0 1,0 0 0,0 0-1,1 0 1,-1 0-1,0 0 1,0 0-1,0 0 1,1 0-1,-1 0 1,0 0-1,0 0 1,0 0-1,1 0 1,-1 0-1,0 0 1,0 0-1,1 0 1,-1 0-1,0 0 1,0 0-1,0-1 1,0 1 0,1 0-1,-1 0 1,0 0-1,0 0 1,0 0-1,0-1 1,1 1-1,8-12-8115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46 112,'0'0'12622,"5"-7"-10293,-1 1-1865,-3 4-340,1 0 0,-1 0 0,0 0 0,1 0 0,-1 0 0,1 0-1,0 0 1,0 1 0,0-1 0,0 1 0,0-1 0,0 1 0,0 0 0,0 0-1,0 0 1,1 0 0,-1 0 0,0 0 0,1 0 0,-1 1 0,0-1 0,4 1-1,11 0 818,-9-1-592,0 1 0,-1 0 0,1 0 0,0 1 0,11 3 0,-17-4-327,-1 1-1,1-1 1,0 1-1,0 0 1,-1 0 0,1 0-1,0 0 1,-1 0-1,1 0 1,-1 0 0,0 1-1,1-1 1,-1 1-1,0-1 1,0 1-1,0-1 1,0 1 0,0 0-1,0-1 1,0 1-1,0 0 1,-1 0-1,1-1 1,-1 1 0,1 0-1,-1 0 1,0 3-1,1 0-10,-1 0-1,0 0 0,0 1 0,0-1 0,-1 0 0,0 0 0,0 0 0,0 0 1,-1 0-1,1 0 0,-1 0 0,-1-1 0,1 1 0,-3 4 0,-3 2-1,-1-1-1,0 1 0,-20 15 0,1 1 32,27-26-38,-1 1 0,1-1 1,-1 1-1,1 0 1,0-1-1,-1 1 1,1 0-1,0 0 0,0 0 1,0 0-1,1 0 1,-1 0-1,0 0 0,1 0 1,-1 0-1,1 0 1,0 0-1,0 1 1,0-1-1,0 0 0,0 3 1,1-4-1,0 0 1,0-1 0,0 1-1,-1-1 1,1 1-1,0-1 1,0 1 0,0-1-1,0 0 1,0 1-1,0-1 1,0 0-1,0 0 1,0 0 0,0 1-1,0-1 1,1-1-1,-1 1 1,0 0-1,0 0 1,0 0 0,1-1-1,2 1 16,26 0-206,0-1 0,0-2 0,38-8 0,-48 6-1678,-2 0 1,1-2-1,26-12 1,3-9-6704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3282,'0'0'11255,"16"-5"-9867,-14 4-1335,18-5 380,-1 0 0,1 2 1,-1 0-1,36-2 0,-37 5-263,-12 1-145,1-1 0,-1 1 1,0 1-1,0-1 1,0 1-1,9 2 0,-14-3-24,0 1 0,0-1 0,0 1-1,0-1 1,0 1 0,1 0 0,-1 0-1,0-1 1,-1 1 0,1 0 0,0 0-1,0 0 1,0 0 0,0 0-1,-1 1 1,1-1 0,-1 0 0,1 0-1,-1 0 1,1 0 0,-1 1 0,1-1-1,-1 0 1,0 0 0,0 1-1,0-1 1,0 0 0,0 1 0,0-1-1,0 0 1,0 1 0,0-1 0,-1 0-1,1 0 1,-1 3 0,-1 0 24,1 0-1,-1 1 1,0-1 0,-1 0-1,1 0 1,-1 0 0,1 0-1,-1-1 1,0 1 0,-6 5 0,6-7 15,0 1 1,0 0 0,0-1-1,1 2 1,-1-1 0,1 0-1,0 0 1,0 1 0,0-1-1,0 1 1,1 0 0,-1-1-1,1 1 1,0 0 0,0 0-1,0 5 1,1-6-30,0-1 1,0 0-1,1 1 1,-1-1 0,1 1-1,0-1 1,-1 0-1,1 1 1,0-1-1,1 0 1,-1 0-1,0 0 1,0 0-1,1 0 1,2 3-1,31 24 39,0 0-72,-33-28 20,0 1 0,-1 0 0,0 0 0,1 0-1,-1 0 1,0 0 0,0 0 0,0 1 0,0-1 0,0 0 0,-1 1 0,1-1 0,0 0 0,-1 1 0,0 3 0,0-5 5,0 0 0,-1 0 1,1 0-1,0 1 0,-1-1 1,1 0-1,-1 0 0,0 0 1,1 0-1,-1 0 0,0 0 1,0 0-1,1 0 0,-1 0 1,0 0-1,0 0 0,0-1 1,0 1-1,0 0 0,0-1 1,0 1-1,-1-1 0,1 1 1,0-1-1,0 1 0,-3 0 1,-36 7 230,34-8-145,-23 2 377,24-3-376,0 1 0,0 0 0,0 1 0,0-1 0,0 1 0,0 0 0,0 0 0,0 0 0,-9 5 0,13 4-3632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1345,'0'0'9046,"16"-12"-6914,52-40 64,-39 30 7112,-31 29-9095,-23 59 917,17-48-881,1 0 1,-7 30 0,10-21-154,1 0 0,1 49 0,2-75-82,0 0 1,0 0-1,1 0 1,-1 1-1,1-1 1,-1 0-1,1 0 1,-1 0-1,1 0 1,0 0-1,-1 0 1,1 0-1,0 0 1,0 0-1,0 0 1,-1-1-1,1 1 1,0 0-1,0 0 1,0-1-1,0 1 1,1-1-1,-1 1 1,0-1-1,0 1 1,0-1-1,0 0 1,3 1-1,41 5 284,-31-5-192,271 12 385,-285-13-494,0 0 1,0 0-1,1 0 0,-1 0 0,0 0 1,0 0-1,1 0 0,-1-1 0,0 1 1,0 0-1,1 0 0,-1 0 1,0 0-1,0 0 0,0 0 0,1-1 1,-1 1-1,0 0 0,0 0 0,0 0 1,0 0-1,1-1 0,-1 1 0,0 0 1,0 0-1,0-1 0,0 1 1,0 0-1,0 0 0,0 0 0,0-1 1,0 1-1,0 0 0,0 0 0,1-1 1,-1 1-1,-1 0 0,1 0 1,0-1-1,0 1 0,0 0 0,0 0 1,0-1-1,0 1 0,-23-3-8970,8 3 2206,5 0 767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1569,'0'0'18040,"-40"140"-16135,40-92-529,0-2-751,0-2-513,2-2-112,2-5-64,0-5-881,-1-1-1456,-1-6-2289,0-8-5234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8020,'0'0'12336,"0"13"-11682,-19 371 2755,7-202-2360,8-116-866,1 13-309,-3-1 0,-4 1 0,-21 84 1,29-156-533,0 0 1,0-1 0,-1 1 0,0 0 0,-6 9-1,10-36-8893,7-18 3986,10-14-11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341 232 2897,'0'0'11160,"20"-8"-9701,-6 2-1212,2 0 54,1 0-1,-1 0 1,1 2-1,0 0 1,0 1-1,32-2 1,840-69 4181,-683 36-4445,-166 28 586,-1-2 0,0-2 0,39-20 0,-78 34-566,0-1 0,0 1-1,0 0 1,0 0 0,1 0 0,-1 0-1,0 0 1,0 0 0,0 0 0,0 0-1,0 0 1,1 0 0,-1 0 0,0 0-1,0-1 1,0 1 0,0 0 0,1 0-1,-1 0 1,0 0 0,0 1 0,0-1-1,0 0 1,1 0 0,-1 0 0,0 0-1,0 0 1,0 0 0,0 0 0,0 0-1,1 0 1,-1 0 0,0 0 0,0 0 0,0 0-1,0 1 1,0-1 0,0 0 0,0 0-1,1 0 1,-1 0 0,0 0 0,0 1-1,0-1 1,0 0 0,0 0 0,0 0-1,0 11-311,0-6 499,-1 87 434,-4 0 0,-21 120-1,-131 472 404,155-679-1080,-42 122 17,36-107-22,-1-1 0,-1 1 0,-1-2 1,-15 21-1,23-36-11,0 1 1,0-1-1,0 0 1,-1 0-1,0 0 1,1 0 0,-1 0-1,0-1 1,0 0-1,-1 0 1,1 0-1,0 0 1,-1-1-1,1 0 1,-7 1 0,-5 0-185,0 0 0,0-2 1,-19-1-1,-1 0-99,-172-9-1018,11 0 720,151 9 541,-533 7-48,500 0 171,-122 26 0,177-25-489,24-7 364,0 1 0,0-1 0,0 0 0,0 0 1,0 0-1,0 1 0,1-1 0,-1 0 0,0 0 0,0 1 0,0-1 0,0 0 0,1 0 0,-1 0 0,0 0 0,0 1 0,1-1 0,-1 0 0,0 0 0,0 0 0,0 0 0,1 0 0,-1 0 0,0 0 0,0 0 0,1 0 0,-1 0 0,0 0 0,1 1 0,-1-2 0,0 1 0,0 0 0,1 0 0,-1 0 0,0 0 0,0 0 0,1 0 0,-1 0 0,50 1-4140,-47-1 4130,12 1-1660,1-2 0,24-4 0,-18-1-2903,37-14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63 880,'0'0'5803,"12"-10"-4352,37-32 401,-37 31 2643,-12 13-2673,-8 255 5712,-1 5-7307,9-260-324,-3 50-2014,3-49 1397,-1 1-1,0-1 0,0 1 1,0-1-1,-1 0 0,1 0 1,-1 1-1,1-1 0,-1 0 1,0 0-1,0-1 0,-5 6 1,-11 5-6506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4194,'20'-5'2150,"294"-48"6582,-241 46-7816,126-18-130,-193 24-694,0 0 0,-1 0-1,1-1 1,-1 0-1,7-3 988,-12 18-970,-6 23-48,2-13-191,-2 46-1,5-63 61,1 0 0,0 0 0,1 0 0,-1 0 0,1 0 0,1-1 0,2 9 0,-3-12 55,0 0 0,0 0 0,0 0 0,1-1 0,-1 1 0,1-1-1,-1 1 1,1-1 0,-1 1 0,1-1 0,0 0 0,0 0 0,0 0 0,0 0-1,0 0 1,0 0 0,0-1 0,0 1 0,0-1 0,0 1 0,0-1 0,0 0-1,3 1 1,-2-1 26,0 1-1,0-1 0,0 0 0,0 0 1,0 0-1,-1 0 0,1 0 1,0-1-1,0 0 0,0 1 0,-1-1 1,1 0-1,0 0 0,-1 0 1,1 0-1,0-1 0,-1 1 0,0-1 1,1 0-1,-1 1 0,0-1 1,0 0-1,0 0 0,0-1 1,0 1-1,-1 0 0,1 0 0,0-1 1,-1 1-1,0-1 0,0 0 1,0 1-1,0-1 0,0 0 0,0 0 1,-1 1-1,1-1 0,-1 0 1,0 0-1,0 0 0,0-4 0,1-2 243,-1 0-1,0 0 0,-1-1 0,0 1 0,-2-9 0,2 13-119,-1 1 0,0 0-1,1 0 1,-1 0 0,-1 0 0,1 0 0,-1 0-1,1 1 1,-1-1 0,0 1 0,0 0-1,-5-5 1,4 6-61,1-2-92,-1 0 0,0 1 0,0 0 1,0 0-1,-1 0 0,1 0 0,-1 1 1,1-1-1,-1 1 0,0 0 0,0 1 0,0-1 1,-10-1-1,15 3-142,-1 0 0,1 0-1,0 0 1,-1 1 0,1-1 0,-1 0 0,1 0 0,0 0 0,-1 0-1,1 0 1,-1 1 0,1-1 0,0 0 0,-1 0 0,1 1 0,0-1-1,-1 0 1,1 1 0,0-1 0,0 0 0,-1 0 0,1 1 0,0-1-1,0 1 1,0-1 0,-1 0 0,1 1 0,0-1 0,0 1 0,0-1 0,0 0-1,0 1 1,0-1 0,0 1 0,0-1 0,0 0 0,0 1 0,0-1-1,0 1 1,0-1 0,0 1 0,0-1 0,0 0 0,0 1 0,1 0-1,-1 4-1489,0 11-3857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4578,'0'0'15367,"-9"144"-13382,7-83-832,0 6-321,-2 6-512,2-4-320,-7-2-16,5-13-272,-2-10-865,4-15-1152,-4-10-992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7267,'0'0'2668,"18"-8"606,61-28-582,-71 33-2379,0 0 1,0 1 0,0-1 0,1 2 0,-1-1-1,1 1 1,0 1 0,-1-1 0,13 2 0,3 0 451,-22-1-666,1 0 1,-1 0-1,1 1 1,-1-1-1,0 1 0,1-1 1,-1 1-1,0 0 1,1 0-1,-1 0 1,0 0-1,0 0 1,0 0-1,0 1 1,0-1-1,0 1 1,0 0-1,3 3 0,-2-1-22,0 1-1,0-1 1,-1 1-1,0-1 1,0 1-1,0 0 1,0 0-1,1 9 0,0 0-1,-1 0-1,-1 0 0,-1 0 0,0 1 0,-3 26 0,2-36 9,-1 0 0,1-1 0,-1 1-1,1 0 1,-1-1 0,-1 0-1,1 1 1,-1-1 0,1 0-1,-1 0 1,0 0 0,-1-1 0,1 1-1,0-1 1,-1 0 0,0 0-1,0 0 1,0 0 0,0 0-1,-1-1 1,1 0 0,-5 2-1,-2 0-550,1-1-1,-1 1 0,0-2 0,-16 3 1,-19-2-8956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3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29 3570,'0'0'10052,"2"-6"-8336,-2 4-1879,6-16 2813,-3 16-848,-2 13-662,-4 37-244,-2 0 0,-3-1 0,-18 64 1,5-22-766,-17 96-298,-12 54-2742,14-82-7840,33-146 6953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0 114 960,'0'0'7097,"6"-6"-5955,0-1-775,-4 4-201,0 0 1,0 0-1,0 0 0,1 1 0,0-1 0,-1 1 0,10-6 5936,-18 12-5148,-9 5 3557,19-16-4218,3 1-274,-1 1 1,1 0-1,0 0 0,0 1 1,0 0-1,1 1 0,-1-1 1,14-3-1,69-14 1,-70 17-11,11-1-5,0 1 1,0 2 0,42 2-1,-71 0-2,1 0-1,-1 1 1,0-1-1,1 0 1,-1 1-1,0-1 0,1 1 1,-1 0-1,0 0 1,0 0-1,0 0 0,1 0 1,-1 1-1,-1-1 1,1 1-1,0-1 0,0 1 1,0-1-1,-1 1 1,1 0-1,-1 0 1,1 0-1,-1 0 0,0 0 1,0 0-1,0 1 1,1 2-1,0 3 22,0-1 0,0 1 0,-1 0 0,0 1 0,0-1 0,-2 16 0,0-20 5,1 0 1,-1 0-1,-1 0 1,1 0 0,0 0-1,-1 0 1,0-1-1,0 1 1,0 0-1,0-1 1,-1 0 0,0 1-1,1-1 1,-1 0-1,0 0 1,0-1 0,-1 1-1,1 0 1,0-1-1,-1 0 1,0 0 0,-7 3-1,-3 1 40,0 0-1,-1-2 0,1 1 1,-1-2-1,-16 3 0,-120 5 98,87-10-4038,70-2 2689,0 0 0,1 0 1,-1 0-1,0-1 0,0 0 0,10-4 0,1-1-2070,20-6-3568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4418,'0'0'13593,"-4"9"-12107,0 0-1095,-23 64 2356,25-65-2661,0 0 1,0 0 0,0 0-1,1 1 1,1-1 0,-1 1-1,2 15 1,0-23-138,0 0 0,0 0 0,-1 0-1,1-1 1,0 1 0,0 0 0,0 0 0,0-1 0,0 1 0,0-1-1,0 1 1,0-1 0,0 1 0,0-1 0,1 0 0,-1 1 0,0-1-1,0 0 1,0 0 0,0 0 0,1 0 0,-1 0 0,0 0 0,2 0 0,30-4-1240,-25 0 1166,-2 0-1,1 0 1,0 0 0,-1-1-1,1 0 1,-1 0 0,6-7-1,39-46-830,-39 43 885,14-24 3550,-26 53-2252,-3 28-448,1-29-999,1-1 1,1 24-1,0-35 75,1 0 1,-1 0-1,1 0 0,-1 0 1,1-1-1,-1 1 0,1 0 1,-1 0-1,1 0 0,0 0 1,0-1-1,-1 1 1,1 0-1,0-1 0,0 1 1,0-1-1,0 1 0,0 0 1,-1-1-1,1 0 1,0 1-1,0-1 0,0 0 1,0 1-1,0-1 0,1 0 1,0 0-1,35 2-4772,-33-2 3869,25 0-3789,-1 0-809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224 490 5170,'0'0'12523,"-21"0"-10703,-66 1-342,81 0-1330,0 0-1,0 0 1,0 0-1,0 1 1,1 0-1,-1 0 1,1 1 0,-1 0-1,1 0 1,0 0-1,0 0 1,0 1-1,0 0 1,1 0 0,-1 0-1,1 0 1,0 1-1,-5 8 1,7-10-168,0 0 1,1 0-1,-1 0 1,1 1-1,0-1 0,0 0 1,1 0-1,-1 1 1,0-1-1,1 0 1,0 1-1,0-1 0,0 1 1,0-1-1,1 0 1,-1 1-1,3 5 1,-1-3-150,0 0 1,0 0 0,1 0-1,0-1 1,0 1-1,0-1 1,1 0 0,5 7-1,10 7-617,18 21-1602,-35-37 2281,0 0 1,0-1-1,0 1 1,0 0-1,-1 0 1,1 0-1,-1 1 1,0-1-1,0 0 1,0 0-1,0 1 0,0 4 1,-2-6 123,1-1 0,0 1 0,-1-1 0,0 0 0,1 1 0,-1-1 0,0 0-1,1 1 1,-1-1 0,0 0 0,0 0 0,0 0 0,0 0 0,0 0 0,0 0 0,-1 0 0,1 0 0,0 0 0,0-1 0,-1 1 0,1 0 0,-3 0-1,-39 14 612,26-10-479,-7 1-1825,141-93-2517,30-24 1831,-147 110 2357,141-116-897,165-177 1,-231 203 1887,-68 80-107,0 1-1,0-1 1,-1 0-1,0-1 1,-1 1 0,7-24-1,-12 34-702,0 0 0,1 1-1,-1-1 1,0 0 0,0 0 0,1 0 0,-1 0-1,0 0 1,0 0 0,0 0 0,0 0-1,0 0 1,0 1 0,0-1 0,-1 0-1,1 0 1,0 0 0,0 0 0,-1 0-1,1 0 1,-1 1 0,1-1 0,0 0-1,-1 0 1,0 1 0,1-1 0,-1 0 0,1 0-1,-2 0 1,-1 0 98,1 0 0,0 1 0,-1-1 1,1 1-1,-1 0 0,1-1 0,-1 1 0,1 0 0,-3 1 0,0-1-543,-7 2 424,0 0 1,0 0-1,0 1 0,1 1 0,0 0 1,0 1-1,0 0 0,0 0 0,1 1 1,-1 1-1,2 0 0,-10 8 0,-15 13 367,3 1-1,-29 34 1,39-38-486,2 1 1,1 0-1,1 2 1,2 0-1,0 0 1,2 2-1,2 0 1,0 0-1,2 1 1,1 0-1,2 1 1,1-1-1,1 1 0,1 53 1,3-84-50,0 0 0,1 0 0,-1 0 0,0-1 0,0 1 0,1 0 0,-1 0 0,0 0 0,1-1 0,-1 1 0,1 0 0,-1 0 0,1-1 0,0 1 0,-1-1 0,1 1 0,0 0 0,-1-1 0,1 1 0,0-1 0,-1 0 0,1 1 0,0-1 0,0 1 0,0-1 0,-1 0 0,1 0 0,0 1 0,0-1 0,0 0 0,0 0 0,1 0 0,37 0-260,-26 0 188,0 1 8,0-1 1,1-1-1,-1 0 1,0-1 0,1 0-1,-1-1 1,0 0-1,0-1 1,-1 0-1,1-1 1,15-10-1,-19 37 2769,-7-12-2750,2 0 0,-1 0 0,1-1-1,10 18 1,-11-24-97,0-1 0,0 1 0,0-1 0,0 1 0,0-1 0,1 0 0,-1-1 0,1 1 0,-1-1 0,1 1 0,0-1 0,-1 0 0,6 1 0,52 1-4904,-55-3 4351,41 0-6559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11 2401,'0'0'10528,"-9"-3"-8325,4 1-2028,0 1 0,1-1 0,-1 1 0,0 1 0,0-1 0,0 1 0,0 0 0,0 0 0,0 0 0,0 0 0,0 1 0,0 0 0,0 0 0,0 1 0,0-1 0,1 1 0,-1 0 1,1 0-1,-6 4 0,-28 14 791,0 2-1,2 1 1,0 2 0,2 2 0,1 1 0,-44 48 0,61-59-880,1 2 0,1 0 0,0 0 0,2 1 0,0 1-1,1 0 1,1 0 0,2 1 0,0 1 0,1-1 0,1 1-1,1 0 1,-3 37 0,7-51-80,0 10-86,1 0 1,0 0-1,4 21 1,-4-34-35,2-1 1,-1 1 0,0-1-1,1 0 1,0 0-1,1 1 1,-1-1 0,1-1-1,0 1 1,0 0 0,0-1-1,1 0 1,-1 1 0,1-1-1,6 4 1,-1-1-439,1 0 0,0-1 0,1-1-1,-1 1 1,1-2 0,0 1 0,1-1 0,14 2 0,-2-1-1877,1-2 0,-1 0 1,27-2-1,21-1-5948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10421,'0'0'12726,"-13"7"-11611,3-2-882,2-2-56,1 1 0,-1 0-1,1 0 1,0 0 0,0 1-1,1 1 1,-1-1-1,1 1 1,0 0 0,1 0-1,-6 7 1,-7 16 593,-26 53 1,39-71-804,1 0 1,0 0-1,1 0 1,0 1-1,0-1 1,1 1-1,1 0 1,0 20-1,2-30-19,0 0 0,0 0 0,0 0 0,0 0 0,0 0 0,0 0 0,1 0 0,-1-1 0,1 1 0,-1 0 0,1-1 0,0 1 0,0-1-1,-1 0 1,1 1 0,0-1 0,0 0 0,0 0 0,0 0 0,1 0 0,-1-1 0,0 1 0,0-1 0,4 1 0,64 12-915,-65-12 869,141 10-1970,-146-11 2098,1 1-1,0-1 1,-1 0-1,1 0 0,-1 1 1,1-1-1,-1 0 1,1 1-1,-1-1 1,0 1-1,1-1 0,-1 1 1,1-1-1,-1 1 1,0-1-1,1 1 0,-1-1 1,0 1-1,0-1 1,1 1-1,-1-1 0,0 1 1,0 0-1,0-1 1,0 1-1,0-1 1,0 1-1,0 0 0,0-1 1,0 1-1,0-1 1,0 1-1,0 0 0,0-1 1,0 1-1,-1 0 1,-5 25 970,2-21-859,1 1-1,-1-1 0,0 0 0,0 0 1,0 0-1,-1 0 0,0-1 1,0 0-1,0 0 0,-7 4 0,-11 5 359,-31 14-1,-15 7-175,63-30-775,-1-1 0,1-1 0,0 1 0,-1-1 0,1-1-1,-1 1 1,0-1 0,-13 1 0,14-1-1673,0-1 0,0-1 0,0 1 1,0-1-1,-11-2 0,2-6-6525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1088,'0'0'21386,"124"-13"-20025,-85 21-465,5 3-528,4-7-271,-6 0-81,0-2-16,-2-2-913,-7 0-1760,-4 0-1617,-6 0-3650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8308,'0'0'8326,"6"22"-4959,4 8-2481,30 109 1798,-30-80-1273,7 112-1,-14 64-379,-4-154-900,2-48-71,-3 0-1,-1 0 1,-1 0 0,-1-1-1,-18 56 1,18-74 5,-1 0-1,0 0 1,-1 0-1,0-1 1,-1 0-1,-1 0 1,0-1-1,0-1 1,-1 1-1,-1-1 1,0-1-1,-1 0 1,1-1-1,-23 14 1,-45 13 897,48-24-2688,1 2-4919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3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19 2545,'0'0'7505,"1"-3"-6718,4-12 1561,-4 32 1872,-3 17-718,0-19-4405,-24 47 2109,16-41-683,1 1-1,-7 25 1,16-46-507,0-1 0,0 0 0,0 1-1,0-1 1,0 1 0,0-1-1,0 0 1,0 1 0,0-1 0,0 1-1,0-1 1,0 0 0,0 1-1,0-1 1,0 0 0,1 1-1,-1-1 1,0 1 0,0-1 0,0 0-1,1 1 1,-1-1 0,0 0-1,0 1 1,1-1 0,-1 0 0,0 0-1,0 1 1,1-1 0,-1 0-1,0 0 1,1 0 0,-1 1 0,0-1-1,1 0 1,-1 0 0,1 0-1,-1 0 1,0 0 0,1 0-1,-1 0 1,1 1 0,-1-1 0,0 0-1,1 0 1,-1-1 0,1 1-1,-1 0 1,0 0 0,1 0 0,-1 0-1,0 0 1,1 0 0,-1 0-1,1-1 1,-1 1 0,0 0 0,1-1-1,39-14-90,-9 3 72,-12 9-124,0 1-1,0 1 1,23 2 0,-15-1-93,-24 0 207,0 1-1,-1-1 0,1 1 0,0-1 1,0 1-1,0 0 0,-1 0 0,1 1 0,-1-1 1,1 0-1,-1 1 0,1-1 0,-1 1 0,0 0 1,0 0-1,0 0 0,0 0 0,0 0 0,0 1 1,-1-1-1,1 0 0,-1 1 0,1-1 0,-1 1 1,0 0-1,1 4 0,2 3 30,-1 0-1,-1 0 0,0 0 1,0 1-1,-1-1 1,0 14-1,-1-20 7,0 0 0,0 0 0,0 1 0,-1-1 0,0 0 0,0 0-1,0 0 1,0 0 0,-1 0 0,1-1 0,-1 1 0,0 0-1,0-1 1,0 1 0,-1-1 0,1 0 0,-1 1 0,0-1 0,0 0-1,0-1 1,0 1 0,-1-1 0,1 1 0,-1-1 0,-3 2 0,-11 6 132,1-1 1,-2 0 0,1-2 0,-1 0-1,0-1 1,-1-1 0,1-1 0,-1 0-1,0-2 1,0 0 0,-28-2-1,47 0-156,0 0-1,0 0 0,0-1 1,1 1-1,-1 0 0,0-1 1,0 1-1,1-1 0,-1 0 1,0 1-1,1-1 0,-1 1 1,0-1-1,1 0 0,-1 1 1,1-1-1,-1 0 0,1 0 1,-1 1-1,1-1 0,0 0 1,-1 0-1,1 0 0,0 0 1,0 1-1,0-1 0,0 0 1,-1 0-1,1 0 0,0 0 1,0 0-1,1 0 0,-1-1 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1697,'0'0'3874,"0"-6"-3512,0-24 11041,7 30-10688,72 1 154,225-10 596,-300 9 1834,-6-1-2022,-12 1-3045,-21 2-6842,14-1 2127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4226,'0'0'5538,"-4"27"-2328,1-5-2491,-7 36 1609,-20 67 1,-68 174 2752,9-28-4256,87-256-988,0 1-2785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5106,'0'0'10149,"17"-9"-8898,57-24-320,-70 32-842,-1-1 0,1 1 1,-1 0-1,1 0 0,0 1 0,-1-1 0,1 1 0,0 0 0,-1 0 0,1 0 0,0 0 0,0 1 0,-1-1 0,1 1 0,-1 0 1,1 0-1,0 0 0,3 3 0,0 0 45,-1 0 0,0 0 1,0 1-1,0 0 0,0 1 1,4 5-1,-3-4 27,-3-2-105,0 0 0,-1 0 1,1 0-1,-1 0 0,0 0 1,0 1-1,-1 0 1,0-1-1,0 1 0,0 0 1,2 11-1,-4-14-22,1 0 0,-1 1 0,0-1-1,0 0 1,0 1 0,0-1 0,-1 0 0,1 1-1,-1-1 1,0 0 0,0 0 0,0 0 0,0 0-1,0 0 1,-1 0 0,1 0 0,-1 0 0,0 0-1,0 0 1,0-1 0,0 1 0,-5 3 0,-9 4 177,1 0 0,-2-2 1,1 1-1,-1-2 1,0-1-1,-1 0 1,-23 5-1,13-9-640,15-5-1230,8-4-3587,7-6-1987,6 5 2346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5026,'0'0'13623,"3"8"-11769,0 2-1409,0 1 1,-1-1-1,-1 0 1,1 1-1,-2-1 1,1 1-1,-2-1 1,-1 18 0,1-27-469,1 1 0,-1-1 1,1 1-1,-1-1 0,1 1 1,0-1-1,0 1 0,0 0 1,0-1-1,0 1 0,0-1 1,0 1-1,0 0 0,1-1 1,-1 1-1,1-1 0,-1 1 1,1-1-1,0 1 0,-1-1 1,1 0-1,0 1 0,0-1 1,0 0-1,0 1 0,0-1 1,1 1-1,2 0-140,1-1 1,-1 0-1,0 0 1,0 0-1,0-1 1,0 0-1,1 1 1,-1-1-1,4-1 1,-3 1 76,4 0-142,-1-1-1,1 0 0,-1 0 0,1-1 0,-1 0 0,0-1 0,0 1 0,0-2 0,0 1 0,9-7 0,5-4-407,41-35-1,-29 27 5196,-33 37-3730,-4 15-1180,1-20-94,0 1-1,0-1 1,2 1-1,-1-1 1,3 21-1,-2-30 236,0 0-1,1 0 1,-1 0 0,1 1-1,-1-1 1,1 0-1,0 0 1,-1 0 0,1 0-1,0 0 1,0 0-1,0 0 1,0 0 0,0-1-1,0 1 1,0 0-1,0 0 1,0-1 0,0 1-1,0-1 1,0 1-1,0-1 1,1 1 0,-1-1-1,0 0 1,2 1-1,38 1-5619,-32-2 4010,36 0-5589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42 10597,'0'0'7014,"-21"-3"-3445,-8-2-2426,9 2-139,0 0-1,-1 1 1,-24 1-1,44 1-996,1 0-1,0 0 0,-1 0 0,1 0 1,0 0-1,-1 0 0,1 1 0,0-1 1,-1 0-1,1 0 0,0 0 1,0 0-1,-1 0 0,1 1 0,0-1 1,0 0-1,-1 0 0,1 0 0,0 1 1,0-1-1,-1 0 0,1 0 0,0 1 1,0-1-1,0 0 0,0 1 0,-1-1 1,1 0-1,0 0 0,0 1 0,0-1 1,0 0-1,0 1 0,0-1 1,0 0-1,0 1 0,0-1 0,0 0 1,0 1-1,0-1 0,0 0 0,0 1 1,0-1-1,0 0 0,0 0 0,1 1 1,-1 1-27,1 10-301,0 0 1,1 0-1,1 0 0,0 0 0,0-1 1,1 1-1,8 14 0,2 10-384,-11-25 332,0 0 1,-1 0-1,0 0 0,-1 0 0,0 0 0,-2 16 0,1-21 177,0-5 182,0 1 1,-1-1-1,1 1 1,-1-1 0,1 1-1,-1-1 1,1 0-1,-1 1 1,0-1-1,0 0 1,0 0-1,0 1 1,0-1 0,0 0-1,0 0 1,0 0-1,0 0 1,0 0-1,-1-1 1,1 1 0,0 0-1,-1 0 1,1-1-1,0 1 1,-1-1-1,1 0 1,-1 1-1,1-1 1,-1 0 0,1 0-1,-3 1 1,-8 0 11,-1 0-1,-22-1 1,23 0-111,12 0 69,-1 0-1,1 0 1,-1 0 0,1 0-1,-1 0 1,1 0 0,-1 0-1,1 0 1,-1 0 0,1 0-1,-1 0 1,1 0 0,0 0-1,-1 0 1,1 0 0,-1 0-1,1-1 1,-1 1 0,1 0-1,-1 0 1,1 0 0,-1-1-1,1 1 1,0 0 0,-1-1-1,1 1 1,0 0 0,-1-1-1,1 1 1,0-1 0,-1 1-1,1-1 1,0 1 0,0 0-1,0-1 1,-1 1 0,1-1-1,0 1 1,0-2 0,0 0-165,1 1-1,0-1 1,-1 0 0,1 0 0,0 0 0,0 1 0,0-1 0,0 0 0,0 1-1,3-3 1,13-14-846,0 2-1,2 0 1,0 1-1,34-21 1,-5 4-591,46-37-1678,13-12 685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59 2497,'0'0'13828,"-18"-13"-11539,8 5-2000,3 3-119,0 0 1,0 0-1,-1 1 0,1 0 1,-1 0-1,-8-2 1,12 5-79,0 0 1,1 0-1,-1 0 1,0 1-1,0 0 1,1 0 0,-1 0-1,0 0 1,0 1-1,1-1 1,-1 1-1,0 0 1,1 0 0,-1 0-1,1 1 1,-1-1-1,1 1 1,-1 0-1,1 0 1,-4 3-1,-16 13 309,2 1 0,0 1 0,1 0 0,1 2 0,1 0 0,1 1-1,-26 46 1,25-34-149,2 1 0,1 1 1,1 0-1,2 1 0,-7 42 0,16-57-347,0 0 0,2 38 0,1-60 89,0-1-19,0 1 0,0-1 1,1 1-1,-1-1 0,0 0 0,0 1 0,1-1 1,-1 1-1,0-1 0,1 1 0,-1-1 0,0 0 0,1 1 1,-1-1-1,1 0 0,-1 1 0,0-1 0,1 0 0,-1 0 1,1 1-1,-1-1 0,1 0 0,-1 0 0,1 0 0,-1 0 1,1 0-1,-1 1 0,1-1 0,-1 0 0,1 0 1,0 0-1,22 0-221,-16 0 168,4-1-21,0 0 0,0 0 0,1-1 0,-1 0 0,-1-1 0,1 0 0,0-1 0,-1 0 0,1-1 0,-1 0 0,-1 0 0,1-1 0,-1 0 0,0-1 0,0 0 0,11-12 0,-14 12 381,-2 3 1627,-4 7 309,-2 20-2174,2-8-276,0 0 0,1 0 0,1 0 0,4 18 0,-5-29-211,1 1-1,0 0 1,0-1-1,0 1 1,0-1-1,1 0 1,4 6-1,-5-8-261,1 1 0,-1 0 0,1-1 0,0 0 0,0 1 0,0-1-1,0 0 1,0-1 0,0 1 0,1 0 0,3 0 0,29 6-9348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0 11749,'0'0'10485,"-170"88"-7828,110-27-896,3 8-624,9 4-273,10-2-432,15 4-368,13-8-64,10-2-304,0-9-544,19-12-849,21-14-400,8-7-1697,12-17-1056,5-6-3746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12294,'0'0'14982,"-13"18"-13298,-95 130 962,103-141-2589,1 1 0,-1-1-1,1 1 1,0 0 0,1 0-1,-5 14 1,7-19-59,1-1 1,-1 0-1,1 1 0,0-1 0,-1 1 1,1-1-1,0 0 0,1 1 0,-1-1 1,0 0-1,1 1 0,-1-1 0,1 1 1,-1-1-1,1 0 0,0 0 0,0 0 1,0 1-1,1-1 0,-1 0 0,0 0 1,1-1-1,-1 1 0,1 0 0,0 0 1,0-1-1,-1 1 0,1-1 0,2 2 1,9 3-5,-1 0 1,1-1 0,0 0 0,0-1-1,0 0 1,21 2 0,88 6-261,-78-8 27,108-1-1269,-107-3-313,-44 0 1635,-1-1 0,0 1 0,1 0 0,-1 0 0,0 0 0,1 0 0,-1-1 0,0 1 0,1 0 0,-1 0 0,0-1 0,0 1 0,1 0 0,-1-1 0,0 1 0,0 0 0,0-1 0,1 1 0,-1 0 0,0-1 0,0 1 0,0 0 0,0-1 0,0 1 1,0-1-1,0 1 0,0 0 0,0-1 0,0 1 0,0 0 0,0-1 0,0 1 0,0-1 0,0 1 0,0 0 0,0-1 0,-1 0 0,-4-16-11089,-5 5 1537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5939,'0'0'19096,"-121"143"-16550,112-100-1554,3 3-256,6 2-608,0-4-128,0-2-576,0-4-1201,15-7-1088,2-10-1729,8-10-2369,10-11-2594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13366,'0'0'9036,"10"25"-5856,80 275 2818,-79-252-5761,-2 1 1,-3 0-1,-1 0 1,-4 84-1,-2-125-229,-1 1-1,0-1 1,0 1-1,-1-1 1,0 0-1,0 0 1,-1 0-1,0 0 1,0-1-1,-1 1 1,0-1-1,0 0 1,-1-1-1,0 1 1,0-1-1,-1 0 1,1-1-1,-1 1 1,-10 5-1,-15 7-271,0-1 1,-2-1-1,-46 15 0,21-9-1723,14-5-3031,5-2-3544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3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21 2577,'0'0'10853,"0"-3"-9089,0-15 6829,0 21-7347,0 62 1078,1 31 305,-21 178 0,18-256-2584,0 0-1,2 22 1,0-35-48,0-5-152,-2-3-2372,2 3 2385,0-1 0,0 1 0,0 0 0,0-1 1,0 1-1,0 0 0,0-1 0,0 1 0,0 0 0,0-1 0,0 1 0,1 0 0,-1-1 0,0 1 0,0 0 0,0-1 0,0 1 0,0 0 0,1 0 0,-1-1 0,0 1 0,0 0 1,0 0-1,1-1 0,-1 1 0,0 0 0,1-1 0,8-11-4773,3-1-1947,0-4-2425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4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81 144,'0'0'3223,"1"-5"-2963,4-13 13091,5-26-15818,-4 31 2762,-5 23 2207,-8 26 143,-5-10-1853,0-1 0,-2 0 1,-29 41-1,25-41-591,1 1 0,-25 55 1,35-67-197,5-10-15,0 1 1,1-1-1,-1 0 1,1 0-1,0 1 1,0-1-1,0 0 1,0 7-1,20-9-291,26-5 348,1-2 0,-1-2 0,61-18 0,18-2-6,-98 22 116,10-2 401,-1 2 0,46-1 0,-81 6-531,1 0 0,-1 0 0,1 0 0,-1 0 0,1 1 1,-1-1-1,0 0 0,1 0 0,-1 0 0,1 0 0,-1 1 1,1-1-1,-1 0 0,0 0 0,1 1 0,-1-1 0,0 0 1,1 1-1,-1-1 0,0 0 0,1 1 0,-1-1 0,0 1 1,0-1-1,1 0 0,-1 1 0,0-1 0,0 1 0,0-1 1,0 1-1,1-1 0,-1 1 0,0-1 0,0 1 0,0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4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11397,'0'0'11974,"-69"140"-10390,54-83-143,2 1-400,1 1-481,-1-1-384,1 1-176,1-5-336,5 0-833,-4-1-1344,1-5-2337,1-2-3122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5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1761,'0'0'5538,"5"1"-4446,-1 0-795,24 9 1868,-2-6 6484,-34 2-13128,-7-1-764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290 850 4866,'0'0'11307,"0"-1"-11071,0 0 0,0 1 1,0-1-1,0 0 0,0 0 1,0 1-1,0-1 0,0 0 1,0 0-1,0 0 1,0 1-1,0-1 0,-1 0 1,1 0-1,0 1 0,-1-2 1,-7-1-37,0 0 0,1 1 0,-1 0 0,0 1 0,0-1 0,0 1 0,-1 1 0,1 0 0,0 0 0,-13 2 0,-6-1-111,20-1-77,1 1 1,-1-1-1,1 1 1,0 1-1,0-1 1,0 1-1,0 0 1,0 1 0,0-1-1,0 1 1,1 0-1,-1 1 1,1-1-1,0 1 1,0 0-1,0 0 1,1 1-1,-8 8 1,7-6-10,0 1-1,0-1 1,1 1-1,0-1 1,0 1 0,1 1-1,0-1 1,0 0-1,1 1 1,0-1 0,1 1-1,-1 0 1,1 10-1,1-10 7,0-6-22,0 0 1,0 1-1,0-1 0,0 0 1,1 0-1,-1 0 1,1 0-1,1 4 0,-1-6 5,-1 0 0,1 0 0,0 0 0,0 0 0,0-1 1,0 1-1,-1 0 0,1 0 0,0-1 0,0 1 0,1-1 0,-1 1 0,0-1 0,0 1 0,0-1 0,0 1 0,0-1 0,1 0 0,-1 0 0,0 0 0,0 0 0,0 0 0,1 0 0,1 0 0,2 0 6,0-1 0,-1 0-1,1 0 1,0-1 0,-1 1-1,1-1 1,-1 0 0,1 0-1,-1 0 1,0-1 0,0 1-1,7-7 1,47-46 29,-42 38-34,52-57-604,-4-3 0,-3-2 0,78-133 1,109-281-2003,-238 469 4288,-16 34 1523,-11 20-2855,-38 58 205,4 2 0,4 3 0,-51 144 1,89-209-620,1 0-1,1 1 1,2-1 0,1 2 0,1-1 0,2 0 0,0 1 0,6 41-1,-4-66-183,-1 0 0,1 0 0,0-1 0,1 1 0,-1-1 0,1 1 0,0-1 0,0 1-1,0-1 1,1 0 0,0 0 0,0 0 0,0 0 0,0-1 0,0 1 0,1-1 0,-1 0-1,1 0 1,8 5 0,-4-4-807,0-1-1,1 0 1,-1 0-1,1-1 1,0 0-1,0 0 1,0-1-1,0 0 1,13-1-1,28 0-4753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4210,'0'0'15356,"-18"9"-13779,-57 31-176,65-34-1201,1-1 1,0 2 0,0-1-1,0 1 1,1 0-1,0 1 1,1 0 0,-1 0-1,1 0 1,1 1 0,0 0-1,0 1 1,1-1-1,-5 12 1,9-16-206,-1 0-1,1-1 1,1 1-1,-1 0 1,0 0-1,1 0 1,1 5-1,-1-4-54,3-5 34,0 0-1,0 0 1,0-1-1,1 1 1,-1-1 0,0 0-1,1 0 1,4-1 0,-5 1 4,5 0 0,0-2-1,0 1 1,0-1-1,0 0 1,0 0-1,0-1 1,0 0-1,-1-1 1,0 0-1,1 0 1,10-8-1,0-2-332,1-1-1,27-31 1,-44 44 346,-1 1 20,1 0 0,-1 0-1,0-1 1,1 1 0,-1-1 0,0 1 0,0-1 0,0 0 0,0 1 0,-1-1-1,1 0 1,0 0 0,-1 1 0,1-1 0,-1 0 0,1-3 552,-1 17-446,-6 49-1082,4-48 484,0 0 0,1 0 0,1 0 0,0 0 0,0 1 0,3 14 0,-2-27 296,0 0 0,-1-1 1,1 1-1,0 0 0,0-1 0,-1 1 1,1-1-1,0 0 0,0 1 1,0-1-1,0 0 0,0 1 0,0-1 1,-1 0-1,1 0 0,0 0 1,0 0-1,0 0 0,0 0 0,0 0 1,0 0-1,0 0 0,0 0 1,1-1-1,3 1-784,1 0 28,0 0 0,1 0 0,-1-1 1,0 0-1,0 0 0,1 0 0,-1-1 0,11-4 0,26-22-3770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8308,'0'0'11320,"-6"20"-8620,-28 73-936,-52 157 1538,39-59-2614,-2 10-4100,49-199 3250,-16 37-4345,15-37 3811,0-1-1,0 1 0,0-1 0,0 0 1,0 1-1,0-1 0,-1 0 1,1 0-1,0 0 0,-1 0 0,1 0 1,-1 0-1,-1 1 0,-5-1-5580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7091,'0'0'6283,"20"-2"-2980,1 0-2565,111-5 2123,212 7-697,-344 2-2158,1 0 1,-1 0 0,0-1-1,0 1 1,0 0 0,0 0-1,0 0 1,-1-1 0,1 1-1,0 0 1,-2 2 0,-4 5 137,-1 0 1,0-1-1,0 1 0,-1-2 1,0 1-1,-16 10 1,-6 8 82,20-17-186,-7 5-25,1 1 0,0 1-1,1 1 1,1 0 0,0 1 0,1 0 0,-13 26 0,25-43-25,1 1 0,-1-1 0,0 0 0,1 1 0,0-1 1,-1 0-1,1 1 0,0-1 0,-1 1 0,1-1 0,0 0 1,0 1-1,0-1 0,1 1 0,-1-1 0,0 2 0,1-2-2,-1-1-1,0 1 0,1-1 0,-1 1 0,1 0 1,-1-1-1,1 1 0,-1-1 0,1 1 0,-1-1 0,1 0 1,-1 1-1,1-1 0,0 0 0,-1 1 0,1-1 1,0 0-1,-1 0 0,1 1 0,0-1 0,-1 0 1,2 0-1,2 0-1,0 0 0,0 0 0,0-1-1,0 1 1,0-1 0,0 0 0,0 0 0,-1-1 0,1 1 0,4-3 0,7-4 38,0-1-1,0-1 1,-1 0-1,-1-1 1,1-1-1,-2 0 1,0 0-1,0-1 1,19-29-1,-21 26 1635,-11 25 1150,-3 20-2834,2-16 36,2 0 1,0 0 0,2 19 0,-1-28-25,0 1 1,0-1-1,0 0 1,1 0-1,-1 1 1,1-1-1,0 0 1,0-1-1,1 1 1,-1 0-1,1 0 1,0-1-1,5 6 0,-1-3-217,1 0 0,0 0-1,0-1 1,0 0 0,0-1-1,1 0 1,-1 0 0,19 5-1,-6-4-1383,0-2 0,42 3 0,40-4-5496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4018,'0'0'6707,"-3"22"-5979,-12 261 1206,16-175-1325,-4 133-214,0-209-488,-2 0 1,-1-1-1,-1 0 1,-2 0-1,-12 29 1,20-56-246,0-18-8486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194 270 3970,'0'0'5520,"27"-3"-4555,319-35 1919,-237 25-1958,1212-168 1307,-1255 168-2177,-29 6 168,0 0 0,59-1 1,-96 8-175,1 1 0,0-1 0,0 0 1,-1 1-1,1-1 0,0 1 0,-1-1 1,1 0-1,0 1 0,-1-1 0,1 1 1,-1 0-1,1-1 0,-1 1 0,1-1 1,-1 1-1,1 0 0,-1 0 1,0-1-1,1 1 0,-1 0 0,0-1 1,0 1-1,0 0 0,1 0 0,-1 0 1,0-1-1,0 1 0,0 0 0,0 0 1,0 1-1,-1 35 775,1-23-420,-9 117 1751,-1 5-942,10-89-1018,2-1 1,1 0 0,15 65 0,-1-40-173,-3-22-27,-3 0 0,-2 0 1,5 90-1,-13-118 2,-1-14 0,1 0-1,-1 0 0,0 0 1,-1 0-1,-1 8 1,1-13 0,1 0 0,-1-1 0,1 1 0,-1-1 0,0 1 0,1-1 1,-1 0-1,0 1 0,0-1 0,0 0 0,0 0 0,0 1 0,0-1 1,-1 0-1,1 0 0,0 0 0,-1 0 0,1 0 0,0-1 0,-1 1 0,1 0 1,-1-1-1,1 1 0,-1-1 0,0 1 0,1-1 0,-3 0 0,-35 3-270,0-3 0,0-1 0,0-2 0,-52-10 0,-31-3-588,-284 8-847,363 8 1606,-460 36-12,0 36 907,281-39 251,-11 3 250,309-38-2440,109-29-1974,-134 21 1498,95-18-5170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9428,'0'0'11574,"54"-48"-10934,-52 46-544,1-2-96,1 4-1505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2227 3474,'0'0'7270,"10"-4"-6422,7-1-443,0 0 1,1 1 0,-1 1-1,20-1 1,373-27 794,-19 0-1173,1543-22 1451,-1757 55-1485,249-9-152,-414 6 491,39-3-927,-36-1 5000,-15 5-4315,-2-1-53,1 0 1,-1 0-1,1 0 0,-1 0 1,1 0-1,0 0 1,0 0-1,-1-1 0,1 1 1,0 0-1,0-1 1,0 1-1,1-1 1,-1 1-1,0-1 0,0 1 1,1-1-1,-1-2 1,-10-32 248,6 2-140,2 1 0,3-64 1,1 47-76,0 22 12,1 0-1,1 0 1,2 0 0,1 1-1,9-29 1,58-128 255,-23 63-337,-42 97 12,-1-1 1,-1 0-1,0 0 0,1-38 1,-3-103 46,-5 115 208,2 0 0,14-97 0,84-465 1587,-96 588-1794,-1 14 116,0-1 0,1 1 0,0 0 0,0 0 0,6-11 0,-9 22-84,1 4-81,1 0 0,-1 0 0,0 0 0,0 0 1,-1 1-1,0-1 0,1 0 0,-2 7 0,1-11-12,0 56-352,0-55-176,0-1 346,0 1 0,0 0 0,0-1 1,0 1-1,0 0 0,0-1 0,0 1 1,-1 0-1,1-1 0,0 1 0,0 0 1,-1-1-1,1 1 0,0-1 0,-1 1 1,1-1-1,-1 1 0,1-1 0,-1 1 1,1-1-1,-1 1 0,0 0 0,-11 3-3655,-2-2-5401,5-2 2227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96,'0'0'7145,"0"5"-6092,0 20-53,0-9 7133,3-15-7810,-1 0 0,0 0 0,1 0 0,0 0 0,-1 0 0,1 0 0,-1-1-1,1 1 1,0-1 0,0 0 0,-1 0 0,5 0 0,-3 0-53,101 13 98,-24-2-240,89 1 1,-165-12 1583,-7 1-1019,-15 4-1349,-31 1-1691,-6-5 1043,4-1-122,-63-5-1,112 4 1554,-1 1 0,1 0 0,-1-1-1,1 1 1,-1-1 0,1 1 0,-1-1-1,1 0 1,0 0 0,-1 0 0,1 1-1,0-1 1,0 0 0,-1-1 0,1 1-1,0 0 1,0 0 0,0 0 0,0-1-1,1 1 1,-1 0 0,0-1 0,0 1-1,1-1 1,-1 1 0,0-3 0,0-3 562,0 0 0,0-1 1,0 1-1,1-11 1,0 18-690,2-18 7,1 1 1,0-1-1,1 1 0,1 0 0,1 0 0,8-17 1,-3 8 0,10-29-23,-6 20 27,-2-1 0,12-51 0,-18 36 1664,3 68-1508,12 84 274,-4-18-329,-10-46 141,5 56 0,-10-62 375,1 0 0,2-1 1,12 40-1,-16-65-472,0 0 1,1 0-1,0 0 0,0-1 1,0 1-1,1-1 0,-1 0 1,1 0-1,0 0 0,7 4 1,6 8 683,-17-16-830,-2 0-1176,0 0 291,0 0 1,-1-1-1,1 1 0,0-1 0,0 0 1,0 0-1,0 1 0,0-1 1,0-1-1,0 1 0,0 0 0,0 0 1,0-1-1,1 1 0,-1-1 0,-2-2 1,-10-10-10180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116 287 2273,'0'0'8612,"-12"-11"-7273,-40-34 1,50 43-1099,-1-1 1,0 1 0,0 0 0,-1 0-1,1 0 1,0 0 0,-1 0 0,1 1-1,-5-2 1,-7-4 3028,20 5-3184,1 1 0,0-1-1,0 1 1,-1 0 0,1 1-1,0-1 1,0 1-1,8 1 1,9-1 75,1012-96 305,-786 54-513,-35 4 1156,-95 28 2417,-67 9 853,-129-4-14610,34 1 3252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8902 2497,'-4'1'21090,"-4"-13"-20301,2-1-1,0 0 1,0 0 0,1 0 0,1-1 0,0 0-1,1 0 1,0 0 0,0-15 0,0-24-163,4-59 0,0 40-586,1 35-40,1 0 0,1 0 0,10-38 0,36-107 0,-28 111 0,23-136 0,-5-628 0,-32 402 0,-4-125 0,-5 322 0,-45-430 0,21 518 0,-79-259 0,19 94 0,-8-41 0,-15-64 0,-42-437 0,139 741 0,4 0 0,10-126 0,5 179 0,17-62 0,1-4 0,-9 40 0,36-106 0,-12 53 0,-33 112 0,132-575 0,-119 495-4,-7 37-218,-2-1 0,2-99 0,-4 19-118,-1 4 371,-10 128-37,0 15 2,0 0 0,1 1 0,0-1 0,0 0 0,0 1 0,0-1 0,1 1 0,0-1 0,0 0 0,0 1 0,0-1 0,1 1 0,2-6 1,2 8 7,0 1 0,0 0 0,-1 0 0,1 1 0,0 0 0,0 0 1,0 0-1,10 3 0,-1 0-2,-1 1-1,0 1 1,0 1 0,0 0 0,-1 0-1,0 1 1,15 11 0,12 6-21,2-3 2,2-2 1,0-2 0,0-2-1,2-2 1,46 8 0,240 21-17,1315 43 121,-1575-84-85,120-4 25,-170 1-23,0-1-1,-1 0 0,1-2 0,-1-1 1,0 0-1,29-14 0,-48 19 25,0 0 0,0 1 0,0-1 0,0 0 0,0 0 0,-1 0-1,1 0 1,0 0 0,-1 0 0,1-1 0,-1 1 0,1-1 0,-1 1 0,0-1-1,1 1 1,-1-1 0,0 0 0,0 0 0,0 1 0,0-1 0,-1 0 0,2-3 0,-17 14-110,-44 60 95,39-49 28,1 2 1,1 0-1,1 1 0,1 0 0,1 2 1,-15 33-1,-130 387 62,125-329-108,-37 229 0,40 69 4,-2 14 0,-1-201 0,-32 310 0,56-257 0,-31 389 0,25-526 0,-23 276 0,-7 324 0,-16 189 0,47-609 0,-16 592 0,32-858 0,10 431 0,-7-311 0,-3-175 0,0-1 0,0 0 0,-1 1 0,1-1 0,0 0 0,0 0 0,-1 1 0,1-1 0,-1 0 0,1 0 0,-1 1 0,1-1 0,-1 0 0,0 0 0,-1 2 0,2-3 0,-1 0 0,1 1 0,-1-1 0,1 0 0,-1 1 0,1-1 0,-1 0 0,0 0 0,1 1 0,-1-1 0,1 0 0,-1 0 0,0 0 0,1 0 0,-1 0 0,0 0 0,1 0 0,-1 0 0,1 0 0,-1 0 0,0 0 0,0-1 0,-1 0 0,0 1 0,1-1 0,-1 0 0,1 0 0,-1 0 0,1 0 0,-1 0 0,1-1 0,0 1 0,-1 0 0,1-1 0,0 1 0,0-1 0,0 1 0,0-1 0,0 0 0,0 1 0,1-1 0,-2-2 0,1-3-4,1 6 2,0 0 0,0 1 1,0-1-1,0 0 0,0 0 0,0 1 1,0-1-1,0 0 0,0 0 0,0 0 1,-1 1-1,1-1 0,0 0 1,-1 1-1,1-1 0,0 0 0,-1 1 1,1-1-1,-1 0 0,1 1 0,-1-1 1,1 1-1,-1-1 0,0 1 0,1-1 1,-1 1-1,0-1 0,1 1 1,-1-1-1,0 1 0,1 0 0,-2-1 1,-3 17-1061,-2 7 648,-1-1 0,-1 0 0,0-1 0,-2 0 0,0 0 0,-2-1 0,0-1 0,-1 0 0,-1-1 0,-31 30 0,22-24-470,-25 21-1487,45-41 1639,0-1-1,0-1 1,0 1-1,-1-1 1,1 1-1,-1-1 1,0 0-1,0-1 1,1 1-1,-8 0 1,-17-1-6690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2049,'0'0'6608,"25"-4"-4986,364-35 3770,103 11-889,276-18-2571,1-61 637,-495 65-1603,-260 36-1077,-15 6 61,1-1 1,-1 1-1,0-1 1,1 1 0,-1-1-1,0 1 1,0 0 0,1-1-1,-1 1 1,0 0-1,0 0 1,0 0 0,0-1-1,1 1 1,-1 0-1,0 0 1,0 0 0,0 0-1,-1 1 1,-108-10-7237,34-1-1038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1 502 2017,'0'0'8852,"18"-12"-7713,-17 11-1128,16-11 367,1 1 0,1 0 0,0 1-1,0 1 1,1 1 0,0 0 0,30-6 0,861-117 5444,-637 99-5161,-134 15-533,494-73-110,-622 88-43,21-3-466,1-2-1,-1-1 1,-1-1 0,56-25 0,-86 33 170,1 0-1,0 0 0,-1 0 1,1-1-1,-1 1 1,0-1-1,0 0 1,1 0-1,-1 0 1,0 0-1,0 0 1,0 0-1,-1 0 0,1 0 1,-1-1-1,1 1 1,-1-1-1,0 1 1,0-1-1,2-5 1,-2-17-5202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5 452 4370,'0'0'11234,"-2"-5"-10057,2 4-1135,-1 0 1,1 0-1,0 0 0,-1 0 0,1 0 0,0 0 1,0 0-1,0 0 0,-1 0 0,1 0 1,0 0-1,0-1 0,1 1 0,-1 0 1,0 0-1,0 0 0,0 0 0,1 0 1,-1 0-1,1 0 0,-1 0 0,1 0 1,-1 0-1,1 1 0,-1-1 0,1 0 1,0 0-1,-1 0 0,3-1 0,2 0 181,0-1-1,0 1 1,1-1 0,-1 1-1,10-1 1,-11 2-169,416-83 4365,5 37-3498,-376 43-802,181-17-52,391-50-873,-603 68 555,19-3-632,44-14 0,-71 17 332,-1 0 0,0-1-1,0 0 1,-1 0 0,1-1 0,-1 0 0,0-1-1,0 0 1,13-12 0,-19 15 70,0 1 1,0-1 0,0 0-1,0 0 1,0 0-1,0-1 1,-1 1-1,0 0 1,0 0-1,2-6 1,0-37-6062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1169,'0'0'7752,"14"-15"-6644,0-1-751,-9 9-195,0 0 0,1 1 1,0-1-1,1 1 1,-1 1-1,1-1 0,0 1 1,1 0-1,-1 1 0,1-1 1,0 2-1,16-6 0,35-8 1312,2 3 1,61-6-1,127-2 396,-242 21-1834,1498-63 2378,-1095 52-2318,-386 11-95,94-2-97,185-28-1,-289 29 86,0-1-1,-1 0 1,1-1-1,0 0 1,-1-1-1,22-12 1,-33 16 4,0 0 1,1 0-1,-1-1 0,0 1 1,0-1-1,-1 0 0,1 1 1,0-1-1,0 0 0,-1 0 1,1 0-1,-1 0 0,0 0 1,0-1-1,0 1 0,0 0 1,0 0-1,0-1 0,0 1 1,-1-1-1,1 1 0,-1-1 1,0 1-1,1-1 0,-1 1 1,-1-1-1,1 1 0,0-1 1,0 1-1,-1 0 0,0-4 1,-1 3-202,0-1 1,1 1-1,-1-1 1,0 1 0,-1 0-1,1 0 1,-1 0-1,1 0 1,-1 1 0,0-1-1,0 1 1,0-1-1,0 1 1,0 0 0,0 0-1,-1 1 1,1-1-1,-8-2 1,-36-3-8400,29 3 3250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51 228 1281,'0'0'6282,"-9"-6"-4782,-24-21-142,24 18-351,13 7-377,-1 2-410,311-20 4891,-216 17-4444,850-23 1471,-47 3-1956,-7-31-274,-870 52 104,21-1 54,-1-2 0,0-2-1,43-12 1,-83 18 148,-1 0 0,1 0-1,-1 0 1,1-1 0,-1 1 0,0-1 0,0 0 0,0 0 0,0 0 0,6-5 539,-14 8-652,3 1-163,0-1-1,-1 1 1,1 0-1,0 0 1,0 0-1,0 0 1,0 0-1,0 0 1,1 0-1,-1 0 1,1 1-1,-1-1 1,1 1-1,0-1 1,0 1-1,0 0 1,-1 5-1,-11 56-2906,12-54 2136,-6 41-3599,3 0-2206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99 222 1088,'0'0'9223,"-2"-4"-7579,-4-16-145,9-15 4971,-3 34-6367,0 1 0,0-1-1,0 0 1,-1 1 0,1-1 0,0 1 0,0-1 0,-1 1-1,1-1 1,-1 1 0,1-1 0,0 1 0,-1-1 0,1 1 0,-1 0-1,1-1 1,-1 1 0,1-1 0,-1 1 0,1 0 0,-1 0 0,0-1-1,1 1 1,-1 0 0,1 0 0,-1 0 0,0 0 0,1 0 0,-1 0-1,0 0 1,1 0 0,-1 0 0,1 0 0,-1 0 0,0 0-1,1 0 1,-1 0 0,-28 3-180,27-3 89,0 1 1,0-1-1,0 1 0,0-1 0,0 1 1,0 0-1,0 0 0,0 0 1,0 0-1,0 0 0,1 1 1,-1-1-1,0 1 0,1-1 1,-1 1-1,1-1 0,-1 1 1,1 0-1,0 0 0,0-1 1,0 1-1,0 0 0,0 0 1,0 3-1,-1 3 10,0 0 0,1 0 0,0 0 0,1 0 0,0 9 0,0-15-25,0-1 7,0 1-1,0-1 0,1 0 1,-1 1-1,1-1 0,-1 0 1,1 0-1,-1 1 0,1-1 1,0 0-1,0 0 0,-1 0 1,1 0-1,0 0 0,0 0 1,0 0-1,0 0 0,0-1 1,0 1-1,0 0 0,1 0 1,-1-1-1,0 1 0,0-1 1,0 1-1,1-1 0,-1 0 1,0 1-1,1-1 0,-1 0 1,0 0-1,2 0 0,54 1 9,-40-1 13,-2 0-15,0-1 0,0 0-1,0-1 1,-1-1 0,1 0 0,-1-1 0,20-8-1,-29 11-5,-1-1-1,0 0 0,1-1 0,-1 1 1,0-1-1,0 0 0,0 0 0,-1 0 0,1-1 1,-1 1-1,0-1 0,0 0 0,0 0 1,0 0-1,0 0 0,-1 0 0,0-1 1,0 1-1,0-1 0,-1 0 0,1 1 0,-1-1 1,0 0-1,-1 0 0,1 1 0,-1-6 1,0 6-28,0 1 0,-1 0 0,0-1 1,0 1-1,0 0 0,0 0 0,0-1 1,0 1-1,-1 0 0,0 0 0,0 0 1,1 1-1,-2-1 0,1 0 0,0 1 1,0-1-1,-1 1 0,-3-3 0,-8-5-1291,0 0 0,-25-12 0,4 3-3930,-2-6-2799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3330,'0'0'12403,"9"0"-10293,27 1-349,-35 0-1664,0-1 0,0 0 1,-1 1-1,1-1 1,0 0-1,-1 1 0,1-1 1,-1 1-1,1-1 1,0 1-1,-1-1 0,1 1 1,-1 0-1,1-1 1,-1 1-1,0 0 0,1-1 1,-1 1-1,0 0 1,1-1-1,-1 1 0,0 0 1,0 0-1,0-1 1,0 1-1,1 0 0,-1 0 1,-1 1-1,1 25 1087,-1-21-732,0 42 1166,-1-28-1525,2-1-1,0 1 1,1 0 0,8 37-1,-9-57-209,0 1-1,0-1 1,0 0-1,0 0 1,0 0-1,0 1 1,0-1-1,0 0 1,0 0 0,0 1-1,0-1 1,0 0-1,0 0 1,0 0-1,1 0 1,-1 1-1,0-1 1,0 0-1,0 0 1,0 0-1,0 0 1,1 0-1,-1 1 1,0-1-1,0 0 1,0 0-1,1 0 1,-1 0-1,0 0 1,0 0 0,0 0-1,1 0 1,-1 0-1,0 0 1,0 0-1,0 0 1,1 0-1,-1 0 1,0 0-1,0 0 1,0 0-1,1 0 1,-1 0-1,0 0 1,0 0-1,1 0 1,-1 0-1,0 0 1,0 0-1,0-1 1,0 1 0,1 0-1,-1 0 1,0 0-1,0 0 1,0 0-1,0-1 1,1 1-1,8-12-8115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46 112,'0'0'12622,"5"-7"-10293,-1 1-1865,-3 4-340,1 0 0,-1 0 0,0 0 0,1 0 0,-1 0 0,1 0-1,0 0 1,0 1 0,0-1 0,0 1 0,0-1 0,0 1 0,0 0 0,0 0-1,0 0 1,1 0 0,-1 0 0,0 0 0,1 0 0,-1 1 0,0-1 0,4 1-1,11 0 818,-9-1-592,0 1 0,-1 0 0,1 0 0,0 1 0,11 3 0,-17-4-327,-1 1-1,1-1 1,0 1-1,0 0 1,-1 0 0,1 0-1,0 0 1,-1 0-1,1 0 1,-1 0 0,0 1-1,1-1 1,-1 1-1,0-1 1,0 1-1,0-1 1,0 1 0,0 0-1,0-1 1,0 1-1,0 0 1,-1 0-1,1-1 1,-1 1 0,1 0-1,-1 0 1,0 3-1,1 0-10,-1 0-1,0 0 0,0 1 0,0-1 0,-1 0 0,0 0 0,0 0 0,0 0 1,-1 0-1,1 0 0,-1 0 0,-1-1 0,1 1 0,-3 4 0,-3 2-1,-1-1-1,0 1 0,-20 15 0,1 1 32,27-26-38,-1 1 0,1-1 1,-1 1-1,1 0 1,0-1-1,-1 1 1,1 0-1,0 0 0,0 0 1,0 0-1,1 0 1,-1 0-1,0 0 0,1 0 1,-1 0-1,1 0 1,0 0-1,0 1 1,0-1-1,0 0 0,0 3 1,1-4-1,0 0 1,0-1 0,0 1-1,-1-1 1,1 1-1,0-1 1,0 1 0,0-1-1,0 0 1,0 1-1,0-1 1,0 0-1,0 0 1,0 0 0,0 1-1,0-1 1,1-1-1,-1 1 1,0 0-1,0 0 1,0 0 0,1-1-1,2 1 16,26 0-206,0-1 0,0-2 0,38-8 0,-48 6-1678,-2 0 1,1-2-1,26-12 1,3-9-6704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3282,'0'0'11255,"16"-5"-9867,-14 4-1335,18-5 380,-1 0 0,1 2 1,-1 0-1,36-2 0,-37 5-263,-12 1-145,1-1 0,-1 1 1,0 1-1,0-1 1,0 1-1,9 2 0,-14-3-24,0 1 0,0-1 0,0 1-1,0-1 1,0 1 0,1 0 0,-1 0-1,0-1 1,-1 1 0,1 0 0,0 0-1,0 0 1,0 0 0,0 0-1,-1 1 1,1-1 0,-1 0 0,1 0-1,-1 0 1,1 0 0,-1 1 0,1-1-1,-1 0 1,0 0 0,0 1-1,0-1 1,0 0 0,0 1 0,0-1-1,0 0 1,0 1 0,0-1 0,-1 0-1,1 0 1,-1 3 0,-1 0 24,1 0-1,-1 1 1,0-1 0,-1 0-1,1 0 1,-1 0 0,1 0-1,-1-1 1,0 1 0,-6 5 0,6-7 15,0 1 1,0 0 0,0-1-1,1 2 1,-1-1 0,1 0-1,0 0 1,0 1 0,0-1-1,0 1 1,1 0 0,-1-1-1,1 1 1,0 0 0,0 0-1,0 5 1,1-6-30,0-1 1,0 0-1,1 1 1,-1-1 0,1 1-1,0-1 1,-1 0-1,1 1 1,0-1-1,1 0 1,-1 0-1,0 0 1,0 0-1,1 0 1,2 3-1,31 24 39,0 0-72,-33-28 20,0 1 0,-1 0 0,0 0 0,1 0-1,-1 0 1,0 0 0,0 0 0,0 1 0,0-1 0,0 0 0,-1 1 0,1-1 0,0 0 0,-1 1 0,0 3 0,0-5 5,0 0 0,-1 0 1,1 0-1,0 1 0,-1-1 1,1 0-1,-1 0 0,0 0 1,1 0-1,-1 0 0,0 0 1,0 0-1,1 0 0,-1 0 1,0 0-1,0 0 0,0-1 1,0 1-1,0 0 0,0-1 1,0 1-1,-1-1 0,1 1 1,0-1-1,0 1 0,-3 0 1,-36 7 230,34-8-145,-23 2 377,24-3-376,0 1 0,0 0 0,0 1 0,0-1 0,0 1 0,0 0 0,0 0 0,0 0 0,-9 5 0,13 4-3632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1345,'0'0'9046,"16"-12"-6914,52-40 64,-39 30 7112,-31 29-9095,-23 59 917,17-48-881,1 0 1,-7 30 0,10-21-154,1 0 0,1 49 0,2-75-82,0 0 1,0 0-1,1 0 1,-1 1-1,1-1 1,-1 0-1,1 0 1,-1 0-1,1 0 1,0 0-1,-1 0 1,1 0-1,0 0 1,0 0-1,0 0 1,-1-1-1,1 1 1,0 0-1,0 0 1,0-1-1,0 1 1,1-1-1,-1 1 1,0-1-1,0 1 1,0-1-1,0 0 1,3 1-1,41 5 284,-31-5-192,271 12 385,-285-13-494,0 0 1,0 0-1,1 0 0,-1 0 0,0 0 1,0 0-1,1 0 0,-1-1 0,0 1 1,0 0-1,1 0 0,-1 0 1,0 0-1,0 0 0,0 0 0,1-1 1,-1 1-1,0 0 0,0 0 0,0 0 1,0 0-1,1-1 0,-1 1 0,0 0 1,0 0-1,0-1 0,0 1 1,0 0-1,0 0 0,0 0 0,0-1 1,0 1-1,0 0 0,0 0 0,1-1 1,-1 1-1,-1 0 0,1 0 1,0-1-1,0 1 0,0 0 0,0 0 1,0-1-1,0 1 0,-23-3-8970,8 3 2206,5 0 767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1569,'0'0'18040,"-40"140"-16135,40-92-529,0-2-751,0-2-513,2-2-112,2-5-64,0-5-881,-1-1-1456,-1-6-2289,0-8-5234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8020,'0'0'12336,"0"13"-11682,-19 371 2755,7-202-2360,8-116-866,1 13-309,-3-1 0,-4 1 0,-21 84 1,29-156-533,0 0 1,0-1 0,-1 1 0,0 0 0,-6 9-1,10-36-8893,7-18 3986,10-14-11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341 232 2897,'0'0'11160,"20"-8"-9701,-6 2-1212,2 0 54,1 0-1,-1 0 1,1 2-1,0 0 1,0 1-1,32-2 1,840-69 4181,-683 36-4445,-166 28 586,-1-2 0,0-2 0,39-20 0,-78 34-566,0-1 0,0 1-1,0 0 1,0 0 0,1 0 0,-1 0-1,0 0 1,0 0 0,0 0 0,0 0-1,0 0 1,1 0 0,-1 0 0,0 0-1,0-1 1,0 1 0,0 0 0,1 0-1,-1 0 1,0 0 0,0 1 0,0-1-1,0 0 1,1 0 0,-1 0 0,0 0-1,0 0 1,0 0 0,0 0 0,0 0-1,1 0 1,-1 0 0,0 0 0,0 0 0,0 0-1,0 1 1,0-1 0,0 0 0,0 0-1,1 0 1,-1 0 0,0 0 0,0 1-1,0-1 1,0 0 0,0 0 0,0 0-1,0 11-311,0-6 499,-1 87 434,-4 0 0,-21 120-1,-131 472 404,155-679-1080,-42 122 17,36-107-22,-1-1 0,-1 1 0,-1-2 1,-15 21-1,23-36-11,0 1 1,0-1-1,0 0 1,-1 0-1,0 0 1,1 0 0,-1 0-1,0-1 1,0 0-1,-1 0 1,1 0-1,0 0 1,-1-1-1,1 0 1,-7 1 0,-5 0-185,0 0 0,0-2 1,-19-1-1,-1 0-99,-172-9-1018,11 0 720,151 9 541,-533 7-48,500 0 171,-122 26 0,177-25-489,24-7 364,0 1 0,0-1 0,0 0 0,0 0 1,0 0-1,0 1 0,1-1 0,-1 0 0,0 0 0,0 1 0,0-1 0,0 0 0,1 0 0,-1 0 0,0 0 0,0 1 0,1-1 0,-1 0 0,0 0 0,0 0 0,0 0 0,1 0 0,-1 0 0,0 0 0,0 0 0,1 0 0,-1 0 0,0 0 0,1 1 0,-1-2 0,0 1 0,0 0 0,1 0 0,-1 0 0,0 0 0,0 0 0,1 0 0,-1 0 0,50 1-4140,-47-1 4130,12 1-1660,1-2 0,24-4 0,-18-1-2903,37-14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63 880,'0'0'5803,"12"-10"-4352,37-32 401,-37 31 2643,-12 13-2673,-8 255 5712,-1 5-7307,9-260-324,-3 50-2014,3-49 1397,-1 1-1,0-1 0,0 1 1,0-1-1,-1 0 0,1 0 1,-1 1-1,1-1 0,-1 0 1,0 0-1,0-1 0,-5 6 1,-11 5-6506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4194,'20'-5'2150,"294"-48"6582,-241 46-7816,126-18-130,-193 24-694,0 0 0,-1 0-1,1-1 1,-1 0-1,7-3 988,-12 18-970,-6 23-48,2-13-191,-2 46-1,5-63 61,1 0 0,0 0 0,1 0 0,-1 0 0,1 0 0,1-1 0,2 9 0,-3-12 55,0 0 0,0 0 0,0 0 0,1-1 0,-1 1 0,1-1-1,-1 1 1,1-1 0,-1 1 0,1-1 0,0 0 0,0 0 0,0 0 0,0 0-1,0 0 1,0 0 0,0-1 0,0 1 0,0-1 0,0 1 0,0-1 0,0 0-1,3 1 1,-2-1 26,0 1-1,0-1 0,0 0 0,0 0 1,0 0-1,-1 0 0,1 0 1,0-1-1,0 0 0,0 1 0,-1-1 1,1 0-1,0 0 0,-1 0 1,1 0-1,0-1 0,-1 1 0,0-1 1,1 0-1,-1 1 0,0-1 1,0 0-1,0 0 0,0-1 1,0 1-1,-1 0 0,1 0 0,0-1 1,-1 1-1,0-1 0,0 0 1,0 1-1,0-1 0,0 0 0,0 0 1,-1 1-1,1-1 0,-1 0 1,0 0-1,0 0 0,0-4 0,1-2 243,-1 0-1,0 0 0,-1-1 0,0 1 0,-2-9 0,2 13-119,-1 1 0,0 0-1,1 0 1,-1 0 0,-1 0 0,1 0 0,-1 0-1,1 1 1,-1-1 0,0 1 0,0 0-1,-5-5 1,4 6-61,1-2-92,-1 0 0,0 1 0,0 0 1,0 0-1,-1 0 0,1 0 0,-1 1 1,1-1-1,-1 1 0,0 0 0,0 1 0,0-1 1,-10-1-1,15 3-142,-1 0 0,1 0-1,0 0 1,-1 1 0,1-1 0,-1 0 0,1 0 0,0 0 0,-1 0-1,1 0 1,-1 1 0,1-1 0,0 0 0,-1 0 0,1 1 0,0-1-1,-1 0 1,1 1 0,0-1 0,0 0 0,-1 0 0,1 1 0,0-1-1,0 1 1,0-1 0,-1 0 0,1 1 0,0-1 0,0 1 0,0-1 0,0 0-1,0 1 1,0-1 0,0 1 0,0-1 0,0 0 0,0 1 0,0-1-1,0 1 1,0-1 0,0 1 0,0-1 0,0 0 0,0 1 0,1 0-1,-1 4-1489,0 11-3857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4578,'0'0'15367,"-9"144"-13382,7-83-832,0 6-321,-2 6-512,2-4-320,-7-2-16,5-13-272,-2-10-865,4-15-1152,-4-10-992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7267,'0'0'2668,"18"-8"606,61-28-582,-71 33-2379,0 0 1,0 1 0,0-1 0,1 2 0,-1-1-1,1 1 1,0 1 0,-1-1 0,13 2 0,3 0 451,-22-1-666,1 0 1,-1 0-1,1 1 1,-1-1-1,0 1 0,1-1 1,-1 1-1,0 0 1,1 0-1,-1 0 1,0 0-1,0 0 1,0 0-1,0 1 1,0-1-1,0 1 1,0 0-1,3 3 0,-2-1-22,0 1-1,0-1 1,-1 1-1,0-1 1,0 1-1,0 0 1,0 0-1,1 9 0,0 0-1,-1 0-1,-1 0 0,-1 0 0,0 1 0,-3 26 0,2-36 9,-1 0 0,1-1 0,-1 1-1,1 0 1,-1-1 0,-1 0-1,1 1 1,-1-1 0,1 0-1,-1 0 1,0 0 0,-1-1 0,1 1-1,0-1 1,-1 0 0,0 0-1,0 0 1,0 0 0,0 0-1,-1-1 1,1 0 0,-5 2-1,-2 0-550,1-1-1,-1 1 0,0-2 0,-16 3 1,-19-2-8956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3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29 3570,'0'0'10052,"2"-6"-8336,-2 4-1879,6-16 2813,-3 16-848,-2 13-662,-4 37-244,-2 0 0,-3-1 0,-18 64 1,5-22-766,-17 96-298,-12 54-2742,14-82-7840,33-146 6953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0 114 960,'0'0'7097,"6"-6"-5955,0-1-775,-4 4-201,0 0 1,0 0-1,0 0 0,1 1 0,0-1 0,-1 1 0,10-6 5936,-18 12-5148,-9 5 3557,19-16-4218,3 1-274,-1 1 1,1 0-1,0 0 0,0 1 1,0 0-1,1 1 0,-1-1 1,14-3-1,69-14 1,-70 17-11,11-1-5,0 1 1,0 2 0,42 2-1,-71 0-2,1 0-1,-1 1 1,0-1-1,1 0 1,-1 1-1,0-1 0,1 1 1,-1 0-1,0 0 1,0 0-1,0 0 0,1 0 1,-1 1-1,-1-1 1,1 1-1,0-1 0,0 1 1,0-1-1,-1 1 1,1 0-1,-1 0 1,1 0-1,-1 0 0,0 0 1,0 0-1,0 1 1,1 2-1,0 3 22,0-1 0,0 1 0,-1 0 0,0 1 0,0-1 0,-2 16 0,0-20 5,1 0 1,-1 0-1,-1 0 1,1 0 0,0 0-1,-1 0 1,0-1-1,0 1 1,0 0-1,0-1 1,-1 0 0,0 1-1,1-1 1,-1 0-1,0 0 1,0-1 0,-1 1-1,1 0 1,0-1-1,-1 0 1,0 0 0,-7 3-1,-3 1 40,0 0-1,-1-2 0,1 1 1,-1-2-1,-16 3 0,-120 5 98,87-10-4038,70-2 2689,0 0 0,1 0 1,-1 0-1,0-1 0,0 0 0,10-4 0,1-1-2070,20-6-3568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4418,'0'0'13593,"-4"9"-12107,0 0-1095,-23 64 2356,25-65-2661,0 0 1,0 0 0,0 0-1,1 1 1,1-1 0,-1 1-1,2 15 1,0-23-138,0 0 0,0 0 0,-1 0-1,1-1 1,0 1 0,0 0 0,0 0 0,0-1 0,0 1 0,0-1-1,0 1 1,0-1 0,0 1 0,0-1 0,1 0 0,-1 1 0,0-1-1,0 0 1,0 0 0,0 0 0,1 0 0,-1 0 0,0 0 0,2 0 0,30-4-1240,-25 0 1166,-2 0-1,1 0 1,0 0 0,-1-1-1,1 0 1,-1 0 0,6-7-1,39-46-830,-39 43 885,14-24 3550,-26 53-2252,-3 28-448,1-29-999,1-1 1,1 24-1,0-35 75,1 0 1,-1 0-1,1 0 0,-1 0 1,1-1-1,-1 1 0,1 0 1,-1 0-1,1 0 0,0 0 1,0-1-1,-1 1 1,1 0-1,0-1 0,0 1 1,0-1-1,0 1 0,0 0 1,-1-1-1,1 0 1,0 1-1,0-1 0,0 0 1,0 1-1,0-1 0,1 0 1,0 0-1,35 2-4772,-33-2 3869,25 0-3789,-1 0-809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224 490 5170,'0'0'12523,"-21"0"-10703,-66 1-342,81 0-1330,0 0-1,0 0 1,0 0-1,0 1 1,1 0-1,-1 0 1,1 1 0,-1 0-1,1 0 1,0 0-1,0 0 1,0 1-1,0 0 1,1 0 0,-1 0-1,1 0 1,0 1-1,-5 8 1,7-10-168,0 0 1,1 0-1,-1 0 1,1 1-1,0-1 0,0 0 1,1 0-1,-1 1 1,0-1-1,1 0 1,0 1-1,0-1 0,0 1 1,0-1-1,1 0 1,-1 1-1,3 5 1,-1-3-150,0 0 1,0 0 0,1 0-1,0-1 1,0 1-1,0-1 1,1 0 0,5 7-1,10 7-617,18 21-1602,-35-37 2281,0 0 1,0-1-1,0 1 1,0 0-1,-1 0 1,1 0-1,-1 1 1,0-1-1,0 0 1,0 0-1,0 1 0,0 4 1,-2-6 123,1-1 0,0 1 0,-1-1 0,0 0 0,1 1 0,-1-1 0,0 0-1,1 1 1,-1-1 0,0 0 0,0 0 0,0 0 0,0 0 0,0 0 0,0 0 0,-1 0 0,1 0 0,0 0 0,0-1 0,-1 1 0,1 0 0,-3 0-1,-39 14 612,26-10-479,-7 1-1825,141-93-2517,30-24 1831,-147 110 2357,141-116-897,165-177 1,-231 203 1887,-68 80-107,0 1-1,0-1 1,-1 0-1,0-1 1,-1 1 0,7-24-1,-12 34-702,0 0 0,1 1-1,-1-1 1,0 0 0,0 0 0,1 0 0,-1 0-1,0 0 1,0 0 0,0 0 0,0 0-1,0 0 1,0 1 0,0-1 0,-1 0-1,1 0 1,0 0 0,0 0 0,-1 0-1,1 0 1,-1 1 0,1-1 0,0 0-1,-1 0 1,0 1 0,1-1 0,-1 0 0,1 0-1,-2 0 1,-1 0 98,1 0 0,0 1 0,-1-1 1,1 1-1,-1 0 0,1-1 0,-1 1 0,1 0 0,-3 1 0,0-1-543,-7 2 424,0 0 1,0 0-1,0 1 0,1 1 0,0 0 1,0 1-1,0 0 0,0 0 0,1 1 1,-1 1-1,2 0 0,-10 8 0,-15 13 367,3 1-1,-29 34 1,39-38-486,2 1 1,1 0-1,1 2 1,2 0-1,0 0 1,2 2-1,2 0 1,0 0-1,2 1 1,1 0-1,2 1 1,1-1-1,1 1 0,1 53 1,3-84-50,0 0 0,1 0 0,-1 0 0,0-1 0,0 1 0,1 0 0,-1 0 0,0 0 0,1-1 0,-1 1 0,1 0 0,-1 0 0,1-1 0,0 1 0,-1-1 0,1 1 0,0 0 0,-1-1 0,1 1 0,0-1 0,-1 0 0,1 1 0,0-1 0,0 1 0,0-1 0,-1 0 0,1 0 0,0 1 0,0-1 0,0 0 0,0 0 0,1 0 0,37 0-260,-26 0 188,0 1 8,0-1 1,1-1-1,-1 0 1,0-1 0,1 0-1,-1-1 1,0 0-1,0-1 1,-1 0-1,1-1 1,15-10-1,-19 37 2769,-7-12-2750,2 0 0,-1 0 0,1-1-1,10 18 1,-11-24-97,0-1 0,0 1 0,0-1 0,0 1 0,0-1 0,1 0 0,-1-1 0,1 1 0,-1-1 0,1 1 0,0-1 0,-1 0 0,6 1 0,52 1-4904,-55-3 4351,41 0-6559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11 2401,'0'0'10528,"-9"-3"-8325,4 1-2028,0 1 0,1-1 0,-1 1 0,0 1 0,0-1 0,0 1 0,0 0 0,0 0 0,0 0 0,0 0 0,0 1 0,0 0 0,0 0 0,0 1 0,0-1 0,1 1 0,-1 0 1,1 0-1,-6 4 0,-28 14 791,0 2-1,2 1 1,0 2 0,2 2 0,1 1 0,-44 48 0,61-59-880,1 2 0,1 0 0,0 0 0,2 1 0,0 1-1,1 0 1,1 0 0,2 1 0,0 1 0,1-1 0,1 1-1,1 0 1,-3 37 0,7-51-80,0 10-86,1 0 1,0 0-1,4 21 1,-4-34-35,2-1 1,-1 1 0,0-1-1,1 0 1,0 0-1,1 1 1,-1-1 0,1-1-1,0 1 1,0 0 0,0-1-1,1 0 1,-1 1 0,1-1-1,6 4 1,-1-1-439,1 0 0,0-1 0,1-1-1,-1 1 1,1-2 0,0 1 0,1-1 0,14 2 0,-2-1-1877,1-2 0,-1 0 1,27-2-1,21-1-5948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10421,'0'0'12726,"-13"7"-11611,3-2-882,2-2-56,1 1 0,-1 0-1,1 0 1,0 0 0,0 1-1,1 1 1,-1-1-1,1 1 1,0 0 0,1 0-1,-6 7 1,-7 16 593,-26 53 1,39-71-804,1 0 1,0 0-1,1 0 1,0 1-1,0-1 1,1 1-1,1 0 1,0 20-1,2-30-19,0 0 0,0 0 0,0 0 0,0 0 0,0 0 0,0 0 0,1 0 0,-1-1 0,1 1 0,-1 0 0,1-1 0,0 1 0,0-1-1,-1 0 1,1 1 0,0-1 0,0 0 0,0 0 0,0 0 0,1 0 0,-1-1 0,0 1 0,0-1 0,4 1 0,64 12-915,-65-12 869,141 10-1970,-146-11 2098,1 1-1,0-1 1,-1 0-1,1 0 0,-1 1 1,1-1-1,-1 0 1,1 1-1,-1-1 1,0 1-1,1-1 0,-1 1 1,1-1-1,-1 1 1,0-1-1,1 1 0,-1-1 1,0 1-1,0-1 1,1 1-1,-1-1 0,0 1 1,0 0-1,0-1 1,0 1-1,0-1 1,0 1-1,0 0 0,0-1 1,0 1-1,0-1 1,0 1-1,0 0 0,0-1 1,0 1-1,-1 0 1,-5 25 970,2-21-859,1 1-1,-1-1 0,0 0 0,0 0 1,0 0-1,-1 0 0,0-1 1,0 0-1,0 0 0,-7 4 0,-11 5 359,-31 14-1,-15 7-175,63-30-775,-1-1 0,1-1 0,0 1 0,-1-1 0,1-1-1,-1 1 1,0-1 0,-13 1 0,14-1-1673,0-1 0,0-1 0,0 1 1,0-1-1,-11-2 0,2-6-6525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1088,'0'0'21386,"124"-13"-20025,-85 21-465,5 3-528,4-7-271,-6 0-81,0-2-16,-2-2-913,-7 0-1760,-4 0-1617,-6 0-3650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8308,'0'0'8326,"6"22"-4959,4 8-2481,30 109 1798,-30-80-1273,7 112-1,-14 64-379,-4-154-900,2-48-71,-3 0-1,-1 0 1,-1 0 0,-1-1-1,-18 56 1,18-74 5,-1 0-1,0 0 1,-1 0-1,0-1 1,-1 0-1,-1 0 1,0-1-1,0-1 1,-1 1-1,-1-1 1,0-1-1,-1 0 1,1-1-1,-23 14 1,-45 13 897,48-24-2688,1 2-4919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3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19 2545,'0'0'7505,"1"-3"-6718,4-12 1561,-4 32 1872,-3 17-718,0-19-4405,-24 47 2109,16-41-683,1 1-1,-7 25 1,16-46-507,0-1 0,0 0 0,0 1-1,0-1 1,0 1 0,0-1-1,0 0 1,0 1 0,0-1 0,0 1-1,0-1 1,0 0 0,0 1-1,0-1 1,0 0 0,1 1-1,-1-1 1,0 1 0,0-1 0,0 0-1,1 1 1,-1-1 0,0 0-1,0 1 1,1-1 0,-1 0 0,0 0-1,0 1 1,1-1 0,-1 0-1,0 0 1,1 0 0,-1 1 0,0-1-1,1 0 1,-1 0 0,1 0-1,-1 0 1,0 0 0,1 0-1,-1 0 1,1 1 0,-1-1 0,0 0-1,1 0 1,-1-1 0,1 1-1,-1 0 1,0 0 0,1 0 0,-1 0-1,0 0 1,1 0 0,-1 0-1,1-1 1,-1 1 0,0 0 0,1-1-1,39-14-90,-9 3 72,-12 9-124,0 1-1,0 1 1,23 2 0,-15-1-93,-24 0 207,0 1-1,-1-1 0,1 1 0,0-1 1,0 1-1,0 0 0,-1 0 0,1 1 0,-1-1 1,1 0-1,-1 1 0,1-1 0,-1 1 0,0 0 1,0 0-1,0 0 0,0 0 0,0 0 0,0 1 1,-1-1-1,1 0 0,-1 1 0,1-1 0,-1 1 1,0 0-1,1 4 0,2 3 30,-1 0-1,-1 0 0,0 0 1,0 1-1,-1-1 1,0 14-1,-1-20 7,0 0 0,0 0 0,0 1 0,-1-1 0,0 0 0,0 0-1,0 0 1,0 0 0,-1 0 0,1-1 0,-1 1 0,0 0-1,0-1 1,0 1 0,-1-1 0,1 0 0,-1 1 0,0-1 0,0 0-1,0-1 1,0 1 0,-1-1 0,1 1 0,-1-1 0,-3 2 0,-11 6 132,1-1 1,-2 0 0,1-2 0,-1 0-1,0-1 1,-1-1 0,1-1 0,-1 0-1,0-2 1,0 0 0,-28-2-1,47 0-156,0 0-1,0 0 0,0-1 1,1 1-1,-1 0 0,0-1 1,0 1-1,1-1 0,-1 0 1,0 1-1,1-1 0,-1 1 1,0-1-1,1 0 0,-1 1 1,1-1-1,-1 0 0,1 0 1,-1 1-1,1-1 0,0 0 1,-1 0-1,1 0 0,0 0 1,0 1-1,0-1 0,0 0 1,-1 0-1,1 0 0,0 0 1,0 0-1,1 0 0,-1-1 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1697,'0'0'3874,"0"-6"-3512,0-24 11041,7 30-10688,72 1 154,225-10 596,-300 9 1834,-6-1-2022,-12 1-3045,-21 2-6842,14-1 2127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4226,'0'0'5538,"-4"27"-2328,1-5-2491,-7 36 1609,-20 67 1,-68 174 2752,9-28-4256,87-256-988,0 1-2785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5106,'0'0'10149,"17"-9"-8898,57-24-320,-70 32-842,-1-1 0,1 1 1,-1 0-1,1 0 0,0 1 0,-1-1 0,1 1 0,0 0 0,-1 0 0,1 0 0,0 0 0,0 1 0,-1-1 0,1 1 0,-1 0 1,1 0-1,0 0 0,3 3 0,0 0 45,-1 0 0,0 0 1,0 1-1,0 0 0,0 1 1,4 5-1,-3-4 27,-3-2-105,0 0 0,-1 0 1,1 0-1,-1 0 0,0 0 1,0 1-1,-1 0 1,0-1-1,0 1 0,0 0 1,2 11-1,-4-14-22,1 0 0,-1 1 0,0-1-1,0 0 1,0 1 0,0-1 0,-1 0 0,1 1-1,-1-1 1,0 0 0,0 0 0,0 0 0,0 0-1,0 0 1,-1 0 0,1 0 0,-1 0 0,0 0-1,0 0 1,0-1 0,0 1 0,-5 3 0,-9 4 177,1 0 0,-2-2 1,1 1-1,-1-2 1,0-1-1,-1 0 1,-23 5-1,13-9-640,15-5-1230,8-4-3587,7-6-1987,6 5 2346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5026,'0'0'13623,"3"8"-11769,0 2-1409,0 1 1,-1-1-1,-1 0 1,1 1-1,-2-1 1,1 1-1,-2-1 1,-1 18 0,1-27-469,1 1 0,-1-1 1,1 1-1,-1-1 0,1 1 1,0-1-1,0 1 0,0 0 1,0-1-1,0 1 0,0-1 1,0 1-1,0 0 0,1-1 1,-1 1-1,1-1 0,-1 1 1,1-1-1,0 1 0,-1-1 1,1 0-1,0 1 0,0-1 1,0 0-1,0 1 0,0-1 1,1 1-1,2 0-140,1-1 1,-1 0-1,0 0 1,0 0-1,0-1 1,0 0-1,1 1 1,-1-1-1,4-1 1,-3 1 76,4 0-142,-1-1-1,1 0 0,-1 0 0,1-1 0,-1 0 0,0-1 0,0 1 0,0-2 0,0 1 0,9-7 0,5-4-407,41-35-1,-29 27 5196,-33 37-3730,-4 15-1180,1-20-94,0 1-1,0-1 1,2 1-1,-1-1 1,3 21-1,-2-30 236,0 0-1,1 0 1,-1 0 0,1 1-1,-1-1 1,1 0-1,0 0 1,-1 0 0,1 0-1,0 0 1,0 0-1,0 0 1,0 0 0,0-1-1,0 1 1,0 0-1,0 0 1,0-1 0,0 1-1,0-1 1,0 1-1,0-1 1,1 1 0,-1-1-1,0 0 1,2 1-1,38 1-5619,-32-2 4010,36 0-5589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42 10597,'0'0'7014,"-21"-3"-3445,-8-2-2426,9 2-139,0 0-1,-1 1 1,-24 1-1,44 1-996,1 0-1,0 0 0,-1 0 0,1 0 1,0 0-1,-1 0 0,1 1 0,0-1 1,-1 0-1,1 0 0,0 0 1,0 0-1,-1 0 0,1 1 0,0-1 1,0 0-1,-1 0 0,1 0 0,0 1 1,0-1-1,-1 0 0,1 0 0,0 1 1,0-1-1,0 0 0,0 1 0,-1-1 1,1 0-1,0 0 0,0 1 0,0-1 1,0 0-1,0 1 0,0-1 1,0 0-1,0 1 0,0-1 0,0 0 1,0 1-1,0-1 0,0 0 0,0 1 1,0-1-1,0 0 0,0 0 0,1 1 1,-1 1-27,1 10-301,0 0 1,1 0-1,1 0 0,0 0 0,0-1 1,1 1-1,8 14 0,2 10-384,-11-25 332,0 0 1,-1 0-1,0 0 0,-1 0 0,0 0 0,-2 16 0,1-21 177,0-5 182,0 1 1,-1-1-1,1 1 1,-1-1 0,1 1-1,-1-1 1,1 0-1,-1 1 1,0-1-1,0 0 1,0 0-1,0 1 1,0-1 0,0 0-1,0 0 1,0 0-1,0 0 1,0 0-1,-1-1 1,1 1 0,0 0-1,-1 0 1,1-1-1,0 1 1,-1-1-1,1 0 1,-1 1-1,1-1 1,-1 0 0,1 0-1,-3 1 1,-8 0 11,-1 0-1,-22-1 1,23 0-111,12 0 69,-1 0-1,1 0 1,-1 0 0,1 0-1,-1 0 1,1 0 0,-1 0-1,1 0 1,-1 0 0,1 0-1,-1 0 1,1 0 0,0 0-1,-1 0 1,1 0 0,-1 0-1,1-1 1,-1 1 0,1 0-1,-1 0 1,1 0 0,-1-1-1,1 1 1,0 0 0,-1-1-1,1 1 1,0 0 0,-1-1-1,1 1 1,0-1 0,-1 1-1,1-1 1,0 1 0,0 0-1,0-1 1,-1 1 0,1-1-1,0 1 1,0-2 0,0 0-165,1 1-1,0-1 1,-1 0 0,1 0 0,0 0 0,0 1 0,0-1 0,0 0 0,0 1-1,3-3 1,13-14-846,0 2-1,2 0 1,0 1-1,34-21 1,-5 4-591,46-37-1678,13-12 685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59 2497,'0'0'13828,"-18"-13"-11539,8 5-2000,3 3-119,0 0 1,0 0-1,-1 1 0,1 0 1,-1 0-1,-8-2 1,12 5-79,0 0 1,1 0-1,-1 0 1,0 1-1,0 0 1,1 0 0,-1 0-1,0 0 1,0 1-1,1-1 1,-1 1-1,0 0 1,1 0 0,-1 0-1,1 1 1,-1-1-1,1 1 1,-1 0-1,1 0 1,-4 3-1,-16 13 309,2 1 0,0 1 0,1 0 0,1 2 0,1 0 0,1 1-1,-26 46 1,25-34-149,2 1 0,1 1 1,1 0-1,2 1 0,-7 42 0,16-57-347,0 0 0,2 38 0,1-60 89,0-1-19,0 1 0,0-1 1,1 1-1,-1-1 0,0 0 0,0 1 0,1-1 1,-1 1-1,0-1 0,1 1 0,-1-1 0,0 0 0,1 1 1,-1-1-1,1 0 0,-1 1 0,0-1 0,1 0 0,-1 0 1,1 1-1,-1-1 0,1 0 0,-1 0 0,1 0 0,-1 0 1,1 0-1,-1 1 0,1-1 0,-1 0 0,1 0 1,0 0-1,22 0-221,-16 0 168,4-1-21,0 0 0,0 0 0,1-1 0,-1 0 0,-1-1 0,1 0 0,0-1 0,-1 0 0,1-1 0,-1 0 0,-1 0 0,1-1 0,-1 0 0,0-1 0,0 0 0,11-12 0,-14 12 381,-2 3 1627,-4 7 309,-2 20-2174,2-8-276,0 0 0,1 0 0,1 0 0,4 18 0,-5-29-211,1 1-1,0 0 1,0-1-1,0 1 1,0-1-1,1 0 1,4 6-1,-5-8-261,1 1 0,-1 0 0,1-1 0,0 0 0,0 1 0,0-1-1,0 0 1,0-1 0,0 1 0,1 0 0,3 0 0,29 6-9348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0 11749,'0'0'10485,"-170"88"-7828,110-27-896,3 8-624,9 4-273,10-2-432,15 4-368,13-8-64,10-2-304,0-9-544,19-12-849,21-14-400,8-7-1697,12-17-1056,5-6-3746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12294,'0'0'14982,"-13"18"-13298,-95 130 962,103-141-2589,1 1 0,-1-1-1,1 1 1,0 0 0,1 0-1,-5 14 1,7-19-59,1-1 1,-1 0-1,1 1 0,0-1 0,-1 1 1,1-1-1,0 0 0,1 1 0,-1-1 1,0 0-1,1 1 0,-1-1 0,1 1 1,-1-1-1,1 0 0,0 0 0,0 0 1,0 1-1,1-1 0,-1 0 0,0 0 1,1-1-1,-1 1 0,1 0 0,0 0 1,0-1-1,-1 1 0,1-1 0,2 2 1,9 3-5,-1 0 1,1-1 0,0 0 0,0-1-1,0 0 1,21 2 0,88 6-261,-78-8 27,108-1-1269,-107-3-313,-44 0 1635,-1-1 0,0 1 0,1 0 0,-1 0 0,0 0 0,1 0 0,-1-1 0,0 1 0,1 0 0,-1 0 0,0-1 0,0 1 0,1 0 0,-1-1 0,0 1 0,0 0 0,0-1 0,1 1 0,-1 0 0,0-1 0,0 1 0,0 0 0,0-1 0,0 1 1,0-1-1,0 1 0,0 0 0,0-1 0,0 1 0,0 0 0,0-1 0,0 1 0,0-1 0,0 1 0,0 0 0,0-1 0,-1 0 0,-4-16-11089,-5 5 1537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5939,'0'0'19096,"-121"143"-16550,112-100-1554,3 3-256,6 2-608,0-4-128,0-2-576,0-4-1201,15-7-1088,2-10-1729,8-10-2369,10-11-2594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13366,'0'0'9036,"10"25"-5856,80 275 2818,-79-252-5761,-2 1 1,-3 0-1,-1 0 1,-4 84-1,-2-125-229,-1 1-1,0-1 1,0 1-1,-1-1 1,0 0-1,0 0 1,-1 0-1,0 0 1,0-1-1,-1 1 1,0-1-1,0 0 1,-1-1-1,0 1 1,0-1-1,-1 0 1,1-1-1,-1 1 1,-10 5-1,-15 7-271,0-1 1,-2-1-1,-46 15 0,21-9-1723,14-5-3031,5-2-3544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4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81 144,'0'0'3223,"1"-5"-2963,4-13 13091,5-26-15818,-4 31 2762,-5 23 2207,-8 26 143,-5-10-1853,0-1 0,-2 0 1,-29 41-1,25-41-591,1 1 0,-25 55 1,35-67-197,5-10-15,0 1 1,1-1-1,-1 0 1,1 0-1,0 1 1,0-1-1,0 0 1,0 7-1,20-9-291,26-5 348,1-2 0,-1-2 0,61-18 0,18-2-6,-98 22 116,10-2 401,-1 2 0,46-1 0,-81 6-531,1 0 0,-1 0 0,1 0 0,-1 0 0,1 1 1,-1-1-1,0 0 0,1 0 0,-1 0 0,1 0 0,-1 1 1,1-1-1,-1 0 0,0 0 0,1 1 0,-1-1 0,0 0 1,1 1-1,-1-1 0,0 0 0,1 1 0,-1-1 0,0 1 1,0-1-1,1 0 0,-1 1 0,0-1 0,0 1 0,0-1 1,0 1-1,1-1 0,-1 1 0,0-1 0,0 1 0,0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4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11397,'0'0'11974,"-69"140"-10390,54-83-143,2 1-400,1 1-481,-1-1-384,1 1-176,1-5-336,5 0-833,-4-1-1344,1-5-2337,1-2-3122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1 880,'0'0'10509,"4"0"-9153,-3 0-1251,0 0 1,0 0-1,0 0 1,0 0 0,0 0-1,0 0 1,0 0 0,0 0-1,0 0 1,0 1-1,-1-1 1,1 0 0,0 0-1,0 1 1,0-1 0,0 1-1,-1-1 1,2 2 0,-1 0 242,0 0 0,0 0 1,0 0-1,-1 0 1,1 1-1,-1-1 1,1 0-1,-1 0 1,0 1-1,0 2 1,-1 139 5962,-14 0-3556,-38 143-2741,27-157-197,21-104-695,-19 90-1426,14-79-1626,-3-1-3525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6355,'0'0'11995,"21"7"-10667,0-1-931,-12-4-245,0 0 0,0 1 1,0 1-1,0-1 1,-1 1-1,1 1 0,-1-1 1,0 1-1,-1 1 0,1 0 1,-1 0-1,12 12 0,-6-3 93,7 6-9,23 35 0,-39-50-233,0 0-1,0 1 0,-1-1 0,0 1 1,0-1-1,0 1 0,-1 0 1,0 0-1,-1 0 0,1 0 0,-1 9 1,-1-14 3,-1 0 1,1-1-1,-1 1 0,0 0 1,1-1-1,-1 1 1,0 0-1,0-1 0,0 1 1,-1-1-1,1 0 1,0 1-1,0-1 0,-1 0 1,1 0-1,-1 0 0,1 0 1,-1 0-1,1 0 1,-1 0-1,0-1 0,0 1 1,1 0-1,-1-1 1,0 1-1,0-1 0,1 0 1,-4 0-1,-64 7 6,57-6-17,-68 0-609,48-1-1966,22-2 353,9 2 1809,0-1 0,1 1 0,-1 0 0,1-1 0,-1 1 0,1-1 0,-1 1 0,1-1 0,-1 1 0,1-1 0,-1 1 0,1-1 0,0 0 0,-1 1 0,1-1 0,0 1 0,-1-1 0,1 0 0,0 1 0,0-1 0,0 0 0,-1 1 0,1-1 0,0 0 0,0 1 0,0-1 0,0-1 0,0-7-4873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1185,'0'0'16644,"3"-1"-15406,-3 0-1196,1 1-1,-1 0 0,0 0 1,0-1-1,1 1 1,-1 0-1,0 0 0,1-1 1,-1 1-1,0 0 0,1 0 1,-1 0-1,0 0 0,1 0 1,-1 0-1,1-1 1,-1 1-1,0 0 0,1 0 1,-1 0-1,0 0 0,1 0 1,-1 0-1,1 0 0,-1 1 1,0-1-1,1 0 1,-1 0-1,0 0 0,1 0 1,-1 0-1,0 0 0,1 1 1,-1-1-1,0 0 0,1 0 1,-1 1-1,0-1 1,0 0-1,1 0 0,-1 1 1,0-1-1,0 0 0,1 1 1,-1-1-1,0 0 0,0 1 1,0-1-1,0 1 0,3 26 2027,-3-14-1826,-1 14 211,1-19-399,-1 1-1,1-1 0,1 0 0,0 0 0,1 9 1,-1-15-90,-1 0 1,1 0-1,0-1 1,-1 1-1,1 0 1,0-1-1,0 1 1,0-1-1,0 1 1,1-1-1,-1 1 1,0-1-1,1 0 1,-1 1-1,1-1 1,-1 0-1,1 0 1,-1 0-1,1 0 1,0 0-1,-1-1 1,1 1-1,0 0 1,0-1-1,0 1 1,-1-1-1,3 0 1,10 2-208,-1-1 0,1-1 0,-1-1 0,1 0 0,-1 0 1,1-1-1,-1-1 0,0 0 0,0-1 0,0-1 0,-1 0 0,0 0 0,1-1 0,-2-1 0,1 0 0,-1 0 0,0-1 1,-1-1-1,19-19 0,-27 26 501,12-15-724,-11 3 4353,-9 45-3178,6-28-772,0-1-1,0 1 0,0-1 1,0 1-1,1-1 0,-1 1 0,1-1 1,0 1-1,0-1 0,-1 1 1,2-1-1,-1 0 0,0 1 0,2 2 1,0-2-263,0-1 0,0 1 1,0-1-1,1 1 0,-1-1 0,1 0 1,-1 0-1,6 1 0,-4-1-755,0 0 1,0 0-1,0-1 0,1 0 0,-1 0 0,9 1 0,6-2-5114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9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220 452 10229,'0'0'3636,"-18"-1"51,-61-3-91,74 3-3346,-1 1-1,0 0 1,0 1-1,1-1 1,-1 1 0,0 0-1,1 0 1,-1 1-1,1 0 1,-1 0-1,1 0 1,0 0-1,0 1 1,0 0-1,0 0 1,0 0-1,-5 6 1,8-7-243,0 1 0,0 0 1,0 0-1,0 0 0,0 0 0,1 0 1,-1 0-1,1 0 0,0 0 0,0 1 1,0-1-1,0 1 0,1-1 1,-1 1-1,1-1 0,0 0 0,0 1 1,0-1-1,1 1 0,-1-1 0,1 1 1,0-1-1,0 1 0,0-1 0,0 0 1,3 5-1,1 1-139,0 0 1,1 0-1,1 0 1,7 8-1,13 18-475,-15-17 93,-1 0-1,12 28 0,-19-37 300,-1-1 0,-1 1 0,0-1-1,0 1 1,0 0 0,-1-1-1,-1 1 1,0 14 0,0-22 202,0 1 1,0-1 0,-1 0 0,1 0 0,0 0 0,-1 1-1,1-1 1,-1 0 0,1 0 0,-1 0 0,0 0 0,1 0-1,-1 0 1,0 0 0,0 0 0,0-1 0,0 1 0,0 0-1,0 0 1,0-1 0,0 1 0,0 0 0,0-1-1,0 1 1,0-1 0,0 1 0,0-1 0,-3 1 0,-34 2-438,33-3 271,4-1 132,0 1 0,0 0 0,0-1 0,0 1 0,0-1 0,0 0 1,0 1-1,0-1 0,0 0 0,0 0 0,1 1 0,-1-1 0,0 0 0,0 0 0,1 0 0,-1 0 0,1 0 1,-1 0-1,1 0 0,-1 0 0,1 0 0,0 0 0,-1 0 0,1 0 0,0-1 0,0 1 0,0 0 1,0 0-1,0 0 0,0 0 0,0 0 0,1-3 0,3-40-550,-1 34 496,1 0-1,0 0 1,0 0 0,1 0 0,1 1-1,-1 0 1,1 0 0,13-14-1,68-62-188,-56 58 193,-17 14 77,220-216-1923,-197 188 1805,-2-2 0,-1-1-1,51-92 1,-84 136 174,15-35 1071,-16 33-920,1 1 1,0-1-1,-1 1 1,1-1 0,-1 1-1,0-1 1,1 0-1,-1 1 1,0-1-1,0 1 1,0-1-1,0 0 1,0 1-1,0-1 1,-1 1-1,1-1 1,0 0-1,-2-2 1,-9 3 1832,4 1-1828,1 0 1,0 1-1,-1 0 1,1 0-1,0 1 1,-1 0 0,1 0-1,0 0 1,1 1-1,-1 0 1,0 0 0,1 0-1,-7 5 1,3 0 43,1 0 1,0 0 0,0 0-1,0 1 1,1 0-1,-11 20 1,7-9-10,1 1 0,1-1 0,1 2 0,1-1 0,1 1 0,1 0 0,-3 28 0,4-5-65,1 0 1,3 1 0,7 67 0,-5-103-249,1 1 1,-1-2-1,2 1 1,-1 0-1,10 17 1,-12-25 3,0 0 1,1 0 0,-1 0-1,1 0 1,-1 0-1,1-1 1,0 1-1,0 0 1,0-1-1,0 1 1,0-1-1,0 0 1,3 2-1,-4-3 26,1 1 1,-1-1-1,1 0 0,-1 0 0,1 0 0,-1 0 0,1 0 1,-1 0-1,1 0 0,-1-1 0,1 1 0,-1 0 0,0-1 1,1 1-1,-1-1 0,1 0 0,-1 1 0,0-1 0,0 0 0,1 0 1,-1 0-1,0 0 0,0 0 0,1-1 0,16-15 17,0-1 0,28-36 0,-46 54 72,0-1 0,0 1 0,0 0-1,0 0 1,1 0 0,-1 0 0,0 0 0,0 0 0,0 0 0,0 0 0,1-1 0,-1 1 0,0 0-1,0 0 1,0 0 0,0 0 0,1 0 0,-1 0 0,0 0 0,0 0 0,0 0 0,1 0 0,-1 0-1,0 0 1,0 0 0,0 1 0,0-1 0,1 0 0,-1 0 0,0 0 0,0 0 0,0 0 0,0 0-1,0 0 1,1 0 0,-1 0 0,0 1 0,0-1 0,0 0 0,0 0 0,0 0 0,0 0-1,1 1 1,-1-1 0,0 0 0,0 0 0,0 0 0,0 0 0,0 1 0,0-1 0,0 0 0,0 0-1,0 0 1,6 13-163,-5-10 258,3 5-276,0-1 0,0 1-1,1-1 1,0 0 0,0-1 0,0 1-1,1-1 1,0 0 0,1 0 0,-1-1-1,1 0 1,0 0 0,0 0 0,10 4-1,-7-6-1288,-1 0-1,0 0 0,1 0 0,0-1 0,-1-1 0,1 0 1,16 0-1,8-1-5790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9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 10053,'0'0'10591,"-21"16"-7752,10-7-2504,-19 15 525,0 1 0,2 2 0,-34 40 0,33-30 210,2 1 0,-32 59 0,49-78-903,1 0-1,1 0 1,1 1 0,1 0-1,1 1 1,0-1 0,-2 40-1,5-42-175,2 1-1,0-1 1,2 0-1,4 29 1,-4-39-84,1-1 1,-1 1 0,1-1 0,0 0-1,1 0 1,0 0 0,0-1 0,0 0-1,1 1 1,0-1 0,0-1 0,1 1-1,7 6 1,-3-5-309,1 0 1,-1 0-1,1-1 0,0-1 0,0 1 1,1-2-1,0 0 0,0 0 1,18 3-1,-2-3-2295,1-1-1,55-1 1,-11-6-4817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0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1361,'0'0'21828,"5"-3"-20894,1 1-752,0 0-1,0 0 1,0 1-1,0 0 1,0 0 0,1 1-1,-1-1 1,0 1-1,0 0 1,1 1-1,-1 0 1,0 0 0,0 0-1,9 4 1,4 0 5,-1 1 1,0 1-1,32 17 1,-48-23-188,1 0 0,-1 0 0,0 1 1,0-1-1,1 1 0,-1-1 0,0 1 1,0 0-1,-1 0 0,1 0 1,0 0-1,-1 0 0,1 1 0,-1-1 1,0 0-1,1 1 0,-1-1 0,0 1 1,-1-1-1,1 1 0,0-1 0,-1 1 1,1 0-1,-1-1 0,0 1 1,0 0-1,0-1 0,0 1 0,-1 0 1,1-1-1,-2 5 0,0-1 12,0 0 0,-1-1 0,0 1 0,0-1 0,-1 0 1,1 0-1,-1 0 0,0-1 0,0 1 0,-1-1 0,1 0 0,-9 6 0,-4 0 21,-1 0-1,-29 12 0,-23 11 44,69-32-89,0-1-1,1 1 0,-1-1 0,0 1 0,0-1 1,1 1-1,-1-1 0,0 1 0,1 0 0,-1-1 0,1 1 1,-1 0-1,1-1 0,-1 1 0,1 0 0,-1 0 1,0 1-1,1-1-14,0-1-1,1 1 1,-1-1 0,0 0 0,0 1-1,0-1 1,0 1 0,0-1 0,1 1 0,-1-1-1,0 0 1,0 1 0,1-1 0,-1 0-1,0 1 1,0-1 0,1 0 0,-1 1-1,0-1 1,1 0 0,-1 0 0,1 1 0,-1-1-1,1 0 1,29 9-1066,8-5 4,-27-3 585,0-1-1,-1 2 1,1-1 0,0 2 0,-1-1 0,1 1 0,-1 1-1,0 0 1,11 6 0,-19-8 516,0 0 0,0 1-1,0 0 1,-1-1 0,1 1 0,-1 0 0,1 0-1,-1 0 1,0 0 0,0 0 0,0 0 0,-1 0-1,1 0 1,-1 1 0,0-1 0,1 0 0,-1 0-1,-1 6 1,0-3 265,1-1-1,-1 1 0,0 0 1,0-1-1,0 0 0,-1 1 1,0-1-1,0 0 0,-5 9 1,-1-4 108,-1-1 0,1 0 0,-2-1 0,1 0 0,-1 0 0,0-1-1,-1 0 1,0-1 0,-12 6 0,14-9-745,0 1-1,0-1 1,0 0-1,0-1 1,0 0-1,-1-1 0,-12 1 1,22-2 198,-1 0 0,1 0 0,-1 1-1,1-1 1,-1 0 0,1 0 0,0 0 0,-1 0 0,1 0 0,-1 0 0,1-1 0,-1 1 0,1 0-1,0 0 1,-1 0 0,1 0 0,-1 0 0,1-1 0,0 1 0,-1 0 0,1 0 0,-1-1 0,1 1 0,0 0-1,-1-1 1,1 1 0,0 0 0,0-1 0,-1 1 0,1 0 0,0-1 0,0 1 0,0-1 0,-1 1-1,1 0 1,0-1 0,0 1 0,0-1 0,0 1 0,0-1 0,0 1 0,0 0 0,0-1 0,0 0-1,-1-21-7679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00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0 288,'0'0'18339,"10"21"-14246,67 151 34,-74-165-3957,91 251 3237,-86-229-3347,-1 1-1,-2 0 1,-1 1-1,-1-1 1,-1 1-1,-6 58 1,2-79-109,0 0 0,-1 0-1,0 0 1,-1-1 0,0 1 0,-1-1 0,0 0 0,0 0 0,-1-1-1,0 1 1,-1-1 0,0-1 0,0 1 0,0-1 0,-1-1 0,0 1-1,0-1 1,-11 5 0,2 0-1034,-1-1 0,0-1 0,-26 9-1,24-11-2884,1-2-1,-40 7 0,17-9-6610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09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0,'1'-4'20021,"4"-7"-18912,0 6-1025,-1 0 1,2 0-1,-1 0 1,0 1-1,1 0 0,-1 0 1,1 1-1,0 0 1,1 0-1,-1 0 1,0 0-1,9-1 1,-2 1-102,1 1 0,-1 0 1,1 1-1,0 1 0,15 1 0,-27-1 17,1 0-1,-1 1 0,0-1 0,0 1 0,0-1 0,0 1 1,0 0-1,0 0 0,0 0 0,0 0 0,0 0 0,0 0 0,0 0 1,-1 1-1,1-1 0,0 1 0,-1-1 0,1 1 0,-1 0 1,0-1-1,1 1 0,-1 0 0,0 0 0,0 0 0,0 0 1,-1 0-1,1 0 0,0 0 0,-1 0 0,1 1 0,-1-1 0,0 0 1,0 0-1,1 0 0,-2 1 0,1 1 0,0 4 8,-1-1 0,1 0 0,-2 0 0,1 0 0,-1 0 0,0 0 0,0 0 0,-1 0 0,0-1 0,-3 7 0,-62 85 87,-25 42-49,89-133-52,1 1 1,0-1 0,0 1 0,0 0-1,1 0 1,0 0 0,1 0 0,-1 9 0,41-15 16,-3-4 318,0-3 0,0-1 0,0-1 1,51-19-1,34-7 75,-95 26-292,-18 5 0,0 0 0,0 0-1,0 0 1,13 0 1274,6 2-12640,-6 0 2712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1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2577,'0'0'6051,"1"-3"-5069,-1 2-1001,0-1 587,1 0-1,-1 0 1,1 0-1,0 0 1,0 0-1,-1 0 1,1 1-1,0-1 1,1 0-1,1-2 1,1 1-375,-1 0-1,1 1 1,0-1 0,0 1 0,0 0-1,0 0 1,0 1 0,0-1 0,1 1-1,7-1 1,54-6-471,-36 5 415,278-13-281,-307 16 140,1 0 0,-1 0 0,0 0 0,1 0 0,-1 1 0,0-1 0,1 0 0,-1 1-1,0-1 1,1 1 0,-1 0 0,0-1 0,0 1 0,0 0 0,0 0 0,0 0 0,0-1-1,0 1 1,0 0 0,0 1 0,0-1 0,0 0 0,0 0 0,-1 0 0,1 0 0,-1 1-1,1-1 1,-1 0 0,1 0 0,-1 1 0,1-1 0,-1 0 0,0 1 0,0-1 0,0 1-1,0-1 1,0 0 0,0 3 0,-1 0 33,1 0 0,-1 0-1,1 0 1,-1 0 0,0 0 0,-1 0 0,1 0-1,-1 0 1,1-1 0,-1 1 0,0-1 0,0 1-1,-4 3 1,-1-1 77,0 1 0,-1-1-1,0-1 1,0 1 0,-1-1-1,1-1 1,-1 0 0,-16 6 0,-81 18 182,77-21-205,-1-1-21,-3 1-133,38-5 13,22-1 16,37-2-127,-33-1-289,0 2-1,56 6 0,-76-4 390,1 1 0,-1 1-1,0-1 1,0 2-1,0 0 1,-1 0-1,0 1 1,0 0-1,0 1 1,17 14 0,-22-15 38,1-1-1,-1 1 1,0 0 0,0 0 0,0 1 0,-1-1 0,0 1 0,0 0 0,-1 0 0,0 1 0,0-1 0,-1 1 0,0-1 0,0 1 0,-1 0 0,1 14 0,-2-8 37,1-9 27,0 1 1,-1-1 0,0 1 0,0 0 0,-1-1 0,1 1-1,-1-1 1,-1 1 0,1-1 0,-1 0 0,0 1 0,0-1-1,0 0 1,-1 0 0,1 0 0,-1-1 0,-1 1 0,-4 6-1,-2-2 130,0-1 0,0 0-1,-1 0 1,0-1-1,0-1 1,-1 0 0,0 0-1,0-1 1,0-1-1,0 0 1,-1-1-1,0 0 1,-13 1 0,-25 2 819,0-3 0,-51-3 0,46-1 230,42 1-889,10 1-174,0-1 0,-1 0-1,1 0 1,0-1-1,-1 1 1,1-1-1,0 0 1,-1 0 0,-4-2-1,8 3 287,13 20-14681,-11-11 6781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5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1761,'0'0'5538,"5"1"-4446,-1 0-795,24 9 1868,-2-6 6484,-34 2-13128,-7-1-764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0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290 850 4866,'0'0'11307,"0"-1"-11071,0 0 0,0 1 1,0-1-1,0 0 0,0 0 1,0 1-1,0-1 0,0 0 1,0 0-1,0 0 1,0 1-1,0-1 0,-1 0 1,1 0-1,0 1 0,-1-2 1,-7-1-37,0 0 0,1 1 0,-1 0 0,0 1 0,0-1 0,0 1 0,-1 1 0,1 0 0,0 0 0,-13 2 0,-6-1-111,20-1-77,1 1 1,-1-1-1,1 1 1,0 1-1,0-1 1,0 1-1,0 0 1,0 1 0,0-1-1,0 1 1,1 0-1,-1 1 1,1-1-1,0 1 1,0 0-1,0 0 1,1 1-1,-8 8 1,7-6-10,0 1-1,0-1 1,1 1-1,0-1 1,0 1 0,1 1-1,0-1 1,0 0-1,1 1 1,0-1 0,1 1-1,-1 0 1,1 10-1,1-10 7,0-6-22,0 0 1,0 1-1,0-1 0,0 0 1,1 0-1,-1 0 1,1 0-1,1 4 0,-1-6 5,-1 0 0,1 0 0,0 0 0,0 0 0,0-1 1,0 1-1,-1 0 0,1 0 0,0-1 0,0 1 0,1-1 0,-1 1 0,0-1 0,0 1 0,0-1 0,0 1 0,0-1 0,1 0 0,-1 0 0,0 0 0,0 0 0,0 0 0,1 0 0,1 0 0,2 0 6,0-1 0,-1 0-1,1 0 1,0-1 0,-1 1-1,1-1 1,-1 0 0,1 0-1,-1 0 1,0-1 0,0 1-1,7-7 1,47-46 29,-42 38-34,52-57-604,-4-3 0,-3-2 0,78-133 1,109-281-2003,-238 469 4288,-16 34 1523,-11 20-2855,-38 58 205,4 2 0,4 3 0,-51 144 1,89-209-620,1 0-1,1 1 1,2-1 0,1 2 0,1-1 0,2 0 0,0 1 0,6 41-1,-4-66-183,-1 0 0,1 0 0,0-1 0,1 1 0,-1-1 0,1 1 0,0-1 0,0 1-1,0-1 1,1 0 0,0 0 0,0 0 0,0 0 0,0-1 0,0 1 0,1-1 0,-1 0-1,1 0 1,8 5 0,-4-4-807,0-1-1,1 0 1,-1 0-1,1-1 1,0 0-1,0 0 1,0-1-1,0 0 1,13-1-1,28 0-4753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4210,'0'0'15356,"-18"9"-13779,-57 31-176,65-34-1201,1-1 1,0 2 0,0-1-1,0 1 1,1 0-1,0 1 1,1 0 0,-1 0-1,1 0 1,1 1 0,0 0-1,0 1 1,1-1-1,-5 12 1,9-16-206,-1 0-1,1-1 1,1 1-1,-1 0 1,0 0-1,1 0 1,1 5-1,-1-4-54,3-5 34,0 0-1,0 0 1,0-1-1,1 1 1,-1-1 0,0 0-1,1 0 1,4-1 0,-5 1 4,5 0 0,0-2-1,0 1 1,0-1-1,0 0 1,0 0-1,0-1 1,0 0-1,-1-1 1,0 0-1,1 0 1,10-8-1,0-2-332,1-1-1,27-31 1,-44 44 346,-1 1 20,1 0 0,-1 0-1,0-1 1,1 1 0,-1-1 0,0 1 0,0-1 0,0 0 0,0 1 0,-1-1-1,1 0 1,0 0 0,-1 1 0,1-1 0,-1 0 0,1-3 552,-1 17-446,-6 49-1082,4-48 484,0 0 0,1 0 0,1 0 0,0 0 0,0 1 0,3 14 0,-2-27 296,0 0 0,-1-1 1,1 1-1,0 0 0,0-1 0,-1 1 1,1-1-1,0 0 0,0 1 1,0-1-1,0 0 0,0 1 0,0-1 1,-1 0-1,1 0 0,0 0 1,0 0-1,0 0 0,0 0 0,0 0 1,0 0-1,0 0 0,0 0 1,1-1-1,3 1-784,1 0 28,0 0 0,1 0 0,-1-1 1,0 0-1,0 0 0,1 0 0,-1-1 0,11-4 0,26-22-3770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8308,'0'0'11320,"-6"20"-8620,-28 73-936,-52 157 1538,39-59-2614,-2 10-4100,49-199 3250,-16 37-4345,15-37 3811,0-1-1,0 1 0,0-1 0,0 0 1,0 1-1,0-1 0,-1 0 1,1 0-1,0 0 0,-1 0 0,1 0 1,-1 0-1,-1 1 0,-5-1-5580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3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7091,'0'0'6283,"20"-2"-2980,1 0-2565,111-5 2123,212 7-697,-344 2-2158,1 0 1,-1 0 0,0-1-1,0 1 1,0 0 0,0 0-1,0 0 1,-1-1 0,1 1-1,0 0 1,-2 2 0,-4 5 137,-1 0 1,0-1-1,0 1 0,-1-2 1,0 1-1,-16 10 1,-6 8 82,20-17-186,-7 5-25,1 1 0,0 1-1,1 1 1,1 0 0,0 1 0,1 0 0,-13 26 0,25-43-25,1 1 0,-1-1 0,0 0 0,1 1 0,0-1 1,-1 0-1,1 1 0,0-1 0,-1 1 0,1-1 0,0 0 1,0 1-1,0-1 0,1 1 0,-1-1 0,0 2 0,1-2-2,-1-1-1,0 1 0,1-1 0,-1 1 0,1 0 1,-1-1-1,1 1 0,-1-1 0,1 1 0,-1-1 0,1 0 1,-1 1-1,1-1 0,0 0 0,-1 1 0,1-1 1,0 0-1,-1 0 0,1 1 0,0-1 0,-1 0 1,2 0-1,2 0-1,0 0 0,0 0 0,0-1-1,0 1 1,0-1 0,0 0 0,0 0 0,-1-1 0,1 1 0,4-3 0,7-4 38,0-1-1,0-1 1,-1 0-1,-1-1 1,1-1-1,-2 0 1,0 0-1,0-1 1,19-29-1,-21 26 1635,-11 25 1150,-3 20-2834,2-16 36,2 0 1,0 0 0,2 19 0,-1-28-25,0 1 1,0-1-1,0 0 1,1 0-1,-1 1 1,1-1-1,0 0 1,0-1-1,1 1 1,-1 0-1,1 0 1,0-1-1,5 6 0,-1-3-217,1 0 0,0 0-1,0-1 1,0 0 0,0-1-1,1 0 1,-1 0 0,19 5-1,-6-4-1383,0-2 0,42 3 0,40-4-5496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7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4018,'0'0'6707,"-3"22"-5979,-12 261 1206,16-175-1325,-4 133-214,0-209-488,-2 0 1,-1-1-1,-1 0 1,-2 0-1,-12 29 1,20-56-246,0-18-8486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7:4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194 270 3970,'0'0'5520,"27"-3"-4555,319-35 1919,-237 25-1958,1212-168 1307,-1255 168-2177,-29 6 168,0 0 0,59-1 1,-96 8-175,1 1 0,0-1 0,0 0 1,-1 1-1,1-1 0,0 1 0,-1-1 1,1 0-1,0 1 0,-1-1 0,1 1 1,-1 0-1,1-1 0,-1 1 0,1-1 1,-1 1-1,1 0 0,-1 0 1,0-1-1,1 1 0,-1 0 0,0-1 1,0 1-1,0 0 0,1 0 0,-1 0 1,0-1-1,0 1 0,0 0 0,0 0 1,0 1-1,-1 35 775,1-23-420,-9 117 1751,-1 5-942,10-89-1018,2-1 1,1 0 0,15 65 0,-1-40-173,-3-22-27,-3 0 0,-2 0 1,5 90-1,-13-118 2,-1-14 0,1 0-1,-1 0 0,0 0 1,-1 0-1,-1 8 1,1-13 0,1 0 0,-1-1 0,1 1 0,-1-1 0,0 1 0,1-1 1,-1 0-1,0 1 0,0-1 0,0 0 0,0 0 0,0 1 0,0-1 1,-1 0-1,1 0 0,0 0 0,-1 0 0,1 0 0,0-1 0,-1 1 0,1 0 1,-1-1-1,1 1 0,-1-1 0,0 1 0,1-1 0,-3 0 0,-35 3-270,0-3 0,0-1 0,0-2 0,-52-10 0,-31-3-588,-284 8-847,363 8 1606,-460 36-12,0 36 907,281-39 251,-11 3 250,309-38-2440,109-29-1974,-134 21 1498,95-18-5170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4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9428,'0'0'11574,"54"-48"-10934,-52 46-544,1-2-96,1 4-1505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2227 3474,'0'0'7270,"10"-4"-6422,7-1-443,0 0 1,1 1 0,-1 1-1,20-1 1,373-27 794,-19 0-1173,1543-22 1451,-1757 55-1485,249-9-152,-414 6 491,39-3-927,-36-1 5000,-15 5-4315,-2-1-53,1 0 1,-1 0-1,1 0 0,-1 0 1,1 0-1,0 0 1,0 0-1,-1-1 0,1 1 1,0 0-1,0-1 1,0 1-1,1-1 1,-1 1-1,0-1 0,0 1 1,1-1-1,-1-2 1,-10-32 248,6 2-140,2 1 0,3-64 1,1 47-76,0 22 12,1 0-1,1 0 1,2 0 0,1 1-1,9-29 1,58-128 255,-23 63-337,-42 97 12,-1-1 1,-1 0-1,0 0 0,1-38 1,-3-103 46,-5 115 208,2 0 0,14-97 0,84-465 1587,-96 588-1794,-1 14 116,0-1 0,1 1 0,0 0 0,0 0 0,6-11 0,-9 22-84,1 4-81,1 0 0,-1 0 0,0 0 0,0 0 1,-1 1-1,0-1 0,1 0 0,-2 7 0,1-11-12,0 56-352,0-55-176,0-1 346,0 1 0,0 0 0,0-1 1,0 1-1,0 0 0,0-1 0,0 1 1,-1 0-1,1-1 0,0 1 0,0 0 1,-1-1-1,1 1 0,0-1 0,-1 1 1,1-1-1,-1 1 0,1-1 0,-1 1 1,1-1-1,-1 1 0,0 0 0,-11 3-3655,-2-2-5401,5-2 2227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0 406 96,'0'0'7145,"0"5"-6092,0 20-53,0-9 7133,3-15-7810,-1 0 0,0 0 0,1 0 0,0 0 0,-1 0 0,1 0 0,-1-1-1,1 1 1,0-1 0,0 0 0,-1 0 0,5 0 0,-3 0-53,101 13 98,-24-2-240,89 1 1,-165-12 1583,-7 1-1019,-15 4-1349,-31 1-1691,-6-5 1043,4-1-122,-63-5-1,112 4 1554,-1 1 0,1 0 0,-1-1-1,1 1 1,-1-1 0,1 1 0,-1-1-1,1 0 1,0 0 0,-1 0 0,1 1-1,0-1 1,0 0 0,-1-1 0,1 1-1,0 0 1,0 0 0,0 0 0,0-1-1,1 1 1,-1 0 0,0-1 0,0 1-1,1-1 1,-1 1 0,0-3 0,0-3 562,0 0 0,0-1 1,0 1-1,1-11 1,0 18-690,2-18 7,1 1 1,0-1-1,1 1 0,1 0 0,1 0 0,8-17 1,-3 8 0,10-29-23,-6 20 27,-2-1 0,12-51 0,-18 36 1664,3 68-1508,12 84 274,-4-18-329,-10-46 141,5 56 0,-10-62 375,1 0 0,2-1 1,12 40-1,-16-65-472,0 0 1,1 0-1,0 0 0,0-1 1,0 1-1,1-1 0,-1 0 1,1 0-1,0 0 0,7 4 1,6 8 683,-17-16-830,-2 0-1176,0 0 291,0 0 1,-1-1-1,1 1 0,0-1 0,0 0 1,0 0-1,0 1 0,0-1 1,0-1-1,0 1 0,0 0 0,0 0 1,0-1-1,1 1 0,-1-1 0,-2-2 1,-10-10-10180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0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116 287 2273,'0'0'8612,"-12"-11"-7273,-40-34 1,50 43-1099,-1-1 1,0 1 0,0 0 0,-1 0-1,1 0 1,0 0 0,-1 0 0,1 1-1,-5-2 1,-7-4 3028,20 5-3184,1 1 0,0-1-1,0 1 1,-1 0 0,1 1-1,0-1 1,0 1-1,8 1 1,9-1 75,1012-96 305,-786 54-513,-35 4 1156,-95 28 2417,-67 9 853,-129-4-14610,34 1 3252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8902 2497,'-4'1'21090,"-4"-13"-20301,2-1-1,0 0 1,0 0 0,1 0 0,1-1 0,0 0-1,1 0 1,0 0 0,0-15 0,0-24-163,4-59 0,0 40-586,1 35-40,1 0 0,1 0 0,10-38 0,36-107 0,-28 111 0,23-136 0,-5-628 0,-32 402 0,-4-125 0,-5 322 0,-45-430 0,21 518 0,-79-259 0,19 94 0,-8-41 0,-15-64 0,-42-437 0,139 741 0,4 0 0,10-126 0,5 179 0,17-62 0,1-4 0,-9 40 0,36-106 0,-12 53 0,-33 112 0,132-575 0,-119 495-4,-7 37-218,-2-1 0,2-99 0,-4 19-118,-1 4 371,-10 128-37,0 15 2,0 0 0,1 1 0,0-1 0,0 0 0,0 1 0,0-1 0,1 1 0,0-1 0,0 0 0,0 1 0,0-1 0,1 1 0,2-6 1,2 8 7,0 1 0,0 0 0,-1 0 0,1 1 0,0 0 0,0 0 1,0 0-1,10 3 0,-1 0-2,-1 1-1,0 1 1,0 1 0,0 0 0,-1 0-1,0 1 1,15 11 0,12 6-21,2-3 2,2-2 1,0-2 0,0-2-1,2-2 1,46 8 0,240 21-17,1315 43 121,-1575-84-85,120-4 25,-170 1-23,0-1-1,-1 0 0,1-2 0,-1-1 1,0 0-1,29-14 0,-48 19 25,0 0 0,0 1 0,0-1 0,0 0 0,0 0 0,-1 0-1,1 0 1,0 0 0,-1 0 0,1-1 0,-1 1 0,1-1 0,-1 1 0,0-1-1,1 1 1,-1-1 0,0 0 0,0 0 0,0 1 0,0-1 0,-1 0 0,2-3 0,-17 14-110,-44 60 95,39-49 28,1 2 1,1 0-1,1 1 0,1 0 0,1 2 1,-15 33-1,-130 387 62,125-329-108,-37 229 0,40 69 4,-2 14 0,-1-201 0,-32 310 0,56-257 0,-31 389 0,25-526 0,-23 276 0,-7 324 0,-16 189 0,47-609 0,-16 592 0,32-858 0,10 431 0,-7-311 0,-3-175 0,0-1 0,0 0 0,-1 1 0,1-1 0,0 0 0,0 0 0,-1 1 0,1-1 0,-1 0 0,1 0 0,-1 1 0,1-1 0,-1 0 0,0 0 0,-1 2 0,2-3 0,-1 0 0,1 1 0,-1-1 0,1 0 0,-1 1 0,1-1 0,-1 0 0,0 0 0,1 1 0,-1-1 0,1 0 0,-1 0 0,0 0 0,1 0 0,-1 0 0,0 0 0,1 0 0,-1 0 0,1 0 0,-1 0 0,0 0 0,0-1 0,-1 0 0,0 1 0,1-1 0,-1 0 0,1 0 0,-1 0 0,1 0 0,-1 0 0,1-1 0,0 1 0,-1 0 0,1-1 0,0 1 0,0-1 0,0 1 0,0-1 0,0 0 0,0 1 0,1-1 0,-2-2 0,1-3-4,1 6 2,0 0 0,0 1 1,0-1-1,0 0 0,0 0 0,0 1 1,0-1-1,0 0 0,0 0 0,0 0 1,-1 1-1,1-1 0,0 0 1,-1 1-1,1-1 0,0 0 0,-1 1 1,1-1-1,-1 0 0,1 1 0,-1-1 1,1 1-1,-1-1 0,0 1 0,1-1 1,-1 1-1,0-1 0,1 1 1,-1-1-1,0 1 0,1 0 0,-2-1 1,-3 17-1061,-2 7 648,-1-1 0,-1 0 0,0-1 0,-2 0 0,0 0 0,-2-1 0,0-1 0,-1 0 0,-1-1 0,-31 30 0,22-24-470,-25 21-1487,45-41 1639,0-1-1,0-1 1,0 1-1,-1-1 1,1 1-1,-1-1 1,0 0-1,0-1 1,1 1-1,-8 0 1,-17-1-6690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0 296 2049,'0'0'6608,"25"-4"-4986,364-35 3770,103 11-889,276-18-2571,1-61 637,-495 65-1603,-260 36-1077,-15 6 61,1-1 1,-1 1-1,0-1 1,1 1 0,-1-1-1,0 1 1,0 0 0,1-1-1,-1 1 1,0 0-1,0 0 1,0 0 0,0-1-1,1 1 1,-1 0-1,0 0 1,0 0 0,0 0-1,-1 1 1,-108-10-7237,34-1-1038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1 502 2017,'0'0'8852,"18"-12"-7713,-17 11-1128,16-11 367,1 1 0,1 0 0,0 1-1,0 1 1,1 1 0,0 0 0,30-6 0,861-117 5444,-637 99-5161,-134 15-533,494-73-110,-622 88-43,21-3-466,1-2-1,-1-1 1,-1-1 0,56-25 0,-86 33 170,1 0-1,0 0 0,-1 0 1,1-1-1,-1 1 1,0-1-1,0 0 1,1 0-1,-1 0 1,0 0-1,0 0 1,0 0-1,-1 0 0,1 0 1,-1-1-1,1 1 1,-1-1-1,0 1 1,0-1-1,2-5 1,-2-17-5202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5 452 4370,'0'0'11234,"-2"-5"-10057,2 4-1135,-1 0 1,1 0-1,0 0 0,-1 0 0,1 0 0,0 0 1,0 0-1,0 0 0,-1 0 0,1 0 1,0 0-1,0-1 0,1 1 0,-1 0 1,0 0-1,0 0 0,0 0 0,1 0 1,-1 0-1,1 0 0,-1 0 0,1 0 1,-1 0-1,1 1 0,-1-1 0,1 0 1,0 0-1,-1 0 0,3-1 0,2 0 181,0-1-1,0 1 1,1-1 0,-1 1-1,10-1 1,-11 2-169,416-83 4365,5 37-3498,-376 43-802,181-17-52,391-50-873,-603 68 555,19-3-632,44-14 0,-71 17 332,-1 0 0,0-1-1,0 0 1,-1 0 0,1-1 0,-1 0 0,0-1-1,0 0 1,13-12 0,-19 15 70,0 1 1,0-1 0,0 0-1,0 0 1,0 0-1,0-1 1,-1 1-1,0 0 1,0 0-1,2-6 1,0-37-6062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1 463 1169,'0'0'7752,"14"-15"-6644,0-1-751,-9 9-195,0 0 0,1 1 1,0-1-1,1 1 1,-1 1-1,1-1 0,0 1 1,1 0-1,-1 1 0,1-1 1,0 2-1,16-6 0,35-8 1312,2 3 1,61-6-1,127-2 396,-242 21-1834,1498-63 2378,-1095 52-2318,-386 11-95,94-2-97,185-28-1,-289 29 86,0-1-1,-1 0 1,1-1-1,0 0 1,-1-1-1,22-12 1,-33 16 4,0 0 1,1 0-1,-1-1 0,0 1 1,0-1-1,-1 0 0,1 1 1,0-1-1,0 0 0,-1 0 1,1 0-1,-1 0 0,0 0 1,0-1-1,0 1 0,0 0 1,0 0-1,0-1 0,0 1 1,-1-1-1,1 1 0,-1-1 1,0 1-1,1-1 0,-1 1 1,-1-1-1,1 1 0,0-1 1,0 1-1,-1 0 0,0-4 1,-1 3-202,0-1 1,1 1-1,-1-1 1,0 1 0,-1 0-1,1 0 1,-1 0-1,1 0 1,-1 1 0,0-1-1,0 1 1,0-1-1,0 1 1,0 0 0,0 0-1,-1 1 1,1-1-1,-8-2 1,-36-3-8400,29 3 3250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51 228 1281,'0'0'6282,"-9"-6"-4782,-24-21-142,24 18-351,13 7-377,-1 2-410,311-20 4891,-216 17-4444,850-23 1471,-47 3-1956,-7-31-274,-870 52 104,21-1 54,-1-2 0,0-2-1,43-12 1,-83 18 148,-1 0 0,1 0-1,-1 0 1,1-1 0,-1 1 0,0-1 0,0 0 0,0 0 0,0 0 0,6-5 539,-14 8-652,3 1-163,0-1-1,-1 1 1,1 0-1,0 0 1,0 0-1,0 0 1,0 0-1,0 0 1,1 0-1,-1 0 1,1 1-1,-1-1 1,1 1-1,0-1 1,0 1-1,0 0 1,-1 5-1,-11 56-2906,12-54 2136,-6 41-3599,3 0-2206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6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99 222 1088,'0'0'9223,"-2"-4"-7579,-4-16-145,9-15 4971,-3 34-6367,0 1 0,0-1-1,0 0 1,-1 1 0,1-1 0,0 1 0,0-1 0,-1 1-1,1-1 1,-1 1 0,1-1 0,0 1 0,-1-1 0,1 1 0,-1 0-1,1-1 1,-1 1 0,1-1 0,-1 1 0,1 0 0,-1 0 0,0-1-1,1 1 1,-1 0 0,1 0 0,-1 0 0,0 0 0,1 0 0,-1 0-1,0 0 1,1 0 0,-1 0 0,1 0 0,-1 0 0,0 0-1,1 0 1,-1 0 0,-28 3-180,27-3 89,0 1 1,0-1-1,0 1 0,0-1 0,0 1 1,0 0-1,0 0 0,0 0 1,0 0-1,0 0 0,1 1 1,-1-1-1,0 1 0,1-1 1,-1 1-1,1-1 0,-1 1 1,1 0-1,0 0 0,0-1 1,0 1-1,0 0 0,0 0 1,0 3-1,-1 3 10,0 0 0,1 0 0,0 0 0,1 0 0,0 9 0,0-15-25,0-1 7,0 1-1,0-1 0,1 0 1,-1 1-1,1-1 0,-1 0 1,1 0-1,-1 1 0,1-1 1,0 0-1,0 0 0,-1 0 1,1 0-1,0 0 0,0 0 1,0 0-1,0 0 0,0-1 1,0 1-1,0 0 0,1 0 1,-1-1-1,0 1 0,0-1 1,0 1-1,1-1 0,-1 0 1,0 1-1,1-1 0,-1 0 1,0 0-1,2 0 0,54 1 9,-40-1 13,-2 0-15,0-1 0,0 0-1,0-1 1,-1-1 0,1 0 0,-1-1 0,20-8-1,-29 11-5,-1-1-1,0 0 0,1-1 0,-1 1 1,0-1-1,0 0 0,0 0 0,-1 0 0,1-1 1,-1 1-1,0-1 0,0 0 0,0 0 1,0 0-1,0 0 0,-1 0 0,0-1 1,0 1-1,0-1 0,-1 0 0,1 1 0,-1-1 1,0 0-1,-1 0 0,1 1 0,-1-6 1,0 6-28,0 1 0,-1 0 0,0-1 1,0 1-1,0 0 0,0 0 0,0-1 1,0 1-1,-1 0 0,0 0 0,0 0 1,1 1-1,-2-1 0,1 0 0,0 1 1,0-1-1,-1 1 0,-3-3 0,-8-5-1291,0 0 0,-25-12 0,4 3-3930,-2-6-2799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3330,'0'0'12403,"9"0"-10293,27 1-349,-35 0-1664,0-1 0,0 0 1,-1 1-1,1-1 1,0 0-1,-1 1 0,1-1 1,-1 1-1,1-1 1,0 1-1,-1-1 0,1 1 1,-1 0-1,1-1 1,-1 1-1,0 0 0,1-1 1,-1 1-1,0 0 1,1-1-1,-1 1 0,0 0 1,0 0-1,0-1 1,0 1-1,1 0 0,-1 0 1,-1 1-1,1 25 1087,-1-21-732,0 42 1166,-1-28-1525,2-1-1,0 1 1,1 0 0,8 37-1,-9-57-209,0 1-1,0-1 1,0 0-1,0 0 1,0 0-1,0 1 1,0-1-1,0 0 1,0 0 0,0 1-1,0-1 1,0 0-1,0 0 1,0 0-1,1 0 1,-1 1-1,0-1 1,0 0-1,0 0 1,0 0-1,0 0 1,1 0-1,-1 1 1,0-1-1,0 0 1,0 0-1,1 0 1,-1 0-1,0 0 1,0 0 0,0 0-1,1 0 1,-1 0-1,0 0 1,0 0-1,0 0 1,1 0-1,-1 0 1,0 0-1,0 0 1,0 0-1,1 0 1,-1 0-1,0 0 1,0 0-1,1 0 1,-1 0-1,0 0 1,0 0-1,0-1 1,0 1 0,1 0-1,-1 0 1,0 0-1,0 0 1,0 0-1,0-1 1,1 1-1,8-12-8115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7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46 112,'0'0'12622,"5"-7"-10293,-1 1-1865,-3 4-340,1 0 0,-1 0 0,0 0 0,1 0 0,-1 0 0,1 0-1,0 0 1,0 1 0,0-1 0,0 1 0,0-1 0,0 1 0,0 0 0,0 0-1,0 0 1,1 0 0,-1 0 0,0 0 0,1 0 0,-1 1 0,0-1 0,4 1-1,11 0 818,-9-1-592,0 1 0,-1 0 0,1 0 0,0 1 0,11 3 0,-17-4-327,-1 1-1,1-1 1,0 1-1,0 0 1,-1 0 0,1 0-1,0 0 1,-1 0-1,1 0 1,-1 0 0,0 1-1,1-1 1,-1 1-1,0-1 1,0 1-1,0-1 1,0 1 0,0 0-1,0-1 1,0 1-1,0 0 1,-1 0-1,1-1 1,-1 1 0,1 0-1,-1 0 1,0 3-1,1 0-10,-1 0-1,0 0 0,0 1 0,0-1 0,-1 0 0,0 0 0,0 0 0,0 0 1,-1 0-1,1 0 0,-1 0 0,-1-1 0,1 1 0,-3 4 0,-3 2-1,-1-1-1,0 1 0,-20 15 0,1 1 32,27-26-38,-1 1 0,1-1 1,-1 1-1,1 0 1,0-1-1,-1 1 1,1 0-1,0 0 0,0 0 1,0 0-1,1 0 1,-1 0-1,0 0 0,1 0 1,-1 0-1,1 0 1,0 0-1,0 1 1,0-1-1,0 0 0,0 3 1,1-4-1,0 0 1,0-1 0,0 1-1,-1-1 1,1 1-1,0-1 1,0 1 0,0-1-1,0 0 1,0 1-1,0-1 1,0 0-1,0 0 1,0 0 0,0 1-1,0-1 1,1-1-1,-1 1 1,0 0-1,0 0 1,0 0 0,1-1-1,2 1 16,26 0-206,0-1 0,0-2 0,38-8 0,-48 6-1678,-2 0 1,1-2-1,26-12 1,3-9-6704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8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3282,'0'0'11255,"16"-5"-9867,-14 4-1335,18-5 380,-1 0 0,1 2 1,-1 0-1,36-2 0,-37 5-263,-12 1-145,1-1 0,-1 1 1,0 1-1,0-1 1,0 1-1,9 2 0,-14-3-24,0 1 0,0-1 0,0 1-1,0-1 1,0 1 0,1 0 0,-1 0-1,0-1 1,-1 1 0,1 0 0,0 0-1,0 0 1,0 0 0,0 0-1,-1 1 1,1-1 0,-1 0 0,1 0-1,-1 0 1,1 0 0,-1 1 0,1-1-1,-1 0 1,0 0 0,0 1-1,0-1 1,0 0 0,0 1 0,0-1-1,0 0 1,0 1 0,0-1 0,-1 0-1,1 0 1,-1 3 0,-1 0 24,1 0-1,-1 1 1,0-1 0,-1 0-1,1 0 1,-1 0 0,1 0-1,-1-1 1,0 1 0,-6 5 0,6-7 15,0 1 1,0 0 0,0-1-1,1 2 1,-1-1 0,1 0-1,0 0 1,0 1 0,0-1-1,0 1 1,1 0 0,-1-1-1,1 1 1,0 0 0,0 0-1,0 5 1,1-6-30,0-1 1,0 0-1,1 1 1,-1-1 0,1 1-1,0-1 1,-1 0-1,1 1 1,0-1-1,1 0 1,-1 0-1,0 0 1,0 0-1,1 0 1,2 3-1,31 24 39,0 0-72,-33-28 20,0 1 0,-1 0 0,0 0 0,1 0-1,-1 0 1,0 0 0,0 0 0,0 1 0,0-1 0,0 0 0,-1 1 0,1-1 0,0 0 0,-1 1 0,0 3 0,0-5 5,0 0 0,-1 0 1,1 0-1,0 1 0,-1-1 1,1 0-1,-1 0 0,0 0 1,1 0-1,-1 0 0,0 0 1,0 0-1,1 0 0,-1 0 1,0 0-1,0 0 0,0-1 1,0 1-1,0 0 0,0-1 1,0 1-1,-1-1 0,1 1 1,0-1-1,0 1 0,-3 0 1,-36 7 230,34-8-145,-23 2 377,24-3-376,0 1 0,0 0 0,0 1 0,0-1 0,0 1 0,0 0 0,0 0 0,0 0 0,-9 5 0,13 4-3632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1345,'0'0'9046,"16"-12"-6914,52-40 64,-39 30 7112,-31 29-9095,-23 59 917,17-48-881,1 0 1,-7 30 0,10-21-154,1 0 0,1 49 0,2-75-82,0 0 1,0 0-1,1 0 1,-1 1-1,1-1 1,-1 0-1,1 0 1,-1 0-1,1 0 1,0 0-1,-1 0 1,1 0-1,0 0 1,0 0-1,0 0 1,-1-1-1,1 1 1,0 0-1,0 0 1,0-1-1,0 1 1,1-1-1,-1 1 1,0-1-1,0 1 1,0-1-1,0 0 1,3 1-1,41 5 284,-31-5-192,271 12 385,-285-13-494,0 0 1,0 0-1,1 0 0,-1 0 0,0 0 1,0 0-1,1 0 0,-1-1 0,0 1 1,0 0-1,1 0 0,-1 0 1,0 0-1,0 0 0,0 0 0,1-1 1,-1 1-1,0 0 0,0 0 0,0 0 1,0 0-1,1-1 0,-1 1 0,0 0 1,0 0-1,0-1 0,0 1 1,0 0-1,0 0 0,0 0 0,0-1 1,0 1-1,0 0 0,0 0 0,1-1 1,-1 1-1,-1 0 0,1 0 1,0-1-1,0 1 0,0 0 0,0 0 1,0-1-1,0 1 0,-23-3-8970,8 3 2206,5 0 767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1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1569,'0'0'18040,"-40"140"-16135,40-92-529,0-2-751,0-2-513,2-2-112,2-5-64,0-5-881,-1-1-1456,-1-6-2289,0-8-5234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8020,'0'0'12336,"0"13"-11682,-19 371 2755,7-202-2360,8-116-866,1 13-309,-3-1 0,-4 1 0,-21 84 1,29-156-533,0 0 1,0-1 0,-1 1 0,0 0 0,-6 9-1,10-36-8893,7-18 3986,10-14-11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341 232 2897,'0'0'11160,"20"-8"-9701,-6 2-1212,2 0 54,1 0-1,-1 0 1,1 2-1,0 0 1,0 1-1,32-2 1,840-69 4181,-683 36-4445,-166 28 586,-1-2 0,0-2 0,39-20 0,-78 34-566,0-1 0,0 1-1,0 0 1,0 0 0,1 0 0,-1 0-1,0 0 1,0 0 0,0 0 0,0 0-1,0 0 1,1 0 0,-1 0 0,0 0-1,0-1 1,0 1 0,0 0 0,1 0-1,-1 0 1,0 0 0,0 1 0,0-1-1,0 0 1,1 0 0,-1 0 0,0 0-1,0 0 1,0 0 0,0 0 0,0 0-1,1 0 1,-1 0 0,0 0 0,0 0 0,0 0-1,0 1 1,0-1 0,0 0 0,0 0-1,1 0 1,-1 0 0,0 0 0,0 1-1,0-1 1,0 0 0,0 0 0,0 0-1,0 11-311,0-6 499,-1 87 434,-4 0 0,-21 120-1,-131 472 404,155-679-1080,-42 122 17,36-107-22,-1-1 0,-1 1 0,-1-2 1,-15 21-1,23-36-11,0 1 1,0-1-1,0 0 1,-1 0-1,0 0 1,1 0 0,-1 0-1,0-1 1,0 0-1,-1 0 1,1 0-1,0 0 1,-1-1-1,1 0 1,-7 1 0,-5 0-185,0 0 0,0-2 1,-19-1-1,-1 0-99,-172-9-1018,11 0 720,151 9 541,-533 7-48,500 0 171,-122 26 0,177-25-489,24-7 364,0 1 0,0-1 0,0 0 0,0 0 1,0 0-1,0 1 0,1-1 0,-1 0 0,0 0 0,0 1 0,0-1 0,0 0 0,1 0 0,-1 0 0,0 0 0,0 1 0,1-1 0,-1 0 0,0 0 0,0 0 0,0 0 0,1 0 0,-1 0 0,0 0 0,0 0 0,1 0 0,-1 0 0,0 0 0,1 1 0,-1-2 0,0 1 0,0 0 0,1 0 0,-1 0 0,0 0 0,0 0 0,1 0 0,-1 0 0,50 1-4140,-47-1 4130,12 1-1660,1-2 0,24-4 0,-18-1-2903,37-14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63 880,'0'0'5803,"12"-10"-4352,37-32 401,-37 31 2643,-12 13-2673,-8 255 5712,-1 5-7307,9-260-324,-3 50-2014,3-49 1397,-1 1-1,0-1 0,0 1 1,0-1-1,-1 0 0,1 0 1,-1 1-1,1-1 0,-1 0 1,0 0-1,0-1 0,-5 6 1,-11 5-6506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4194,'20'-5'2150,"294"-48"6582,-241 46-7816,126-18-130,-193 24-694,0 0 0,-1 0-1,1-1 1,-1 0-1,7-3 988,-12 18-970,-6 23-48,2-13-191,-2 46-1,5-63 61,1 0 0,0 0 0,1 0 0,-1 0 0,1 0 0,1-1 0,2 9 0,-3-12 55,0 0 0,0 0 0,0 0 0,1-1 0,-1 1 0,1-1-1,-1 1 1,1-1 0,-1 1 0,1-1 0,0 0 0,0 0 0,0 0 0,0 0-1,0 0 1,0 0 0,0-1 0,0 1 0,0-1 0,0 1 0,0-1 0,0 0-1,3 1 1,-2-1 26,0 1-1,0-1 0,0 0 0,0 0 1,0 0-1,-1 0 0,1 0 1,0-1-1,0 0 0,0 1 0,-1-1 1,1 0-1,0 0 0,-1 0 1,1 0-1,0-1 0,-1 1 0,0-1 1,1 0-1,-1 1 0,0-1 1,0 0-1,0 0 0,0-1 1,0 1-1,-1 0 0,1 0 0,0-1 1,-1 1-1,0-1 0,0 0 1,0 1-1,0-1 0,0 0 0,0 0 1,-1 1-1,1-1 0,-1 0 1,0 0-1,0 0 0,0-4 0,1-2 243,-1 0-1,0 0 0,-1-1 0,0 1 0,-2-9 0,2 13-119,-1 1 0,0 0-1,1 0 1,-1 0 0,-1 0 0,1 0 0,-1 0-1,1 1 1,-1-1 0,0 1 0,0 0-1,-5-5 1,4 6-61,1-2-92,-1 0 0,0 1 0,0 0 1,0 0-1,-1 0 0,1 0 0,-1 1 1,1-1-1,-1 1 0,0 0 0,0 1 0,0-1 1,-10-1-1,15 3-142,-1 0 0,1 0-1,0 0 1,-1 1 0,1-1 0,-1 0 0,1 0 0,0 0 0,-1 0-1,1 0 1,-1 1 0,1-1 0,0 0 0,-1 0 0,1 1 0,0-1-1,-1 0 1,1 1 0,0-1 0,0 0 0,-1 0 0,1 1 0,0-1-1,0 1 1,0-1 0,-1 0 0,1 1 0,0-1 0,0 1 0,0-1 0,0 0-1,0 1 1,0-1 0,0 1 0,0-1 0,0 0 0,0 1 0,0-1-1,0 1 1,0-1 0,0 1 0,0-1 0,0 0 0,0 1 0,1 0-1,-1 4-1489,0 11-3857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4578,'0'0'15367,"-9"144"-13382,7-83-832,0 6-321,-2 6-512,2-4-320,-7-2-16,5-13-272,-2-10-865,4-15-1152,-4-10-992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18:2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7267,'0'0'2668,"18"-8"606,61-28-582,-71 33-2379,0 0 1,0 1 0,0-1 0,1 2 0,-1-1-1,1 1 1,0 1 0,-1-1 0,13 2 0,3 0 451,-22-1-666,1 0 1,-1 0-1,1 1 1,-1-1-1,0 1 0,1-1 1,-1 1-1,0 0 1,1 0-1,-1 0 1,0 0-1,0 0 1,0 0-1,0 1 1,0-1-1,0 1 1,0 0-1,3 3 0,-2-1-22,0 1-1,0-1 1,-1 1-1,0-1 1,0 1-1,0 0 1,0 0-1,1 9 0,0 0-1,-1 0-1,-1 0 0,-1 0 0,0 1 0,-3 26 0,2-36 9,-1 0 0,1-1 0,-1 1-1,1 0 1,-1-1 0,-1 0-1,1 1 1,-1-1 0,1 0-1,-1 0 1,0 0 0,-1-1 0,1 1-1,0-1 1,-1 0 0,0 0-1,0 0 1,0 0 0,0 0-1,-1-1 1,1 0 0,-5 2-1,-2 0-550,1-1-1,-1 1 0,0-2 0,-16 3 1,-19-2-8956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3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29 3570,'0'0'10052,"2"-6"-8336,-2 4-1879,6-16 2813,-3 16-848,-2 13-662,-4 37-244,-2 0 0,-3-1 0,-18 64 1,5-22-766,-17 96-298,-12 54-2742,14-82-7840,33-146 6953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0 114 960,'0'0'7097,"6"-6"-5955,0-1-775,-4 4-201,0 0 1,0 0-1,0 0 0,1 1 0,0-1 0,-1 1 0,10-6 5936,-18 12-5148,-9 5 3557,19-16-4218,3 1-274,-1 1 1,1 0-1,0 0 0,0 1 1,0 0-1,1 1 0,-1-1 1,14-3-1,69-14 1,-70 17-11,11-1-5,0 1 1,0 2 0,42 2-1,-71 0-2,1 0-1,-1 1 1,0-1-1,1 0 1,-1 1-1,0-1 0,1 1 1,-1 0-1,0 0 1,0 0-1,0 0 0,1 0 1,-1 1-1,-1-1 1,1 1-1,0-1 0,0 1 1,0-1-1,-1 1 1,1 0-1,-1 0 1,1 0-1,-1 0 0,0 0 1,0 0-1,0 1 1,1 2-1,0 3 22,0-1 0,0 1 0,-1 0 0,0 1 0,0-1 0,-2 16 0,0-20 5,1 0 1,-1 0-1,-1 0 1,1 0 0,0 0-1,-1 0 1,0-1-1,0 1 1,0 0-1,0-1 1,-1 0 0,0 1-1,1-1 1,-1 0-1,0 0 1,0-1 0,-1 1-1,1 0 1,0-1-1,-1 0 1,0 0 0,-7 3-1,-3 1 40,0 0-1,-1-2 0,1 1 1,-1-2-1,-16 3 0,-120 5 98,87-10-4038,70-2 2689,0 0 0,1 0 1,-1 0-1,0-1 0,0 0 0,10-4 0,1-1-2070,20-6-3568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5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4418,'0'0'13593,"-4"9"-12107,0 0-1095,-23 64 2356,25-65-2661,0 0 1,0 0 0,0 0-1,1 1 1,1-1 0,-1 1-1,2 15 1,0-23-138,0 0 0,0 0 0,-1 0-1,1-1 1,0 1 0,0 0 0,0 0 0,0-1 0,0 1 0,0-1-1,0 1 1,0-1 0,0 1 0,0-1 0,1 0 0,-1 1 0,0-1-1,0 0 1,0 0 0,0 0 0,1 0 0,-1 0 0,0 0 0,2 0 0,30-4-1240,-25 0 1166,-2 0-1,1 0 1,0 0 0,-1-1-1,1 0 1,-1 0 0,6-7-1,39-46-830,-39 43 885,14-24 3550,-26 53-2252,-3 28-448,1-29-999,1-1 1,1 24-1,0-35 75,1 0 1,-1 0-1,1 0 0,-1 0 1,1-1-1,-1 1 0,1 0 1,-1 0-1,1 0 0,0 0 1,0-1-1,-1 1 1,1 0-1,0-1 0,0 1 1,0-1-1,0 1 0,0 0 1,-1-1-1,1 0 1,0 1-1,0-1 0,0 0 1,0 1-1,0-1 0,1 0 1,0 0-1,35 2-4772,-33-2 3869,25 0-3789,-1 0-809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6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224 490 5170,'0'0'12523,"-21"0"-10703,-66 1-342,81 0-1330,0 0-1,0 0 1,0 0-1,0 1 1,1 0-1,-1 0 1,1 1 0,-1 0-1,1 0 1,0 0-1,0 0 1,0 1-1,0 0 1,1 0 0,-1 0-1,1 0 1,0 1-1,-5 8 1,7-10-168,0 0 1,1 0-1,-1 0 1,1 1-1,0-1 0,0 0 1,1 0-1,-1 1 1,0-1-1,1 0 1,0 1-1,0-1 0,0 1 1,0-1-1,1 0 1,-1 1-1,3 5 1,-1-3-150,0 0 1,0 0 0,1 0-1,0-1 1,0 1-1,0-1 1,1 0 0,5 7-1,10 7-617,18 21-1602,-35-37 2281,0 0 1,0-1-1,0 1 1,0 0-1,-1 0 1,1 0-1,-1 1 1,0-1-1,0 0 1,0 0-1,0 1 0,0 4 1,-2-6 123,1-1 0,0 1 0,-1-1 0,0 0 0,1 1 0,-1-1 0,0 0-1,1 1 1,-1-1 0,0 0 0,0 0 0,0 0 0,0 0 0,0 0 0,0 0 0,-1 0 0,1 0 0,0 0 0,0-1 0,-1 1 0,1 0 0,-3 0-1,-39 14 612,26-10-479,-7 1-1825,141-93-2517,30-24 1831,-147 110 2357,141-116-897,165-177 1,-231 203 1887,-68 80-107,0 1-1,0-1 1,-1 0-1,0-1 1,-1 1 0,7-24-1,-12 34-702,0 0 0,1 1-1,-1-1 1,0 0 0,0 0 0,1 0 0,-1 0-1,0 0 1,0 0 0,0 0 0,0 0-1,0 0 1,0 1 0,0-1 0,-1 0-1,1 0 1,0 0 0,0 0 0,-1 0-1,1 0 1,-1 1 0,1-1 0,0 0-1,-1 0 1,0 1 0,1-1 0,-1 0 0,1 0-1,-2 0 1,-1 0 98,1 0 0,0 1 0,-1-1 1,1 1-1,-1 0 0,1-1 0,-1 1 0,1 0 0,-3 1 0,0-1-543,-7 2 424,0 0 1,0 0-1,0 1 0,1 1 0,0 0 1,0 1-1,0 0 0,0 0 0,1 1 1,-1 1-1,2 0 0,-10 8 0,-15 13 367,3 1-1,-29 34 1,39-38-486,2 1 1,1 0-1,1 2 1,2 0-1,0 0 1,2 2-1,2 0 1,0 0-1,2 1 1,1 0-1,2 1 1,1-1-1,1 1 0,1 53 1,3-84-50,0 0 0,1 0 0,-1 0 0,0-1 0,0 1 0,1 0 0,-1 0 0,0 0 0,1-1 0,-1 1 0,1 0 0,-1 0 0,1-1 0,0 1 0,-1-1 0,1 1 0,0 0 0,-1-1 0,1 1 0,0-1 0,-1 0 0,1 1 0,0-1 0,0 1 0,0-1 0,-1 0 0,1 0 0,0 1 0,0-1 0,0 0 0,0 0 0,1 0 0,37 0-260,-26 0 188,0 1 8,0-1 1,1-1-1,-1 0 1,0-1 0,1 0-1,-1-1 1,0 0-1,0-1 1,-1 0-1,1-1 1,15-10-1,-19 37 2769,-7-12-2750,2 0 0,-1 0 0,1-1-1,10 18 1,-11-24-97,0-1 0,0 1 0,0-1 0,0 1 0,0-1 0,1 0 0,-1-1 0,1 1 0,-1-1 0,1 1 0,0-1 0,-1 0 0,6 1 0,52 1-4904,-55-3 4351,41 0-6559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11 2401,'0'0'10528,"-9"-3"-8325,4 1-2028,0 1 0,1-1 0,-1 1 0,0 1 0,0-1 0,0 1 0,0 0 0,0 0 0,0 0 0,0 0 0,0 1 0,0 0 0,0 0 0,0 1 0,0-1 0,1 1 0,-1 0 1,1 0-1,-6 4 0,-28 14 791,0 2-1,2 1 1,0 2 0,2 2 0,1 1 0,-44 48 0,61-59-880,1 2 0,1 0 0,0 0 0,2 1 0,0 1-1,1 0 1,1 0 0,2 1 0,0 1 0,1-1 0,1 1-1,1 0 1,-3 37 0,7-51-80,0 10-86,1 0 1,0 0-1,4 21 1,-4-34-35,2-1 1,-1 1 0,0-1-1,1 0 1,0 0-1,1 1 1,-1-1 0,1-1-1,0 1 1,0 0 0,0-1-1,1 0 1,-1 1 0,1-1-1,6 4 1,-1-1-439,1 0 0,0-1 0,1-1-1,-1 1 1,1-2 0,0 1 0,1-1 0,14 2 0,-2-1-1877,1-2 0,-1 0 1,27-2-1,21-1-5948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10421,'0'0'12726,"-13"7"-11611,3-2-882,2-2-56,1 1 0,-1 0-1,1 0 1,0 0 0,0 1-1,1 1 1,-1-1-1,1 1 1,0 0 0,1 0-1,-6 7 1,-7 16 593,-26 53 1,39-71-804,1 0 1,0 0-1,1 0 1,0 1-1,0-1 1,1 1-1,1 0 1,0 20-1,2-30-19,0 0 0,0 0 0,0 0 0,0 0 0,0 0 0,0 0 0,1 0 0,-1-1 0,1 1 0,-1 0 0,1-1 0,0 1 0,0-1-1,-1 0 1,1 1 0,0-1 0,0 0 0,0 0 0,0 0 0,1 0 0,-1-1 0,0 1 0,0-1 0,4 1 0,64 12-915,-65-12 869,141 10-1970,-146-11 2098,1 1-1,0-1 1,-1 0-1,1 0 0,-1 1 1,1-1-1,-1 0 1,1 1-1,-1-1 1,0 1-1,1-1 0,-1 1 1,1-1-1,-1 1 1,0-1-1,1 1 0,-1-1 1,0 1-1,0-1 1,1 1-1,-1-1 0,0 1 1,0 0-1,0-1 1,0 1-1,0-1 1,0 1-1,0 0 0,0-1 1,0 1-1,0-1 1,0 1-1,0 0 0,0-1 1,0 1-1,-1 0 1,-5 25 970,2-21-859,1 1-1,-1-1 0,0 0 0,0 0 1,0 0-1,-1 0 0,0-1 1,0 0-1,0 0 0,-7 4 0,-11 5 359,-31 14-1,-15 7-175,63-30-775,-1-1 0,1-1 0,0 1 0,-1-1 0,1-1-1,-1 1 1,0-1 0,-13 1 0,14-1-1673,0-1 0,0-1 0,0 1 1,0-1-1,-11-2 0,2-6-6525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1088,'0'0'21386,"124"-13"-20025,-85 21-465,5 3-528,4-7-271,-6 0-81,0-2-16,-2-2-913,-7 0-1760,-4 0-1617,-6 0-3650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0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8308,'0'0'8326,"6"22"-4959,4 8-2481,30 109 1798,-30-80-1273,7 112-1,-14 64-379,-4-154-900,2-48-71,-3 0-1,-1 0 1,-1 0 0,-1-1-1,-18 56 1,18-74 5,-1 0-1,0 0 1,-1 0-1,0-1 1,-1 0-1,-1 0 1,0-1-1,0-1 1,-1 1-1,-1-1 1,0-1-1,-1 0 1,1-1-1,-23 14 1,-45 13 897,48-24-2688,1 2-4919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3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19 2545,'0'0'7505,"1"-3"-6718,4-12 1561,-4 32 1872,-3 17-718,0-19-4405,-24 47 2109,16-41-683,1 1-1,-7 25 1,16-46-507,0-1 0,0 0 0,0 1-1,0-1 1,0 1 0,0-1-1,0 0 1,0 1 0,0-1 0,0 1-1,0-1 1,0 0 0,0 1-1,0-1 1,0 0 0,1 1-1,-1-1 1,0 1 0,0-1 0,0 0-1,1 1 1,-1-1 0,0 0-1,0 1 1,1-1 0,-1 0 0,0 0-1,0 1 1,1-1 0,-1 0-1,0 0 1,1 0 0,-1 1 0,0-1-1,1 0 1,-1 0 0,1 0-1,-1 0 1,0 0 0,1 0-1,-1 0 1,1 1 0,-1-1 0,0 0-1,1 0 1,-1-1 0,1 1-1,-1 0 1,0 0 0,1 0 0,-1 0-1,0 0 1,1 0 0,-1 0-1,1-1 1,-1 1 0,0 0 0,1-1-1,39-14-90,-9 3 72,-12 9-124,0 1-1,0 1 1,23 2 0,-15-1-93,-24 0 207,0 1-1,-1-1 0,1 1 0,0-1 1,0 1-1,0 0 0,-1 0 0,1 1 0,-1-1 1,1 0-1,-1 1 0,1-1 0,-1 1 0,0 0 1,0 0-1,0 0 0,0 0 0,0 0 0,0 1 1,-1-1-1,1 0 0,-1 1 0,1-1 0,-1 1 1,0 0-1,1 4 0,2 3 30,-1 0-1,-1 0 0,0 0 1,0 1-1,-1-1 1,0 14-1,-1-20 7,0 0 0,0 0 0,0 1 0,-1-1 0,0 0 0,0 0-1,0 0 1,0 0 0,-1 0 0,1-1 0,-1 1 0,0 0-1,0-1 1,0 1 0,-1-1 0,1 0 0,-1 1 0,0-1 0,0 0-1,0-1 1,0 1 0,-1-1 0,1 1 0,-1-1 0,-3 2 0,-11 6 132,1-1 1,-2 0 0,1-2 0,-1 0-1,0-1 1,-1-1 0,1-1 0,-1 0-1,0-2 1,0 0 0,-28-2-1,47 0-156,0 0-1,0 0 0,0-1 1,1 1-1,-1 0 0,0-1 1,0 1-1,1-1 0,-1 0 1,0 1-1,1-1 0,-1 1 1,0-1-1,1 0 0,-1 1 1,1-1-1,-1 0 0,1 0 1,-1 1-1,1-1 0,0 0 1,-1 0-1,1 0 0,0 0 1,0 1-1,0-1 0,0 0 1,-1 0-1,1 0 0,0 0 1,0 0-1,1 0 0,-1-1 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4:3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1697,'0'0'3874,"0"-6"-3512,0-24 11041,7 30-10688,72 1 154,225-10 596,-300 9 1834,-6-1-2022,-12 1-3045,-21 2-6842,14-1 2127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4226,'0'0'5538,"-4"27"-2328,1-5-2491,-7 36 1609,-20 67 1,-68 174 2752,9-28-4256,87-256-988,0 1-2785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5106,'0'0'10149,"17"-9"-8898,57-24-320,-70 32-842,-1-1 0,1 1 1,-1 0-1,1 0 0,0 1 0,-1-1 0,1 1 0,0 0 0,-1 0 0,1 0 0,0 0 0,0 1 0,-1-1 0,1 1 0,-1 0 1,1 0-1,0 0 0,3 3 0,0 0 45,-1 0 0,0 0 1,0 1-1,0 0 0,0 1 1,4 5-1,-3-4 27,-3-2-105,0 0 0,-1 0 1,1 0-1,-1 0 0,0 0 1,0 1-1,-1 0 1,0-1-1,0 1 0,0 0 1,2 11-1,-4-14-22,1 0 0,-1 1 0,0-1-1,0 0 1,0 1 0,0-1 0,-1 0 0,1 1-1,-1-1 1,0 0 0,0 0 0,0 0 0,0 0-1,0 0 1,-1 0 0,1 0 0,-1 0 0,0 0-1,0 0 1,0-1 0,0 1 0,-5 3 0,-9 4 177,1 0 0,-2-2 1,1 1-1,-1-2 1,0-1-1,-1 0 1,-23 5-1,13-9-640,15-5-1230,8-4-3587,7-6-1987,6 5 2346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5026,'0'0'13623,"3"8"-11769,0 2-1409,0 1 1,-1-1-1,-1 0 1,1 1-1,-2-1 1,1 1-1,-2-1 1,-1 18 0,1-27-469,1 1 0,-1-1 1,1 1-1,-1-1 0,1 1 1,0-1-1,0 1 0,0 0 1,0-1-1,0 1 0,0-1 1,0 1-1,0 0 0,1-1 1,-1 1-1,1-1 0,-1 1 1,1-1-1,0 1 0,-1-1 1,1 0-1,0 1 0,0-1 1,0 0-1,0 1 0,0-1 1,1 1-1,2 0-140,1-1 1,-1 0-1,0 0 1,0 0-1,0-1 1,0 0-1,1 1 1,-1-1-1,4-1 1,-3 1 76,4 0-142,-1-1-1,1 0 0,-1 0 0,1-1 0,-1 0 0,0-1 0,0 1 0,0-2 0,0 1 0,9-7 0,5-4-407,41-35-1,-29 27 5196,-33 37-3730,-4 15-1180,1-20-94,0 1-1,0-1 1,2 1-1,-1-1 1,3 21-1,-2-30 236,0 0-1,1 0 1,-1 0 0,1 1-1,-1-1 1,1 0-1,0 0 1,-1 0 0,1 0-1,0 0 1,0 0-1,0 0 1,0 0 0,0-1-1,0 1 1,0 0-1,0 0 1,0-1 0,0 1-1,0-1 1,0 1-1,0-1 1,1 1 0,-1-1-1,0 0 1,2 1-1,38 1-5619,-32-2 4010,36 0-5589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42 10597,'0'0'7014,"-21"-3"-3445,-8-2-2426,9 2-139,0 0-1,-1 1 1,-24 1-1,44 1-996,1 0-1,0 0 0,-1 0 0,1 0 1,0 0-1,-1 0 0,1 1 0,0-1 1,-1 0-1,1 0 0,0 0 1,0 0-1,-1 0 0,1 1 0,0-1 1,0 0-1,-1 0 0,1 0 0,0 1 1,0-1-1,-1 0 0,1 0 0,0 1 1,0-1-1,0 0 0,0 1 0,-1-1 1,1 0-1,0 0 0,0 1 0,0-1 1,0 0-1,0 1 0,0-1 1,0 0-1,0 1 0,0-1 0,0 0 1,0 1-1,0-1 0,0 0 0,0 1 1,0-1-1,0 0 0,0 0 0,1 1 1,-1 1-27,1 10-301,0 0 1,1 0-1,1 0 0,0 0 0,0-1 1,1 1-1,8 14 0,2 10-384,-11-25 332,0 0 1,-1 0-1,0 0 0,-1 0 0,0 0 0,-2 16 0,1-21 177,0-5 182,0 1 1,-1-1-1,1 1 1,-1-1 0,1 1-1,-1-1 1,1 0-1,-1 1 1,0-1-1,0 0 1,0 0-1,0 1 1,0-1 0,0 0-1,0 0 1,0 0-1,0 0 1,0 0-1,-1-1 1,1 1 0,0 0-1,-1 0 1,1-1-1,0 1 1,-1-1-1,1 0 1,-1 1-1,1-1 1,-1 0 0,1 0-1,-3 1 1,-8 0 11,-1 0-1,-22-1 1,23 0-111,12 0 69,-1 0-1,1 0 1,-1 0 0,1 0-1,-1 0 1,1 0 0,-1 0-1,1 0 1,-1 0 0,1 0-1,-1 0 1,1 0 0,0 0-1,-1 0 1,1 0 0,-1 0-1,1-1 1,-1 1 0,1 0-1,-1 0 1,1 0 0,-1-1-1,1 1 1,0 0 0,-1-1-1,1 1 1,0 0 0,-1-1-1,1 1 1,0-1 0,-1 1-1,1-1 1,0 1 0,0 0-1,0-1 1,-1 1 0,1-1-1,0 1 1,0-2 0,0 0-165,1 1-1,0-1 1,-1 0 0,1 0 0,0 0 0,0 1 0,0-1 0,0 0 0,0 1-1,3-3 1,13-14-846,0 2-1,2 0 1,0 1-1,34-21 1,-5 4-591,46-37-1678,13-12 685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59 2497,'0'0'13828,"-18"-13"-11539,8 5-2000,3 3-119,0 0 1,0 0-1,-1 1 0,1 0 1,-1 0-1,-8-2 1,12 5-79,0 0 1,1 0-1,-1 0 1,0 1-1,0 0 1,1 0 0,-1 0-1,0 0 1,0 1-1,1-1 1,-1 1-1,0 0 1,1 0 0,-1 0-1,1 1 1,-1-1-1,1 1 1,-1 0-1,1 0 1,-4 3-1,-16 13 309,2 1 0,0 1 0,1 0 0,1 2 0,1 0 0,1 1-1,-26 46 1,25-34-149,2 1 0,1 1 1,1 0-1,2 1 0,-7 42 0,16-57-347,0 0 0,2 38 0,1-60 89,0-1-19,0 1 0,0-1 1,1 1-1,-1-1 0,0 0 0,0 1 0,1-1 1,-1 1-1,0-1 0,1 1 0,-1-1 0,0 0 0,1 1 1,-1-1-1,1 0 0,-1 1 0,0-1 0,1 0 0,-1 0 1,1 1-1,-1-1 0,1 0 0,-1 0 0,1 0 0,-1 0 1,1 0-1,-1 1 0,1-1 0,-1 0 0,1 0 1,0 0-1,22 0-221,-16 0 168,4-1-21,0 0 0,0 0 0,1-1 0,-1 0 0,-1-1 0,1 0 0,0-1 0,-1 0 0,1-1 0,-1 0 0,-1 0 0,1-1 0,-1 0 0,0-1 0,0 0 0,11-12 0,-14 12 381,-2 3 1627,-4 7 309,-2 20-2174,2-8-276,0 0 0,1 0 0,1 0 0,4 18 0,-5-29-211,1 1-1,0 0 1,0-1-1,0 1 1,0-1-1,1 0 1,4 6-1,-5-8-261,1 1 0,-1 0 0,1-1 0,0 0 0,0 1 0,0-1-1,0 0 1,0-1 0,0 1 0,1 0 0,3 0 0,29 6-9348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0 11749,'0'0'10485,"-170"88"-7828,110-27-896,3 8-624,9 4-273,10-2-432,15 4-368,13-8-64,10-2-304,0-9-544,19-12-849,21-14-400,8-7-1697,12-17-1056,5-6-3746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12294,'0'0'14982,"-13"18"-13298,-95 130 962,103-141-2589,1 1 0,-1-1-1,1 1 1,0 0 0,1 0-1,-5 14 1,7-19-59,1-1 1,-1 0-1,1 1 0,0-1 0,-1 1 1,1-1-1,0 0 0,1 1 0,-1-1 1,0 0-1,1 1 0,-1-1 0,1 1 1,-1-1-1,1 0 0,0 0 0,0 0 1,0 1-1,1-1 0,-1 0 0,0 0 1,1-1-1,-1 1 0,1 0 0,0 0 1,0-1-1,-1 1 0,1-1 0,2 2 1,9 3-5,-1 0 1,1-1 0,0 0 0,0-1-1,0 0 1,21 2 0,88 6-261,-78-8 27,108-1-1269,-107-3-313,-44 0 1635,-1-1 0,0 1 0,1 0 0,-1 0 0,0 0 0,1 0 0,-1-1 0,0 1 0,1 0 0,-1 0 0,0-1 0,0 1 0,1 0 0,-1-1 0,0 1 0,0 0 0,0-1 0,1 1 0,-1 0 0,0-1 0,0 1 0,0 0 0,0-1 0,0 1 1,0-1-1,0 1 0,0 0 0,0-1 0,0 1 0,0 0 0,0-1 0,0 1 0,0-1 0,0 1 0,0 0 0,0-1 0,-1 0 0,-4-16-11089,-5 5 1537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5939,'0'0'19096,"-121"143"-16550,112-100-1554,3 3-256,6 2-608,0-4-128,0-2-576,0-4-1201,15-7-1088,2-10-1729,8-10-2369,10-11-2594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29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13366,'0'0'9036,"10"25"-5856,80 275 2818,-79-252-5761,-2 1 1,-3 0-1,-1 0 1,-4 84-1,-2-125-229,-1 1-1,0-1 1,0 1-1,-1-1 1,0 0-1,0 0 1,-1 0-1,0 0 1,0-1-1,-1 1 1,0-1-1,0 0 1,-1-1-1,0 1 1,0-1-1,-1 0 1,1-1-1,-1 1 1,-10 5-1,-15 7-271,0-1 1,-2-1-1,-46 15 0,21-9-1723,14-5-3031,5-2-3544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4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81 144,'0'0'3223,"1"-5"-2963,4-13 13091,5-26-15818,-4 31 2762,-5 23 2207,-8 26 143,-5-10-1853,0-1 0,-2 0 1,-29 41-1,25-41-591,1 1 0,-25 55 1,35-67-197,5-10-15,0 1 1,1-1-1,-1 0 1,1 0-1,0 1 1,0-1-1,0 0 1,0 7-1,20-9-291,26-5 348,1-2 0,-1-2 0,61-18 0,18-2-6,-98 22 116,10-2 401,-1 2 0,46-1 0,-81 6-531,1 0 0,-1 0 0,1 0 0,-1 0 0,1 1 1,-1-1-1,0 0 0,1 0 0,-1 0 0,1 0 0,-1 1 1,1-1-1,-1 0 0,0 0 0,1 1 0,-1-1 0,0 0 1,1 1-1,-1-1 0,0 0 0,1 1 0,-1-1 0,0 1 1,0-1-1,1 0 0,-1 1 0,0-1 0,0 1 0,0-1 1,0 1-1,1-1 0,-1 1 0,0-1 0,0 1 0,0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4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11397,'0'0'11974,"-69"140"-10390,54-83-143,2 1-400,1 1-481,-1-1-384,1 1-176,1-5-336,5 0-833,-4-1-1344,1-5-2337,1-2-3122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1 880,'0'0'10509,"4"0"-9153,-3 0-1251,0 0 1,0 0-1,0 0 1,0 0 0,0 0-1,0 0 1,0 0 0,0 0-1,0 0 1,0 1-1,-1-1 1,1 0 0,0 0-1,0 1 1,0-1 0,0 1-1,-1-1 1,2 2 0,-1 0 242,0 0 0,0 0 1,0 0-1,-1 0 1,1 1-1,-1-1 1,1 0-1,-1 0 1,0 1-1,0 2 1,-1 139 5962,-14 0-3556,-38 143-2741,27-157-197,21-104-695,-19 90-1426,14-79-1626,-3-1-3525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6355,'0'0'11995,"21"7"-10667,0-1-931,-12-4-245,0 0 0,0 1 1,0 1-1,0-1 1,-1 1-1,1 1 0,-1-1 1,0 1-1,-1 1 0,1 0 1,-1 0-1,12 12 0,-6-3 93,7 6-9,23 35 0,-39-50-233,0 0-1,0 1 0,-1-1 0,0 1 1,0-1-1,0 1 0,-1 0 1,0 0-1,-1 0 0,1 0 0,-1 9 1,-1-14 3,-1 0 1,1-1-1,-1 1 0,0 0 1,1-1-1,-1 1 1,0 0-1,0-1 0,0 1 1,-1-1-1,1 0 1,0 1-1,0-1 0,-1 0 1,1 0-1,-1 0 0,1 0 1,-1 0-1,1 0 1,-1 0-1,0-1 0,0 1 1,1 0-1,-1-1 1,0 1-1,0-1 0,1 0 1,-4 0-1,-64 7 6,57-6-17,-68 0-609,48-1-1966,22-2 353,9 2 1809,0-1 0,1 1 0,-1 0 0,1-1 0,-1 1 0,1-1 0,-1 1 0,1-1 0,-1 1 0,1-1 0,-1 1 0,1-1 0,0 0 0,-1 1 0,1-1 0,0 1 0,-1-1 0,1 0 0,0 1 0,0-1 0,0 0 0,-1 1 0,1-1 0,0 0 0,0 1 0,0-1 0,0-1 0,0-7-4873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1185,'0'0'16644,"3"-1"-15406,-3 0-1196,1 1-1,-1 0 0,0 0 1,0-1-1,1 1 1,-1 0-1,0 0 0,1-1 1,-1 1-1,0 0 0,1 0 1,-1 0-1,0 0 0,1 0 1,-1 0-1,1-1 1,-1 1-1,0 0 0,1 0 1,-1 0-1,0 0 0,1 0 1,-1 0-1,1 0 0,-1 1 1,0-1-1,1 0 1,-1 0-1,0 0 0,1 0 1,-1 0-1,0 0 0,1 1 1,-1-1-1,0 0 0,1 0 1,-1 1-1,0-1 1,0 0-1,1 0 0,-1 1 1,0-1-1,0 0 0,1 1 1,-1-1-1,0 0 0,0 1 1,0-1-1,0 1 0,3 26 2027,-3-14-1826,-1 14 211,1-19-399,-1 1-1,1-1 0,1 0 0,0 0 0,1 9 1,-1-15-90,-1 0 1,1 0-1,0-1 1,-1 1-1,1 0 1,0-1-1,0 1 1,0-1-1,0 1 1,1-1-1,-1 1 1,0-1-1,1 0 1,-1 1-1,1-1 1,-1 0-1,1 0 1,-1 0-1,1 0 1,0 0-1,-1-1 1,1 1-1,0 0 1,0-1-1,0 1 1,-1-1-1,3 0 1,10 2-208,-1-1 0,1-1 0,-1-1 0,1 0 0,-1 0 1,1-1-1,-1-1 0,0 0 0,0-1 0,0-1 0,-1 0 0,0 0 0,1-1 0,-2-1 0,1 0 0,-1 0 0,0-1 1,-1-1-1,19-19 0,-27 26 501,12-15-724,-11 3 4353,-9 45-3178,6-28-772,0-1-1,0 1 0,0-1 1,0 1-1,1-1 0,-1 1 0,1-1 1,0 1-1,0-1 0,-1 1 1,2-1-1,-1 0 0,0 1 0,2 2 1,0-2-263,0-1 0,0 1 1,0-1-1,1 1 0,-1-1 0,1 0 1,-1 0-1,6 1 0,-4-1-755,0 0 1,0 0-1,0-1 0,1 0 0,-1 0 0,9 1 0,6-2-5114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9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220 452 10229,'0'0'3636,"-18"-1"51,-61-3-91,74 3-3346,-1 1-1,0 0 1,0 1-1,1-1 1,-1 1 0,0 0-1,1 0 1,-1 1-1,1 0 1,-1 0-1,1 0 1,0 0-1,0 1 1,0 0-1,0 0 1,0 0-1,-5 6 1,8-7-243,0 1 0,0 0 1,0 0-1,0 0 0,0 0 0,1 0 1,-1 0-1,1 0 0,0 0 0,0 1 1,0-1-1,0 1 0,1-1 1,-1 1-1,1-1 0,0 0 0,0 1 1,0-1-1,1 1 0,-1-1 0,1 1 1,0-1-1,0 1 0,0-1 0,0 0 1,3 5-1,1 1-139,0 0 1,1 0-1,1 0 1,7 8-1,13 18-475,-15-17 93,-1 0-1,12 28 0,-19-37 300,-1-1 0,-1 1 0,0-1-1,0 1 1,0 0 0,-1-1-1,-1 1 1,0 14 0,0-22 202,0 1 1,0-1 0,-1 0 0,1 0 0,0 0 0,-1 1-1,1-1 1,-1 0 0,1 0 0,-1 0 0,0 0 0,1 0-1,-1 0 1,0 0 0,0 0 0,0-1 0,0 1 0,0 0-1,0 0 1,0-1 0,0 1 0,0 0 0,0-1-1,0 1 1,0-1 0,0 1 0,0-1 0,-3 1 0,-34 2-438,33-3 271,4-1 132,0 1 0,0 0 0,0-1 0,0 1 0,0-1 0,0 0 1,0 1-1,0-1 0,0 0 0,0 0 0,1 1 0,-1-1 0,0 0 0,0 0 0,1 0 0,-1 0 0,1 0 1,-1 0-1,1 0 0,-1 0 0,1 0 0,0 0 0,-1 0 0,1 0 0,0-1 0,0 1 0,0 0 1,0 0-1,0 0 0,0 0 0,0 0 0,1-3 0,3-40-550,-1 34 496,1 0-1,0 0 1,0 0 0,1 0 0,1 1-1,-1 0 1,1 0 0,13-14-1,68-62-188,-56 58 193,-17 14 77,220-216-1923,-197 188 1805,-2-2 0,-1-1-1,51-92 1,-84 136 174,15-35 1071,-16 33-920,1 1 1,0-1-1,-1 1 1,1-1 0,-1 1-1,0-1 1,1 0-1,-1 1 1,0-1-1,0 1 1,0-1-1,0 0 1,0 1-1,0-1 1,-1 1-1,1-1 1,0 0-1,-2-2 1,-9 3 1832,4 1-1828,1 0 1,0 1-1,-1 0 1,1 0-1,0 1 1,-1 0 0,1 0-1,0 0 1,1 1-1,-1 0 1,0 0 0,1 0-1,-7 5 1,3 0 43,1 0 1,0 0 0,0 0-1,0 1 1,1 0-1,-11 20 1,7-9-10,1 1 0,1-1 0,1 2 0,1-1 0,1 1 0,1 0 0,-3 28 0,4-5-65,1 0 1,3 1 0,7 67 0,-5-103-249,1 1 1,-1-2-1,2 1 1,-1 0-1,10 17 1,-12-25 3,0 0 1,1 0 0,-1 0-1,1 0 1,-1 0-1,1-1 1,0 1-1,0 0 1,0-1-1,0 1 1,0-1-1,0 0 1,3 2-1,-4-3 26,1 1 1,-1-1-1,1 0 0,-1 0 0,1 0 0,-1 0 0,1 0 1,-1 0-1,1 0 0,-1-1 0,1 1 0,-1 0 0,0-1 1,1 1-1,-1-1 0,1 0 0,-1 1 0,0-1 0,0 0 0,1 0 1,-1 0-1,0 0 0,0 0 0,1-1 0,16-15 17,0-1 0,28-36 0,-46 54 72,0-1 0,0 1 0,0 0-1,0 0 1,1 0 0,-1 0 0,0 0 0,0 0 0,0 0 0,0 0 0,1-1 0,-1 1 0,0 0-1,0 0 1,0 0 0,0 0 0,1 0 0,-1 0 0,0 0 0,0 0 0,0 0 0,1 0 0,-1 0-1,0 0 1,0 0 0,0 1 0,0-1 0,1 0 0,-1 0 0,0 0 0,0 0 0,0 0 0,0 0-1,0 0 1,1 0 0,-1 0 0,0 1 0,0-1 0,0 0 0,0 0 0,0 0 0,0 0-1,1 1 1,-1-1 0,0 0 0,0 0 0,0 0 0,0 0 0,0 1 0,0-1 0,0 0 0,0 0-1,0 0 1,6 13-163,-5-10 258,3 5-276,0-1 0,0 1-1,1-1 1,0 0 0,0-1 0,0 1-1,1-1 1,0 0 0,1 0 0,-1-1-1,1 0 1,0 0 0,0 0 0,10 4-1,-7-6-1288,-1 0-1,0 0 0,1 0 0,0-1 0,-1-1 0,1 0 1,16 0-1,8-1-5790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5:59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 10053,'0'0'10591,"-21"16"-7752,10-7-2504,-19 15 525,0 1 0,2 2 0,-34 40 0,33-30 210,2 1 0,-32 59 0,49-78-903,1 0-1,1 0 1,1 1 0,1 0-1,1 1 1,0-1 0,-2 40-1,5-42-175,2 1-1,0-1 1,2 0-1,4 29 1,-4-39-84,1-1 1,-1 1 0,1-1 0,0 0-1,1 0 1,0 0 0,0-1 0,0 0-1,1 1 1,0-1 0,0-1 0,1 1-1,7 6 1,-3-5-309,1 0 1,-1 0-1,1-1 0,0-1 0,0 1 1,1-2-1,0 0 0,0 0 1,18 3-1,-2-3-2295,1-1-1,55-1 1,-11-6-4817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0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1361,'0'0'21828,"5"-3"-20894,1 1-752,0 0-1,0 0 1,0 1-1,0 0 1,0 0 0,1 1-1,-1-1 1,0 1-1,0 0 1,1 1-1,-1 0 1,0 0 0,0 0-1,9 4 1,4 0 5,-1 1 1,0 1-1,32 17 1,-48-23-188,1 0 0,-1 0 0,0 1 1,0-1-1,1 1 0,-1-1 0,0 1 1,0 0-1,-1 0 0,1 0 1,0 0-1,-1 0 0,1 1 0,-1-1 1,0 0-1,1 1 0,-1-1 0,0 1 1,-1-1-1,1 1 0,0-1 0,-1 1 1,1 0-1,-1-1 0,0 1 1,0 0-1,0-1 0,0 1 0,-1 0 1,1-1-1,-2 5 0,0-1 12,0 0 0,-1-1 0,0 1 0,0-1 0,-1 0 1,1 0-1,-1 0 0,0-1 0,0 1 0,-1-1 0,1 0 0,-9 6 0,-4 0 21,-1 0-1,-29 12 0,-23 11 44,69-32-89,0-1-1,1 1 0,-1-1 0,0 1 0,0-1 1,1 1-1,-1-1 0,0 1 0,1 0 0,-1-1 0,1 1 1,-1 0-1,1-1 0,-1 1 0,1 0 0,-1 0 1,0 1-1,1-1-14,0-1-1,1 1 1,-1-1 0,0 0 0,0 1-1,0-1 1,0 1 0,0-1 0,1 1 0,-1-1-1,0 0 1,0 1 0,1-1 0,-1 0-1,0 1 1,0-1 0,1 0 0,-1 1-1,0-1 1,1 0 0,-1 0 0,1 1 0,-1-1-1,1 0 1,29 9-1066,8-5 4,-27-3 585,0-1-1,-1 2 1,1-1 0,0 2 0,-1-1 0,1 1 0,-1 1-1,0 0 1,11 6 0,-19-8 516,0 0 0,0 1-1,0 0 1,-1-1 0,1 1 0,-1 0 0,1 0-1,-1 0 1,0 0 0,0 0 0,0 0 0,-1 0-1,1 0 1,-1 1 0,0-1 0,1 0 0,-1 0-1,-1 6 1,0-3 265,1-1-1,-1 1 0,0 0 1,0-1-1,0 0 0,-1 1 1,0-1-1,0 0 0,-5 9 1,-1-4 108,-1-1 0,1 0 0,-2-1 0,1 0 0,-1 0 0,0-1-1,-1 0 1,0-1 0,-12 6 0,14-9-745,0 1-1,0-1 1,0 0-1,0-1 1,0 0-1,-1-1 0,-12 1 1,22-2 198,-1 0 0,1 0 0,-1 1-1,1-1 1,-1 0 0,1 0 0,0 0 0,-1 0 0,1 0 0,-1 0 0,1-1 0,-1 1 0,1 0-1,0 0 1,-1 0 0,1 0 0,-1 0 0,1-1 0,0 1 0,-1 0 0,1 0 0,-1-1 0,1 1 0,0 0-1,-1-1 1,1 1 0,0 0 0,0-1 0,-1 1 0,1 0 0,0-1 0,0 1 0,0-1 0,-1 1-1,1 0 1,0-1 0,0 1 0,0-1 0,0 1 0,0-1 0,0 1 0,0 0 0,0-1 0,0 0-1,-1-21-7679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00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0 288,'0'0'18339,"10"21"-14246,67 151 34,-74-165-3957,91 251 3237,-86-229-3347,-1 1-1,-2 0 1,-1 1-1,-1-1 1,-1 1-1,-6 58 1,2-79-109,0 0 0,-1 0-1,0 0 1,-1-1 0,0 1 0,-1-1 0,0 0 0,0 0 0,-1-1-1,0 1 1,-1-1 0,0-1 0,0 1 0,0-1 0,-1-1 0,0 1-1,0-1 1,-11 5 0,2 0-1034,-1-1 0,0-1 0,-26 9-1,24-11-2884,1-2-1,-40 7 0,17-9-6610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1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2577,'0'0'6051,"1"-3"-5069,-1 2-1001,0-1 587,1 0-1,-1 0 1,1 0-1,0 0 1,0 0-1,-1 0 1,1 1-1,0-1 1,1 0-1,1-2 1,1 1-375,-1 0-1,1 1 1,0-1 0,0 1 0,0 0-1,0 0 1,0 1 0,0-1 0,1 1-1,7-1 1,54-6-471,-36 5 415,278-13-281,-307 16 140,1 0 0,-1 0 0,0 0 0,1 0 0,-1 1 0,0-1 0,1 0 0,-1 1-1,0-1 1,1 1 0,-1 0 0,0-1 0,0 1 0,0 0 0,0 0 0,0 0 0,0-1-1,0 1 1,0 0 0,0 1 0,0-1 0,0 0 0,0 0 0,-1 0 0,1 0 0,-1 1-1,1-1 1,-1 0 0,1 0 0,-1 1 0,1-1 0,-1 0 0,0 1 0,0-1 0,0 1-1,0-1 1,0 0 0,0 3 0,-1 0 33,1 0 0,-1 0-1,1 0 1,-1 0 0,0 0 0,-1 0 0,1 0-1,-1 0 1,1-1 0,-1 1 0,0-1 0,0 1-1,-4 3 1,-1-1 77,0 1 0,-1-1-1,0-1 1,0 1 0,-1-1-1,1-1 1,-1 0 0,-16 6 0,-81 18 182,77-21-205,-1-1-21,-3 1-133,38-5 13,22-1 16,37-2-127,-33-1-289,0 2-1,56 6 0,-76-4 390,1 1 0,-1 1-1,0-1 1,0 2-1,0 0 1,-1 0-1,0 1 1,0 0-1,0 1 1,17 14 0,-22-15 38,1-1-1,-1 1 1,0 0 0,0 0 0,0 1 0,-1-1 0,0 1 0,0 0 0,-1 0 0,0 1 0,0-1 0,-1 1 0,0-1 0,0 1 0,-1 0 0,1 14 0,-2-8 37,1-9 27,0 1 1,-1-1 0,0 1 0,0 0 0,-1-1 0,1 1-1,-1-1 1,-1 1 0,1-1 0,-1 0 0,0 1 0,0-1-1,0 0 1,-1 0 0,1 0 0,-1-1 0,-1 1 0,-4 6-1,-2-2 130,0-1 0,0 0-1,-1 0 1,0-1-1,0-1 1,-1 0 0,0 0-1,0-1 1,0-1-1,0 0 1,-1-1-1,0 0 1,-13 1 0,-25 2 819,0-3 0,-51-3 0,46-1 230,42 1-889,10 1-174,0-1 0,-1 0-1,1 0 1,0-1-1,-1 1 1,1-1-1,0 0 1,-1 0 0,-4-2-1,8 3 287,13 20-14681,-11-11 6781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2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1201 1 944,'-138'0'721,"-2"0"-289,-4 10-128,-1 13-112,3 9-64,4-1-128,11 4-128,5 3-784,18-2-97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2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8420,'0'0'7382,"0"12"-6406,0-5-864,0 43 2129,-12 93 0,-65 193 1007,29-141-4068,45-184-32,0-6-1924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28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87 7043,'0'0'3981,"24"-12"-2255,76-41-472,-93 49-1128,-1 1 0,1 0 0,0 1 0,0 0 0,0 0 0,0 0 0,1 1 0,-1 0 0,0 0 0,1 1 0,-1 0 0,0 0 0,1 0 1,-1 1-1,10 3 0,-14-3-100,0-1 0,-1 1 0,1 1 0,-1-1-1,1 0 1,-1 0 0,0 1 0,1 0 0,-1-1 0,0 1 0,0 0 0,0 0 0,0 0 0,-1 0 0,1 0 0,0 1 0,-1-1 0,1 0 0,-1 1 0,0-1 0,0 1 0,0 0 0,0-1 0,0 5 0,2 6 159,-2 0 0,1-1 1,-2 26-1,0-27-20,0-7-103,0 1 0,0 0 0,-1-1-1,0 1 1,0-1 0,0 1 0,-1-1 0,1 0-1,-1 1 1,0-1 0,0 0 0,0 0 0,-1 0 0,0 0-1,1-1 1,-5 4 0,1-1 36,0-1-1,-1 1 1,0-1 0,0-1-1,0 1 1,-1-1-1,1-1 1,-10 4 0,-11 2 247,0-2 1,-1-1 0,1-1-1,-32 1 1,-37-2-2152,97-5 1508,-1 1 0,1-1 0,-1 1 1,1-1-1,0 0 0,-1 1 0,1-1 1,0 0-1,-1 1 0,1-1 0,0 0 1,0 1-1,0-1 0,-1 0 1,1 1-1,0-1 0,0 0 0,0 1 1,0-1-1,0 0 0,1 1 0,-1-1 1,0 0-1,0 0 0,0 1 0,0-1 1,1 1-1,-1-1 0,1-1 0,10-9-5267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2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 9668,'0'0'2458,"-26"0"388,-88 1 377,99 0-2578,0 0-1,-1 1 1,1 0 0,1 1-1,-19 6 1,28-7-496,-1 1 0,1-1 0,-1 1 0,1 0 0,0 0 0,0 1 0,0-1 0,1 1 0,-1 0 0,1 1 0,0-1 0,-7 10 0,9-12-146,1 1 1,-1-1-1,0 1 0,1-1 0,0 1 0,0-1 0,0 1 1,0-1-1,0 1 0,0 0 0,0 0 0,1-1 0,0 1 0,-1 0 1,1 0-1,0 0 0,1 0 0,-1-1 0,0 1 0,1 0 1,-1 0-1,1 0 0,0-1 0,0 1 0,0 0 0,0-1 0,1 1 1,-1-1-1,1 0 0,-1 1 0,1-1 0,0 0 0,0 0 1,0 0-1,0 0 0,0 0 0,4 2 0,2 1-30,-1-1 0,1 1 0,1-1 0,-1-1-1,1 0 1,-1 0 0,1-1 0,0 0 0,0 0 0,13 0 0,-10-1-10,-1-1 1,0-1-1,1 0 1,-1 0 0,0-1-1,0 0 1,0-1 0,0 0-1,19-9 1,-25 9 46,0 0-1,0 0 1,-1 0 0,1 0 0,-1-1-1,0 0 1,0 0 0,0 0 0,0 0-1,-1 0 1,0-1 0,0 0-1,0 0 1,0 0 0,-1 0 0,0 0-1,0 0 1,0 0 0,-1-1 0,1 1-1,0-11 1,-2 12 38,1 1 1,-1-1-1,0 1 0,0-1 1,0 0-1,0 1 0,0-1 1,-1 1-1,0-1 0,0 1 1,0-1-1,-3-5 0,4 8-143,-1-1 1,0 1-1,0 0 0,0 0 0,-1 0 0,1 0 0,0 0 0,0 0 0,0 0 0,-1 1 0,1-1 0,-3 0 1,-25-4-6315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2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0 5122,'0'0'14428,"-19"27"-11712,0-2-2092,4-5-211,0 0 0,1 1 0,2 1 1,0 0-1,1 0 0,-12 37 0,3 7 1044,-21 135 0,31-116-2000,1 105 0,8-170-114,1-13-1685,-1-36-11309,1-9 7205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2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10005,'0'0'11474,"20"13"-10327,61 41-277,-78-51-806,0-1 0,0 1 1,0 0-1,0 1 0,-1-1 0,1 0 0,-1 1 0,0 0 0,0-1 0,0 1 1,-1 0-1,1 0 0,-1 0 0,0 0 0,0 0 0,0 0 0,-1 0 1,0 1-1,1-1 0,-1 0 0,-1 0 0,0 8 0,0 5 121,1-11-122,0 0 1,0 0-1,0 0 1,-1-1-1,0 1 1,0 0-1,-1 0 1,1-1-1,-1 1 1,0-1-1,-5 8 1,5-10-35,0 0 0,-1-1-1,1 1 1,-1-1 0,0 0 0,0 0 0,0 0 0,0 0 0,0 0 0,-1-1-1,1 1 1,0-1 0,-1 0 0,1 0 0,-1 0 0,1-1 0,-1 1 0,1-1-1,-1 0 1,-4 0 0,-5 1-98,-2 0-427,1-1 0,-27-2 0,38 1 392,0 1-1,0-1 1,0 1-1,1-1 1,-1 0-1,0 0 1,0 0-1,0 0 1,1 0-1,-1-1 1,1 0-1,-1 1 1,1-1-1,0 0 1,0 0-1,-1 0 1,1 0 0,0 0-1,1-1 1,-3-2-1,1-21-5355,8 10-2246,12 4-12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29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 1857,'0'0'15268,"-26"9"-12467,5-1-2207,0-2-39,1 1-1,1 1 1,-1 1 0,1 1 0,1 1-1,-34 25 1,34-21 179,2 1 0,0 1 0,-26 35 0,35-43-602,1 2 1,0-1-1,1 1 0,-1 0 0,2 0 0,0 0 1,0 1-1,1-1 0,-2 16 0,3-14-146,1 0-1,1 0 1,0 0-1,1 0 1,0 0-1,0-1 1,2 1 0,5 20-1,-5-26-161,0 0 0,1 0-1,0 0 1,0-1 0,0 1-1,1-1 1,0 0 0,0 0-1,0-1 1,1 0 0,-1 0 0,1 0-1,1 0 1,-1-1 0,14 6-1,-8-4-697,1-1-1,1 0 1,-1-1-1,1 0 1,21 2-1,0-3-3875,37 0-1,4-3-3938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3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1457,'0'0'20574,"-1"19"-19605,1 23 263,2 0-1,10 55 1,-3-45-506,-2 0-1,-2 1 1,-3 0 0,-8 86-1,4-124-664,-1-1 0,0 0 0,-1 0 0,-1 0 0,-1-1 0,-9 20-1,10-25-259,1 0-1,-1-1 1,-1 1-1,1-1 1,-1 0-1,0-1 0,-1 1 1,0-1-1,0 0 1,0-1-1,-12 7 0,17-11-733,-1 0-1,1 0 0,-1 0 0,0-1 0,1 1 0,-1-1 1,0 1-1,0-1 0,-3 0 0,6 0 689,-10 0-6649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40 160,'0'0'17624,"-8"4"-15975,-5 4-1289,0 0 0,0 1 1,1 0-1,0 1 0,1 0 1,0 1-1,1 0 0,-10 14 0,-75 110 1283,92-132-1611,-8 14 93,-44 74 272,50-81-385,0 0-1,1 1 1,0-1 0,1 1 0,0 0 0,1 0-1,-2 13 1,4-23-18,0 1 0,-1 0 0,1-1 0,1 1 1,-1 0-1,0 0 0,0-1 0,1 1 0,-1 0 0,1-1 0,-1 1 0,1 0 0,-1-1 0,1 1 1,0-1-1,0 1 0,0-1 0,0 1 0,0-1 0,0 0 0,1 0 0,-1 1 0,0-1 0,1 0 0,-1 0 1,0 0-1,1 0 0,-1-1 0,1 1 0,0 0 0,-1 0 0,1-1 0,0 0 0,2 1 0,6 1-48,0-1 0,0-1 0,0 1 0,20-3-1,-16 1 34,6-2-9,0 0 1,1-1-1,-2-2 0,1 0 0,-1 0 1,1-2-1,-2 0 0,23-15 1,-14 7-90,-1-1 1,-1-1 0,-1-2-1,40-41 1,-53 50 23,0-1 0,-1-1 1,-1 0-1,0 0 0,-1-1 0,0 0 0,-1 0 0,-1 0 0,0-1 0,-1 0 1,-1-1-1,0 1 0,-1-1 0,-1 0 0,1-25 0,-3 38 89,0 0-1,0 0 1,0 0 0,-1 0-1,0 0 1,1 1-1,-1-1 1,0 0 0,-1 0-1,1 0 1,0 1-1,-1-1 1,1 1 0,-1-1-1,0 1 1,0 0-1,-3-4 1,0 3 23,1 0-1,0 0 1,-1 1-1,1-1 1,-1 1-1,0 0 1,0 0-1,0 0 1,-7-1-1,-10 0 133,-1 0 1,1 2-1,-41 2 0,51-1-97,-1 1 22,0 0 0,0 1-1,0 1 1,0 0 0,0 0-1,0 2 1,1-1 0,-15 9-1,22-11-214,0 1-1,-1 0 0,2 0 0,-1 1 0,0-1 0,1 1 0,0 0 1,0 1-1,0-1 0,0 0 0,1 1 0,-1 0 0,1 0 0,0 0 1,1 0-1,-1 1 0,1-1 0,0 1 0,1-1 0,-3 11 0,4-14-32,-1 3-669,1-1 0,-1 1 0,1-1 0,0 1 0,0-1 0,1 1 0,-1-1 0,1 1 0,0-1 0,2 7 0,0-7-112,-1-1-1,1 0 1,0 0-1,0 0 1,0-1-1,5 4 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13606,'0'0'12531,"0"10"-11578,2 87 189,-2-96-1160,1 0 1,-1 0 0,1 0-1,-1-1 1,1 1 0,0 0-1,-1 0 1,1 0-1,0-1 1,-1 1 0,1-1-1,0 1 1,0 0 0,0-1-1,0 1 1,0-1 0,0 0-1,-1 1 1,1-1 0,0 0-1,0 1 1,0-1 0,0 0-1,0 0 1,0 0 0,0 0-1,0 0 1,0 0 0,0 0-1,2-1 1,33-3-825,-21-2 643,0-2 0,-1 0 1,0 0-1,0-1 0,-1-1 0,0 0 0,-1-1 0,16-16 1030,-28 60-519,0-29-440,0-1 0,0 1 0,1 0 0,-1-1 0,1 1 0,0-1 0,0 1 0,0-1 0,1 1 0,-1-1 0,1 0 0,0 0 0,0 0 1,0 0-1,0 0 0,1 0 0,-1 0 0,1-1 0,-1 1 0,1-1 0,0 0 0,0 0 0,0 0 0,0 0 0,1 0 0,-1-1 0,6 3 0,-1-2-919,0 1 0,0-2 0,0 1-1,1-1 1,-1 0 0,0-1 0,0 0 0,1 0 0,-1-1 0,0 0-1,12-3 1,26-17-6487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0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7700,'0'0'12469,"-130"100"-9395,99-47-1282,6 1-63,10 2-144,7-3-657,8 1-463,0-8-305,0-6-160,23-13-144,2-6-689,15-13-992,-1-8-944,-3-6-2273,-5-30-4402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1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11733,'0'0'5795,"113"5"-2177,-54 7-2146,4 7-1248,-1-2-224,3-1-112,-6-1-2513,-9-9-2657,-6 3-4211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4290,'-8'23'5739,"-14"43"293,-25 129 0,37-81-1959,-1 12-1873,8-108-2178,-1-1 0,0 0 0,-1 0 0,-1 0 0,-8 16 0,14-32-162,0 0 0,-1 0 1,1 0-1,-1 0 0,1 0 0,-1-1 0,1 1 0,-1 0 0,0 0 0,1 0 0,-1-1 0,0 1 0,0 0 0,0-1 0,1 1 0,-1 0 0,0-1 0,0 1 1,0-1-1,0 0 0,0 1 0,0-1 0,0 0 0,-1 1 0,1-1-117,0-1 0,0 1 1,1-1-1,-1 1 0,0-1 0,0 1 0,1-1 1,-1 0-1,1 1 0,-1-1 0,1 0 0,-1 1 1,1-1-1,-1 0 0,1 0 0,-1 0 0,1 1 1,0-1-1,-1 0 0,1 0 0,0 0 0,0 0 1,0 0-1,0 1 0,0-1 0,0 0 0,0 0 1,0 0-1,0-1 0,0-37-6914,0-11-1273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0 448,'0'0'24014,"11"8"-21744,-8-6-2079,1 0-33,-1 1-1,1-1 0,-1 1 0,0-1 0,0 1 1,0 0-1,0 0 0,0 0 0,-1 0 0,0 1 1,1-1-1,-1 1 0,0-1 0,-1 1 0,1 0 1,-1 0-1,0 0 0,1-1 0,-2 1 0,1 1 1,0 5-1,-1-4-93,0-1 1,0 1-1,0-1 1,-1 0-1,0 1 1,0-1-1,-1 0 1,1 0-1,-1 1 1,0-1-1,-1-1 0,1 1 1,-1 0-1,0 0 1,0-1-1,0 0 1,-1 0-1,1 0 1,-1 0-1,0 0 1,0-1-1,-1 1 1,1-1-1,-1 0 0,1-1 1,-1 1-1,0-1 1,0 0-1,0 0 1,0 0-1,-1-1 1,1 0-1,0 0 1,-1 0-1,1-1 1,-8 0-1,-36 1-179,48-2-13,1 1 0,0-1 0,-1 1 0,1-1 0,0 1 0,-1-1 0,1 1 0,0-1 0,0 1 0,0-1 0,-1 1 0,1-1 0,0 0-1,0 1 1,0-1 0,0 1 0,0-1 0,0 0 0,0 1 0,0-1 0,0 1 0,1-1 0,-1 1 0,0-1 0,0 0 0,0 1 0,1-1 0,-1 1 0,0-1 0,0 1-1,1-1 1,-1 1 0,1-1 0,-1 1 0,5-4-808,0 0 0,0 0 0,1 1-1,-1 0 1,1 0 0,-1 0 0,1 1-1,0-1 1,6 0 0,-7 1 32,51-16-10085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10405,'0'0'18432,"-7"4"-17389,-20 15-373,27-18-663,-1-1-1,1 0 1,-1 0-1,1 1 1,-1-1 0,0 0-1,1 1 1,-1-1-1,1 0 1,0 1 0,-1-1-1,1 1 1,-1-1-1,1 1 1,0-1-1,-1 1 1,1-1 0,0 1-1,-1-1 1,1 1-1,0 0 1,0-1 0,0 1-1,-1-1 1,1 1-1,0 0 1,0-1 0,0 1-1,0 0 1,0-1-1,0 1 1,0-1 0,1 1-1,-1 0 1,0-1-1,0 1 1,0-1 0,0 1-1,1 0 1,-1-1-1,0 1 1,1-1 0,-1 1-1,0-1 1,1 1-1,-1-1 1,1 1-1,-1-1 1,1 0 0,0 1-1,24 8-390,-25-9 379,20 1-764,0 0 0,0-1 0,21-3 0,-37 3 586,1 0 1,-1-1-1,0 0 1,0 0-1,1 0 1,-1-1 0,0 1-1,0-1 1,0 0-1,0 0 1,-1-1-1,1 1 1,-1-1 0,1 1-1,-1-1 1,0 0-1,0-1 1,0 1-1,0 0 1,0-5 5007,-4 9-4792,0 0 0,0 0 0,0 0 0,1 0 0,-1 0-1,0 0 1,0 1 0,1-1 0,-1 0 0,1 0 0,-1 1 0,1-1 0,-1 0 0,1 0 0,0 1 0,0-1-1,-1 2 1,1 11 69,0-11-166,0-1 1,-1 1 0,1 0 0,1 0 0,-1 0 0,0 0 0,1-1-1,-1 1 1,1 0 0,2 4 0,-2-6-68,0 0 1,0 0-1,1 1 0,-1-1 1,1-1-1,-1 1 0,1 0 1,-1 0-1,1 0 0,0-1 1,-1 1-1,1-1 0,0 1 1,-1-1-1,1 0 0,0 0 0,0 0 1,-1 0-1,1 0 0,0 0 1,1 0-1,35-3-3539,-35 2 2857,1 0-1,0 0 1,0 0-1,-1-1 0,1 1 1,-1-1-1,1 0 1,-1 0-1,0 0 0,0-1 1,5-4-1,22-22-8449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11557,'0'0'12790,"-69"119"-9284,59-67-1377,0-2-208,8 2-1057,-1-1-864,3-5 0,0 0 0,0-9 0,0-6 0,0-12 0,5-2 0,1-7-1937,6-10-1216,-3 0-1537,-3-23-4755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2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8052,'0'0'15271,"169"-4"-12326,-92 4-2481,1 0-464,-9 0-1472,-11 0-3651,1-13-7859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7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78 224,'0'0'5288,"18"-11"-4013,56-37 166,-51 30 3302,-26 20-3041,-43 44 845,8-11-901,2 3 0,-43 56 0,70-81-1580,0-1 1,2 1-1,-1 1 0,2-1 0,0 1 0,0 0 0,1 1 1,1-1-1,1 1 0,0 0 0,1 0 0,-1 28 1,3-39-202,0 0 0,1 0 0,0 1 1,0-1-1,0 0 0,0 0 0,1-1 0,-1 1 1,1 0-1,0 0 0,0-1 0,0 1 1,1-1-1,-1 0 0,1 1 0,0-1 1,0 0-1,0-1 0,0 1 0,1-1 1,-1 1-1,1-1 0,6 3 0,1 0-1218,1 0 0,0-1 0,0 0-1,0-1 1,0-1 0,25 3-1,44-3-8381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10005,'0'0'10450,"19"1"-9829,-6-1-465,5 0 92,-1 0 1,1 2-1,-1 0 1,1 1-1,27 8 0,8 7 698,65 31 0,-116-48-936,0 0 0,0 0 1,0 0-1,0 0 0,0 1 1,-1-1-1,1 1 0,0-1 0,-1 1 1,1-1-1,-1 1 0,0 0 1,2 3-1,-2-4-5,-1 0 1,0 0-1,0 0 1,0 0-1,0 0 1,0 0-1,0 0 1,0 0-1,0 0 1,0 0-1,0 0 1,-1 0-1,1 0 1,0 0-1,-1-1 1,1 1-1,0 0 1,-1 0-1,0 0 1,1 0-1,-1 0 1,1-1-1,-1 1 1,0 0-1,1 0 1,-1-1-1,0 1 1,0-1-1,0 1 1,0 0-1,1-1 1,-2 1-1,-12 7 260,0-1-1,-1 0 0,-17 5 0,17-7 45,0 1 0,1 0-1,-21 13 1,34-18-323,-1-1 1,1 1-1,0 0 0,0 0 0,0 0 0,0 0 1,0 0-1,0 0 0,0 1 0,1-1 1,-1 0-1,0 0 0,0 0 0,1 1 0,-1-1 1,1 1-1,-1-1 0,1 0 0,0 1 0,0-1 1,-1 1-1,1-1 0,0 0 0,0 1 1,0-1-1,1 1 0,-1-1 0,0 1 0,0-1 1,1 0-1,-1 1 0,1-1 0,-1 0 1,1 1-1,0-1 0,-1 0 0,2 2 0,3 4-242,0-1 0,0 1 0,1-1 0,12 11 0,-17-16 238,36 30-413,-24-22 279,0 1 0,-1 1-1,-1 0 1,0 0 0,0 1 0,15 23-1,-25-34 138,-1 1 0,1-1 0,0 1 1,0 0-1,-1-1 0,1 1 0,-1 0 0,1-1 0,-1 1 0,0 0 0,0-1 0,0 1 0,0 0 0,0 0 0,0-1 0,0 3 0,-1-3 20,1 0 0,-1 0 0,0 0 0,1 0 0,-1 0 0,0 0 0,1 0 0,-1 0 0,0 0 0,0-1 0,0 1 0,0 0 0,0 0 0,0-1 0,0 1 0,0-1 1,0 1-1,-1 0 0,-6 1 147,-1 0 1,1-1 0,0 0 0,0 0 0,-14-1 0,4 0 273,-23 2 80,-122 5-1682,162-8 1022,1 1-1,0 0 1,0 0-1,0-1 0,0 1 1,0 0-1,0 0 1,0 0-1,0-1 1,0 1-1,0 0 1,0 0-1,0-1 1,0 1-1,0 0 1,0 0-1,0-1 0,0 1 1,0 0-1,0 0 1,0-1-1,0 1 1,0 0-1,0 0 1,1 0-1,-1-1 1,0 1-1,0 0 0,0 0 1,1-1-310,-1 1 310,0 0-1,0 0 1,0 0-1,1 0 1,-1-1-1,0 1 0,1 0 1,24-18-6783,14-6-2072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6:4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2449,'0'0'18056,"12"15"-16343,-5-7-1443,4 3 91,-1 1 1,-1 0 0,0 1 0,-1 0 0,0 0 0,-1 1-1,10 27 1,1 21 1589,15 91 0,-27-116-1258,-3 0-1,-1 0 1,-5 75 0,2-107-665,0 0 1,0 0 0,0 0 0,-1 0-1,0 0 1,0 0 0,0 0 0,0-1-1,-1 1 1,0-1 0,0 1 0,0-1-1,-1 0 1,1-1 0,-1 1-1,0 0 1,0-1 0,0 0 0,0 0-1,-1 0 1,1-1 0,-7 4 0,-10 2-36,0 0 1,0-2-1,-1 0 1,-22 2-1,6 0-186,32-7-143,-30 6-2734,10-9-2582,3-5-3165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27:01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30 2657,'0'0'12134,"-4"-29"-2861,-2 40-8991,1 1-1,1 0 0,-1 0 0,2 1 1,0-1-1,-2 14 0,-5 83 1195,9-91-1226,-7 72 1030,-25 113-1,28-186-781,3-16 1247,0-13-1741,2 0-3390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08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4722,'0'0'9060,"3"-3"-8211,1 0-740,-1 0 0,1 0 0,0 0 0,0 1 0,0 0 1,0-1-1,0 1 0,1 1 0,-1-1 0,0 1 0,7-2 1,63-7 560,-55 7-487,800-50 2685,3 48-2470,-577 5-358,32 1-63,323-3 118,-551 0 132,78-14-1,-117 15 11,-9 1-149,1 0 1,-1 0-1,0 0 1,1 0-1,-1 0 0,1-1 1,-1 1-1,1 0 1,-1-1-1,0 1 1,1-1-1,-1 0 1,0 1-1,1-1 0,-1 0 1,0 0-1,0 0 1,0 0-1,0 0 1,0 0-1,0 0 0,2-2 1,-3 2-25,0 1 0,0 0 0,0-1 0,0 1 0,0 0 0,0-1 1,0 1-1,0 0 0,0-1 0,-1 1 0,1 0 0,0-1 0,0 1 0,0 0 0,0 0 1,0-1-1,-1 1 0,1 0 0,0-1 0,0 1 0,-1 0 0,1 0 0,0 0 0,0-1 1,-1 1-1,1 0 0,0 0 0,0 0 0,-1 0 0,1-1 0,0 1 0,-1 0 0,1 0 1,0 0-1,-1 0 0,-16-3 424,15 3-307,-161-8 119,53 11-5594,60 1-1763,2 2-3948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09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23 2753,'0'0'10584,"4"-3"-8898,13-17 3876,-19 78-2532,-20 104 0,3-30-1323,0 100-40,10-93-846,-45 230-1,23-199-188,30-189-106,1 16-545,0 1 0,0-1 0,1 1 1,-1 0-1,0-1 0,1 1 0,0 0 0,0-1 0,0 1 0,0 0 0,0 0 1,0 0-1,0 0 0,3-3 0,7-4-130,0 2 0,1-1 1,0 1-1,0 1 0,0 0 1,1 1-1,20-6 0,101-18-512,-94 22 559,584-80-1173,5 32 544,176 17-640,-402 34 1796,3 3 3420,-328 1-2553,-81 1-1290,0-1 0,0 1 1,0 0-1,0 0 0,0 0 0,0 0 1,0 1-1,-3 1 0,2-1-37,0 0 1,0 0-1,0 0 1,1-1-1,-2 1 1,1-1-1,0 0 1,-8 0-1,11 0-252,0-1 0,0 0 0,-1 0 0,1-1-1,0 1 1,0 0 0,0 0 0,0 0 0,0-1 0,0 1-1,0-1 1,0 1 0,0-1 0,0 1 0,0-1 0,0 1-1,0-1 1,0 0 0,0 0 0,1 1 0,-1-1 0,0 0-1,0 0 1,1 0 0,-1-1 0,-7-29-7908,8 26 6923,-3-21-6267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09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11 2017,'0'-11'24030,"-1"24"-23513,0 0 1,-1 0 0,-1 0 0,0 0 0,-5 13 0,-6 20 230,-32 162 684,-31 336 1,49-307-1433,24-225 192,-4-18-1288,-7-28-4993,9 19 527,-8-10-5062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15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7555,'0'0'10315,"5"-3"-9454,-3 1-808,22-10 785,-23 12-803,0 0-1,0 0 1,0 0 0,0 0-1,0 0 1,0 1 0,0-1-1,0 0 1,0 0 0,0 1 0,0-1-1,0 1 1,0-1 0,0 1-1,0-1 1,-1 1 0,1-1-1,0 1 1,0 0 0,0-1 0,-1 1-1,1 0 1,0 0 0,-1 0-1,1 0 1,-1-1 0,1 1-1,-1 0 1,1 2 0,5 8 197,-2 1 1,1 0-1,-2-1 1,1 2-1,-2-1 1,3 19-1,-2 77 232,-3-87-392,-4-2 10,1-13-74,2-12-188,1-23-82,1 0-1,2 0 1,1 1 0,12-47 0,-13 64 219,0 1 1,1-1-1,1 1 1,-1-1 0,2 2-1,-1-1 1,2 0-1,-1 1 1,1 0-1,0 1 1,1-1-1,0 2 1,1-1-1,-1 1 1,11-7-1,-15 12 33,0-1-1,0 1 0,0 0 0,0 0 0,0 0 0,0 1 0,0-1 1,1 1-1,-1 0 0,0 1 0,1-1 0,-1 1 0,9 0 0,-12 0 2,-1 1-1,1-1 0,0 1 0,0-1 0,-1 1 0,1 0 0,-1 0 0,1-1 0,0 1 1,-1 0-1,1 0 0,-1-1 0,0 1 0,1 0 0,-1 0 0,0 0 0,1 0 0,-1 0 1,0 0-1,0 1 0,4 25 26,-3-21-1,0 1 40,4 25 272,2 47 1,-7-78-307,2-2-31,0 0 0,0 0 0,1 0 0,-1 0 0,0-1 0,0 1 0,0 0 0,-1-1 0,1 0 0,0 1 0,-1-1 0,1 0 0,-1 0 0,1 0 0,-1 0 0,0 0 0,2-3 0,7-9-90,18-15 88,1 2 0,0 1-1,2 1 1,39-23 0,-69 48 70,-1 0 0,0-1 0,0 1 0,1 0 0,-1 0 0,0 0 0,1-1 0,-1 1 1,0 0-1,1 0 0,-1 0 0,0 0 0,1 0 0,-1 0 0,0 0 0,1 0 0,-1 0 0,0 0 0,1 0 0,-1 0 1,0 0-1,1 0 0,-1 0 0,0 0 0,1 0 0,-1 1 0,0-1 0,1 0 0,-1 0 0,0 0 0,0 0 0,1 1 0,5 12 740,-4 31-580,-1-25 267,0-9-178,0 0 0,1 0 0,0 0 0,6 19 0,-6-26-553,-1-1 0,0 1 0,1 0 0,0 0-1,0-1 1,-1 1 0,2-1 0,3 4 0,-5-5-547,1 0 1,0 1-1,-1-1 1,1 0-1,0 0 1,0-1-1,0 1 1,0 0-1,0-1 1,0 1-1,0-1 1,0 1-1,0-1 1,3 0-1,6 0-6397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15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7363,'0'0'14375,"62"11"-13943,-51 8-240,1-1-112,3-1-48,-2 0-32,3-5-496,3-3-929,0-7-1008,4-2-1376,8 0-1938,1-11-336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1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0 6979,'0'0'9316,"-131"84"-7395,85-34-656,-9 7 80,3 1-177,8 1-720,2-5-384,7-6-64,10-8-688,12-11-1921,7-16-1761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16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 12870,'0'0'6696,"-25"1"-3193,-1-1-2584,9-1-499,0 1 0,0 1-1,0 1 1,0 0 0,1 2-1,-1-1 1,-18 8 0,8-2 74,-68 28 637,86-33-1103,0 1 0,0 0 0,0 0 0,1 1 0,-1 0 0,1 1 0,-10 11 0,17-17-59,0 0-1,0 0 1,0 0 0,0 0 0,1 0 0,-1 0 0,0 0 0,1 0 0,-1 1-1,1-1 1,-1 0 0,1 0 0,0 1 0,-1-1 0,1 0 0,0 1 0,0-1-1,0 0 1,0 1 0,0-1 0,0 0 0,0 1 0,1-1 0,-1 0 0,0 1-1,1-1 1,-1 0 0,1 0 0,-1 0 0,1 1 0,0-1 0,-1 0-1,1 0 1,0 0 0,1 1 0,2 2-231,1 0-1,-1-1 1,1 1-1,-1-1 1,1 0-1,0-1 1,5 3 0,40 17-683,60 28-1833,-94-41 1914,-1 0-1,0 1 1,-1 0 0,22 21 0,-33-29 730,0 1-1,0 0 1,-1 0 0,0 0 0,1 0 0,-1 0-1,0 0 1,0 1 0,-1-1 0,1 1 0,-1-1-1,1 1 1,-1 0 0,0 0 0,-1-1 0,1 1-1,-1 0 1,1 7 0,-2-7 160,0 1 0,0-1 1,-1 1-1,1-1 0,-1 1 0,0-1 0,0 0 0,-1 0 1,1 0-1,-1 0 0,0-1 0,0 1 0,-4 4 0,-9 5 554,0 0 0,0-1 0,-1 0 0,-1-2 0,-29 14 0,-18 5 1832,-128 40 0,188-71-4227,8-5 612,10-11-1566,27-25-4418,17-11-3266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16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13414,'0'0'5219,"-100"146"-673,60-68-1825,-2 7-1088,5 1-193,3-7-527,9-10-769,8-12-144,9-11-80,0-13-1201,1-12-1040,1-10-992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16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7363,'0'0'6230,"28"0"-2735,194 0 3700,166 8-3665,-388-7-3527,0 0-1,1 0 1,-1 0 0,0 0 0,0 0 0,0 0-1,-1 0 1,1 0 0,0 0 0,0 0 0,0 0-1,-1 0 1,1 0 0,0-1 0,-1 1 0,1 0-1,-1 0 1,1 0 0,-2 1 0,-10 8 27,-1 0 1,0-1-1,-28 15 1,-17 12 55,35-21-76,-31 26 29,50-38-51,0 1 0,1 0 0,-1 0 0,1 0 1,-1 0-1,1 1 0,0-1 0,1 1 0,-4 8 0,7-12-45,0-1-1,0 1 0,0-1 0,0 1 0,0-1 0,0 1 0,0-1 0,0 1 0,0-1 0,0 0 0,0 0 0,0 0 0,0 0 0,1 1 0,-1-1 0,0-1 0,0 1 0,0 0 0,2 0 0,25-2-68,-18 1 31,-1-2 0,1 1 0,-1-2 0,0 1 0,0-1 0,15-9 0,51-38-908,-21 13 632,-10 10 2882,-47 46-1842,2-18-655,-6 18 1,1 0 1,1 0 0,0 1-1,1 0 1,1-1 0,0 23-1,3-37-88,-1 2-376,1 0 0,0 0 0,1 0 0,0 0 1,0 0-1,3 11 0,-3-16 120,0 1-1,0 0 1,0 0 0,0-1-1,1 1 1,-1-1-1,0 1 1,1-1 0,-1 1-1,1-1 1,0 0 0,0 0-1,-1 0 1,1 0 0,0 0-1,0 0 1,0-1 0,0 1-1,0 0 1,0-1-1,0 0 1,0 1 0,3-1-1,31 1-7166,1-1-177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1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12502,'0'0'12758,"-75"101"-12182,75-81-32,0 3-352,0-6-160,2-2-32,15-7-96,6-6-304,6-2-801,9 0-703,-1-21-1538,7-10-2145,-2-7-3153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1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0 12438,'0'0'6344,"-23"17"-2441,7-6-3166,-1 0-201,2 0 0,-1 0 0,2 2 0,0 0-1,0 1 1,1 0 0,1 1 0,-16 25 0,-4 16 806,2 1 0,-24 66 0,36-69-1176,1 0-1,-16 94 0,22-67-165,-15 79 0,27-224-2134,3 51 1758,1 0 0,0-1 0,1 2 0,0-1 0,1 1 0,1 0 0,0 0-1,18-19 1,6-4-1641,48-40-1,-41 40 446,-19 16 901,0 1 0,1 0 0,1 2 0,26-15 0,-48 31 699,0-1 1,0 1-1,1 0 1,-1 0-1,0 0 1,0-1 0,1 1-1,-1 0 1,0 0-1,1 0 1,-1 0-1,0 0 1,1 0-1,-1 0 1,0-1-1,1 1 1,-1 0 0,0 0-1,1 0 1,-1 0-1,0 0 1,0 0-1,1 0 1,-1 1-1,0-1 1,1 0-1,-1 0 1,0 0 0,1 0-1,-1 0 1,0 0-1,1 1 1,-1-1-1,0 0 1,0 0-1,1 0 1,-1 1-1,0-1 1,0 0 0,0 0-1,1 1 1,-1-1-1,0 0 1,0 1-1,0-1 1,0 0-1,1 0 1,-1 1-1,0-1 1,0 0 0,0 1-1,0-1 1,0 0-1,0 1 1,-2 20 1668,1-17-1475,-1 4 132,-1 0-1,0-1 0,0 1 1,0-1-1,-1 0 1,0 0-1,0 0 0,-1 0 1,0-1-1,0 1 1,-1-2-1,-11 11 0,4-5 69,0-1-1,-1 0 0,0-1 0,-1 0 0,-18 7 0,12-8 252,0-1 1,-42 7-1,-15 5 1159,78-18-1831,0 1 1,-1-1-1,1 0 0,0 1 0,0-1 0,0 0 0,0 0 1,0 1-1,0-1 0,0 0 0,0 1 0,1-1 1,-1 0-1,0 1 0,2 1 0,8 12-1,0-1 0,1 1 0,1-2 0,0 0 0,1 0 0,0-1 0,1 0 0,0-2 0,1 1 0,28 13 0,-30-18-242,0-1 0,1 0 0,-1-1 1,1-1-1,14 2 0,38 0-8160,-27-4-2571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0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0 224,'0'0'4071,"3"0"-3398,44 0 4269,-26 0-3028,19 0-1687,-34 0 1262,-31 0 1775,13 0-10021,5 0 2569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1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117 221 1008,'0'0'6403,"-4"-23"-1784,4 18-3748,0-1 1,0 1 0,0-1 0,1 1-1,0-1 1,0 1 0,0 0 0,4-10 0,-4 13-820,1 0 0,-1 1 1,1-1-1,-1 0 0,1 0 1,0 1-1,-1-1 0,1 1 0,0 0 1,0-1-1,0 1 0,0 0 1,0 0-1,1 0 0,-1 0 1,0 1-1,0-1 0,1 1 1,-1-1-1,0 1 0,1 0 1,3 0-1,-3-1-21,0 1 0,0 0 0,0-1 0,0 1 0,-1 1-1,1-1 1,0 0 0,0 1 0,0-1 0,0 1 0,4 1 0,-6-1-8,0 1 1,0-1-1,0 0 1,0 1-1,0-1 1,-1 0-1,1 1 1,0-1-1,-1 1 1,1-1-1,-1 1 1,1-1-1,-1 1 1,0 0-1,0-1 1,0 1-1,0-1 1,0 1-1,0 0 1,0 1-1,-1-2 1,1 1 0,0-1 0,-1 0 0,1 0 0,-1 0-1,0 0 1,1-1 0,-1 1 0,0 0 0,1 0 0,-1 0-1,0 0 1,0-1 0,0 1 0,0 0 0,0-1 0,0 1-1,0-1 1,0 1 0,0-1 0,0 1 0,0-1 0,0 0-1,0 1 1,0-1 0,-2 0 0,-32 5 413,-38-5 974,72 0-1377,0-1 0,0 1 0,0 0-1,0-1 1,-1 1 0,1-1 0,0 0-1,0 1 1,0-1 0,0 0 0,0 1 0,0-1-1,1 0 1,-1 0 0,0 0 0,0 0-1,1 0 1,-1 0 0,0 0 0,1 0-1,-1 0 1,1 0 0,-1-1 0,1 1 0,0 0-1,-1 0 1,1 0 0,0 0 0,0-3-1,-3-39 553,3 41-557,0-1 3,0 0 1,0 0 0,0 0-1,0 0 1,1 0 0,-1 1-1,1-1 1,0 0 0,0 0 0,0 0-1,0 1 1,1-1 0,-1 1-1,3-4 1,-1 3-9,0 0 0,1 0-1,-1 0 1,1 0 0,0 1 0,0-1 0,0 1-1,0 0 1,5-1 0,-5 1-13,0 1 1,0-1-1,0 1 1,0 0-1,0 0 1,1 0-1,-1 1 1,0-1-1,1 1 1,-1 0-1,1 0 1,-1 1-1,0-1 1,8 3-1,-10-2-4,1 0 0,-1 0 0,0 1 0,1-1 0,-1 1 0,0-1 0,0 1 0,0 0-1,0 0 1,0 0 0,-1 0 0,1 0 0,-1 0 0,1 1 0,-1-1 0,0 0 0,0 1 0,0-1 0,0 1 0,0-1-1,0 1 1,-1 0 0,1-1 0,-1 1 0,0 3 0,1-2 15,0 1 0,-1 0-1,0-1 1,0 1 0,0 0 0,-1 0-1,1-1 1,-1 1 0,0 0 0,0-1-1,-3 7 1,2-8-7,0 0 0,-1 0-1,1 0 1,-1 0 0,0 0-1,0 0 1,0-1 0,0 0-1,0 1 1,-1-1 0,1 0 0,-1 0-1,-6 2 1,-3 1 33,1 0-1,0-1 1,-1-1 0,0 0 0,0-1 0,0 0-1,0-1 1,0 0 0,-20-2 0,32 1-30,0 0 0,0 0 0,0 0 0,0-1 1,0 1-1,0 0 0,0-1 0,1 1 0,-1 0 1,0-1-1,0 1 0,0-1 0,0 0 0,1 1 1,-1-1-1,0 1 0,0-1 0,1 0 0,-1 0 1,0 1-1,1-1 0,-1 0 0,1 0 1,-1-1-1,0-1 21,0 0 1,0 1-1,1-1 1,0 0-1,-1 1 1,1-1-1,0 0 1,0 1-1,1-5 1,-1 2-7,1 0 0,0 0 0,0 0 0,0 1 0,1-1 0,0 0 0,0 1 0,0-1 0,0 1 0,4-6 0,1 3-32,0 0-1,1 1 1,-1 0 0,1 0-1,0 1 1,0 0-1,1 0 1,0 1-1,-1 0 1,2 1-1,-1 0 1,0 0-1,0 1 1,1 0-1,0 0 1,-1 1-1,1 1 1,0-1 0,12 3-1,-21-2 0,1 1 1,0-1-1,0 1 1,0-1-1,0 1 0,-1 0 1,1 0-1,0 0 1,-1 0-1,1 0 0,-1 1 1,1-1-1,-1 0 1,0 1-1,1-1 0,-1 1 1,0-1-1,0 1 1,0 0-1,0 0 0,0-1 1,0 1-1,-1 0 1,1 0-1,-1 0 0,1 0 1,-1 3-1,2 6 2,0 1-1,-1 0 1,-1 16-1,0-20 1,0-4 7,0 0 0,0 0 0,0 0 0,-1 0 0,1 0 0,-1 0 1,0 0-1,0 0 0,-1 0 0,1 0 0,-1 0 0,0-1 0,0 1 0,0-1 0,0 1 1,-1-1-1,1 0 0,-1 0 0,0 0 0,0 0 0,0-1 0,0 1 0,0-1 1,-1 0-1,1 0 0,-1 0 0,0 0 0,1 0 0,-1-1 0,0 0 0,0 1 0,0-2 1,0 1-1,0 0 0,-6-1 0,6 1 0,1 0 1,0-1-1,0 1 1,0-1-1,0 0 1,-1 0-1,1 0 1,0-1-1,0 1 1,0-1 0,-1 1-1,1-1 1,0 0-1,0-1 1,0 1-1,0 0 1,1-1-1,-1 1 1,0-1-1,1 0 1,-1 0-1,1 0 1,-1 0-1,1-1 1,0 1-1,0-1 1,0 1-1,0-1 1,1 0-1,-1 1 1,1-1-1,-1 0 1,1 0-1,0 0 1,0 0-1,0-1 1,1 1-1,-1-3 1,-1-4 3,0 1 1,1-1 0,1 0-1,-1 1 1,2-1-1,-1 0 1,1 1 0,1-1-1,3-13 1,-4 19-9,1 0 0,-1 0 0,1 1 0,0-1 0,1 0 0,-1 1 0,0-1 0,1 1 0,0-1 0,0 1 0,0 0 0,0 1 0,0-1 0,1 0 0,-1 1 0,1 0 0,0 0 0,0 0 0,0 0 0,-1 0 0,2 1 0,-1 0 0,6-2 0,-4 2-2,-1 0 0,1 1 0,0-1 0,-1 1 0,1 0 0,-1 1 0,1-1 0,-1 1 0,1 0 0,-1 0 0,1 1 0,-1 0 0,0 0 0,0 0 0,0 0 0,0 1 0,0 0 0,0 0 0,-1 0 0,6 6 0,-4-3 3,-1-1-1,0 1 1,-1 0-1,0 1 1,0-1 0,0 1-1,0 0 1,-1-1-1,-1 2 1,1-1-1,-1 0 1,0 0-1,-1 1 1,2 13 0,-2-18 15,-1 0 0,0 0 0,1 1 0,-1-1 1,0 0-1,-1 0 0,1 0 0,-1 0 1,1 1-1,-1-1 0,0 0 0,0 0 0,0 0 1,0 0-1,-1-1 0,1 1 0,-1 0 0,0-1 1,0 1-1,0 0 0,0-1 0,0 0 0,0 0 1,-1 0-1,1 0 0,-1 0 0,0 0 1,1 0-1,-1-1 0,0 1 0,0-1 0,0 0 1,0 0-1,0 0 0,0 0 0,0-1 0,0 1 1,0-1-1,-1 0 0,-2 0 0,-3 1 15,0 0-1,1-1 0,-1 0 1,0-1-1,1 0 0,-12-2 1,17 2-26,0 0 1,0 0-1,0-1 0,0 1 1,0-1-1,0 0 1,0 0-1,1 0 1,-1 0-1,1 0 1,0-1-1,-1 1 0,1-1 1,0 1-1,0-1 1,0 0-1,1 0 1,-1 0-1,-1-5 1,0 2 7,1-1 0,0 0 1,0 0-1,0 0 0,1 0 1,0 0-1,1 0 0,0-1 1,0 1-1,0 0 0,1 0 1,0 0-1,2-9 0,-2 13-18,0 0-1,0 0 1,1 0 0,-1 0-1,1 1 1,-1-1-1,1 1 1,0-1-1,0 1 1,0-1-1,0 1 1,0 0-1,1 0 1,-1 0-1,1 0 1,-1 1-1,1-1 1,0 1-1,-1-1 1,1 1-1,0 0 1,0 0-1,0 0 1,0 1-1,0-1 1,0 1-1,0-1 1,0 1-1,0 0 1,1 0-1,-1 1 1,0-1-1,4 1 1,-4 1-1,0-1 0,-1 0 0,1 1 1,0-1-1,0 1 0,-1 0 0,1 0 0,-1 0 1,1 0-1,-1 1 0,0-1 0,0 1 1,0-1-1,0 1 0,0 0 0,-1-1 0,1 1 1,-1 0-1,2 5 0,2 3 16,-1 0 0,-1 0 0,1 1-1,1 14 1,-5-25 4,1 1-1,-1 0 0,0-1 0,0 1 0,0-1 1,0 1-1,0 0 0,0-1 0,0 1 0,0-1 1,-1 1-1,1 0 0,-1-1 0,1 1 0,-1-1 1,1 1-1,-1-1 0,0 0 0,0 1 0,0-1 1,0 0-1,0 1 0,0-1 0,0 0 0,0 0 1,0 0-1,-3 1 0,2-1-6,-1 0 1,1 0-1,-1 0 1,0-1-1,1 1 1,-1-1-1,0 0 1,0 0-1,1 0 1,-1 0-1,0-1 1,1 1-1,-1-1 1,0 1-1,-4-3 1,-1-2-13,1 0 0,0 0 0,0 0 0,0-1 0,0-1 0,1 1 0,0-1 0,1 0 0,-10-15 0,11 11 11,7 7-39,-2 4-40,1 0 1,-1 0-1,0 0 1,0 1-1,0-1 1,0 0-1,0 1 1,0-1-1,0 1 1,0-1-1,-1 1 1,1-1-1,0 1 1,0 0-1,0 0 0,0-1 1,0 2-1,26 31-8266,-16-17-796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7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135 101 2273,'0'0'8324,"11"-13"-7622,3-4-445,28-46 9359,-42 62-9432,-13-1 1485,-17 4-1969,19 2 460,1 1 0,-1-1 0,1 2 0,0 0 0,0 0 0,1 0-1,0 1 1,0 1 0,1 0 0,0 0 0,0 0 0,1 1 0,0 0 0,0 1 0,1-1 0,-6 13 0,11-20-158,0 0-1,0 0 1,0 0 0,1 0 0,-1 0 0,1 0 0,0 0 0,-1 0 0,1 0 0,0 0 0,0 0-1,0 0 1,0 0 0,0 0 0,1 0 0,-1 0 0,2 3 0,-2-4-7,1 0-1,0 0 1,0 0 0,1 0 0,-1 0 0,0 0-1,0 0 1,0-1 0,1 1 0,-1 0 0,0-1-1,1 1 1,-1-1 0,1 1 0,-1-1 0,0 0-1,1 0 1,-1 1 0,1-1 0,-1 0 0,1 0-1,2-1 1,5 1-16,0-1-1,0 0 1,1 0 0,-1-1-1,0 0 1,-1-1-1,1 0 1,0 0 0,-1-1-1,0 0 1,0-1-1,0 0 1,13-10 0,1-5-24,0-1 0,35-45 1,-27 31 141,-30 35-84,0 0 1,0 0-1,0 0 0,0 0 1,0-1-1,0 1 0,0 0 1,0 0-1,1 0 0,-1 0 1,0 0-1,0 0 0,0 0 0,0 0 1,0 0-1,0 0 0,0 0 1,1 0-1,-1 0 0,0 0 1,0 0-1,0 0 0,0 0 1,0 0-1,0 0 0,1 0 0,-1 0 1,0 0-1,0 0 0,0 0 1,0 0-1,0 0 0,0 0 1,1 0-1,-1 0 0,0 1 1,0-1-1,0 0 0,0 0 0,0 0 1,0 0-1,0 0 0,0 0 1,0 0-1,0 0 0,0 1 1,1-1-1,-1 0 0,0 0 1,0 0-1,0 0 0,0 0 0,0 0 1,0 0-1,0 1 0,0-1 1,0 0-1,0 0 0,0 0 1,0 0-1,0 0 0,0 1 0,2 16 177,-1 24-344,-1-37 219,0 11-200,-1-9-200,1 0 0,0 0 1,0 0-1,1 0 0,2 11 0,9 0-3883,-11-16 3547,1 0-1,-1-1 1,1 1-1,0 0 1,-1 0-1,1-1 1,0 1-1,0-1 1,0 1-1,-1-1 1,4 0-1,11 1-6899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7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5507,'0'0'15020,"4"10"-13622,22 50 106,-25-59-1502,0 1-1,0-1 0,0 0 1,0 0-1,0 0 1,0 0-1,1 0 0,-1 0 1,0 0-1,0 0 0,1-1 1,-1 1-1,1 0 0,-1-1 1,1 1-1,-1-1 0,1 0 1,-1 1-1,1-1 0,-1 0 1,1 0-1,-1 0 1,1 0-1,-1 0 0,1 0 1,-1 0-1,1-1 0,2 0 1,1 0-119,0-1 0,0 0 1,0 0-1,0 0 1,0 0-1,-1-1 0,5-3 1,42-27-505,-35 23 663,1-1-1,28-25 0,-44 42 4338,0 23-4377,-1-11 122,0-10-261,-1-1 0,2 1 1,-1 0-1,1-1 1,2 11-1,-2-15-12,0-1 0,0 0 0,0 1 0,1-1 1,-1 0-1,0 1 0,1-1 0,-1 0 0,1 0 0,0 0 0,0-1 0,0 1 0,0 0 0,0-1 0,0 1 1,0-1-1,1 0 0,-1 0 0,0 1 0,3-1 0,46 12-4304,16-6-3814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71 5074,'0'0'15314,"8"8"-13852,27 23-307,-30-28-971,0 0 1,1-1-1,-1 0 0,1 0 0,-1 0 1,1-1-1,-1 1 0,1-2 0,0 1 1,0 0-1,-1-1 0,1 0 1,0-1-1,7 0 0,8 0-32,-15 1-97,1 0-1,0 0 1,-1-1-1,1 0 1,0 0 0,9-3-1,-14 3-40,0 0-1,-1 0 1,1 0-1,0 0 1,-1 0-1,1 0 1,-1 0-1,1-1 1,-1 1-1,0-1 1,0 1-1,0-1 1,1 1-1,-1-1 1,-1 0-1,1 1 1,0-1-1,0 0 1,-1 0-1,1 1 1,-1-1-1,1 0 1,-1 0-1,0 0 1,1 0 0,-1 0-1,-1-3 1,1 3-1,0-1 0,0 1-1,0-1 1,0 1 0,-1-1 0,1 1 0,-1-1 0,1 1 0,-1 0 0,0 0 0,0-1 0,0 1 0,-1 0 0,1 0 0,0 0 0,-1 0 0,1 0 0,-4-3 0,1 3-2,1-1 0,-1 1 0,0 0-1,0 0 1,0 0 0,0 1 0,0-1 0,-1 1-1,1 0 1,-6 0 0,-7-2 10,0 1 1,-1 0-1,0 2 0,1 0 1,-1 1-1,-30 6 0,45-6-21,-1 1 0,1-1 0,0 1 0,0 0 0,0 0 0,0 0 0,0 0-1,0 1 1,1-1 0,-1 1 0,1 0 0,-1-1 0,1 1 0,0 0-1,0 0 1,1 1 0,-1-1 0,0 0 0,1 0 0,0 1 0,0-1 0,0 1-1,0-1 1,1 1 0,-1 0 0,1-1 0,0 7 0,0-3-81,0-1 1,0 1 0,1 0-1,0-1 1,0 1 0,1-1-1,0 1 1,0-1 0,0 0 0,1 0-1,-1 0 1,2 0 0,-1 0-1,5 6 1,0-4-560,-1 0-1,1-1 1,1 0-1,-1-1 1,1 0 0,1 0-1,-1-1 1,1 0-1,-1 0 1,1-1 0,13 3-1,-8-3-1664,0-1 0,0-1-1,1 0 1,19-1-1,11-1-4470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8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5811,'0'0'17674,"0"3"-16686,1 86 700,-1-88-1691,0 0 0,0 1 0,1-1 1,-1 0-1,0 0 0,1 0 0,-1 1 0,1-1 0,-1 0 0,1 0 0,0 0 0,-1 0 0,1 0 0,0 0 0,0 0 0,0-1 0,0 1 0,0 0 0,0 0 0,0 0 1,2 0-1,0 1-57,0-1 0,1 1 0,0-1 0,-1 0 1,1 0-1,0 0 0,5 0 0,-1-1-71,1 0 0,0 0 0,-1 0 1,1-1-1,16-4 0,-12 0-80,-1-1 0,0 0 1,0-1-1,0-1 0,12-10 1,8-4-63,-29 20 315,0 0 36,1 0 0,-1-1 0,1 1-1,-1-1 1,0 1 0,0-1 0,0 0 0,-1 0 0,1 0 0,3-7 2703,8 20-2997,-10-6 91,0-1 0,0 0 0,0 1 0,1-2 0,0 1 0,-1 0 0,1-1 0,0 0 0,0 0 0,0-1 0,1 1 0,-1-1 0,0 0 0,0-1 0,7 1 0,-4 0-80,0-1 0,0 0 0,0 0 0,0-1 0,0 0 0,0 0 0,0-1 0,0 0 0,11-4 0,-8-1 254,-1 0 1,0 0-1,-1-1 1,1-1 0,13-15-1,-12 7 8327,-11 28-8145,0-2-513,0 0 0,0 0 0,1-1 0,0 1 0,3 9 1,-3-15 7,0 1 1,1-1 0,-1 0-1,1 0 1,0 0 0,0 0-1,0 0 1,0-1 0,0 1-1,1-1 1,-1 1 0,1-1-1,0 0 1,-1 0 0,1 0 0,5 3-1,2-2-907,-1 1 0,0-1 0,1-1 0,0 0 0,-1 0 0,1-1 0,0 0 0,0-1 0,11 0-1,19 0-5578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3025,'0'0'18966,"-8"24"-17109,-1 1-1402,-6 20 651,-13 63 1,-1 13 834,12-56-2496,3 0 1,-6 72 0,18-119-446,0-3-2520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 4818,'0'0'17803,"19"-2"-16208,-1 0-1141,-1 1 0,28 2-1,-43-1-396,0 1 0,0 0 0,0-1-1,0 1 1,0 0 0,0 0 0,0 0 0,0 0 0,0 0-1,-1 0 1,1 0 0,0 1 0,-1-1 0,1 1 0,-1-1 0,0 1-1,1 0 1,-1-1 0,0 1 0,0 0 0,0 0 0,0 0-1,0 0 1,0 3 0,1 3 95,0 1-1,0-1 1,-2 0 0,1 13-1,0-12-73,0 7 35,0-7-64,-1 0 0,1 0-1,-1 0 1,-1 0 0,-2 12-1,3-19-36,-1 0-1,0-1 1,1 1-1,-1 0 1,0 0-1,0 0 1,0-1-1,0 1 1,0 0-1,0-1 1,-1 1-1,1-1 1,0 0-1,-1 1 1,1-1-1,-1 0 1,0 0-1,1 0 1,-1 0-1,0 0 0,0 0 1,1 0-1,-1-1 1,0 1-1,0-1 1,0 1-1,0-1 1,0 0-1,-3 0 1,-5 1-13,0-1 0,1 0 1,-1 0-1,0-1 0,-17-5 1,-22-14-3742,49 20 3481,-1 0 0,1-1 0,-1 1 0,1 0 0,-1 0 0,1-1 0,0 1 0,-1 0 0,1-1 1,-1 1-1,1 0 0,0-1 0,-1 1 0,1 0 0,0-1 0,-1 1 0,1-1 0,0 1 0,0-1 0,-1 1 0,1-1 0,0 1 0,0-1 0,0 1 0,0-1 0,0 1 0,0-1 0,0 1 0,0-1 0,0 1 0,0-2 1,0-9-6752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10293,'0'0'14236,"-11"25"-12764,-82 167 2146,60-125-2160,-32 93 0,56-132-1425,1 2 0,1-1 0,1 1 1,2 0-1,1 0 0,2 35 0,0-63-53,1 0 0,1 0 0,-1 0 1,0 0-1,0 0 0,1 0 0,-1 0 0,1-1 0,-1 1 0,1 0 0,0 0 1,0-1-1,0 1 0,0 0 0,0-1 0,0 1 0,0-1 0,1 1 0,-1-1 0,0 0 1,1 1-1,-1-1 0,1 0 0,0 0 0,-1 0 0,1 0 0,0 0 0,3 1 1,2-1-532,1 1 0,-1-1 0,1-1 0,0 1 1,14-2-1,-18 1 211,-1 0-101,0-1 0,0 1 0,0-1 0,0 0 0,0 1 0,0-1 0,-1 0 0,1-1 0,0 1 0,0 0-1,-1-1 1,1 0 0,-1 1 0,0-1 0,1 0 0,-1 0 0,0-1 0,0 1 0,0 0 0,0-1 0,-1 1-1,1-1 1,-1 1 0,1-1 0,-1 0 0,0 0 0,0 1 0,0-1 0,0-4 0,3-29-8342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29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7187,'0'0'14487,"147"21"-12806,-95-13-433,-2 3-1088,-4-3-160,-2-2-768,-4 1-1825,-3-5-2321,-3-2-4435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0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7988,'0'0'17704,"74"59"-17544,-54-55-160,-3 0-240,0 0-993,-2-4-1360,3 0-1233,1 0-2433,-2 0-1792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0 2785,'0'0'19436,"-2"7"-18238,-44 273 3165,13 8-3450,-8 56-3727,41-342 2788,-3 18-429,0 0 0,-1 0 0,-11 30 1,13-46 420,1 0-1,-1 0 1,0 0 0,1-1 0,-2 1 0,1-1 0,0 1-1,-1-1 1,0 0 0,1 0 0,-1 0 0,-1 0 0,1 0-1,0-1 1,-1 1 0,1-1 0,-1 0 0,1 0 0,-1 0 0,0-1-1,0 1 1,0-1 0,-8 2 0,3-3 98,0 1 1,0-2 0,0 1-1,0-1 1,0 0-1,0-1 1,0 0-1,0-1 1,0 0-1,-11-5 1,-6-5 624,2-1-1,-24-18 1,5 3 294,-32-25-140,74 53-939,1 1-1,-1-1 1,0 0-1,0 0 1,0 0-1,0 1 1,1-1-1,-1 0 1,0 0-1,1 0 1,-1 0 0,1 0-1,-1 0 1,1 0-1,0 0 1,-1-1-1,1 1 1,0-1-1,0 1-268,0 0 0,0 0-1,0 0 1,1 0-1,-1 0 1,0 0 0,1 0-1,-1 0 1,1 0-1,-1 0 1,1 0 0,0 0-1,-1 0 1,1 1-1,0-1 1,-1 0 0,1 1-1,0-1 1,0 0 0,0 1-1,0-1 1,1 0-1,27-15-9628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1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 7443,'0'0'14436,"-23"-3"-13142,-75-7-85,91 9-1088,1 0 0,0 1 1,0 0-1,-1 0 0,1 1 1,0-1-1,0 1 0,0 1 0,0-1 1,0 1-1,0 0 0,0 1 1,0-1-1,1 1 0,-1 0 0,1 1 1,0-1-1,0 1 0,0 0 1,0 0-1,1 1 0,0-1 0,0 1 1,0 0-1,-5 9 0,7-11-129,1 0 0,-1 0 0,1 0 0,0 1 1,0-1-1,1 0 0,-1 1 0,1-1 0,-1 1 0,1-1 0,0 1 0,0-1 0,1 0 0,-1 1 0,1-1 0,0 1 0,0-1 0,0 0 0,0 0 0,0 1 0,1-1 0,-1 0 0,1 0 1,0 0-1,0-1 0,0 1 0,0 0 0,3 2 0,8 7-263,0 0 1,1-1-1,0-1 0,20 12 1,-12-8-182,4 1-190,-20-12 423,-1 0-1,1 0 0,-1 0 0,0 0 0,0 1 1,0 0-1,0 0 0,0 0 0,-1 1 0,0 0 1,6 8-1,-9-12 218,-1 0 0,0 0 0,0-1 0,0 1-1,0 0 1,0 0 0,0-1 0,0 1 0,0 0 0,0 0 0,0-1 0,0 1 0,0 0 0,-1 0 0,1-1 0,0 1-1,-1 0 1,1 0 0,0-1 0,-1 1 0,1 0 0,-1-1 0,1 1 0,-1-1 0,1 1 0,-1-1 0,1 1 0,-1-1-1,0 1 1,1-1 0,-1 1 0,0-1 0,1 0 0,-1 1 0,0-1 0,0 0 0,-1 1 0,-35 8 894,26-7-593,-228 64 4071,246-67-8982,1 0 3349,0 0 1,0-1-1,-1 0 1,13-5-1,34-23-6839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13510,'0'0'10600,"-22"24"-7476,-72 88-1142,85-101-1657,1 1 0,1 1 0,0 0 0,1 0-1,0 0 1,1 1 0,1-1 0,-6 26 0,5-16 1,-8 46-231,2 0 1,-1 80 0,5-40-82,6-102-261,0-1 0,0 1 0,-1 0 0,1-1 0,-6 11 0,7-16-20,-1 0 1,1 0 0,-1 0-1,1 0 1,-1 0 0,0 0-1,0 0 1,1 0 0,-1 0-1,0 0 1,0 0-1,0-1 1,0 1 0,0 0-1,0-1 1,0 1 0,-1 0-1,1-1-149,-1 0-1,1 0 1,0 0-1,0 0 0,0 0 1,0 0-1,-1-1 1,1 1-1,0 0 0,0-1 1,0 1-1,0 0 1,0-1-1,0 0 0,0 1 1,0-1-1,0 0 1,0 1-1,0-1 0,0 0 1,-1-1-1,-16-23-9769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9092,'0'0'3661,"30"-1"-57,202-2 3266,49 10-2691,-158-2-3684,-100-5-290,-14 1 620,-13-1 247,-45-1-194,33 1-865,-1 1 1,1 1-1,-1 0 1,1 2-1,0-1 0,-27 12 1,38-14-23,1 1-1,-1 0 1,0 0 0,1 0 0,0 1 0,-1 0-1,1 0 1,0 0 0,0 0 0,1 1-1,-1-1 1,1 1 0,0 0 0,0 0 0,0 0-1,0 0 1,1 1 0,-1-1 0,1 1 0,0 0-1,1-1 1,-1 1 0,1 0 0,0 0-1,0 0 1,0 6 0,1-8-39,0 0 1,-1 0-1,1 0 1,0 0-1,1 0 0,-1 1 1,1-1-1,-1 0 1,1 0-1,0 0 0,0 0 1,0-1-1,1 1 1,-1 0-1,0 0 0,1-1 1,0 1-1,0-1 0,0 1 1,0-1-1,0 0 1,0 0-1,1 1 0,-1-2 1,1 1-1,-1 0 1,1-1-1,0 1 0,0-1 1,-1 0-1,1 1 0,0-1 1,0-1-1,0 1 1,0 0-1,1-1 0,-1 0 1,5 0-1,2 2-13,-1-1-1,0 0 1,1-1-1,-1 0 1,0-1-1,1 0 1,-1 0-1,0-1 1,0 0-1,0 0 1,0-1-1,0-1 1,-1 1-1,1-1 1,-1-1-1,0 0 1,0 0-1,-1 0 1,10-9-1,-16 13 86,32-33-221,-31 31 472,0 1-1,0-1 1,0 0 0,0 1 0,-1-1 0,0 0-1,1 0 1,-1 0 0,0 0 0,0 0 0,-1 0-1,2-7 996,-13 21-536,9-7-749,-1 1 1,1-1-1,0 1 0,1-1 1,-1 1-1,1 0 0,0 0 0,0-1 1,1 1-1,-1 0 0,1 0 1,0 0-1,1 0 0,-1 0 1,1-1-1,0 1 0,2 7 0,-1-8-262,-1-1 0,1 1-1,0-1 1,0 0-1,0 0 1,1 0-1,-1 0 1,1 0-1,0 0 1,-1-1 0,1 1-1,1-1 1,-1 0-1,0 0 1,0 0-1,1 0 1,-1-1-1,1 1 1,-1-1 0,1 0-1,0 0 1,6 1-1,14 1-6125,42-1 0,-11-2-5247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2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16 9044,'0'0'12547,"-18"-4"-9516,-59-8-1337,72 12-1549,1 0-1,-1 1 1,1-1-1,0 1 1,-1 0-1,1 0 1,0 0-1,0 1 1,0-1-1,0 1 1,0 0-1,0 0 1,0 0-1,1 1 1,-1-1 0,1 1-1,-1 0 1,1 0-1,0 0 1,0 1-1,-4 5 1,1-1 93,1-3-183,1 1 0,0 0 0,0 1 0,0-1 0,0 1 0,1-1 0,0 1 0,1 0 0,0 0 0,0 1 0,0-1 0,-1 12 0,3-16-107,0 0 1,0 0-1,0 0 0,0 0 1,1 0-1,-1-1 0,1 1 1,0 0-1,-1 0 0,1 0 1,1 0-1,-1-1 1,0 1-1,1 0 0,-1-1 1,1 1-1,0-1 0,0 0 1,0 1-1,0-1 0,0 0 1,0 0-1,1-1 1,-1 1-1,1 0 0,-1-1 1,1 1-1,0-1 0,-1 0 1,1 0-1,0 0 0,0 0 1,4 0-1,10 2-1149,1 0-1,0-2 0,24 0 1,20-6-4806,-7-13-3533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11365,'0'0'13377,"-11"17"-12176,3-8-919,-1 3 88,1 0 0,0 0-1,0 1 1,2 0 0,-1 0-1,2 0 1,-1 1 0,-3 19-1,-69 526 2481,76-542-2845,1-1 7,0 1 0,-2-1 1,0 1-1,0-1 0,-2 0 0,-8 21 0,13-36-7,-1 0 1,1 1-1,-1-1 0,1 0 1,-1 0-1,0 0 0,1 0 0,-1 0 1,0-1-1,0 1 0,0 0 0,1 0 1,-1 0-1,0-1 0,-2 2 0,3-3-9,0 1 0,-1 0-1,1 0 1,0 0 0,0 0-1,-1-1 1,1 1 0,0 0-1,-1 0 1,1 0-1,0-1 1,0 1 0,0 0-1,-1-1 1,1 1 0,0 0-1,0-1 1,0 1-1,-1 0 1,1-1 0,0 1-1,0 0 1,0-1 0,0 1-1,0 0 1,0-1-1,0 1 1,0 0 0,0-1-1,0 1 1,0-40-548,1 32 427,1 0 0,0-1 0,0 1-1,1 0 1,0 0 0,1 0 0,-1 1-1,2-1 1,-1 1 0,1 0 0,7-9 0,11-11-914,37-32 0,-51 50 713,1-1 105,0 0 0,1 1 0,1 0-1,0 1 1,0 0 0,0 1 0,1 0-1,0 1 1,1 0 0,-1 1 0,1 1-1,0 0 1,0 1 0,1 0-1,21 0 1,-37 26 2705,0-21-2391,-1 0 0,1 0-1,-1 0 1,0 0 0,0 0 0,0 0-1,0 0 1,0-1 0,0 1 0,0-1 0,0 0-1,0 0 1,-1 0 0,1 0 0,0 0-1,-1 0 1,1 0 0,-5 0 0,-52 9 875,57-9-908,-42 3 405,28-4-326,0 2-1,0 0 1,1 0-1,-1 2 1,1 0-1,-25 10 1,38-13-113,1 0 1,-1 0-1,0 1 1,1-1 0,-1 0-1,1 1 1,-1 0-1,1-1 1,0 1-1,-1 0 1,1 0-1,0 0 1,0-1-1,1 1 1,-1 0-1,0 0 1,1 0-1,-1 1 1,1-1-1,-1 0 1,1 0-1,0 0 1,0 0-1,0 0 1,0 0-1,1 1 1,-1-1-1,0 0 1,2 3-1,-1 2 40,1 0 0,1-1 0,-1 1 0,1 0 0,0-1 0,0 1 0,7 7 0,1 0-35,2 0-1,-1-1 0,2-1 1,0 0-1,0-1 1,1-1-1,0 0 1,1-1-1,26 12 1,-15-10-34,1-1 1,0-1 0,0-1 0,1-2-1,35 4 1,-49-8-89,-44 0-20612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6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67 816,'0'0'8039,"2"-2"-7861,-1 0-79,0 2-61,-1-1 1,1 1-1,-1-1 0,1 0 1,-1 1-1,1-1 0,-1 1 0,1-1 1,-1 1-1,1-1 0,0 1 1,-1 0-1,1-1 0,0 1 0,-1 0 1,1-1-1,0 1 0,-1 0 1,3 0 1480,-3-9 2092,0-24-3246,2 20 3201,-5 51 2890,12 26-5770,-5-40 207,0 21-188,-2-1-1,-2 0 1,-2 0-1,-15 85 1,2-12 348,9 105-236,7-143-4889,-2-82 3206,0-1 1,1 1-1,-2 0 0,1 0 1,0 0-1,0 0 1,-1-1-1,-3-4 0,-4-8-3100,-4-14-4342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1 209 320,'0'0'5600,"-1"-13"1798,3-2-5357,2 13-1986,1 0 0,-1 0 0,1 0 0,-1 1 0,1 0 0,0 0 0,-1 0 0,1 0 0,0 1 0,0-1-1,-1 1 1,6 1 0,12-2 31,363-7 1947,-98 6-1862,430-42-54,-304-4 340,-181 17 1274,240 0 1,-441 32-1588,-22 0 289,-1 0-1,1-1 0,-1 0 0,1 0 0,-1-1 0,0 0 0,12-3 0,-18 22 2488,-1 67-1793,-22 442 1592,15-344-2719,-1 16 0,5-126 0,2-74 0,-1-1 0,1 1 0,-1-1 0,0 1 0,0 0 0,0-1 0,1 1 0,-1 0 0,-1-1 0,1 1 0,0 0 0,0 0 0,0 0 0,-1 0 0,1 0 0,0 0 0,-1 0 0,-1 0 0,-31-15 0,14 11 0,1 2 0,0 0 0,-1 1 0,0 1 0,1 0 0,-25 4 0,-8-2 0,-368-2-23,-480 3 46,417 21-23,339-14 0,47-7 0,66-3 0,0 1 0,0 2 0,0 1 0,-32 8 0,37-5 0,15-4 0,-1 1 0,1 0 0,-18 8 0,27-11 0,0 0 0,0 0-19,2 0-207,0 13-7103,0-2 2840,0-1-2785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3906,'0'0'14644,"15"3"-13374,46 11 117,-58-13-1283,0 0-1,-1 1 0,1 0 1,0-1-1,-1 1 1,1 0-1,-1 0 1,0 0-1,0 1 1,0-1-1,0 1 1,0-1-1,0 1 1,-1-1-1,3 7 1,11 39 622,-14-42-710,1 33 297,-2-23-223,-7-4 100,7-12-206,0 0 1,1 0 0,-1 0 0,0 0 0,0-1 0,0 1 0,0 0 0,0 0 0,0 0 0,-1 0 0,1 0 0,0-1 0,0 1 0,0 0 0,0 0 0,0 0 0,0 0-1,0 0 1,0-1 0,0 1 0,0 0 0,0 0 0,0 0 0,-1 0 0,1 0 0,0 0 0,0-1 0,0 1 0,0 0 0,0 0 0,0 0 0,-1 0 0,1 0 0,0 0 0,0 0-1,0 0 1,0 0 0,0 0 0,-1 0 0,1 0 0,0 0 0,0 0 0,0 0 0,0 0 0,-1 0 0,1 0 0,0 0 0,0 0 0,0 0 0,0 0 0,0 0 0,-1 0-1,1 0 1,0 0 0,0 0 0,0 0 0,0 1 0,0-1 0,-1 0 0,1 0 0,0 0 0,1-7-43,0 0 1,1 0-1,0 0 0,0 1 0,1-1 1,-1 0-1,2 1 0,-1 0 1,1 0-1,-1 0 0,2 0 0,-1 0 1,1 1-1,6-7 0,0 1 55,0 0 1,1 1-1,1 0 0,-1 1 0,23-12 0,-34 20 9,1 0-1,-1 0 1,1 0 0,0 1-1,-1-1 1,1 0 0,0 1-1,-1-1 1,1 1 0,0-1-1,0 1 1,0 0 0,-1 0-1,1 0 1,0 0 0,0 0-1,0 0 1,-1 0 0,1 1-1,0-1 1,0 1 0,-1-1-1,1 1 1,0 0 0,-1 0-1,1-1 1,0 1 0,-1 0-1,1 0 1,1 3 0,1 1 69,-1 0 0,0 0 0,0 0 0,-1 0 0,1 1 0,-1-1 0,2 10 0,0-4 133,-4-10-210,0-1 0,1 1 0,-1-1 0,0 0 0,1 1 0,-1-1 0,0 0 0,1 1-1,-1-1 1,1 0 0,-1 0 0,1 0 0,-1 1 0,1-1 0,-1 0 0,1 0 0,-1 0-1,1 0 1,-1 0 0,1 0 0,-1 0 0,1 0 0,-1 0 0,1 0 0,-1 0 0,1 0 0,-1 0-1,1 0 1,-1 0 0,0-1 0,1 1 0,-1 0 0,1 0 0,-1-1 0,1 1 0,-1 0-1,0 0 1,1-1 0,21-13-98,-20 13 114,21-15 2,9-7 120,49-27 0,-80 50-99,0-1 0,0 1 0,0-1 0,0 1 0,0 0-1,0-1 1,0 1 0,0 0 0,0 0 0,0 0 0,0-1 0,0 1-1,0 0 1,0 1 0,0-1 0,0 0 0,0 0 0,0 0-1,0 0 1,0 1 0,0-1 0,0 1 0,0-1 0,0 1-1,0-1 1,0 1 0,0-1 0,0 1 0,0 0 0,-1-1-1,1 1 1,1 1 0,1 3 12,0 0 0,0 0 0,0 0-1,-1 1 1,2 6 0,7 12 70,-11-23-224,1 1 0,0-1 0,0 0 0,-1 0 0,1 0 0,0 0 0,0 0 0,0 0 0,1 0 0,-1 0 0,0 0 0,0 0 0,2 0 0,13 1-9358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3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4578,'0'0'15463,"98"36"-14807,-87-26-495,-3-1-113,0-3-48,1 0-737,1 1-1216,7-7-1504,2 0-1906,4 0-1152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0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0 8516,'0'0'6531,"-115"117"-4258,69-52-864,-2 2-753,0-2-144,4-13-320,13-12-192,14-13-800,13-12-2290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4 6339,'0'0'7838,"-20"-1"-4199,-66-1-718,78 2-2537,1 0 0,0 1 0,-1 0 0,1 0 0,0 0 0,0 1 0,0 1 0,0-1-1,-11 6 1,12-5-338,1 1-1,-1 0 0,1 0 1,0 0-1,0 0 1,0 1-1,0 0 0,1 0 1,0 0-1,0 0 0,0 1 1,0 0-1,1 0 1,-3 8-1,5-11-89,0-1-1,0 1 1,0 0 0,1-1 0,-1 1-1,1 0 1,0 0 0,-1 0 0,1-1 0,1 1-1,-1 0 1,0 0 0,1 0 0,-1-1-1,1 1 1,0 0 0,0-1 0,0 1-1,0 0 1,3 3 0,1 1-158,1 0 0,0-1-1,0 1 1,0-1 0,9 5 0,9 10-95,-20-16 142,28 26-903,35 43 1,-60-65 950,0 1 1,0 0 0,-1 0 0,0 0 0,-1 1 0,0 0 0,0 0 0,-1 1-1,4 21 1,-8-30 115,0 0-1,1 0 1,-2 1-1,1-1 0,0 0 1,-1 1-1,1-1 1,-1 0-1,0 0 1,0 0-1,0 0 1,-1 0-1,1 0 0,-1 0 1,1 0-1,-1 0 1,0-1-1,0 1 1,0-1-1,-1 1 1,1-1-1,0 0 0,-1 0 1,0 0-1,1 0 1,-1 0-1,0-1 1,0 1-1,-3 0 0,-4 2-24,0 0 0,0-1 0,0 0-1,-1-1 1,1 0 0,-1 0-1,-18-1 1,28-1-132,-1 0 0,1 0 0,0 0 0,-1 0 0,1 0 0,0 0 0,-1-1 0,1 1 0,0-1 0,-1 1 0,1-1 0,0 1 0,0-1 0,0 0 1,0 1-1,-1-1 0,1 0 0,0 0 0,0 0 0,0 0 0,0 0 0,1 0 0,-1 0 0,0 0 0,0 0 0,0-2 0,-1-2-796,1 0-1,0 0 1,0 1 0,0-1 0,0 0-1,1-7 1,-1-36-6683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0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6883,'0'0'8836,"5"117"-5234,-5-40-449,0 5-944,-11 7-640,-6-9-320,-3-9-737,3-8-432,-2-17-80,0-9-128,7-12-785,-5-10-895,2-7-834,-8-8-2080,2 0-4034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1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6467,'0'0'5661,"29"-5"-1955,-7 1-2975,201-24 5290,257 15-2448,-485 13-3581,-1 1 1,1 0-1,-1 1 1,1-1-1,0 1 1,-1 0-1,-4 3 1,-7 2 32,-5 0 2,-83 35 150,93-37-169,1 1 1,0 1 0,1-1-1,0 2 1,0-1-1,-17 17 1,24-20-29,0-1-1,1 1 1,-1-1-1,1 1 1,0 0 0,0 0-1,0 0 1,0 0-1,0 0 1,1 0 0,0 1-1,0-1 1,0 0-1,1 1 1,-1-1 0,1 7-1,1-10-10,-1 0-1,1-1 1,-1 1-1,1-1 1,-1 1 0,1-1-1,0 1 1,-1-1-1,1 1 1,0-1-1,-1 0 1,1 1-1,0-1 1,-1 0 0,1 1-1,0-1 1,0 0-1,0 0 1,-1 0-1,1 0 1,0 0-1,0 0 1,0 0-1,-1 0 1,3 0 0,30-1-248,-26 1 193,8-2-52,-1-1-1,0 0 0,0 0 1,0-2-1,0 0 0,20-10 1,25-9 4,-15 9 1999,-46 19-2065,0 1 0,0-1 0,0 1 0,0 0 0,1 0 0,0 0 0,0 0 0,0 0 0,1 0 0,0 7 0,0-10-104,0 0 0,0 0 0,0 0 0,0 0 0,1 0 0,-1 0 0,0 0 0,1 0 0,0 0 0,-1 0 0,1-1 0,0 1 0,0 0 0,0 0 0,0-1 0,1 1 0,-1 0 0,0-1 0,1 0 0,-1 1 0,1-1 0,-1 0 0,1 1 0,0-1 0,0 0 0,-1 0 0,1 0 0,2 0 0,8 1-1808,0 0-1,1-1 1,22 0-1,-26-1 1137,40 0-4202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1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5539,'0'0'10596,"-117"2"-8066,92 14-1138,6 7-447,4 3-481,9-3-448,6-3 16,0 3 64,0-6-96,29-2-304,7-9-897,20-6-576,5 0-1616,3-29-3714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1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10325,'0'0'8633,"-14"28"-5786,-47 94-638,55-108-1843,1 1 0,1 0 0,0 0 0,0 0 0,2 1 0,-2 23 0,1 2 270,-7 34-11,-3 0 0,-3-1 0,-36 104 0,48-161-1091,15-32-1059,6-8 798,26-23-2293,1 3 1,2 1-1,2 2 1,89-56-1,-116 81 2183,12-4 572,-32 19 1164,-16 1 2947,9-1-3295,-22 8 1527,-40 18 0,16-5 12,37-16-1424,0 1 1,1 0 0,0 1 0,-16 10 0,26-14-538,0-1 1,1 1 0,0 0 0,-1 0-1,1 0 1,0 0 0,1 0-1,-1 1 1,0 0 0,1-1-1,0 1 1,0 0 0,0 0-1,0 0 1,1 0 0,0 0 0,-1 1-1,1-1 1,0 8 0,1-7-110,-1 1 0,1-1 0,1 1 0,-1-1 0,1 0 0,0 1 0,1-1 0,-1 0 0,1 0 0,0 0 0,0 0 0,0 0 0,1 0 0,0-1 0,0 1 0,0-1 0,0 0 0,1 1 0,-1-2 0,1 1 0,0 0 0,0-1 0,1 0 0,-1 0 0,1 0 0,0 0 0,-1-1 0,1 0 0,0 0 0,1 0 0,4 1 0,5 1-267,-1-1-1,0 0 1,1-1 0,19 0 0,28-2-3724,-28 0-10,20 0-6339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5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38 1153,'0'0'18725,"1"-8"-16708,0 4-2060,5-20 2338,-6 24-2260,0 0 0,0 0-1,0 0 1,0 0-1,0 0 1,0 0 0,0 0-1,0 0 1,0 0-1,1 0 1,-1 0-1,0 0 1,0 0 0,0 0-1,0 0 1,0 0-1,0 0 1,0 0 0,0 0-1,0 0 1,0 0-1,0 0 1,0 0 0,0 0-1,0 0 1,0 0-1,0 0 1,1-1 138,-1 1-139,0 0 1,0 0 0,0 0-1,0 0 1,0 0-1,0 0 1,0 0-1,-1 19 685,-4 28 384,-14 59-1,-1 2-348,5 136-209,3-30-2832,12-212 1984,0 0 0,0 1 0,-1-1 1,1 0-1,-1 1 0,0-1 1,1 0-1,-1 1 0,0-1 0,0 0 1,0 0-1,-3 3 0,3-4-359,-1 0 1,1 0-1,-1 0 0,1 0 0,-1 0 1,1-1-1,-1 1 0,1 0 0,-1-1 0,0 0 1,1 1-1,-1-1 0,0 0 0,1 0 1,-1 0-1,-3 0 0,-14 0-7267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5106,'0'0'2682,"19"-12"-188,60-35 523,-74 45-2720,0-1 0,0 1-1,0 1 1,1-1-1,-1 1 1,0 0-1,1 0 1,-1 0 0,1 1-1,-1 0 1,1 0-1,0 0 1,5 2-1,2-1 219,-8 0-344,-1-1 0,0 1 0,1 0 0,-1 0 1,0 0-1,0 1 0,1-1 0,-1 1 0,0 0 1,-1 0-1,1 1 0,0-1 0,0 1 1,-1 0-1,6 5 0,-4-2 20,-1 0 0,0 0 0,0 0 0,0 1 0,-1-1 0,0 1 0,0 0 0,3 13 0,-1 2 126,-2 0-1,0 1 1,-2-1-1,0 1 1,-3 29-1,1-48-249,1 0-1,-1 0 0,1 0 1,-1 0-1,-1 0 1,1-1-1,0 1 1,-1 0-1,0-1 1,0 1-1,0-1 0,0 1 1,-1-1-1,1 0 1,-1 0-1,0 0 1,0 0-1,0-1 1,0 1-1,0-1 0,0 0 1,-1 1-1,1-2 1,-1 1-1,0 0 1,1-1-1,-7 2 1,-4 0 86,0 0 1,0-1-1,-1 0 0,1-1 1,0-1-1,-22-2 1,31 2-184,0-1-1,0 0 1,0 0 0,1-1 0,-1 0-1,0 1 1,1-1 0,-1-1 0,1 1 0,0-1-1,0 0 1,-7-6 0,8 7-510,0-1 0,1 0 1,0 1-1,-1-1 0,1 0 0,0 0 1,1-1-1,-1 1 0,1 0 0,-1 0 1,0-4-1,2 6 206,0 1 167,0 0 0,0 0 0,0-1 1,0 1-1,0 0 0,0 0 0,0 0 0,0-1 0,0 1 0,0 0 0,0 0 0,0 0 0,0-1 1,0 1-1,27-3-11493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6451,'0'0'15631,"0"9"-11799,2 38-1968,-3-28-1620,1-11-162,0 0-1,0 1 1,0-1-1,1 0 0,0 1 1,4 10-1,-5-17-108,1 0 0,0 0-1,1 0 1,-1 0 0,0 0-1,0 0 1,1 0 0,-1 0-1,1-1 1,0 1 0,-1-1-1,1 1 1,0-1 0,0 0-1,0 1 1,0-1 0,0 0-1,0 0 1,0-1-1,0 1 1,1 0 0,-1-1-1,0 1 1,0-1 0,1 0-1,-1 0 1,0 0 0,4 0-1,3-1-128,-1 0-1,0-1 1,1 0-1,-1 0 1,0-1-1,0 0 1,-1 0-1,1-1 1,-1 0-1,1-1 0,-1 1 1,10-10-1,-2 1-167,0 0-1,-1-1 1,-1 0-1,17-23 1,-24 27 413,-2 5 202,0 0 0,0 0 0,-1 0 0,0-1 0,3-6 0,-6 26-294,0 0 0,1 1-1,1-1 1,0 1 0,1-1 0,7 23-1,-8-32-350,0-1-1,0 0 1,0 0-1,1-1 1,-1 1-1,1 0 1,0-1 0,0 1-1,0-1 1,7 5-1,-6-6-542,0 1 0,0-1 0,0 0 0,0 0 0,0-1 0,1 1 0,-1-1 0,1 0 0,-1 0 0,1-1 0,-1 1 0,8-1 0,17 0-7416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167 542 11333,'0'0'10053,"-19"-2"-8148,-60-3-860,77 5-1014,0 0 0,0 0-1,0 0 1,0 0-1,0 0 1,0 1-1,0-1 1,0 1-1,0 0 1,1-1-1,-1 1 1,0 0-1,1 0 1,-1 0-1,0 0 1,1 0-1,-1 0 1,1 1-1,-1-1 1,1 1-1,0-1 1,0 1-1,0-1 1,-1 1 0,1-1-1,1 1 1,-2 2-1,0 1-26,1 0 0,0 0 0,0 1 0,1-1 0,-1 0 0,2 11 0,-1-8-1,1-3-49,0 0 0,0-1 0,0 1 0,1 0 0,0 0 0,0-1 0,0 1 0,1-1 0,0 1 0,-1-1 0,1 0 0,8 7 0,-7-5-39,1 0 1,0 0-1,-1 0 1,0 1-1,-1 0 1,4 6-1,-6-8-23,1 1-1,-1-1 0,1 0 1,-2 1-1,1-1 1,0 0-1,-1 1 0,0-1 1,-1 1-1,1-1 1,-3 9-1,2-10 59,0 0-1,-1-1 1,0 1-1,0-1 1,0 1-1,0-1 1,-1 1-1,1-1 1,-1 0 0,0 0-1,0-1 1,0 1-1,0 0 1,0-1-1,-8 4 1,7-3-86,2-1-149,-1-1 0,0 1 1,0-1-1,0 1 0,0-1 0,0 0 1,0 0-1,0 0 0,0 0 1,-6 0-1,8-3-43,1 1 0,0-1 1,0 1-1,1-1 0,-1 0 0,0 1 1,0-1-1,1 1 0,-1-1 0,1 1 1,-1-1-1,2-2 0,10-11-489,0-1 0,1 2 0,0 0 0,27-22 1,-2 2 151,47-46 52,233-231-580,-275 264 1801,45-64-1,-71 85 1012,0 0 0,16-38 0,-30 59-933,-1 0 0,0-1 0,0 1 0,-1-1 0,1 1 0,-1-1 0,0-10 0,-1 16-617,1 0 1,-1 0-1,0-1 0,0 1 1,0 0-1,0 0 0,0-1 0,0 1 1,0 0-1,0 0 0,0-1 1,0 1-1,0 0 0,0 0 0,0-1 1,0 1-1,0 0 0,0 0 1,-1 0-1,1-1 0,0 1 0,0 0 1,0 0-1,0-1 0,0 1 1,0 0-1,-1 0 0,1 0 0,0 0 1,0-1-1,0 1 0,-1 0 1,1 0-1,0 0 0,0 0 0,0 0 1,-1 0-1,1-1 0,0 1 1,0 0-1,-1 0 0,1 0 0,0 0 1,0 0-1,0 0 0,-1 0 1,1 0-1,0 0 0,0 0 0,-1 0 1,1 0-1,0 0 0,0 0 0,-1 0 1,1 1-1,-6-1 416,-1 1-385,0 0-1,1 0 1,-1 1 0,0 0-1,0 1 1,1-1 0,-1 1-1,1 0 1,0 1 0,0 0-1,0 0 1,0 0 0,1 0-1,-7 7 1,-8 10 280,0 0 0,-21 29 1,27-30-173,1 1 0,0 0 1,2 0-1,0 1 1,2 1-1,1 0 0,0 0 1,-7 41-1,6-4 89,3 0 0,3 80 0,2-136-295,1 0 0,0 0 0,1 0 0,-1 1 0,1-1 0,-1 0 0,1 0 0,1 0 0,2 7 0,-3-10-5,0 1 0,0-1 0,0 0-1,1 0 1,-1 0 0,0 0 0,0 0 0,1 0 0,-1-1-1,1 1 1,-1 0 0,1-1 0,-1 1 0,1-1-1,-1 1 1,1-1 0,-1 0 0,1 0 0,0 0-1,-1 1 1,1-2 0,-1 1 0,1 0 0,0 0 0,-1 0-1,1-1 1,1 0 0,1 0-3,0-1 0,-1 1 0,1-1-1,-1 0 1,1 0 0,-1-1 0,0 1 0,0 0 0,0-1 0,0 0 0,0 0-1,0 0 1,-1 0 0,0 0 0,1-1 0,1-4 0,5-8 125,15-36-1,-21 57 122,-1 0 0,1 0-1,1 0 1,-1-1 0,6 6-1,-2-3-456,2-1-1,-1 0 1,1 0-1,-1-1 1,2 0-1,-1-1 0,11 4 1,1-1-1845,0-1 0,28 4 0,10-4-5296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5 160,'0'0'11157,"-140"-4"-7859,83 29 591,-6 13-1535,9 10-706,10 10-207,13 9-513,16 2-463,15 4-401,13 0-64,29-2-321,10-10-1679,6-13-1922,1-21-1985,4-18-1696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8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3698,'0'0'19638,"-19"11"-17709,15-9-1850,-11 5 238,1 1-1,0 1 1,0 0-1,1 1 1,1 0-1,-1 1 1,1 1-1,1 0 1,-15 21-1,22-28-261,2 1 0,-1 0 0,0 0 0,1 0 0,0 0 0,1 0-1,-1 1 1,1-1 0,1 0 0,-1 1 0,1 11 0,1-16-78,-1 0 0,1 1 1,-1-1-1,1 0 0,0 0 0,0 0 1,0 0-1,0 0 0,1-1 0,-1 1 0,0 0 1,1 0-1,-1-1 0,1 1 0,0-1 1,0 1-1,-1-1 0,1 0 0,0 0 0,0 0 1,0 0-1,0 0 0,0 0 0,0 0 1,0-1-1,3 1 0,10 4-387,-1-2 1,25 4 0,23-1-827,-38-5 703,-1 2 0,1 0 1,25 8-1,-48-11 539,-1 0 0,1 1 0,-1-1 0,1 0 0,-1 0 0,1 0 1,-1 1-1,1-1 0,-1 0 0,1 1 0,-1-1 0,1 0 0,-1 1 0,0-1 1,1 1-1,-1-1 0,0 0 0,1 1 0,-1-1 0,0 1 0,0-1 0,1 1 1,-1-1-1,0 1 0,0-1 0,0 1 0,0-1 0,0 1 0,0-1 0,0 1 1,0 0-1,0-1 0,0 1 0,0-1 0,0 1 0,0-1 0,0 1 0,0-1 1,0 1-1,-1-1 0,1 2 0,-14 18 681,-3-6-193,-1 0-1,-1 0 1,0-2 0,-1 0-1,0-1 1,0-1 0,-27 8-1,29-12-679,1-1-1,-1 0 0,0-2 0,0 0 0,-28 1 0,45-4 16,1 0 0,-1 0 1,0 0-1,1 0 0,-1 0 0,0 0 1,1-1-1,-1 1 0,0 0 0,1 0 0,-1 0 1,0 0-1,1-1 0,-1 1 0,1 0 0,-1-1 1,1 1-1,-1-1 0,1 1 0,-1 0 0,1-1 1,-1 1-1,1-1 0,-1 1 0,1-1 1,-1-1-1,-1-17-5743,2 13 4586,0-29-8850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8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11637,'0'0'9285,"117"-12"-7493,-81 12-1215,-1 6-449,1 4-128,-5-1-1249,-4-5-2545,0-4-4497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8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12694,'0'0'10199,"23"24"-8505,5 3-1235,-3-4-31,0 2 0,-3 0 0,0 1 0,20 32 0,-21-24-65,-2 0 1,-2 2-1,-1 0 1,-1 1-1,-2 1 0,-2 0 1,-2 1-1,-1-1 1,-2 2-1,-1-1 1,-3 1-1,-3 69 1,-1-93-291,-1 1 1,0-1 0,-1 0 0,0 0 0,-2 0 0,0-1 0,0 0-1,-2 0 1,0 0 0,0-1 0,-1 0 0,-1-1 0,0 0-1,-1-1 1,-22 20 0,18-19-165,0-2 0,-1 1 0,0-2-1,-1 0 1,-28 11 0,27-13-562,-1-2 1,-1 0-1,1-1 0,-1-1 1,-28 2-1,18-7-6785,1-4-6166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0 370 1825,'0'0'5031,"13"-1"-4169,188-18 4738,133-15-3271,54-10-909,179-26-383,-42 10-575,-236 31 21,82-24 301,-271 33-567,-69 12 326,63-7-1,-93 15-523,0 0 0,0 0 1,0 0-1,0 0 0,0 0 0,0 0 0,0 0 1,0 0-1,0 0 0,0-1 0,0 1 0,0 0 0,0-1 1,0 1-1,0-1 0,0 1 0,0-1 0,-1 1 1,1-1-1,0 0 0,0 1 0,-1-1 0,1 0 1,0 0-1,-1 1 0,3-8 5741,326 36-5604,-230-15-27,-91-12-30,1 0 0,0 1 0,0 0 0,-1 0 0,1 1 0,-1 0-1,0 1 1,0 0 0,10 7 0,-14-9 4,0 1-1,-1 0 1,1 1 0,-1-1-1,0 0 1,0 1-1,0 0 1,-1-1 0,1 1-1,-1 0 1,0 1 0,0-1-1,0 0 1,-1 0 0,1 1-1,-1-1 1,0 1-1,0 0 1,0 6 0,2 54 920,-9 112 0,-15-43-1023,-4 31 0,-12 211 0,28-306 0,-26 100 0,0-3 0,34-137 150,1-28-374,0-4-490,-2-15-2956,2 15 2865,-1 0 0,0 0 0,0 0 0,1 0 1,-1 0-1,0 0 0,-1 0 0,1 1 0,0-1 0,0 0 0,-1 1 1,1-1-1,-1 1 0,1 0 0,-4-3 0,-17-14-11104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6467,'0'0'10077,"11"1"-7932,-10-1-2084,4 1 193,-1-1-1,0 1 0,1-1 0,-1 1 1,0 1-1,0-1 0,0 0 1,0 1-1,0 0 0,0 0 1,-1 0-1,1 1 0,-1-1 1,1 1-1,-1-1 0,0 1 0,0 0 1,0 1-1,0-1 0,2 5 1,25 31 1404,1-2 1,67 61 0,-40-42-913,-57-55-1242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13 1921,'0'0'6886,"-4"-12"2201,1 14-8505,0 0 0,0 0 0,1 0 0,0 0 0,-1 1 0,1 0 0,0-1 0,-3 5 0,-6 8 716,-14 6 200,0-1 0,-51 30 1,43-29-688,-18 10 231,33-22-710,2 0-1,-1 2 1,1 0-1,1 1 1,-24 23-1,34-30-331,5-4 0,-1-1 0,0 1 0,0 0 0,1 0 0,-1 0 0,0 0 0,1 0 0,-1 0 0,1 0 0,-1 0 0,1 0 0,0 0 0,-1 0 0,1 0 0,0 0 0,0 0 0,0 0 0,-1 0 0,1 0 0,0 0 0,1 2 0,-1-2 1,0-1 0,0 0 0,1 1 0,-1-1 0,0 0 0,1 1 0,-1-1 0,0 0 0,1 1 0,-1-1 0,0 0 0,1 0 0,-1 1 0,0-1 0,1 0 0,-1 0 0,1 0 0,-1 1 0,1-1 0,-1 0 0,0 0 0,1 0 0,-1 0 0,1 0 0,-1 0 0,1 0 0,-1 0 0,1 0 0,-1 0 0,0 0 0,1-1 0,8 0-2176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0,'0'0'1457,"9"-20"-737,3-11-378,-2 3 523,2 1-1,23-41 0,-30 60-56,1 0 0,-1 1 1,1 0-1,9-8 1,-15 15-723,0 0 1,0 0 0,0 0 0,0 0-1,0 0 1,0 0 0,1-1 0,-1 1 0,0 0-1,0 0 1,0 0 0,0 0 0,0 0 0,1 0-1,-1 0 1,0 0 0,0 0 0,0 0 0,0 0-1,0 0 1,0 1 0,1-1 0,-1 0 0,0 0-1,0 0 1,0 0 0,0 0 0,0 0 0,0 0-1,1 0 175,-1 0-175,0 1 1,0-1 0,0 0 0,0 0 0,0 0-1,0 0 1,0 0 0,0 0 0,0 1 0,1-1-1,-1 0 1,0 0 0,0 0 0,0 0 0,0 0-1,0 0 1,0 1 0,3 13 1140,1 15-411,4 552 8256,-7-195-5730,2-276-2438,-6 293 1057,-3-359-1835,-2-1 1,-2 0-1,-30 77 0,4-7 143,36-152-6840,0-14 2396,11-9-1078,3-20-2756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6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37 224,'0'0'3815,"-18"-5"-3281,-57-16 87,39 15 899,30 7-249,5-1-772,12 0 982,350-5 5904,397 12-5166,541 50-1429,-873-44 180,306 3 2672,-677-19-3377,0-3 0,76-17 0,-128 22 442,-5 1-308,-11 0-230,-17 3-299,13 5 3162,2 7-5439,11-12 194,1 1 1,-1-1-1,0 1 1,0-1-1,0-1 1,-5 4-1,-9 1-6441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36 3089,'0'0'8460,"3"-6"-6707,11-24 5957,-14 44-5957,-2 22 295,-13 68 0,2-17-643,-72 535 3048,68-456-4431,5 228 0,11-254-18,-4-68-4,-2-1 0,-26 102 0,6-31 0,27-100 115,0-28-3196,-4-34-7434,1 4-767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8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357 149 144,'0'0'1307,"-17"0"-378,-149 0 2222,158 0-2197,-15 1 310,-1-1 0,1-1 0,0-2-1,0 0 1,-24-7 0,47 10-1221,0 0 0,0 0 1,-1 0-1,1 0 0,0 0 1,0 0-1,0 0 0,0 0 1,0-1-1,0 1 0,0 0 1,-1 0-1,1 0 0,0 0 1,0 0-1,0 0 0,0 0 1,0 0-1,0-1 0,0 1 1,0 0-1,0 0 0,0 0 1,0 0-1,0 0 0,-1 0 1,1-1-1,0 1 0,0 0 1,0 0-1,0 0 0,0 0 1,0 0-1,0-1 0,0 1 1,0 0-1,1 0 0,-1 0 1,0 0-1,0 0 0,0 0 1,0-1-1,0 1 0,0 0 1,0 0-1,0 0 0,0 0 1,0 0-1,0 0 0,0 0 1,1-1-1,-1 1 0,0 0 1,0 0-1,0 0 0,0 0 1,0 0-1,0 0 0,1 0 1,-1 0-1,0 0 0,0 0 1,0 0-1,0 0 0,0 0 1,0 0-1,1 0 0,10-5 271,830-50 5014,2 52-4953,-451 5 202,-7-1-261,422-3 3794,-796 2-4068,94-1 438,-1-4-1,119-22 1,-212 25-286,-7 2 14,1-1 0,0 0 0,0 0 0,-1 0 1,1-1-1,-1 1 0,1-1 0,-1 0 0,0 0 0,0-1 1,6-4-1,-7 6-171,0 0 0,0 0 0,-1 0 1,1 0-1,0 1 0,0-1 0,0 1 0,0 0 1,0-1-1,0 1 0,0 1 0,0-1 0,5 1 1,3 0 1,33-1-23,-30 0-43,-31 0-141,-67 0-4591,-1 0-3911,70 0 6714,-58 0-9756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49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18 576,'0'0'5160,"11"-2"-3853,72-8 2090,-1 4 0,116 7 0,-73 1-2308,1157-2 4180,-800 26-5204,30 0-2197,-394-26 2076,311 8 325,-358-7 4189,-71 0-4393,1-1-1,0 1 1,0 0 0,-1 0 0,1 0-1,0-1 1,0 1 0,0 0-1,0-1 1,0 1 0,0-1-1,0 1 1,0-1 0,0 1 0,0-1-1,0 0 1,0 0 0,3 1-1,24 5 280,-27-6-279,206 31 2454,-207-31-2483,0 0 0,0 0 0,0 0 0,0 0 0,0 0 0,0 0 0,0 1 0,0-1 0,0 0 0,0 0 1,0 0-1,0 0 0,0 0 0,0 0 0,0 0 0,-1 0 0,1 0 0,0 0 0,0 1 0,0-1 1,0 0-1,0 0 0,0 0 0,0 0 0,0 0 0,0 0 0,0 0 0,0 0 0,0 0 0,0 0 0,0 1 1,1-1-1,-1 0 0,0 0 0,0 0 0,0 0 0,0 0 0,0 0 0,0 0 0,0 0 0,0 0 0,0 0 1,0 0-1,0 1 0,0-1 0,0 0 0,0 0 0,0 0 0,1 0 0,-1 0 0,0 0 0,0 0 0,0 0 1,0 0-1,0 0 0,0 0 0,0 0 0,0 0 0,0 0 0,0 0 0,1 0 0,-15 6 401,-18 3-2079,-19 5-4508,19-5-1661,9-1-1417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6:5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96 129 208,'0'0'7369,"6"-3"-5758,-4 0-585,12-8-1287,-2 7 9770,-12 6-9184,0 0-1,0 0 1,0 0-1,0 0 1,-1-1-1,1 1 0,0 0 1,-1 0-1,1 0 1,-1 0-1,0-1 1,-1 4-1,-2-3-264,0 0 0,0 0 1,0-1-1,0 1 0,-1-1 0,1 0 0,0 0 0,0-1 0,-1 1 0,1-1 0,0 0 1,-1 0-1,1 0 0,-5-2 0,-7 2 68,14 0-122,1 0-1,0-1 1,0 1 0,0 0-1,0 0 1,0-1 0,0 1-1,0 0 1,0-1 0,0 1-1,0-1 1,0 1-1,0-1 1,0 0 0,1 1-1,-1-1 1,0 0 0,0 0-1,1 0 1,-1 1 0,0-1-1,0-2 1,-1 0 21,1 1 0,0-1 0,0 0 0,0 0 0,0 0 0,0 0 0,1 0 1,-1-5-1,1 5-8,-1-1 0,1 1 1,0-1-1,1 1 1,-1 0-1,0-1 1,1 1-1,0 0 1,0-1-1,0 1 1,0 0-1,0 0 0,1 0 1,-1 0-1,1 0 1,4-5-1,1 3-28,1 0 0,0 0 0,0 1 0,0 0 0,1 1 0,0 0 0,-1 0 0,1 1 0,0 0 0,0 0 0,0 1-1,0 0 1,1 1 0,15 0 0,-25 1 8,1-1-1,0 0 1,0 0 0,-1 0-1,1 0 1,0 0-1,0 1 1,-1-1-1,1 0 1,0 1 0,0-1-1,-1 0 1,1 1-1,0-1 1,-1 1-1,1-1 1,-1 1 0,1 0-1,-1-1 1,1 1-1,-1-1 1,1 1 0,-1 0-1,1-1 1,-1 2-1,5 26 126,-5-22-40,0 0-1,0 0 1,-1 0-1,0 0 1,0 0-1,-1 0 1,-2 6-1,1-7-19,0-1 0,-1 1 0,1-1 0,-1 0 0,1 0 0,-1 0 0,-1-1 0,1 1 0,0-1 0,-1 0 0,0 0-1,1-1 1,-1 1 0,0-1 0,-7 2 0,0 0 48,0-1-1,0-1 0,0 1 1,-1-2-1,-19 1 1,31-3-94,0 0 1,0 1 0,0-1-1,0 0 1,0 0 0,0 0-1,0 0 1,1 1 0,-1-1-1,0 0 1,0-1 0,1 1-1,-1 0 1,1 0 0,-1 0-1,1 0 1,0 0 0,-1 0-1,1-1 1,0 1 0,0 0-1,0 0 1,-1-1 0,1 1-1,1 0 1,-1 0 0,0-2-1,0-2-9,0 1 0,0 0-1,0-1 1,1 1 0,0 0 0,0-1-1,2-7 1,1 8-14,-1-1-1,1 1 1,0 0-1,0 0 1,1 0-1,-1 1 1,1 0 0,0-1-1,0 1 1,0 1-1,0-1 1,0 1 0,10-3-1,-3 1-10,1 1 0,-1 0-1,1 0 1,0 2 0,15-1 0,-10 1-10,-13 0 11,1 1 1,0 0-1,-1 0 1,1 1-1,8 1 0,-12-2 14,-1 1-1,0-1 0,0 1 1,0 0-1,0-1 0,1 1 1,-1 0-1,0-1 1,0 1-1,0 0 0,0 0 1,-1 0-1,1 0 0,0 0 1,0 0-1,-1 0 0,1 0 1,0 0-1,-1 0 0,1 1 1,-1-1-1,1 0 0,-1 0 1,0 0-1,1 1 0,-1-1 1,0 0-1,0 1 0,0 0 1,1 9 98,-1 0 1,0-1-1,-1 1 0,0-1 1,0 1-1,-1-1 0,-6 17 1,6-22-39,0 1-1,-1-1 1,0 0 0,0-1-1,-1 1 1,1-1 0,-1 1-1,0-1 1,0 0 0,0 0-1,-1-1 1,1 1 0,-1-1 0,0 0-1,-10 4 1,6-3 31,-1 0 1,0-1-1,0 0 1,-1 0-1,1-2 1,0 1-1,-1-1 1,1-1-1,-1 0 1,-13-1-1,23 0-86,0 1-1,0 0 1,1-1-1,-1 0 1,0 1-1,1-1 1,-1 1-1,0-1 1,1 0 0,-1 1-1,1-1 1,-1 0-1,1 0 1,-1 0-1,1 1 1,0-1-1,-1 0 1,1 0 0,0 0-1,0 0 1,-1 0-1,1 1 1,0-1-1,0 0 1,0 0-1,0-2 1,0-31-27,1 25 25,-1 5-4,0-1 1,0 1-1,1-1 1,0 1-1,0 0 1,0-1-1,0 1 1,1 0-1,0 0 1,0-1-1,0 1 1,0 1-1,1-1 1,-1 0-1,1 1 1,0-1-1,0 1 1,0 0-1,1 0 1,-1 0-1,1 0 1,-1 0-1,1 1 1,0 0-1,0 0 1,7-3-1,3 0-27,-1 1 1,2 0-1,-1 1 1,0 1-1,1 0 0,-1 1 1,16 0-1,-29 1 28,1 0 0,-1 0 0,1 1 0,-1-1 0,1 0 0,-1 0 0,0 1 0,1-1 0,-1 1 0,0-1 0,1 1 0,-1 0 0,0 0 0,1-1 0,-1 1 0,0 0 0,0 0 0,0 0 0,0 0 0,0 0-1,0 0 1,1 2 0,-1 0 0,1 0 0,-1 0 0,0 0-1,0 0 1,0 0 0,0 0 0,-1 1-1,1-1 1,-1 6 0,1-3 11,-1-1 1,-1 1 0,1-1-1,-1 1 1,0-1-1,0 0 1,-1 1 0,1-1-1,-1 0 1,-1 0-1,1 0 1,-3 5 0,-2-3 22,1-1 1,-1 0 0,0 0-1,-1 0 1,1-1-1,-1 0 1,0-1 0,0 0-1,-1 0 1,1-1-1,-15 4 1,11-3 22,-1-1 1,-1-1-1,1 0 0,0-1 0,0-1 1,-1 0-1,-17-2 0,29 2-51,1-1 0,-1 0 0,1 0 0,-1 0 0,1 0 0,0 0 0,-1 0-1,1 0 1,0 0 0,0 0 0,0 0 0,0-1 0,0 1 0,0-1 0,0 1-1,0-1 1,0 1 0,1-1 0,-1 1 0,1-1 0,-1 1 0,1-1 0,-1 0-1,1 1 1,0-1 0,0 0 0,0-3 0,0-2-1,-1 0 0,1 0 0,1 0 0,0 0 0,2-12-1,0 13-9,-1-1 0,2 1 0,-1 0 0,1 0 0,-1 1 0,2-1 0,-1 1 0,0-1 0,1 2 0,0-1 0,1 0 0,-1 1 0,1 0 0,-1 0 0,1 1 0,13-6 0,-7 3-5,1 1 0,0 0-1,0 1 1,0 1 0,0 0 0,0 1 0,26-2-1,-37 4 10,-1 1-1,0-1 1,0 0-1,1 0 1,-1 0 0,0 1-1,0-1 1,0 0-1,1 1 1,-1 0-1,0-1 1,0 1-1,0-1 1,0 1-1,0 0 1,0 0-1,0 0 1,0-1-1,-1 1 1,3 2-1,-2 0 2,1 0 0,0 0 0,-1 0 0,0 1-1,0-1 1,0 0 0,1 7 0,0 6 14,-1 1 1,-1 26 0,-1-26-2,2-13 8,-2 1-1,1-1 0,0 0 0,-1 1 0,0-1 1,0 0-1,0 0 0,-1 0 0,1 0 0,-1 0 1,0 0-1,0 0 0,0 0 0,-1-1 0,1 1 0,-1-1 1,0 0-1,0 0 0,0 0 0,-6 5 0,3-5 45,0 1 0,-1-1 0,1 0 0,-1 0-1,1-1 1,-1 0 0,0 0 0,0-1 0,0 1 0,0-1-1,0-1 1,-7 0 0,12 0-60,1 0 1,-1 1 0,1-1-1,0-1 1,-1 1-1,1 0 1,0 0-1,-1 0 1,1-1-1,0 1 1,-1-1-1,1 1 1,0-1-1,0 0 1,0 1 0,-1-1-1,1 0 1,0 0-1,0 0 1,0 1-1,0-1 1,0 0-1,1-1 1,-1 1-1,-1-1 1,0-3-5,1 1 0,0-1 1,0 1-1,0-1 0,0 1 0,1-8 0,0 9 1,-1-5-11,0 0 1,1-1-1,0 1 0,1-1 1,0 1-1,0-1 0,1 1 1,4-13-1,-4 16 0,1 0 0,0 0 0,-1 1 0,2-1 0,-1 1 0,0 0 0,1-1 0,0 2 0,0-1 0,0 0 0,1 1 0,-1 0 0,1 0 0,6-3 0,-4 2-16,-1 1 1,1-1-1,0 1 1,0 1-1,0-1 0,1 1 1,-1 1-1,1-1 1,-1 1-1,1 1 1,-1-1-1,1 1 1,0 0-1,-1 1 1,8 1-1,-14-1 27,1 0-1,-1 0 0,0-1 0,-1 1 0,1 0 1,0 0-1,0 0 0,0 0 0,0 1 0,-1-1 1,1 0-1,0 0 0,-1 0 0,1 1 0,-1-1 1,0 0-1,1 0 0,-1 1 0,0-1 0,0 0 1,0 1-1,0 1 0,0 36 102,0-32-51,-1-2-28,1 0 1,-1-1 0,0 1-1,0-1 1,-1 1 0,1-1-1,-1 1 1,0-1 0,0 0-1,0 1 1,-1-1 0,1 0-1,-1-1 1,0 1 0,0 0-1,-1-1 1,1 0 0,-1 0-1,-6 5 1,4-4-23,-1 0 1,0-1-1,1 0 0,-1 0 0,0 0 1,0-1-1,-1 0 0,1 0 0,0-1 1,-1 0-1,-11 0 0,18 0-1,0-1 0,0 0 0,0 0 0,0 0 0,0 0 0,0 0 0,0 0 0,0 0 0,0-1 0,0 1 0,0 0 0,0-1 0,0 1 0,0 0 0,0-1 0,0 1 0,0-1 0,1 1 0,-1-1 0,0 0 0,0 1 0,0-2 0,-3-24 0,5 23 0,-2-5 0,1 0 0,0 0 0,0 1 0,1-1 0,0 1 0,0-1 0,1 1 0,0-1 0,1 1 0,-1 0 0,1 0 0,1 0 0,-1 0 0,1 0 0,0 1 0,1-1 0,-1 1 0,1 1 0,1-1 0,5-5 0,-3 5 0,-1 1 0,1 0 0,0 0 0,0 1 0,0 0 0,1 0 0,0 1 0,-1 0 0,1 0 0,0 1 0,0 1 0,1-1 0,-1 1 0,0 1 0,11 0 0,-19 1 0,0-1 0,1 1 0,-1-1 0,0 1 0,0-1 0,1 1 0,-1 0 0,0 0 0,0 0 0,0-1 0,0 1 0,0 0 0,0 0 0,0 1 0,-1-1 0,1 0 0,0 0 0,0 0 0,-1 0 0,1 1 0,-1-1 0,1 0 0,-1 1 0,0-1 0,1 0 0,-1 1 0,0-1 0,0 0 0,0 1 0,0 1 0,1 55 0,-1-46 0,0 7 0,0-13 0,1 1 0,-2 0 0,1 0 0,-1-1 0,-2 14 0,2-18 0,0 0 0,0 0 0,-1 1 0,1-1 0,0 0 0,-1 0 0,1 0 0,-1 0 0,0-1 0,1 1 0,-1 0 0,0-1 0,0 1 0,0-1 0,0 0 0,-1 1 0,1-1 0,0 0 0,-5 1 0,-3 1 0,-1 0 0,0-1 0,0 0 0,0-1 0,0 0 0,-13-1 0,18 0 0,1 0 0,0 0 0,0-1 0,-1 1 0,1-1 0,0-1 0,0 1 0,0-1 0,0 0 0,0 0 0,1 0 0,-1 0 0,1-1 0,-9-6 0,11 6 0,0 0 0,0 0 0,0 0 0,0-1 0,1 1 0,-1 0 0,1-1 0,0 1 0,0-1 0,0 0 0,1 1 0,-1-1 0,1 0 0,0 1 0,0-1 0,0 0 0,0 1 0,1-1 0,-1 0 0,1 1 0,0-1 0,0 1 0,1-1 0,-1 1 0,1-1 0,-1 1 0,1 0 0,0 0 0,0 0 0,1 0 0,-1 0 0,0 0 0,1 1 0,0-1 0,0 1 0,3-3 0,5 0 0,0 1 0,0 1 0,0 0 0,0 0 0,0 1 0,0 0 0,1 1 0,-1 0 0,1 1 0,-1 1 0,14 1 0,-23-1 0,0-1 0,0 1 0,-1-1 0,1 1 0,0 0 0,-1 0 0,1 0 0,0 0 0,-1 0 0,1 0 0,-1 1 0,0-1 0,1 0 0,-1 1 0,0-1 0,0 1 0,0-1 0,0 1 0,0 0 0,0-1 0,-1 1 0,1 0 0,0 0 0,-1-1 0,1 1 0,-1 3 0,2 3 0,-1-1 0,-1 0 0,1 1 0,-1-1 0,-2 13 0,1-17 0,0 0 0,0 0 0,0-1 0,0 1 0,-1 0 0,1-1 0,-1 0 0,0 1 0,0-1 0,0 0 0,0 0 0,0 0 0,-1 0 0,1 0 0,0 0 0,-1-1 0,0 1 0,1-1 0,-1 1 0,-5 1 0,0 0 0,-1 0 0,0 0 0,0-1 0,0 0 0,-14 1 0,10-2 0,8 0 0,0-1 0,0 0 0,0 0 0,0 0 0,0 0 0,-9-2 0,13 0 0,0 1 0,0 0 0,0 0 0,0 0 0,0-1 0,0 1 0,1 0 0,-1-1 0,1 1 0,-1 0 0,1-1 0,-1 1 0,1-1 0,0 1 0,-1-1 0,1 1 0,0-1 0,0 1 0,0-1 0,0 0 0,1-2 0,-1 0 0,0 1 0,1-1 0,-1 1 0,1-1 0,0 1 0,0-1 0,0 1 0,3-6 0,-2 6-132,1 0 1,0 0-1,1 0 1,-1 0-1,0 1 1,1-1-1,0 1 1,-1 0-1,1 0 0,0 0 1,0 0-1,0 1 1,0 0-1,0 0 1,8-1-1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01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1361,'0'0'1294,"0"0"-1211,1 0 1,-1 0 0,0 0 0,0 1 0,0-1 0,0 0 0,0 0 0,1 0 0,-1 0 0,0 0 0,0 1-1,0-1 1,0 0 0,1 0 0,-1 0 0,0 0 0,0 0 0,0 0 0,1 0 0,-1 0 0,0 0 0,0 0 0,1 0-1,-1 0 1,0 0 0,0 0 0,0 0 0,1 0 0,-1 0 0,0 0 0,0 0 0,0 0 0,1 0 0,-1 0-1,0 0 1,0 0 0,0 0 0,1-1 0,-1 1 0,0 0 0,0 0 0,22-44 2711,-16 14 6183,-5 67 1253,0 11-6900,-1-31-3340,0 0 1,-2 0 0,0 0 0,-1 0 0,-5 17 0,4-22 77,0 0 87,0 0 0,1 0 0,0 0 1,1 0-1,-1 16 0,3-27 57,2-18-130,-1 14-128,1-1 0,0 1 0,0 0 0,0 0 0,1 0 0,-1 0 0,1 1 0,-1-1 0,1 1 0,0-1 0,0 1 0,0 0 0,0 0 0,0 0-1,1 1 1,-1-1 0,1 1 0,-1 0 0,1 0 0,6-1 0,7-1-354,0 1-1,0 1 0,22 1 1,-24 0 283,2 0 65,0 0 0,0 2-1,21 4 1,-32-5 16,1 1 0,-1 0 0,1 1 0,-1-1 0,0 1 0,0 0 0,0 1 0,0-1 0,-1 1 0,10 9 1,-12-9 25,-1-1 0,1 1 0,-1 0 0,0 0 0,0 0 0,-1 0 0,1 0 0,-1 0 0,0 1 0,0-1 0,0 0 0,0 1 0,-1-1 0,0 1 0,0 4 0,0-4 34,0 1 0,-1 0-1,1 0 1,-1-1-1,-1 1 1,1-1 0,-1 1-1,0-1 1,0 1-1,0-1 1,-4 5 0,2-4 62,-1 1 0,0-1 1,0 0-1,0 0 0,-1-1 0,0 0 1,0 0-1,-1 0 0,1-1 1,-1 0-1,0 0 0,0 0 1,0-1-1,-1 0 0,1-1 1,-1 0-1,1 0 0,-1 0 1,0-1-1,0 0 0,-11-1 0,-14 2 213,21-1-152,1 0 1,-1-1-1,1-1 0,-20-3 0,29 3-142,-1 0 0,1 0 0,-1 0 0,1-1 0,-1 1 0,1-1 0,0 0 0,0 1 1,0-1-1,-2-3 0,6-19-14213,6 11 6497,2-3-2383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0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1393,'0'0'19726,"7"0"-17960,234 5 1691,-96-1-1875,-48-2 3101,-101-2-5840,0 1 0,1 1 0,-1-1 0,0 1 0,0-1 0,1 1 0,-1 0 0,1 1 0,0-1 0,0 0 0,-4 4 0,-4 3-5478,-2-1-3164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04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 1297,'0'-2'14628,"-16"54"-11278,10-36-2943,1 1 0,0 0-1,2 0 1,-3 25-1,1 16 563,5-58-974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3121,'0'0'24113,"5"12"-23163,61 132-32,-16-38-663,-46-98-254,-3-6-3,1 0 1,-1 1 0,0-1 0,0 1-1,-1-1 1,1 1 0,-1 0 0,1-1 0,-1 1-1,0 4 1,0-6-79,-1-2 23,-1 1 0,0-1 0,0 0 0,1 0 0,-1 0 1,1-1-1,-1 1 0,1 0 0,-1 0 0,1-1 0,0 1 0,0-1 0,0 1 0,0-1 0,0 0 0,-2-3 0,2 3-34,-2-4 4,0-1 1,0 1-1,1-1 0,0 0 1,0 0-1,0 1 0,1-1 1,0 0-1,1 0 0,-1-1 1,1 1-1,1 0 0,-1 0 1,1 0-1,1 0 0,-1 0 1,1 1-1,0-1 0,1 0 1,-1 1-1,1-1 0,7-9 1,-4 5 13,1 1 1,0 0-1,0 1 1,1-1 0,0 2-1,1-1 1,0 1-1,1 0 1,-1 1-1,1 0 1,1 1 0,15-8-1,-22 12 72,0 0 0,0 1 0,1 0 0,-1-1 0,0 1 0,1 1 0,-1-1 0,0 1-1,1-1 1,-1 1 0,1 0 0,-1 1 0,1-1 0,5 3 0,-7-2 13,0 0 0,0 1 0,0-1-1,-1 1 1,1 0 0,-1 0 0,1 0 0,-1 0 0,0 0 0,1 1 0,-1-1 0,-1 1-1,1-1 1,0 1 0,-1 0 0,1 0 0,-1 0 0,0-1 0,2 7 0,2 5 116,-1 1 1,-1-1-1,0 1 1,-1 0-1,1 22 1,-3-37-108,1 0-46,-1-1 6,1 1 0,0-1 0,-1 1 0,1-1-1,0 0 1,-1 1 0,1-1 0,-1 0-1,1 0 1,-1 0 0,1 1 0,-1-1 0,0 0-1,1 0 1,-1 0 0,0 0 0,0 0 0,1-1-1,0-2-46,5-8 45,0 0 0,1 1 1,0 0-1,0 0 0,2 1 1,-1-1-1,1 2 0,1-1 1,-1 1-1,2 1 0,-1 0 1,1 0-1,0 1 0,1 1 1,0 0-1,0 0 0,0 1 1,1 1-1,16-5 0,-27 9 37,0 0 0,-1 0 0,1 0 0,0 0 0,0 0-1,-1 1 1,1-1 0,0 1 0,-1-1 0,1 1 0,-1-1 0,1 1-1,0 0 1,-1 0 0,1-1 0,-1 1 0,0 0 0,1 1 0,-1-1-1,0 0 1,0 0 0,1 1 0,-1-1 0,0 0 0,0 1-1,-1-1 1,1 1 0,0-1 0,0 1 0,-1-1 0,1 1 0,-1 0-1,1 2 1,3 10 152,0 0-1,-1 0 0,2 16 1,-3-12 56,4 13 39,11 37 0,-16-66-383,-1-1 1,1 0-1,-1 1 1,1-1 0,0 0-1,0 0 1,-1 0-1,1 1 1,0-1 0,0 0-1,0 0 1,0 0-1,0-1 1,1 1 0,-1 0-1,2 1 1,8 2-5495,1-3-4449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11221,'0'0'12982,"48"31"-12710,-37-22-192,1-5-48,-3 2-32,1 3-432,7-3-1041,2-4-1264,6-2-528,4 0-2562,-2 0-1216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1 400,'0'0'20714,"-92"123"-19146,62-71-127,-1 5-368,0-3-529,-1-4-464,5-2-80,2-8-256,4-7-1089,4 1-1408,1-9-1217,1-8-2369,5-9-2017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8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15 10325,'0'0'8942,"-25"-2"-5647,-3-2-2530,5 0-249,0 2-1,-1 0 1,1 1 0,-43 5-1,44 0-108,1 0-1,-1 1 1,-23 10 0,34-11-320,-1 1 0,2 1 0,-1-1 0,0 2 0,1-1 1,0 1-1,-11 11 0,19-16-112,-1 1 1,1-1-1,0 0 1,0 1-1,1-1 0,-1 1 1,1-1-1,-1 1 1,1 0-1,0 0 0,0-1 1,0 1-1,0 0 1,0 0-1,1 0 0,-1 0 1,1 0-1,0 0 1,0 0-1,0 1 1,0-1-1,1 0 0,-1 0 1,2 3-1,0-1-122,0 0 0,0 0 1,0-1-1,1 1 0,0-1 0,0 0 0,0 0 0,1 0 1,-1 0-1,1 0 0,0-1 0,0 0 0,5 3 0,32 20-661,1-3 0,47 19 0,-54-27 350,-1 1-1,-1 1 1,0 2-1,42 33 1,-72-50 448,0 1 0,-1-1 1,1 1-1,-1-1 0,0 1 1,0 0-1,0 0 0,0 0 1,0 0-1,-1 0 1,1 0-1,-1 1 0,0-1 1,0 0-1,0 1 0,0-1 1,-1 1-1,1 4 0,-1-5 88,0 0 0,-1 0 0,0 0-1,1 0 1,-1-1 0,0 1-1,0 0 1,-1 0 0,1-1-1,0 1 1,-1 0 0,0-1 0,1 0-1,-1 1 1,0-1 0,0 0-1,-1 0 1,1 0 0,0 0-1,-5 2 1,-18 11 1083,-1-2-1,0-1 0,-40 12 1,36-13-677,0 0 1,-41 24 0,69-34-1466,6-4-1501,11-9-777,-1 0 0,19-24 0,16-18-4700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11989,'0'0'12134,"-42"140"-9141,21-67-1072,6 2-224,3 1-304,1-9-849,11-7-448,0-12-96,0-8-160,0-11-672,0-8-593,0-6-736,0-9-1089,-16-6-8579,3-17 3185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3282,'0'0'6725,"24"-1"-1682,361-2 6076,-309 5-10231,-42 0-663,0-2 0,1-1-1,-1-1 1,45-9 0,-78 10-142,-6 1-21,-17 0 215,-43 5 0,59-4-273,-1 1 0,1-1 0,0 1 0,0 0 0,0 1 0,0-1 0,0 1 0,0 0 0,1 1 0,-1-1 0,-5 6 0,10-8-30,0 0-1,-1 0 1,1 0 0,0 0 0,0 1 0,0-1-1,0 0 1,0 0 0,0 1 0,1-1-1,-1 1 1,0-1 0,1 1 0,-1-1 0,1 1-1,-1-1 1,1 1 0,0-1 0,0 1-1,0 0 1,0 2 0,0-3-36,1 0-1,-1 0 1,0 0 0,1 0-1,0 0 1,-1 0 0,1 0-1,-1-1 1,1 1-1,0 0 1,0 0 0,-1-1-1,1 1 1,0 0 0,0-1-1,0 1 1,0-1 0,0 1-1,0-1 1,0 1 0,0-1-1,0 0 1,0 0 0,0 1-1,0-1 1,0 0 0,0 0-1,2 0 1,106 0 1158,-106 0-1102,-1 1-1,1-1 1,-1 1-1,1-1 1,0 1-1,-1 0 0,1 0 1,-1 0-1,0 0 1,4 3-1,3 2-560,0 0 0,1-1-1,-1 0 1,1 0-1,16 4 1,-13-6-1474,-1 0 0,1-2 0,0 1 0,18-1 0,5-1-3801,1 0-801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 4930,'0'0'18982,"-13"-2"-17330,5 0-1330,5 1-234,1 0-1,-1 1 1,0-1-1,0 0 1,0 1 0,0 0-1,0-1 1,0 1 0,0 0-1,0 1 1,0-1 0,0 0-1,0 1 1,0 0-1,0 0 1,0 0 0,0 0-1,0 0 1,1 0 0,-1 1-1,0-1 1,1 1 0,-1 0-1,-3 3 1,2 1-27,0 0 0,0 0 1,0 0-1,1 1 0,-1-1 0,2 1 0,-1 0 1,1 0-1,0 0 0,0 0 0,1 0 1,0 0-1,0 1 0,1-1 0,0 0 0,0 1 1,1-1-1,1 8 0,-2-12-109,1-1 1,0 1-1,0 0 0,0 0 0,1-1 1,-1 1-1,1-1 0,-1 1 1,1-1-1,0 0 0,0 0 1,0 1-1,0-1 0,0 0 0,1-1 1,-1 1-1,0 0 0,1-1 1,0 1-1,-1-1 0,1 0 0,0 0 1,-1 0-1,1 0 0,5 0 1,8 2-700,0 0 0,0-1 0,22-1 1,-35-1 619,11 1-927,1-2 0,-1 1 1,0-2-1,0 0 0,0 0 0,-1-1 0,22-8 1,32-25-6535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12454,'0'0'11237,"-19"13"-8948,7-6-1990,4-3-116,1 1 0,-1 0 0,1 0 0,0 0 1,0 1-1,1 0 0,-1 1 0,1-1 0,1 1 0,-1 0 0,1 1 0,1-1 1,-1 1-1,1 0 0,1 0 0,-6 18 0,-6 54 940,4 0 0,-1 107 1,-14 97-1119,8-219-5,12-45 0,5-16 0,2-6 0,22-31-797,0 1 0,3 1 0,0 0 0,35-28 1,-43 40 197,-3 4 8,64-59-1825,-70 67 2147,-1 0-1,2 1 1,-1 0-1,1 1 1,0 0-1,0 0 1,15-4-1,-24 9 275,0-1 0,0 1 0,0 0 0,0-1 0,0 1 0,-1 0 0,1 0 0,0 0 0,0 0 0,0 0 0,0 0 0,0 0 0,0 0 0,0 0 0,0 0 0,0 0 0,0 1 0,-1-1 0,1 0 0,0 1 0,0-1-1,0 0 1,0 1 0,-1-1 0,2 2 0,-2-1 48,1 0-1,-1 0 1,0-1-1,1 1 1,-1 0-1,0 0 1,0 0-1,0 1 1,0-1-1,0 0 1,0 0-1,0 0 1,0 0-1,0 0 1,0 0-1,-1 0 1,1 0-1,-1 1 1,-1 3 184,0-1 0,0 1 1,0 0-1,-1-1 0,0 0 1,0 0-1,0 0 1,-5 5-1,-4 0 361,-1-1-1,0 0 1,0-1-1,-23 9 1,-33 17 1029,64-30-1495,0 1 0,0-1-1,0 1 1,1 0 0,-1 0 0,1 1 0,0-1 0,0 1 0,-5 10-1,6-11-102,1 1 0,0-1-1,1 1 1,-1 0 0,1-1-1,0 1 1,0 0-1,0 0 1,1 0 0,0 0-1,0 0 1,0 0-1,1 0 1,-1 0 0,1-1-1,0 1 1,1 0 0,-1 0-1,4 8 1,0-5-31,-1 0-1,1 0 1,1 0 0,-1 0-1,1-1 1,1 1 0,0-2 0,-1 1-1,10 6 1,2 0-308,1-2 1,0 1-1,1-2 1,21 8-1,1-3-2928,-2-4-3331,-21-8-3478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11125,'0'0'12702,"-7"28"-11128,3-7-1202,-8 28 749,3 1 0,-4 67 0,10-19 89,5 1 1,24 174-1,-2-100-3005,-22-192-13506,-2-21 5697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246 355 7924,'0'0'6058,"19"-6"-2515,-18 6-3482,37-12 1209,1 1 0,48-6 0,509-73 2338,-6-35-3785,-474 90-239,-77 22 511,0 1 0,1 2 0,0 1 0,80-6 0,-118 15-68,-1 0-1,1 0 0,-1 0 1,1 1-1,-1-1 1,0 0-1,1 1 1,-1-1-1,1 1 1,-1-1-1,0 1 0,1 0 1,-1-1-1,0 1 1,0 0-1,0 0 1,0 0-1,0 0 1,0 0-1,0 0 1,0 0-1,0 0 0,0 1 1,0-1-1,0 0 1,-1 0-1,1 1 1,0 2-1,1 3 143,0 1-1,-1-1 1,0 1-1,0 12 1,0-6 139,6 179 2683,10 104-499,6-140-2039,-4-33-440,4 134 1,-22-229-14,-2-11 0,2 0 0,0 0 0,6 26 0,-8-43 0,0-1 0,-1 1 0,1-1 0,0 1 0,0-1 0,0 0 0,0 0 0,0 0 0,0 1 0,-1-1 0,1 0 0,0 0 0,0 0 0,-2-1 0,1 1 0,-39-2-75,-64-12 1,-12-1-343,-1026-8 279,958 32 490,-204 35 0,365-40-352,13-3 0,0 1 0,0 0 0,0 0 0,1 1 0,-1 0 0,1 1 0,0 0 0,-17 10 0,26-13 0,0 0 0,0-1 0,0 1 0,0 0 0,0 0 0,1-1 0,-1 1 0,0 0 0,0 0 0,1 0 0,-1 0 0,1 0 0,-1 0 0,1 0 0,-1 2 0,1-3 0,0 1 0,0-1 0,0 1 0,0-1 0,0 0 0,0 1 0,0-1 0,0 1 0,0-1 0,0 1 0,1-1 0,-1 1 0,0-1 0,0 1 0,1-1 0,-1 0 0,0 1 0,0-1 0,1 1 0,-1-1 0,1 0 0,-1 1 0,1-1 0,2 2 0,0 0 0,0-1 0,0 0 0,0 0 0,0 0 0,0 0 0,6 1 0,27 2-224,1-1 0,56-3 0,-38 0-1561,-46 0 973,0 0 0,-1 0 0,1-1-1,-1 0 1,0-1 0,1 1 0,-1-2 0,0 1 0,8-4 0,14-16-7547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6 1169,'0'0'14243,"0"5"-11479,0-2-2393,0-1 0,0 1 1,0 0-1,0-1 0,-1 1 0,1 0 0,-1-1 0,1 1 0,-1-1 0,0 1 0,0-1 0,0 1 0,-1-1 0,1 0 0,0 0 0,-1 1 1,0-1-1,1 0 0,-1 0 0,0-1 0,0 1 0,0 0 0,0-1 0,0 1 0,-1-1 0,1 1 0,0-1 0,-1 0 0,1 0 1,-1 0-1,1 0 0,-1-1 0,-4 1 0,6-1-351,0-1 0,0 1-1,0-1 1,1 0 0,-1 1 0,0-1 0,0 0 0,0 0 0,1 0-1,-1 0 1,0 0 0,1 0 0,-1 0 0,1 0 0,-1 0 0,1 0 0,0 0-1,-1 0 1,1 0 0,0 0 0,0 0 0,-1 0 0,1 0 0,0 0 0,1-2-1,-2 0-17,1 0-1,-1 0 1,1 1-1,0-1 1,1 0-1,-1 0 0,0 0 1,1 0-1,1-4 1,-1 5-8,1 0-1,0 1 1,0-1 0,0 1 0,0-1 0,1 1 0,-1 0 0,0 0 0,0 0-1,1 0 1,-1 0 0,1 0 0,-1 1 0,1-1 0,-1 1 0,1 0 0,-1-1-1,4 1 1,47 3-141,-51-3 144,0 0 0,0 1 0,0-1 0,0 1 0,-1 0 0,1-1 0,0 1 0,0 0 1,-1 0-1,1 0 0,-1 0 0,1 0 0,-1 1 0,1-1 0,-1 0 0,0 1 0,0-1 1,1 1-1,-1-1 0,0 1 0,0-1 0,1 5 0,-1-3 6,0 0-1,0 0 0,0 1 1,0-1-1,-1 1 1,1-1-1,-1 1 1,0-1-1,0 1 0,0-1 1,-2 6-1,2-8 28,-1 0-1,0 1 0,0-1 1,0 0-1,0 0 1,0 0-1,0 0 0,0 0 1,0 0-1,0 0 1,0 0-1,0 0 0,-1-1 1,1 1-1,0 0 1,-1-1-1,1 1 0,-1-1 1,1 1-1,0-1 1,-1 0-1,1 0 0,-4 1 1,-36 1 702,39-2-689,-4 0 37,2 1-59,1-1 1,-1 0 0,1 0-1,-1-1 1,0 1 0,1-1-1,-1 0 1,-4-1 0,7 1-23,0 0 1,0 0-1,0 0 1,0 0-1,0 0 1,0 0 0,0 0-1,0 0 1,0-1-1,1 1 1,-1 0-1,1-1 1,-1 1 0,1 0-1,-1-1 1,1 1-1,-1 0 1,1-1 0,0 1-1,0-1 1,0 1-1,0-1 1,0 1-1,0-2 1,0 0 0,0 0 0,0 0 0,0 0 0,1 0 0,-1 0 0,1 0 0,-1 1 0,1-1 0,0 0 0,0 0 0,0 1 0,3-5 0,-2 5 0,-1 0 0,1 1 0,0 0 0,0-1 0,-1 1 0,1 0 0,0 0 0,0 0 0,0 0 0,1 0 0,-1 0 0,0 1 0,0-1 0,0 1 0,0-1 0,1 1 0,2 0 0,9-2 0,1 1 0,0 1 0,-1 0 0,19 4 0,-30-4 0,-1 0 0,1 0 0,-1 1 0,1-1 0,-1 1 0,1 0 0,-1 0 0,0 0 0,1 0 0,-1 0 0,0 0 0,0 1 0,0-1 0,0 1 0,0-1 0,0 1 0,0 0 0,0 0 0,-1 0 0,1 0 0,-1 0 0,1 0 0,-1 0 0,0 0 0,0 1 0,0-1 0,0 1 0,0-1 0,-1 0 0,1 1 0,-1-1 0,1 5 0,-1-6 0,-1 1 0,1-1 0,0 0 0,-1 0 0,1 0 0,-1 0 0,1 0 0,-1 0 0,0 0 0,1 0 0,-1 0 0,0 0 0,0-1 0,0 1 0,0 0 0,1 0 0,-1-1 0,0 1 0,0-1 0,0 1 0,0-1 0,-1 1 0,1-1 0,0 1 0,0-1 0,0 0 0,0 0 0,0 1 0,-3-1 0,-40 3 0,35-3 0,-5 1 0,-23 1 0,33-4 0,23-2 0,3-1-208,5 0-1830,-6 0-3191,6-3-3543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51.9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84 138 2673,'0'0'9028,"0"-8"-8257,-1 0-647,-1-30 1844,6 12 3258,-2 25-5216,1 0 0,0 1 0,0-1-1,0 0 1,0 1 0,0 0-1,0-1 1,0 1 0,0 0 0,0 1-1,0-1 1,0 1 0,6 1-1,-8 0 44,1 1-1,-1 0 0,0 0 1,1 0-1,-1 0 0,0 0 1,-1 0-1,1 0 0,-1 1 1,1-1-1,-1 0 0,0 5 0,-3 41 680,2-46-711,1-1 0,-1 0 0,0 1 0,0-1 0,0 0 0,0 0 0,0 0 0,-1 0 0,1 0 0,0 0 0,-1 0 0,0-1 0,1 1 0,-1 0 0,0-1 0,0 0 0,0 1 0,0-1 0,0 0 0,0 0 0,0 0 0,-1 0 0,-3 1 0,-3 0 53,1 0 1,-1 0 0,0-1 0,1 0-1,-12 0 1,19-1-39,0 0 1,-1-1-1,1 1 0,0 0 0,0-1 1,-1 1-1,1-1 0,0 1 0,0-1 0,0 1 1,0-1-1,0 0 0,0 0 0,0 0 1,0 1-1,0-1 0,0 0 0,0 0 0,0 0 1,1 0-1,-1 0 0,0-1 0,1 1 1,-1 0-1,1 0 0,-1 0 0,1-1 0,0 1 1,-1 0-1,1 0 0,0-3 0,-2-47 428,2 39-347,0 6-102,0 1-1,0 0 1,1-1 0,0 1 0,0-1 0,0 1 0,1 0 0,0 0-1,0 0 1,0 0 0,4-7 0,-4 10-18,-1 0-1,1-1 1,0 1-1,1 0 1,-1 0 0,0 0-1,1 0 1,-1 0 0,1 1-1,-1-1 1,1 1-1,0-1 1,0 1 0,-1 0-1,1 0 1,0 0 0,0 1-1,0-1 1,0 1-1,0 0 1,5 0 0,-6 0 1,0 0 1,0 0 0,0 1-1,0-1 1,-1 1-1,1-1 1,0 1 0,0 0-1,-1 0 1,1 0-1,0 0 1,-1 0 0,1 0-1,-1 0 1,1 0-1,-1 0 1,0 1 0,1-1-1,-1 1 1,0-1-1,0 1 1,0 0 0,0-1-1,0 1 1,-1 0-1,1-1 1,0 1 0,-1 0-1,1 0 1,-1 0-1,1 3 1,0 5 63,0 1-1,0-1 1,-1 1 0,-1 16 0,0-26-40,1 1 1,-1 0 0,0-1-1,0 1 1,1-1 0,-1 1-1,0-1 1,0 1 0,-1-1-1,1 0 1,0 0-1,0 1 1,-1-1 0,1 0-1,0 0 1,-1 0 0,1 0-1,-1-1 1,0 1-1,1 0 1,-1-1 0,0 1-1,1-1 1,-1 1 0,0-1-1,1 0 1,-1 0-1,0 0 1,-2 0 0,2 1 5,0-1 0,-1 0 1,1 0-1,0 0 0,0 0 0,0 0 1,-1 0-1,1-1 0,0 1 1,0-1-1,0 1 0,0-1 1,0 0-1,0 0 0,0 0 0,0 0 1,0 0-1,0 0 0,0-1 1,1 1-1,-1-1 0,1 1 1,-2-3-1,0-2 39,1 0 0,0 0 0,0 0 0,0-1 0,1 1 0,0-1 0,1 1 0,-1-1 0,1 1 0,1-12 0,-1 16-71,1 0 0,-1 0 0,0 0 0,1-1 0,0 1 0,-1 0 0,1 0 0,0 0 0,0 0 1,0 0-1,0 1 0,0-1 0,0 0 0,1 0 0,-1 1 0,1-1 0,-1 0 0,1 1 0,0 0 0,-1-1 0,1 1 0,0 0 0,0 0 0,0 0 0,0 0 0,0 0 0,0 1 0,0-1 0,0 0 1,0 1-1,0 0 0,1-1 0,3 1 0,-4 0 2,0 1 1,0-1 0,0 1-1,0-1 1,1 1-1,-1-1 1,0 1 0,0 0-1,0 0 1,0 0-1,0 0 1,-1 1 0,1-1-1,0 0 1,-1 1-1,1-1 1,0 1 0,-1 0-1,0 0 1,1-1-1,-1 1 1,0 0 0,0 0-1,0 0 1,0 0-1,0 0 1,-1 0 0,1 0-1,-1 1 1,1 1-1,2 8 35,-1 1-1,-1-1 0,0 25 0,-1-36-19,0 1 0,0 0 0,-1 0-1,1 0 1,-1-1 0,0 1 0,1 0 0,-1-1-1,0 1 1,0-1 0,0 1 0,0-1 0,0 1 0,0-1-1,0 1 1,-1-1 0,1 0 0,-1 0 0,1 0-1,0 0 1,-1 0 0,0 0 0,1 0 0,-1 0 0,0-1-1,1 1 1,-1-1 0,0 1 0,0-1 0,1 1 0,-4-1-1,-6 1 85,0 0-1,1 0 0,-22-2 0,31 0-78,-1 1-1,1 0 1,-1-1-1,1 0 1,0 1 0,-1-1-1,1 0 1,0 0-1,0 1 1,0-1 0,-1 0-1,1 0 1,0 0-1,0-1 1,0 1-1,0 0 1,1 0 0,-1 0-1,0-1 1,0 1-1,1 0 1,-1-1-1,1 1 1,-1-1 0,1 1-1,0-1 1,0 1-1,-1-1 1,1-2 0,-1-53 633,2 41-576,-1 15-77,0-1-1,0 1 1,0-1 0,0 1 0,0-1-1,1 1 1,-1-1 0,1 1-1,-1 0 1,1-1 0,-1 1 0,1 0-1,0-1 1,0 1 0,0 0-1,0 0 1,-1 0 0,2 0 0,-1 0-1,0 0 1,0 0 0,0 0-1,0 0 1,1 0 0,-1 1-1,0-1 1,0 0 0,1 1 0,-1-1-1,1 1 1,-1 0 0,1-1-1,-1 1 1,0 0 0,1 0 0,-1 0-1,1 0 1,1 0 0,1 0-4,-1 0 0,0 1-1,1-1 1,-1 1 0,1 0 0,-1 0 0,0 0 0,0 0 0,0 0 0,1 1 0,-1-1 0,-1 1 0,1 0-1,0 0 1,4 4 0,-1 0-1,-1 1 0,0 0 0,-1 0 0,5 8-1,-7-12 27,-1-1 0,0 1 0,0 0 0,0 0 0,0-1 0,-1 1 0,1 0 0,-1 0 0,0 0 0,0 0 0,0-1-1,0 1 1,0 0 0,0 0 0,-2 4 0,1-5 12,0-1-1,0 1 1,0-1-1,0 1 1,0-1 0,0 0-1,0 0 1,-1 0-1,1 0 1,-1 0-1,1 0 1,-1 0 0,1 0-1,-1 0 1,1-1-1,-1 1 1,0 0 0,1-1-1,-1 0 1,0 1-1,-2-1 1,-40 3 808,40-3-651,3-1-187,0 0 1,1 0 0,-1-1 0,1 1 0,-1 0 0,0 0 0,1-1 0,0 1-1,-1 0 1,1 0 0,0-1 0,0 1 0,0 0 0,0-1 0,0 1 0,0 0-1,0-1 1,0 1 0,0 0 0,1-1 0,-1 1 0,0 0 0,1-1 0,-1 1-1,1 0 1,1-2 0,1 3 134,-3 0-333,0 0 1,1 0 0,-1 0 0,0 0-1,0 0 1,1 0 0,-1 0 0,0 0-1,1 0 1,-1 0 0,0 0 0,1 0-1,-1 0 1,0 0 0,0 0 0,1 0-1,-1 0 1,0 0 0,1 0 0,-1 0-1,0 1 1,0-1 0,1 0 0,-1 0-1,0 0 1,0 1 0,1-1 0,-1 0-1,0 0 1,0 0 0,0 1 0,1-1-1,-1 0 1,0 0 0,0 1 0,0-1-1,0 0 1,0 1 0,0-1 0,0 0-1,0 0 1,1 1 0,-1-1 0,0 0-1,0 1 1,0-1 0,0 0-1,0 1 1,-1-1 0,1 0 0,0 0-1,0 1 1,0 9-6591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37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5 1249,'0'0'15871,"2"-4"-14575,-2 4-1273,0 0-1,0 0 1,0 0-1,0 0 0,0 0 1,0 0-1,0 0 0,0 0 1,0 1-1,1-1 0,-1 0 1,0 0-1,0 0 0,0 0 1,0 0-1,0 0 0,0 0 1,0 0-1,1 0 1,-1 0-1,0 0 0,0 0 1,0 0-1,0 0 0,0 0 1,0 0-1,1 0 0,-1 0 1,0 0-1,0 0 0,0 0 1,0 0-1,0 0 1,0 0-1,0-1 0,0 1 1,1 0-1,-1 0 0,0 0 1,0 0-1,0 0 0,0 0 1,0 0-1,0 0 0,0 0 1,0-1-1,3 27 692,-3 54 435,0-54-528,0 346 3549,0-125-5794,-4-233-2393,-6-12-3556,-2-4-404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37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118 371 7171,'0'0'5742,"19"-3"-4814,-11 2-817,34-6 940,60-1 1,223-24 1806,0-25-1816,-193 32-868,890-197 779,-1003 217-539,-14 3-71,0 0 0,1 0-1,0 1 1,-1 0 0,1 0 0,0 0-1,-1 1 1,1 0 0,10 1-1,-14-1-280,-1 1-1,0 0 1,0 0-1,0 0 1,0-1-1,-1 1 1,1 0-1,0 0 1,0 0-1,-1 1 1,1-1-1,0 0 1,-1 0-1,1 0 1,-1 0-1,1 0 0,-1 1 1,0-1-1,0 0 1,1 0-1,-1 1 1,0-1-1,0 2 1,1 3 189,5 36 492,-3 0 1,-1 0 0,-3 45-1,0-14-172,-21 462 1583,1-92-2280,11-265-88,9-178 188,1 1-1,-1-1 0,1 1 1,-1 0-1,0-1 0,1 1 1,-1-1-1,0 1 0,0-1 1,1 0-1,-1 1 0,0-1 1,0 0-1,0 1 0,0-1 1,1 0-1,-1 0 0,0 0 1,0 0-1,0 0 0,0 0 1,0 0-1,-1 0 0,-31 0-585,21-1 341,-149 0-1953,-304 12 46,114 25 1910,-181 16 207,0-29 270,493-24-116,39 1-93,0 0 1,0 0-1,-1-1 0,1 1 0,0 0 0,0 0 1,0 0-1,-1 0 0,1 0 0,0 0 0,0 0 1,-1-1-1,1 1 0,0 0 0,0 0 0,0 0 1,0 0-1,-1-1 0,1 1 0,0 0 0,0 0 0,0 0 1,0-1-1,0 1 0,0 0 0,-1 0 0,1-1 1,0 1-1,0 0 0,0 0 0,0-1 0,0 1 1,0 0-1,0 0 0,0-1 0,0 1 0,0 0 1,0 0-1,0-1 0,0 1 0,1 0 0,-1 0 0,0-1 1,0 1-1,0 0 0,0 0 0,0 0 0,0-1 1,1 1-1,-1 0 0,0 0 0,0 0 0,0-1 1,0 1-1,1 0 0,3-4-75,0 0 0,1 0 0,0 0 0,-1 1 0,1-1 0,0 1 0,1 0 0,-1 1 0,0-1 0,1 1 0,10-2 0,-4 0-215,127-50-7748,-77 29-590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38.6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37 608,'0'0'13668,"5"-8"-11705,-1 1-1588,10-13 695,-14 19-1059,0 1 0,0 0 0,1 0 0,-1 0 1,0 0-1,0 0 0,0 0 0,0 0 1,0 0-1,0 0 0,1 0 0,-1 0 0,0 0 1,0 0-1,0 0 0,0 0 0,0 0 1,1 0-1,-1 0 0,0 0 0,0 0 0,0 0 1,0 0-1,0 0 0,1 0 0,-1 0 1,0 0-1,0 0 0,0 0 0,0 0 1,0 0-1,0 0 0,1 0 0,-1 0 0,0 0 1,0 1-1,0-1 0,0 0 0,0 0 1,0 0-1,0 0 0,0 0 0,1 0 0,-1 1 1,0-1-1,0 0 0,2 18 531,-2-7-327,-3 354 5403,-6-121-5777,8-239-396,1 1 1,-1-1-1,1 0 0,-1 0 1,-1 0-1,1 0 0,-1 0 1,-3 8-1,3-11-10,1-1 1,0 1-1,-1 0 0,1 0 0,-1-1 1,0 1-1,1-1 0,-1 1 1,0-1-1,0 0 0,0 0 0,0 0 1,0 0-1,0 0 0,0 0 1,0 0-1,-1-1 0,1 1 0,0-1 1,0 1-1,-3-1 0,-20 1-6446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38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1 107 9508,'0'0'11173,"138"-48"-7971,-92 42-1809,6 2-513,2-3 80,1 1-495,1-2-289,-4-1-176,-6 5 0,-10-2-769,-11-2-863,-13 8-1010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39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106 57 992,'0'0'16048,"21"10"-13399,68 31-749,-84-38-1743,0-1 0,-1 1 0,2-1 0,-1 0 0,0-1 0,0 1 0,1-1 0,-1 0 0,1 0 1,-1-1-1,10 0 0,1 0 129,-15-1-274,0 0 0,0 1-1,0-1 1,0 1 0,0-1-1,0 0 1,-1 0 0,1 0-1,0 0 1,0 1 0,-1-1-1,1 0 1,-1 0 0,1 0-1,-1 0 1,1 0 0,-1 0-1,0 0 1,1-1 0,-1 1-1,0 0 1,0 0 0,0 0-1,0 0 1,0 0 0,0 0-1,0 0 1,-1-2 0,0-35-121,0 35 71,0 1 1,1-1 0,-2 0-1,1 0 1,0 0-1,0 1 1,-1-1 0,0 0-1,1 1 1,-1-1 0,0 1-1,0 0 1,0 0-1,0 0 1,-1 0 0,1 0-1,-1 0 1,1 1 0,-1-1-1,0 1 1,1-1 0,-1 1-1,0 0 1,0 0-1,0 1 1,0-1 0,0 0-1,-4 1 1,-8-2-1,1 1-1,0 0 1,0 1 0,-26 4-1,32-3 67,0 1-1,1 0 0,-1 1 1,1-1-1,0 1 0,0 1 1,0-1-1,0 1 0,0 1 1,1-1-1,-1 1 0,1 0 1,1 0-1,-1 1 0,1 0 1,0 0-1,0 0 0,1 1 1,-1-1-1,1 1 0,1 0 1,0 0-1,0 1 0,0-1 0,1 0 1,0 1-1,0 0 0,-1 13 1,2-5 46,1 0 1,0 0-1,1 0 1,1 0-1,0 0 1,2 0 0,7 25-1,-8-35-277,-1-1 0,1 1 0,0-1 1,1 1-1,-1-1 0,1 0 0,0-1 0,0 1 0,8 7 0,-7-9-368,0 0-1,-1 0 0,1 0 0,0-1 1,0 0-1,0 0 0,1 0 0,-1 0 0,0-1 1,1 0-1,-1 0 0,8 0 0,25 0-5820,1-1-1281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39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86 7924,'0'0'15311,"8"12"-13849,59 96 1454,-66-107-2958,0 0 0,-1 0 0,1 0 0,0 0 0,-1 0 1,1 0-1,0 0 0,0 0 0,0-1 0,0 1 0,0 0 1,0-1-1,0 1 0,0 0 0,0-1 0,0 1 0,0-1 0,0 0 1,0 1-1,0-1 0,0 0 0,1 0 0,-1 0 0,0 0 1,0 0-1,0 0 0,0 0 0,1 0 0,-1 0 0,0 0 0,0-1 1,0 1-1,0 0 0,0-1 0,0 1 0,1-1 0,-1 1 1,0-1-1,1-1 0,4-2-53,0-1 1,0 0-1,0-1 1,9-10-1,-7 7 78,92-96-333,-97 114 608,1-1-1,0 0 0,1 0 0,8 10 0,-11-15-263,1-1 1,0 0-1,0 0 0,0 0 0,0 0 0,0 0 0,0-1 0,1 1 0,-1-1 0,0 0 0,1 0 0,-1 0 0,1 0 0,0-1 0,-1 0 0,1 1 0,-1-1 1,7-1-1,-4 1-33,0-1 0,0 0 1,0 0-1,0 0 1,0-1-1,0 0 0,0 0 1,0 0-1,9-6 1,2-4 327,-1-2 1,0 0 0,0-1 0,-2 0 0,23-30 0,-37 44-222,0 1 0,1 0 0,-1 0 0,1-1 0,-1 1 0,0 0 1,1 0-1,-1-1 0,1 1 0,-1 0 0,1 0 0,-1 0 0,1 0 0,-1 0 0,1 0 0,-1-1 0,1 1 1,-1 0-1,1 0 0,-1 1 0,1-1 0,-1 0 0,0 0 0,1 0 0,-1 0 0,1 0 0,-1 0 0,1 1 0,-1-1 1,1 0-1,-1 0 0,0 1 0,1-1 0,-1 0 0,1 1 0,-1-1 0,0 0 0,1 1 0,-1-1 0,0 0 1,0 1-1,1-1 0,-1 1 0,0-1 0,0 1 0,12 20-316,-9-14 34,1 0 1,-1 0-1,1 0 1,0-1-1,1 1 0,-1-1 1,1 0-1,1 0 1,-1-1-1,1 1 0,0-1 1,0 0-1,1-1 1,-1 0-1,11 6 0,-8-7-1207,0 1 0,0-2 0,1 1 0,-1-1 0,0-1 0,1 1 1,17-1-1,14-1-7421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0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10293,'0'0'7171,"0"144"-2945,9-71-1601,-3 2-144,0 3-256,-4-5-960,5-4-849,-3-11-240,2-7-160,-6-12-16,0-14-656,0-8-625,0-13-848,0-23-9092,0-20 2785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0.3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53 4738,'0'0'8468,"18"-9"-4447,58-28-841,-72 36-2974,0 0 0,0 0 0,0 0 0,0 0 1,0 0-1,0 1 0,0 0 0,0-1 0,0 2 1,0-1-1,0 0 0,0 1 0,0 0 0,0 0 1,-1 0-1,1 0 0,0 1 0,0-1 0,-1 1 1,1 0-1,-1 0 0,1 0 0,-1 1 0,0-1 1,5 5-1,-2 0 112,0 0 0,-1 0 0,0 0 0,0 0 0,0 1 1,-1 0-1,0-1 0,0 2 0,2 8 0,-4-10-221,0-1-1,0 1 1,-1-1-1,0 1 0,0-1 1,-1 1-1,0 0 1,0 0-1,-1-1 0,1 1 1,-4 9-1,3-11-76,-1-1 0,0 1 0,0-1 0,0 0-1,-1 0 1,1 0 0,-1 0 0,0-1 0,0 1 0,-1-1-1,1 0 1,-1 0 0,0 0 0,1 0 0,-1 0-1,-9 3 1,-18 9-1769,-35 11 0,-35 8-7596,88-30 7646,-48 16-9064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1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6928 1 1409,'0'0'4874,"-23"20"-3663,-78 66 134,-292 200 4593,109-85-4788,-219 175-103,171-129-776,-472 305 732,63-47 606,117-25-1199,54-40 749,180-128 163,29-21 248,-378 219 1454,453-321-2113,75-41-233,-29 19-326,171-123-312,-113 80 437,178-120-485,0 0 0,1 0 0,-1 0 0,1 1-1,0-1 1,0 1 0,-4 10 0,-13 18 12,0-14-877,20-19 842,0 0 0,0 0 0,0 0 0,0 0 0,0 0-1,-1 0 1,1 0 0,0 0 0,0 0 0,0 0 0,0 0-1,0 0 1,0 0 0,0 0 0,0 0 0,0 0 0,0 0-1,-1 0 1,1 0 0,0 0 0,0 0 0,0 0 0,0 0-1,0 0 1,0 0 0,0 0 0,0 0 0,0 0 0,0 0-1,0 0 1,0 0 0,-1 0 0,1 0 0,0 0 0,0 0-1,0-1 1,0 1 0,0 0 0,0 0 0,0 0 0,0 0-1,0 0 1,0 0 0,0 0 0,0 0 0,0 0 0,0 0-1,0 0 1,0-1 0,0 1 0,0 0 0,0 0 0,0 0-1,0 0 1,0 0 0,0 0 0,0 0 0,0 0 0,0 0-1,0 0 1,0-1 0,0 1 0,0 0 0,7-15-1427,-4 9 852,0 1-712,0-1 0,0 1-1,-1-1 1,0 0 0,3-11-1,-4-3-5062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2.2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2977,'0'0'13489,"3"3"-11704,-3-2-1590,4 2 444,-1 1 0,0-1 0,0 1 1,-1 0-1,1 0 0,-1 0 1,3 6-1,-5 1-2560,0 2-4642,0-7 1446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2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0 0 2897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2.7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281 130 2897,'124'-89'2924,"-119"85"-2343,-1 1 0,1-1-1,-1 0 1,1-1-1,-1 1 1,4-7 0,-8 11-255,0 0 1,0-1 0,1 1 0,-1 0 0,0-1 0,0 1-1,0 0 1,1-1 0,-1 1 0,0 0 0,1 0 0,-1-1-1,0 1 1,0 0 0,1 0 0,-1 0 0,0-1-1,1 1 1,-1 0 0,0 0 0,4 1 5073,-4 2-4683,0-1-108,-2 20 216,0-1-1,-1 1 1,-1-1 0,-1 0 0,-1 0-1,0-1 1,-14 27 0,-78 139-182,73-144-230,-36 63-330,-6 8-2,-75 174 0,138-278-74,3-8-3,1-1-1,0 1 1,-1 0 0,1-1-1,0 1 1,-1 0 0,1-1-1,0 1 1,0 0 0,-1 0-1,1-1 1,0 1 0,0 0-1,0-1 1,0 1 0,0 0-1,0 0 1,0-1 0,1 2-1,20 1 72,10-5-32,0-1 0,-1-2 0,48-13 0,20-4 23,329-28 983,-395 47-1098,-18 1 95,0-1-1,1 0 1,24-10-1,8-2-3909,-43 14 1121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3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0 1857,'0'0'9551,"1"4"-7982,2 20 111,-2 0 1,-1 44 0,-1-20-390,-13 421 4623,-18 2-3326,-2 55-1280,19-328-1327,-46 224 1,58-395-290,3-23 24,0 1-1,0 0 1,-1-1 0,0 1-1,0 0 1,0-1 0,0 1 0,-1-1-1,-3 8 1,0-11-2280,2-11-296,0-29-1809,-3-27-2622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5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174 461 704,'0'0'7169,"18"5"-5120,0 1-1462,101 25 2774,-52-21-1484,1-3-1,114-4 0,-145-3-1561,97-4 790,204-33-1,134-52-489,-432 81-608,-6 1 10,862-150 1116,-557 124-694,84-11 53,-338 29 227,146-45 0,-65 14 239,-120 37-231,-1 3 0,1 1 0,70 3 0,-115 2 70,-1 24-111,-5 77-269,-5 0 0,-27 120 0,3-31-414,-12 317-3,35-337 0,-30 706 0,32-732 0,-1 52 0,10-195 0,0-1 0,0 0 0,0 1 0,0-1 0,0 1 0,0-1 0,0 1 0,-1-1 0,1 1 0,0-1 0,0 0 0,-1 1 0,1-1 0,0 1 0,-1-1 0,1 0 0,0 1 0,-1-1 0,1 0 0,0 0 0,-1 1 0,1-1 0,-1 0 0,1 0 0,-1 1 0,1-1 0,0 0 0,-1 0 0,1 0 0,-1 0 0,1 0 0,-1 0 0,0 0 0,-19 0 0,15-1 0,-299-7 0,-782 8-1107,442 34 455,5 40 475,339-36 280,-380 21 231,674-59-330,-16 0-3,0 1-1,0 1 1,0 1-1,0 1 1,1 1-1,-39 14 1,59-18-27,1-1 0,0 0 1,-1 0-1,1 0 0,0 1 1,-1-1-1,1 0 0,0 0 0,-1 1 1,1-1-1,0 0 0,0 0 1,0 1-1,-1-1 0,1 0 1,0 1-1,0-1 0,0 0 1,0 1-1,-1-1 0,1 0 1,0 1-1,0-1 0,0 1 0,0-1 1,0 0-1,0 1 0,0-1 1,0 1-1,0-1 0,0 0 1,0 1-1,0-1 0,1 0 1,-1 1-1,0-1 0,0 0 1,0 1-1,0-1 0,1 0 1,-1 1-1,0-1 0,0 0 0,1 1 1,-1-1-1,0 0 0,0 0 1,1 1-1,-1-1 0,0 0 1,1 0-1,-1 0 0,0 1 1,1-1-1,-1 0 0,22 10-7363,-10-11 1893,0-3-3244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6.0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32 571 3025,'0'0'5990,"-7"0"-5470,-3 0-2050,-4 0 8162,37-6-556,322-54-1262,470-57-4316,-363 57-511,86-9 34,-36 26 102,435-58 1198,-309 14 557,-573 80-1723,89-13 522,-143 19 964,-4 1-799,-13 1-921,-23 5-2722,-66 36-8957,51-24 3266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8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19 144,'0'0'4749,"4"-3"-3850,-2 1-509,-2 1-223,1-1-1,0 1 1,0 0 0,-1 1-1,1-1 1,0 0-1,0 0 1,0 0 0,0 0-1,0 1 1,1-1 0,-1 0-1,0 1 1,0-1 0,0 1-1,3-1 6721,-6 63-591,-1-41-5805,0-1 0,-8 27 0,10-44-474,-6 22 352,0-1-1,-1 0 0,-2 0 1,0-1-1,-19 30 1,28-51-357,-1 0 0,1 0 0,0 0 0,0 0 0,0 0 0,0 1 1,0-1-1,1 0 0,-1 1 0,1-1 0,-1 1 0,1 3 0,34-7-65,34-14-146,-37 7-46,34-3 1,165 3-764,-225 8 975,-3-1 21,0 1 0,0 0 0,0 0 0,-1 0 0,1 1 0,0-1 0,0 0 0,-1 1 0,1-1 0,0 1 0,-1-1 0,1 1 0,0 0 0,-1 0 0,1-1 0,-1 1 0,1 0 0,-1 1 0,1-1 0,-1 0 0,0 0 0,0 1 0,0-1 0,0 0 0,0 1 0,2 2 0,-2 1 7,1 0 1,-1 0-1,-1-1 0,1 1 1,-1 0-1,0 0 1,0 0-1,-1 9 1,0-9 55,0 0 1,-1 0 0,0 0 0,0 0-1,0 0 1,-1 0 0,1-1 0,-1 1-1,0-1 1,-1 0 0,1 1 0,-1-2-1,0 1 1,0 0 0,0-1 0,-4 4 0,-6 3 188,0-1 0,-1 0 0,-26 12 0,24-14-44,-1-1-1,1-1 0,-1 0 1,1-2-1,-1 0 0,0 0 0,-1-2 1,1 0-1,-35-4 0,44 1-106,-1 0 0,1 0 1,0-1-1,0-1 0,0 1 0,0-1 0,0-1 0,1 1 0,-13-11 0,19 14-121,-1 1-62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6:48.6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 2065,'0'0'10141,"-1"-10"-3128,33 10-5471,14 1-29,-1-2 0,88-14 0,-112 10-1368,27-5 464,0 1 0,86-4 2867,-149 27-10628,15-5-500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1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276 1 7379,'0'0'13623,"-2"14"-12052,-8 33-464,-2-1-1,-18 46 1,-47 99 675,-19 57-1057,85-214-710,1 1 0,1 0 0,3 0 1,0 1-1,3 0 0,0 44 0,3-77-19,0 0-1,0 0 1,1 1 0,0-1-1,-1 0 1,1 0-1,0-1 1,0 1-1,1 0 1,-1 0-1,1 0 1,-1-1-1,1 1 1,0-1-1,0 1 1,0-1 0,0 0-1,4 4 1,-1-3-12,-1-1 0,1 1 0,0-1 1,0 1-1,0-1 0,0-1 1,0 1-1,0-1 0,1 0 1,5 1-1,4-1-19,1-1 1,0 0-1,-1-1 1,1-1-1,-1 0 1,27-8-1,-22 4-288,0-1-1,-1-1 0,0-1 0,0 0 0,-1-2 0,20-14 0,-23 7-2052,-15 18 2206,1-1-1,-1 1 0,0-1 1,0 1-1,0-1 0,0 1 1,1-1-1,-1 0 0,0 1 1,0-1-1,0 1 0,0-1 1,0 1-1,0-1 0,-1 1 1,1-1-1,0 1 0,0-1 1,0 0-1,0 1 0,-1-1 1,1 1-1,0-1 0,-1 1 1,1 0-1,0-1 0,-1 1 1,1-1-1,0 1 0,-1 0 1,1-1-1,-1 1 0,1 0 1,-1-1-1,1 1 0,0 0 1,-1 0-1,1-1 1,-1 1-1,0 0 0,1 0 1,-1 0-1,1 0 0,-2-1 1,-32-7-5815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1.4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82 11717,'0'0'3602,"131"-55"-1105,-62 38-80,-6 9-1680,-7 6-689,-10 2-48,-12 0-1185,-15 13-2112,-15 5-3346,-4 1-2626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1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1249,'0'0'11608,"19"-2"-8338,150-9 2557,-139 12-5086,32-1-124,-57 0-611,-1 0 1,0-1-1,1 0 0,-1 0 1,1 0-1,-1-1 0,0 1 0,0-1 1,0 0-1,7-4 0,-10 5-43,0 0-1,0 0 0,0 0 1,0 0-1,0 0 1,0 0-1,0 0 0,0 0 1,-1 0-1,1 0 0,0-1 1,-1 1-1,1 0 0,0 0 1,-1-1-1,0 1 1,1 0-1,-1-1 0,0 1 1,0-1-1,1 1 0,-1 0 1,0-1-1,0 1 0,-1 0 1,1-1-1,0 1 1,0-1-1,-1 1 0,1 0 1,-1-1-1,1 1 0,-1 0 1,1 0-1,-1-1 1,0 1-1,0 0 0,-1-1 1,-1-3-160,-1 1 0,-1-1 0,1 1 1,-1 0-1,1 0 0,-1 1 1,-7-4-1,6 2 220,-1 2 1,0-1 0,0 1-1,-1 0 1,1 1-1,-1 0 1,1 0-1,-1 0 1,0 1-1,-7 0 1,14 1 4,0 1 1,1-1 0,-1 1-1,0-1 1,1 1 0,-1 0-1,1-1 1,-1 1-1,1 0 1,0 0 0,-1-1-1,1 1 1,0 0 0,-1 0-1,1-1 1,0 1-1,0 0 1,0 0 0,0 0-1,-1 0 1,1-1-1,0 1 1,1 0 0,-1 0-1,0 0 1,0 0 0,0-1-1,1 2 1,-1 2 112,-1 40 709,3 67 410,0-100-1527,-1 1 1,1-1 0,1 0-1,0 0 1,1 0-1,0-1 1,8 17 0,-10-24-240,0 0 0,0 1 0,1-1 0,-1 0 0,1 0 1,0-1-1,-1 1 0,1 0 0,1-1 0,-1 0 0,0 1 1,1-2-1,-1 1 0,6 2 0,22 4-6124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2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9716,'0'0'11990,"2"5"-10496,12 29 185,-10-22-1386,0 0 1,1 0-1,0 0 0,9 13 0,-13-24-329,0 0-1,0 0 0,1 1 0,-1-1 1,0-1-1,1 1 0,-1 0 0,0 0 0,1 0 1,-1-1-1,1 1 0,-1 0 0,1-1 0,0 0 1,-1 1-1,1-1 0,-1 0 0,1 0 1,0 0-1,-1 0 0,1 0 0,-1 0 0,1 0 1,0-1-1,-1 1 0,1 0 0,-1-1 1,4-1-1,-1 0-69,0 1 0,0-2 0,0 1 0,0 0 0,0-1 0,0 0 1,0 0-1,4-5 0,71-88-49,-78 101 2839,1 13-2800,-2-12 347,1 26-14,-2-26-226,1 1 1,0-1 0,1 0-1,-1 0 1,1 0 0,0 0-1,0 0 1,1-1-1,2 8 1,-3-12-24,0 0 0,0 1 0,1-1 0,-1 0 0,0 0 0,0 0 0,0 0 0,1 0 0,-1 0 0,1 0 0,-1-1 0,0 1 0,1-1 0,0 1 0,-1-1 0,1 1 0,-1-1 0,1 0 0,-1 1 0,1-1-1,0 0 1,-1 0 0,1 0 0,-1-1 0,1 1 0,0 0 0,-1 0 0,1-1 0,-1 1 0,1-1 0,-1 0 0,3-1 0,2 0-1,0-1-1,0 0 1,-1-1-1,1 0 1,-1 1-1,7-8 1,1-2 508,0-1 1,-1 0-1,-1 0 0,18-32 1,-28 62 2457,1 13-3166,-2-22 94,1 0 1,-1-1-1,1 1 1,0 0-1,1 0 1,0-1-1,0 1 1,0-1-1,1 0 1,-1 1 0,2-1-1,-1 0 1,6 7-1,-6-9-485,1 0-1,-1-1 1,1 1-1,0-1 1,0 0 0,0 0-1,8 4 1,-7-5-492,0 0 0,0 0 0,0 0 0,0-1 0,0 0 0,1 0-1,-1 0 1,6 0 0,22-1-8120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2.6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1 14967,'0'0'4514,"-48"156"-416,38-82-2594,-1 9-687,-1 9-17,-1-2-240,-2 0-511,1-6-49,1-18-1185,1-11-784,3-18-80,3-18-624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2.8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13 3762,'0'0'15215,"18"-4"-11894,-3 1-2225,0 1-1,31-2 1,-43 5-969,0-1-1,0 1 1,0 0 0,1 0-1,-1 0 1,0 0 0,0 1-1,-1-1 1,1 1 0,0-1-1,0 1 1,-1 0 0,1 0-1,-1 1 1,0-1 0,0 0 0,0 1-1,0-1 1,0 1 0,2 4-1,2 4 219,0 0-1,-1 1 1,5 18-1,-8-25-193,2 11 95,-1 0 0,0 1 1,-2-1-1,1 1 0,-3 31 1,1-44-241,-1-1 1,1 1 0,-1-1 0,1 1-1,-1-1 1,0 1 0,-1-1 0,1 0-1,0 1 1,-1-1 0,0 0 0,0 0-1,0 0 1,0 0 0,0-1 0,-5 6-1,1-4 7,1 0 0,-1 0 0,1 0-1,-1-1 1,-1 0 0,1 0-1,0-1 1,-9 3 0,-1-1-818,-1 0 0,-24 2 1,-24-4-6666,56-2 853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3.1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 5106,'0'0'18233,"109"-13"-15176,-70 13-1872,12-2-753,3-2-368,-4 0-64,-4 0-512,-12 0-1089,-9 4-896,-21 0-1713,-23 0-14199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3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1 132 7988,'0'0'5826,"125"-19"-2784,-46-12-3042,16-7-2449,7-6-4355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3.9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8964,'0'0'12598,"14"5"-11336,-5-3-970,-3-1-167,0 0 0,0 1 0,-1 0 0,1 0 0,6 4 0,-10-5-63,-1 0-1,1 0 1,0 0-1,-1 0 0,1 1 1,-1-1-1,1 1 0,-1-1 1,1 1-1,-1 0 1,0 0-1,0-1 0,0 1 1,0 0-1,0 0 1,0 0-1,-1 0 0,1 0 1,-1 0-1,1 0 1,-1 4-1,1 13 495,0 1 1,-2-1-1,0 1 1,-2-1-1,0 0 1,-8 29-1,8-40-505,7-19-107,1 0 0,0-1 0,0 2 0,1-1 0,0 1 0,1 0 0,0 0 0,1 1 0,0 0 0,1 0 0,12-10 0,-1 2 88,1 1 0,1 1-1,0 1 1,30-14 0,-51 28 10,-1 0 0,1-1-1,-1 1 1,1 0 0,0 0-1,-1 0 1,1 0-1,-1 0 1,1 0 0,-1 0-1,1-1 1,0 2-1,-1-1 1,1 0 0,-1 0-1,1 0 1,-1 0 0,1 0-1,0 0 1,-1 1-1,1-1 1,-1 0 0,1 0-1,-1 1 1,1-1-1,-1 0 1,1 1 0,-1-1-1,0 0 1,1 1-1,-1-1 1,1 1 0,-1-1-1,0 1 1,1-1 0,-1 1-1,0-1 1,0 1-1,0-1 1,1 1 0,-1-1-1,0 1 1,0 0-1,0-1 1,0 1 0,0-1-1,0 1 1,0-1 0,0 1-1,0 1 1,0 41 408,-1-27-176,1 8-321,-1-8-278,0 0-1,2 1 1,0-1 0,1 0 0,0 1 0,9 25-1,-11-42 13,0 0 0,0 1 0,1-1 0,-1 0 0,0 0-1,1 1 1,-1-1 0,0 0 0,1 0 0,-1 1 0,0-1 0,1 0-1,-1 0 1,0 0 0,1 0 0,-1 0 0,1 1 0,-1-1 0,0 0-1,1 0 1,-1 0 0,1 0 0,-1 0 0,0 0 0,1 0 0,-1 0-1,1 0 1,-1-1 0,0 1 0,1 0 0,-1 0 0,1 0 0,-1 0-1,0-1 1,1 1 0,-1 0 0,0 0 0,1 0 0,-1-1 0,8-11-8940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4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82 9492,'0'0'12222,"21"-1"-9957,169-5 1950,-57 9-2606,-133-3-1446,0-12 90,0 10-222,0-1-1,0 0 1,-1 0-1,0 0 1,1 1-1,-1-1 1,0 0-1,-1 1 1,1-1-1,0 1 1,-1-1-1,1 1 1,-1-1-1,0 1 0,0 0 1,0 0-1,0 0 1,0 0-1,0 0 1,0 1-1,-1-1 1,1 1-1,-1-1 1,-4-1-1,4 2 7,0-1 0,-1 1 0,1 0 0,0 0 0,-1 1 0,1-1 0,0 1 0,-1 0-1,1 0 1,-1 0 0,1 0 0,-1 0 0,1 1 0,0 0 0,-1-1 0,1 1 0,0 0 0,-1 1-1,1-1 1,0 1 0,-3 1 0,-1 3 26,1-1 1,0 1-1,1 1 0,-1-1 1,1 1-1,0-1 0,1 1 0,0 1 1,0-1-1,0 1 0,1-1 1,0 1-1,1 0 0,0 0 0,0 0 1,1 1-1,0-1 0,-1 16 0,2-15-250,0-1-1,0 0 0,1 1 1,0-1-1,0 0 0,1 0 1,0 1-1,1-1 0,-1 0 1,2-1-1,-1 1 0,1-1 1,0 1-1,0-1 0,1 0 1,0-1-1,1 1 0,10 9 0,-12-13-591,0 0-1,0-1 1,0 0-1,1 0 0,-1 0 1,1-1-1,-1 0 0,1 0 1,-1 0-1,1 0 0,0 0 1,0-1-1,0 0 0,-1 0 1,1-1-1,8 0 0,27-6-7824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4.9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3 140 11221,'0'0'16229,"-1"19"-14535,0 146 678,1-165-2393,0 1 0,1 0 0,-1-1 1,1 1-1,-1-1 0,1 1 0,-1-1 0,1 1 1,0-1-1,-1 0 0,1 1 0,-1-1 0,1 0 1,0 1-1,-1-1 0,1 0 0,0 0 0,0 1 0,-1-1 1,1 0-1,0 0 0,-1 0 0,1 0 0,0 0 1,0 0-1,-1 0 0,2-1 0,28 0-529,-27 1 474,5-1-86,0-1 0,-1 0 1,1 0-1,0 0 0,-1-1 0,0 0 0,0-1 0,0 0 0,12-9 1,7-6-748,25-26 1,-18 15-224,-30 31 1160,-1 0 0,0 1 0,0-1 0,0 1 0,0-1 0,0 1 0,0 0 1,0 0-1,-1 0 0,1 0 0,0 0 0,-1 0 0,2 4 0,7 7 43,4 1-47,0 0-1,1-2 1,0 1 0,1-2-1,0 0 1,23 11-1,-37-21-13,0 0 0,0 0 0,0-1-1,0 1 1,0 0 0,0-1 0,0 1-1,0-1 1,0 1 0,0-1 0,0 0-1,0 0 1,0 0 0,3 0 0,-4-1 43,0 1 1,0-1-1,0 1 1,-1-1-1,1 1 1,0-1-1,0 1 1,0-1 0,0 1-1,-1-1 1,1 0-1,0 0 1,-1 1-1,1-1 1,0 0 0,-1 0-1,1 0 1,-1 0-1,1 0 1,0-1-1,0-6 287,1 1 0,-1-1 0,-1 1 0,1-1-1,-1 1 1,-2-11 0,2-2-281,1-28 706,0 24-658,-1 1-1,0-1 1,-2 1 0,0-1 0,-11-39 0,13 62-169,0 0 0,0 0 0,0 0 1,-1 0-1,1 0 0,0 0 0,-1 1 0,1-1 1,-1 0-1,1 0 0,-1 0 0,1 0 0,-1 0 1,1 1-1,-1-1 0,0 0 0,1 1 0,-2-2 1,-2 15-3390,6 31-3714,17-11-844,9 1-2107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5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1090 18312,'0'0'5171,"1"-26"-1540,0 4-2998,-1 8-416,0-1 0,1 1 0,0 0 1,1 0-1,1 0 0,1 0 0,0 0 1,0 1-1,1-1 0,11-19 0,276-395 453,-257 382-894,88-114-1219,37-50-404,-157 203 1920,3-1-127,-5 15 1204,-24 107-479,13-67-252,-7 65 1,16-100-388,-2 33 69,3 70 0,0-103-89,2 0-1,-1 0 1,2-1 0,-1 1-1,1 0 1,1-1-1,0 0 1,1 0 0,0 0-1,1-1 1,8 12 0,-12-19-7,0-1 1,0 1-1,0-1 1,0 0-1,0 0 1,1 0-1,-1 0 1,1 0-1,0-1 1,-1 1 0,1-1-1,0 1 1,0-1-1,0 0 1,0 0-1,0-1 1,0 1-1,0 0 1,0-1-1,1 0 1,-1 0 0,0 0-1,0 0 1,0 0-1,0-1 1,0 1-1,0-1 1,1 0-1,-2 0 1,1 0 0,0 0-1,0-1 1,0 1-1,0-1 1,-1 0-1,1 0 1,2-2-1,19-19-41,-1-1 0,-2-1 0,21-31 0,51-90-189,-66 103 178,1-4-4,132-206 385,-160 253-296,0 0-1,0 0 1,0-1-1,0 1 1,0 0-1,0 0 1,0 0 0,1-1-1,-1 1 1,0 0-1,0 0 1,0 0 0,0 0-1,0 0 1,0-1-1,0 1 1,0 0 0,1 0-1,-1 0 1,0 0-1,0 0 1,0 0 0,0 0-1,0-1 1,1 1-1,-1 0 1,0 0 0,0 0-1,0 0 1,0 0-1,1 0 1,-1 0 0,0 0-1,0 0 1,0 0-1,0 0 1,1 0 0,-1 0-1,0 0 1,0 0-1,0 0 1,1 0-1,-1 0 1,0 0 0,0 0-1,0 0 1,0 1-1,0-1 1,1 0 0,-1 0-1,0 0 1,0 0-1,3 15 529,-2 32-977,-1-34 609,-28 298-198,1-18 0,26-261-499,0 23 1010,1-16-9239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5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12870,'0'0'17560,"143"86"-17256,-110-67-304,-6-4-176,2-7-897,-6-6-1103,3-2-882,-3 0-1648,2-13-2289,-2-7-1601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5.8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667 0 8388,'0'0'19555,"-15"17"-17786,-269 282 1286,157-178-3008,-71 73-1825,192-188 854,0 0 1,1 0-1,0 0 1,1 1-1,-1-1 1,-5 13-1,10-19 796,0 0 0,0 0-1,-1 0 1,1 0-1,0 1 1,0-1 0,0 0-1,0 0 1,0 0 0,0 0-1,0 0 1,0 1-1,0-1 1,0 0 0,0 0-1,0 0 1,0 0 0,0 1-1,0-1 1,0 0-1,0 0 1,0 0 0,0 0-1,0 1 1,0-1 0,0 0-1,0 0 1,0 0 0,0 0-1,0 1 1,0-1-1,0 0 1,0 0 0,0 0-1,1 0 1,-1 0 0,0 0-1,0 1 1,0-1-1,0 0 1,0 0 0,0 0-1,1 0 1,-1 0 0,0 0-1,0 0 1,0 0 0,0 0-1,0 0 1,1 0-1,-1 1 1,0-1 0,0 0-1,0 0 1,0 0 0,1 0-1,-1 0 1,0 0-1,0-1 1,27 2-13187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6.2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344 1 18008,'0'0'7980,"-20"0"-4098,19 0-3826,-13 0 222,0 0 0,0 1 0,0 0 1,0 1-1,0 1 0,0 0 1,1 1-1,-1 1 0,-19 9 0,15-5-269,1 1 1,1 1-1,0 0 0,1 2 0,0 0 0,-19 21 0,30-30-9,1 0 0,0-1 0,0 1 0,1 0-1,-1 0 1,1 1 0,0-1 0,0 0 0,0 1 0,1-1-1,-1 1 1,1 0 0,0-1 0,1 1 0,-1 0 0,1 0 0,0-1-1,0 1 1,0 0 0,1 0 0,-1-1 0,1 1 0,1 0-1,-1-1 1,0 1 0,1-1 0,0 1 0,0-1 0,1 0-1,-1 0 1,1 0 0,4 6 0,12 10-29,0-1-1,1-1 1,26 18-1,33 30-643,-70-58 528,-1 1-1,0 0 1,0 0-1,-1 1 1,0 0 0,6 13-1,-12-21 138,0 1 0,0-1 1,0 1-1,0-1 0,0 1 0,0 0 0,-1 0 0,1-1 0,-1 1 0,0 0 0,0 0 1,0-1-1,0 1 0,0 0 0,-1 0 0,1 0 0,-1-1 0,1 1 0,-3 4 0,1-3 44,0-1 0,-1 0 0,1 0-1,-1 0 1,0 0 0,1 0 0,-1-1 0,0 1-1,-1-1 1,1 0 0,0 0 0,-6 3-1,-7 1 67,0 0-1,0-1 0,0 0 1,-1-1-1,-21 1 0,27-3-688,-1 0 0,0-1 0,0-1 1,-1 0-1,-18-3 0,30 2 261,-1 1 1,1-1-1,0 0 1,-1 1 0,1-1-1,0 0 1,0 0-1,0 0 1,0 0-1,0-1 1,0 1 0,0 0-1,0 0 1,0 0-1,0-1 1,1 1-1,-1 0 1,1-1 0,-1 1-1,1-1 1,-1 1-1,1-1 1,0 1-1,0-1 1,-1 1 0,1-1-1,0 1 1,0-1-1,1-1 1,-1 3 280,-1-40-10303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6.4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0 12838,'0'0'12566,"-13"153"-8565,-10-51-1423,-2 9-1794,0 2-784,4-6 0,7-13 0,1-15 0,0-18 0,-1-15 0,1-15 0,1-16 0,-5-13-1441,0-2-2625,-6-25-2368,-4-23-6388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6.9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15079,'19'2'2420,"122"15"2966,57 6-1515,107-4-2163,-448 42 1288,123-53-2949,3-2-40,0 1 0,1 0-1,0 2 1,0 0 0,1 0 0,0 2-1,-17 14 1,31-24-17,0 0 0,0 0-1,0 0 1,0 1 0,0-1-1,0 0 1,0 0 0,1 1-1,-1-1 1,0 1 0,1-1-1,-1 1 1,1-1 0,-1 1 0,1-1-1,0 3 1,0-3-9,0 0 1,0 0-1,0-1 0,1 1 1,-1 0-1,1 0 1,-1-1-1,0 1 0,1 0 1,-1-1-1,1 1 0,-1-1 1,1 1-1,0 0 1,-1-1-1,1 1 0,-1-1 1,1 0-1,0 1 0,0-1 1,-1 1-1,2-1 1,6 3-60,-1-2 0,1 1 0,-1-1 0,1 0 0,9 0 0,-15-1 95,33 1-201,1-1 1,-1-1-1,64-12 0,-81 9-11,-1 0 1,0-1 0,-1-1 0,1-1-1,-1 0 1,0-1 0,-1-1-1,0 0 1,22-18 0,-34 25 242,-1-1 0,1 1 1,-1 0-1,0-1 1,0 1-1,0-1 0,4-5 1,-8-2 979,-14 6-168,13 5-824,0-1 0,1 1 0,-1-1-1,0 1 1,0 0 0,1 0 0,-1 0-1,0 0 1,1 0 0,0 1 0,-1-1-1,1 1 1,0 0 0,-1 0 0,1 0-1,0 0 1,0 0 0,1 0 0,-1 0-1,0 0 1,1 1 0,-1-1 0,1 1-1,0-1 1,0 1 0,0 0 0,-1 2-1,0 3-386,0-1-1,0 1 0,0 0 0,1 0 0,0 0 0,1 0 0,0 0 0,1 14 0,0-21 162,-1 0-1,1 0 1,-1 0-1,1 0 1,-1 0 0,1 0-1,0 0 1,-1 0-1,1 0 1,0-1-1,0 1 1,0 0 0,-1-1-1,1 1 1,0 0-1,0-1 1,0 1 0,0-1-1,0 0 1,0 1-1,0-1 1,0 0-1,0 1 1,1-1 0,-1 0-1,0 0 1,1 0-1,36 1-4017,-29-1 2527,37 0-5672,7 0 550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7.2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1 3618,'0'0'24400,"-22"2"-22415,-9 1-1322,-31 7 0,58-9-601,0 0 1,0 1-1,0-1 0,0 1 0,0 0 1,0 0-1,1 0 0,-1 0 0,1 1 1,0 0-1,-1 0 0,1-1 1,0 2-1,1-1 0,-1 0 0,0 1 1,1-1-1,0 1 0,0-1 1,0 1-1,0 0 0,-1 5 0,0 3-70,1 0 0,0 1 1,0-1-1,1 0 0,1 17 0,0-24 13,0-1-106,0 1 0,0-1 0,1 0 0,-1 1 0,1-1 0,0 0 0,0 0 0,0 0 0,1 1 0,0-1 0,2 4 0,-3-6-66,1 0 0,0 0 0,0 0 0,0 0 0,0 0 0,0-1 0,0 1-1,0-1 1,0 1 0,1-1 0,-1 0 0,1 0 0,-1 0 0,1 0 0,-1 0-1,1-1 1,-1 1 0,1-1 0,3 1 0,4 0-745,1-1 1,-1 0-1,0 0 1,0-1-1,0 0 1,0-1-1,0 0 1,17-6-1,-16 3-889,0 0-1,0-1 1,0 0 0,11-8-1,27-26-7343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7.7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496 1 16119,'0'0'11376,"-22"10"-9068,9-4-2008,4-2-155,0 0-1,0 0 1,0 0-1,1 1 1,-1 1 0,1-1-1,0 1 1,1 1 0,0-1-1,0 1 1,0 1-1,1-1 1,0 1 0,0 0-1,1 0 1,-7 15 0,-21 74-43,-41 187 0,28-88-101,34-151-1,-35 117 0,38-138 0,-1 1 0,-1-1 0,-1-1 0,-20 29 0,30-48 0,1-2 0,0-1 0,0 1 0,0 0 0,0-1 0,0 1 0,-1-1 0,1 1 0,0-1 0,-1 0 0,1 1 0,-1-1 0,0 0 0,1 0 0,-1 0 0,0 0 0,1 0 0,-1-1 0,0 1 0,-2 0 0,3-1 0,0 0 0,1-1 0,-1 1 0,1-1 0,-1 1 0,1-1 0,-1 1 0,1-1 0,-1 1 0,1-1 0,-1 1 0,1-1 0,0 0 0,-1 1 0,1-1 0,0 0 0,0 1 0,-1-1 0,1 0 0,0 1 0,0-1 0,0 0 0,0 1 0,0-1 0,0 0 0,0 0 0,0 1 0,0-1 0,0 0 0,0-3 0,0-15-303,0-1 1,2 0-1,0 0 0,1 1 1,1-1-1,0 1 0,2 0 0,0 0 1,1 1-1,19-35 0,-15 35-138,0-1 0,1 1-1,1 1 1,1 0-1,0 1 1,1 1 0,1 0-1,0 1 1,1 1-1,19-12 1,-25 19 440,1 0-1,-1 0 1,1 1 0,-1 1 0,1 0 0,1 1-1,-1 0 1,0 1 0,1 0 0,-1 1-1,1 0 1,16 2 0,-28 0 53,-1-1-1,1 1 1,0-1 0,-1 1-1,1-1 1,-1 1 0,1-1-1,0 1 1,-1 0 0,0 0 0,1-1-1,-1 1 1,1 0 0,-1 0-1,0-1 1,1 1 0,-1 0-1,0 0 1,0 0 0,0-1 0,0 1-1,0 0 1,0 0 0,0 0-1,0 0 1,0-1 0,0 1-1,0 1 1,-5 26 925,3-23-782,0 0 0,0 0 1,-1-1-1,0 1 1,0-1-1,0 0 0,-1 0 1,0 0-1,-5 5 1,-44 31 1500,30-24-992,3-2-14,-37 18 0,42-24-692,0 0 0,0 1 1,1 0-1,-25 22 0,37-29-6,0 0 0,0 0 0,1 0 0,-1 0 0,0 0 0,1 1 0,0-1 0,-1 1 0,1-1 0,0 1 0,0-1 0,0 1 0,1 0 0,-1-1 0,1 1 0,0 0 0,-1 0 0,1 0 0,0-1 0,1 1 0,-1 0 0,0 0 0,1-1 0,-1 1 0,1 0 0,0-1 0,0 1 0,0 0 0,0-1 0,1 0 0,-1 1 0,1-1 0,-1 0 0,1 1 0,0-1 0,0 0 0,0 0 0,0-1 0,0 1 0,0 0 0,1-1 0,-1 1 0,0-1 0,1 0 0,4 2 0,6 1-751,0 0 1,0-1-1,0 0 1,0-1-1,1-1 0,13 0 1,45-6-6015,-13-9-1554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8.3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222 327 15031,'0'0'3583,"-18"13"-118,-1 0-2214,8-7-640,1 1-1,1 0 1,0 0 0,0 1 0,0 0-1,1 1 1,0 0 0,1 0 0,-11 17-1,1 6 926,-15 40 0,-1 2-1278,29-68-311,3-24-606,1 3 412,1 1 1,0-1-1,0 1 0,2 0 1,0 0-1,0 0 1,1 0-1,1 1 1,0-1-1,1 1 1,13-20-1,3-2-235,3 1 0,0 1 0,3 1 0,0 1 1,2 2-1,1 1 0,66-46 0,-97 74 551,1-1 1,0 0-1,-1 1 1,1-1-1,0 1 0,-1-1 1,1 1-1,0-1 1,0 1-1,0-1 1,-1 1-1,1 0 0,0-1 1,0 1-1,0 0 1,0 0-1,-1 0 1,1 0-1,0-1 1,0 1-1,0 1 0,0-1 1,0 0-1,0 0 1,0 0-1,-1 0 1,1 0-1,0 1 0,0-1 1,1 1-1,-1 1 79,0 0 1,0 0-1,-1 0 0,1 0 0,-1 0 0,1 1 0,-1-1 0,0 0 1,0 0-1,0 3 0,0-2-227,2 36 987,1 21 147,12 74 0,-12-117-1063,1-1 0,0 0 0,1-1 0,0 1 0,2-1 0,-1 0 0,2 0-1,0-1 1,16 21 0,-23-34-7,0 1-1,0-1 1,0 1-1,0-1 1,0 0-1,0 0 1,1 1-1,-1-1 1,0 0-1,1 0 1,-1 0-1,1-1 1,-1 1-1,1 0 1,-1 0-1,1-1 1,-1 1-1,1-1 1,0 0-1,-1 1 0,1-1 1,0 0-1,0 0 1,-1 0-1,1 0 1,0 0-1,-1 0 1,1-1-1,0 1 1,-1 0-1,1-1 1,0 0-1,-1 1 1,1-1-1,-1 0 1,1 0-1,-1 1 1,1-1-1,-1-1 1,0 1-1,0 0 1,1 0-1,-1 0 1,0-1-1,0 1 1,0 0-1,0-1 1,0-1-1,8-9 10,-2-1 0,0 0 1,0-1-1,6-18 0,-9 23-53,108-241-315,-36 86-74,-56 112 333,-20 51-213,-3 10-2510,-3 3 1344,2-1 1,0 1 0,0 0 0,-2 16 0,2 28-7836,4-17-22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8.6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 43 10629,'0'0'16882,"-18"-2"-16345,-58-2-172,74 4-355,0 0 0,-1 0 0,1 0-1,0 0 1,-1 0 0,1 1 0,0-1 0,-1 1 0,1-1 0,0 1 0,0 0-1,0 0 1,0 0 0,0 0 0,0 0 0,0 1 0,0-1 0,0 1 0,0-1-1,0 1 1,1 0 0,-1-1 0,-2 5 0,3-3-15,-1 1-1,1 0 1,0 0 0,0 0 0,0-1-1,0 1 1,1 0 0,0 0-1,0 7 1,0-11-13,0 1 0,1 0 0,-1-1 0,0 1 0,1-1 0,-1 1 0,0-1-1,1 1 1,-1-1 0,1 1 0,-1-1 0,1 1 0,-1-1 0,1 0 0,0 1 0,-1-1 0,1 0 0,-1 1-1,1-1 1,0 0 0,-1 0 0,1 0 0,-1 1 0,1-1 0,0 0 0,-1 0 0,1 0 0,0 0 0,-1 0 0,2-1-1,27 1-352,-21 0 185,-2 0 106,-1 0 0,1 0 0,0-1 0,-1 0 0,1 0 0,-1 0 0,1 0-1,-1-1 1,10-4 0,-13 4 85,0 1-1,1-1 0,-1 0 0,0 0 1,0 0-1,0 0 0,0 0 0,-1-1 1,1 1-1,0 0 0,-1-1 1,0 1-1,0-1 0,1 0 0,-1 1 1,-1-1-1,1 0 0,0 0 0,-1 1 1,1-1-1,-1-4 0,0 5-45,1 0 1,-1 1-1,0-1 0,0 1 0,0-1 1,0 0-1,0 1 0,0-1 0,0 1 1,0-1-1,-1 1 0,1-1 0,-1 1 1,1-1-1,-1 1 0,1-1 0,-1 1 1,0-1-1,0 1 0,0 0 0,0-1 1,0 1-1,0 0 0,0 0 0,0 0 1,-2-1-1,-16-3-3756,-7 4-5347,22 1 7237,-2 0-7396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9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342 617 15735,'0'0'3164,"-21"-6"916,9 3-3418,-17-6 888,0 2 1,-1 1-1,0 1 1,-32-1-1,52 6-1367,0 0-1,0 0 1,-1 1-1,1 1 1,0 0 0,-15 4-1,22-5-191,1 1-1,-1-1 1,1 0-1,-1 1 1,1 0-1,0-1 1,-1 1 0,1 0-1,0 0 1,0 0-1,0 1 1,1-1-1,-1 0 1,1 1 0,-1-1-1,1 1 1,0-1-1,-1 1 1,1 0-1,1-1 1,-1 1-1,0 0 1,1 0 0,-1 0-1,1 0 1,0 0-1,0 4 1,1-6-35,-1 0 0,0-1 0,1 1 0,-1 0 0,1-1 0,-1 1 0,0-1 0,1 1 0,0-1 0,-1 1 0,1-1 1,-1 1-1,1-1 0,0 1 0,-1-1 0,1 0 0,0 1 0,-1-1 0,1 0 0,0 0 0,-1 0 0,1 1 0,0-1 0,0 0 0,-1 0 0,1 0 0,0 0 1,0 0-1,-1 0 0,1 0 0,1-1 0,29-2-170,-20 0 94,0 0 0,1-1-1,-1-1 1,-1 1 0,1-2-1,-1 0 1,1 0 0,-2 0-1,1-2 1,-1 1 0,0-1-1,10-11 1,11-16-439,47-69 0,-63 84 550,11-19 41,2 2 1,2 1 0,65-63-1,-22 41-99,28-25-95,-94 77 494,-1 1 0,0-1 1,0 0-1,-1 0 0,0 0 1,0-1-1,0 0 0,3-8 1,-7 14 867,-4 4-693,-18 17-488,1 0 1,0 1-1,-25 34 0,-49 82-27,20-28 11,64-95-196,-18 25 479,-42 75 1,64-99-730,0 0 0,1 0 0,0 0 0,2 1 0,0 0 0,0 0 0,2 0 0,0 1 0,0 17 0,2-34 122,0 1 1,0 0-1,0-1 0,1 1 1,-1-1-1,0 1 0,0 0 0,1-1 1,-1 1-1,0-1 0,1 1 1,-1-1-1,0 1 0,1-1 1,-1 1-1,1-1 0,-1 1 0,1-1 1,-1 0-1,1 1 0,-1-1 1,1 0-1,-1 1 0,1-1 0,0 0 1,-1 0-1,1 1 0,-1-1 1,1 0-1,0 0 0,-1 0 0,1 0 1,0 0-1,-1 0 0,1 0 1,0 0-1,-1 0 0,1 0 1,0 0-1,-1-1 0,1 1 0,-1 0 1,1 0-1,0-1 0,8 0-3906,10 1-5831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09.5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4338,'0'0'17269,"16"1"-15924,106 14 424,-118-14-1763,1-1 1,0 1 0,0-1 0,0 0-1,0-1 1,0 1 0,0-1 0,-1 0-1,1 0 1,7-3 0,-9 2-29,0 0 1,0 0-1,0 0 0,0-1 0,0 1 1,0-1-1,-1 0 0,1 0 1,-1 0-1,0 0 0,0 0 1,0 0-1,2-6 0,0 2 83,-1 0 0,-1 0 0,1-1 0,-1 1-1,0-1 1,-1 1 0,0-1 0,0 1 0,-1-12-1,0 18 7,0 0 0,0 0 0,-1-1 0,1 1-1,-1 0 1,1 0 0,-1 0 0,1 0 0,-1 0-1,0 0 1,1 0 0,-1 0 0,0 0 0,0 0-1,0 0 1,0 1 0,0-1 0,0 0 0,0 0-1,0 1 1,0-1 0,0 1 0,0-1 0,0 1-1,0 0 1,-1-1 0,1 1 0,0 0-1,0 0 1,0-1 0,-1 1 0,0 0 0,-49 0 1429,38 0-915,9 0-470,1 1-1,-1 0 0,1 0 0,-1 0 0,1 0 0,0 0 0,0 0 0,-1 1 0,1 0 0,0 0 0,0-1 0,1 2 0,-1-1 1,0 0-1,1 1 0,-1-1 0,1 1 0,0 0 0,0-1 0,0 1 0,0 0 0,0 0 0,1 1 0,-1-1 0,0 4 1,-3 6-7,0 1 1,1-1 0,1 1-1,-4 28 1,5-25-99,0 0-1,2 0 1,0 0-1,0 0 1,7 33-1,-6-45-21,0 0-1,1-1 1,0 1-1,0 0 0,0-1 1,1 0-1,-1 1 1,1-1-1,0 0 0,0 0 1,1-1-1,-1 1 1,1-1-1,0 1 0,-1-1 1,1 0-1,1-1 1,-1 1-1,0-1 0,1 0 1,-1 0-1,1 0 1,0 0-1,9 1 0,8 1-2123,1-1 0,43-1 0,-59-2 1632,72 1-6220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1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543 1 8660,'0'0'16341,"-11"7"-15253,-45 31 27,2 2 0,1 3 0,-81 85 0,106-97-878,1 1 0,1 1 0,2 2 1,2 0-1,1 1 0,2 1 1,-24 63-1,37-82-225,1 1 0,1 0-1,0 0 1,1 0 0,2 1 0,0 31 0,1-44-74,0 0 0,1 1 0,0-1-1,1 0 1,0 0 0,0 0 0,0 0 0,1 0 0,0-1 0,0 1-1,1-1 1,0 0 0,0 1 0,0-2 0,1 1 0,0-1 0,0 1-1,0-1 1,0-1 0,10 7 0,-3-4-315,1-1-1,0-1 1,0 0-1,0 0 1,1-1 0,0-1-1,-1-1 1,1 0-1,24 1 1,-16-3-986,-1-1 1,1 0-1,0-2 1,-1-1-1,34-9 0,29-21-6931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1.4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229 12 2913,'0'0'17384,"21"-3"-15289,-8 0-1841,-6 2-131,1-1 0,-1 1 1,1 0-1,0 1 0,-1 0 0,13 1 0,-16 0-47,-1 0-1,1 0 1,0 1-1,0-1 1,0 1-1,-1 0 1,1 0-1,-1 0 1,1 0-1,-1 1 0,0-1 1,0 1-1,0 0 1,0 0-1,0 0 1,-1 0-1,0 0 1,4 6-1,19 37 459,-1 0 0,-3 2-1,-2 0 1,-2 1 0,-2 1 0,-2 0 0,-2 1-1,-3 1 1,-2 0 0,-2-1 0,-5 93 0,0-130-487,-1 1 0,-1-1-1,0 0 1,0 0 0,-2-1 0,0 1 0,0-1 0,-1 0 0,-1-1 0,0 1 0,-1-1 0,0 0 0,-1-1 0,0 0 0,-1-1-1,0 1 1,-1-2 0,-12 10 0,-3 0-293,-2 0-1,-41 21 0,-64 21-4360,57-30-2060,-11-1-4914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2.6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62 816,'0'0'7729,"0"-13"-5795,0-22-1020,0 21 92,0 21 2312,-15 251 2751,-2-133-5374,-37 139 0,50-246-1134,-2 0 0,0-1 1,-14 28-1,16-38-153,0-1 0,0 0 0,0 0 0,-1 0 0,-5 5-1,7-8-135,0-1-1,0 1 0,0-1 1,-1 0-1,1 0 0,-1 0 0,1 0 1,-1-1-1,1 1 0,-7 0 1,-13 0-6260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3.6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0 147 7091,'0'0'2737,"19"2"361,-3 1-2422,65 9 2877,89 2 0,-141-14-3295,0-1 1,51-9-1,-69 7-242,0 0-1,0 0 1,-1 0 0,1-2-1,-1 1 1,0-1 0,0-1-1,0 0 1,-1 0 0,12-10-1,-19 14-13,0 0 1,0 0-1,0 0 0,0 0 0,0 0 0,0 0 0,0-1 1,-1 1-1,1 0 0,-1-1 0,0 1 0,1-1 0,-1 0 0,0 1 1,-1-1-1,1 0 0,0 0 0,-1 0 0,0 1 0,1-1 1,-1 0-1,0 0 0,-1-5 0,-1 5 1,1 1 0,0-1-1,-1 1 1,1 0 0,-1 0-1,0 0 1,1 0 0,-1 0 0,0 0-1,0 1 1,0-1 0,-1 0 0,1 1-1,0 0 1,-1-1 0,1 1-1,0 0 1,-1 0 0,0 1 0,1-1-1,-1 0 1,1 1 0,-1 0 0,-5-1-1,-7-1 23,-1 1 0,1 0 0,-1 1 0,0 0 1,1 2-1,-24 4 0,35-5-1,0 0 1,0 0 0,1 1-1,-1 0 1,0-1 0,0 1-1,1 1 1,-1-1 0,1 0-1,0 1 1,-1 0 0,1 0-1,1 0 1,-1 0 0,0 0-1,1 0 1,-1 1-1,1 0 1,0-1 0,0 1-1,1 0 1,-1 0 0,1 0-1,0 0 1,0 0 0,0 0-1,0 0 1,1 0 0,-1 5-1,1 0-43,-1-1 0,1 1 0,0 0 1,1-1-1,0 1 0,1-1 0,-1 1 0,2-1 0,-1 1 0,1-1 0,0 0 0,1 0 0,0-1 0,0 1 0,1-1 0,-1 0 0,2 0 0,-1 0 0,1-1 0,0 0 0,0 0 0,1 0 0,0-1 0,0 0 0,0 0 0,9 4 0,-8-6-652,1 0 0,0 0-1,0-1 1,0 0 0,1 0-1,16 0 1,-22-2 94,1 0 0,-1 0 0,1 0 0,-1-1 1,0 1-1,1-1 0,-1 0 0,0 0 0,1-1 0,-1 1 0,0-1 1,0 0-1,0 0 0,0-1 0,5-3 0,38-49-6358,-4 4 6182,-37 45 1467,1-1 0,0 1 0,0 1 0,1-1 0,7-3 0,-14 8-166,0 1-1,-1-1 1,1 1 0,0 0-1,0-1 1,0 1 0,-1 0-1,1 0 1,0-1 0,0 1 0,0 0-1,0 0 1,0 0 0,0 0-1,-1 0 1,1 0 0,0 1-1,0-1 1,1 0 0,10 13 4156,-1 31-3730,-7-26 431,-4-15-1316,1 1 0,0-1 0,0 0 0,1 0 0,-1 0 0,1 0 0,-1 0 0,1 0 0,3 3 0,-4-4-85,1-1-1,-1 0 0,1 0 0,0 0 0,0 0 1,0 0-1,0 0 0,0 0 0,-1-1 0,1 1 0,0-1 1,1 1-1,-1-1 0,0 0 0,0 0 0,0 0 0,2 0 1,4 0-124,1-1 0,-1 0 0,0-1 0,0 0 1,0 0-1,0 0 0,0-1 0,0-1 1,10-5-1,6-6-439,32-24 1,-38 26 461,-1-2-239,-12 11 1767,-2 13 139,1 5-1167,-2-10-385,-1-1 0,0 1 0,1-1 0,0 0 0,0 0-1,0 0 1,0 0 0,0 0 0,0 0 0,1 0 0,0-1 0,-1 1 0,1-1 0,0 0 0,0 0 0,0 0 0,0 0 0,1 0-1,-1-1 1,0 0 0,1 1 0,4 0 0,-2-1-30,0 0-1,0 0 0,0-1 0,0 0 1,1 0-1,-1 0 0,0-1 1,0 0-1,0 0 0,0 0 1,0-1-1,0 0 0,6-3 1,-3 1-66,-1-1 0,-1 0 1,1 0-1,-1 0 0,0-1 1,11-11-1,-15 14 294,0-1-1,0 1 1,0-1-1,0 0 1,-1 0-1,1 0 1,-1 0-1,0-1 1,0 1-1,-1-1 1,1 1-1,-1-1 1,0 0-1,1-8 1535,-2 24-1475,0-3-251,0 1 1,1-1-1,0 0 1,1 1-1,0-1 1,0 0-1,4 9 1,-5-13-195,1-1-1,-1-1 1,1 1 0,0 0-1,-1 0 1,1-1 0,0 1-1,0-1 1,1 1-1,-1-1 1,1 0 0,-1 0-1,1 0 1,0 0 0,-1 0-1,1-1 1,0 1 0,0-1-1,0 0 1,0 0 0,0 0-1,4 1 1,54 1-4652,-50-3 2727,-1-1-1,1 0 1,19-5 0,21-17-6101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3.8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1 7251,'0'0'10693,"-75"159"-8484,50-78-896,2 7-113,-2 0-623,4-5-257,6-5-320,3-7 0,-1-15-560,9-16-609,0-13-1008,4-17-832,0-35-12775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4.0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1 10549,'0'0'9063,"17"2"-7311,0 0-1284,-1 1 0,26 8 0,-39-10-377,0 1 1,0 0 0,-1-1 0,1 1-1,0 0 1,-1 0 0,1 0 0,-1 1-1,0-1 1,0 1 0,0-1 0,0 1-1,0 0 1,0-1 0,-1 1-1,1 0 1,-1 0 0,2 6 0,-1 2 219,1-1 0,-1 1 0,0 19 0,-1-23-150,0 2 5,-1-1 1,1 1-1,-2-1 1,1 1-1,-1-1 1,0 0-1,-1 1 1,-5 14-1,5-17-94,-1-1 1,0 0-1,0 0 0,-1-1 0,1 1 0,-1-1 0,0 0 0,-1 1 0,1-2 0,-1 1 0,1 0 0,-1-1 1,-8 4-1,4-2-85,0 0 0,-1-1 0,0 0 0,1 0 0,-20 3 0,20-6-932,0 1 0,-1-2 0,-17 0 0,26-1 716,1 1 1,-1 0-1,0 0 1,1 0-1,-1 0 1,0-1-1,1 1 1,-1 0-1,0-1 0,1 1 1,-1 0-1,0-1 1,1 1-1,-1-1 1,1 1-1,-1-1 1,1 1-1,-1-1 1,1 0-1,0 1 1,-1-1-1,1 1 0,0-1 1,-1 0-1,1 1 1,0-1-1,0 0 1,-1 0-1,1 1 1,0-1-1,0 0 1,0 1-1,0-1 0,0 0 1,0-1-1,0 1-115,-1-18-8255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4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5907,'0'0'23050,"0"2"-24314,14-2-16008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4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461 1 9268,'0'0'11080,"-23"3"-9946,-3-1-789,10-1-132,0 0 0,0 1 0,0 1 0,0 1 0,0 0 0,1 1 0,-18 8 0,20-7 38,-55 28 922,63-31-1069,-1 1 1,0-1-1,1 1 0,0 1 1,0-1-1,0 1 1,0 0-1,-6 9 1,10-13-107,0 1 1,0-1-1,0 1 1,0-1-1,1 1 1,-1 0-1,0-1 1,1 1-1,-1 0 1,1 0-1,0 0 1,-1 0-1,1-1 1,0 1-1,0 0 1,0 0-1,0 0 1,1 0-1,-1-1 1,0 1-1,1 0 1,-1 0-1,1-1 1,0 1 0,-1 0-1,1-1 1,0 1-1,0 0 1,0-1-1,0 1 1,1-1-1,-1 0 1,0 1-1,1-1 1,-1 0-1,4 2 1,5 3-19,0 0 1,0-1-1,1 0 1,22 6-1,-2 1 63,-29-11-39,5 2-3,1 0 0,-1 1 1,0 0-1,8 7 1,-13-10 1,-1 1 0,1-1 1,-1 0-1,0 0 0,0 1 0,0-1 0,0 0 1,0 1-1,0-1 0,0 1 0,0-1 1,-1 1-1,1 0 0,-1-1 0,1 1 1,-1 0-1,1-1 0,-1 1 0,0 0 1,0-1-1,0 1 0,0 0 0,0 0 1,0-1-1,-1 1 0,1 0 0,-1 1 1,0-2 19,1 0 0,-1 0 0,0 0 0,0 0 1,1 0-1,-1 0 0,0 0 0,0 0 1,0 0-1,0-1 0,0 1 0,0 0 1,0-1-1,0 1 0,-1-1 0,1 1 1,0-1-1,0 1 0,-2-1 0,-29 6 423,20-4-284,-160 22-985,134-22-3414,2-1-3816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5.2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77 3522,'0'0'12184,"22"-5"-10194,28-3-1191,95-5 0,-136 14-785,29-1 44,-38 0-67,1 0-1,0 0 1,0 0-1,0 0 1,0 0-1,0 0 1,0 0-1,0 0 1,-1 0-1,1 0 1,0-1 0,0 1-1,0 0 1,0-1-1,-1 1 1,1-1-1,0 1 1,0-1-1,-1 1 1,1-1-1,0 1 1,-1-1-1,1 0 1,-1 1 0,1-1-1,-1 0 1,1 0-1,-1 1 1,1-1-1,0-1 1,-2 1 4,1 0 1,0 1 0,0-1-1,0 0 1,-1 0-1,1 1 1,0-1-1,-1 0 1,1 1 0,0-1-1,-1 0 1,1 1-1,-1-1 1,1 1 0,-1-1-1,0 1 1,1-1-1,-1 1 1,1-1 0,-1 1-1,0-1 1,1 1-1,-1 0 1,0 0-1,0-1 1,1 1 0,-2 0-1,-24-6-41,21 6 40,-26-5 42,7 0 572,1 2 0,-1 0 0,0 2 0,-41 2 0,64-1-576,0 0 1,0 1 0,0-1 0,0 0-1,0 1 1,0-1 0,0 1 0,0-1-1,0 1 1,0-1 0,0 1 0,1 0-1,-1-1 1,0 1 0,1 0 0,-1 0-1,0-1 1,1 1 0,-1 0 0,1 0 0,-1 0-1,1 0 1,-1 0 0,1 0 0,0 0-1,-1 0 1,1 0 0,0 1 0,-1 32 238,1-23-100,1-5-165,0-1 0,0 1-1,0 0 1,0-1 0,1 1 0,0-1-1,0 1 1,1-1 0,-1 0-1,1 0 1,0 0 0,0 0-1,1 0 1,0-1 0,0 0-1,0 0 1,0 0 0,0 0-1,1 0 1,0-1 0,0 0 0,6 3-1,2 2-358,0-2-1,1 0 1,0-1-1,0 0 1,0-1-1,1 0 1,23 2-1,-17-4-978,-1-1 0,1 0 0,0-2-1,-1 0 1,22-5 0,-22 0-1056,0 0-1,22-11 0,-42 16 2322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5.4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290 1 6787,'0'0'8263,"-20"19"-4736,7-7-3034,-6 4 302,1 2 0,1 0 0,0 1 0,2 1 0,0 0 0,-16 30 0,8-4 360,1 0 1,3 2-1,-17 66 0,28-86-991,3 1-1,0 0 1,2 1 0,1-1 0,1 1-1,1-1 1,6 38 0,-4-58-195,0 0 0,0 0 0,1 0 0,0 0 0,1 0 0,0-1 0,0 1 1,10 12-1,-11-16-121,0-1 0,1 1 1,0-1-1,0 0 0,0 0 1,1-1-1,-1 0 0,1 1 1,0-1-1,-1-1 0,2 1 0,-1-1 1,0 0-1,0 0 0,10 2 1,-3-2-426,-1-1 0,0 0 0,1-1 1,-1 0-1,0-1 0,1 0 0,-1-1 0,0 0 1,0 0-1,16-7 0,-18 5-467,0 0-1,0 0 1,-1-1-1,0 0 1,0-1 0,0 0-1,11-11 1,23-36-10068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5.6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9636,'0'0'1473,"117"2"-16,-33 4-1457,14-4-1825,11-2-528,-3 0-2529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6.1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270 206 8100,'0'0'4741,"-21"26"-1996,-70 87 766,74-89-2349,1 1 1,1 1-1,1 0 0,-16 42 1,19-41-737,0-2 1,-22 34-1,33-59-437,0 0 1,0 0-1,0 1 1,0-1-1,0 0 1,0 0-1,0 0 1,0 1-1,0-1 0,0 0 1,0 0-1,0 0 1,0 0-1,0 1 1,0-1-1,0 0 1,0 0-1,-1 0 0,1 0 1,0 0-1,0 0 1,0 1-1,0-1 1,0 0-1,-1 0 1,1 0-1,0 0 0,0 0 1,0 0-1,0 0 1,-1 0-1,1 0 1,0 0-1,0 0 1,0 0-1,0 1 0,-1-1 1,1 0-1,0 0 1,0-1-1,0 1 1,0 0-1,-1 0 1,1 0-1,0 0 0,0 0 1,0 0-1,-1 0 1,1 0-1,0 0 1,0 0-1,0 0 1,0 0-1,0-1 1,-1 1-1,1 0 0,0 0 1,0 0-1,0 0 1,0 0-1,0 0 1,0-1-1,0 1 1,-1 0-1,-2-21-287,5-32-36,0 28 146,2-1 1,1 1-1,1-1 1,2 2-1,16-42 1,-7 29-128,2 0 0,43-62 0,-17 43 280,-42 53 35,0 0 0,1 0 0,-1 0 0,0 1 0,1-1 0,0 1 0,0 0 0,-1 0 0,1 0 0,0 0 0,0 1 0,1-1 0,6 0 0,-11 2 4,1 0-1,0 0 1,0 1 0,0-1-1,0 0 1,-1 0 0,1 1-1,0-1 1,0 1 0,0-1-1,-1 1 1,1-1 0,0 1-1,-1-1 1,1 1 0,-1 0-1,1-1 1,0 1 0,-1 0-1,1-1 1,-1 1 0,0 0-1,1 0 1,-1-1 0,0 1-1,1 0 1,-1 0 0,0 0-1,0 0 1,1 1 0,4 33 223,-5-27-122,4 29 90,1 1 0,2-1 0,1 0 0,2-1 0,2 0 0,16 35 1,-26-66-198,37 68-244,-35-66 194,1 0 1,0 0 0,0-1-1,1 1 1,-1-1-1,1-1 1,12 10 0,-17-14 32,0-1 0,1 1 0,-1 0 1,0 0-1,0-1 0,0 1 1,1-1-1,-1 1 0,0-1 0,1 0 1,-1 1-1,0-1 0,1 0 1,-1 0-1,0 0 0,1 0 0,-1 0 1,0 0-1,1 0 0,-1-1 1,0 1-1,1 0 0,-1-1 0,0 1 1,1-1-1,-1 1 0,0-1 1,0 0-1,0 0 0,2 0 0,0-3 40,1 0-1,0-1 0,-1 1 0,0-1 0,0 0 1,3-5-1,1-3-38,33-60 182,48-120 0,-58 121 37,-19 47-173,58-153 10,-91 226-5775,16-36 3849,-1 1-1,2 0 0,-6 19 1,2 13-4619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6.4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126 191 4002,'0'0'9327,"21"-9"-6321,1 0-2383,10-4 300,-1-2-1,37-23 1,-65 37-884,-1 0-1,1-1 1,-1 1-1,1-1 1,-1 0-1,0 0 0,0 0 1,0 0-1,0 0 1,0 0-1,0-1 1,-1 1-1,1-1 1,-1 1-1,1-1 0,-1 0 1,0 1-1,0-1 1,0 0-1,0 0 1,-1 0-1,1 1 0,-1-1 1,0 0-1,0 0 1,0-4-1,-1 5-1,1 1-1,-1 0 1,1 0-1,-1-1 1,0 1-1,0 0 1,1 0 0,-1 0-1,0 0 1,0 0-1,0 0 1,-1 0-1,1 0 1,0 0-1,0 1 1,0-1-1,0 0 1,-1 1 0,1-1-1,0 1 1,-1-1-1,1 1 1,-2-1-1,-39-6 276,34 6-215,-24-4 661,-1 2 1,1 2-1,-64 4 0,93-2-711,0 0 0,0-1-1,0 1 1,0 0-1,0 1 1,0-1-1,0 0 1,0 1-1,0 0 1,1 0-1,-1 0 1,1 0-1,-1 0 1,1 0-1,0 0 1,-1 1 0,1-1-1,1 1 1,-1 0-1,0-1 1,1 1-1,-1 0 1,1 0-1,0 0 1,0 0-1,-1 5 1,-1 7-26,1 0 0,0 0-1,1 0 1,2 21 0,-1-16 6,0-12-129,0 0 1,1 0 0,0-1-1,0 1 1,1-1 0,-1 1-1,2-1 1,-1 0 0,7 13-1,-7-16-121,1 0-1,0 0 0,0-1 0,0 1 0,0 0 1,0-1-1,1 0 0,0 0 0,0 0 0,0 0 0,0-1 1,0 1-1,0-1 0,0 0 0,1-1 0,7 3 1,4-1-1573,1 0 0,-1-1 0,1-1 0,26-1 0,-39 0 1313,62-2-7801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6.6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413 0 7491,'0'0'9205,"-121"27"-5139,81 9-833,0 6-1856,5 6-273,5 0-223,7 0-721,2-6-160,5-7-96,3-8-1025,-4-10-496,3-8-1008,-5-9-1585,-4 0-3745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6.8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6947,'0'0'15175,"120"44"-13910,-81-19-737,3-4-528,2-2-112,-2-7-1601,-5-8-1969,-5-4-3505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7.1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271 0 7139,'0'0'11707,"-23"22"-6972,-1 1-3517,9-10-598,0 0-1,1 2 1,0 0-1,2 0 1,-1 1-1,2 1 0,-17 31 1,7-3 846,-18 56 0,29-71-1453,2 0 1,1 1-1,2 0 0,0 0 1,1 45-1,3-45-13,0-19 0,1-1 0,0 1 0,0-1 0,4 17 0,-3-26-8,-1-1 0,1 1 0,0-1-1,0 0 1,1 1 0,-1-1 0,0 0 0,0 0 0,1 0 0,-1 0-1,0 0 1,1 0 0,-1 0 0,1-1 0,-1 1 0,1 0-1,0-1 1,-1 1 0,1-1 0,-1 0 0,1 1 0,0-1 0,0 0-1,-1 0 1,3 0 0,51-2-1404,-47 1 875,-2 1 10,1-1-1,-1 0 1,0 0 0,1-1-1,-1 0 1,0 0 0,0-1-1,-1 1 1,1-1-1,10-7 1,-11 6-455,-1 1 0,0-1 0,0-1 0,0 1 0,0 0 0,0-1 0,4-8 0,11-34-9980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7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6019,'0'0'10949,"176"31"-9877,-82-19-784,6-3-288,1-7-1936,-14-2-7525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8.1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811 2 7587,'0'0'5227,"-18"0"-2789,6 0-2027,4-1-79,-1 1-1,1 0 1,0 0 0,-1 1 0,1 0-1,0 1 1,0 0 0,0 0-1,0 0 1,0 1 0,0 1 0,1-1-1,-1 1 1,-7 5 0,-8 10 603,0 1 0,1 2 0,-22 27 0,-54 79 864,65-83-1143,-142 201 1669,121-163-1475,-44 94 0,83-146-713,2 0-1,1 1 0,1 1 0,2 0 0,2 1 0,1-1 0,1 1 0,0 63 0,5-86-128,0 0-1,1 0 1,0 0-1,1 0 1,0 0-1,0 0 1,1-1-1,1 1 1,0-1-1,0 0 1,1 0-1,0 0 1,1 0-1,0-1 1,1 0-1,0-1 1,0 1-1,0-1 1,1 0-1,1-1 1,16 12-1,-10-10-31,0 0 0,0-1 0,1 0 0,0-1-1,1-1 1,-1-1 0,1 0 0,0-1 0,0-1-1,1-1 1,-1 0 0,0-1 0,26-2 0,-37 0-104,-1 1 1,1 0 0,-1-1 0,0 0 0,0-1-1,1 1 1,-1-1 0,0 0 0,0 0 0,0 0-1,7-6 1,-9 7-214,-1-2 0,1 1 0,-1 0-1,0 0 1,0-1 0,0 1 0,0-1 0,3-4-1,-4 4-365,0 0-1,1-1 0,-1 1 0,0 0 1,-1 0-1,1-1 0,0 1 0,-1 0 1,0-5-1,0-13-7170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8.8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40 10005,'0'0'15753,"4"-5"-14114,-4 5-1595,0-1 1,0 1 0,0-1 0,1 1-1,-1-1 1,0 1 0,0-1-1,1 1 1,-1-1 0,0 1 0,1-1-1,-1 1 1,1 0 0,-1-1 0,0 1-1,1-1 1,-1 1 0,1 0 0,-1 0-1,1-1 1,-1 1 0,1 0 0,0 0-1,-1-1 1,1 1 0,-1 0 0,1 0-1,-1 0 1,1 0 0,0 0 0,-1 0-1,1 0 1,-1 0 0,1 0 0,-1 0-1,1 1 1,1-1 0,-1 2 75,0 1 1,0-1 0,0 1-1,0-1 1,0 1 0,0-1-1,-1 1 1,1-1 0,-1 1-1,1 0 1,-1 2 0,4 74 1467,-4-74-1554,0 1 0,-1 0 0,1-1 0,-1 1 0,0 0 0,-1-1 0,1 1-1,-1-1 1,-1 1 0,1-1 0,-4 6 0,6-11-41,0 1-1,0-1 0,0 0 1,0 0-1,0 0 1,0 0-1,-1 1 1,1-1-1,0 0 0,0 0 1,0 0-1,0 0 1,0 0-1,0 0 1,0 1-1,0-1 0,-1 0 1,1 0-1,0 0 1,0 0-1,0 0 1,0 0-1,0 0 0,0 0 1,-1 0-1,1 0 1,0 1-1,0-1 1,0 0-1,0 0 0,-1 0 1,1 0-1,0 0 1,0 0-1,0 0 0,0 0 1,-1 0-1,1 0 1,0 0-1,0-1 1,0 1-1,0 0 0,0 0 1,-1 0-1,1 0 1,0 0-1,0 0 1,0 0-1,0 0 0,-1-1 1,-1-10-192,5-15-99,0 18 249,1 0-1,-1 1 0,2 0 1,-1-1-1,1 1 1,1 1-1,-1-1 0,1 1 1,0 0-1,0 0 1,1 1-1,0-1 0,0 2 1,0-1-1,1 1 1,12-6-1,-16 10 81,1-1 1,-1 1-1,1-1 0,-1 1 1,1 1-1,-1-1 1,1 1-1,-1-1 0,1 1 1,-1 1-1,1-1 0,6 3 1,-8-2-11,-1-1 1,1 1 0,0-1-1,0 1 1,-1 0 0,1 0-1,-1 0 1,0 0 0,1 1-1,-1-1 1,0 1 0,0-1-1,-1 1 1,1-1 0,0 1-1,-1 0 1,0 0-1,2 4 1,-3-6-55,0-1 0,1 0 0,-1 1 0,0-1 0,1 0 0,-1 0 1,0 0-1,1 1 0,-1-1 0,0 0 0,1 0 0,-1 0 0,1 0 0,-1 0 0,0 0 0,1 1 0,-1-1 0,1 0 0,-1 0 0,0 0 0,1 0 0,-1-1 0,1 1 1,-1 0-1,0 0 0,1 0 0,-1 0 0,0 0 0,1 0 0,-1 0 0,0-1 0,1 1 0,-1 0 0,0 0 0,1-1 0,-1 1 0,0 0 0,1 0 0,-1-1 0,1 0 0,17-13-278,-16 13 170,27-20-7,1 1 1,1 2-1,61-27 1,-91 45 236,-1 0 1,1 0-1,-1 0 0,1 0 0,-1 0 1,1 1-1,-1-1 0,1 0 0,-1 0 0,0 0 1,1 0-1,-1 1 0,1-1 0,-1 0 1,1 0-1,-1 1 0,0-1 0,1 0 1,-1 1-1,0-1 0,1 0 0,-1 1 1,0-1-1,0 1 0,1-1 0,-1 0 1,0 1-1,0-1 0,0 1 0,1-1 1,-1 1-1,0-1 0,0 1 0,0-1 1,0 1-1,0 0 0,6 29-40,-2-14 127,-4-12-330,1-1 1,1 1-1,-1-1 0,0 0 1,1 1-1,0-1 0,0 0 0,0 0 1,0 0-1,0 0 0,0-1 1,1 1-1,-1 0 0,7 3 1,-6-4-624,0 0 1,0-1 0,0 0 0,0 0 0,0 0 0,0 0 0,0 0 0,0-1 0,1 1 0,-1-1-1,4 0 1,15 0-6830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9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12470,'0'0'15191,"111"60"-15175,-82-52-16,-2-3-1425,1-5-1712,-3 0-2898,2 0-5042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9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705 0 3249,'0'0'16824,"-159"103"-13206,86-32-1873,-15 17-609,-4 10-47,6 4-641,13-8-448,14-10-32,20-19-1185,12-15-656,18-17-1152,9-18-1265,36-15-3313,28-6-2146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9.6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459 43 14455,'0'0'5122,"-19"-7"-1969,2 0-2298,6 2-275,-1 0 0,1 1-1,-1 0 1,0 1-1,0 0 1,0 1 0,-1 0-1,1 1 1,-15 1-1,13 1-160,-1 1 1,1 0-1,0 1 0,1 1 0,-17 6 0,22-7-340,0 1 0,0-1 0,1 1 1,0 1-1,0-1 0,0 1 0,0 1 0,1-1 1,0 1-1,-6 7 0,10-10-87,0 0 0,0 1 0,0-1 1,0 1-1,1-1 0,-1 1 0,1 0 0,0-1 0,0 1 1,1 0-1,-1 0 0,1 0 0,-1 0 0,1-1 0,0 1 1,1 0-1,-1 0 0,1 0 0,0 0 0,0 0 0,0-1 0,0 1 1,1 0-1,-1-1 0,1 1 0,4 5 0,4 6-199,1 1 0,1-2 0,0 1 0,17 14 0,-15-15-40,2 2 29,8 7-460,33 45-1,-52-62 512,0 1 0,-1 0-1,0 0 1,0 1 0,0-1 0,-1 1 0,0 0 0,-1 0-1,0 0 1,0 0 0,-1 0 0,1 9 0,-2-13 179,-1-1 0,1 1 0,-1-1 0,0 1 0,0-1 0,-1 0 0,1 1 0,-1-1 0,0 0 0,1 0 0,-1 0 0,0 0 0,-1-1 0,1 1 1,0 0-1,-1-1 0,0 0 0,0 0 0,1 1 0,-1-2 0,0 1 0,0 0 0,-1 0 0,-3 1 0,-13 5 397,1-1-1,-42 10 1,38-12-90,-30 11 215,22-6-530,-32 5-1,63-14-51,0-1 1,0 0-1,0 0 0,0 0 0,0 0 0,0 0 0,-1 0 0,1 0 0,0 1 1,0-1-1,0 0 0,0 0 0,0 0 0,0 0 0,-1 0 0,1 0 0,0 0 0,0 0 1,0 0-1,0 0 0,0 0 0,-1 0 0,1 0 0,0 0 0,0 0 0,0 0 1,0 0-1,-1 0 0,1 0 0,0 0 0,0 0 0,0 0 0,0 0 0,0 0 0,0 0 1,-1 0-1,1 0 0,0-1 0,0 1 0,0 0 0,0 0 0,0 0 0,0 0 0,0 0 1,-1 0-1,1 0 0,0-1 0,0 1 0,0 0 0,0 0 0,0 0 0,0 0 1,0 0-1,0-1 0,0 1 0,0 0 0,0 0 0,0 0 0,0 0 0,0-1 0,8-8-3808,-4 5 3147,30-28-6969,12-12-4477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19.8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324 0 16087,'0'0'5411,"-85"149"-945,51-76-1985,7 8-800,4 1-273,6-5-655,7-6-497,1-10-240,1-15-16,2-10-576,-5-11-753,-3-9-800,-5-11-1393,-10-5-2176,-3-9-6612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20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14599,'25'-2'2225,"336"-15"7633,-329 17-9487,-17 1-174,-1-2 1,1 0-1,23-4 0,-43 5 919,-9-1-977,0 1-1,0 0 1,-13 3-1,3 3-99,1 1 0,0 1 0,-30 15 0,42-18-43,-1 2 0,1-1 1,0 2-1,0-1 0,0 2 0,1-1 0,-16 20 1,24-25-56,0 0 0,0 0 0,0 0 1,1 1-1,-1-1 0,1 1 1,0-1-1,0 1 0,0-1 1,1 1-1,-1 0 0,1 0 1,0-1-1,0 7 0,0-9 30,1-1-1,-1 1 1,1 0 0,-1 0-1,1-1 1,0 1 0,-1 0-1,1-1 1,0 1-1,-1-1 1,1 1 0,0-1-1,0 1 1,-1-1 0,1 1-1,0-1 1,0 0 0,0 1-1,0-1 1,-1 0-1,1 0 1,0 0 0,0 0-1,0 0 1,0 0 0,0 0-1,0 0 1,1 0-1,37 0-107,-28 0 96,-1-1 18,-1 0 1,1-1-1,-1 0 0,1 0 0,-1-1 0,0 0 0,0 0 0,0-1 1,16-10-1,-8 3 609,0-1 1,-1 0 0,25-25 0,-35 53 1040,15 32-3673,-18-42 1308,1 0 1,0-1 0,1 1 0,-1-1-1,1 0 1,0 0 0,0-1-1,0 0 1,1 0 0,0 0-1,-1 0 1,1-1 0,1 0-1,-1 0 1,0-1 0,1 1 0,-1-2-1,1 1 1,0-1 0,0 0-1,9 1 1,41-1-7123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20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0 10213,'0'0'12726,"-124"13"-9797,108 6-1713,7 4-783,9 0-305,0 4-128,19-2-128,13-2-657,5-6-623,3-9-977,2-8-1537,-3 0-2097,-1-17-4114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21.2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354 94 7075,'0'0'14100,"4"-15"-11728,13-45-107,-15 42 1522,-8 22-1698,4-2-2355,-14 15 424,0 0 0,1 0 0,1 2-1,1 0 1,0 0 0,2 1-1,0 1 1,-12 34 0,-4 22-196,-19 84 1,15-3 37,22-103 0,-2-1 0,-29 86 0,15-90 0,24-47 0,0-1 0,-1-1 0,1 1 0,-1 0 0,1 0 0,-1 0 0,0-1 0,1 1 0,-1-1 0,0 1 0,0-1 0,0 0 0,0 0 0,-1 0 0,1 0 0,0 0 0,0 0 0,0-1 0,-5 2 0,6-3 0,0 1 0,1-1 0,-1 0 0,1 1 1,-1-1-1,1 0 0,0 1 0,-1-1 0,1 0 0,-1 1 0,1-1 0,0 0 1,0 0-1,0 0 0,-1 1 0,1-1 0,0 0 0,0 0 0,0 0 0,0 1 0,0-1 1,1-1-1,-2-26-44,1 22-6,1-3-88,0 0 0,1 0-1,0 0 1,0 0 0,1 1-1,0-1 1,1 1 0,-1-1 0,2 1-1,-1 0 1,1 1 0,0-1-1,1 1 1,0 0 0,0 0-1,0 1 1,1 0 0,8-6-1,14-10-654,0 1 0,2 2 0,38-19 0,-48 28 334,0-2 42,1 1 1,0 1-1,0 1 0,33-8 1,-55 17 443,0 0 1,0 0-1,0 0 0,1 0 1,-1 0-1,0 0 1,0 0-1,1 0 0,-1 0 1,0 0-1,0 0 1,1 0-1,-1 0 0,0 0 1,0 0-1,1 0 1,-1 0-1,0 0 1,0 0-1,0 1 0,1-1 1,-1 0-1,0 0 1,0 0-1,0 0 0,0 0 1,1 1-1,-1-1 1,0 0-1,0 0 0,0 0 1,0 1-1,0-1 1,1 0-1,-1 0 0,0 0 1,0 1-1,0-1 1,0 0-1,-1 14 484,-10 11 496,7-19-736,-1-1 0,1 0 0,-1 0 0,0 0 0,-1-1-1,1 1 1,-1-2 0,0 1 0,0 0 0,0-1 0,-13 5-1,-7 0 801,-49 10 0,54-14-964,0 1 0,1 1-1,-24 9 1,42-14-107,0 0 0,1 0 0,-1 1 0,0-1 0,0 0 0,0 1 0,1-1 0,-1 1 0,1 0 0,-1-1 0,1 1 0,0 0 0,0 0 0,-1 0 0,1 0 0,1 0 0,-1 0 0,0 0 0,0 0 0,1 0 0,-1 1 0,1-1 0,0 0 0,0 0 0,-1 1 0,2-1 0,-1 2 0,0 0 0,1-1 0,-1 1 0,1-1 0,0 1 0,0-1 0,1 0 0,-1 0 0,0 1 0,1-1 0,0 0 0,0 0 0,0-1 0,0 1 0,0 0 0,1-1 0,3 4 0,5 1-114,0 0 1,1 0-1,0-1 1,0 0-1,0-1 0,1-1 1,0 0-1,0-1 1,24 3-1,11-1-4292,66-2-1,-90-3 2089,43 0-5104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21.6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0 1969,'0'0'19673,"3"14"-18721,11 26 160,2-1-1,40 72 1,-48-97-954,17 33 309,-2 2 1,-3 1 0,-1 1 0,-3 0-1,-2 1 1,-2 1 0,-2 0 0,4 97 0,-14-136-376,0 0 1,0 0 0,-2 0 0,0 0 0,0 0 0,-1 0-1,-6 14 1,5-18 14,-1 0 1,0 0-1,-1-1 0,0 0 0,0 0 0,-1 0 0,0 0 0,-1-1 1,-11 10-1,-3-1-159,-1 0 1,0-1 0,-1-2-1,-1 0 1,0-2 0,-1-1-1,-29 9 1,54-20-404,-11 3-615,9-4-1664,1-17-11485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21.8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10277,'0'0'22490,"4"-5"-22490,-2 5 0,0 5 0,-2 11-1249,0 3-2160,0-6-2754,-4-7-1681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22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511 1 12758,'0'0'3265,"-96"121"65,52-56 336,-4 10-2274,-11 9-1392,-12 10-656,-14 6-3170,-22 0-5570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26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10773,'0'0'21066,"2"0"-20858,0 0-240,1 0-417,-3 10-6306,0 11 1553,2 0-4450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26.5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318 0 9156,'0'0'7588,"-123"159"-3619,87-109-255,5-4-2529,8 0-1025,8-2-160,-2 6-448,-1 19-1633,-5 5-2658,-9 1-5969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38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0 154 9204,'0'0'9100,"14"7"-8390,-4-3-514,-6-3-116,0 0-1,-1 1 0,1-1 0,0 1 0,0 0 1,-1 0-1,1 0 0,-1 1 0,1-1 0,-1 1 1,0 0-1,0 0 0,0 0 0,-1 0 0,1 0 1,-1 1-1,0-1 0,0 1 0,0 0 0,3 7 1,-2 6 843,-1 0 1,-1 0 0,-1 26 0,-1-17-359,1-25-541,0 0 0,0 0 0,0 0 0,-1-1 0,1 1 0,0 0 0,0 0 0,-1 0 0,1 0 0,-1-1 0,1 1 0,-1 0-1,1 0 1,-1-1 0,1 1 0,-1 0 0,0-1 0,1 1 0,-1-1 0,0 1 0,0-1 0,-1 2 0,2-2-19,0 0-1,-1 0 1,1 0 0,0 0-1,-1 1 1,1-1 0,0 0-1,-1 0 1,1 0 0,0 0-1,-1 0 1,1 0 0,-1 0-1,1 0 1,0 0 0,-1 0 0,1 0-1,0 0 1,-1 0 0,1-1-1,0 1 1,-1 0 0,1 0-1,0 0 1,-1 0 0,1-1-1,0 1 1,-1 0 0,1 0-1,0-1 1,0 1 0,-1 0-1,1 0 1,0-1 0,0 1 0,0 0-1,-1-1 1,1 1 0,0 0-1,0-1 1,0 1 0,0 0-1,0-1 1,-1 1 0,1 0-1,0-1 1,0 1 0,0 0-1,0-1 1,0 0 0,0-11-30,1 0 1,0 1-1,0-1 1,1 0-1,1 1 1,-1-1-1,2 1 0,0 0 1,0 0-1,1 0 1,1 1-1,9-15 1,2-1-22,2 1 0,2 0 1,33-32-1,-53 56 45,7-7-10,0 1-1,0-1 0,1 1 1,0 0-1,0 1 0,11-5 1,-20 11 10,1-1 0,-1 1 0,1 0-1,0 0 1,-1-1 0,1 1 0,-1 0 0,1 0 0,0 0 0,-1 0 0,1 0 0,0 0 0,-1 0 0,1 0 0,-1 0 0,1 0 0,0 0 0,-1 0 0,1 0 0,-1 0 0,1 1 0,0-1 0,-1 0 0,1 0 0,-1 1 0,1-1 0,-1 1 0,1-1 0,-1 0 0,1 1 0,-1-1 0,1 1 0,-1-1 0,0 1 0,1-1 0,-1 1 0,1 0 0,3 23 3,-3-22 3,1 164 1005,-2-122-694,1-44-314,0 1 1,0-1 0,0 1-1,0-1 1,0 0 0,0 1-1,0-1 1,-1 0 0,1 0-1,0 0 1,0 1 0,0-1-1,0 0 1,0 0 0,0-1-1,0 1 1,0 0 0,0 0-1,0 0 1,0-1 0,0 1-1,0 0 1,0-1 0,0 1-1,0-1 1,18-9 13,-2 0 0,29-22 0,-5 2-5,208-136 178,-249 166-140,0 0-1,1 0 1,-1 0 0,0 0-1,0 0 1,1 0 0,-1 0-1,0 0 1,0 0 0,1 0 0,-1 0-1,0 0 1,0 0 0,1 0-1,-1 0 1,0 0 0,0 0-1,0 1 1,1-1 0,-1 0-1,0 0 1,0 0 0,1 0-1,-1 0 1,0 1 0,0-1-1,0 0 1,0 0 0,0 0-1,1 1 1,-1-1 0,0 0 0,0 0-1,0 1 1,0-1 0,0 0-1,0 0 1,0 1 0,0-1-1,0 0 1,0 0 0,0 1-1,0-1 1,0 0 0,0 0-1,0 1 1,0-1 0,0 0-1,0 0 1,0 1 0,0-1-1,0 20 235,0-15-56,-1 111 1562,0 3-3487,1-118 427,0 3 873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38.4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6643,'0'0'18617,"96"90"-18249,-83-67-336,1 2-32,1-10-80,6-7-1009,4-8-1632,2 0-1713,7-4-2849,-1-23-545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38.6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421 1 1489,'0'0'22010,"-121"123"-20666,87-73-159,-3 9-241,-1 8-607,5 1-337,1 6-17,1 1-591,0 2-1185,6 1-1136,2-7-1841,8-15-2994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39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561 14 5555,'0'0'10356,"-19"-3"-5700,12 2-4215,-9-3 133,-1 2 0,1 0 0,-1 1 1,1 1-1,-1 0 0,1 1 0,-25 5 0,0 5 752,-55 21 1,80-25-1077,0 0 0,0 1 1,1 0-1,0 2 0,0 0 0,-16 14 1,27-19-254,0 0 0,0 0 1,0 0-1,0 0 0,1 1 1,0 0-1,0-1 0,0 1 1,1 0-1,0 1 0,0-1 1,0 0-1,1 0 0,0 1 1,0-1-1,1 1 0,-1-1 1,2 1-1,-1-1 0,1 1 1,0-1-1,0 1 0,0-1 1,1 0-1,0 0 0,1 0 1,-1 0-1,1 0 0,0 0 1,7 9-1,13 9-338,0 0-1,2-2 1,1 0 0,53 33-1,-45-32-358,0 1 0,50 48 0,-77-64 525,0 0 1,-1 0 0,1 1-1,-2 0 1,1 0-1,3 10 1,-7-16 165,-1 0 0,0-1 1,0 1-1,0 0 1,0 0-1,-1-1 0,1 1 1,-1 0-1,1 0 0,-1 0 1,0 0-1,0 0 1,-1 0-1,1 0 0,0-1 1,-1 1-1,0 0 1,0 0-1,0 0 0,0-1 1,0 1-1,0-1 0,-1 1 1,1-1-1,-1 1 1,-3 3-1,-1-1 108,1-1-1,-1 0 1,0 0 0,0-1 0,-1 0-1,1 0 1,-12 4 0,-56 12 861,61-16-843,-58 12-11,-75 6-1,53-17-3904,93-4 3648,-1 1-1,1-1 1,0 0-1,-1 0 1,1 0-1,0 0 1,-1 0-1,1 0 1,-1 0-1,1 0 1,0 0-1,-1-1 1,1 1-1,-1 0 1,1 0-1,0 0 1,-1 0-1,1 0 1,0-1-1,-1 1 1,1 0-1,0 0 1,-1-1 0,1 1-1,0 0 1,-1 0-1,1-1 1,0 1-1,0 0 1,0-1-1,-1 0 1,-1-23-7410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39.5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1 9780,'0'0'14839,"-15"138"-11317,3-65-1921,-1 2-529,7 0-63,2-4-673,-5-6-336,3-8 0,-4-13-945,-5-13-864,0-12-1072,-3-9-688,-8-10-2626,-9 0-5026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39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3986,'0'0'8943,"26"-6"-3442,-9 2-4593,17-4 936,1 2 0,0 1 0,49 0 0,382 5 4193,-476 1-6035,1 1 0,0 0 1,0 0-1,0 1 0,0 0 0,1 0 0,-13 7 0,-60 38-3,77-46 1,-1 1 0,0 0 0,1 1 0,-1-1 0,1 1 0,0 0 0,0 0 0,1 0 0,-1 0 0,1 1 0,0-1 0,0 1 0,0 0 0,1 0 0,0 0 0,0 0 0,0 0 0,0 1 0,1-1 0,0 1 0,-1 9 0,3-14-4,-1 1 0,0-1 0,1 1 0,-1-1 0,1 1 0,0-1 0,-1 1 0,1-1-1,0 0 1,0 0 0,0 1 0,0-1 0,0 0 0,0 0 0,1 0 0,-1 0 0,0 0 0,0 0 0,1 0 0,-1 0 0,1-1 0,-1 1 0,0 0 0,1-1-1,0 1 1,-1-1 0,1 0 0,2 1 0,45 4-422,-41-4 325,3-1-148,1 0 0,-1-1 0,18-3 1,-27 3 223,0 1 0,0-1 0,0 1 0,1-1 0,-1 0 0,0 0 0,0 0 0,0 0 0,0 0 0,0 0 0,-1-1 0,1 1 0,0-1 0,-1 1 0,1-1 0,-1 0 0,1 1 0,-1-1 0,0 0 0,1 0 0,-1 0 0,0 0 0,-1 0 0,2-3 0,1-6 1023,-4 21-134,-2 9-957,2-14-160,1-1 1,0 1-1,0-1 1,0 1-1,1-1 0,0 1 1,0-1-1,0 0 1,0 1-1,0-1 1,1 0-1,0 0 1,0 0-1,3 6 1,-2-7-360,0 0 1,0-1 0,0 1 0,0 0 0,1-1 0,-1 0 0,1 0 0,-1 0 0,1 0-1,0 0 1,0-1 0,0 0 0,0 1 0,0-2 0,0 1 0,5 0 0,32 1-7847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0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0 11733,'0'0'17496,"-77"30"-15943,68-5-801,7 2-479,2 0-225,0 2-48,13-4-96,10-6-673,6-2-816,2-11-912,7-6-608,-7 0-1905,1-14-3890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0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272 0 14359,'0'0'11151,"-17"27"-8069,6-10-2626,-3 5 35,0 0-1,2 1 0,0 0 0,1 1 0,2 1 0,-12 47 0,-11 184-174,25-173-330,-28 134 0,32-206 14,1 0 0,-1 0 0,-1 0 0,-6 16 0,9-25 0,0 0 0,0 0 0,0 0 0,0-1 0,0 1 0,-1 0 0,1 0 0,-1-1 0,1 1 0,-1-1 0,1 1 0,-1-1 0,0 0 0,0 0 0,0 1 0,0-1 0,0-1 0,0 1 0,0 0 0,0 0 0,0-1 0,0 1 0,0-1 0,-3 1 0,4-2 0,0 1 0,1-1 0,-1 1 0,0-1 0,1 1 0,-1-1 0,0 1 0,1-1 0,-1 0 0,1 1 0,-1-1 0,1 0 0,-1 0 0,1 1 0,0-1 0,-1 0 0,1 0 0,0 1 0,0-1 0,-1 0 0,1 0 0,0 0 0,0 0 0,0 1 0,0-1 0,0 0 0,0 0 0,0 0 0,1 0 0,-1 1 0,0-1 0,1-2 0,-1-2 0,1-8-53,0 1 0,1-1-1,1 1 1,0 0 0,0 0 0,1 0 0,1 0-1,0 1 1,1-1 0,0 1 0,0 1 0,12-15-1,7-7-1109,2 2 0,45-41 0,-70 70 1181,31-25-406,-33 25 435,0 1 0,1-1-1,-1 1 1,1-1 0,-1 1 0,1 0 0,0-1 0,-1 1-1,1 0 1,-1-1 0,1 1 0,0 0 0,-1 0 0,1-1-1,0 1 1,-1 0 0,1 0 0,0 0 0,-1 0 0,1 0-1,0 0 1,-1 0 0,1 0 0,0 0 0,-1 0 0,1 1-1,0-1 1,-1 0 0,1 0 0,0 0 0,-1 1 0,1-1-1,-1 0 1,1 1 0,-1-1 0,1 1 0,-1-1 0,1 1-1,-1-1 1,1 1 0,-1-1 0,1 1 0,-1-1 0,0 1 0,1-1-1,-1 1 1,0 0 0,0-1 0,1 1 0,-1 0 0,0 0-1,2 6 66,-1 0-1,0 0 0,0 0 1,-1 0-1,1 0 0,-2 0 1,1-1-1,-1 1 1,0 0-1,0 0 0,-1 0 1,0 0-1,0-1 0,-1 1 1,0-1-1,0 0 0,0 0 1,-8 11-1,5-10-111,1 0 0,0 0 0,0 0 0,0 1 0,1-1 0,1 1 0,-1 0 0,1 0 0,-2 11 0,4-16 0,0 1 0,1-1 0,0 1 0,0-1 0,0 1 0,0-1 0,0 1 0,1-1 0,-1 0 0,1 1 0,0-1 0,0 1 0,0-1 0,1 0 0,-1 0 0,1 0 0,0 0 0,0 0 0,0 0 0,0 0 0,0-1 0,1 1 0,-1-1 0,1 0 0,5 4 0,5 2-28,0 0 1,0-1-1,1-1 0,0-1 0,0 0 1,0 0-1,1-2 0,-1 1 0,1-2 1,0 0-1,16-1 0,-16 0-1489,0-2-1,0 0 1,23-5-1,14-13-6470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0.9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9492,'0'0'11526,"138"-17"-6660,-82 15-2305,-4 2-2049,-6 0-512,-12 0-144,-17 0-1969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1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9396,'0'0'8820,"142"23"-7059,-85-19-1761,-1-4-368,-8-4-6147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1.9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364 0 13446,'0'0'9188,"-46"132"-6819,17-42-1152,0 6 288,1 6-33,1-1-703,2-7-481,4-9-256,0-9-32,-2-16-160,2-12-705,-2-16-1023,7-11-962,-1-15-1728,-4-6-2753,4 0-3202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2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1 130 11573,'0'0'5491,"29"2"-649,-17-1-4346,51 3 2079,96 19-1,-63-5-1493,1-4 1,0-4-1,108-3 0,-195-7-1079,1-1 1,-1 0 0,1 0-1,-1-1 1,1-1-1,-1 0 1,0 0-1,0-1 1,-1 0 0,19-11-1,-24 12-63,1 0 0,-1 0 1,0-1-1,0 0 0,-1 1 0,1-1 0,-1 0 0,0-1 0,0 1 0,0-1 1,0 1-1,-1-1 0,0 0 0,0 0 0,0 0 0,-1 0 0,1 0 1,-1 0-1,0 0 0,-1-1 0,1 1 0,-1 0 0,-1-7 0,1 9 47,-1 1 1,1-1-1,-1 1 0,0-1 0,0 1 0,0-1 0,0 1 0,-1 0 0,1-1 1,-1 1-1,1 0 0,-1 0 0,0 0 0,0 0 0,1 0 0,-1 1 0,-1-1 1,1 0-1,0 1 0,0 0 0,-1-1 0,1 1 0,0 0 0,-1 0 0,1 0 1,-1 1-1,0-1 0,1 1 0,-4-1 0,-11-2 13,0 1 0,0 1 0,-25 1-1,25 0-14,13 0 34,0 0 0,0 0 0,0 1 0,0-1 0,0 1 0,0 0 0,0 0 0,0 0 0,1 1 0,-1-1 0,0 1 0,1 0 0,-1 0 0,1 0 0,0 0 0,-1 1 0,1-1 0,-3 4 0,4-2 9,-1 0 1,0 0 0,1 0 0,-1 1-1,1-1 1,1 1 0,-1-1-1,0 1 1,1 0 0,0 0 0,0 0-1,1-1 1,-1 1 0,1 8-1,1 2 12,0-1 0,0 1-1,1-1 1,1 0-1,1 0 1,0 0-1,0 0 1,12 23 0,-10-27-250,0 0 0,0-1 0,1 1 0,14 14 0,-14-17-417,0-1 0,0 0 0,1 0 0,0 0 0,0-1 0,10 5 0,21 1-4401,3-8-3292,4-3-3221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2.8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 12118,'0'0'17952,"9"11"-16325,-2 0-1311,0 0-208,1 0-1,1 0 1,0-1 0,0 0 0,1 0-1,20 14 1,-28-22-127,1-1-1,-1 0 1,1 0 0,0-1-1,-1 1 1,1 0 0,0-1-1,-1 1 1,1-1 0,0 0-1,0 0 1,-1 0 0,1-1-1,0 1 1,0-1 0,-1 1 0,1-1-1,0 0 1,-1 0 0,1 0-1,-1 0 1,1 0 0,-1-1-1,0 1 1,1-1 0,-1 0-1,0 1 1,2-4 0,0 2-74,-1 0 0,0-1 0,0 1 0,0-1 0,0 0 0,-1 0 1,1 0-1,-1 0 0,0 0 0,0-1 0,-1 1 0,1 0 0,-1-1 0,0 0 1,1-8-1,30 13 1507,-25 2-1324,-1 0 0,1 1 1,-1-1-1,0 1 0,0 1 1,9 5-1,18 10-90,-19-14 13,1 0 0,24 5-1,-33-8-78,0-1-1,0-1 0,0 1 0,1-1 0,-1 0 1,0 0-1,0-1 0,0 0 0,9-2 0,-12 1 22,-1 1 0,1 0 0,0-1 0,-1 1 0,0-1-1,1 0 1,-1 0 0,0 0 0,0 0 0,0 0 0,0-1 0,0 1-1,-1-1 1,3-3 0,16-41 251,-14 28 353,-5 19-542,-1-1-1,1 0 1,0 1-1,-1-1 1,1 0-1,-1 1 1,1-1-1,0 1 1,-1-1-1,1 1 0,0 0 1,0-1-1,0 1 1,-1-1-1,1 1 1,0 0-1,0 0 1,0 0-1,0-1 1,-1 1-1,1 0 0,0 0 1,0 0-1,0 0 1,0 0-1,0 1 1,-1-1-1,1 0 1,0 0-1,0 0 1,0 1-1,0-1 0,-1 1 1,1-1-1,1 1 1,30 16-94,-31-16 103,20 11-139,-1-1 0,1-1 0,1-1-1,0 0 1,0-2 0,29 6 0,13-4-3765,1-6-4607,-10-3-3732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3.0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 11077,'0'0'15863,"-52"104"-12805,44-37-1586,-5 13-175,3 9-1297,-1 3 0,5 0 0,0-6 0,3-4-1137,-1-18-1152,2-13-1040,2-18-1553,0-20-2114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3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 8420,'0'0'5330,"19"-10"-1693,-4 2-2818,-5 1-200,0 2 0,1-1 1,0 1-1,0 1 0,0 0 0,1 0 0,-1 1 0,1 1 0,0 0 1,22-1-1,-20 4-213,0-1 0,0 2 1,-1 0-1,1 0 0,-1 2 1,1-1-1,-1 2 0,0-1 0,0 2 1,-1 0-1,23 15 0,-29-17-322,0 0 0,-1 1-1,0 0 1,0 0-1,0 0 1,0 1 0,-1-1-1,0 1 1,0 0-1,0 1 1,-1-1 0,0 1-1,0-1 1,-1 1 0,0 0-1,0 0 1,0 0-1,-1 0 1,0 0 0,-1 0-1,1 0 1,-1 1-1,-1-1 1,-2 13 0,2-15-52,0-2 0,-1 1 0,0 0 0,0 0 0,0 0 0,0-1 0,-1 1 1,1-1-1,-1 0 0,0 0 0,0 0 0,0 0 0,0 0 0,0 0 0,-1-1 1,1 0-1,-1 0 0,0 0 0,0 0 0,0 0 0,0-1 0,-6 2 0,-7 2-20,-1 0-1,0-2 1,-33 4-1,-78-5-292,93-2-1836,35-13-14422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3.6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19657,'0'0'13110,"2"-33"-13110,4 43 0,-1 13 0,-1 9 0,-4 1-3586,0 0-4033,0 1-5299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43.8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530 1 17512,'0'0'4002,"-107"123"272,42-52-16,1 2-3170,-5 2-1088,4 9-1584,-11 6-2738,-7 2-3618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53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1012 304,'0'0'6128,"-1"-13"-5341,0-1-453,1 8-113,-1-1 0,0 1 0,0 0 1,0 0-1,-1 0 0,1 0 0,-2 0 0,-2-6 0,-1 0 461,6 11-542,-1 0-1,1 0 1,-1 0-1,0 0 1,1 0-1,0 0 1,-1 0-1,1 0 1,0 0-1,-1-1 1,1 1-1,0 0 1,0 0-1,0 0 1,0-2-1,1 2-90,0 0 0,0 0 0,0 0 0,0 1 0,1-1-1,-1 0 1,0 1 0,0-1 0,0 0 0,1 1 0,-1 0 0,0-1-1,1 1 1,-1 0 0,0-1 0,1 1 0,1 0 0,32-12 176,-30 10-188,0-1 0,1 1-1,-1 0 1,1 1 0,0 0 0,-1-1 0,9 1 0,-13 1-18,18-6 42,311-127 515,-246 96-354,90-35 683,230-61 1,194-7-220,781-119 1864,-672 184-1021,-409 73-1097,-287 2-403,-1 1-1,0 0 0,1 1 1,-1 0-1,0 1 1,0 0-1,0 0 0,-1 1 1,1 0-1,-1 1 0,0 0 1,0 0-1,-1 1 0,1 0 1,-1 1-1,11 12 1,-8-7 1,0 1 1,-2 1-1,0 0 0,0 0 1,-1 0-1,-1 1 1,-1 0-1,0 1 1,6 25-1,78 351 1238,-80-336-935,-2 0-1,-4 1 1,-1 0 0,-9 99 0,-5-93-58,-22 79-1,7-40-86,-7 43 49,-74 308 203,-34-10 209,91-309-243,-65 276 1,29-11-74,-28-7-124,0 8 111,19-57-29,-77 140 349,116-300-214,1-5-65,49-162-315,-16 47 357,-62 118-1,71-156-265,1 0 0,1 0 1,1 2-1,-10 48 0,8-35-85,-1-1 0,-1 0 0,-2-1 0,-2-1 0,-36 55 0,49-84-52,3-4 0,0-1 0,0 0 0,0 0 0,0 0 0,0-1 0,-1 1 0,-2 2 0,0-4-85,4-28-2559,1-26-4323,0 17-3528,0 12 896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54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27 6371,'0'0'12707,"-1"-5"-11322,0 1-1340,-2-11 1404,6 12-357,4 10-15,-6-6-998,56 65 2680,71 65 0,-110-117-2698,0 0 1,1-2-1,38 19 0,-56-30-57,0 0-1,-1 1 1,1-1-1,0 0 1,-1 1-1,1-1 1,-1 1-1,1-1 1,-1 1-1,0-1 1,1 0-1,-1 1 1,0-1-1,0 1 1,0-1-1,0 1 1,-1 2-1,0 11-2615,1-6-4045,2-9 2471,11-1-1348,7 0-1090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7:54.4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437 4 768,'0'0'12043,"5"0"-10378,16-3-224,-20 3-1286,-1 0 0,1 1 0,-1-1 0,0 0 0,1 0 0,-1 1 1,0-1-1,1 0 0,-1 1 0,0-1 0,1 0 0,-1 1 0,0-1 0,0 1 1,1-1-1,-1 0 0,0 1 0,0-1 0,0 1 0,0-1 0,0 1 1,0-1-1,0 1 0,1-1 0,-1 0 0,0 1 0,0-1 0,-1 1 0,1-1 1,0 1-1,0 0 0,-1 15 1604,0-12-1480,0-1 1,-1 0 0,1 0 0,-1 0-1,0 0 1,0 0 0,0 0 0,0 0-1,0-1 1,-1 1 0,-4 4 0,-37 28 1658,30-24-1260,-83 63 1635,-139 114-472,230-184-1834,1 0 0,0 1-1,0 0 1,1 0 0,-1 1 0,1-1-1,-6 11 1,4 12-3180,13-26-5703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3121,'0'0'24113,"5"12"-23163,61 132-32,-16-38-663,-46-98-254,-3-6-3,1 0 1,-1 1 0,0-1 0,0 1-1,-1-1 1,1 1 0,-1 0 0,1-1 0,-1 1-1,0 4 1,0-6-79,-1-2 23,-1 1 0,0-1 0,0 0 0,1 0 0,-1 0 1,1-1-1,-1 1 0,1 0 0,-1 0 0,1-1 0,0 1 0,0-1 0,0 1 0,0-1 0,0 0 0,-2-3 0,2 3-34,-2-4 4,0-1 1,0 1-1,1-1 0,0 0 1,0 0-1,0 1 0,1-1 1,0 0-1,1 0 0,-1-1 1,1 1-1,1 0 0,-1 0 1,1 0-1,1 0 0,-1 0 1,1 1-1,0-1 0,1 0 1,-1 1-1,1-1 0,7-9 1,-4 5 13,1 1 1,0 0-1,0 1 1,1-1 0,0 2-1,1-1 1,0 1-1,1 0 1,-1 1-1,1 0 1,1 1 0,15-8-1,-22 12 72,0 0 0,0 1 0,1 0 0,-1-1 0,0 1 0,1 1 0,-1-1 0,0 1-1,1-1 1,-1 1 0,1 0 0,-1 1 0,1-1 0,5 3 0,-7-2 13,0 0 0,0 1 0,0-1-1,-1 1 1,1 0 0,-1 0 0,1 0 0,-1 0 0,0 0 0,1 1 0,-1-1 0,-1 1-1,1-1 1,0 1 0,-1 0 0,1 0 0,-1 0 0,0-1 0,2 7 0,2 5 116,-1 1 1,-1-1-1,0 1 1,-1 0-1,1 22 1,-3-37-108,1 0-46,-1-1 6,1 1 0,0-1 0,-1 1 0,1-1-1,0 0 1,-1 1 0,1-1 0,-1 0-1,1 0 1,-1 0 0,1 1 0,-1-1 0,0 0-1,1 0 1,-1 0 0,0 0 0,0 0 0,1-1-1,0-2-46,5-8 45,0 0 0,1 1 1,0 0-1,0 0 0,2 1 1,-1-1-1,1 2 0,1-1 1,-1 1-1,2 1 0,-1 0 1,1 0-1,0 1 0,1 1 1,0 0-1,0 0 0,0 1 1,1 1-1,16-5 0,-27 9 37,0 0 0,-1 0 0,1 0 0,0 0 0,0 0-1,-1 1 1,1-1 0,0 1 0,-1-1 0,1 1 0,-1-1 0,1 1-1,0 0 1,-1 0 0,1-1 0,-1 1 0,0 0 0,1 1 0,-1-1-1,0 0 1,0 0 0,1 1 0,-1-1 0,0 0 0,0 1-1,-1-1 1,1 1 0,0-1 0,0 1 0,-1-1 0,1 1 0,-1 0-1,1 2 1,3 10 152,0 0-1,-1 0 0,2 16 1,-3-12 56,4 13 39,11 37 0,-16-66-383,-1-1 1,1 0-1,-1 1 1,1-1 0,0 0-1,0 0 1,-1 0-1,1 1 1,0-1 0,0 0-1,0 0 1,0 0-1,0-1 1,1 1 0,-1 0-1,2 1 1,8 2-5495,1-3-4449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11221,'0'0'12982,"48"31"-12710,-37-22-192,1-5-48,-3 2-32,1 3-432,7-3-1041,2-4-1264,6-2-528,4 0-2562,-2 0-1216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1 400,'0'0'20714,"-92"123"-19146,62-71-127,-1 5-368,0-3-529,-1-4-464,5-2-80,2-8-256,4-7-1089,4 1-1408,1-9-1217,1-8-2369,5-9-2017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8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15 10325,'0'0'8942,"-25"-2"-5647,-3-2-2530,5 0-249,0 2-1,-1 0 1,1 1 0,-43 5-1,44 0-108,1 0-1,-1 1 1,-23 10 0,34-11-320,-1 1 0,2 1 0,-1-1 0,0 2 0,1-1 1,0 1-1,-11 11 0,19-16-112,-1 1 1,1-1-1,0 0 1,0 1-1,1-1 0,-1 1 1,1-1-1,-1 1 1,1 0-1,0 0 0,0-1 1,0 1-1,0 0 1,0 0-1,1 0 0,-1 0 1,1 0-1,0 0 1,0 0-1,0 1 1,0-1-1,1 0 0,-1 0 1,2 3-1,0-1-122,0 0 0,0 0 1,0-1-1,1 1 0,0-1 0,0 0 0,0 0 0,1 0 1,-1 0-1,1 0 0,0-1 0,0 0 0,5 3 0,32 20-661,1-3 0,47 19 0,-54-27 350,-1 1-1,-1 1 1,0 2-1,42 33 1,-72-50 448,0 1 0,-1-1 1,1 1-1,-1-1 0,0 1 1,0 0-1,0 0 0,0 0 1,0 0-1,-1 0 1,1 0-1,-1 1 0,0-1 1,0 0-1,0 1 0,0-1 1,-1 1-1,1 4 0,-1-5 88,0 0 0,-1 0 0,0 0-1,1 0 1,-1-1 0,0 1-1,0 0 1,-1 0 0,1-1-1,0 1 1,-1 0 0,0-1 0,1 0-1,-1 1 1,0-1 0,0 0-1,-1 0 1,1 0 0,0 0-1,-5 2 1,-18 11 1083,-1-2-1,0-1 0,-40 12 1,36-13-677,0 0 1,-41 24 0,69-34-1466,6-4-1501,11-9-777,-1 0 0,19-24 0,16-18-4700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11989,'0'0'12134,"-42"140"-9141,21-67-1072,6 2-224,3 1-304,1-9-849,11-7-448,0-12-96,0-8-160,0-11-672,0-8-593,0-6-736,0-9-1089,-16-6-8579,3-17 3185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3282,'0'0'6725,"24"-1"-1682,361-2 6076,-309 5-10231,-42 0-663,0-2 0,1-1-1,-1-1 1,45-9 0,-78 10-142,-6 1-21,-17 0 215,-43 5 0,59-4-273,-1 1 0,1-1 0,0 1 0,0 0 0,0 1 0,0-1 0,0 1 0,0 0 0,1 1 0,-1-1 0,-5 6 0,10-8-30,0 0-1,-1 0 1,1 0 0,0 0 0,0 1 0,0-1-1,0 0 1,0 0 0,0 1 0,1-1-1,-1 1 1,0-1 0,1 1 0,-1-1 0,1 1-1,-1-1 1,1 1 0,0-1 0,0 1-1,0 0 1,0 2 0,0-3-36,1 0-1,-1 0 1,0 0 0,1 0-1,0 0 1,-1 0 0,1 0-1,-1-1 1,1 1-1,0 0 1,0 0 0,-1-1-1,1 1 1,0 0 0,0-1-1,0 1 1,0-1 0,0 1-1,0-1 1,0 1 0,0-1-1,0 0 1,0 0 0,0 1-1,0-1 1,0 0 0,0 0-1,2 0 1,106 0 1158,-106 0-1102,-1 1-1,1-1 1,-1 1-1,1-1 1,0 1-1,-1 0 0,1 0 1,-1 0-1,0 0 1,4 3-1,3 2-560,0 0 0,1-1-1,-1 0 1,1 0-1,16 4 1,-13-6-1474,-1 0 0,1-2 0,0 1 0,18-1 0,5-1-3801,1 0-801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 4930,'0'0'18982,"-13"-2"-17330,5 0-1330,5 1-234,1 0-1,-1 1 1,0-1-1,0 0 1,0 1 0,0 0-1,0-1 1,0 1 0,0 0-1,0 1 1,0-1 0,0 0-1,0 1 1,0 0-1,0 0 1,0 0 0,0 0-1,0 0 1,1 0 0,-1 1-1,0-1 1,1 1 0,-1 0-1,-3 3 1,2 1-27,0 0 0,0 0 1,0 0-1,1 1 0,-1-1 0,2 1 0,-1 0 1,1 0-1,0 0 0,0 0 0,1 0 1,0 0-1,0 1 0,1-1 0,0 0 0,0 1 1,1-1-1,1 8 0,-2-12-109,1-1 1,0 1-1,0 0 0,0 0 0,1-1 1,-1 1-1,1-1 0,-1 1 1,1-1-1,0 0 0,0 0 1,0 1-1,0-1 0,0 0 0,1-1 1,-1 1-1,0 0 0,1-1 1,0 1-1,-1-1 0,1 0 0,0 0 1,-1 0-1,1 0 0,5 0 1,8 2-700,0 0 0,0-1 0,22-1 1,-35-1 619,11 1-927,1-2 0,-1 1 1,0-2-1,0 0 0,0 0 0,-1-1 0,22-8 1,32-25-6535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12454,'0'0'11237,"-19"13"-8948,7-6-1990,4-3-116,1 1 0,-1 0 0,1 0 0,0 0 1,0 1-1,1 0 0,-1 1 0,1-1 0,1 1 0,-1 0 0,1 1 0,1-1 1,-1 1-1,1 0 0,1 0 0,-6 18 0,-6 54 940,4 0 0,-1 107 1,-14 97-1119,8-219-5,12-45 0,5-16 0,2-6 0,22-31-797,0 1 0,3 1 0,0 0 0,35-28 1,-43 40 197,-3 4 8,64-59-1825,-70 67 2147,-1 0-1,2 1 1,-1 0-1,1 1 1,0 0-1,0 0 1,15-4-1,-24 9 275,0-1 0,0 1 0,0 0 0,0-1 0,0 1 0,-1 0 0,1 0 0,0 0 0,0 0 0,0 0 0,0 0 0,0 0 0,0 0 0,0 0 0,0 0 0,0 0 0,0 1 0,-1-1 0,1 0 0,0 1 0,0-1-1,0 0 1,0 1 0,-1-1 0,2 2 0,-2-1 48,1 0-1,-1 0 1,0-1-1,1 1 1,-1 0-1,0 0 1,0 0-1,0 1 1,0-1-1,0 0 1,0 0-1,0 0 1,0 0-1,0 0 1,0 0-1,-1 0 1,1 0-1,-1 1 1,-1 3 184,0-1 0,0 1 1,0 0-1,-1-1 0,0 0 1,0 0-1,0 0 1,-5 5-1,-4 0 361,-1-1-1,0 0 1,0-1-1,-23 9 1,-33 17 1029,64-30-1495,0 1 0,0-1-1,0 1 1,1 0 0,-1 0 0,1 1 0,0-1 0,0 1 0,-5 10-1,6-11-102,1 1 0,0-1-1,1 1 1,-1 0 0,1-1-1,0 1 1,0 0-1,0 0 1,1 0 0,0 0-1,0 0 1,0 0-1,1 0 1,-1 0 0,1-1-1,0 1 1,1 0 0,-1 0-1,4 8 1,0-5-31,-1 0-1,1 0 1,1 0 0,-1 0-1,1-1 1,1 1 0,0-2 0,-1 1-1,10 6 1,2 0-308,1-2 1,0 1-1,1-2 1,21 8-1,1-3-2928,-2-4-3331,-21-8-3478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11125,'0'0'12702,"-7"28"-11128,3-7-1202,-8 28 749,3 1 0,-4 67 0,10-19 89,5 1 1,24 174-1,-2-100-3005,-22-192-13506,-2-21 5697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246 355 7924,'0'0'6058,"19"-6"-2515,-18 6-3482,37-12 1209,1 1 0,48-6 0,509-73 2338,-6-35-3785,-474 90-239,-77 22 511,0 1 0,1 2 0,0 1 0,80-6 0,-118 15-68,-1 0-1,1 0 0,-1 0 1,1 1-1,-1-1 1,0 0-1,1 1 1,-1-1-1,1 1 1,-1-1-1,0 1 0,1 0 1,-1-1-1,0 1 1,0 0-1,0 0 1,0 0-1,0 0 1,0 0-1,0 0 1,0 0-1,0 0 0,0 1 1,0-1-1,0 0 1,-1 0-1,1 1 1,0 2-1,1 3 143,0 1-1,-1-1 1,0 1-1,0 12 1,0-6 139,6 179 2683,10 104-499,6-140-2039,-4-33-440,4 134 1,-22-229-14,-2-11 0,2 0 0,0 0 0,6 26 0,-8-43 0,0-1 0,-1 1 0,1-1 0,0 1 0,0-1 0,0 0 0,0 0 0,0 0 0,0 1 0,-1-1 0,1 0 0,0 0 0,0 0 0,-2-1 0,1 1 0,-39-2-75,-64-12 1,-12-1-343,-1026-8 279,958 32 490,-204 35 0,365-40-352,13-3 0,0 1 0,0 0 0,0 0 0,1 1 0,-1 0 0,1 1 0,0 0 0,-17 10 0,26-13 0,0 0 0,0-1 0,0 1 0,0 0 0,0 0 0,1-1 0,-1 1 0,0 0 0,0 0 0,1 0 0,-1 0 0,1 0 0,-1 0 0,1 0 0,-1 2 0,1-3 0,0 1 0,0-1 0,0 1 0,0-1 0,0 0 0,0 1 0,0-1 0,0 1 0,0-1 0,0 1 0,1-1 0,-1 1 0,0-1 0,0 1 0,1-1 0,-1 0 0,0 1 0,0-1 0,1 1 0,-1-1 0,1 0 0,-1 1 0,1-1 0,2 2 0,0 0 0,0-1 0,0 0 0,0 0 0,0 0 0,0 0 0,6 1 0,27 2-224,1-1 0,56-3 0,-38 0-1561,-46 0 973,0 0 0,-1 0 0,1-1-1,-1 0 1,0-1 0,1 1 0,-1-2 0,0 1 0,8-4 0,14-16-7547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6 1169,'0'0'14243,"0"5"-11479,0-2-2393,0-1 0,0 1 1,0 0-1,0-1 0,-1 1 0,1 0 0,-1-1 0,1 1 0,-1-1 0,0 1 0,0-1 0,0 1 0,-1-1 0,1 0 0,0 0 0,-1 1 1,0-1-1,1 0 0,-1 0 0,0-1 0,0 1 0,0 0 0,0-1 0,0 1 0,-1-1 0,1 1 0,0-1 0,-1 0 0,1 0 1,-1 0-1,1 0 0,-1-1 0,-4 1 0,6-1-351,0-1 0,0 1-1,0-1 1,1 0 0,-1 1 0,0-1 0,0 0 0,0 0 0,1 0-1,-1 0 1,0 0 0,1 0 0,-1 0 0,1 0 0,-1 0 0,1 0 0,0 0-1,-1 0 1,1 0 0,0 0 0,0 0 0,-1 0 0,1 0 0,0 0 0,1-2-1,-2 0-17,1 0-1,-1 0 1,1 1-1,0-1 1,1 0-1,-1 0 0,0 0 1,1 0-1,1-4 1,-1 5-8,1 0-1,0 1 1,0-1 0,0 1 0,0-1 0,1 1 0,-1 0 0,0 0 0,0 0-1,1 0 1,-1 0 0,1 0 0,-1 1 0,1-1 0,-1 1 0,1 0 0,-1-1-1,4 1 1,47 3-141,-51-3 144,0 0 0,0 1 0,0-1 0,0 1 0,-1 0 0,1-1 0,0 1 0,0 0 1,-1 0-1,1 0 0,-1 0 0,1 0 0,-1 1 0,1-1 0,-1 0 0,0 1 0,0-1 1,1 1-1,-1-1 0,0 1 0,0-1 0,1 5 0,-1-3 6,0 0-1,0 0 0,0 1 1,0-1-1,-1 1 1,1-1-1,-1 1 1,0-1-1,0 1 0,0-1 1,-2 6-1,2-8 28,-1 0-1,0 1 0,0-1 1,0 0-1,0 0 1,0 0-1,0 0 0,0 0 1,0 0-1,0 0 1,0 0-1,0 0 0,-1-1 1,1 1-1,0 0 1,-1-1-1,1 1 0,-1-1 1,1 1-1,0-1 1,-1 0-1,1 0 0,-4 1 1,-36 1 702,39-2-689,-4 0 37,2 1-59,1-1 1,-1 0 0,1 0-1,-1-1 1,0 1 0,1-1-1,-1 0 1,-4-1 0,7 1-23,0 0 1,0 0-1,0 0 1,0 0-1,0 0 1,0 0 0,0 0-1,0 0 1,0-1-1,1 1 1,-1 0-1,1-1 1,-1 1 0,1 0-1,-1-1 1,1 1-1,-1 0 1,1-1 0,0 1-1,0-1 1,0 1-1,0-1 1,0 1-1,0-2 1,0 0 0,0 0 0,0 0 0,0 0 0,1 0 0,-1 0 0,1 0 0,-1 1 0,1-1 0,0 0 0,0 0 0,0 1 0,3-5 0,-2 5 0,-1 0 0,1 1 0,0 0 0,0-1 0,-1 1 0,1 0 0,0 0 0,0 0 0,0 0 0,1 0 0,-1 0 0,0 1 0,0-1 0,0 1 0,0-1 0,1 1 0,2 0 0,9-2 0,1 1 0,0 1 0,-1 0 0,19 4 0,-30-4 0,-1 0 0,1 0 0,-1 1 0,1-1 0,-1 1 0,1 0 0,-1 0 0,0 0 0,1 0 0,-1 0 0,0 0 0,0 1 0,0-1 0,0 1 0,0-1 0,0 1 0,0 0 0,0 0 0,-1 0 0,1 0 0,-1 0 0,1 0 0,-1 0 0,0 0 0,0 1 0,0-1 0,0 1 0,0-1 0,-1 0 0,1 1 0,-1-1 0,1 5 0,-1-6 0,-1 1 0,1-1 0,0 0 0,-1 0 0,1 0 0,-1 0 0,1 0 0,-1 0 0,0 0 0,1 0 0,-1 0 0,0 0 0,0-1 0,0 1 0,0 0 0,1 0 0,-1-1 0,0 1 0,0-1 0,0 1 0,0-1 0,-1 1 0,1-1 0,0 1 0,0-1 0,0 0 0,0 0 0,0 1 0,-3-1 0,-40 3 0,35-3 0,-5 1 0,-23 1 0,33-4 0,23-2 0,3-1-208,5 0-1830,-6 0-3191,6-3-3543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44 1873,'0'0'13358,"5"-7"-12112,2-1-875,15-21 5074,-20 37-4138,-1 10-1646,-1 484 2033,-4-438-1777,-2 0 0,-4-1-1,-17 62 1,1-3-1814,19-100-326,6-22 2102,1 0-1,0 0 1,-1 0 0,1 0-1,0 0 1,0 0 0,-1 0-1,1-1 1,0 1-1,-1 0 1,1 0 0,0 0-1,0 0 1,-1 0 0,1 0-1,0 0 1,0-1-1,-1 1 1,1 0 0,0 0-1,0 0 1,-1-1 0,1 1-1,0 0 1,0 0 0,0-1-1,0 1 1,0 0-1,-1 0 1,1-1 0,0 1-1,0 0 1,0 0 0,0-1-1,0 1 1,0-1-1,-10-42-5514,8-9 1450,-2-15-626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3650,'0'0'1811,"20"-11"548,70-36 324,-82 44-2296,-1-1 0,1 1-1,0 0 1,0 1-1,1-1 1,-1 2-1,0-1 1,1 1-1,-1 1 1,1-1-1,11 2 1,4 0 758,-20-1-990,1 1 0,0-1 0,-1 1 0,1 1 0,-1-1 0,0 0 0,1 1 0,-1 0 0,0 0 0,0 1 0,0-1 0,0 1 0,-1-1 0,1 1 0,-1 0 0,1 1 0,-1-1 0,0 1 0,0-1 0,-1 1 0,1 0 0,-1 0 0,0 0 0,0 0 0,0 0 0,0 1 0,-1-1 0,0 0 0,2 8 0,-2-6-61,1 1 1,-1 0 0,0-1-1,-1 1 1,1 0-1,-1 0 1,-1 0 0,1-1-1,-1 1 1,0 0-1,-1-1 1,0 1 0,0 0-1,0-1 1,-1 0 0,0 0-1,0 0 1,0 0-1,-9 11 1,2-7-72,-1-1 0,0 0 0,0-1 0,0 0 0,-1-1 0,0 0-1,-1 0 1,0-2 0,0 1 0,0-2 0,0 0 0,-1 0 0,0-1 0,0-1 0,1 0 0,-21-1 0,33-1-248,1 0 1,-1-1-1,1 1 1,-1 0 0,1 0-1,0-1 1,-1 1-1,1 0 1,-1-1 0,1 1-1,0 0 1,-1-1 0,1 1-1,0-1 1,-1 1-1,1 0 1,0-1 0,0 1-1,0-1 1,-1 1-1,1-1 1,0 1 0,0-1-1,0 1 1,0-1-1,0 1 1,0-1 0,0 1-1,0-1 1,0 1-1,0-1 1,0 1 0,0-1-1,0 0 1,0 0-194,0 0-1,1 0 1,-1 0 0,0 0 0,0 0-1,0 0 1,1 0 0,-1 0 0,1 0-1,-1 0 1,1 0 0,-1 0 0,1 0-1,-1 0 1,1 1 0,0-1 0,-1 0-1,1 0 1,0 1 0,1-2 0,22-5-5172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1425,'0'0'17424,"6"-4"-15517,11-6-702,-16 10-1153,-1 0 0,0 0 0,1 0-1,-1 0 1,0 0 0,1 0 0,-1 0-1,0 0 1,1 0 0,-1 0 0,0 0 0,1 0-1,-1 1 1,0-1 0,0 0 0,1 0-1,-1 0 1,0 0 0,1 1 0,-1-1-1,0 0 1,0 0 0,1 0 0,-1 1-1,0-1 1,0 0 0,0 1 0,1-1-1,-1 1 1,1 3 311,0 1 0,0 0 0,0-1 0,-1 1 1,0 0-1,0 7 0,0 1-154,0 103 1552,-1-114-1763,1 0-1,1 0 1,-1 0-1,0-1 1,0 1-1,1 0 1,0 0 0,-1 0-1,1 0 1,0 0-1,0 0 1,-1-1-1,2 1 1,-1 0-1,0-1 1,0 1-1,0 0 1,1-1 0,2 3-1,-1-2-58,0 0-1,0-1 1,1 1 0,-1 0-1,0-1 1,1 0 0,-1 0 0,1 0-1,-1-1 1,6 1 0,1 0-145,-1-1 1,1 0-1,-1-1 1,1 0 0,-1-1-1,1 0 1,16-6 0,-14 3 76,-2-1 0,1-1 0,-1 1 1,0-2-1,0 1 0,-1-2 0,0 1 0,0-1 1,-1 0-1,9-14 0,-17 23 230,1 0 0,-1 0 0,1 0 0,0 0 0,-1 0 0,1 0 0,-1 0 0,1 0 0,-1 0 0,1 0 0,0 0 0,-1 0 0,1 0 0,-1 0 0,1 0 0,-1 1 0,1-1 0,-1 0 0,1 0 0,-1 1 0,1-1-1,-1 0 1,1 1 0,-1-1 0,1 0 0,-1 1 0,0-1 0,1 1 0,-1-1 0,0 1 0,1-1 0,-1 1 0,0-1 0,1 2 0,23 28-802,-8-8-336,21 8-3059,-33-28 3031,0 0 0,0 0-1,0 0 1,0 0 0,0-1-1,1 0 1,-1 1-1,6-1 1,10 0-5159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2353,'0'0'15471,"-11"0"-13873,-6 1-1052,0 1-1,1 1 0,-1 0 1,1 1-1,0 0 1,-17 8-1,22-7-294,4-3-47,0 1 0,0 0 1,0 1-1,1 0 0,-10 7 0,15-10-212,-1 0-1,1 0 1,1 0-1,-1 0 1,0 0 0,0 0-1,0 0 1,0 0 0,1 1-1,-1-1 1,0 0-1,1 1 1,0-1 0,-1 0-1,1 1 1,0-1-1,-1 0 1,1 1 0,0-1-1,0 1 1,0-1 0,0 1-1,0-1 1,1 0-1,-1 1 1,0-1 0,1 0-1,-1 1 1,1-1-1,-1 0 1,1 1 0,0-1-1,-1 0 1,1 0 0,0 0-1,2 2 1,20 28-524,-9-14 172,22 38 0,-32-48 130,-1 0 0,0 1 0,0-1 0,0 1 0,-1-1 0,-1 1 0,1-1 1,-1 1-1,0 12 0,-5-19 151,0 0 1,0-1 0,0 1-1,0-1 1,0 0-1,-7 0 1,7-1-152,3 1 115,0 0 1,0 0 0,0 0-1,0 0 1,0 0-1,0 0 1,-1-1-1,1 1 1,0 0 0,0-1-1,0 1 1,0-1-1,1 1 1,-1-1-1,0 0 1,0 1 0,0-1-1,0 0 1,1 0-1,-1 1 1,0-1-1,0 0 1,1 0 0,-1 0-1,1 0 1,-1 0-1,1 0 1,-1 0-1,1 0 1,0 0 0,0 0-1,-1 0 1,1 0-1,0 0 1,0 0-1,0 0 1,0-1 0,0 1-1,0 0 1,0 0-1,1 0 1,-1-2-1,1-2-255,0 1 0,0-1 1,1 0-1,-1 0 0,1 1 0,0-1 0,0 1 0,1 0 0,3-6 0,22-23-2758,48-43 0,-41 44 1887,38-37-829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6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20 1553,'0'0'17586,"-10"-6"-16137,8 5-1386,0-1 0,-1 1 0,1 0 0,0-1 0,-1 1 0,1 0 0,-1 0 0,1 0 1,-1 1-1,1-1 0,-1 1 0,0-1 0,1 1 0,-1 0 0,1 0 0,-1 0 0,0 0 0,1 1 0,-1-1 0,0 1 0,1-1 0,-1 1 0,1 0 0,-1 0 0,1 0 0,-1 0 0,1 1 0,0-1 0,0 1 1,0-1-1,-1 1 0,2 0 0,-1 0 0,0-1 0,0 2 0,0-1 0,-1 2 0,-14 18 332,1 1 0,1 0 0,1 2 0,1-1 0,2 1 0,0 1 1,1 0-1,-10 47 0,4 4 209,-11 142 1,22-23-624,5-196-53,2-6-312,3-5 376,2 0-1,0 1 1,0-1 0,1 1 0,10-10-1,11-15 99,-28 34-31,-1 1 0,1-1 0,-1 0 0,1 1 0,-1-1 1,1 1-1,-1-1 0,1 1 0,0-1 0,-1 1 0,1 0 0,0-1 0,0 1 0,-1 0 1,1-1-1,0 1 0,0 0 0,0 0 0,-1 0 0,1 0 0,0 0 0,0 0 0,0 0 1,-1 0-1,1 0 0,0 0 0,0 0 0,0 0 0,-1 0 0,1 1 0,0-1 0,0 0 1,-1 1-1,1-1 0,0 1 0,-1-1 0,2 1 0,24 24-706,-16-14 438,-4-6-598,1 1 0,0-1-1,0-1 1,0 1 0,1-1 0,9 4 0,-10-5-915,0-1 1,0 0 0,0-1-1,11 2 1,21-2-8340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2 2225,'-1'-1'16073,"0"1"-16047,1 0 0,-1 0-1,0 0 1,1 0 0,-1 0 0,0 0 0,1 0-1,-1 0 1,0 0 0,1 0 0,-1 0 0,0 0-1,1 0 1,-1 0 0,0 1 0,1-1 0,-1 0-1,0 1 1,1-1 0,-1 0 0,1 1-1,-2 0 1,-19 14 565,0 2 0,1 0-1,0 1 1,1 1-1,2 1 1,0 0 0,-26 42-1,34-46-486,1 1 0,1-1 0,1 1 0,1 1 0,0-1 0,1 1 0,1 0 1,0 0-1,2 0 0,0 36 0,2-44-84,0 1-1,1-1 1,0 0 0,0 1 0,1-1 0,0 0 0,1-1 0,0 1 0,1-1 0,0 1-1,0-1 1,13 15 0,-10-14-28,0-1 0,0 0 0,1 0-1,1-1 1,0 0 0,0 0 0,0-1-1,1-1 1,0 1 0,19 7 0,-25-13-124,0 1 0,0-1 0,0 1 1,0-1-1,1-1 0,-1 1 0,0-1 1,0 0-1,0 0 0,1 0 0,5-2 0,-7 1-449,1 0 0,-1-1-1,0 0 1,1 0-1,-1 0 1,0-1-1,0 1 1,0-1-1,-1 0 1,1 0-1,-1 0 1,5-5 0,11-15-4979,-3-2-1115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29 3073,'0'0'18113,"3"-6"-15910,6-11-655,-3 11-119,-7 18-262,-2-2-898,0 0 0,-1-1 0,0 1 0,-1-1 0,0 0 0,-7 10 0,7-13-250,1 1 0,0-1 0,0 1 0,0-1 0,1 1 0,0 0 0,0 0 0,1 1 0,0-1 0,0 0 0,1 1 0,0-1 0,0 1 1,1 10-1,1-16-68,-1 1 1,1-1-1,0 0 1,1 0-1,-1 0 1,0 1-1,1-1 1,-1 0-1,1-1 1,-1 1-1,1 0 1,0 0-1,0-1 1,0 1 0,0-1-1,0 1 1,0-1-1,0 0 1,0 0-1,4 1 1,52 18-877,-48-17 632,0-1 27,-6-1 88,1 1 0,-1-1 0,1 0 1,-1 1-1,1 0 0,5 4 0,-9-6 181,-1 1 0,1 0 0,0-1 0,-1 1 0,1 0-1,-1-1 1,1 1 0,-1 0 0,1 0 0,-1 0 0,1-1 0,-1 1 0,0 0-1,0 0 1,1 0 0,-1 0 0,0 0 0,0 0 0,0 0 0,0 0 0,0 0 0,0-1-1,0 1 1,0 0 0,0 0 0,-1 0 0,1 0 0,0 0 0,-1 0 0,1 0-1,0-1 1,-1 1 0,1 0 0,-1 0 0,1-1 0,-1 1 0,0 0 0,1 0 0,-1-1-1,-1 2 1,-4 5 215,-1 0 0,0-1 0,-1 1 0,0-2 0,0 1 0,-15 8 0,-61 25 470,49-24-866,-3-3-1681,10-9-5414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2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9284,'0'0'15127,"85"52"-14150,-49-33-113,1-2-192,5-5-400,-2 1-272,-9-7 0,-8-2-784,-6-2-913,-9-2-1600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5715,'0'0'14745,"18"14"-12931,-5-3-1405,-7-7-260,1 0 0,-1 1 1,0 0-1,-1 0 1,1 0-1,-1 1 0,0 0 1,-1 0-1,1 0 0,-1 0 1,0 1-1,-1 0 1,0 0-1,0 0 0,0 0 1,-1 0-1,3 12 1,2 37 911,-3-1 1,-1 1-1,-7 60 1,1-86-847,-1 0 0,-1 0 0,-2-1-1,-1 0 1,-2 0 0,0-1 0,-21 37 0,17-39-77,-1-1 0,-1-1 1,-2 0-1,-30 32 0,33-41-163,0-2 1,0 0-1,-1-1 0,-1 0 1,0-2-1,-1 0 0,-28 12 1,44-21-839,-11 4-1388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209 344 13488,'-208'-83'0,"398"-34"0,-380 234 0,3194-378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0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 1 768,'0'0'15157,"7"19"-12626,0-8-2124,-1 0 0,0 1 0,-1-1 0,-1 1 0,1 0 0,-2 0 0,0 1 0,0-1 0,1 19 0,-1 18 115,-4 55 1,0-43-190,-13 119 1042,-1 2-864,17 110 339,-4 308-456,-2-560-291,-2 1 0,-2 0 1,-19 60-1,14-52 183,-56 158 1342,17-59-1330,47-125 197,0-1 0,2 1 0,1 0 0,1 43 1,1-61-446,2 31 115,10 54 0,1 16-113,-13 338 140,-23-73-184,-75 930-8,-54-239 0,58 122 0,83-826 0,-5 369 0,5-36 0,-12 289 0,-2 96 0,15 373 0,10-1361 0,-5-101-457,0-3-3405,2-1-4788,3 1-199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0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64,'0'0'7331,"8"-3"-5847,-1-1-720,0 1 0,0 0 0,1 1 0,11-3-1,-17 5-446,1-1 0,0 1-1,0 0 1,0-1-1,-1 2 1,1-1 0,0 0-1,0 0 1,-1 1-1,1 0 1,0-1-1,0 1 1,-1 0 0,1 0-1,-1 1 1,1-1-1,-1 0 1,0 1-1,4 2 1,182 155 6295,-151-133-6192,0-1 0,2-3 0,61 28 0,-93-48-342,-1 0 1,0 1-1,0 0 1,0 1-1,0-1 0,-1 1 1,1 0-1,-1 0 1,6 7-1,-38-9-6862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0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13 6515,'0'0'11715,"-10"-3"-10581,-35-6 133,43 9-1178,0 0 0,0 0-1,0 0 1,0 0 0,0 0 0,0 1 0,1-1 0,-1 1 0,0 0 0,0-1-1,0 1 1,0 0 0,1 0 0,-1 0 0,1 0 0,-1 0 0,0 1 0,1-1-1,0 0 1,-1 1 0,-1 2 0,-3 2 250,-40 43 1899,-76 105 0,36-41-1648,86-113-595,-15 18 184,-19 31 0,30-43-577,1 0 0,0 0 1,0 1-1,1-1 0,0 0 0,0 1 0,0 0 1,1-1-1,0 1 0,-1 8 0,2-8-2166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151 138 112,'0'0'8022,"0"-12"-6378,1-26-545,2-50 6320,-7 139-3429,-12 26-2902,-1 2-454,-12 257 1081,27 4-655,3-186-695,-1-122-308,-5 40 0,4-63-101,-1 0-1,0 0 1,0-1-1,-1 1 1,0 0-1,0-1 1,-1 1 0,0-1-1,-7 10 1,11-18-79,-1 1 0,1-1 0,0 1 1,0-1-1,-1 1 0,1-1 0,0 0 1,-1 1-1,1-1 0,0 1 0,-1-1 1,1 0-1,-1 1 0,1-1 0,-1 0 1,1 0-1,0 1 0,-1-1 0,1 0 0,-1 0 1,1 0-1,-1 0 0,0 1 0,1-1 1,-1 0-1,1 0 0,-1 0 0,1 0 1,-1 0-1,1 0 0,-1-1 0,1 1 1,-1 0-1,1 0 0,-1 0 0,1 0 1,-1 0-1,1-1 0,-1 1 0,1 0 1,-1-1-1,1 1 0,0 0 0,-1-1 1,1 1-1,-1 0 0,1-1 0,0 1 1,-1-1-1,1 1 0,0 0 0,0-1 1,-1 1-1,1-1 0,0 0 0,-12-30-6095,12 29 6097,-13-45-7272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596 316 2273,'0'0'5805,"1"-11"-4753,3-34 39,-4 45-1053,0-1 0,1 0 0,-1 1 1,0-1-1,0 0 0,1 1 1,-1-1-1,0 1 0,1-1 0,-1 0 1,1 1-1,-1-1 0,0 1 0,1-1 1,-1 1-1,1 0 0,0-1 1,-1 1-1,1-1 0,-1 1 0,1 0 1,0-1-1,-1 1 0,1 0 0,0 0 1,-1 0-1,1-1 0,0 1 1,-1 0-1,1 0 0,0 0 0,-1 0 1,1 0-1,0 0 0,-1 0 0,1 1 1,0-1-1,-1 0 0,1 0 1,0 1-1,5-1 290,315 3 5272,56 0-4061,1690-151-1075,-1733 97-590,-13 0 1965,-268 46 1458,-53 6-3207,0-1 0,1 0 0,-1 0 0,0 0 0,1 0 0,-1 1 0,0-1 0,1 0 0,-1 0 0,0 1 0,1-1 0,-1 0 0,0 0 0,1 1 0,-1-1 0,0 0 0,0 1 0,0-1 0,1 0 0,-1 1 0,0-1 0,0 1 0,0-1 0,0 0 0,0 1 1,0-1-1,0 0 0,0 1 0,0-1 0,0 1 0,0 0 0,0 18 733,0-13-354,-3 40 494,-2-1 0,-2 0 0,-14 47 0,8-39-952,-31 140-11,-40 199 0,-2 271 0,85-545 0,0-117 0,0-1 0,0 1 0,-1-1 0,1 0 0,-1 0 0,1 0 0,0 1 0,-1-1 0,1-1 0,0 1 0,-1 0 0,1 0 0,0 0 0,-2-1 0,-2-1 0,-24-6 0,1 1 0,-47-6 0,-560-13-1085,484 23 756,-2136-14-535,2271 17 874,-543 25 1858,526-21-1593,28-1-255,13-2-118,12 0-59,109 1-1698,-116-3 923,-1 0 0,1-1 0,-1 0 0,0-1 0,0 0 1,0-1-1,0 0 0,14-9 0,3-8-4705,-6-7-2887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71 198 1265,'0'0'5605,"-11"3"-4957,-2 0-379,7-2-7,0 0 1,0 1-1,0-1 1,0 1-1,-10 10 5608,16-12-5781,11 4 1291,12 0-954,125-2 1742,237-28 1,-189 9-1283,1783-75-693,-1503 76-279,-466 16 93,383-24 1171,-390 23-1133,10 0 372,-1 0-1,1-1 1,-1-1 0,1 0-1,16-7 1,-28 10-235,0 0-1,0-1 1,0 1 0,0-1 0,-1 1 0,1-1-1,0 0 1,0 1 0,0-1 0,0 0 0,-1 1 0,1-1-1,0 0 1,-1 0 0,1 0 0,0-1 0,-1 2-74,0-1 0,0 1 1,0-1-1,0 1 1,0-1-1,0 1 0,0-1 1,0 1-1,0-1 1,0 1-1,0-1 0,0 1 1,-1-1-1,1 1 1,0 0-1,0-1 1,0 1-1,-1-1 0,1 1 1,0-1-1,-1 1 1,1 0-1,-1-1 0,0-1-3,-1 1 0,0 0-1,0 0 1,0-1-1,0 1 1,0 0 0,0 0-1,0 1 1,0-1-1,-3 0 1,3 0-103,-1 1 0,1 0 1,0 0-1,-1 0 0,1 0 0,0 0 0,-1 0 0,1 1 1,0-1-1,0 1 0,-1-1 0,1 1 0,0 0 1,0 0-1,0 0 0,-4 3 0,1 0-72,0 1 0,0 0 0,1 0 0,-7 8 0,6-6-140,-29 30-5424,29-33 4018,0 0 1,0 0 0,0-1 0,0 0 0,-1 0 0,0 0 0,0-1-1,1 1 1,-14 2 0,-13 1-7899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4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11 2049,'0'0'10509,"-1"-11"-2650,0 17-7201,-1 0 0,-1 0 0,1 0-1,-1 0 1,-7 10 0,6-10-336,1-1 0,0 1 0,0 0 0,0 0 0,1 0 0,-3 11 0,3-9-136,-3 22 221,4-30-402,1 1 0,0 0 1,0-1-1,0 1 0,0 0 0,0-1 0,0 1 1,0-1-1,0 1 0,0 0 0,0-1 1,0 1-1,0 0 0,0-1 0,1 1 1,-1-1-1,0 1 0,0 0 0,1-1 0,-1 1 1,0-1-1,1 1 0,-1-1 0,1 1 1,-1-1-1,0 1 0,1-1 0,-1 0 0,1 1 1,-1-1-1,1 0 0,0 1 0,0-1 1,22 1-388,-1-1 0,1-1 0,44-9 0,-33 4 87,18 4-665,-51 3 962,0-1 0,1 1 0,-1 0 0,0-1 1,0 1-1,0 0 0,-1 0 0,1 0 0,0 0 0,0 0 0,0 0 0,-1 0 1,1 0-1,0 0 0,-1 0 0,1 0 0,-1 0 0,1 1 0,-1-1 0,0 0 1,1 0-1,-1 0 0,0 1 0,0-1 0,0 0 0,0 1 0,0 1 0,0 0 49,1 0 0,-1 1 0,0-1 0,-1 0 0,1 0 0,0 1-1,-1-1 1,0 0 0,1 0 0,-4 6 0,1-5-2,0-1 1,-1 0-1,0 0 1,1 0 0,-1 0-1,0-1 1,-1 1-1,1-1 1,0 0-1,-1-1 1,1 1-1,-6 1 1,-67 13-8,43-10-40,-2 3-19,-4 2-908,12-8-4618,23-5 940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1553,'0'0'14951,"121"-54"-13367,-94 52-591,0 2-449,-10 0-496,-6 0-48,-3 2-656,-4 11-1521,2-3-2353,-4 0-2450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11 1217,'0'0'15380,"8"0"-12918,18 0-890,-8 0 1989,-17 0-3451,-1 1-1,1-1 0,-1 1 0,1-1 1,-1 0-1,1 1 0,-1-1 1,0 1-1,1 0 0,-1-1 0,0 1 1,0-1-1,1 1 0,-1-1 0,0 1 1,0 0-1,0-1 0,0 1 1,1 0-1,-1-1 0,0 1 0,0-1 1,-1 2-1,2 18 339,-1-19-274,0 2-153,1 0 1,-1 0 0,0-1 0,0 1-1,-1 0 1,1 0 0,0-1 0,-1 1-1,0 0 1,1-1 0,-1 1 0,0-1-1,-1 1 1,1-1 0,0 1 0,-1-1-1,1 0 1,-1 0 0,0 1 0,1-1-1,-1 0 1,0-1 0,0 1 0,-1 0-1,1 0 1,0-1 0,-1 0 0,1 1-1,0-1 1,-1 0 0,0 0 0,1 0-1,-1-1 1,1 1 0,-1 0 0,0-1-1,0 0 1,-4 0 0,2 1 6,-1-1-5,1 1 0,-1-1-1,1 0 1,-1-1 0,1 1-1,-7-3 1,10 3-21,0-1 0,0 0 1,1 0-1,-1 0 0,0 0 1,1 0-1,-1 0 0,1-1 0,-1 1 1,1 0-1,0-1 0,-1 1 0,1-1 1,0 0-1,0 1 0,0-1 1,0 0-1,0 0 0,1 0 0,-2-3 1,0 1 4,1 0 0,0-1 0,0 0 1,0 1-1,0-1 0,1 0 0,0-9 0,0 13-8,0-1-1,0 1 1,1-1-1,-1 1 1,1-1-1,-1 1 1,1 0-1,-1-1 1,1 1-1,0-1 1,0 1-1,0 0 1,0 0-1,0-1 0,0 1 1,0 0-1,0 0 1,0 0-1,0 0 1,1 0-1,-1 1 1,0-1-1,1 0 1,-1 1-1,0-1 1,1 0-1,-1 1 1,3-1-1,10-1 2,-1 0 1,0 0-1,1 2 1,-1-1-1,1 2 0,13 2 1,-24-3 11,-1 1 0,0 0 0,0 0 0,0 0 0,0 0 0,0 0 0,0 1 0,0-1 0,-1 1 0,1-1 0,0 1 0,-1-1 0,1 1 0,-1 0 0,0 0 0,1 0 0,-1 0 0,0 0 0,0 0 0,0 0 0,-1 0 0,1 0 0,0 1 1,0 3-1,0-1 43,0 0 0,0 0 0,-1 1 0,1-1 0,-1 0 0,0 0 0,-1 0 0,1 0 1,-1 1-1,-2 5 0,2-9-11,0 0 1,-1 0-1,1 0 1,0-1-1,-1 1 0,0 0 1,1 0-1,-1-1 1,0 1-1,0-1 1,0 0-1,0 1 0,0-1 1,0 0-1,-1 0 1,1 0-1,0-1 1,0 1-1,-1 0 0,1-1 1,0 0-1,-3 1 1,-59 2 859,52-3-795,11 0-91,0 0 0,0 0 0,-1 0 0,1 0 0,0 0 0,0 0 0,0 0 0,0 0 0,0-1 0,0 1-1,0 0 1,-1-1 0,1 1 0,0-1 0,0 1 0,0-1 0,0 1 0,1-1 0,-1 0 0,0 0 0,0 1 0,0-1-1,0 0 1,0-1 0,0 0 7,0-1-1,1 1 0,-1-1 1,1 1-1,0-1 0,0 1 1,0-1-1,0 1 0,0-3 1,0-7-42,0 10 16,0 0 0,1 1 1,-1-1-1,0 0 0,0 1 0,1-1 0,-1 0 0,1 1 0,0-1 0,-1 0 0,1 1 0,0-1 0,0 1 0,0 0 0,0-1 0,0 1 0,0 0 0,0-1 0,3-1 0,-1 1-12,0 0-1,1 0 0,-1 1 1,0-1-1,1 1 0,-1 0 1,1-1-1,6 0 0,4 1-33,-1 0-1,0 0 0,1 1 0,16 3 0,-28-2 49,0-1-1,0 1 1,0-1 0,0 1 0,0 0 0,0 0-1,0 0 1,0 0 0,0 0 0,-1 1-1,1-1 1,-1 0 0,1 1 0,-1-1 0,1 1-1,-1 0 1,0-1 0,0 1 0,0 0 0,0 0-1,0 0 1,0 0 0,0 0 0,0 0-1,-1 0 1,1 0 0,-1 0 0,0 0 0,1 0-1,-1 0 1,0 0 0,0 0 0,-1 4 0,1-5 21,-1 0 1,1 0 0,-1 1 0,1-1-1,-1 0 1,1 0 0,-1 0 0,0 0-1,0 0 1,1 0 0,-1 0 0,0 0 0,0 0-1,0 0 1,0-1 0,0 1 0,0 0-1,0-1 1,0 1 0,-1-1 0,1 1 0,0-1-1,0 1 1,0-1 0,-1 0 0,1 1-1,-2-1 1,-42 7 291,34-6-308,-14 3 227,-12 1-1570,35-5 499,4-1-262,19-4-2004,19-9-3817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276 1 7379,'0'0'13623,"-2"14"-12052,-8 33-464,-2-1-1,-18 46 1,-47 99 675,-19 57-1057,85-214-710,1 1 0,1 0 0,3 0 1,0 1-1,3 0 0,0 44 0,3-77-19,0 0-1,0 0 1,1 1 0,0-1-1,-1 0 1,1 0-1,0-1 1,0 1-1,1 0 1,-1 0-1,1 0 1,-1-1-1,1 1 1,0-1-1,0 1 1,0-1 0,0 0-1,4 4 1,-1-3-12,-1-1 0,1 1 0,0-1 1,0 1-1,0-1 0,0-1 1,0 1-1,0-1 0,1 0 1,5 1-1,4-1-19,1-1 1,0 0-1,-1-1 1,1-1-1,-1 0 1,27-8-1,-22 4-288,0-1-1,-1-1 0,0-1 0,0 0 0,-1-2 0,20-14 0,-23 7-2052,-15 18 2206,1-1-1,-1 1 0,0-1 1,0 1-1,0-1 0,0 1 1,1-1-1,-1 0 0,0 1 1,0-1-1,0 1 0,0-1 1,0 1-1,0-1 0,-1 1 1,1-1-1,0 1 0,0-1 1,0 0-1,0 1 0,-1-1 1,1 1-1,0-1 0,-1 1 1,1 0-1,0-1 0,-1 1 1,1-1-1,0 1 0,-1 0 1,1-1-1,-1 1 0,1 0 1,-1-1-1,1 1 0,0 0 1,-1 0-1,1-1 1,-1 1-1,0 0 0,1 0 1,-1 0-1,1 0 0,-2-1 1,-32-7-5815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82 11717,'0'0'3602,"131"-55"-1105,-62 38-80,-6 9-1680,-7 6-689,-10 2-48,-12 0-1185,-15 13-2112,-15 5-3346,-4 1-2626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1249,'0'0'11608,"19"-2"-8338,150-9 2557,-139 12-5086,32-1-124,-57 0-611,-1 0 1,0-1-1,1 0 0,-1 0 1,1 0-1,-1-1 0,0 1 0,0-1 1,0 0-1,7-4 0,-10 5-43,0 0-1,0 0 0,0 0 1,0 0-1,0 0 1,0 0-1,0 0 0,0 0 1,-1 0-1,1 0 0,0-1 1,-1 1-1,1 0 0,0 0 1,-1-1-1,0 1 1,1 0-1,-1-1 0,0 1 1,0-1-1,1 1 0,-1 0 1,0-1-1,0 1 0,-1 0 1,1-1-1,0 1 1,0-1-1,-1 1 0,1 0 1,-1-1-1,1 1 0,-1 0 1,1 0-1,-1-1 1,0 1-1,0 0 0,-1-1 1,-1-3-160,-1 1 0,-1-1 0,1 1 1,-1 0-1,1 0 0,-1 1 1,-7-4-1,6 2 220,-1 2 1,0-1 0,0 1-1,-1 0 1,1 1-1,-1 0 1,1 0-1,-1 0 1,0 1-1,-7 0 1,14 1 4,0 1 1,1-1 0,-1 1-1,0-1 1,1 1 0,-1 0-1,1-1 1,-1 1-1,1 0 1,0 0 0,-1-1-1,1 1 1,0 0 0,-1 0-1,1-1 1,0 1-1,0 0 1,0 0 0,0 0-1,-1 0 1,1-1-1,0 1 1,1 0 0,-1 0-1,0 0 1,0 0 0,0-1-1,1 2 1,-1 2 112,-1 40 709,3 67 410,0-100-1527,-1 1 1,1-1 0,1 0-1,0 0 1,1 0-1,0-1 1,8 17 0,-10-24-240,0 0 0,0 1 0,1-1 0,-1 0 0,1 0 1,0-1-1,-1 1 0,1 0 0,1-1 0,-1 0 0,0 1 1,1-2-1,-1 1 0,6 2 0,22 4-6124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9716,'0'0'11990,"2"5"-10496,12 29 185,-10-22-1386,0 0 1,1 0-1,0 0 0,9 13 0,-13-24-329,0 0-1,0 0 0,1 1 0,-1-1 1,0-1-1,1 1 0,-1 0 0,0 0 0,1 0 1,-1-1-1,1 1 0,-1 0 0,1-1 0,0 0 1,-1 1-1,1-1 0,-1 0 0,1 0 1,0 0-1,-1 0 0,1 0 0,-1 0 0,1 0 1,0-1-1,-1 1 0,1 0 0,-1-1 1,4-1-1,-1 0-69,0 1 0,0-2 0,0 1 0,0 0 0,0-1 0,0 0 1,0 0-1,4-5 0,71-88-49,-78 101 2839,1 13-2800,-2-12 347,1 26-14,-2-26-226,1 1 1,0-1 0,1 0-1,-1 0 1,1 0 0,0 0-1,0 0 1,1-1-1,2 8 1,-3-12-24,0 0 0,0 1 0,1-1 0,-1 0 0,0 0 0,0 0 0,0 0 0,1 0 0,-1 0 0,1 0 0,-1-1 0,0 1 0,1-1 0,0 1 0,-1-1 0,1 1 0,-1-1 0,1 0 0,-1 1 0,1-1-1,0 0 1,-1 0 0,1 0 0,-1-1 0,1 1 0,0 0 0,-1 0 0,1-1 0,-1 1 0,1-1 0,-1 0 0,3-1 0,2 0-1,0-1-1,0 0 1,-1-1-1,1 0 1,-1 1-1,7-8 1,1-2 508,0-1 1,-1 0-1,-1 0 0,18-32 1,-28 62 2457,1 13-3166,-2-22 94,1 0 1,-1-1-1,1 1 1,0 0-1,1 0 1,0-1-1,0 1 1,0-1-1,1 0 1,-1 1 0,2-1-1,-1 0 1,6 7-1,-6-9-485,1 0-1,-1-1 1,1 1-1,0-1 1,0 0 0,0 0-1,8 4 1,-7-5-492,0 0 0,0 0 0,0 0 0,0-1 0,0 0 0,1 0-1,-1 0 1,6 0 0,22-1-8120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1 14967,'0'0'4514,"-48"156"-416,38-82-2594,-1 9-687,-1 9-17,-1-2-240,-2 0-511,1-6-49,1-18-1185,1-11-784,3-18-80,3-18-624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13 3762,'0'0'15215,"18"-4"-11894,-3 1-2225,0 1-1,31-2 1,-43 5-969,0-1-1,0 1 1,0 0 0,1 0-1,-1 0 1,0 0 0,0 1-1,-1-1 1,1 1 0,0-1-1,0 1 1,-1 0 0,1 0-1,-1 1 1,0-1 0,0 0 0,0 1-1,0-1 1,0 1 0,2 4-1,2 4 219,0 0-1,-1 1 1,5 18-1,-8-25-193,2 11 95,-1 0 0,0 1 1,-2-1-1,1 1 0,-3 31 1,1-44-241,-1-1 1,1 1 0,-1-1 0,1 1-1,-1-1 1,0 1 0,-1-1 0,1 0-1,0 1 1,-1-1 0,0 0 0,0 0-1,0 0 1,0 0 0,0-1 0,-5 6-1,1-4 7,1 0 0,-1 0 0,1 0-1,-1-1 1,-1 0 0,1 0-1,0-1 1,-9 3 0,-1-1-818,-1 0 0,-24 2 1,-24-4-6666,56-2 853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 5106,'0'0'18233,"109"-13"-15176,-70 13-1872,12-2-753,3-2-368,-4 0-64,-4 0-512,-12 0-1089,-9 4-896,-21 0-1713,-23 0-14199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1 132 7988,'0'0'5826,"125"-19"-2784,-46-12-3042,16-7-2449,7-6-4355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8964,'0'0'12598,"14"5"-11336,-5-3-970,-3-1-167,0 0 0,0 1 0,-1 0 0,1 0 0,6 4 0,-10-5-63,-1 0-1,1 0 1,0 0-1,-1 0 0,1 1 1,-1-1-1,1 1 0,-1-1 1,1 1-1,-1 0 1,0 0-1,0-1 0,0 1 1,0 0-1,0 0 1,0 0-1,-1 0 0,1 0 1,-1 0-1,1 0 1,-1 4-1,1 13 495,0 1 1,-2-1-1,0 1 1,-2-1-1,0 0 1,-8 29-1,8-40-505,7-19-107,1 0 0,0-1 0,0 2 0,1-1 0,0 1 0,1 0 0,0 0 0,1 1 0,0 0 0,1 0 0,12-10 0,-1 2 88,1 1 0,1 1-1,0 1 1,30-14 0,-51 28 10,-1 0 0,1-1-1,-1 1 1,1 0 0,0 0-1,-1 0 1,1 0-1,-1 0 1,1 0 0,-1 0-1,1-1 1,0 2-1,-1-1 1,1 0 0,-1 0-1,1 0 1,-1 0 0,1 0-1,0 0 1,-1 1-1,1-1 1,-1 0 0,1 0-1,-1 1 1,1-1-1,-1 0 1,1 1 0,-1-1-1,0 0 1,1 1-1,-1-1 1,1 1 0,-1-1-1,0 1 1,1-1 0,-1 1-1,0-1 1,0 1-1,0-1 1,1 1 0,-1-1-1,0 1 1,0 0-1,0-1 1,0 1 0,0-1-1,0 1 1,0-1 0,0 1-1,0 1 1,0 41 408,-1-27-176,1 8-321,-1-8-278,0 0-1,2 1 1,0-1 0,1 0 0,0 1 0,9 25-1,-11-42 13,0 0 0,0 1 0,1-1 0,-1 0 0,0 0-1,1 1 1,-1-1 0,0 0 0,1 0 0,-1 1 0,0-1 0,1 0-1,-1 0 1,0 0 0,1 0 0,-1 0 0,1 1 0,-1-1 0,0 0-1,1 0 1,-1 0 0,1 0 0,-1 0 0,0 0 0,1 0 0,-1 0-1,1 0 1,-1-1 0,0 1 0,1 0 0,-1 0 0,1 0 0,-1 0-1,0-1 1,1 1 0,-1 0 0,0 0 0,1 0 0,-1-1 0,8-11-8940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82 9492,'0'0'12222,"21"-1"-9957,169-5 1950,-57 9-2606,-133-3-1446,0-12 90,0 10-222,0-1-1,0 0 1,-1 0-1,0 0 1,1 1-1,-1-1 1,0 0-1,-1 1 1,1-1-1,0 1 1,-1-1-1,1 1 1,-1-1-1,0 1 0,0 0 1,0 0-1,0 0 1,0 0-1,0 0 1,0 1-1,-1-1 1,1 1-1,-1-1 1,-4-1-1,4 2 7,0-1 0,-1 1 0,1 0 0,0 0 0,-1 1 0,1-1 0,0 1 0,-1 0-1,1 0 1,-1 0 0,1 0 0,-1 0 0,1 1 0,0 0 0,-1-1 0,1 1 0,0 0 0,-1 1-1,1-1 1,0 1 0,-3 1 0,-1 3 26,1-1 1,0 1-1,1 1 0,-1-1 1,1 1-1,0-1 0,1 1 0,0 1 1,0-1-1,0 1 0,1-1 1,0 1-1,1 0 0,0 0 0,0 0 1,1 1-1,0-1 0,-1 16 0,2-15-250,0-1-1,0 0 0,1 1 1,0-1-1,0 0 0,1 0 1,0 1-1,1-1 0,-1 0 1,2-1-1,-1 1 0,1-1 1,0 1-1,0-1 0,1 0 1,0-1-1,1 1 0,10 9 0,-12-13-591,0 0-1,0-1 1,0 0-1,1 0 0,-1 0 1,1-1-1,-1 0 0,1 0 1,-1 0-1,1 0 0,0 0 1,0-1-1,0 0 0,-1 0 1,1-1-1,8 0 0,27-6-7824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3 140 11221,'0'0'16229,"-1"19"-14535,0 146 678,1-165-2393,0 1 0,1 0 0,-1-1 1,1 1-1,-1-1 0,1 1 0,-1-1 0,1 1 1,0-1-1,-1 0 0,1 1 0,-1-1 0,1 0 1,0 1-1,-1-1 0,1 0 0,0 0 0,0 1 0,-1-1 1,1 0-1,0 0 0,-1 0 0,1 0 0,0 0 1,0 0-1,-1 0 0,2-1 0,28 0-529,-27 1 474,5-1-86,0-1 0,-1 0 1,1 0-1,0 0 0,-1-1 0,0 0 0,0-1 0,0 0 0,12-9 1,7-6-748,25-26 1,-18 15-224,-30 31 1160,-1 0 0,0 1 0,0-1 0,0 1 0,0-1 0,0 1 0,0 0 1,0 0-1,-1 0 0,1 0 0,0 0 0,-1 0 0,2 4 0,7 7 43,4 1-47,0 0-1,1-2 1,0 1 0,1-2-1,0 0 1,23 11-1,-37-21-13,0 0 0,0 0 0,0-1-1,0 1 1,0 0 0,0-1 0,0 1-1,0-1 1,0 1 0,0-1 0,0 0-1,0 0 1,0 0 0,3 0 0,-4-1 43,0 1 1,0-1-1,0 1 1,-1-1-1,1 1 1,0-1-1,0 1 1,0-1 0,0 1-1,-1-1 1,1 0-1,0 0 1,-1 1-1,1-1 1,0 0 0,-1 0-1,1 0 1,-1 0-1,1 0 1,0-1-1,0-6 287,1 1 0,-1-1 0,-1 1 0,1-1-1,-1 1 1,-2-11 0,2-2-281,1-28 706,0 24-658,-1 1-1,0-1 1,-2 1 0,0-1 0,-11-39 0,13 62-169,0 0 0,0 0 0,0 0 1,-1 0-1,1 0 0,0 0 0,-1 1 0,1-1 1,-1 0-1,1 0 0,-1 0 0,1 0 0,-1 0 1,1 1-1,-1-1 0,0 0 0,1 1 0,-2-2 1,-2 15-3390,6 31-3714,17-11-844,9 1-2107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1090 18312,'0'0'5171,"1"-26"-1540,0 4-2998,-1 8-416,0-1 0,1 1 0,0 0 1,1 0-1,1 0 0,1 0 0,0 0 1,0 1-1,1-1 0,11-19 0,276-395 453,-257 382-894,88-114-1219,37-50-404,-157 203 1920,3-1-127,-5 15 1204,-24 107-479,13-67-252,-7 65 1,16-100-388,-2 33 69,3 70 0,0-103-89,2 0-1,-1 0 1,2-1 0,-1 1-1,1 0 1,1-1-1,0 0 1,1 0 0,0 0-1,1-1 1,8 12 0,-12-19-7,0-1 1,0 1-1,0-1 1,0 0-1,0 0 1,1 0-1,-1 0 1,1 0-1,0-1 1,-1 1 0,1-1-1,0 1 1,0-1-1,0 0 1,0 0-1,0-1 1,0 1-1,0 0 1,0-1-1,1 0 1,-1 0 0,0 0-1,0 0 1,0 0-1,0-1 1,0 1-1,0-1 1,1 0-1,-2 0 1,1 0 0,0 0-1,0-1 1,0 1-1,0-1 1,-1 0-1,1 0 1,2-2-1,19-19-41,-1-1 0,-2-1 0,21-31 0,51-90-189,-66 103 178,1-4-4,132-206 385,-160 253-296,0 0-1,0 0 1,0-1-1,0 1 1,0 0-1,0 0 1,0 0 0,1-1-1,-1 1 1,0 0-1,0 0 1,0 0 0,0 0-1,0 0 1,0-1-1,0 1 1,0 0 0,1 0-1,-1 0 1,0 0-1,0 0 1,0 0 0,0 0-1,0-1 1,1 1-1,-1 0 1,0 0 0,0 0-1,0 0 1,0 0-1,1 0 1,-1 0 0,0 0-1,0 0 1,0 0-1,0 0 1,1 0 0,-1 0-1,0 0 1,0 0-1,0 0 1,1 0-1,-1 0 1,0 0 0,0 0-1,0 0 1,0 1-1,0-1 1,1 0 0,-1 0-1,0 0 1,0 0-1,3 15 529,-2 32-977,-1-34 609,-28 298-198,1-18 0,26-261-499,0 23 1010,1-16-9239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12870,'0'0'17560,"143"86"-17256,-110-67-304,-6-4-176,2-7-897,-6-6-1103,3-2-882,-3 0-1648,2-13-2289,-2-7-1601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667 0 8388,'0'0'19555,"-15"17"-17786,-269 282 1286,157-178-3008,-71 73-1825,192-188 854,0 0 1,1 0-1,0 0 1,1 1-1,-1-1 1,-5 13-1,10-19 796,0 0 0,0 0-1,-1 0 1,1 0-1,0 1 1,0-1 0,0 0-1,0 0 1,0 0 0,0 0-1,0 0 1,0 1-1,0-1 1,0 0 0,0 0-1,0 0 1,0 0 0,0 1-1,0-1 1,0 0-1,0 0 1,0 0 0,0 0-1,0 1 1,0-1 0,0 0-1,0 0 1,0 0 0,0 0-1,0 1 1,0-1-1,0 0 1,0 0 0,0 0-1,1 0 1,-1 0 0,0 0-1,0 1 1,0-1-1,0 0 1,0 0 0,0 0-1,1 0 1,-1 0 0,0 0-1,0 0 1,0 0 0,0 0-1,0 0 1,1 0-1,-1 1 1,0-1 0,0 0-1,0 0 1,0 0 0,1 0-1,-1 0 1,0 0-1,0-1 1,27 2-13187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344 1 18008,'0'0'7980,"-20"0"-4098,19 0-3826,-13 0 222,0 0 0,0 1 0,0 0 1,0 1-1,0 1 0,0 0 1,1 1-1,-1 1 0,-19 9 0,15-5-269,1 1 1,1 1-1,0 0 0,1 2 0,0 0 0,-19 21 0,30-30-9,1 0 0,0-1 0,0 1 0,1 0-1,-1 0 1,1 1 0,0-1 0,0 0 0,0 1 0,1-1-1,-1 1 1,1 0 0,0-1 0,1 1 0,-1 0 0,1 0 0,0-1-1,0 1 1,0 0 0,1 0 0,-1-1 0,1 1 0,1 0-1,-1-1 1,0 1 0,1-1 0,0 1 0,0-1 0,1 0-1,-1 0 1,1 0 0,4 6 0,12 10-29,0-1-1,1-1 1,26 18-1,33 30-643,-70-58 528,-1 1-1,0 0 1,0 0-1,-1 1 1,0 0 0,6 13-1,-12-21 138,0 1 0,0-1 1,0 1-1,0-1 0,0 1 0,0 0 0,-1 0 0,1-1 0,-1 1 0,0 0 0,0 0 1,0-1-1,0 1 0,0 0 0,-1 0 0,1 0 0,-1-1 0,1 1 0,-3 4 0,1-3 44,0-1 0,-1 0 0,1 0-1,-1 0 1,0 0 0,1 0 0,-1-1 0,0 1-1,-1-1 1,1 0 0,0 0 0,-6 3-1,-7 1 67,0 0-1,0-1 0,0 0 1,-1-1-1,-21 1 0,27-3-688,-1 0 0,0-1 0,0-1 1,-1 0-1,-18-3 0,30 2 261,-1 1 1,1-1-1,0 0 1,-1 1 0,1-1-1,0 0 1,0 0-1,0 0 1,0 0-1,0-1 1,0 1 0,0 0-1,0 0 1,0 0-1,0-1 1,1 1-1,-1 0 1,1-1 0,-1 1-1,1-1 1,-1 1-1,1-1 1,0 1-1,0-1 1,-1 1 0,1-1-1,0 1 1,0-1-1,1-1 1,-1 3 280,-1-40-10303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0 12838,'0'0'12566,"-13"153"-8565,-10-51-1423,-2 9-1794,0 2-784,4-6 0,7-13 0,1-15 0,0-18 0,-1-15 0,1-15 0,1-16 0,-5-13-1441,0-2-2625,-6-25-2368,-4-23-6388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15079,'19'2'2420,"122"15"2966,57 6-1515,107-4-2163,-448 42 1288,123-53-2949,3-2-40,0 1 0,1 0-1,0 2 1,0 0 0,1 0 0,0 2-1,-17 14 1,31-24-17,0 0 0,0 0-1,0 0 1,0 1 0,0-1-1,0 0 1,0 0 0,1 1-1,-1-1 1,0 1 0,1-1-1,-1 1 1,1-1 0,-1 1 0,1-1-1,0 3 1,0-3-9,0 0 1,0 0-1,0-1 0,1 1 1,-1 0-1,1 0 1,-1-1-1,0 1 0,1 0 1,-1-1-1,1 1 0,-1-1 1,1 1-1,0 0 1,-1-1-1,1 1 0,-1-1 1,1 0-1,0 1 0,0-1 1,-1 1-1,2-1 1,6 3-60,-1-2 0,1 1 0,-1-1 0,1 0 0,9 0 0,-15-1 95,33 1-201,1-1 1,-1-1-1,64-12 0,-81 9-11,-1 0 1,0-1 0,-1-1 0,1-1-1,-1 0 1,0-1 0,-1-1-1,0 0 1,22-18 0,-34 25 242,-1-1 0,1 1 1,-1 0-1,0-1 1,0 1-1,0-1 0,4-5 1,-8-2 979,-14 6-168,13 5-824,0-1 0,1 1 0,-1-1-1,0 1 1,0 0 0,1 0 0,-1 0-1,0 0 1,1 0 0,0 1 0,-1-1-1,1 1 1,0 0 0,-1 0 0,1 0-1,0 0 1,0 0 0,1 0 0,-1 0-1,0 0 1,1 1 0,-1-1 0,1 1-1,0-1 1,0 1 0,0 0 0,-1 2-1,0 3-386,0-1-1,0 1 0,0 0 0,1 0 0,0 0 0,1 0 0,0 0 0,1 14 0,0-21 162,-1 0-1,1 0 1,-1 0-1,1 0 1,-1 0 0,1 0-1,0 0 1,-1 0-1,1 0 1,0-1-1,0 1 1,0 0 0,-1-1-1,1 1 1,0 0-1,0-1 1,0 1 0,0-1-1,0 0 1,0 1-1,0-1 1,0 0-1,0 1 1,1-1 0,-1 0-1,0 0 1,1 0-1,36 1-4017,-29-1 2527,37 0-5672,7 0 550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198 1 3618,'0'0'24400,"-22"2"-22415,-9 1-1322,-31 7 0,58-9-601,0 0 1,0 1-1,0-1 0,0 1 0,0 0 1,0 0-1,1 0 0,-1 0 0,1 1 1,0 0-1,-1 0 0,1-1 1,0 2-1,1-1 0,-1 0 0,0 1 1,1-1-1,0 1 0,0-1 1,0 1-1,0 0 0,-1 5 0,0 3-70,1 0 0,0 1 1,0-1-1,1 0 0,1 17 0,0-24 13,0-1-106,0 1 0,0-1 0,1 0 0,-1 1 0,1-1 0,0 0 0,0 0 0,0 0 0,1 1 0,0-1 0,2 4 0,-3-6-66,1 0 0,0 0 0,0 0 0,0 0 0,0 0 0,0-1 0,0 1-1,0-1 1,0 1 0,1-1 0,-1 0 0,1 0 0,-1 0 0,1 0 0,-1 0-1,1-1 1,-1 1 0,1-1 0,3 1 0,4 0-745,1-1 1,-1 0-1,0 0 1,0-1-1,0 0 1,0-1-1,0 0 1,17-6-1,-16 3-889,0 0-1,0-1 1,0 0 0,11-8-1,27-26-7343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496 1 16119,'0'0'11376,"-22"10"-9068,9-4-2008,4-2-155,0 0-1,0 0 1,0 0-1,1 1 1,-1 1 0,1-1-1,0 1 1,1 1 0,0-1-1,0 1 1,0 1-1,1-1 1,0 1 0,0 0-1,1 0 1,-7 15 0,-21 74-43,-41 187 0,28-88-101,34-151-1,-35 117 0,38-138 0,-1 1 0,-1-1 0,-1-1 0,-20 29 0,30-48 0,1-2 0,0-1 0,0 1 0,0 0 0,0-1 0,0 1 0,-1-1 0,1 1 0,0-1 0,-1 0 0,1 1 0,-1-1 0,0 0 0,1 0 0,-1 0 0,0 0 0,1 0 0,-1-1 0,0 1 0,-2 0 0,3-1 0,0 0 0,1-1 0,-1 1 0,1-1 0,-1 1 0,1-1 0,-1 1 0,1-1 0,-1 1 0,1-1 0,-1 1 0,1-1 0,0 0 0,-1 1 0,1-1 0,0 0 0,0 1 0,-1-1 0,1 0 0,0 1 0,0-1 0,0 0 0,0 1 0,0-1 0,0 0 0,0 0 0,0 1 0,0-1 0,0 0 0,0-3 0,0-15-303,0-1 1,2 0-1,0 0 0,1 1 1,1-1-1,0 1 0,2 0 0,0 0 1,1 1-1,19-35 0,-15 35-138,0-1 0,1 1-1,1 1 1,1 0-1,0 1 1,1 1 0,1 0-1,0 1 1,1 1-1,19-12 1,-25 19 440,1 0-1,-1 0 1,1 1 0,-1 1 0,1 0 0,1 1-1,-1 0 1,0 1 0,1 0 0,-1 1-1,1 0 1,16 2 0,-28 0 53,-1-1-1,1 1 1,0-1 0,-1 1-1,1-1 1,-1 1 0,1-1-1,0 1 1,-1 0 0,0 0 0,1-1-1,-1 1 1,1 0 0,-1 0-1,0-1 1,1 1 0,-1 0-1,0 0 1,0 0 0,0-1 0,0 1-1,0 0 1,0 0 0,0 0-1,0 0 1,0-1 0,0 1-1,0 1 1,-5 26 925,3-23-782,0 0 0,0 0 1,-1-1-1,0 1 1,0-1-1,0 0 0,-1 0 1,0 0-1,-5 5 1,-44 31 1500,30-24-992,3-2-14,-37 18 0,42-24-692,0 0 0,0 1 1,1 0-1,-25 22 0,37-29-6,0 0 0,0 0 0,1 0 0,-1 0 0,0 0 0,1 1 0,0-1 0,-1 1 0,1-1 0,0 1 0,0-1 0,0 1 0,1 0 0,-1-1 0,1 1 0,0 0 0,-1 0 0,1 0 0,0-1 0,1 1 0,-1 0 0,0 0 0,1-1 0,-1 1 0,1 0 0,0-1 0,0 1 0,0 0 0,0-1 0,1 0 0,-1 1 0,1-1 0,-1 0 0,1 1 0,0-1 0,0 0 0,0 0 0,0-1 0,0 1 0,0 0 0,1-1 0,-1 1 0,0-1 0,1 0 0,4 2 0,6 1-751,0 0 1,0-1-1,0 0 1,0-1-1,1-1 0,13 0 1,45-6-6015,-13-9-1554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222 327 15031,'0'0'3583,"-18"13"-118,-1 0-2214,8-7-640,1 1-1,1 0 1,0 0 0,0 1 0,0 0-1,1 1 1,0 0 0,1 0 0,-11 17-1,1 6 926,-15 40 0,-1 2-1278,29-68-311,3-24-606,1 3 412,1 1 1,0-1-1,0 1 0,2 0 1,0 0-1,0 0 1,1 0-1,1 1 1,0-1-1,1 1 1,13-20-1,3-2-235,3 1 0,0 1 0,3 1 0,0 1 1,2 2-1,1 1 0,66-46 0,-97 74 551,1-1 1,0 0-1,-1 1 1,1-1-1,0 1 0,-1-1 1,1 1-1,0-1 1,0 1-1,0-1 1,-1 1-1,1 0 0,0-1 1,0 1-1,0 0 1,0 0-1,-1 0 1,1 0-1,0-1 1,0 1-1,0 1 0,0-1 1,0 0-1,0 0 1,0 0-1,-1 0 1,1 0-1,0 1 0,0-1 1,1 1-1,-1 1 79,0 0 1,0 0-1,-1 0 0,1 0 0,-1 0 0,1 1 0,-1-1 0,0 0 1,0 0-1,0 3 0,0-2-227,2 36 987,1 21 147,12 74 0,-12-117-1063,1-1 0,0 0 0,1-1 0,0 1 0,2-1 0,-1 0 0,2 0-1,0-1 1,16 21 0,-23-34-7,0 1-1,0-1 1,0 1-1,0-1 1,0 0-1,0 0 1,1 1-1,-1-1 1,0 0-1,1 0 1,-1 0-1,1-1 1,-1 1-1,1 0 1,-1 0-1,1-1 1,-1 1-1,1-1 1,0 0-1,-1 1 0,1-1 1,0 0-1,0 0 1,-1 0-1,1 0 1,0 0-1,-1 0 1,1-1-1,0 1 1,-1 0-1,1-1 1,0 0-1,-1 1 1,1-1-1,-1 0 1,1 0-1,-1 1 1,1-1-1,-1-1 1,0 1-1,0 0 1,1 0-1,-1 0 1,0-1-1,0 1 1,0 0-1,0-1 1,0-1-1,8-9 10,-2-1 0,0 0 1,0-1-1,6-18 0,-9 23-53,108-241-315,-36 86-74,-56 112 333,-20 51-213,-3 10-2510,-3 3 1344,2-1 1,0 1 0,0 0 0,-2 16 0,2 28-7836,4-17-22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155 43 10629,'0'0'16882,"-18"-2"-16345,-58-2-172,74 4-355,0 0 0,-1 0 0,1 0-1,0 0 1,-1 0 0,1 1 0,0-1 0,-1 1 0,1-1 0,0 1 0,0 0-1,0 0 1,0 0 0,0 0 0,0 0 0,0 1 0,0-1 0,0 1 0,0-1-1,0 1 1,1 0 0,-1-1 0,-2 5 0,3-3-15,-1 1-1,1 0 1,0 0 0,0 0 0,0-1-1,0 1 1,1 0 0,0 0-1,0 7 1,0-11-13,0 1 0,1 0 0,-1-1 0,0 1 0,1-1 0,-1 1 0,0-1-1,1 1 1,-1-1 0,1 1 0,-1-1 0,1 1 0,-1-1 0,1 0 0,0 1 0,-1-1 0,1 0 0,-1 1-1,1-1 1,0 0 0,-1 0 0,1 0 0,-1 1 0,1-1 0,0 0 0,-1 0 0,1 0 0,0 0 0,-1 0 0,2-1-1,27 1-352,-21 0 185,-2 0 106,-1 0 0,1 0 0,0-1 0,-1 0 0,1 0 0,-1 0 0,1 0-1,-1-1 1,10-4 0,-13 4 85,0 1-1,1-1 0,-1 0 0,0 0 1,0 0-1,0 0 0,0 0 0,-1-1 1,1 1-1,0 0 0,-1-1 1,0 1-1,0-1 0,1 0 0,-1 1 1,-1-1-1,1 0 0,0 0 0,-1 1 1,1-1-1,-1-4 0,0 5-45,1 0 1,-1 1-1,0-1 0,0 1 0,0-1 1,0 0-1,0 1 0,0-1 0,0 1 1,0-1-1,-1 1 0,1-1 0,-1 1 1,1-1-1,-1 1 0,1-1 0,-1 1 1,0-1-1,0 1 0,0 0 0,0-1 1,0 1-1,0 0 0,0 0 0,0 0 1,-2-1-1,-16-3-3756,-7 4-5347,22 1 7237,-2 0-7396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342 617 15735,'0'0'3164,"-21"-6"916,9 3-3418,-17-6 888,0 2 1,-1 1-1,0 1 1,-32-1-1,52 6-1367,0 0-1,0 0 1,-1 1-1,1 1 1,0 0 0,-15 4-1,22-5-191,1 1-1,-1-1 1,1 0-1,-1 1 1,1 0-1,0-1 1,-1 1 0,1 0-1,0 0 1,0 0-1,0 1 1,1-1-1,-1 0 1,1 1 0,-1-1-1,1 1 1,0-1-1,-1 1 1,1 0-1,1-1 1,-1 1-1,0 0 1,1 0 0,-1 0-1,1 0 1,0 0-1,0 4 1,1-6-35,-1 0 0,0-1 0,1 1 0,-1 0 0,1-1 0,-1 1 0,0-1 0,1 1 0,0-1 0,-1 1 0,1-1 1,-1 1-1,1-1 0,0 1 0,-1-1 0,1 0 0,0 1 0,-1-1 0,1 0 0,0 0 0,-1 0 0,1 1 0,0-1 0,0 0 0,-1 0 0,1 0 0,0 0 1,0 0-1,-1 0 0,1 0 0,1-1 0,29-2-170,-20 0 94,0 0 0,1-1-1,-1-1 1,-1 1 0,1-2-1,-1 0 1,1 0 0,-2 0-1,1-2 1,-1 1 0,0-1-1,10-11 1,11-16-439,47-69 0,-63 84 550,11-19 41,2 2 1,2 1 0,65-63-1,-22 41-99,28-25-95,-94 77 494,-1 1 0,0-1 1,0 0-1,-1 0 0,0 0 1,0-1-1,0 0 0,3-8 1,-7 14 867,-4 4-693,-18 17-488,1 0 1,0 1-1,-25 34 0,-49 82-27,20-28 11,64-95-196,-18 25 479,-42 75 1,64-99-730,0 0 0,1 0 0,0 0 0,2 1 0,0 0 0,0 0 0,2 0 0,0 1 0,0 17 0,2-34 122,0 1 1,0 0-1,0-1 0,1 1 1,-1-1-1,0 1 0,0 0 0,1-1 1,-1 1-1,0-1 0,1 1 1,-1-1-1,0 1 0,1-1 1,-1 1-1,1-1 0,-1 1 0,1-1 1,-1 0-1,1 1 0,-1-1 1,1 0-1,-1 1 0,1-1 0,0 0 1,-1 0-1,1 1 0,-1-1 1,1 0-1,0 0 0,-1 0 0,1 0 1,0 0-1,-1 0 0,1 0 1,0 0-1,-1 0 0,1 0 1,0 0-1,-1-1 0,1 1 0,-1 0 1,1 0-1,0-1 0,8 0-3906,10 1-5831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4338,'0'0'17269,"16"1"-15924,106 14 424,-118-14-1763,1-1 1,0 1 0,0-1 0,0 0-1,0-1 1,0 1 0,0-1 0,-1 0-1,1 0 1,7-3 0,-9 2-29,0 0 1,0 0-1,0 0 0,0-1 0,0 1 1,0-1-1,-1 0 0,1 0 1,-1 0-1,0 0 0,0 0 1,0 0-1,2-6 0,0 2 83,-1 0 0,-1 0 0,1-1 0,-1 1-1,0-1 1,-1 1 0,0-1 0,0 1 0,-1-12-1,0 18 7,0 0 0,0 0 0,-1-1 0,1 1-1,-1 0 1,1 0 0,-1 0 0,1 0 0,-1 0-1,0 0 1,1 0 0,-1 0 0,0 0 0,0 0-1,0 0 1,0 1 0,0-1 0,0 0 0,0 0-1,0 1 1,0-1 0,0 1 0,0-1 0,0 1-1,0 0 1,-1-1 0,1 1 0,0 0-1,0 0 1,0-1 0,-1 1 0,0 0 0,-49 0 1429,38 0-915,9 0-470,1 1-1,-1 0 0,1 0 0,-1 0 0,1 0 0,0 0 0,0 0 0,-1 1 0,1 0 0,0 0 0,0-1 0,1 2 0,-1-1 1,0 0-1,1 1 0,-1-1 0,1 1 0,0 0 0,0-1 0,0 1 0,0 0 0,0 0 0,1 1 0,-1-1 0,0 4 1,-3 6-7,0 1 1,1-1 0,1 1-1,-4 28 1,5-25-99,0 0-1,2 0 1,0 0-1,0 0 1,7 33-1,-6-45-21,0 0-1,1-1 1,0 1-1,0 0 0,0-1 1,1 0-1,-1 1 1,1-1-1,0 0 0,0 0 1,1-1-1,-1 1 1,1-1-1,0 1 0,-1-1 1,1 0-1,1-1 1,-1 1-1,0-1 0,1 0 1,-1 0-1,1 0 1,0 0-1,9 1 0,8 1-2123,1-1 0,43-1 0,-59-2 1632,72 1-6220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543 1 8660,'0'0'16341,"-11"7"-15253,-45 31 27,2 2 0,1 3 0,-81 85 0,106-97-878,1 1 0,1 1 0,2 2 1,2 0-1,1 1 0,2 1 1,-24 63-1,37-82-225,1 1 0,1 0-1,0 0 1,1 0 0,2 1 0,0 31 0,1-44-74,0 0 0,1 1 0,0-1-1,1 0 1,0 0 0,0 0 0,0 0 0,1 0 0,0-1 0,0 1-1,1-1 1,0 0 0,0 1 0,0-2 0,1 1 0,0-1 0,0 1-1,0-1 1,0-1 0,10 7 0,-3-4-315,1-1-1,0-1 1,0 0-1,0 0 1,1-1 0,0-1-1,-1-1 1,1 0-1,24 1 1,-16-3-986,-1-1 1,1 0-1,0-2 1,-1-1-1,34-9 0,29-21-6931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229 12 2913,'0'0'17384,"21"-3"-15289,-8 0-1841,-6 2-131,1-1 0,-1 1 1,1 0-1,0 1 0,-1 0 0,13 1 0,-16 0-47,-1 0-1,1 0 1,0 1-1,0-1 1,0 1-1,-1 0 1,1 0-1,-1 0 1,1 0-1,-1 1 0,0-1 1,0 1-1,0 0 1,0 0-1,0 0 1,-1 0-1,0 0 1,4 6-1,19 37 459,-1 0 0,-3 2-1,-2 0 1,-2 1 0,-2 1 0,-2 0 0,-2 1-1,-3 1 1,-2 0 0,-2-1 0,-5 93 0,0-130-487,-1 1 0,-1-1-1,0 0 1,0 0 0,-2-1 0,0 1 0,0-1 0,-1 0 0,-1-1 0,0 1 0,-1-1 0,0 0 0,-1-1 0,0 0 0,-1-1-1,0 1 1,-1-2 0,-12 10 0,-3 0-293,-2 0-1,-41 21 0,-64 21-4360,57-30-2060,-11-1-4914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62 816,'0'0'7729,"0"-13"-5795,0-22-1020,0 21 92,0 21 2312,-15 251 2751,-2-133-5374,-37 139 0,50-246-1134,-2 0 0,0-1 1,-14 28-1,16-38-153,0-1 0,0 0 0,0 0 0,-1 0 0,-5 5-1,7-8-135,0-1-1,0 1 0,0-1 1,-1 0-1,1 0 0,-1 0 0,1 0 1,-1-1-1,1 1 0,-7 0 1,-13 0-6260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0 147 7091,'0'0'2737,"19"2"361,-3 1-2422,65 9 2877,89 2 0,-141-14-3295,0-1 1,51-9-1,-69 7-242,0 0-1,0 0 1,-1 0 0,1-2-1,-1 1 1,0-1 0,0-1-1,0 0 1,-1 0 0,12-10-1,-19 14-13,0 0 1,0 0-1,0 0 0,0 0 0,0 0 0,0 0 0,0-1 1,-1 1-1,1 0 0,-1-1 0,0 1 0,1-1 0,-1 0 0,0 1 1,-1-1-1,1 0 0,0 0 0,-1 0 0,0 1 0,1-1 1,-1 0-1,0 0 0,-1-5 0,-1 5 1,1 1 0,0-1-1,-1 1 1,1 0 0,-1 0-1,0 0 1,1 0 0,-1 0 0,0 0-1,0 1 1,0-1 0,-1 0 0,1 1-1,0 0 1,-1-1 0,1 1-1,0 0 1,-1 0 0,0 1 0,1-1-1,-1 0 1,1 1 0,-1 0 0,-5-1-1,-7-1 23,-1 1 0,1 0 0,-1 1 0,0 0 1,1 2-1,-24 4 0,35-5-1,0 0 1,0 0 0,1 1-1,-1 0 1,0-1 0,0 1-1,1 1 1,-1-1 0,1 0-1,0 1 1,-1 0 0,1 0-1,1 0 1,-1 0 0,0 0-1,1 0 1,-1 1-1,1 0 1,0-1 0,0 1-1,1 0 1,-1 0 0,1 0-1,0 0 1,0 0 0,0 0-1,0 0 1,1 0 0,-1 5-1,1 0-43,-1-1 0,1 1 0,0 0 1,1-1-1,0 1 0,1-1 0,-1 1 0,2-1 0,-1 1 0,1-1 0,0 0 0,1 0 0,0-1 0,0 1 0,1-1 0,-1 0 0,2 0 0,-1 0 0,1-1 0,0 0 0,0 0 0,1 0 0,0-1 0,0 0 0,0 0 0,9 4 0,-8-6-652,1 0 0,0 0-1,0-1 1,0 0 0,1 0-1,16 0 1,-22-2 94,1 0 0,-1 0 0,1 0 0,-1-1 1,0 1-1,1-1 0,-1 0 0,0 0 0,1-1 0,-1 1 0,0-1 1,0 0-1,0 0 0,0-1 0,5-3 0,38-49-6358,-4 4 6182,-37 45 1467,1-1 0,0 1 0,0 1 0,1-1 0,7-3 0,-14 8-166,0 1-1,-1-1 1,1 1 0,0 0-1,0-1 1,0 1 0,-1 0-1,1 0 1,0-1 0,0 1 0,0 0-1,0 0 1,0 0 0,0 0-1,-1 0 1,1 0 0,0 1-1,0-1 1,1 0 0,10 13 4156,-1 31-3730,-7-26 431,-4-15-1316,1 1 0,0-1 0,0 0 0,1 0 0,-1 0 0,1 0 0,-1 0 0,1 0 0,3 3 0,-4-4-85,1-1-1,-1 0 0,1 0 0,0 0 0,0 0 1,0 0-1,0 0 0,0 0 0,-1-1 0,1 1 0,0-1 1,1 1-1,-1-1 0,0 0 0,0 0 0,0 0 0,2 0 1,4 0-124,1-1 0,-1 0 0,0-1 0,0 0 1,0 0-1,0 0 0,0-1 0,0-1 1,10-5-1,6-6-439,32-24 1,-38 26 461,-1-2-239,-12 11 1767,-2 13 139,1 5-1167,-2-10-385,-1-1 0,0 1 0,1-1 0,0 0 0,0 0-1,0 0 1,0 0 0,0 0 0,0 0 0,1 0 0,0-1 0,-1 1 0,1-1 0,0 0 0,0 0 0,0 0 0,0 0 0,1 0-1,-1-1 1,0 0 0,1 1 0,4 0 0,-2-1-30,0 0-1,0 0 0,0-1 0,0 0 1,1 0-1,-1 0 0,0-1 1,0 0-1,0 0 0,0 0 1,0-1-1,0 0 0,6-3 1,-3 1-66,-1-1 0,-1 0 1,1 0-1,-1 0 0,0-1 1,11-11-1,-15 14 294,0-1-1,0 1 1,0-1-1,0 0 1,-1 0-1,1 0 1,-1 0-1,0-1 1,0 1-1,-1-1 1,1 1-1,-1-1 1,0 0-1,1-8 1535,-2 24-1475,0-3-251,0 1 1,1-1-1,0 0 1,1 1-1,0-1 1,0 0-1,4 9 1,-5-13-195,1-1-1,-1-1 1,1 1 0,0 0-1,-1 0 1,1-1 0,0 1-1,0-1 1,1 1-1,-1-1 1,1 0 0,-1 0-1,1 0 1,0 0 0,-1 0-1,1-1 1,0 1 0,0-1-1,0 0 1,0 0 0,0 0-1,4 1 1,54 1-4652,-50-3 2727,-1-1-1,1 0 1,19-5 0,21-17-6101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1 7251,'0'0'10693,"-75"159"-8484,50-78-896,2 7-113,-2 0-623,4-5-257,6-5-320,3-7 0,-1-15-560,9-16-609,0-13-1008,4-17-832,0-35-12775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1 10549,'0'0'9063,"17"2"-7311,0 0-1284,-1 1 0,26 8 0,-39-10-377,0 1 1,0 0 0,-1-1 0,1 1-1,0 0 1,-1 0 0,1 0 0,-1 1-1,0-1 1,0 1 0,0-1 0,0 1-1,0 0 1,0-1 0,-1 1-1,1 0 1,-1 0 0,2 6 0,-1 2 219,1-1 0,-1 1 0,0 19 0,-1-23-150,0 2 5,-1-1 1,1 1-1,-2-1 1,1 1-1,-1-1 1,0 0-1,-1 1 1,-5 14-1,5-17-94,-1-1 1,0 0-1,0 0 0,-1-1 0,1 1 0,-1-1 0,0 0 0,-1 1 0,1-2 0,-1 1 0,1 0 0,-1-1 1,-8 4-1,4-2-85,0 0 0,-1-1 0,0 0 0,1 0 0,-20 3 0,20-6-932,0 1 0,-1-2 0,-17 0 0,26-1 716,1 1 1,-1 0-1,0 0 1,1 0-1,-1 0 1,0-1-1,1 1 1,-1 0-1,0-1 0,1 1 1,-1 0-1,0-1 1,1 1-1,-1-1 1,1 1-1,-1-1 1,1 1-1,-1-1 1,1 0-1,0 1 1,-1-1-1,1 1 0,0-1 1,-1 0-1,1 1 1,0-1-1,0 0 1,-1 0-1,1 1 1,0-1-1,0 0 1,0 1-1,0-1 0,0 0 1,0-1-1,0 1-115,-1-18-8255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5907,'0'0'23050,"0"2"-24314,14-2-16008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461 1 9268,'0'0'11080,"-23"3"-9946,-3-1-789,10-1-132,0 0 0,0 1 0,0 1 0,0 1 0,0 0 0,1 1 0,-18 8 0,20-7 38,-55 28 922,63-31-1069,-1 1 1,0-1-1,1 1 0,0 1 1,0-1-1,0 1 1,0 0-1,-6 9 1,10-13-107,0 1 1,0-1-1,0 1 1,0-1-1,1 1 1,-1 0-1,0-1 1,1 1-1,-1 0 1,1 0-1,0 0 1,-1 0-1,1-1 1,0 1-1,0 0 1,0 0-1,0 0 1,1 0-1,-1-1 1,0 1-1,1 0 1,-1 0-1,1-1 1,0 1 0,-1 0-1,1-1 1,0 1-1,0 0 1,0-1-1,0 1 1,1-1-1,-1 0 1,0 1-1,1-1 1,-1 0-1,4 2 1,5 3-19,0 0 1,0-1-1,1 0 1,22 6-1,-2 1 63,-29-11-39,5 2-3,1 0 0,-1 1 1,0 0-1,8 7 1,-13-10 1,-1 1 0,1-1 1,-1 0-1,0 0 0,0 1 0,0-1 0,0 0 1,0 1-1,0-1 0,0 1 0,0-1 1,-1 1-1,1 0 0,-1-1 0,1 1 1,-1 0-1,1-1 0,-1 1 0,0 0 1,0-1-1,0 1 0,0 0 0,0 0 1,0-1-1,-1 1 0,1 0 0,-1 1 1,0-2 19,1 0 0,-1 0 0,0 0 0,0 0 1,1 0-1,-1 0 0,0 0 0,0 0 1,0 0-1,0-1 0,0 1 0,0 0 1,0-1-1,0 1 0,-1-1 0,1 1 1,0-1-1,0 1 0,-2-1 0,-29 6 423,20-4-284,-160 22-985,134-22-3414,2-1-3816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77 3522,'0'0'12184,"22"-5"-10194,28-3-1191,95-5 0,-136 14-785,29-1 44,-38 0-67,1 0-1,0 0 1,0 0-1,0 0 1,0 0-1,0 0 1,0 0-1,0 0 1,-1 0-1,1 0 1,0-1 0,0 1-1,0 0 1,0-1-1,-1 1 1,1-1-1,0 1 1,0-1-1,-1 1 1,1-1-1,0 1 1,-1-1-1,1 0 1,-1 1 0,1-1-1,-1 0 1,1 0-1,-1 1 1,1-1-1,0-1 1,-2 1 4,1 0 1,0 1 0,0-1-1,0 0 1,-1 0-1,1 1 1,0-1-1,-1 0 1,1 1 0,0-1-1,-1 0 1,1 1-1,-1-1 1,1 1 0,-1-1-1,0 1 1,1-1-1,-1 1 1,1-1 0,-1 1-1,0-1 1,1 1-1,-1 0 1,0 0-1,0-1 1,1 1 0,-2 0-1,-24-6-41,21 6 40,-26-5 42,7 0 572,1 2 0,-1 0 0,0 2 0,-41 2 0,64-1-576,0 0 1,0 1 0,0-1 0,0 0-1,0 1 1,0-1 0,0 1 0,0-1-1,0 1 1,0-1 0,0 1 0,1 0-1,-1-1 1,0 1 0,1 0 0,-1 0-1,0-1 1,1 1 0,-1 0 0,1 0 0,-1 0-1,1 0 1,-1 0 0,1 0 0,0 0-1,-1 0 1,1 0 0,0 1 0,-1 32 238,1-23-100,1-5-165,0-1 0,0 1-1,0 0 1,0-1 0,1 1 0,0-1-1,0 1 1,1-1 0,-1 0-1,1 0 1,0 0 0,0 0-1,1 0 1,0-1 0,0 0-1,0 0 1,0 0 0,0 0-1,1 0 1,0-1 0,0 0 0,6 3-1,2 2-358,0-2-1,1 0 1,0-1-1,0 0 1,0-1-1,1 0 1,23 2-1,-17-4-978,-1-1 0,1 0 0,0-2-1,-1 0 1,22-5 0,-22 0-1056,0 0-1,22-11 0,-42 16 2322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290 1 6787,'0'0'8263,"-20"19"-4736,7-7-3034,-6 4 302,1 2 0,1 0 0,0 1 0,2 1 0,0 0 0,-16 30 0,8-4 360,1 0 1,3 2-1,-17 66 0,28-86-991,3 1-1,0 0 1,2 1 0,1-1 0,1 1-1,1-1 1,6 38 0,-4-58-195,0 0 0,0 0 0,1 0 0,0 0 0,1 0 0,0-1 0,0 1 1,10 12-1,-11-16-121,0-1 0,1 1 1,0-1-1,0 0 0,0 0 1,1-1-1,-1 0 0,1 1 1,0-1-1,-1-1 0,2 1 0,-1-1 1,0 0-1,0 0 0,10 2 1,-3-2-426,-1-1 0,0 0 0,1-1 1,-1 0-1,0-1 0,1 0 0,-1-1 0,0 0 1,0 0-1,16-7 0,-18 5-467,0 0-1,0 0 1,-1-1-1,0 0 1,0-1 0,0 0-1,11-11 1,23-36-10068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9636,'0'0'1473,"117"2"-16,-33 4-1457,14-4-1825,11-2-528,-3 0-2529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270 206 8100,'0'0'4741,"-21"26"-1996,-70 87 766,74-89-2349,1 1 1,1 1-1,1 0 0,-16 42 1,19-41-737,0-2 1,-22 34-1,33-59-437,0 0 1,0 0-1,0 1 1,0-1-1,0 0 1,0 0-1,0 0 1,0 1-1,0-1 0,0 0 1,0 0-1,0 0 1,0 0-1,0 1 1,0-1-1,0 0 1,0 0-1,-1 0 0,1 0 1,0 0-1,0 0 1,0 1-1,0-1 1,0 0-1,-1 0 1,1 0-1,0 0 0,0 0 1,0 0-1,0 0 1,-1 0-1,1 0 1,0 0-1,0 0 1,0 0-1,0 1 0,-1-1 1,1 0-1,0 0 1,0-1-1,0 1 1,0 0-1,-1 0 1,1 0-1,0 0 0,0 0 1,0 0-1,-1 0 1,1 0-1,0 0 1,0 0-1,0 0 1,0 0-1,0-1 1,-1 1-1,1 0 0,0 0 1,0 0-1,0 0 1,0 0-1,0 0 1,0-1-1,0 1 1,-1 0-1,-2-21-287,5-32-36,0 28 146,2-1 1,1 1-1,1-1 1,2 2-1,16-42 1,-7 29-128,2 0 0,43-62 0,-17 43 280,-42 53 35,0 0 0,1 0 0,-1 0 0,0 1 0,1-1 0,0 1 0,0 0 0,-1 0 0,1 0 0,0 0 0,0 1 0,1-1 0,6 0 0,-11 2 4,1 0-1,0 0 1,0 1 0,0-1-1,0 0 1,-1 0 0,1 1-1,0-1 1,0 1 0,0-1-1,-1 1 1,1-1 0,0 1-1,-1-1 1,1 1 0,-1 0-1,1-1 1,0 1 0,-1 0-1,1-1 1,-1 1 0,0 0-1,1 0 1,-1-1 0,0 1-1,1 0 1,-1 0 0,0 0-1,0 0 1,1 1 0,4 33 223,-5-27-122,4 29 90,1 1 0,2-1 0,1 0 0,2-1 0,2 0 0,16 35 1,-26-66-198,37 68-244,-35-66 194,1 0 1,0 0 0,0-1-1,1 1 1,-1-1-1,1-1 1,12 10 0,-17-14 32,0-1 0,1 1 0,-1 0 1,0 0-1,0-1 0,0 1 1,1-1-1,-1 1 0,0-1 0,1 0 1,-1 1-1,0-1 0,1 0 1,-1 0-1,0 0 0,1 0 0,-1 0 1,0 0-1,1 0 0,-1-1 1,0 1-1,1 0 0,-1-1 0,0 1 1,1-1-1,-1 1 0,0-1 1,0 0-1,0 0 0,2 0 0,0-3 40,1 0-1,0-1 0,-1 1 0,0-1 0,0 0 1,3-5-1,1-3-38,33-60 182,48-120 0,-58 121 37,-19 47-173,58-153 10,-91 226-5775,16-36 3849,-1 1-1,2 0 0,-6 19 1,2 13-4619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126 191 4002,'0'0'9327,"21"-9"-6321,1 0-2383,10-4 300,-1-2-1,37-23 1,-65 37-884,-1 0-1,1-1 1,-1 1-1,1-1 1,-1 0-1,0 0 0,0 0 1,0 0-1,0 0 1,0 0-1,0-1 1,-1 1-1,1-1 1,-1 1-1,1-1 0,-1 0 1,0 1-1,0-1 1,0 0-1,0 0 1,-1 0-1,1 1 0,-1-1 1,0 0-1,0 0 1,0-4-1,-1 5-1,1 1-1,-1 0 1,1 0-1,-1-1 1,0 1-1,0 0 1,1 0 0,-1 0-1,0 0 1,0 0-1,0 0 1,-1 0-1,1 0 1,0 0-1,0 1 1,0-1-1,0 0 1,-1 1 0,1-1-1,0 1 1,-1-1-1,1 1 1,-2-1-1,-39-6 276,34 6-215,-24-4 661,-1 2 1,1 2-1,-64 4 0,93-2-711,0 0 0,0-1-1,0 1 1,0 0-1,0 1 1,0-1-1,0 0 1,0 1-1,0 0 1,1 0-1,-1 0 1,1 0-1,-1 0 1,1 0-1,0 0 1,-1 1 0,1-1-1,1 1 1,-1 0-1,0-1 1,1 1-1,-1 0 1,1 0-1,0 0 1,0 0-1,-1 5 1,-1 7-26,1 0 0,0 0-1,1 0 1,2 21 0,-1-16 6,0-12-129,0 0 1,1 0 0,0-1-1,0 1 1,1-1 0,-1 1-1,2-1 1,-1 0 0,7 13-1,-7-16-121,1 0-1,0 0 0,0-1 0,0 1 0,0 0 1,0-1-1,1 0 0,0 0 0,0 0 0,0 0 0,0-1 1,0 1-1,0-1 0,0 0 0,1-1 0,7 3 1,4-1-1573,1 0 0,-1-1 0,1-1 0,26-1 0,-39 0 1313,62-2-7801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413 0 7491,'0'0'9205,"-121"27"-5139,81 9-833,0 6-1856,5 6-273,5 0-223,7 0-721,2-6-160,5-7-96,3-8-1025,-4-10-496,3-8-1008,-5-9-1585,-4 0-3745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6947,'0'0'15175,"120"44"-13910,-81-19-737,3-4-528,2-2-112,-2-7-1601,-5-8-1969,-5-4-3505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271 0 7139,'0'0'11707,"-23"22"-6972,-1 1-3517,9-10-598,0 0-1,1 2 1,0 0-1,2 0 1,-1 1-1,2 1 0,-17 31 1,7-3 846,-18 56 0,29-71-1453,2 0 1,1 1-1,2 0 0,0 0 1,1 45-1,3-45-13,0-19 0,1-1 0,0 1 0,0-1 0,4 17 0,-3-26-8,-1-1 0,1 1 0,0-1-1,0 0 1,1 1 0,-1-1 0,0 0 0,0 0 0,1 0 0,-1 0-1,0 0 1,1 0 0,-1 0 0,1-1 0,-1 1 0,1 0-1,0-1 1,-1 1 0,1-1 0,-1 0 0,1 1 0,0-1 0,0 0-1,-1 0 1,3 0 0,51-2-1404,-47 1 875,-2 1 10,1-1-1,-1 0 1,0 0 0,1-1-1,-1 0 1,0 0 0,0-1-1,-1 1 1,1-1-1,10-7 1,-11 6-455,-1 1 0,0-1 0,0-1 0,0 1 0,0 0 0,0-1 0,4-8 0,11-34-9980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6019,'0'0'10949,"176"31"-9877,-82-19-784,6-3-288,1-7-1936,-14-2-7525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811 2 7587,'0'0'5227,"-18"0"-2789,6 0-2027,4-1-79,-1 1-1,1 0 1,0 0 0,-1 1 0,1 0-1,0 1 1,0 0 0,0 0-1,0 0 1,0 1 0,0 1 0,1-1-1,-1 1 1,-7 5 0,-8 10 603,0 1 0,1 2 0,-22 27 0,-54 79 864,65-83-1143,-142 201 1669,121-163-1475,-44 94 0,83-146-713,2 0-1,1 1 0,1 1 0,2 0 0,2 1 0,1-1 0,1 1 0,0 63 0,5-86-128,0 0-1,1 0 1,0 0-1,1 0 1,0 0-1,0 0 1,1-1-1,1 1 1,0-1-1,0 0 1,1 0-1,0 0 1,1 0-1,0-1 1,1 0-1,0-1 1,0 1-1,0-1 1,1 0-1,1-1 1,16 12-1,-10-10-31,0 0 0,0-1 0,1 0 0,0-1-1,1-1 1,-1-1 0,1 0 0,0-1 0,0-1-1,1-1 1,-1 0 0,0-1 0,26-2 0,-37 0-104,-1 1 1,1 0 0,-1-1 0,0 0 0,0-1-1,1 1 1,-1-1 0,0 0 0,0 0 0,0 0-1,7-6 1,-9 7-214,-1-2 0,1 1 0,-1 0-1,0 0 1,0-1 0,0 1 0,0-1 0,3-4-1,-4 4-365,0 0-1,1-1 0,-1 1 0,0 0 1,-1 0-1,1-1 0,0 1 0,-1 0 1,0-5-1,0-13-7170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40 10005,'0'0'15753,"4"-5"-14114,-4 5-1595,0-1 1,0 1 0,0-1 0,1 1-1,-1-1 1,0 1 0,0-1-1,1 1 1,-1-1 0,0 1 0,1-1-1,-1 1 1,1 0 0,-1-1 0,0 1-1,1-1 1,-1 1 0,1 0 0,-1 0-1,1-1 1,-1 1 0,1 0 0,0 0-1,-1-1 1,1 1 0,-1 0 0,1 0-1,-1 0 1,1 0 0,0 0 0,-1 0-1,1 0 1,-1 0 0,1 0 0,-1 0-1,1 1 1,1-1 0,-1 2 75,0 1 1,0-1 0,0 1-1,0-1 1,0 1 0,0-1-1,-1 1 1,1-1 0,-1 1-1,1 0 1,-1 2 0,4 74 1467,-4-74-1554,0 1 0,-1 0 0,1-1 0,-1 1 0,0 0 0,-1-1 0,1 1-1,-1-1 1,-1 1 0,1-1 0,-4 6 0,6-11-41,0 1-1,0-1 0,0 0 1,0 0-1,0 0 1,0 0-1,-1 1 1,1-1-1,0 0 0,0 0 1,0 0-1,0 0 1,0 0-1,0 0 1,0 1-1,0-1 0,-1 0 1,1 0-1,0 0 1,0 0-1,0 0 1,0 0-1,0 0 0,0 0 1,-1 0-1,1 0 1,0 1-1,0-1 1,0 0-1,0 0 0,-1 0 1,1 0-1,0 0 1,0 0-1,0 0 0,0 0 1,-1 0-1,1 0 1,0 0-1,0-1 1,0 1-1,0 0 0,0 0 1,-1 0-1,1 0 1,0 0-1,0 0 1,0 0-1,0 0 0,-1-1 1,-1-10-192,5-15-99,0 18 249,1 0-1,-1 1 0,2 0 1,-1-1-1,1 1 1,1 1-1,-1-1 0,1 1 1,0 0-1,0 0 1,1 1-1,0-1 0,0 2 1,0-1-1,1 1 1,12-6-1,-16 10 81,1-1 1,-1 1-1,1-1 0,-1 1 1,1 1-1,-1-1 1,1 1-1,-1-1 0,1 1 1,-1 1-1,1-1 0,6 3 1,-8-2-11,-1-1 1,1 1 0,0-1-1,0 1 1,-1 0 0,1 0-1,-1 0 1,0 0 0,1 1-1,-1-1 1,0 1 0,0-1-1,-1 1 1,1-1 0,0 1-1,-1 0 1,0 0-1,2 4 1,-3-6-55,0-1 0,1 0 0,-1 1 0,0-1 0,1 0 0,-1 0 1,0 0-1,1 1 0,-1-1 0,0 0 0,1 0 0,-1 0 0,1 0 0,-1 0 0,0 0 0,1 1 0,-1-1 0,1 0 0,-1 0 0,0 0 0,1 0 0,-1-1 0,1 1 1,-1 0-1,0 0 0,1 0 0,-1 0 0,0 0 0,1 0 0,-1 0 0,0-1 0,1 1 0,-1 0 0,0 0 0,1-1 0,-1 1 0,0 0 0,1 0 0,-1-1 0,1 0 0,17-13-278,-16 13 170,27-20-7,1 1 1,1 2-1,61-27 1,-91 45 236,-1 0 1,1 0-1,-1 0 0,1 0 0,-1 0 1,1 1-1,-1-1 0,1 0 0,-1 0 0,0 0 1,1 0-1,-1 1 0,1-1 0,-1 0 1,1 0-1,-1 1 0,0-1 0,1 0 1,-1 1-1,0-1 0,1 0 0,-1 1 1,0-1-1,0 1 0,1-1 0,-1 0 1,0 1-1,0-1 0,0 1 0,1-1 1,-1 1-1,0-1 0,0 1 0,0-1 1,0 1-1,0 0 0,6 29-40,-2-14 127,-4-12-330,1-1 1,1 1-1,-1-1 0,0 0 1,1 1-1,0-1 0,0 0 0,0 0 1,0 0-1,0 0 0,0-1 1,1 1-1,-1 0 0,7 3 1,-6-4-624,0 0 1,0-1 0,0 0 0,0 0 0,0 0 0,0 0 0,0 0 0,0-1 0,1 1 0,-1-1-1,4 0 1,15 0-6830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12470,'0'0'15191,"111"60"-15175,-82-52-16,-2-3-1425,1-5-1712,-3 0-2898,2 0-5042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705 0 3249,'0'0'16824,"-159"103"-13206,86-32-1873,-15 17-609,-4 10-47,6 4-641,13-8-448,14-10-32,20-19-1185,12-15-656,18-17-1152,9-18-1265,36-15-3313,28-6-2146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459 43 14455,'0'0'5122,"-19"-7"-1969,2 0-2298,6 2-275,-1 0 0,1 1-1,-1 0 1,0 1-1,0 0 1,0 1 0,-1 0-1,1 1 1,-15 1-1,13 1-160,-1 1 1,1 0-1,0 1 0,1 1 0,-17 6 0,22-7-340,0 1 0,0-1 0,1 1 1,0 1-1,0-1 0,0 1 0,0 1 0,1-1 1,0 1-1,-6 7 0,10-10-87,0 0 0,0 1 0,0-1 1,0 1-1,1-1 0,-1 1 0,1 0 0,0-1 0,0 1 1,1 0-1,-1 0 0,1 0 0,-1 0 0,1-1 0,0 1 1,1 0-1,-1 0 0,1 0 0,0 0 0,0 0 0,0-1 0,0 1 1,1 0-1,-1-1 0,1 1 0,4 5 0,4 6-199,1 1 0,1-2 0,0 1 0,17 14 0,-15-15-40,2 2 29,8 7-460,33 45-1,-52-62 512,0 1 0,-1 0-1,0 0 1,0 1 0,0-1 0,-1 1 0,0 0 0,-1 0-1,0 0 1,0 0 0,-1 0 0,1 9 0,-2-13 179,-1-1 0,1 1 0,-1-1 0,0 1 0,0-1 0,-1 0 0,1 1 0,-1-1 0,0 0 0,1 0 0,-1 0 0,0 0 0,-1-1 0,1 1 1,0 0-1,-1-1 0,0 0 0,0 0 0,1 1 0,-1-2 0,0 1 0,0 0 0,-1 0 0,-3 1 0,-13 5 397,1-1-1,-42 10 1,38-12-90,-30 11 215,22-6-530,-32 5-1,63-14-51,0-1 1,0 0-1,0 0 0,0 0 0,0 0 0,0 0 0,-1 0 0,1 0 0,0 1 1,0-1-1,0 0 0,0 0 0,0 0 0,0 0 0,-1 0 0,1 0 0,0 0 0,0 0 1,0 0-1,0 0 0,0 0 0,-1 0 0,1 0 0,0 0 0,0 0 0,0 0 1,0 0-1,-1 0 0,1 0 0,0 0 0,0 0 0,0 0 0,0 0 0,0 0 0,0 0 1,-1 0-1,1 0 0,0-1 0,0 1 0,0 0 0,0 0 0,0 0 0,0 0 0,0 0 1,-1 0-1,1 0 0,0-1 0,0 1 0,0 0 0,0 0 0,0 0 0,0 0 1,0 0-1,0-1 0,0 1 0,0 0 0,0 0 0,0 0 0,0 0 0,0-1 0,8-8-3808,-4 5 3147,30-28-6969,12-12-4477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324 0 16087,'0'0'5411,"-85"149"-945,51-76-1985,7 8-800,4 1-273,6-5-655,7-6-497,1-10-240,1-15-16,2-10-576,-5-11-753,-3-9-800,-5-11-1393,-10-5-2176,-3-9-6612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14599,'25'-2'2225,"336"-15"7633,-329 17-9487,-17 1-174,-1-2 1,1 0-1,23-4 0,-43 5 919,-9-1-977,0 1-1,0 0 1,-13 3-1,3 3-99,1 1 0,0 1 0,-30 15 0,42-18-43,-1 2 0,1-1 1,0 2-1,0-1 0,0 2 0,1-1 0,-16 20 1,24-25-56,0 0 0,0 0 0,0 0 1,1 1-1,-1-1 0,1 1 1,0-1-1,0 1 0,0-1 1,1 1-1,-1 0 0,1 0 1,0-1-1,0 7 0,0-9 30,1-1-1,-1 1 1,1 0 0,-1 0-1,1-1 1,0 1 0,-1 0-1,1-1 1,0 1-1,-1-1 1,1 1 0,0-1-1,0 1 1,-1-1 0,1 1-1,0-1 1,0 0 0,0 1-1,0-1 1,-1 0-1,1 0 1,0 0 0,0 0-1,0 0 1,0 0 0,0 0-1,0 0 1,1 0-1,37 0-107,-28 0 96,-1-1 18,-1 0 1,1-1-1,-1 0 0,1 0 0,-1-1 0,0 0 0,0 0 0,0-1 1,16-10-1,-8 3 609,0-1 1,-1 0 0,25-25 0,-35 53 1040,15 32-3673,-18-42 1308,1 0 1,0-1 0,1 1 0,-1-1-1,1 0 1,0 0 0,0-1-1,0 0 1,1 0 0,0 0-1,-1 0 1,1-1 0,1 0-1,-1 0 1,0-1 0,1 1 0,-1-2-1,1 1 1,0-1 0,0 0-1,9 1 1,41-1-7123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0 10213,'0'0'12726,"-124"13"-9797,108 6-1713,7 4-783,9 0-305,0 4-128,19-2-128,13-2-657,5-6-623,3-9-977,2-8-1537,-3 0-2097,-1-17-4114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1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354 94 7075,'0'0'14100,"4"-15"-11728,13-45-107,-15 42 1522,-8 22-1698,4-2-2355,-14 15 424,0 0 0,1 0 0,1 2-1,1 0 1,0 0 0,2 1-1,0 1 1,-12 34 0,-4 22-196,-19 84 1,15-3 37,22-103 0,-2-1 0,-29 86 0,15-90 0,24-47 0,0-1 0,-1-1 0,1 1 0,-1 0 0,1 0 0,-1 0 0,0-1 0,1 1 0,-1-1 0,0 1 0,0-1 0,0 0 0,0 0 0,-1 0 0,1 0 0,0 0 0,0 0 0,0-1 0,-5 2 0,6-3 0,0 1 0,1-1 0,-1 0 0,1 1 1,-1-1-1,1 0 0,0 1 0,-1-1 0,1 0 0,-1 1 0,1-1 0,0 0 1,0 0-1,0 0 0,-1 1 0,1-1 0,0 0 0,0 0 0,0 0 0,0 1 0,0-1 1,1-1-1,-2-26-44,1 22-6,1-3-88,0 0 0,1 0-1,0 0 1,0 0 0,1 1-1,0-1 1,1 1 0,-1-1 0,2 1-1,-1 0 1,1 1 0,0-1-1,1 1 1,0 0 0,0 0-1,0 1 1,1 0 0,8-6-1,14-10-654,0 1 0,2 2 0,38-19 0,-48 28 334,0-2 42,1 1 1,0 1-1,0 1 0,33-8 1,-55 17 443,0 0 1,0 0-1,0 0 0,1 0 1,-1 0-1,0 0 1,0 0-1,1 0 0,-1 0 1,0 0-1,0 0 1,1 0-1,-1 0 0,0 0 1,0 0-1,1 0 1,-1 0-1,0 0 1,0 0-1,0 1 0,1-1 1,-1 0-1,0 0 1,0 0-1,0 0 0,0 0 1,1 1-1,-1-1 1,0 0-1,0 0 0,0 0 1,0 1-1,0-1 1,1 0-1,-1 0 0,0 0 1,0 1-1,0-1 1,0 0-1,-1 14 484,-10 11 496,7-19-736,-1-1 0,1 0 0,-1 0 0,0 0 0,-1-1-1,1 1 1,-1-2 0,0 1 0,0 0 0,0-1 0,-13 5-1,-7 0 801,-49 10 0,54-14-964,0 1 0,1 1-1,-24 9 1,42-14-107,0 0 0,1 0 0,-1 1 0,0-1 0,0 0 0,0 1 0,1-1 0,-1 1 0,1 0 0,-1-1 0,1 1 0,0 0 0,0 0 0,-1 0 0,1 0 0,1 0 0,-1 0 0,0 0 0,0 0 0,1 0 0,-1 1 0,1-1 0,0 0 0,0 0 0,-1 1 0,2-1 0,-1 2 0,0 0 0,1-1 0,-1 1 0,1-1 0,0 1 0,0-1 0,1 0 0,-1 0 0,0 1 0,1-1 0,0 0 0,0 0 0,0-1 0,0 1 0,0 0 0,1-1 0,3 4 0,5 1-114,0 0 1,1 0-1,0-1 1,0 0-1,0-1 0,1-1 1,0 0-1,0-1 1,24 3-1,11-1-4292,66-2-1,-90-3 2089,43 0-5104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0 1969,'0'0'19673,"3"14"-18721,11 26 160,2-1-1,40 72 1,-48-97-954,17 33 309,-2 2 1,-3 1 0,-1 1 0,-3 0-1,-2 1 1,-2 1 0,-2 0 0,4 97 0,-14-136-376,0 0 1,0 0 0,-2 0 0,0 0 0,0 0 0,-1 0-1,-6 14 1,5-18 14,-1 0 1,0 0-1,-1-1 0,0 0 0,0 0 0,-1 0 0,0 0 0,-1-1 1,-11 10-1,-3-1-159,-1 0 1,0-1 0,-1-2-1,-1 0 1,0-2 0,-1-1-1,-29 9 1,54-20-404,-11 3-615,9-4-1664,1-17-11485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10277,'0'0'22490,"4"-5"-22490,-2 5 0,0 5 0,-2 11-1249,0 3-2160,0-6-2754,-4-7-1681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511 1 12758,'0'0'3265,"-96"121"65,52-56 336,-4 10-2274,-11 9-1392,-12 10-656,-14 6-3170,-22 0-5570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10773,'0'0'21066,"2"0"-20858,0 0-240,1 0-417,-3 10-6306,0 11 1553,2 0-4450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318 0 9156,'0'0'7588,"-123"159"-3619,87-109-255,5-4-2529,8 0-1025,8-2-160,-2 6-448,-1 19-1633,-5 5-2658,-9 1-5969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0 154 9204,'0'0'9100,"14"7"-8390,-4-3-514,-6-3-116,0 0-1,-1 1 0,1-1 0,0 1 0,0 0 1,-1 0-1,1 0 0,-1 1 0,1-1 0,-1 1 1,0 0-1,0 0 0,0 0 0,-1 0 0,1 0 1,-1 1-1,0-1 0,0 1 0,0 0 0,3 7 1,-2 6 843,-1 0 1,-1 0 0,-1 26 0,-1-17-359,1-25-541,0 0 0,0 0 0,0 0 0,-1-1 0,1 1 0,0 0 0,0 0 0,-1 0 0,1 0 0,-1-1 0,1 1 0,-1 0-1,1 0 1,-1-1 0,1 1 0,-1 0 0,0-1 0,1 1 0,-1-1 0,0 1 0,0-1 0,-1 2 0,2-2-19,0 0-1,-1 0 1,1 0 0,0 0-1,-1 1 1,1-1 0,0 0-1,-1 0 1,1 0 0,0 0-1,-1 0 1,1 0 0,-1 0-1,1 0 1,0 0 0,-1 0 0,1 0-1,0 0 1,-1 0 0,1-1-1,0 1 1,-1 0 0,1 0-1,0 0 1,-1 0 0,1-1-1,0 1 1,-1 0 0,1 0-1,0-1 1,0 1 0,-1 0-1,1 0 1,0-1 0,0 1 0,0 0-1,-1-1 1,1 1 0,0 0-1,0-1 1,0 1 0,0 0-1,0-1 1,-1 1 0,1 0-1,0-1 1,0 1 0,0 0-1,0-1 1,0 0 0,0-11-30,1 0 1,0 1-1,0-1 1,1 0-1,1 1 1,-1-1-1,2 1 0,0 0 1,0 0-1,1 0 1,1 1-1,9-15 1,2-1-22,2 1 0,2 0 1,33-32-1,-53 56 45,7-7-10,0 1-1,0-1 0,1 1 1,0 0-1,0 1 0,11-5 1,-20 11 10,1-1 0,-1 1 0,1 0-1,0 0 1,-1-1 0,1 1 0,-1 0 0,1 0 0,0 0 0,-1 0 0,1 0 0,0 0 0,-1 0 0,1 0 0,-1 0 0,1 0 0,0 0 0,-1 0 0,1 0 0,-1 0 0,1 1 0,0-1 0,-1 0 0,1 0 0,-1 1 0,1-1 0,-1 1 0,1-1 0,-1 0 0,1 1 0,-1-1 0,1 1 0,-1-1 0,0 1 0,1-1 0,-1 1 0,1 0 0,3 23 3,-3-22 3,1 164 1005,-2-122-694,1-44-314,0 1 1,0-1 0,0 1-1,0-1 1,0 0 0,0 1-1,0-1 1,-1 0 0,1 0-1,0 0 1,0 1 0,0-1-1,0 0 1,0 0 0,0-1-1,0 1 1,0 0 0,0 0-1,0 0 1,0-1 0,0 1-1,0 0 1,0-1 0,0 1-1,0-1 1,18-9 13,-2 0 0,29-22 0,-5 2-5,208-136 178,-249 166-140,0 0-1,1 0 1,-1 0 0,0 0-1,0 0 1,1 0 0,-1 0-1,0 0 1,0 0 0,1 0 0,-1 0-1,0 0 1,0 0 0,1 0-1,-1 0 1,0 0 0,0 0-1,0 1 1,1-1 0,-1 0-1,0 0 1,0 0 0,1 0-1,-1 0 1,0 1 0,0-1-1,0 0 1,0 0 0,0 0-1,1 1 1,-1-1 0,0 0 0,0 0-1,0 1 1,0-1 0,0 0-1,0 0 1,0 1 0,0-1-1,0 0 1,0 0 0,0 1-1,0-1 1,0 0 0,0 0-1,0 1 1,0-1 0,0 0-1,0 0 1,0 1 0,0-1-1,0 20 235,0-15-56,-1 111 1562,0 3-3487,1-118 427,0 3 873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6643,'0'0'18617,"96"90"-18249,-83-67-336,1 2-32,1-10-80,6-7-1009,4-8-1632,2 0-1713,7-4-2849,-1-23-545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421 1 1489,'0'0'22010,"-121"123"-20666,87-73-159,-3 9-241,-1 8-607,5 1-337,1 6-17,1 1-591,0 2-1185,6 1-1136,2-7-1841,8-15-2994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561 14 5555,'0'0'10356,"-19"-3"-5700,12 2-4215,-9-3 133,-1 2 0,1 0 0,-1 1 1,1 1-1,-1 0 0,1 1 0,-25 5 0,0 5 752,-55 21 1,80-25-1077,0 0 0,0 1 1,1 0-1,0 2 0,0 0 0,-16 14 1,27-19-254,0 0 0,0 0 1,0 0-1,0 0 0,1 1 1,0 0-1,0-1 0,0 1 1,1 0-1,0 1 0,0-1 1,0 0-1,1 0 0,0 1 1,0-1-1,1 1 0,-1-1 1,2 1-1,-1-1 0,1 1 1,0-1-1,0 1 0,0-1 1,1 0-1,0 0 0,1 0 1,-1 0-1,1 0 0,0 0 1,7 9-1,13 9-338,0 0-1,2-2 1,1 0 0,53 33-1,-45-32-358,0 1 0,50 48 0,-77-64 525,0 0 1,-1 0 0,1 1-1,-2 0 1,1 0-1,3 10 1,-7-16 165,-1 0 0,0-1 1,0 1-1,0 0 1,0 0-1,-1-1 0,1 1 1,-1 0-1,1 0 0,-1 0 1,0 0-1,0 0 1,-1 0-1,1 0 0,0-1 1,-1 1-1,0 0 1,0 0-1,0 0 0,0-1 1,0 1-1,0-1 0,-1 1 1,1-1-1,-1 1 1,-3 3-1,-1-1 108,1-1-1,-1 0 1,0 0 0,0-1 0,-1 0-1,1 0 1,-12 4 0,-56 12 861,61-16-843,-58 12-11,-75 6-1,53-17-3904,93-4 3648,-1 1-1,1-1 1,0 0-1,-1 0 1,1 0-1,0 0 1,-1 0-1,1 0 1,-1 0-1,1 0 1,0 0-1,-1-1 1,1 1-1,-1 0 1,1 0-1,0 0 1,-1 0-1,1 0 1,0-1-1,-1 1 1,1 0-1,0 0 1,-1-1 0,1 1-1,0 0 1,-1 0-1,1-1 1,0 1-1,0 0 1,0-1-1,-1 0 1,-1-23-7410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1 9780,'0'0'14839,"-15"138"-11317,3-65-1921,-1 2-529,7 0-63,2-4-673,-5-6-336,3-8 0,-4-13-945,-5-13-864,0-12-1072,-3-9-688,-8-10-2626,-9 0-5026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3986,'0'0'8943,"26"-6"-3442,-9 2-4593,17-4 936,1 2 0,0 1 0,49 0 0,382 5 4193,-476 1-6035,1 1 0,0 0 1,0 0-1,0 1 0,0 0 0,1 0 0,-13 7 0,-60 38-3,77-46 1,-1 1 0,0 0 0,1 1 0,-1-1 0,1 1 0,0 0 0,0 0 0,1 0 0,-1 0 0,1 1 0,0-1 0,0 1 0,0 0 0,1 0 0,0 0 0,0 0 0,0 0 0,0 1 0,1-1 0,0 1 0,-1 9 0,3-14-4,-1 1 0,0-1 0,1 1 0,-1-1 0,1 1 0,0-1 0,-1 1 0,1-1-1,0 0 1,0 0 0,0 1 0,0-1 0,0 0 0,0 0 0,1 0 0,-1 0 0,0 0 0,0 0 0,1 0 0,-1 0 0,1-1 0,-1 1 0,0 0 0,1-1-1,0 1 1,-1-1 0,1 0 0,2 1 0,45 4-422,-41-4 325,3-1-148,1 0 0,-1-1 0,18-3 1,-27 3 223,0 1 0,0-1 0,0 1 0,1-1 0,-1 0 0,0 0 0,0 0 0,0 0 0,0 0 0,0 0 0,-1-1 0,1 1 0,0-1 0,-1 1 0,1-1 0,-1 0 0,1 1 0,-1-1 0,0 0 0,1 0 0,-1 0 0,0 0 0,-1 0 0,2-3 0,1-6 1023,-4 21-134,-2 9-957,2-14-160,1-1 1,0 1-1,0-1 1,0 1-1,1-1 0,0 1 1,0-1-1,0 0 1,0 1-1,0-1 1,1 0-1,0 0 1,0 0-1,3 6 1,-2-7-360,0 0 1,0-1 0,0 1 0,0 0 0,1-1 0,-1 0 0,1 0 0,-1 0 0,1 0-1,0 0 1,0-1 0,0 0 0,0 1 0,0-2 0,0 1 0,5 0 0,32 1-7847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0 11733,'0'0'17496,"-77"30"-15943,68-5-801,7 2-479,2 0-225,0 2-48,13-4-96,10-6-673,6-2-816,2-11-912,7-6-608,-7 0-1905,1-14-3890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272 0 14359,'0'0'11151,"-17"27"-8069,6-10-2626,-3 5 35,0 0-1,2 1 0,0 0 0,1 1 0,2 1 0,-12 47 0,-11 184-174,25-173-330,-28 134 0,32-206 14,1 0 0,-1 0 0,-1 0 0,-6 16 0,9-25 0,0 0 0,0 0 0,0 0 0,0-1 0,0 1 0,-1 0 0,1 0 0,-1-1 0,1 1 0,-1-1 0,1 1 0,-1-1 0,0 0 0,0 0 0,0 1 0,0-1 0,0-1 0,0 1 0,0 0 0,0 0 0,0-1 0,0 1 0,0-1 0,-3 1 0,4-2 0,0 1 0,1-1 0,-1 1 0,0-1 0,1 1 0,-1-1 0,0 1 0,1-1 0,-1 0 0,1 1 0,-1-1 0,1 0 0,-1 0 0,1 1 0,0-1 0,-1 0 0,1 0 0,0 1 0,0-1 0,-1 0 0,1 0 0,0 0 0,0 0 0,0 1 0,0-1 0,0 0 0,0 0 0,0 0 0,1 0 0,-1 1 0,0-1 0,1-2 0,-1-2 0,1-8-53,0 1 0,1-1-1,1 1 1,0 0 0,0 0 0,1 0 0,1 0-1,0 1 1,1-1 0,0 1 0,0 1 0,12-15-1,7-7-1109,2 2 0,45-41 0,-70 70 1181,31-25-406,-33 25 435,0 1 0,1-1-1,-1 1 1,1-1 0,-1 1 0,1 0 0,0-1 0,-1 1-1,1 0 1,-1-1 0,1 1 0,0 0 0,-1 0 0,1-1-1,0 1 1,-1 0 0,1 0 0,0 0 0,-1 0 0,1 0-1,0 0 1,-1 0 0,1 0 0,0 0 0,-1 0 0,1 1-1,0-1 1,-1 0 0,1 0 0,0 0 0,-1 1 0,1-1-1,-1 0 1,1 1 0,-1-1 0,1 1 0,-1-1 0,1 1-1,-1-1 1,1 1 0,-1-1 0,1 1 0,-1-1 0,0 1 0,1-1-1,-1 1 1,0 0 0,0-1 0,1 1 0,-1 0 0,0 0-1,2 6 66,-1 0-1,0 0 0,0 0 1,-1 0-1,1 0 0,-2 0 1,1-1-1,-1 1 1,0 0-1,0 0 0,-1 0 1,0 0-1,0-1 0,-1 1 1,0-1-1,0 0 0,0 0 1,-8 11-1,5-10-111,1 0 0,0 0 0,0 0 0,0 1 0,1-1 0,1 1 0,-1 0 0,1 0 0,-2 11 0,4-16 0,0 1 0,1-1 0,0 1 0,0-1 0,0 1 0,0-1 0,0 1 0,1-1 0,-1 0 0,1 1 0,0-1 0,0 1 0,0-1 0,1 0 0,-1 0 0,1 0 0,0 0 0,0 0 0,0 0 0,0 0 0,0-1 0,1 1 0,-1-1 0,1 0 0,5 4 0,5 2-28,0 0 1,0-1-1,1-1 0,0-1 0,0 0 1,0 0-1,1-2 0,-1 1 0,1-2 1,0 0-1,16-1 0,-16 0-1489,0-2-1,0 0 1,23-5-1,14-13-6470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9492,'0'0'11526,"138"-17"-6660,-82 15-2305,-4 2-2049,-6 0-512,-12 0-144,-17 0-1969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9396,'0'0'8820,"142"23"-7059,-85-19-1761,-1-4-368,-8-4-6147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364 0 13446,'0'0'9188,"-46"132"-6819,17-42-1152,0 6 288,1 6-33,1-1-703,2-7-481,4-9-256,0-9-32,-2-16-160,2-12-705,-2-16-1023,7-11-962,-1-15-1728,-4-6-2753,4 0-3202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1 130 11573,'0'0'5491,"29"2"-649,-17-1-4346,51 3 2079,96 19-1,-63-5-1493,1-4 1,0-4-1,108-3 0,-195-7-1079,1-1 1,-1 0 0,1 0-1,-1-1 1,1-1-1,-1 0 1,0 0-1,0-1 1,-1 0 0,19-11-1,-24 12-63,1 0 0,-1 0 1,0-1-1,0 0 0,-1 1 0,1-1 0,-1 0 0,0-1 0,0 1 0,0-1 1,0 1-1,-1-1 0,0 0 0,0 0 0,0 0 0,-1 0 0,1 0 1,-1 0-1,0 0 0,-1-1 0,1 1 0,-1 0 0,-1-7 0,1 9 47,-1 1 1,1-1-1,-1 1 0,0-1 0,0 1 0,0-1 0,0 1 0,-1 0 0,1-1 1,-1 1-1,1 0 0,-1 0 0,0 0 0,0 0 0,1 0 0,-1 1 0,-1-1 1,1 0-1,0 1 0,0 0 0,-1-1 0,1 1 0,0 0 0,-1 0 0,1 0 1,-1 1-1,0-1 0,1 1 0,-4-1 0,-11-2 13,0 1 0,0 1 0,-25 1-1,25 0-14,13 0 34,0 0 0,0 0 0,0 1 0,0-1 0,0 1 0,0 0 0,0 0 0,0 0 0,1 1 0,-1-1 0,0 1 0,1 0 0,-1 0 0,1 0 0,0 0 0,-1 1 0,1-1 0,-3 4 0,4-2 9,-1 0 1,0 0 0,1 0 0,-1 1-1,1-1 1,1 1 0,-1-1-1,0 1 1,1 0 0,0 0 0,0 0-1,1-1 1,-1 1 0,1 8-1,1 2 12,0-1 0,0 1-1,1-1 1,1 0-1,1 0 1,0 0-1,0 0 1,12 23 0,-10-27-250,0 0 0,0-1 0,1 1 0,14 14 0,-14-17-417,0-1 0,0 0 0,1 0 0,0 0 0,0-1 0,10 5 0,21 1-4401,3-8-3292,4-3-3221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 12118,'0'0'17952,"9"11"-16325,-2 0-1311,0 0-208,1 0-1,1 0 1,0-1 0,0 0 0,1 0-1,20 14 1,-28-22-127,1-1-1,-1 0 1,1 0 0,0-1-1,-1 1 1,1 0 0,0-1-1,-1 1 1,1-1 0,0 0-1,0 0 1,-1 0 0,1-1-1,0 1 1,0-1 0,-1 1 0,1-1-1,0 0 1,-1 0 0,1 0-1,-1 0 1,1 0 0,-1-1-1,0 1 1,1-1 0,-1 0-1,0 1 1,2-4 0,0 2-74,-1 0 0,0-1 0,0 1 0,0-1 0,0 0 0,-1 0 1,1 0-1,-1 0 0,0 0 0,0-1 0,-1 1 0,1 0 0,-1-1 0,0 0 1,1-8-1,30 13 1507,-25 2-1324,-1 0 0,1 1 1,-1-1-1,0 1 0,0 1 1,9 5-1,18 10-90,-19-14 13,1 0 0,24 5-1,-33-8-78,0-1-1,0-1 0,0 1 0,1-1 0,-1 0 1,0 0-1,0-1 0,0 0 0,9-2 0,-12 1 22,-1 1 0,1 0 0,0-1 0,-1 1 0,0-1-1,1 0 1,-1 0 0,0 0 0,0 0 0,0 0 0,0-1 0,0 1-1,-1-1 1,3-3 0,16-41 251,-14 28 353,-5 19-542,-1-1-1,1 0 1,0 1-1,-1-1 1,1 0-1,-1 1 1,1-1-1,0 1 1,-1-1-1,1 1 0,0 0 1,0-1-1,0 1 1,-1-1-1,1 1 1,0 0-1,0 0 1,0 0-1,0-1 1,-1 1-1,1 0 0,0 0 1,0 0-1,0 0 1,0 0-1,0 1 1,-1-1-1,1 0 1,0 0-1,0 0 1,0 1-1,0-1 0,-1 1 1,1-1-1,1 1 1,30 16-94,-31-16 103,20 11-139,-1-1 0,1-1 0,1-1-1,0 0 1,0-2 0,29 6 0,13-4-3765,1-6-4607,-10-3-3732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 11077,'0'0'15863,"-52"104"-12805,44-37-1586,-5 13-175,3 9-1297,-1 3 0,5 0 0,0-6 0,3-4-1137,-1-18-1152,2-13-1040,2-18-1553,0-20-2114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 8420,'0'0'5330,"19"-10"-1693,-4 2-2818,-5 1-200,0 2 0,1-1 1,0 1-1,0 1 0,0 0 0,1 0 0,-1 1 0,1 1 0,0 0 1,22-1-1,-20 4-213,0-1 0,0 2 1,-1 0-1,1 0 0,-1 2 1,1-1-1,-1 2 0,0-1 0,0 2 1,-1 0-1,23 15 0,-29-17-322,0 0 0,-1 1-1,0 0 1,0 0-1,0 0 1,0 1 0,-1-1-1,0 1 1,0 0-1,0 1 1,-1-1 0,0 1-1,0-1 1,-1 1 0,0 0-1,0 0 1,0 0-1,-1 0 1,0 0 0,-1 0-1,1 0 1,-1 1-1,-1-1 1,-2 13 0,2-15-52,0-2 0,-1 1 0,0 0 0,0 0 0,0 0 0,0-1 0,-1 1 1,1-1-1,-1 0 0,0 0 0,0 0 0,0 0 0,0 0 0,0 0 0,-1-1 1,1 0-1,-1 0 0,0 0 0,0 0 0,0 0 0,0-1 0,-6 2 0,-7 2-20,-1 0-1,0-2 1,-33 4-1,-78-5-292,93-2-1836,35-13-14422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34 19657,'0'0'13110,"2"-33"-13110,4 43 0,-1 13 0,-1 9 0,-4 1-3586,0 0-4033,0 1-5299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2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530 1 17512,'0'0'4002,"-107"123"272,42-52-16,1 2-3170,-5 2-1088,4 9-1584,-11 6-2738,-7 2-3618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3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 0 6403,'0'0'1297,"-44"0"-1297,42 0-449,2 11-991,0-1 95,-2-4-1200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49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282 0 2065,'0'0'14937,"-4"42"-15790,-5 1 900,2 0 0,-2 64 0,-1 6 207,-7 41 564,-21 130-132,15-107 37,7-41-659,5-24 210,10-78-223,-3 1 0,-11 54 0,-8 37-2,10-46-36,5-41-19,-1 2 49,2 1-1,-3 67 1,9-85-11,-1 0-1,-2-1 1,-7 28-1,4-20 156,-3 32-1,8-19 5,2-31-31,0-1 1,-1 0 0,0 1 0,-1-1 0,-4 13-1,15-60 30,-6 9-4790,-3 19 422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50.5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2785,'0'0'5606,"0"0"-5398,-1 0 1,1 0 0,0 0 0,-1 1 0,1-1 0,0 0 0,-1 0 0,1 0 0,0 0 0,0 0 0,-1 1 0,1-1 0,0 0 0,0 0 0,-1 1 0,1-1 0,0 0 0,0 0 0,0 1 0,0-1 0,-1 0 0,1 0 0,0 1 0,0-1 0,0 0 0,0 1 0,0-1 0,0 0 0,0 1 0,0-1 0,0 0 0,0 1 0,2 20 878,2 0 0,1 0 1,0-1-1,14 33 0,-19-53-1086,5 14 242,1-1 0,1 0 0,0 0 0,0-1 0,14 17-1,52 50 1442,-63-69-1389,-5-5-141,0-1 0,-1 2-1,0-1 1,0 0 0,0 1-1,-1 0 1,1-1-1,-1 1 1,-1 1 0,1-1-1,2 11 1,-6-15-138,10 1 5,-9-3-69,2 0-2700,9-4-15823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51.2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400 2 3570,'0'0'8291,"-5"-1"-126,-19 1-6149,17 3-1732,1 0 0,1 1 1,-1-1-1,0 1 0,1 1 0,0-1 0,0 1 1,0 0-1,-6 9 0,-19 17 329,-22 9 43,-37 33 562,77-63-864,1 2 0,0-1 0,1 2 0,-17 25 0,21-17-2014,6-20 1159,0 1-1,0 0 1,-1-1 0,1 1 0,-1-1 0,1 1 0,-1-1-1,1 1 1,-1-1 0,0 1 0,0-1 0,1 0 0,-1 1 0,0-1-1,-2 2 1,-18 16-6697,-8 7-4058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7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1 7988,'0'0'9175,"1"21"-7460,8 141 2023,-10 147 1243,-6-254-4698,-26 105 0,21-108-345,8-37-511,1 0 388,0-1 0,-1 0 0,-10 21 0,13-31-335,-1-1 0,0 0 0,0 1 0,-1-1 0,1 0 0,-1 0 0,-4 4 0,5-5-178,0-1 0,0 0 0,0 0 0,0 1 0,0-1 0,0-1 0,0 1 0,-1 0 0,1 0 0,0-1 0,0 1 0,-1-1 0,1 0 0,-3 0 0,-11 0-7602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8.5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587 308 6787,'0'0'1956,"27"-4"-249,-23 3-1590,195-20 4256,765-114 930,-738 96-5075,-38 6-193,185-29-124,-260 50 916,-111 12-742,-1 0-1,1 0 1,0-1-1,0 1 1,-1 0-1,1 1 0,0-1 1,-1 0-1,1 0 1,0 1-1,-1-1 0,1 1 1,0 0-1,-1-1 1,1 1-1,-1 0 1,1 0-1,-1 0 0,1 0 1,-1 0-1,0 0 1,0 0-1,1 0 1,-1 1-1,0-1 0,0 1 1,0-1-1,0 0 1,-1 1-1,1 0 1,1 1-1,-1 4 138,1 1 0,-1-1 0,-1 1 0,1-1 0,-1 1 0,-1 8 0,0 7 47,-4 67 764,-5 0 0,-27 123 0,2-19 81,12-27-382,-1 223 0,24-1-601,0-387-141,0-1 0,0 0-1,0 1 1,-1-1 0,1 0 0,0 0-1,-1 1 1,1-1 0,-1 0 0,1 0-1,-1 1 1,0-1 0,0 0 0,1 0-1,-1 0 1,0 0 0,0 0 0,0 0-1,0 0 1,0-1 0,0 1 0,0 0-1,0 0 1,-1-1 0,1 1-1,0-1 1,0 1 0,0-1 0,-3 1-1,-4 1-69,-1 0 0,0-1 0,-15 0 0,6 0-31,-268 10-942,63-5 484,-784 66 218,676-46 483,-256 34-116,519-53-1523,81-10 47,0-1-1,0 0 1,0-1 0,-1-1-1,0 1 1,0-2 0,22-15-1,23-18-8439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9.2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557 1 7716,'0'0'8571,"-22"10"-5788,10-4-2393,2-2-113,0 0-1,0 1 1,1 1-1,-1-1 1,1 2-1,0-1 1,1 1-1,0 0 1,0 1 0,0 0-1,1 0 1,0 1-1,1 0 1,-8 14-1,-19 50 1750,-31 97 0,-9 81-323,-12 37-1639,81-278-218,-21 56-941,22-60 655,1-1-1,-1 0 0,0 0 0,-1 0 1,1-1-1,-1 1 0,0-1 0,0 0 1,-7 6-1,8-8-348,1-1-1,-1 0 1,0 0 0,1 0-1,-1 0 1,0-1 0,0 1 0,0-1-1,1 0 1,-1 1 0,0-1-1,-4-1 1,7 1 642,-24 0-9310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29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1 128 7908,'0'0'7206,"28"-4"-3717,-10 1-2821,39-5 2169,95-2 0,201 12 735,-349-2-3570,-1 0 0,1 0 0,0 0 0,0-1 0,-1 0 0,1 0 0,-1 0 0,1 0 0,-1 0 0,1-1 0,4-2 1,-7 3-5,0 0 0,0 0 0,0 0 0,0 0 0,0 0 0,0 0 0,0 0 0,0-1 0,0 1 0,0 0 1,-1-1-1,1 1 0,-1 0 0,1-1 0,-1 1 0,1-1 0,-1 1 0,0-1 0,0 1 0,0-1 0,0 1 1,0-1-1,0 1 0,0-1 0,0 1 0,0 0 0,-1-1 0,1 1 0,-1-1 0,0-1 0,0 1-10,0 0 1,-1 0-1,1 0 0,0 0 0,-1 0 0,1 1 0,-1-1 0,1 1 0,-1-1 1,0 1-1,0-1 0,0 1 0,0 0 0,0 0 0,0 0 0,0 0 0,-3-1 1,-40-9-61,40 10 61,-23-4 114,-1 2 0,1 2-1,-35 1 1,61 0-90,1 0 0,-1 0 0,1 1 0,-1-1 0,1 0 0,-1 1 0,1-1 0,0 1 0,-1-1 0,1 1 0,0 0 0,-1 0 0,1 0 0,0 0 0,0-1 0,0 1 0,0 1 0,0-1 0,0 0 0,0 0 0,0 0 0,-1 3 0,0 0 1,1-1 0,-1 1 0,1 0 0,0-1-1,0 1 1,1 0 0,-1 0 0,1 0 0,0 4-1,0-1-5,0 0 0,1 1 0,0-1-1,0 0 1,1 0 0,0 1 0,0-1-1,1-1 1,5 12 0,-4-12-139,0-1 0,1 1 0,-1-1 0,1-1 0,0 1 1,1 0-1,-1-1 0,1 0 0,0-1 0,0 1 0,0-1 0,13 5 0,-6-4-1308,0-1-1,0-1 1,0 1 0,1-2-1,22 0 1,12-1-7186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0.1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2801,'0'0'23795,"-1"13"-22023,-1-3-1472,-1 7 209,1-1 1,1 1-1,0-1 0,2 21 0,-1-35-498,0 0 0,0 0 0,0 0 0,1-1 0,-1 1 0,0 0 0,1 0 1,0-1-1,-1 1 0,1 0 0,0-1 0,0 1 0,0-1 0,0 1 0,0-1 0,0 1 0,0-1 0,0 1 0,1-1 0,-1 0 0,0 0 0,1 0 0,-1 0 0,1 0 0,0 0 0,-1 0 0,1-1 0,0 1 0,-1 0 0,1-1 0,0 1 0,0-1 0,-1 0 0,1 0 0,0 1 0,0-1 0,0 0 0,2-1 0,1 0-59,0 0-1,0-1 0,-1 1 0,1-1 0,-1 0 0,1 0 1,-1-1-1,0 1 0,0-1 0,0 0 0,0 0 0,-1 0 1,4-4-1,73-84-365,-80 91 426,0 0 0,0-1-1,0 1 1,1 0 0,-1 0 0,0 0-1,0 0 1,0-1 0,1 1 0,-1 0-1,0 0 1,0 0 0,0 0-1,1 0 1,-1 0 0,0 0 0,0 0-1,1 0 1,-1 0 0,0 0-1,0-1 1,1 1 0,-1 0 0,0 1-1,0-1 1,1 0 0,-1 0-1,0 0 1,0 0 0,1 0 0,-1 0-1,0 0 1,0 0 0,0 0 0,1 0-1,-1 1 1,0-1 0,6 11 325,2 24 65,-6-23-309,-1-9-91,0 1-1,0 0 1,0-1-1,1 1 1,-1-1-1,1 0 1,0 0-1,0 1 1,0-1-1,0 0 1,0-1-1,1 1 1,-1 0-1,1-1 0,0 1 1,3 1-1,-2-2-31,0 0-1,0-1 1,1 1-1,-1-1 1,0 0-1,1 0 0,-1-1 1,0 1-1,1-1 1,-1 0-1,1 0 1,-1-1-1,6 0 0,-3-2 26,-1 1 0,1-1-1,-1 0 1,0 0-1,1-1 1,-2 0-1,1 0 1,0 0 0,-1-1-1,0 0 1,9-10-1,22-18 242,-25 24-101,-2 2 613,-9 7-739,1 0 0,-1 1 0,0-1 1,1 0-1,-1 0 0,0 1 0,0-1 0,1 0 0,-1 0 0,0 1 0,0-1 0,0 0 0,1 1 0,-1-1 1,0 0-1,0 1 0,0-1 0,0 0 0,0 1 0,0-1 0,0 1 0,0-1 0,0 0 0,0 1 0,0-1 0,0 0 1,0 1-1,0-1 0,0 1 0,0-1 0,0 1 0,0 8 0,0 0 1,0 0-1,1 0 1,1 0-1,0 0 1,0 0-1,4 11 1,-5-17-51,1 0 0,0 0 0,-1 0 1,1 0-1,0 0 0,1 0 0,-1-1 1,0 1-1,1-1 0,0 1 0,-1-1 1,1 0-1,0 0 0,0 0 0,0 0 1,0-1-1,0 1 0,1-1 0,-1 0 1,0 0-1,1 0 0,4 0 0,60 2-8453,-26-3-398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0.3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193 1 4994,'0'0'19465,"-65"155"-15335,53-76-2113,-1 19-16,5 0-1841,-2-1-160,3-1 0,-1-13 0,2 1 0,-3-15-896,-3-21-529,-7-17-2289,8-18 2290,3-13-1538,4 0-1888,4-29-3634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0.6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433 1 12342,'0'0'18360,"115"54"-16727,-115-4-1201,0 0-432,-4-4 0,-17-4 0,-8-11 0,-7-3 0,-7-8 0,-16-5-416,-10-4-1841,-13-9-1617,-12-2-2097,-16 0-2689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2.3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8801 1292 5202,'0'0'11083,"5"0"-10131,18 3-181,-23-3-721,0 0 0,-1 1 0,1-1-1,0 0 1,0 0 0,0 0 0,0 0 0,0 0-1,0 0 1,0 0 0,0 1 0,0-1 0,0 0-1,0 0 1,0 0 0,0 0 0,0 0-1,0 0 1,0 0 0,1 1 0,-1-1 0,0 0-1,0 0 1,0 0 0,0 0 0,0 0 0,0 0-1,0 0 1,0 0 0,0 0 0,0 1 0,0-1-1,0 0 1,1 0 0,-1 0 0,0 0 0,0 0-1,0 0 1,0 0 0,0 0 0,0 0-1,0 0 1,1 0 0,-1 0 0,0 0 0,0 0-1,0 0 1,-9 3 303,-283 7 1879,220-12-2182,1-4 0,-79-15 0,-332-87 407,93 20 132,-1033-165-37,1403 250-555,-1089-191 935,300 49-749,-6 39 447,96 14 43,504 59-367,-248-27-97,126 36-213,-439-47 395,492 35-153,-110-18 284,392 54-513,1 0 1,-1 0-1,0 0 1,1 0-1,-1 0 1,1 0-1,-1 0 1,1 0-1,-1-1 1,1 1-1,-1 0 1,1 0-1,-1 0 1,1-1-1,-1 1 0,1 0 1,-1-1-1,1 1 1,0 0-1,-1-1 1,1 1-1,0-1 1,-1 1-1,1-1 1,0 1-1,-1-1 1,1 1-1,0-1 1,0 1-3,0-1-1,0 1 1,0-1 0,0 1 0,1 0 0,-1 0 0,0-1 0,0 1-1,1 0 1,-1-1 0,0 1 0,0 0 0,1 0 0,-1-1 0,0 1 0,1 0-1,-1 0 1,0 0 0,1-1 0,-1 1 0,0 0 0,1 0 0,-1 0 0,0 0-1,1 0 1,-1 0 0,0 0 0,1 0 0,-1 0 0,1 0 0,-1 0 0,1 0-1,15 0-240,-11-1-38,-1 1 1,1 0-1,0 0 1,0 0 0,0 0-1,0 1 1,-1 0-1,1 0 1,0 0 0,8 5-1,-11-5-804,0-1 0,1 1 0,-1 0 0,0-1 0,0 0 0,0 1 0,1-1 0,-1 0 0,0 0 0,3 0-1,1-1-2930,1 1-4365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3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19 384,'0'0'2914,"32"0"-2290,-30 0 272,2 0-304,-2 0-367,2 0-225,-2-4 0,2-2-289,1 0-975,-3 4-1345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3.5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354 40 96,'63'-34'2799,"-49"29"5993,-10 8-5093,-7 11-1645,3-14-1451,-2 7 134,0-1-1,-1 0 1,0 0 0,0 0 0,0 0 0,-1-1-1,1 1 1,-1-1 0,-1 0 0,1 0-1,-1 0 1,-8 6 0,5-6-492,1 0 0,-1-1 0,0 0 1,0 0-1,-1-1 0,1 0 0,-1 0 0,1-1 0,-11 1 0,-23 2-29,-46-1 0,51-3-213,-67 10 0,103-11-4,0 0 0,1 0 1,-1 0-1,0 0 0,1 0 0,-1 0 1,0 0-1,1 0 0,-1 1 0,1-1 0,-1 0 1,0 0-1,1 1 0,-1-1 0,1 0 1,-1 1-1,1-1 0,-1 1 0,1-1 0,0 1 1,-1-1-1,1 1 0,-1-1 0,1 1 1,8 9 41,24 5 183,-30-14-187,5 2 74,-1 0 0,1 0 0,-1 1 0,0 0 0,0 0 0,0 0 1,-1 1-1,0 0 0,9 9 0,-2 1 197,-1 2 0,11 21 0,-10-17-369,-8-15 61,-1-1 0,1 1 0,0-1 0,1 0 0,-1 0 0,1 0 0,0-1 0,1 1 0,-1-1 0,1 0 0,-1-1 0,1 0 0,0 1 0,0-2 0,1 1 0,6 1 0,7 1 0,1-2 0,-1 0 0,39 0 0,6 0 0,-65-3-34,0 0 0,1 0 0,-1 0 0,0 0 0,0 0 0,1 0 0,-1 0 0,0 0 0,0 0 0,1 0 0,-1 0 0,0 0 0,1 0 0,-1 0 0,0 0 0,0 0 0,0 0 0,1 0 0,-1 1 0,0-1-1,0 0 1,1 0 0,-1 0 0,0 0 0,0 1 0,0-1 0,1 0 0,-1 0 0,0 0 0,0 1 0,0-1 0,0 0 0,0 0 0,0 1 0,1-1 0,-1 0 0,0 0 0,0 1 0,0-1 0,0 0 0,0 0 0,0 1 0,0-1 0,0 0 0,0 0 0,0 1 0,0-1 0,0 0 0,0 0 0,0 1 0,-1-1 0,1 0 0,-14 11-4184,-17-4-987,-9-4-1849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4.1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109 13 4994,'0'0'11299,"1"-8"-7856,-1 4-3209,0 6 504,-29 145 5406,-16 108-2267,13 654-1839,33-789-1193,-1-82-5503,0-30-1806,-1-44 264,-3-14-3095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5.4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52 130 1425,'0'0'10677,"6"-9"-9698,17-27 224,-22 35-1076,-1 0 1,1 0-1,0 1 1,0-1-1,0 0 1,0 0-1,0 1 1,0-1-1,0 0 1,0 1-1,0-1 1,0 1-1,0-1 0,0 1 1,0 0-1,0-1 1,1 1-1,-1 0 1,0 0-1,0 0 1,0 0-1,1 0 1,-1 0-1,0 0 1,0 0-1,0 0 1,0 1-1,2 0 1,2-1 494,274 16 5742,141-5-4239,-250-14-1308,263-38-1,-82-17 870,-353 60-1551,-1-1 0,1 1 0,0 1 0,1-1 0,-1 0-1,0 0 1,0 1 0,1-1 0,0 0 0,-1 1 0,1 0 0,0-1-1,0 1 1,0 0 0,1-1 0,-1 1 0,1 0 0,-1 4 0,-10 67-342,-11 179 207,11 300 0,24-396 0,49 230 0,-17-134 0,-36-193 0,11 65 0,7 205 0,-28-330 0,0 0 0,0 0 0,0-1 0,-1 1 0,1 0 0,0-1 0,0 1 0,0-1 0,0 1 0,0-1 0,0 0 0,0 0 0,0 1 0,0-1 0,-1-1 0,-2 0 0,-17-10 0,0 2 0,-1 1 0,-1 0 0,1 2 0,-1 1 0,-39-6 0,-147-7 0,160 17 0,-1012-12 0,1039 14 0,1 0 0,0 2 0,0 1 0,0 0 0,1 2 0,-1 0 0,1 1 0,0 1 0,0 1 0,-35 21 0,46-23 0,4-2 0,0-1 0,0 0 0,0 0 0,0 0 0,0 0 0,-1-1 0,1 0 0,-1 0 0,1 0 0,-9 0 0,14-2 0,-1 0 0,1 0 0,0 0 0,0-1 0,0 1 0,0 0 0,0 0 0,0-1 0,0 1 0,0 0 0,0 0 0,0-1 0,0 1 0,0 0 0,0 0 0,0-1 0,0 1 0,0 0 0,0 0 0,0-1 0,0 1 0,0 0 0,0 0 0,0-1 0,1 1 0,-1 0 0,0 0 0,0-1 0,0 1 0,0 0 0,1 0 0,-1 0 0,0 0 0,0-1 0,0 1 0,1 0 0,-1 0 0,0 0 0,0 0 0,0 0 0,1 0 0,-1 0 0,0-1 0,1 1 0,10-9 0,-10 8 0,0 1 0,0-1 0,0 1 0,0-1 0,-1 0 0,1 1 0,0-1 0,0 0 0,-1 1 0,1-1 0,0 0 0,-1 0 0,1 0 0,-1 0 0,1 1 0,-1-1 0,1 0 0,-1 0 0,0 0 0,1 0 0,-1-1 0,5-26 0,-4 17 0,11-100 0,-3 12 0,8-15 0,45-235 0,-61 342-59,3-12 183,-4 19-143,0-1-1,0 1 1,0 0 0,0-1 0,0 1 0,-1-1 0,1 1-1,0 0 1,0-1 0,0 1 0,0-1 0,-1 1 0,1 0-1,0-1 1,0 1 0,-1 0 0,1-1 0,0 1-1,-1 0 1,1-1 0,0 1 0,-1 0 0,1 0 0,-1-1-1,1 1 1,0 0 0,-1 0 0,1 0 0,-1 0 0,1 0-1,-1 0 1,1-1 0,0 1 0,-1 0 0,1 0 0,-1 0-1,1 0 1,-1 1 0,-11-1-2175,-1 1-1,1 0 0,0 1 1,0 0-1,0 1 1,-12 4-1,-12 6-7964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36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1 4274,'0'0'11717,"-14"0"-10180,-43 0-30,42 0 3426,21 0-3641,503 14 3056,748-13-2160,-1192-3-1908,-123-1 411,55 30-2058,1-10-3744,-3-7-326,-2-5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40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216 40 608,'0'0'7118,"1"-5"-6424,2-3-383,4-19 7363,-6 32-6616,-1 10-1300,-11 5 423,-1 0 0,-1 0 0,0-1 0,-1-1 0,-22 21 0,-88 83 147,124-122-328,-1 0 1,1 0-1,0 0 0,0 1 0,-1-1 0,1 0 0,0 0 1,-1 1-1,1-1 0,0 0 0,0 1 0,0-1 0,-1 0 1,1 0-1,0 1 0,0-1 0,0 0 0,0 1 1,0-1-1,-1 1 0,1-1 0,0 0 0,0 1 0,0-1 1,0 0-1,0 1 0,0-1 0,0 0 0,0 1 0,1-1 1,-1 1-1,0-1 0,0 0 0,0 1 0,0-1 1,0 0-1,0 1 0,1-1 0,-1 0 0,0 0 0,0 1 1,1-1-1,-1 0 0,0 1 0,0-1 0,1 0 0,-1 0 1,0 0-1,1 1 0,-1-1 0,0 0 0,1 0 1,-1 0-1,0 0 0,1 0 0,-1 0 0,0 1 0,1-1 1,-1 0-1,0 0 0,1 0 0,-1 0 0,0 0 0,1 0 1,-1 0-1,1-1 0,-1 1 0,1 0 0,34 0 147,-28 0-95,311-24 1283,-177 9-410,-137 14-753,-3 1 243,-5 1-492,0 0 0,1-1 0,-1 1 0,1 0-1,0 1 1,-1-1 0,1 0 0,-5 4 0,-8 5-2901,4-6-5089,8-4 2995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41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5186,'0'0'4963,"-44"111"-2354,32-65-544,1 6-801,3-6-127,-3 4-353,7-10-656,-4 4 321,1 4-449,3-2-513,-2 4-783,-4 4-3442,1 1-3922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53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0 896,'0'0'3026,"73"21"-3058,-54-11-705,6-1-751,6-3 879,9-2 129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8:54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183 216 2625,'0'0'10055,"-26"0"-3748,13 1-5152,-39-2 1533,51 1-2615,-1-1 0,1 1 0,0 0 0,-1 0 0,1 0 0,0-1 0,0 1 0,0-1 0,-1 1 0,1-1 0,0 1 0,0-1 0,0 0 0,0 1 0,0-1 0,0 0 0,0 0 0,0 0 0,0 0 0,0 0 0,0 0 0,1 0 0,-1 0 0,0 0 0,1 0-1,-1 0 1,1-1 0,-1 1 0,1 0 0,0 0 0,-1-1 0,1-1 0,0 1-35,0-10 71,0 1 0,1-1 0,3-19 0,-3 26-105,1 1 1,0-1 0,0 1-1,0-1 1,0 1-1,1 0 1,-1 0-1,1 0 1,0 0-1,0 1 1,8-7-1,-5 4-9,0 1 0,1-1 0,0 1 0,0 1 0,0-1 0,0 1 0,1 1 0,-1-1-1,1 1 1,0 1 0,12-4 0,-19 20-80,-2-8 107,1 1 1,-1-1-1,-1 0 1,1 0 0,-1 0-1,-1 0 1,1 0-1,-1 0 1,0 0-1,0-1 1,-6 8 0,2-3 141,-1 1 0,-1-2 0,0 1 0,-20 15 0,28-24-98,-1 1 1,1-1-1,-1 0 1,0 1-1,1-1 1,-1 0-1,0 0 1,0 0-1,0-1 1,0 1-1,0 0 1,0-1-1,0 1 1,0-1-1,0 0 1,0 1-1,0-1 1,0 0-1,0 0 1,0 0-1,-3-1 0,4 0-14,-1 0 0,0 0-1,1 0 1,-1 0 0,1-1-1,-1 1 1,1 0 0,0-1-1,0 1 1,-1-1 0,1 1-1,0-1 1,0 0 0,0 1-1,1-1 1,-1 0 0,0 0-1,0-1 1,-2-11 138,0 1 1,1 0-1,1-1 1,0-24-1,1 37-189,1-1 0,-1 1 0,1 0 1,0 0-1,0-1 0,0 1 0,-1 0 0,1 0 0,0 0 0,0 0 0,0 0 0,1 0 1,-1 1-1,0-1 0,0 0 0,0 0 0,1 1 0,-1-1 0,0 1 0,1-1 0,-1 1 1,0 0-1,1-1 0,-1 1 0,1 0 0,-1 0 0,0 0 0,1 0 0,1 0 0,-1 0-3,1 0 0,-1-1-1,0 1 1,0 0 0,0 1-1,0-1 1,0 0 0,0 0-1,0 1 1,0-1 0,0 1-1,0 0 1,0 0 0,0-1-1,0 1 1,0 0 0,-1 1-1,1-1 1,0 0-1,2 3 1,-1 5 9,0 0 0,-1 1 0,0-1 0,0 0 0,-1 1 0,0-1 0,-1 0 0,-1 14 0,1-6 15,0-15-5,-1 0 0,1 0-1,0-1 1,0 1-1,-1 0 1,1 0 0,-1-1-1,0 1 1,1-1-1,-1 1 1,0 0 0,0-1-1,0 1 1,0-1-1,0 0 1,0 1 0,-1-1-1,1 0 1,0 0-1,-1 0 1,1 0 0,-1 0-1,1 0 1,-1 0-1,1 0 1,-1 0 0,0-1-1,1 1 1,-1-1-1,-3 1 1,-5 1 124,0 0-1,-1-1 1,1-1 0,-11 0 0,13 0-18,7 0-109,0-1-1,-1 1 1,1-1-1,0 0 0,0 1 1,0-1-1,1 0 1,-1 1-1,0-1 0,0 0 1,0 0-1,0 0 0,1 0 1,-1 0-1,0 0 1,1 0-1,-1 0 0,1 0 1,-1 0-1,1-1 1,0 1-1,-1 0 0,1 0 1,0 0-1,0 0 1,0-1-1,0 1 0,0 0 1,0 0-1,0 0 0,1-2 1,3-43 67,-2 40-86,1 0 0,0 0 0,0 0 0,0 1 0,1-1 0,0 1 0,0 0 0,0 0 0,1 0-1,0 1 1,0 0 0,0 0 0,7-5 0,2 0 1,0 0-1,1 1 1,0 0-1,16-5 1,-21 10 1,-1 0 1,1 1 0,0 0-1,0 1 1,0 0 0,17 1 0,-25 0 2,-1 0-1,0 0 1,1 0 0,-1 1 0,0-1 0,1 0 0,-1 1 0,0-1 0,1 1 0,-1-1 0,0 1 0,0 0-1,0-1 1,0 1 0,1 0 0,-1 0 0,0 0 0,0 0 0,0 0 0,-1 0 0,1 0 0,0 0 0,1 2 0,-1 1-2,1-1 1,-1 1-1,0-1 1,1 1-1,-2 0 1,1 0 0,0-1-1,-1 8 1,1-4 13,-1-1 0,-1 0-1,1 1 1,-1-1 0,0 0 0,-1 0 0,0 1 0,0-1 0,0 0 0,0-1 0,-4 8 0,0-7 28,1 1 0,-1-1 0,0 0 0,-1 0 0,1-1 0,-1 0 0,0 0 0,-1 0 0,1-1 0,-1 0 0,1-1 0,-1 0 0,-1 0 0,1 0 0,0-1 0,0-1 0,-16 2 0,24-4-40,-1 0 0,0 0 0,0 0 0,0 0 0,1-1 0,-1 1 0,1 0 0,-1-1 0,1 1 0,-1 0 0,1-1 0,0 1 0,0 0 0,-1-1 0,1 1 0,0 0 0,0-1 0,1 1 0,-1-1 0,0-1 0,4-34 0,-2 32 0,1 0 0,-1 1 0,1-1 0,0 0 0,0 1 0,1 0 0,-1 0 0,1 0 0,0 0 0,0 0 0,0 1 0,1 0 0,-1 0 0,9-4 0,-6 3 0,0 1 0,1-1 0,0 1 0,0 1 0,0-1 0,0 2 0,0-1 0,16 0 0,-23 3 0,-1 0 0,1 1 0,-1-1 0,0 1 0,1-1 0,-1 1 0,0-1 0,0 1 0,0-1 0,0 1 0,0-1 0,-1 1 0,1-1 0,0 1 0,-1-1 0,1 1 0,-1-1 0,1 0 0,-1 1 0,0-1 0,-1 2 0,-10 6 0,-1 0 0,-1-1 0,0-1 0,-19 8 0,19-9 0,-4-1 68,14-5-4036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9:01.7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1 721 2545,'0'0'10840,"2"-9"-10189,11 1-630,-1 1-1,2 0 1,-1 0 0,1 2-1,0-1 1,19-3 0,-7 1 31,138-41 326,2 7 0,185-21-1,347-10 65,-665 70-381,113-10 127,864-79 257,-5-44 125,-427 26 1079,-392 72-516,-111 25-824,2 2-1,0 4 0,79 3 0,-153 3-306,-1 1-1,0 0 1,1 0-1,-1 0 1,0 1-1,1-1 1,-1 1 0,0-1-1,0 1 1,1 0-1,-1-1 1,0 1 0,0 0-1,0 1 1,0-1-1,0 0 1,0 1-1,0-1 1,-1 1 0,1-1-1,0 1 1,1 3-1,-1-1 15,0 1-1,-1-1 0,1 1 1,-1 0-1,0 0 0,-1 0 1,1-1-1,-1 1 0,0 8 0,-2 3 147,0-1-1,-1 0 0,0 0 1,-1 0-1,-1 0 1,-1-1-1,-9 19 0,-4 14 53,-120 428 1347,94-303-1068,-177 582 430,-197 435-240,225-549-694,53-155 271,111-391-169,-132 391 252,58-141-288,24 6 28,-3 16-2,-66 89-10,86-279 10,49-132-48,3 0 0,2 0 0,1 1 0,-2 53 0,8 186-29,4-152-5,-2-113 13,1 32-40,-2 0 0,-2 0 0,-3 0 0,-13 57 0,-25 81 215,9-35-123,20-100-24,3 1 0,3 0 0,-5 107 0,14 142 0,-1-287 42,-1 0-1,-1 0 1,-9 32-1,-4 25 420,9-24-441,1-5 8,-2 57-1,8-29-1244,8-86-2619,-5-5 8,-2 0 1,0-20-1,-1 11-3698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9:02.1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0 480,'0'0'16490,"12"11"-14859,161 120 2389,-156-116-3652,0 0-1,-1 1 1,-1 0 0,-1 2-1,17 24 1,-2 3 352,24 53 1,-51-95-770,-1-1 0,0 0 0,1 0 1,0 0-1,-1 0 0,1 0 0,0-1 0,0 1 0,0 0 0,0-1 0,0 0 1,0 1-1,1-1 0,-1 0 0,0 0 0,1 0 0,-1 0 0,1-1 0,4 2 1,3-1-1905,1 0 1,0 0 0,15-2 0,-5 0-4207,-8 1 1111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59:02.4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527 1 5923,'0'0'16631,"-16"5"-15113,3 0-1188,3-3-135,1 2-1,-1-1 0,1 1 1,0 0-1,1 1 0,-1 0 0,1 1 1,0 0-1,-10 9 0,-291 312 4929,301-318-5099,-4 5-53,0 0 0,0 0 0,2 1 0,0 0 0,-16 32 0,25-42-285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3121,'0'0'24113,"5"12"-23163,61 132-32,-16-38-663,-46-98-254,-3-6-3,1 0 1,-1 1 0,0-1 0,0 1-1,-1-1 1,1 1 0,-1 0 0,1-1 0,-1 1-1,0 4 1,0-6-79,-1-2 23,-1 1 0,0-1 0,0 0 0,1 0 0,-1 0 1,1-1-1,-1 1 0,1 0 0,-1 0 0,1-1 0,0 1 0,0-1 0,0 1 0,0-1 0,0 0 0,-2-3 0,2 3-34,-2-4 4,0-1 1,0 1-1,1-1 0,0 0 1,0 0-1,0 1 0,1-1 1,0 0-1,1 0 0,-1-1 1,1 1-1,1 0 0,-1 0 1,1 0-1,1 0 0,-1 0 1,1 1-1,0-1 0,1 0 1,-1 1-1,1-1 0,7-9 1,-4 5 13,1 1 1,0 0-1,0 1 1,1-1 0,0 2-1,1-1 1,0 1-1,1 0 1,-1 1-1,1 0 1,1 1 0,15-8-1,-22 12 72,0 0 0,0 1 0,1 0 0,-1-1 0,0 1 0,1 1 0,-1-1 0,0 1-1,1-1 1,-1 1 0,1 0 0,-1 1 0,1-1 0,5 3 0,-7-2 13,0 0 0,0 1 0,0-1-1,-1 1 1,1 0 0,-1 0 0,1 0 0,-1 0 0,0 0 0,1 1 0,-1-1 0,-1 1-1,1-1 1,0 1 0,-1 0 0,1 0 0,-1 0 0,0-1 0,2 7 0,2 5 116,-1 1 1,-1-1-1,0 1 1,-1 0-1,1 22 1,-3-37-108,1 0-46,-1-1 6,1 1 0,0-1 0,-1 1 0,1-1-1,0 0 1,-1 1 0,1-1 0,-1 0-1,1 0 1,-1 0 0,1 1 0,-1-1 0,0 0-1,1 0 1,-1 0 0,0 0 0,0 0 0,1-1-1,0-2-46,5-8 45,0 0 0,1 1 1,0 0-1,0 0 0,2 1 1,-1-1-1,1 2 0,1-1 1,-1 1-1,2 1 0,-1 0 1,1 0-1,0 1 0,1 1 1,0 0-1,0 0 0,0 1 1,1 1-1,16-5 0,-27 9 37,0 0 0,-1 0 0,1 0 0,0 0 0,0 0-1,-1 1 1,1-1 0,0 1 0,-1-1 0,1 1 0,-1-1 0,1 1-1,0 0 1,-1 0 0,1-1 0,-1 1 0,0 0 0,1 1 0,-1-1-1,0 0 1,0 0 0,1 1 0,-1-1 0,0 0 0,0 1-1,-1-1 1,1 1 0,0-1 0,0 1 0,-1-1 0,1 1 0,-1 0-1,1 2 1,3 10 152,0 0-1,-1 0 0,2 16 1,-3-12 56,4 13 39,11 37 0,-16-66-383,-1-1 1,1 0-1,-1 1 1,1-1 0,0 0-1,0 0 1,-1 0-1,1 1 1,0-1 0,0 0-1,0 0 1,0 0-1,0-1 1,1 1 0,-1 0-1,2 1 1,8 2-5495,1-3-4449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11221,'0'0'12982,"48"31"-12710,-37-22-192,1-5-48,-3 2-32,1 3-432,7-3-1041,2-4-1264,6-2-528,4 0-2562,-2 0-1216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1 400,'0'0'20714,"-92"123"-19146,62-71-127,-1 5-368,0-3-529,-1-4-464,5-2-80,2-8-256,4-7-1089,4 1-1408,1-9-1217,1-8-2369,5-9-2017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8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15 10325,'0'0'8942,"-25"-2"-5647,-3-2-2530,5 0-249,0 2-1,-1 0 1,1 1 0,-43 5-1,44 0-108,1 0-1,-1 1 1,-23 10 0,34-11-320,-1 1 0,2 1 0,-1-1 0,0 2 0,1-1 1,0 1-1,-11 11 0,19-16-112,-1 1 1,1-1-1,0 0 1,0 1-1,1-1 0,-1 1 1,1-1-1,-1 1 1,1 0-1,0 0 0,0-1 1,0 1-1,0 0 1,0 0-1,1 0 0,-1 0 1,1 0-1,0 0 1,0 0-1,0 1 1,0-1-1,1 0 0,-1 0 1,2 3-1,0-1-122,0 0 0,0 0 1,0-1-1,1 1 0,0-1 0,0 0 0,0 0 0,1 0 1,-1 0-1,1 0 0,0-1 0,0 0 0,5 3 0,32 20-661,1-3 0,47 19 0,-54-27 350,-1 1-1,-1 1 1,0 2-1,42 33 1,-72-50 448,0 1 0,-1-1 1,1 1-1,-1-1 0,0 1 1,0 0-1,0 0 0,0 0 1,0 0-1,-1 0 1,1 0-1,-1 1 0,0-1 1,0 0-1,0 1 0,0-1 1,-1 1-1,1 4 0,-1-5 88,0 0 0,-1 0 0,0 0-1,1 0 1,-1-1 0,0 1-1,0 0 1,-1 0 0,1-1-1,0 1 1,-1 0 0,0-1 0,1 0-1,-1 1 1,0-1 0,0 0-1,-1 0 1,1 0 0,0 0-1,-5 2 1,-18 11 1083,-1-2-1,0-1 0,-40 12 1,36-13-677,0 0 1,-41 24 0,69-34-1466,6-4-1501,11-9-777,-1 0 0,19-24 0,16-18-4700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11989,'0'0'12134,"-42"140"-9141,21-67-1072,6 2-224,3 1-304,1-9-849,11-7-448,0-12-96,0-8-160,0-11-672,0-8-593,0-6-736,0-9-1089,-16-6-8579,3-17 3185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3282,'0'0'6725,"24"-1"-1682,361-2 6076,-309 5-10231,-42 0-663,0-2 0,1-1-1,-1-1 1,45-9 0,-78 10-142,-6 1-21,-17 0 215,-43 5 0,59-4-273,-1 1 0,1-1 0,0 1 0,0 0 0,0 1 0,0-1 0,0 1 0,0 0 0,1 1 0,-1-1 0,-5 6 0,10-8-30,0 0-1,-1 0 1,1 0 0,0 0 0,0 1 0,0-1-1,0 0 1,0 0 0,0 1 0,1-1-1,-1 1 1,0-1 0,1 1 0,-1-1 0,1 1-1,-1-1 1,1 1 0,0-1 0,0 1-1,0 0 1,0 2 0,0-3-36,1 0-1,-1 0 1,0 0 0,1 0-1,0 0 1,-1 0 0,1 0-1,-1-1 1,1 1-1,0 0 1,0 0 0,-1-1-1,1 1 1,0 0 0,0-1-1,0 1 1,0-1 0,0 1-1,0-1 1,0 1 0,0-1-1,0 0 1,0 0 0,0 1-1,0-1 1,0 0 0,0 0-1,2 0 1,106 0 1158,-106 0-1102,-1 1-1,1-1 1,-1 1-1,1-1 1,0 1-1,-1 0 0,1 0 1,-1 0-1,0 0 1,4 3-1,3 2-560,0 0 0,1-1-1,-1 0 1,1 0-1,16 4 1,-13-6-1474,-1 0 0,1-2 0,0 1 0,18-1 0,5-1-3801,1 0-801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 4930,'0'0'18982,"-13"-2"-17330,5 0-1330,5 1-234,1 0-1,-1 1 1,0-1-1,0 0 1,0 1 0,0 0-1,0-1 1,0 1 0,0 0-1,0 1 1,0-1 0,0 0-1,0 1 1,0 0-1,0 0 1,0 0 0,0 0-1,0 0 1,1 0 0,-1 1-1,0-1 1,1 1 0,-1 0-1,-3 3 1,2 1-27,0 0 0,0 0 1,0 0-1,1 1 0,-1-1 0,2 1 0,-1 0 1,1 0-1,0 0 0,0 0 0,1 0 1,0 0-1,0 1 0,1-1 0,0 0 0,0 1 1,1-1-1,1 8 0,-2-12-109,1-1 1,0 1-1,0 0 0,0 0 0,1-1 1,-1 1-1,1-1 0,-1 1 1,1-1-1,0 0 0,0 0 1,0 1-1,0-1 0,0 0 0,1-1 1,-1 1-1,0 0 0,1-1 1,0 1-1,-1-1 0,1 0 0,0 0 1,-1 0-1,1 0 0,5 0 1,8 2-700,0 0 0,0-1 0,22-1 1,-35-1 619,11 1-927,1-2 0,-1 1 1,0-2-1,0 0 0,0 0 0,-1-1 0,22-8 1,32-25-6535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12454,'0'0'11237,"-19"13"-8948,7-6-1990,4-3-116,1 1 0,-1 0 0,1 0 0,0 0 1,0 1-1,1 0 0,-1 1 0,1-1 0,1 1 0,-1 0 0,1 1 0,1-1 1,-1 1-1,1 0 0,1 0 0,-6 18 0,-6 54 940,4 0 0,-1 107 1,-14 97-1119,8-219-5,12-45 0,5-16 0,2-6 0,22-31-797,0 1 0,3 1 0,0 0 0,35-28 1,-43 40 197,-3 4 8,64-59-1825,-70 67 2147,-1 0-1,2 1 1,-1 0-1,1 1 1,0 0-1,0 0 1,15-4-1,-24 9 275,0-1 0,0 1 0,0 0 0,0-1 0,0 1 0,-1 0 0,1 0 0,0 0 0,0 0 0,0 0 0,0 0 0,0 0 0,0 0 0,0 0 0,0 0 0,0 0 0,0 1 0,-1-1 0,1 0 0,0 1 0,0-1-1,0 0 1,0 1 0,-1-1 0,2 2 0,-2-1 48,1 0-1,-1 0 1,0-1-1,1 1 1,-1 0-1,0 0 1,0 0-1,0 1 1,0-1-1,0 0 1,0 0-1,0 0 1,0 0-1,0 0 1,0 0-1,-1 0 1,1 0-1,-1 1 1,-1 3 184,0-1 0,0 1 1,0 0-1,-1-1 0,0 0 1,0 0-1,0 0 1,-5 5-1,-4 0 361,-1-1-1,0 0 1,0-1-1,-23 9 1,-33 17 1029,64-30-1495,0 1 0,0-1-1,0 1 1,1 0 0,-1 0 0,1 1 0,0-1 0,0 1 0,-5 10-1,6-11-102,1 1 0,0-1-1,1 1 1,-1 0 0,1-1-1,0 1 1,0 0-1,0 0 1,1 0 0,0 0-1,0 0 1,0 0-1,1 0 1,-1 0 0,1-1-1,0 1 1,1 0 0,-1 0-1,4 8 1,0-5-31,-1 0-1,1 0 1,1 0 0,-1 0-1,1-1 1,1 1 0,0-2 0,-1 1-1,10 6 1,2 0-308,1-2 1,0 1-1,1-2 1,21 8-1,1-3-2928,-2-4-3331,-21-8-3478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11125,'0'0'12702,"-7"28"-11128,3-7-1202,-8 28 749,3 1 0,-4 67 0,10-19 89,5 1 1,24 174-1,-2-100-3005,-22-192-13506,-2-21 5697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246 355 7924,'0'0'6058,"19"-6"-2515,-18 6-3482,37-12 1209,1 1 0,48-6 0,509-73 2338,-6-35-3785,-474 90-239,-77 22 511,0 1 0,1 2 0,0 1 0,80-6 0,-118 15-68,-1 0-1,1 0 0,-1 0 1,1 1-1,-1-1 1,0 0-1,1 1 1,-1-1-1,1 1 1,-1-1-1,0 1 0,1 0 1,-1-1-1,0 1 1,0 0-1,0 0 1,0 0-1,0 0 1,0 0-1,0 0 1,0 0-1,0 0 0,0 1 1,0-1-1,0 0 1,-1 0-1,1 1 1,0 2-1,1 3 143,0 1-1,-1-1 1,0 1-1,0 12 1,0-6 139,6 179 2683,10 104-499,6-140-2039,-4-33-440,4 134 1,-22-229-14,-2-11 0,2 0 0,0 0 0,6 26 0,-8-43 0,0-1 0,-1 1 0,1-1 0,0 1 0,0-1 0,0 0 0,0 0 0,0 0 0,0 1 0,-1-1 0,1 0 0,0 0 0,0 0 0,-2-1 0,1 1 0,-39-2-75,-64-12 1,-12-1-343,-1026-8 279,958 32 490,-204 35 0,365-40-352,13-3 0,0 1 0,0 0 0,0 0 0,1 1 0,-1 0 0,1 1 0,0 0 0,-17 10 0,26-13 0,0 0 0,0-1 0,0 1 0,0 0 0,0 0 0,1-1 0,-1 1 0,0 0 0,0 0 0,1 0 0,-1 0 0,1 0 0,-1 0 0,1 0 0,-1 2 0,1-3 0,0 1 0,0-1 0,0 1 0,0-1 0,0 0 0,0 1 0,0-1 0,0 1 0,0-1 0,0 1 0,1-1 0,-1 1 0,0-1 0,0 1 0,1-1 0,-1 0 0,0 1 0,0-1 0,1 1 0,-1-1 0,1 0 0,-1 1 0,1-1 0,2 2 0,0 0 0,0-1 0,0 0 0,0 0 0,0 0 0,0 0 0,6 1 0,27 2-224,1-1 0,56-3 0,-38 0-1561,-46 0 973,0 0 0,-1 0 0,1-1-1,-1 0 1,0-1 0,1 1 0,-1-2 0,0 1 0,8-4 0,14-16-7547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6 1169,'0'0'14243,"0"5"-11479,0-2-2393,0-1 0,0 1 1,0 0-1,0-1 0,-1 1 0,1 0 0,-1-1 0,1 1 0,-1-1 0,0 1 0,0-1 0,0 1 0,-1-1 0,1 0 0,0 0 0,-1 1 1,0-1-1,1 0 0,-1 0 0,0-1 0,0 1 0,0 0 0,0-1 0,0 1 0,-1-1 0,1 1 0,0-1 0,-1 0 0,1 0 1,-1 0-1,1 0 0,-1-1 0,-4 1 0,6-1-351,0-1 0,0 1-1,0-1 1,1 0 0,-1 1 0,0-1 0,0 0 0,0 0 0,1 0-1,-1 0 1,0 0 0,1 0 0,-1 0 0,1 0 0,-1 0 0,1 0 0,0 0-1,-1 0 1,1 0 0,0 0 0,0 0 0,-1 0 0,1 0 0,0 0 0,1-2-1,-2 0-17,1 0-1,-1 0 1,1 1-1,0-1 1,1 0-1,-1 0 0,0 0 1,1 0-1,1-4 1,-1 5-8,1 0-1,0 1 1,0-1 0,0 1 0,0-1 0,1 1 0,-1 0 0,0 0 0,0 0-1,1 0 1,-1 0 0,1 0 0,-1 1 0,1-1 0,-1 1 0,1 0 0,-1-1-1,4 1 1,47 3-141,-51-3 144,0 0 0,0 1 0,0-1 0,0 1 0,-1 0 0,1-1 0,0 1 0,0 0 1,-1 0-1,1 0 0,-1 0 0,1 0 0,-1 1 0,1-1 0,-1 0 0,0 1 0,0-1 1,1 1-1,-1-1 0,0 1 0,0-1 0,1 5 0,-1-3 6,0 0-1,0 0 0,0 1 1,0-1-1,-1 1 1,1-1-1,-1 1 1,0-1-1,0 1 0,0-1 1,-2 6-1,2-8 28,-1 0-1,0 1 0,0-1 1,0 0-1,0 0 1,0 0-1,0 0 0,0 0 1,0 0-1,0 0 1,0 0-1,0 0 0,-1-1 1,1 1-1,0 0 1,-1-1-1,1 1 0,-1-1 1,1 1-1,0-1 1,-1 0-1,1 0 0,-4 1 1,-36 1 702,39-2-689,-4 0 37,2 1-59,1-1 1,-1 0 0,1 0-1,-1-1 1,0 1 0,1-1-1,-1 0 1,-4-1 0,7 1-23,0 0 1,0 0-1,0 0 1,0 0-1,0 0 1,0 0 0,0 0-1,0 0 1,0-1-1,1 1 1,-1 0-1,1-1 1,-1 1 0,1 0-1,-1-1 1,1 1-1,-1 0 1,1-1 0,0 1-1,0-1 1,0 1-1,0-1 1,0 1-1,0-2 1,0 0 0,0 0 0,0 0 0,0 0 0,1 0 0,-1 0 0,1 0 0,-1 1 0,1-1 0,0 0 0,0 0 0,0 1 0,3-5 0,-2 5 0,-1 0 0,1 1 0,0 0 0,0-1 0,-1 1 0,1 0 0,0 0 0,0 0 0,0 0 0,1 0 0,-1 0 0,0 1 0,0-1 0,0 1 0,0-1 0,1 1 0,2 0 0,9-2 0,1 1 0,0 1 0,-1 0 0,19 4 0,-30-4 0,-1 0 0,1 0 0,-1 1 0,1-1 0,-1 1 0,1 0 0,-1 0 0,0 0 0,1 0 0,-1 0 0,0 0 0,0 1 0,0-1 0,0 1 0,0-1 0,0 1 0,0 0 0,0 0 0,-1 0 0,1 0 0,-1 0 0,1 0 0,-1 0 0,0 0 0,0 1 0,0-1 0,0 1 0,0-1 0,-1 0 0,1 1 0,-1-1 0,1 5 0,-1-6 0,-1 1 0,1-1 0,0 0 0,-1 0 0,1 0 0,-1 0 0,1 0 0,-1 0 0,0 0 0,1 0 0,-1 0 0,0 0 0,0-1 0,0 1 0,0 0 0,1 0 0,-1-1 0,0 1 0,0-1 0,0 1 0,0-1 0,-1 1 0,1-1 0,0 1 0,0-1 0,0 0 0,0 0 0,0 1 0,-3-1 0,-40 3 0,35-3 0,-5 1 0,-23 1 0,33-4 0,23-2 0,3-1-208,5 0-1830,-6 0-3191,6-3-3543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44 1873,'0'0'13358,"5"-7"-12112,2-1-875,15-21 5074,-20 37-4138,-1 10-1646,-1 484 2033,-4-438-1777,-2 0 0,-4-1-1,-17 62 1,1-3-1814,19-100-326,6-22 2102,1 0-1,0 0 1,-1 0 0,1 0-1,0 0 1,0 0 0,-1 0-1,1-1 1,0 1-1,-1 0 1,1 0 0,0 0-1,0 0 1,-1 0 0,1 0-1,0 0 1,0-1-1,-1 1 1,1 0 0,0 0-1,0 0 1,-1-1 0,1 1-1,0 0 1,0 0 0,0-1-1,0 1 1,0 0-1,-1 0 1,1-1 0,0 1-1,0 0 1,0 0 0,0-1-1,0 1 1,0-1-1,-10-42-5514,8-9 1450,-2-15-626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3650,'0'0'1811,"20"-11"548,70-36 324,-82 44-2296,-1-1 0,1 1-1,0 0 1,0 1-1,1-1 1,-1 2-1,0-1 1,1 1-1,-1 1 1,1-1-1,11 2 1,4 0 758,-20-1-990,1 1 0,0-1 0,-1 1 0,1 1 0,-1-1 0,0 0 0,1 1 0,-1 0 0,0 0 0,0 1 0,0-1 0,0 1 0,-1-1 0,1 1 0,-1 0 0,1 1 0,-1-1 0,0 1 0,0-1 0,-1 1 0,1 0 0,-1 0 0,0 0 0,0 0 0,0 0 0,0 1 0,-1-1 0,0 0 0,2 8 0,-2-6-61,1 1 1,-1 0 0,0-1-1,-1 1 1,1 0-1,-1 0 1,-1 0 0,1-1-1,-1 1 1,0 0-1,-1-1 1,0 1 0,0 0-1,0-1 1,-1 0 0,0 0-1,0 0 1,0 0-1,-9 11 1,2-7-72,-1-1 0,0 0 0,0-1 0,0 0 0,-1-1 0,0 0-1,-1 0 1,0-2 0,0 1 0,0-2 0,0 0 0,-1 0 0,0-1 0,0-1 0,1 0 0,-21-1 0,33-1-248,1 0 1,-1-1-1,1 1 1,-1 0 0,1 0-1,0-1 1,-1 1-1,1 0 1,-1-1 0,1 1-1,0 0 1,-1-1 0,1 1-1,0-1 1,-1 1-1,1 0 1,0-1 0,0 1-1,0-1 1,-1 1-1,1-1 1,0 1 0,0-1-1,0 1 1,0-1-1,0 1 1,0-1 0,0 1-1,0-1 1,0 1-1,0-1 1,0 1 0,0-1-1,0 0 1,0 0-194,0 0-1,1 0 1,-1 0 0,0 0 0,0 0-1,0 0 1,1 0 0,-1 0 0,1 0-1,-1 0 1,1 0 0,-1 0 0,1 0-1,-1 0 1,1 1 0,0-1 0,-1 0-1,1 0 1,0 1 0,1-2 0,22-5-5172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1425,'0'0'17424,"6"-4"-15517,11-6-702,-16 10-1153,-1 0 0,0 0 0,1 0-1,-1 0 1,0 0 0,1 0 0,-1 0-1,0 0 1,1 0 0,-1 0 0,0 0 0,1 0-1,-1 1 1,0-1 0,0 0 0,1 0-1,-1 0 1,0 0 0,1 1 0,-1-1-1,0 0 1,0 0 0,1 0 0,-1 1-1,0-1 1,0 0 0,0 1 0,1-1-1,-1 1 1,1 3 311,0 1 0,0 0 0,0-1 0,-1 1 1,0 0-1,0 7 0,0 1-154,0 103 1552,-1-114-1763,1 0-1,1 0 1,-1 0-1,0-1 1,0 1-1,1 0 1,0 0 0,-1 0-1,1 0 1,0 0-1,0 0 1,-1-1-1,2 1 1,-1 0-1,0-1 1,0 1-1,0 0 1,1-1 0,2 3-1,-1-2-58,0 0-1,0-1 1,1 1 0,-1 0-1,0-1 1,1 0 0,-1 0 0,1 0-1,-1-1 1,6 1 0,1 0-145,-1-1 1,1 0-1,-1-1 1,1 0 0,-1-1-1,1 0 1,16-6 0,-14 3 76,-2-1 0,1-1 0,-1 1 1,0-2-1,0 1 0,-1-2 0,0 1 0,0-1 1,-1 0-1,9-14 0,-17 23 230,1 0 0,-1 0 0,1 0 0,0 0 0,-1 0 0,1 0 0,-1 0 0,1 0 0,-1 0 0,1 0 0,0 0 0,-1 0 0,1 0 0,-1 0 0,1 0 0,-1 1 0,1-1 0,-1 0 0,1 0 0,-1 1 0,1-1-1,-1 0 1,1 1 0,-1-1 0,1 0 0,-1 1 0,0-1 0,1 1 0,-1-1 0,0 1 0,1-1 0,-1 1 0,0-1 0,1 2 0,23 28-802,-8-8-336,21 8-3059,-33-28 3031,0 0 0,0 0-1,0 0 1,0 0 0,0-1-1,1 0 1,-1 1-1,6-1 1,10 0-5159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2353,'0'0'15471,"-11"0"-13873,-6 1-1052,0 1-1,1 1 0,-1 0 1,1 1-1,0 0 1,-17 8-1,22-7-294,4-3-47,0 1 0,0 0 1,0 1-1,1 0 0,-10 7 0,15-10-212,-1 0-1,1 0 1,1 0-1,-1 0 1,0 0 0,0 0-1,0 0 1,0 0 0,1 1-1,-1-1 1,0 0-1,1 1 1,0-1 0,-1 0-1,1 1 1,0-1-1,-1 0 1,1 1 0,0-1-1,0 1 1,0-1 0,0 1-1,0-1 1,1 0-1,-1 1 1,0-1 0,1 0-1,-1 1 1,1-1-1,-1 0 1,1 1 0,0-1-1,-1 0 1,1 0 0,0 0-1,2 2 1,20 28-524,-9-14 172,22 38 0,-32-48 130,-1 0 0,0 1 0,0-1 0,0 1 0,-1-1 0,-1 1 0,1-1 1,-1 1-1,0 12 0,-5-19 151,0 0 1,0-1 0,0 1-1,0-1 1,0 0-1,-7 0 1,7-1-152,3 1 115,0 0 1,0 0 0,0 0-1,0 0 1,0 0-1,0 0 1,-1-1-1,1 1 1,0 0 0,0-1-1,0 1 1,0-1-1,1 1 1,-1-1-1,0 0 1,0 1 0,0-1-1,0 0 1,1 0-1,-1 1 1,0-1-1,0 0 1,1 0 0,-1 0-1,1 0 1,-1 0-1,1 0 1,-1 0-1,1 0 1,0 0 0,0 0-1,-1 0 1,1 0-1,0 0 1,0 0-1,0 0 1,0-1 0,0 1-1,0 0 1,0 0-1,1 0 1,-1-2-1,1-2-255,0 1 0,0-1 1,1 0-1,-1 0 0,1 1 0,0-1 0,0 1 0,1 0 0,3-6 0,22-23-2758,48-43 0,-41 44 1887,38-37-829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6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20 1553,'0'0'17586,"-10"-6"-16137,8 5-1386,0-1 0,-1 1 0,1 0 0,0-1 0,-1 1 0,1 0 0,-1 0 0,1 0 1,-1 1-1,1-1 0,-1 1 0,0-1 0,1 1 0,-1 0 0,1 0 0,-1 0 0,0 0 0,1 1 0,-1-1 0,0 1 0,1-1 0,-1 1 0,1 0 0,-1 0 0,1 0 0,-1 0 0,1 1 0,0-1 0,0 1 1,0-1-1,-1 1 0,2 0 0,-1 0 0,0-1 0,0 2 0,0-1 0,-1 2 0,-14 18 332,1 1 0,1 0 0,1 2 0,1-1 0,2 1 0,0 1 1,1 0-1,-10 47 0,4 4 209,-11 142 1,22-23-624,5-196-53,2-6-312,3-5 376,2 0-1,0 1 1,0-1 0,1 1 0,10-10-1,11-15 99,-28 34-31,-1 1 0,1-1 0,-1 0 0,1 1 0,-1-1 1,1 1-1,-1-1 0,1 1 0,0-1 0,-1 1 0,1 0 0,0-1 0,0 1 0,-1 0 1,1-1-1,0 1 0,0 0 0,0 0 0,-1 0 0,1 0 0,0 0 0,0 0 0,0 0 1,-1 0-1,1 0 0,0 0 0,0 0 0,0 0 0,-1 0 0,1 1 0,0-1 0,0 0 1,-1 1-1,1-1 0,0 1 0,-1-1 0,2 1 0,24 24-706,-16-14 438,-4-6-598,1 1 0,0-1-1,0-1 1,0 1 0,1-1 0,9 4 0,-10-5-915,0-1 1,0 0 0,0-1-1,11 2 1,21-2-8340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2 2225,'-1'-1'16073,"0"1"-16047,1 0 0,-1 0-1,0 0 1,1 0 0,-1 0 0,0 0 0,1 0-1,-1 0 1,0 0 0,1 0 0,-1 0 0,0 0-1,1 0 1,-1 0 0,0 1 0,1-1 0,-1 0-1,0 1 1,1-1 0,-1 0 0,1 1-1,-2 0 1,-19 14 565,0 2 0,1 0-1,0 1 1,1 1-1,2 1 1,0 0 0,-26 42-1,34-46-486,1 1 0,1-1 0,1 1 0,1 1 0,0-1 0,1 1 0,1 0 1,0 0-1,2 0 0,0 36 0,2-44-84,0 1-1,1-1 1,0 0 0,0 1 0,1-1 0,0 0 0,1-1 0,0 1 0,1-1 0,0 1-1,0-1 1,13 15 0,-10-14-28,0-1 0,0 0 0,1 0-1,1-1 1,0 0 0,0 0 0,0-1-1,1-1 1,0 1 0,19 7 0,-25-13-124,0 1 0,0-1 0,0 1 1,0-1-1,1-1 0,-1 1 0,0-1 1,0 0-1,0 0 0,1 0 0,5-2 0,-7 1-449,1 0 0,-1-1-1,0 0 1,1 0-1,-1 0 1,0-1-1,0 1 1,0-1-1,-1 0 1,1 0-1,-1 0 1,5-5 0,11-15-4979,-3-2-1115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29 3073,'0'0'18113,"3"-6"-15910,6-11-655,-3 11-119,-7 18-262,-2-2-898,0 0 0,-1-1 0,0 1 0,-1-1 0,0 0 0,-7 10 0,7-13-250,1 1 0,0-1 0,0 1 0,0-1 0,1 1 0,0 0 0,0 0 0,1 1 0,0-1 0,0 0 0,1 1 0,0-1 0,0 1 1,1 10-1,1-16-68,-1 1 1,1-1-1,0 0 1,1 0-1,-1 0 1,0 1-1,1-1 1,-1 0-1,1-1 1,-1 1-1,1 0 1,0 0-1,0-1 1,0 1 0,0-1-1,0 1 1,0-1-1,0 0 1,0 0-1,4 1 1,52 18-877,-48-17 632,0-1 27,-6-1 88,1 1 0,-1-1 0,1 0 1,-1 1-1,1 0 0,5 4 0,-9-6 181,-1 1 0,1 0 0,0-1 0,-1 1 0,1 0-1,-1-1 1,1 1 0,-1 0 0,1 0 0,-1 0 0,1-1 0,-1 1 0,0 0-1,0 0 1,1 0 0,-1 0 0,0 0 0,0 0 0,0 0 0,0 0 0,0 0 0,0-1-1,0 1 1,0 0 0,0 0 0,-1 0 0,1 0 0,0 0 0,-1 0 0,1 0-1,0-1 1,-1 1 0,1 0 0,-1 0 0,1-1 0,-1 1 0,0 0 0,1 0 0,-1-1-1,-1 2 1,-4 5 215,-1 0 0,0-1 0,-1 1 0,0-2 0,0 1 0,-15 8 0,-61 25 470,49-24-866,-3-3-1681,10-9-5414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2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9284,'0'0'15127,"85"52"-14150,-49-33-113,1-2-192,5-5-400,-2 1-272,-9-7 0,-8-2-784,-6-2-913,-9-2-1600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5715,'0'0'14745,"18"14"-12931,-5-3-1405,-7-7-260,1 0 0,-1 1 1,0 0-1,-1 0 1,1 0-1,-1 1 0,0 0 1,-1 0-1,1 0 0,-1 0 1,0 1-1,-1 0 1,0 0-1,0 0 0,0 0 1,-1 0-1,3 12 1,2 37 911,-3-1 1,-1 1-1,-7 60 1,1-86-847,-1 0 0,-1 0 0,-2-1-1,-1 0 1,-2 0 0,0-1 0,-21 37 0,17-39-77,-1-1 0,-1-1 1,-2 0-1,-30 32 0,33-41-163,0-2 1,0 0-1,-1-1 0,-1 0 1,0-2-1,-1 0 0,-28 12 1,44-21-839,-11 4-1388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209 344 13488,'-208'-83'0,"398"-34"0,-380 234 0,3194-378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151 138 112,'0'0'8022,"0"-12"-6378,1-26-545,2-50 6320,-7 139-3429,-12 26-2902,-1 2-454,-12 257 1081,27 4-655,3-186-695,-1-122-308,-5 40 0,4-63-101,-1 0-1,0 0 1,0-1-1,-1 1 1,0 0-1,0-1 1,-1 1 0,0-1-1,-7 10 1,11-18-79,-1 1 0,1-1 0,0 1 1,0-1-1,-1 1 0,1-1 0,0 0 1,-1 1-1,1-1 0,0 1 0,-1-1 1,1 0-1,-1 1 0,1-1 0,-1 0 1,1 0-1,0 1 0,-1-1 0,1 0 0,-1 0 1,1 0-1,-1 0 0,0 1 0,1-1 1,-1 0-1,1 0 0,-1 0 0,1 0 1,-1 0-1,1 0 0,-1-1 0,1 1 1,-1 0-1,1 0 0,-1 0 0,1 0 1,-1 0-1,1-1 0,-1 1 0,1 0 1,-1-1-1,1 1 0,0 0 0,-1-1 1,1 1-1,-1 0 0,1-1 0,0 1 1,-1-1-1,1 1 0,0 0 0,0-1 1,-1 1-1,1-1 0,0 0 0,-12-30-6095,12 29 6097,-13-45-7272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596 316 2273,'0'0'5805,"1"-11"-4753,3-34 39,-4 45-1053,0-1 0,1 0 0,-1 1 1,0-1-1,0 0 0,1 1 1,-1-1-1,0 1 0,1-1 0,-1 0 1,1 1-1,-1-1 0,0 1 0,1-1 1,-1 1-1,1 0 0,0-1 1,-1 1-1,1-1 0,-1 1 0,1 0 1,0-1-1,-1 1 0,1 0 0,0 0 1,-1 0-1,1-1 0,0 1 1,-1 0-1,1 0 0,0 0 0,-1 0 1,1 0-1,0 0 0,-1 0 0,1 1 1,0-1-1,-1 0 0,1 0 1,0 1-1,5-1 290,315 3 5272,56 0-4061,1690-151-1075,-1733 97-590,-13 0 1965,-268 46 1458,-53 6-3207,0-1 0,1 0 0,-1 0 0,0 0 0,1 0 0,-1 1 0,0-1 0,1 0 0,-1 0 0,0 1 0,1-1 0,-1 0 0,0 0 0,1 1 0,-1-1 0,0 0 0,0 1 0,0-1 0,1 0 0,-1 1 0,0-1 0,0 1 0,0-1 0,0 0 0,0 1 1,0-1-1,0 0 0,0 1 0,0-1 0,0 1 0,0 0 0,0 18 733,0-13-354,-3 40 494,-2-1 0,-2 0 0,-14 47 0,8-39-952,-31 140-11,-40 199 0,-2 271 0,85-545 0,0-117 0,0-1 0,0 1 0,-1-1 0,1 0 0,-1 0 0,1 0 0,0 1 0,-1-1 0,1-1 0,0 1 0,-1 0 0,1 0 0,0 0 0,-2-1 0,-2-1 0,-24-6 0,1 1 0,-47-6 0,-560-13-1085,484 23 756,-2136-14-535,2271 17 874,-543 25 1858,526-21-1593,28-1-255,13-2-118,12 0-59,109 1-1698,-116-3 923,-1 0 0,1-1 0,-1 0 0,0-1 0,0 0 1,0-1-1,0 0 0,14-9 0,3-8-4705,-6-7-2887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71 198 1265,'0'0'5605,"-11"3"-4957,-2 0-379,7-2-7,0 0 1,0 1-1,0-1 1,0 1-1,-10 10 5608,16-12-5781,11 4 1291,12 0-954,125-2 1742,237-28 1,-189 9-1283,1783-75-693,-1503 76-279,-466 16 93,383-24 1171,-390 23-1133,10 0 372,-1 0-1,1-1 1,-1-1 0,1 0-1,16-7 1,-28 10-235,0 0-1,0-1 1,0 1 0,0-1 0,-1 1 0,1-1-1,0 0 1,0 1 0,0-1 0,0 0 0,-1 1 0,1-1-1,0 0 1,-1 0 0,1 0 0,0-1 0,-1 2-74,0-1 0,0 1 1,0-1-1,0 1 1,0-1-1,0 1 0,0-1 1,0 1-1,0-1 1,0 1-1,0-1 0,0 1 1,-1-1-1,1 1 1,0 0-1,0-1 1,0 1-1,-1-1 0,1 1 1,0-1-1,-1 1 1,1 0-1,-1-1 0,0-1-3,-1 1 0,0 0-1,0 0 1,0-1-1,0 1 1,0 0 0,0 0-1,0 1 1,0-1-1,-3 0 1,3 0-103,-1 1 0,1 0 1,0 0-1,-1 0 0,1 0 0,0 0 0,-1 0 0,1 1 1,0-1-1,0 1 0,-1-1 0,1 1 0,0 0 1,0 0-1,0 0 0,-4 3 0,1 0-72,0 1 0,0 0 0,1 0 0,-7 8 0,6-6-140,-29 30-5424,29-33 4018,0 0 1,0 0 0,0-1 0,0 0 0,-1 0 0,0 0 0,0-1-1,1 1 1,-14 2 0,-13 1-7899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4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11 2049,'0'0'10509,"-1"-11"-2650,0 17-7201,-1 0 0,-1 0 0,1 0-1,-1 0 1,-7 10 0,6-10-336,1-1 0,0 1 0,0 0 0,0 0 0,1 0 0,-3 11 0,3-9-136,-3 22 221,4-30-402,1 1 0,0 0 1,0-1-1,0 1 0,0 0 0,0-1 0,0 1 1,0-1-1,0 1 0,0 0 0,0-1 1,0 1-1,0 0 0,0-1 0,1 1 1,-1-1-1,0 1 0,0 0 0,1-1 0,-1 1 1,0-1-1,1 1 0,-1-1 0,1 1 1,-1-1-1,0 1 0,1-1 0,-1 0 0,1 1 1,-1-1-1,1 0 0,0 1 0,0-1 1,22 1-388,-1-1 0,1-1 0,44-9 0,-33 4 87,18 4-665,-51 3 962,0-1 0,1 1 0,-1 0 0,0-1 1,0 1-1,0 0 0,-1 0 0,1 0 0,0 0 0,0 0 0,0 0 0,-1 0 1,1 0-1,0 0 0,-1 0 0,1 0 0,-1 0 0,1 1 0,-1-1 0,0 0 1,1 0-1,-1 0 0,0 1 0,0-1 0,0 0 0,0 1 0,0 1 0,0 0 49,1 0 0,-1 1 0,0-1 0,-1 0 0,1 0 0,0 1-1,-1-1 1,0 0 0,1 0 0,-4 6 0,1-5-2,0-1 1,-1 0-1,0 0 1,1 0 0,-1 0-1,0-1 1,-1 1-1,1-1 1,0 0-1,-1-1 1,1 1-1,-6 1 1,-67 13-8,43-10-40,-2 3-19,-4 2-908,12-8-4618,23-5 940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1553,'0'0'14951,"121"-54"-13367,-94 52-591,0 2-449,-10 0-496,-6 0-48,-3 2-656,-4 11-1521,2-3-2353,-4 0-2450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11 1217,'0'0'15380,"8"0"-12918,18 0-890,-8 0 1989,-17 0-3451,-1 1-1,1-1 0,-1 1 0,1-1 1,-1 0-1,1 1 0,-1-1 1,0 1-1,1 0 0,-1-1 0,0 1 1,0-1-1,1 1 0,-1-1 0,0 1 1,0 0-1,0-1 0,0 1 1,1 0-1,-1-1 0,0 1 0,0-1 1,-1 2-1,2 18 339,-1-19-274,0 2-153,1 0 1,-1 0 0,0-1 0,0 1-1,-1 0 1,1 0 0,0-1 0,-1 1-1,0 0 1,1-1 0,-1 1 0,0-1-1,-1 1 1,1-1 0,0 1 0,-1-1-1,1 0 1,-1 0 0,0 1 0,1-1-1,-1 0 1,0-1 0,0 1 0,-1 0-1,1 0 1,0-1 0,-1 0 0,1 1-1,0-1 1,-1 0 0,0 0 0,1 0-1,-1-1 1,1 1 0,-1 0 0,0-1-1,0 0 1,-4 0 0,2 1 6,-1-1-5,1 1 0,-1-1-1,1 0 1,-1-1 0,1 1-1,-7-3 1,10 3-21,0-1 0,0 0 1,1 0-1,-1 0 0,0 0 1,1 0-1,-1 0 0,1-1 0,-1 1 1,1 0-1,0-1 0,-1 1 0,1-1 1,0 0-1,0 1 0,0-1 1,0 0-1,0 0 0,1 0 0,-2-3 1,0 1 4,1 0 0,0-1 0,0 0 1,0 1-1,0-1 0,1 0 0,0-9 0,0 13-8,0-1-1,0 1 1,1-1-1,-1 1 1,1-1-1,-1 1 1,1 0-1,-1-1 1,1 1-1,0-1 1,0 1-1,0 0 1,0 0-1,0-1 0,0 1 1,0 0-1,0 0 1,0 0-1,0 0 1,1 0-1,-1 1 1,0-1-1,1 0 1,-1 1-1,0-1 1,1 0-1,-1 1 1,3-1-1,10-1 2,-1 0 1,0 0-1,1 2 1,-1-1-1,1 2 0,13 2 1,-24-3 11,-1 1 0,0 0 0,0 0 0,0 0 0,0 0 0,0 0 0,0 1 0,0-1 0,-1 1 0,1-1 0,0 1 0,-1-1 0,1 1 0,-1 0 0,0 0 0,1 0 0,-1 0 0,0 0 0,0 0 0,0 0 0,-1 0 0,1 0 0,0 1 1,0 3-1,0-1 43,0 0 0,0 0 0,-1 1 0,1-1 0,-1 0 0,0 0 0,-1 0 0,1 0 1,-1 1-1,-2 5 0,2-9-11,0 0 1,-1 0-1,1 0 1,0-1-1,-1 1 0,0 0 1,1 0-1,-1-1 1,0 1-1,0-1 1,0 0-1,0 1 0,0-1 1,0 0-1,-1 0 1,1 0-1,0-1 1,0 1-1,-1 0 0,1-1 1,0 0-1,-3 1 1,-59 2 859,52-3-795,11 0-91,0 0 0,0 0 0,-1 0 0,1 0 0,0 0 0,0 0 0,0 0 0,0 0 0,0-1 0,0 1-1,0 0 1,-1-1 0,1 1 0,0-1 0,0 1 0,0-1 0,0 1 0,1-1 0,-1 0 0,0 0 0,0 1 0,0-1-1,0 0 1,0-1 0,0 0 7,0-1-1,1 1 0,-1-1 1,1 1-1,0-1 0,0 1 1,0-1-1,0 1 0,0-3 1,0-7-42,0 10 16,0 0 0,1 1 1,-1-1-1,0 0 0,0 1 0,1-1 0,-1 0 0,1 1 0,0-1 0,-1 0 0,1 1 0,0-1 0,0 1 0,0 0 0,0-1 0,0 1 0,0 0 0,0-1 0,3-1 0,-1 1-12,0 0-1,1 0 0,-1 1 1,0-1-1,1 1 0,-1 0 1,1-1-1,6 0 0,4 1-33,-1 0-1,0 0 0,1 1 0,16 3 0,-28-2 49,0-1-1,0 1 1,0-1 0,0 1 0,0 0 0,0 0-1,0 0 1,0 0 0,0 0 0,-1 1-1,1-1 1,-1 0 0,1 1 0,-1-1 0,1 1-1,-1 0 1,0-1 0,0 1 0,0 0 0,0 0-1,0 0 1,0 0 0,0 0 0,0 0-1,-1 0 1,1 0 0,-1 0 0,0 0 0,1 0-1,-1 0 1,0 0 0,0 0 0,-1 4 0,1-5 21,-1 0 1,1 0 0,-1 1 0,1-1-1,-1 0 1,1 0 0,-1 0 0,0 0-1,0 0 1,1 0 0,-1 0 0,0 0 0,0 0-1,0 0 1,0-1 0,0 1 0,0 0-1,0-1 1,0 1 0,-1-1 0,1 1 0,0-1-1,0 1 1,0-1 0,-1 0 0,1 1-1,-2-1 1,-42 7 291,34-6-308,-14 3 227,-12 1-1570,35-5 499,4-1-262,19-4-2004,19-9-3817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29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3394,'0'0'20772,"1"14"-19510,2 56-229,-3 0 1,-3 0-1,-3 0 1,-29 129-1,22-114-1028,11-64-409,-1 0 1,0 0-1,-2 0 0,0-1 0,-2 0 0,0 0 1,-11 22-1,17-40-76,-1 0 0,1 0 0,-1 0-1,0 0 1,0-1 0,1 1 0,-1-1 0,0 1 0,-3 1 0,4-3 68,1 1-1,-1-1 1,0 0 0,0 1 0,0-1 0,1 0-1,-1 1 1,0-1 0,0 0 0,0 0-1,0 0 1,1 0 0,-1 0 0,0 0 0,0 0-1,0 0 1,0 0 0,1 0 0,-1-1-1,0 1 1,0 0 0,0 0 0,1-1-1,-1 1 1,0-1 0,0 1 0,1 0 0,-1-1-1,0 1 1,1-1 0,-2-1 0,-10-22-8502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2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6259,'0'0'15009,"4"16"-12997,-3-11-1880,3 5 79,-2 0 0,1 0 0,-1 0 0,-1 1-1,0-1 1,-1 0 0,1 1 0,-2-1 0,0 0 0,0 1 0,-4 14 0,0-10 59,-1 0 0,-1-1 0,0 0 0,0 0 0,-1-1 0,-1 0 0,-1 0 0,-17 18 0,20-25-182,1 1-1,-2-1 1,1-1 0,0 0-1,-1 0 1,0 0 0,0-1 0,0 0-1,-1-1 1,0 0 0,1 0 0,-1 0-1,0-1 1,0-1 0,0 0 0,-10 0-1,15 0-120,0-1 1,0 0-1,0 0 0,0-1 0,0 1 0,0-1 0,0 0 0,0 0 0,-6-3 0,7 2-92,0 0 1,1-1-1,-1 1 1,1 0-1,0-1 0,0 0 1,0 1-1,0-1 0,0 0 1,1 0-1,-3-6 0,1 3-436,0-1 0,0 0 0,1 0 0,0 0-1,1 0 1,-1 0 0,1-8 0,0 12-22,1-1 1,0 1-1,1-1 1,-1 1-1,1-1 0,-1 1 1,1 0-1,0-1 1,0 1-1,1 0 1,-1 0-1,0 0 1,1 0-1,0 0 0,0 0 1,4-5-1,20-17-6340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2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5378,'0'0'15274,"1"8"-13356,5 129 3418,-6-137-5351,0 1-1,1 0 1,-1 0-1,1-1 1,-1 1 0,1 0-1,-1-1 1,1 1-1,0 0 1,-1-1 0,1 1-1,0-1 1,-1 1-1,1-1 1,0 0-1,0 1 1,0-1 0,-1 0-1,1 1 1,0-1-1,0 0 1,0 0 0,0 0-1,-1 0 1,1 0-1,0 0 1,0 0 0,0 0-1,0 0 1,0 0-1,-1 0 1,1 0-1,0-1 1,1 1 0,4-1-174,5 1-160,1-2 1,-1 1-1,0-1 0,1-1 1,-1 0-1,21-9 1,62-37-1518,-67 35 1396,-17 8 389,-7 6 89,-1-1 0,0 0 0,0 0 1,0 0-1,0 0 0,0-1 0,0 1 0,0-1 0,-1 1 0,4-4 2060,-5 11-1052,0 3-891,0 0 0,1-1-1,0 1 1,1 0-1,-1 0 1,7 15 0,-7-21-293,1 0 1,-1 0-1,1 0 1,0-1-1,-1 1 1,1-1 0,1 1-1,-1-1 1,4 4-1,-4-4-270,1-1 0,-1 0 0,0 1 0,1-1 0,-1 0 0,0 0 0,1 0 0,0-1 0,-1 1 0,1-1 0,-1 1 0,1-1 0,3 0 1,13 0-5444,2 0-1461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114 734 6451,'0'0'18163,"-13"1"-17024,-43 2-224,55-3-899,-1 0-1,1 0 1,-1 0 0,1 0-1,-1 1 1,1-1-1,0 1 1,-1-1 0,1 1-1,0-1 1,0 1 0,-1 0-1,1 0 1,0 0-1,0 0 1,0 0 0,0 0-1,0 0 1,0 0-1,0 0 1,0 0 0,0 0-1,1 0 1,-1 1-1,0-1 1,1 0 0,-1 3-1,0 0-148,0 0 0,1 1 0,0-1 0,0 0 0,0 1 0,1 6 0,0 0-256,7 73-1066,-5-66 1190,0-1 0,-2 1 0,0-1 0,-3 32 0,2-47 225,-1-1 0,1 0 0,-1 0 0,1 0 0,-1 0 0,1 0-1,-1 0 1,1 0 0,-1 0 0,0 0 0,0 0 0,1 0 0,-1 0 0,0 0 0,0 0-1,0-1 1,0 1 0,0 0 0,0-1 0,0 1 0,0-1 0,0 1 0,-1-1 0,1 0 0,0 1-1,0-1 1,0 0 0,-1 0 0,-1 0 0,3-5-2182,2-1 1817,0 0 0,0 1-1,0-1 1,1 0 0,0 1 0,0-1 0,0 1 0,8-8 0,41-45-1731,-24 30 1192,303-368-5301,-249 294 5351,-58 73 932,92-121 187,-98 125 1098,-2-2 1,0 0-1,21-53 1,-36 78-899,1-1 1,-1 0-1,-1 1 1,1-1-1,0 0 1,-1 0-1,1 0 1,-1 1-1,0-1 1,0 0-1,0 0 1,0 0-1,-1-4 1,1 7-280,-1-1-1,1 1 1,0 0-1,-1-1 1,1 1-1,0-1 1,-1 1-1,1-1 1,-1 1-1,1 0 1,0-1 0,-1 1-1,1 0 1,-1 0-1,1-1 1,-1 1-1,1 0 1,-1 0-1,1 0 1,-1-1 0,1 1-1,-1 0 1,0 0-1,0 0 1,-25 7 1231,12 0-1030,0 2 0,0-1-1,1 2 1,0 0 0,-14 14 0,-1 5 491,-27 33-1,33-33-623,1 1 1,1 2-1,2 0 0,1 0 0,1 2 0,2 0 1,2 1-1,1 0 0,1 0 0,3 2 0,0-1 1,3 0-1,-1 62 0,3-59-185,1-27-39,0 0 0,1 0 0,1 0 1,0 0-1,0 0 0,5 18 0,-5-28-14,-1-1 1,1 0-1,0 0 0,-1 0 1,1 0-1,0 0 1,0 0-1,0 0 0,0 0 1,0 0-1,0-1 1,0 1-1,0 0 0,0 0 1,0-1-1,1 1 0,-1-1 1,0 1-1,0-1 1,1 0-1,-1 1 0,0-1 1,0 0-1,1 0 1,-1 0-1,0 0 0,1 0 1,-1 0-1,0 0 0,1 0 1,1-1-1,4-1-51,-1 1 0,0-1 0,1 0 0,-1-1 0,8-3 0,4-4-41,0 0 1,0-2-1,-1 0 1,0 0-1,-1-2 0,-1 0 1,0-1-1,16-20 1,-24 25 3846,-8 22-4098,1 5 133,1-1-1,0 0 1,1 0 0,6 25 0,-6-36-245,0 1 0,0-1 1,0 0-1,1 0 0,-1-1 0,1 1 1,6 7-1,-7-9-156,1-1 0,-1 0 0,1 0 0,-1 0 0,1 0 0,0 0 0,0 0-1,0-1 1,0 1 0,0-1 0,0 0 0,0 0 0,7 1 0,22 0-8140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0 1617,'0'0'16325,"-18"14"-13265,-28 22-112,1 2 0,-67 76 0,94-92-2607,1 1 0,1 1 0,1 0 0,1 1 1,2 1-1,-17 47 0,21-47-526,2 1 1,0 0 0,2 1-1,1-1 1,1 1-1,2 0 1,2 27-1,-1-50-45,-1 0 0,1 0 0,0 0 1,0-1-1,0 1 0,1 0 0,-1-1 0,1 1 0,0-1 0,1 1 0,-1-1 1,1 0-1,0 0 0,0 0 0,0 0 0,0-1 0,1 1 0,0-1 1,-1 0-1,1 0 0,8 4 0,-2-2-1043,-1-1 0,1-1 1,-1 0-1,1 0 0,0-1 1,1 0-1,-1-1 0,0 0 1,14-1-1,27 0-8676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15431,'0'0'13372,"-20"22"-11171,-65 74-926,73-84-1189,1 1 1,1 1-1,0 0 0,1 0 1,-10 21-1,16-26-90,0 1 0,0 0 1,1 0-1,0 0 0,0 0 0,1 0 1,1 16-1,0-22 4,0 0 0,1 0 0,-1 0 0,1-1 0,0 1 0,0 0 0,1-1 0,-1 1 0,1 0 0,0-1 0,0 0 0,0 1 0,0-1 0,0 0 0,1 0 0,-1 0 0,1-1 0,0 1 0,0-1 0,0 1 0,0-1 0,0 0 0,1 0 0,-1 0 0,1-1 0,-1 1 0,1-1 0,-1 0 0,8 2 0,8 1 0,0 0 0,1-2 0,0 0 0,28-1 0,143-1-1507,-190 0 1375,0 0 1,0 0-1,0 0 1,0 0-1,0 0 1,0 0-1,0 0 0,0-1 1,0 1-1,0 0 1,0-1-1,0 1 1,0-1-1,0 1 1,0-1-1,-1 1 1,1-1-1,0 0 1,0 1-1,0-1 1,1-1-1,-2 1-541,0-1 0,1 1 1,-1 0-1,0 0 0,0 0 0,1-1 0,-1 1 0,0 0 0,0 0 0,0-1 1,0 1-1,-1 0 0,1 0 0,0 0 0,-1-1 0,1 1 0,0 0 0,-1 0 1,1 0-1,-2-2 0,-9-13-11594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7363,'0'0'11526,"-54"109"-7476,47-61 271,7-2-2512,0-2-1360,0-4-433,0-7-16,11-4-1377,1-4-1536,5-8-1810,4-9-3120,2-8-3314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0 16135,'0'0'7636,"6"30"-3957,-4-19-3358,13 62 1689,26 78 0,-19-80-1484,23 138 1,-38-160-547,-2 1 1,-3 0 0,-7 88 0,4-126 22,-1-1-1,0 1 1,-1-1 0,0 1-1,0-1 1,-2 0-1,1-1 1,-1 1 0,-1-1-1,0 0 1,0 0 0,-1 0-1,0-1 1,-17 16 0,14-16-41,-1-1 0,-1 0 0,0 0 1,0-1-1,0-1 0,-1 0 0,0-1 1,0 0-1,0-1 0,-1 0 1,1-1-1,-18 2 0,-9-1-4713,-78-3-1,27-8-4407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4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1 439 1105,'0'0'725,"4"-22"396,29-144 1373,-29 143-2029,18-113 2655,-16 44 7526,-6 101-9323,-11 157 1454,-1-11-1384,13-7-466,20 156 0,-6 293 149,-15-550-1031,-14 389 445,8-345-938,4-204-10874,1 64 5951,-3-30-3337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66 6883,'0'0'8223,"10"-4"-7770,2-1-200,0 1 0,-1 1 0,2 0-1,-1 1 1,21-2 0,77 2 1052,-71 2-997,594-12 3222,-184 2-2837,24 2-564,932-1-1192,-1393 9 1122,24 0-82,-1 2-1,1 1 1,38 8-1,-66-9 263,1 0-1,-1 1 0,0 0 1,0 0-1,0 0 0,0 1 1,0 0-1,-1 1 0,0 0 1,0 0-1,0 0 0,0 1 1,-1 0-1,0 1 0,0-1 1,-1 1-1,9 14 0,-2 5 831,-1 1 0,-1 0 0,8 42 0,-8-30-450,15 37 1,-8-35-464,-1 1 1,-2 0-1,-2 1 0,11 73 1,-16-40-124,-4 0 1,-3 0 0,-3 0 0,-4 0 0,-3-1 0,-29 109 0,10-85-34,3-13 0,3 0 0,-18 143 0,32 100 0,9-269 0,0-60 0,0 1 0,0-1 0,0 0 0,0 1 0,0-1 0,0 0 0,0 0 0,0 1 0,0-1 0,0 0 0,0 0 0,0 1 0,0-1 0,0 0 0,0 0 0,0 1 0,0-1 0,1 0 0,-1 0 0,0 1 0,0-1 0,0 0 0,0 0 0,1 0 0,-1 1 0,0-1 0,0 0 0,0 0 0,1 0 0,-1 0 0,0 0 0,0 1 0,1-1 0,-1 0 0,0 0 0,0 0 0,1 0 0,-1 0 0,0 0 0,0 0 0,1 0 0,-1 0 0,0 0 0,0 0 0,1 0 0,-1 0 0,0 0 0,1 0 0,-1 0 0,1-1 0,-1 1 0,1 0 0,-1-1 0,1 1 0,-1 0 0,1-1 0,-1 1 0,1 0 0,-1-1 0,1 1 0,-1-1 0,0 1 0,1-1 0,-1 1 0,0-1 0,0 0 0,1 1 0,-1-1 0,0 1 0,0-1 0,0 1 0,0-1 0,1 0 0,-1 0 0,-1-2 0,1 1 0,-1 0 0,1 0 0,-1-1 0,0 1 0,0 0 0,0 0 0,0 0 0,0 0 0,0 0 0,0 0 0,-1 0 0,1 0 0,-1 1 0,1-1 0,-1 0 0,0 1 0,0 0 0,0-1 0,0 1 0,0 0 0,0 0 0,0 0 0,0 0 0,0 0 0,0 0 0,-1 1 0,1-1 0,0 1 0,-4-1 0,-10-1 0,0-1 0,0 2 0,-20 1 0,32 0 0,-3526 4 0,3529-4-1,-18 2 9,16 14-92,3-15 60,-1-1 1,1 1 0,0 0 0,0-1-1,-1 1 1,1-1 0,-1 1-1,1-1 1,0 0 0,-1 1 0,1-1-1,-1 1 1,1-1 0,-1 0-1,1 1 1,-1-1 0,1 0 0,-1 1-1,0-1 1,1 0 0,-1 0-1,1 0 1,-1 0 0,0 0 0,1 1-1,-1-1 1,1 0 0,-1 0 0,0 0-1,0-1 1,-25 1 80,20 0-107,-4 0 41,-7-1 44,17 1-36,-1 0 0,1 0 0,-1-1-1,1 1 1,0 0 0,-1-1 0,1 1-1,-1 0 1,1-1 0,0 1 0,-1-1-1,1 1 1,0-1 0,0 1 0,-1-1-1,1 1 1,0-1 0,0 1 0,0-1 0,-1 1-1,1-1 1,0 1 0,0-1 0,0 1-1,0-1 1,0 1 0,0-2 0,1 1-64,-1 0 0,1 1 1,0-1-1,-1 0 1,1 1-1,0-1 1,0 0-1,-1 1 0,1-1 1,0 1-1,0-1 1,0 1-1,-1 0 1,1-1-1,0 1 0,0 0 1,0-1-1,0 1 1,1 0-1,25-6-2222,-23 5 1018,7 1-1761,2 0-1932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1825,'-1'6'17128,"1"-4"-17079,0-1 0,0 0 1,0 1-1,0-1 0,0 0 0,0 1 0,0-1 0,0 0 1,0 1-1,1-1 0,-1 0 0,0 1 0,1-1 0,-1 0 1,2 2-1,13 0 20,1 0 0,-1-1 1,1-1-1,-1 0 0,1-2 0,16-1 1,17 0 8,262-17 221,-73 1-316,577 10 636,-547 9-869,1047 24 463,-712-15 4426,-395-7-4208,-49-3 502,-53 4 3037,-47 4-3106,-82 0-493,-65 4-1662,4 0-3590,-2-6-6641,40-6 1563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 1297,'0'0'14393,"1"0"-14249,-1 0 1,0-1 0,1 1-1,-1 0 1,1 0 0,-1 0-1,1 0 1,-1 0 0,1 0-1,-1 0 1,1 0 0,-1 0-1,1 0 1,0 0-1,-1 0 1,1 0 0,-1 0-1,1 0 1,-1 0 0,0 1-1,1-1 1,-1 0 0,1 0-1,-1 0 1,1 1-1,-1-1 1,1 1 0,0 0 31,-1 1-1,1 0 1,-1-1 0,1 1 0,-1-1 0,1 1 0,-1 0 0,0-1 0,0 1 0,0 0-1,0 0 1,0-1 0,0 1 0,-1 0 0,1-1 0,0 1 0,-1 0 0,1-1 0,-2 3-1,-17 37 1641,17-36-1512,-13 22 759,-2-1 0,-1-1 0,-38 41 1,31-37-303,-40 59 1,62-83-737,0 0 0,1 0 0,0 1 0,0-1 0,-1 8 0,2-12-25,1 1 0,0-1 1,-1 0-1,1 1 0,0-1 1,0 0-1,0 1 1,0-1-1,0 0 0,0 1 1,0-1-1,0 0 0,1 1 1,-1-1-1,0 0 1,1 1-1,-1-1 0,1 0 1,0 0-1,-1 1 0,1-1 1,0 0-1,0 0 1,0 0-1,-1 0 0,1 0 1,2 2-1,11 1 7,0 0 0,0-1 0,0-1 0,0 0 0,0-1 0,0 0 0,28-3 0,-12 2-39,103 1 6,288-13-311,-358 2 319,-63 10-39,-12 0-1354,-24 1-1687,-20 1-3144,49-2 4358,0-1-1,0 1 1,0-1-1,0-1 1,-8-2-1,-9-10-5996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10485,'0'0'10533,"-55"123"-7252,39-71-912,5 1-720,3-3-416,0-2-497,1-6-544,1-5-192,6-3-224,-4-5-1089,-2-2-1600,-3-2-2129,-5-4-4163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8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9 1569,'0'-8'20228,"0"62"-15412,0 24-1578,0-26-2343,-13 80 0,-19 205 335,28 3-1428,5-242 292,-2-63-94,-1 0 0,-1-1 0,-2 1 0,-14 49 0,17-72 0,0-1 0,0 0 0,1 1 0,1 18 0,-4 31 0,0-40 0,1 39 0,-3 11 0,1 0 0,7-109-2414,0 17-1900,-2-1-3405,0 9-708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3474,'0'0'12189,"11"1"-6282,-7 1-5345,0 0 0,-1 1 0,0 0 0,1 0 1,-1 0-1,0 0 0,5 7 0,19 18 690,42 17 23,39 27 532,-77-48-897,49 28 1,-64-44-821,0 0 1,1-1 0,0-1 0,0 0 0,26 4 0,-35-7-91,-7 0-37,-1-2-262,0-29-17632,0 12 9450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9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 5955,'0'0'14073,"-1"7"-11595,-5-2-1926,0 1-1,0-2 0,0 1 0,0 0 1,-1-1-1,0-1 0,0 1 1,-13 4-1,4 0 149,-11 4-188,0 1 1,1 1 0,1 2 0,1 0 0,0 2 0,1 1 0,-36 37 0,48-43-218,8-8-278,-1 0 0,0 0 0,0 0-1,-1-1 1,1 1 0,-1-1-1,0 0 1,0-1 0,0 1 0,0-1-1,-10 4 1,12-7-185,5-13-2991,21-25-8009,-10 12-861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5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37 1024,'0'0'7932,"-1"-6"-6134,-5-17-42,6 22-1626,0 1 0,0 0-1,0 0 1,0-1 0,0 1 0,0 0 0,0 0 0,0-1 0,0 1 0,0 0 0,-1-1-1,1 1 1,0 0 0,0 0 0,0 0 0,0-1 0,0 1 0,-1 0 0,1 0 0,0 0-1,0-1 1,-1 1 0,1 0 0,0 0 0,0 0 0,0 0 0,-1-1 0,1 1 0,0 0-1,0 0 1,-1 0 0,1 0 0,0 0 0,-1 0 0,1 0 0,0 0 0,-9 8 1699,4 17-543,2 1 0,1 0 0,0 27 0,1 2-350,-34 334 2210,-3 114-1308,36-224-1316,-9 243-103,-16 901-114,26-789-426,-15-253 28,7-213 133,-5 4-118,-1 78-81,15-150 45,16 432-34,9-233 129,-14-160-75,-7 140 0,3 53 80,-1 99 158,-8-250-54,10 541-20,-1-507-51,1 105 485,-6-286-299,1 0 0,2 0 0,2-1 0,1 0 0,23 63 0,-26-77-186,-1 1 1,-1-1 0,-1 1 0,0 0 0,-2-1 0,-2 28-1,1-3-8,1 95-11,0-138 5,0 0-1,-1 1 1,1-1 0,0 0 0,-1 1-1,1-1 1,-1 0 0,0 0-1,1 0 1,-1 1 0,0-1-1,0 0 1,1 0 0,-1 0-1,0 0 1,0 0 0,0-1 0,0 1-1,-1 0 1,1 0 0,0-1-1,-2 2 1,1-1-66,1-1-1,-1 1 0,1 0 1,0 0-1,-1 0 1,1 0-1,0 0 1,0 0-1,0 0 1,0 0-1,0 0 1,0 1-1,0-1 1,0 0-1,0 1 1,1-1-1,-1 1 1,0-1-1,1 0 0,-1 1 1,1 0-1,0-1 1,-1 3-1,-22-4-14566,11-2 5125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5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7988,'0'0'12016,"6"0"-10853,-3 0-1097,2-1 106,-1 1 0,0 0 0,1 0 0,-1 0 0,0 1 0,0 0 0,1-1 0,-1 2 0,0-1 0,0 0 0,0 1 0,0 0 0,0 0 0,0 0 0,-1 0 0,1 0-1,4 5 1,-1-1 104,0 1-1,-1-1 1,0 1-1,0 0 1,-1 0-1,0 1 1,0 0 0,0 0-1,-1 0 1,-1 0-1,1 1 1,-1-1-1,-1 1 1,3 16-1,2 38 1055,7 51 146,-12-102-1448,1-1 1,0 0-1,1 0 0,0 0 0,1 0 0,0-1 0,11 17 0,-13-24-37,0 0 0,1 0 1,-1 0-1,0 0 0,1-1 1,0 1-1,-1-1 0,1 0 1,0 0-1,0-1 0,0 1 1,1-1-1,-1 0 0,0 0 1,0 0-1,1 0 0,7 0 1,-8-1-84,1 0 1,-1 0-1,0 0 0,0-1 1,0 1-1,0-1 1,0 0-1,0 0 1,0 0-1,0-1 0,-1 1 1,1-1-1,0 0 1,-1 0-1,1 0 0,-1-1 1,0 1-1,0-1 1,4-3-1,-3-9-2350,-4 5-3012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5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697 7 2481,'0'0'13684,"0"0"-13580,0-1 0,0 1 0,0 0 0,0 0 0,0-1 0,0 1 1,0 0-1,0 0 0,0 0 0,0-1 0,0 1 0,0 0 0,0 0 0,-1-1 1,1 1-1,0 0 0,0 0 0,0 0 0,0-1 0,-1 1 0,1 0 0,0 0 0,0 0 1,0 0-1,-1-1 0,1 1 0,0 0 0,0 0 0,0 0 0,-1 0 0,1 0 1,0 0-1,0 0 0,-1 0 0,1 0 0,-1 0 0,-6 1 336,-1 1 1,1 0-1,0 0 1,-1 1-1,1 0 0,0 0 1,1 1-1,-1-1 0,0 2 1,-6 4-1,-13 8 404,-108 57 2333,-73 44-752,156-85-1873,-91 76 1,136-104-1597,-24 20 2851,19-19-5443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3121,'0'0'24113,"5"12"-23163,61 132-32,-16-38-663,-46-98-254,-3-6-3,1 0 1,-1 1 0,0-1 0,0 1-1,-1-1 1,1 1 0,-1 0 0,1-1 0,-1 1-1,0 4 1,0-6-79,-1-2 23,-1 1 0,0-1 0,0 0 0,1 0 0,-1 0 1,1-1-1,-1 1 0,1 0 0,-1 0 0,1-1 0,0 1 0,0-1 0,0 1 0,0-1 0,0 0 0,-2-3 0,2 3-34,-2-4 4,0-1 1,0 1-1,1-1 0,0 0 1,0 0-1,0 1 0,1-1 1,0 0-1,1 0 0,-1-1 1,1 1-1,1 0 0,-1 0 1,1 0-1,1 0 0,-1 0 1,1 1-1,0-1 0,1 0 1,-1 1-1,1-1 0,7-9 1,-4 5 13,1 1 1,0 0-1,0 1 1,1-1 0,0 2-1,1-1 1,0 1-1,1 0 1,-1 1-1,1 0 1,1 1 0,15-8-1,-22 12 72,0 0 0,0 1 0,1 0 0,-1-1 0,0 1 0,1 1 0,-1-1 0,0 1-1,1-1 1,-1 1 0,1 0 0,-1 1 0,1-1 0,5 3 0,-7-2 13,0 0 0,0 1 0,0-1-1,-1 1 1,1 0 0,-1 0 0,1 0 0,-1 0 0,0 0 0,1 1 0,-1-1 0,-1 1-1,1-1 1,0 1 0,-1 0 0,1 0 0,-1 0 0,0-1 0,2 7 0,2 5 116,-1 1 1,-1-1-1,0 1 1,-1 0-1,1 22 1,-3-37-108,1 0-46,-1-1 6,1 1 0,0-1 0,-1 1 0,1-1-1,0 0 1,-1 1 0,1-1 0,-1 0-1,1 0 1,-1 0 0,1 1 0,-1-1 0,0 0-1,1 0 1,-1 0 0,0 0 0,0 0 0,1-1-1,0-2-46,5-8 45,0 0 0,1 1 1,0 0-1,0 0 0,2 1 1,-1-1-1,1 2 0,1-1 1,-1 1-1,2 1 0,-1 0 1,1 0-1,0 1 0,1 1 1,0 0-1,0 0 0,0 1 1,1 1-1,16-5 0,-27 9 37,0 0 0,-1 0 0,1 0 0,0 0 0,0 0-1,-1 1 1,1-1 0,0 1 0,-1-1 0,1 1 0,-1-1 0,1 1-1,0 0 1,-1 0 0,1-1 0,-1 1 0,0 0 0,1 1 0,-1-1-1,0 0 1,0 0 0,1 1 0,-1-1 0,0 0 0,0 1-1,-1-1 1,1 1 0,0-1 0,0 1 0,-1-1 0,1 1 0,-1 0-1,1 2 1,3 10 152,0 0-1,-1 0 0,2 16 1,-3-12 56,4 13 39,11 37 0,-16-66-383,-1-1 1,1 0-1,-1 1 1,1-1 0,0 0-1,0 0 1,-1 0-1,1 1 1,0-1 0,0 0-1,0 0 1,0 0-1,0-1 1,1 1 0,-1 0-1,2 1 1,8 2-5495,1-3-4449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11221,'0'0'12982,"48"31"-12710,-37-22-192,1-5-48,-3 2-32,1 3-432,7-3-1041,2-4-1264,6-2-528,4 0-2562,-2 0-1216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1 400,'0'0'20714,"-92"123"-19146,62-71-127,-1 5-368,0-3-529,-1-4-464,5-2-80,2-8-256,4-7-1089,4 1-1408,1-9-1217,1-8-2369,5-9-2017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8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15 10325,'0'0'8942,"-25"-2"-5647,-3-2-2530,5 0-249,0 2-1,-1 0 1,1 1 0,-43 5-1,44 0-108,1 0-1,-1 1 1,-23 10 0,34-11-320,-1 1 0,2 1 0,-1-1 0,0 2 0,1-1 1,0 1-1,-11 11 0,19-16-112,-1 1 1,1-1-1,0 0 1,0 1-1,1-1 0,-1 1 1,1-1-1,-1 1 1,1 0-1,0 0 0,0-1 1,0 1-1,0 0 1,0 0-1,1 0 0,-1 0 1,1 0-1,0 0 1,0 0-1,0 1 1,0-1-1,1 0 0,-1 0 1,2 3-1,0-1-122,0 0 0,0 0 1,0-1-1,1 1 0,0-1 0,0 0 0,0 0 0,1 0 1,-1 0-1,1 0 0,0-1 0,0 0 0,5 3 0,32 20-661,1-3 0,47 19 0,-54-27 350,-1 1-1,-1 1 1,0 2-1,42 33 1,-72-50 448,0 1 0,-1-1 1,1 1-1,-1-1 0,0 1 1,0 0-1,0 0 0,0 0 1,0 0-1,-1 0 1,1 0-1,-1 1 0,0-1 1,0 0-1,0 1 0,0-1 1,-1 1-1,1 4 0,-1-5 88,0 0 0,-1 0 0,0 0-1,1 0 1,-1-1 0,0 1-1,0 0 1,-1 0 0,1-1-1,0 1 1,-1 0 0,0-1 0,1 0-1,-1 1 1,0-1 0,0 0-1,-1 0 1,1 0 0,0 0-1,-5 2 1,-18 11 1083,-1-2-1,0-1 0,-40 12 1,36-13-677,0 0 1,-41 24 0,69-34-1466,6-4-1501,11-9-777,-1 0 0,19-24 0,16-18-4700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11989,'0'0'12134,"-42"140"-9141,21-67-1072,6 2-224,3 1-304,1-9-849,11-7-448,0-12-96,0-8-160,0-11-672,0-8-593,0-6-736,0-9-1089,-16-6-8579,3-17 3185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3282,'0'0'6725,"24"-1"-1682,361-2 6076,-309 5-10231,-42 0-663,0-2 0,1-1-1,-1-1 1,45-9 0,-78 10-142,-6 1-21,-17 0 215,-43 5 0,59-4-273,-1 1 0,1-1 0,0 1 0,0 0 0,0 1 0,0-1 0,0 1 0,0 0 0,1 1 0,-1-1 0,-5 6 0,10-8-30,0 0-1,-1 0 1,1 0 0,0 0 0,0 1 0,0-1-1,0 0 1,0 0 0,0 1 0,1-1-1,-1 1 1,0-1 0,1 1 0,-1-1 0,1 1-1,-1-1 1,1 1 0,0-1 0,0 1-1,0 0 1,0 2 0,0-3-36,1 0-1,-1 0 1,0 0 0,1 0-1,0 0 1,-1 0 0,1 0-1,-1-1 1,1 1-1,0 0 1,0 0 0,-1-1-1,1 1 1,0 0 0,0-1-1,0 1 1,0-1 0,0 1-1,0-1 1,0 1 0,0-1-1,0 0 1,0 0 0,0 1-1,0-1 1,0 0 0,0 0-1,2 0 1,106 0 1158,-106 0-1102,-1 1-1,1-1 1,-1 1-1,1-1 1,0 1-1,-1 0 0,1 0 1,-1 0-1,0 0 1,4 3-1,3 2-560,0 0 0,1-1-1,-1 0 1,1 0-1,16 4 1,-13-6-1474,-1 0 0,1-2 0,0 1 0,18-1 0,5-1-3801,1 0-801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9 4930,'0'0'18982,"-13"-2"-17330,5 0-1330,5 1-234,1 0-1,-1 1 1,0-1-1,0 0 1,0 1 0,0 0-1,0-1 1,0 1 0,0 0-1,0 1 1,0-1 0,0 0-1,0 1 1,0 0-1,0 0 1,0 0 0,0 0-1,0 0 1,1 0 0,-1 1-1,0-1 1,1 1 0,-1 0-1,-3 3 1,2 1-27,0 0 0,0 0 1,0 0-1,1 1 0,-1-1 0,2 1 0,-1 0 1,1 0-1,0 0 0,0 0 0,1 0 1,0 0-1,0 1 0,1-1 0,0 0 0,0 1 1,1-1-1,1 8 0,-2-12-109,1-1 1,0 1-1,0 0 0,0 0 0,1-1 1,-1 1-1,1-1 0,-1 1 1,1-1-1,0 0 0,0 0 1,0 1-1,0-1 0,0 0 0,1-1 1,-1 1-1,0 0 0,1-1 1,0 1-1,-1-1 0,1 0 0,0 0 1,-1 0-1,1 0 0,5 0 1,8 2-700,0 0 0,0-1 0,22-1 1,-35-1 619,11 1-927,1-2 0,-1 1 1,0-2-1,0 0 0,0 0 0,-1-1 0,22-8 1,32-25-6535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2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12454,'0'0'11237,"-19"13"-8948,7-6-1990,4-3-116,1 1 0,-1 0 0,1 0 0,0 0 1,0 1-1,1 0 0,-1 1 0,1-1 0,1 1 0,-1 0 0,1 1 0,1-1 1,-1 1-1,1 0 0,1 0 0,-6 18 0,-6 54 940,4 0 0,-1 107 1,-14 97-1119,8-219-5,12-45 0,5-16 0,2-6 0,22-31-797,0 1 0,3 1 0,0 0 0,35-28 1,-43 40 197,-3 4 8,64-59-1825,-70 67 2147,-1 0-1,2 1 1,-1 0-1,1 1 1,0 0-1,0 0 1,15-4-1,-24 9 275,0-1 0,0 1 0,0 0 0,0-1 0,0 1 0,-1 0 0,1 0 0,0 0 0,0 0 0,0 0 0,0 0 0,0 0 0,0 0 0,0 0 0,0 0 0,0 0 0,0 1 0,-1-1 0,1 0 0,0 1 0,0-1-1,0 0 1,0 1 0,-1-1 0,2 2 0,-2-1 48,1 0-1,-1 0 1,0-1-1,1 1 1,-1 0-1,0 0 1,0 0-1,0 1 1,0-1-1,0 0 1,0 0-1,0 0 1,0 0-1,0 0 1,0 0-1,-1 0 1,1 0-1,-1 1 1,-1 3 184,0-1 0,0 1 1,0 0-1,-1-1 0,0 0 1,0 0-1,0 0 1,-5 5-1,-4 0 361,-1-1-1,0 0 1,0-1-1,-23 9 1,-33 17 1029,64-30-1495,0 1 0,0-1-1,0 1 1,1 0 0,-1 0 0,1 1 0,0-1 0,0 1 0,-5 10-1,6-11-102,1 1 0,0-1-1,1 1 1,-1 0 0,1-1-1,0 1 1,0 0-1,0 0 1,1 0 0,0 0-1,0 0 1,0 0-1,1 0 1,-1 0 0,1-1-1,0 1 1,1 0 0,-1 0-1,4 8 1,0-5-31,-1 0-1,1 0 1,1 0 0,-1 0-1,1-1 1,1 1 0,0-2 0,-1 1-1,10 6 1,2 0-308,1-2 1,0 1-1,1-2 1,21 8-1,1-3-2928,-2-4-3331,-21-8-3478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11125,'0'0'12702,"-7"28"-11128,3-7-1202,-8 28 749,3 1 0,-4 67 0,10-19 89,5 1 1,24 174-1,-2-100-3005,-22-192-13506,-2-21 5697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246 355 7924,'0'0'6058,"19"-6"-2515,-18 6-3482,37-12 1209,1 1 0,48-6 0,509-73 2338,-6-35-3785,-474 90-239,-77 22 511,0 1 0,1 2 0,0 1 0,80-6 0,-118 15-68,-1 0-1,1 0 0,-1 0 1,1 1-1,-1-1 1,0 0-1,1 1 1,-1-1-1,1 1 1,-1-1-1,0 1 0,1 0 1,-1-1-1,0 1 1,0 0-1,0 0 1,0 0-1,0 0 1,0 0-1,0 0 1,0 0-1,0 0 0,0 1 1,0-1-1,0 0 1,-1 0-1,1 1 1,0 2-1,1 3 143,0 1-1,-1-1 1,0 1-1,0 12 1,0-6 139,6 179 2683,10 104-499,6-140-2039,-4-33-440,4 134 1,-22-229-14,-2-11 0,2 0 0,0 0 0,6 26 0,-8-43 0,0-1 0,-1 1 0,1-1 0,0 1 0,0-1 0,0 0 0,0 0 0,0 0 0,0 1 0,-1-1 0,1 0 0,0 0 0,0 0 0,-2-1 0,1 1 0,-39-2-75,-64-12 1,-12-1-343,-1026-8 279,958 32 490,-204 35 0,365-40-352,13-3 0,0 1 0,0 0 0,0 0 0,1 1 0,-1 0 0,1 1 0,0 0 0,-17 10 0,26-13 0,0 0 0,0-1 0,0 1 0,0 0 0,0 0 0,1-1 0,-1 1 0,0 0 0,0 0 0,1 0 0,-1 0 0,1 0 0,-1 0 0,1 0 0,-1 2 0,1-3 0,0 1 0,0-1 0,0 1 0,0-1 0,0 0 0,0 1 0,0-1 0,0 1 0,0-1 0,0 1 0,1-1 0,-1 1 0,0-1 0,0 1 0,1-1 0,-1 0 0,0 1 0,0-1 0,1 1 0,-1-1 0,1 0 0,-1 1 0,1-1 0,2 2 0,0 0 0,0-1 0,0 0 0,0 0 0,0 0 0,0 0 0,6 1 0,27 2-224,1-1 0,56-3 0,-38 0-1561,-46 0 973,0 0 0,-1 0 0,1-1-1,-1 0 1,0-1 0,1 1 0,-1-2 0,0 1 0,8-4 0,14-16-7547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3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6 1169,'0'0'14243,"0"5"-11479,0-2-2393,0-1 0,0 1 1,0 0-1,0-1 0,-1 1 0,1 0 0,-1-1 0,1 1 0,-1-1 0,0 1 0,0-1 0,0 1 0,-1-1 0,1 0 0,0 0 0,-1 1 1,0-1-1,1 0 0,-1 0 0,0-1 0,0 1 0,0 0 0,0-1 0,0 1 0,-1-1 0,1 1 0,0-1 0,-1 0 0,1 0 1,-1 0-1,1 0 0,-1-1 0,-4 1 0,6-1-351,0-1 0,0 1-1,0-1 1,1 0 0,-1 1 0,0-1 0,0 0 0,0 0 0,1 0-1,-1 0 1,0 0 0,1 0 0,-1 0 0,1 0 0,-1 0 0,1 0 0,0 0-1,-1 0 1,1 0 0,0 0 0,0 0 0,-1 0 0,1 0 0,0 0 0,1-2-1,-2 0-17,1 0-1,-1 0 1,1 1-1,0-1 1,1 0-1,-1 0 0,0 0 1,1 0-1,1-4 1,-1 5-8,1 0-1,0 1 1,0-1 0,0 1 0,0-1 0,1 1 0,-1 0 0,0 0 0,0 0-1,1 0 1,-1 0 0,1 0 0,-1 1 0,1-1 0,-1 1 0,1 0 0,-1-1-1,4 1 1,47 3-141,-51-3 144,0 0 0,0 1 0,0-1 0,0 1 0,-1 0 0,1-1 0,0 1 0,0 0 1,-1 0-1,1 0 0,-1 0 0,1 0 0,-1 1 0,1-1 0,-1 0 0,0 1 0,0-1 1,1 1-1,-1-1 0,0 1 0,0-1 0,1 5 0,-1-3 6,0 0-1,0 0 0,0 1 1,0-1-1,-1 1 1,1-1-1,-1 1 1,0-1-1,0 1 0,0-1 1,-2 6-1,2-8 28,-1 0-1,0 1 0,0-1 1,0 0-1,0 0 1,0 0-1,0 0 0,0 0 1,0 0-1,0 0 1,0 0-1,0 0 0,-1-1 1,1 1-1,0 0 1,-1-1-1,1 1 0,-1-1 1,1 1-1,0-1 1,-1 0-1,1 0 0,-4 1 1,-36 1 702,39-2-689,-4 0 37,2 1-59,1-1 1,-1 0 0,1 0-1,-1-1 1,0 1 0,1-1-1,-1 0 1,-4-1 0,7 1-23,0 0 1,0 0-1,0 0 1,0 0-1,0 0 1,0 0 0,0 0-1,0 0 1,0-1-1,1 1 1,-1 0-1,1-1 1,-1 1 0,1 0-1,-1-1 1,1 1-1,-1 0 1,1-1 0,0 1-1,0-1 1,0 1-1,0-1 1,0 1-1,0-2 1,0 0 0,0 0 0,0 0 0,0 0 0,1 0 0,-1 0 0,1 0 0,-1 1 0,1-1 0,0 0 0,0 0 0,0 1 0,3-5 0,-2 5 0,-1 0 0,1 1 0,0 0 0,0-1 0,-1 1 0,1 0 0,0 0 0,0 0 0,0 0 0,1 0 0,-1 0 0,0 1 0,0-1 0,0 1 0,0-1 0,1 1 0,2 0 0,9-2 0,1 1 0,0 1 0,-1 0 0,19 4 0,-30-4 0,-1 0 0,1 0 0,-1 1 0,1-1 0,-1 1 0,1 0 0,-1 0 0,0 0 0,1 0 0,-1 0 0,0 0 0,0 1 0,0-1 0,0 1 0,0-1 0,0 1 0,0 0 0,0 0 0,-1 0 0,1 0 0,-1 0 0,1 0 0,-1 0 0,0 0 0,0 1 0,0-1 0,0 1 0,0-1 0,-1 0 0,1 1 0,-1-1 0,1 5 0,-1-6 0,-1 1 0,1-1 0,0 0 0,-1 0 0,1 0 0,-1 0 0,1 0 0,-1 0 0,0 0 0,1 0 0,-1 0 0,0 0 0,0-1 0,0 1 0,0 0 0,1 0 0,-1-1 0,0 1 0,0-1 0,0 1 0,0-1 0,-1 1 0,1-1 0,0 1 0,0-1 0,0 0 0,0 0 0,0 1 0,-3-1 0,-40 3 0,35-3 0,-5 1 0,-23 1 0,33-4 0,23-2 0,3-1-208,5 0-1830,-6 0-3191,6-3-3543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44 1873,'0'0'13358,"5"-7"-12112,2-1-875,15-21 5074,-20 37-4138,-1 10-1646,-1 484 2033,-4-438-1777,-2 0 0,-4-1-1,-17 62 1,1-3-1814,19-100-326,6-22 2102,1 0-1,0 0 1,-1 0 0,1 0-1,0 0 1,0 0 0,-1 0-1,1-1 1,0 1-1,-1 0 1,1 0 0,0 0-1,0 0 1,-1 0 0,1 0-1,0 0 1,0-1-1,-1 1 1,1 0 0,0 0-1,0 0 1,-1-1 0,1 1-1,0 0 1,0 0 0,0-1-1,0 1 1,0 0-1,-1 0 1,1-1 0,0 1-1,0 0 1,0 0 0,0-1-1,0 1 1,0-1-1,-10-42-5514,8-9 1450,-2-15-626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3650,'0'0'1811,"20"-11"548,70-36 324,-82 44-2296,-1-1 0,1 1-1,0 0 1,0 1-1,1-1 1,-1 2-1,0-1 1,1 1-1,-1 1 1,1-1-1,11 2 1,4 0 758,-20-1-990,1 1 0,0-1 0,-1 1 0,1 1 0,-1-1 0,0 0 0,1 1 0,-1 0 0,0 0 0,0 1 0,0-1 0,0 1 0,-1-1 0,1 1 0,-1 0 0,1 1 0,-1-1 0,0 1 0,0-1 0,-1 1 0,1 0 0,-1 0 0,0 0 0,0 0 0,0 0 0,0 1 0,-1-1 0,0 0 0,2 8 0,-2-6-61,1 1 1,-1 0 0,0-1-1,-1 1 1,1 0-1,-1 0 1,-1 0 0,1-1-1,-1 1 1,0 0-1,-1-1 1,0 1 0,0 0-1,0-1 1,-1 0 0,0 0-1,0 0 1,0 0-1,-9 11 1,2-7-72,-1-1 0,0 0 0,0-1 0,0 0 0,-1-1 0,0 0-1,-1 0 1,0-2 0,0 1 0,0-2 0,0 0 0,-1 0 0,0-1 0,0-1 0,1 0 0,-21-1 0,33-1-248,1 0 1,-1-1-1,1 1 1,-1 0 0,1 0-1,0-1 1,-1 1-1,1 0 1,-1-1 0,1 1-1,0 0 1,-1-1 0,1 1-1,0-1 1,-1 1-1,1 0 1,0-1 0,0 1-1,0-1 1,-1 1-1,1-1 1,0 1 0,0-1-1,0 1 1,0-1-1,0 1 1,0-1 0,0 1-1,0-1 1,0 1-1,0-1 1,0 1 0,0-1-1,0 0 1,0 0-194,0 0-1,1 0 1,-1 0 0,0 0 0,0 0-1,0 0 1,1 0 0,-1 0 0,1 0-1,-1 0 1,1 0 0,-1 0 0,1 0-1,-1 0 1,1 1 0,0-1 0,-1 0-1,1 0 1,0 1 0,1-2 0,22-5-5172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1425,'0'0'17424,"6"-4"-15517,11-6-702,-16 10-1153,-1 0 0,0 0 0,1 0-1,-1 0 1,0 0 0,1 0 0,-1 0-1,0 0 1,1 0 0,-1 0 0,0 0 0,1 0-1,-1 1 1,0-1 0,0 0 0,1 0-1,-1 0 1,0 0 0,1 1 0,-1-1-1,0 0 1,0 0 0,1 0 0,-1 1-1,0-1 1,0 0 0,0 1 0,1-1-1,-1 1 1,1 3 311,0 1 0,0 0 0,0-1 0,-1 1 1,0 0-1,0 7 0,0 1-154,0 103 1552,-1-114-1763,1 0-1,1 0 1,-1 0-1,0-1 1,0 1-1,1 0 1,0 0 0,-1 0-1,1 0 1,0 0-1,0 0 1,-1-1-1,2 1 1,-1 0-1,0-1 1,0 1-1,0 0 1,1-1 0,2 3-1,-1-2-58,0 0-1,0-1 1,1 1 0,-1 0-1,0-1 1,1 0 0,-1 0 0,1 0-1,-1-1 1,6 1 0,1 0-145,-1-1 1,1 0-1,-1-1 1,1 0 0,-1-1-1,1 0 1,16-6 0,-14 3 76,-2-1 0,1-1 0,-1 1 1,0-2-1,0 1 0,-1-2 0,0 1 0,0-1 1,-1 0-1,9-14 0,-17 23 230,1 0 0,-1 0 0,1 0 0,0 0 0,-1 0 0,1 0 0,-1 0 0,1 0 0,-1 0 0,1 0 0,0 0 0,-1 0 0,1 0 0,-1 0 0,1 0 0,-1 1 0,1-1 0,-1 0 0,1 0 0,-1 1 0,1-1-1,-1 0 1,1 1 0,-1-1 0,1 0 0,-1 1 0,0-1 0,1 1 0,-1-1 0,0 1 0,1-1 0,-1 1 0,0-1 0,1 2 0,23 28-802,-8-8-336,21 8-3059,-33-28 3031,0 0 0,0 0-1,0 0 1,0 0 0,0-1-1,1 0 1,-1 1-1,6-1 1,10 0-5159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2353,'0'0'15471,"-11"0"-13873,-6 1-1052,0 1-1,1 1 0,-1 0 1,1 1-1,0 0 1,-17 8-1,22-7-294,4-3-47,0 1 0,0 0 1,0 1-1,1 0 0,-10 7 0,15-10-212,-1 0-1,1 0 1,1 0-1,-1 0 1,0 0 0,0 0-1,0 0 1,0 0 0,1 1-1,-1-1 1,0 0-1,1 1 1,0-1 0,-1 0-1,1 1 1,0-1-1,-1 0 1,1 1 0,0-1-1,0 1 1,0-1 0,0 1-1,0-1 1,1 0-1,-1 1 1,0-1 0,1 0-1,-1 1 1,1-1-1,-1 0 1,1 1 0,0-1-1,-1 0 1,1 0 0,0 0-1,2 2 1,20 28-524,-9-14 172,22 38 0,-32-48 130,-1 0 0,0 1 0,0-1 0,0 1 0,-1-1 0,-1 1 0,1-1 1,-1 1-1,0 12 0,-5-19 151,0 0 1,0-1 0,0 1-1,0-1 1,0 0-1,-7 0 1,7-1-152,3 1 115,0 0 1,0 0 0,0 0-1,0 0 1,0 0-1,0 0 1,-1-1-1,1 1 1,0 0 0,0-1-1,0 1 1,0-1-1,1 1 1,-1-1-1,0 0 1,0 1 0,0-1-1,0 0 1,1 0-1,-1 1 1,0-1-1,0 0 1,1 0 0,-1 0-1,1 0 1,-1 0-1,1 0 1,-1 0-1,1 0 1,0 0 0,0 0-1,-1 0 1,1 0-1,0 0 1,0 0-1,0 0 1,0-1 0,0 1-1,0 0 1,0 0-1,1 0 1,-1-2-1,1-2-255,0 1 0,0-1 1,1 0-1,-1 0 0,1 1 0,0-1 0,0 1 0,1 0 0,3-6 0,22-23-2758,48-43 0,-41 44 1887,38-37-829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46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20 1553,'0'0'17586,"-10"-6"-16137,8 5-1386,0-1 0,-1 1 0,1 0 0,0-1 0,-1 1 0,1 0 0,-1 0 0,1 0 1,-1 1-1,1-1 0,-1 1 0,0-1 0,1 1 0,-1 0 0,1 0 0,-1 0 0,0 0 0,1 1 0,-1-1 0,0 1 0,1-1 0,-1 1 0,1 0 0,-1 0 0,1 0 0,-1 0 0,1 1 0,0-1 0,0 1 1,0-1-1,-1 1 0,2 0 0,-1 0 0,0-1 0,0 2 0,0-1 0,-1 2 0,-14 18 332,1 1 0,1 0 0,1 2 0,1-1 0,2 1 0,0 1 1,1 0-1,-10 47 0,4 4 209,-11 142 1,22-23-624,5-196-53,2-6-312,3-5 376,2 0-1,0 1 1,0-1 0,1 1 0,10-10-1,11-15 99,-28 34-31,-1 1 0,1-1 0,-1 0 0,1 1 0,-1-1 1,1 1-1,-1-1 0,1 1 0,0-1 0,-1 1 0,1 0 0,0-1 0,0 1 0,-1 0 1,1-1-1,0 1 0,0 0 0,0 0 0,-1 0 0,1 0 0,0 0 0,0 0 0,0 0 1,-1 0-1,1 0 0,0 0 0,0 0 0,0 0 0,-1 0 0,1 1 0,0-1 0,0 0 1,-1 1-1,1-1 0,0 1 0,-1-1 0,2 1 0,24 24-706,-16-14 438,-4-6-598,1 1 0,0-1-1,0-1 1,0 1 0,1-1 0,9 4 0,-10-5-915,0-1 1,0 0 0,0-1-1,11 2 1,21-2-8340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1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2 2225,'-1'-1'16073,"0"1"-16047,1 0 0,-1 0-1,0 0 1,1 0 0,-1 0 0,0 0 0,1 0-1,-1 0 1,0 0 0,1 0 0,-1 0 0,0 0-1,1 0 1,-1 0 0,0 1 0,1-1 0,-1 0-1,0 1 1,1-1 0,-1 0 0,1 1-1,-2 0 1,-19 14 565,0 2 0,1 0-1,0 1 1,1 1-1,2 1 1,0 0 0,-26 42-1,34-46-486,1 1 0,1-1 0,1 1 0,1 1 0,0-1 0,1 1 0,1 0 1,0 0-1,2 0 0,0 36 0,2-44-84,0 1-1,1-1 1,0 0 0,0 1 0,1-1 0,0 0 0,1-1 0,0 1 0,1-1 0,0 1-1,0-1 1,13 15 0,-10-14-28,0-1 0,0 0 0,1 0-1,1-1 1,0 0 0,0 0 0,0-1-1,1-1 1,0 1 0,19 7 0,-25-13-124,0 1 0,0-1 0,0 1 1,0-1-1,1-1 0,-1 1 0,0-1 1,0 0-1,0 0 0,1 0 0,5-2 0,-7 1-449,1 0 0,-1-1-1,0 0 1,1 0-1,-1 0 1,0-1-1,0 1 1,0-1-1,-1 0 1,1 0-1,-1 0 1,5-5 0,11-15-4979,-3-2-1115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29 3073,'0'0'18113,"3"-6"-15910,6-11-655,-3 11-119,-7 18-262,-2-2-898,0 0 0,-1-1 0,0 1 0,-1-1 0,0 0 0,-7 10 0,7-13-250,1 1 0,0-1 0,0 1 0,0-1 0,1 1 0,0 0 0,0 0 0,1 1 0,0-1 0,0 0 0,1 1 0,0-1 0,0 1 1,1 10-1,1-16-68,-1 1 1,1-1-1,0 0 1,1 0-1,-1 0 1,0 1-1,1-1 1,-1 0-1,1-1 1,-1 1-1,1 0 1,0 0-1,0-1 1,0 1 0,0-1-1,0 1 1,0-1-1,0 0 1,0 0-1,4 1 1,52 18-877,-48-17 632,0-1 27,-6-1 88,1 1 0,-1-1 0,1 0 1,-1 1-1,1 0 0,5 4 0,-9-6 181,-1 1 0,1 0 0,0-1 0,-1 1 0,1 0-1,-1-1 1,1 1 0,-1 0 0,1 0 0,-1 0 0,1-1 0,-1 1 0,0 0-1,0 0 1,1 0 0,-1 0 0,0 0 0,0 0 0,0 0 0,0 0 0,0 0 0,0-1-1,0 1 1,0 0 0,0 0 0,-1 0 0,1 0 0,0 0 0,-1 0 0,1 0-1,0-1 1,-1 1 0,1 0 0,-1 0 0,1-1 0,-1 1 0,0 0 0,1 0 0,-1-1-1,-1 2 1,-4 5 215,-1 0 0,0-1 0,-1 1 0,0-2 0,0 1 0,-15 8 0,-61 25 470,49-24-866,-3-3-1681,10-9-5414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2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9284,'0'0'15127,"85"52"-14150,-49-33-113,1-2-192,5-5-400,-2 1-272,-9-7 0,-8-2-784,-6-2-913,-9-2-1600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5715,'0'0'14745,"18"14"-12931,-5-3-1405,-7-7-260,1 0 0,-1 1 1,0 0-1,-1 0 1,1 0-1,-1 1 0,0 0 1,-1 0-1,1 0 0,-1 0 1,0 1-1,-1 0 1,0 0-1,0 0 0,0 0 1,-1 0-1,3 12 1,2 37 911,-3-1 1,-1 1-1,-7 60 1,1-86-847,-1 0 0,-1 0 0,-2-1-1,-1 0 1,-2 0 0,0-1 0,-21 37 0,17-39-77,-1-1 0,-1-1 1,-2 0-1,-30 32 0,33-41-163,0-2 1,0 0-1,-1-1 0,-1 0 1,0-2-1,-1 0 0,-28 12 1,44-21-839,-11 4-1388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7:5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209 344 13488,'-208'-83'0,"398"-34"0,-380 234 0,3194-378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151 138 112,'0'0'8022,"0"-12"-6378,1-26-545,2-50 6320,-7 139-3429,-12 26-2902,-1 2-454,-12 257 1081,27 4-655,3-186-695,-1-122-308,-5 40 0,4-63-101,-1 0-1,0 0 1,0-1-1,-1 1 1,0 0-1,0-1 1,-1 1 0,0-1-1,-7 10 1,11-18-79,-1 1 0,1-1 0,0 1 1,0-1-1,-1 1 0,1-1 0,0 0 1,-1 1-1,1-1 0,0 1 0,-1-1 1,1 0-1,-1 1 0,1-1 0,-1 0 1,1 0-1,0 1 0,-1-1 0,1 0 0,-1 0 1,1 0-1,-1 0 0,0 1 0,1-1 1,-1 0-1,1 0 0,-1 0 0,1 0 1,-1 0-1,1 0 0,-1-1 0,1 1 1,-1 0-1,1 0 0,-1 0 0,1 0 1,-1 0-1,1-1 0,-1 1 0,1 0 1,-1-1-1,1 1 0,0 0 0,-1-1 1,1 1-1,-1 0 0,1-1 0,0 1 1,-1-1-1,1 1 0,0 0 0,0-1 1,-1 1-1,1-1 0,0 0 0,-12-30-6095,12 29 6097,-13-45-7272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596 316 2273,'0'0'5805,"1"-11"-4753,3-34 39,-4 45-1053,0-1 0,1 0 0,-1 1 1,0-1-1,0 0 0,1 1 1,-1-1-1,0 1 0,1-1 0,-1 0 1,1 1-1,-1-1 0,0 1 0,1-1 1,-1 1-1,1 0 0,0-1 1,-1 1-1,1-1 0,-1 1 0,1 0 1,0-1-1,-1 1 0,1 0 0,0 0 1,-1 0-1,1-1 0,0 1 1,-1 0-1,1 0 0,0 0 0,-1 0 1,1 0-1,0 0 0,-1 0 0,1 1 1,0-1-1,-1 0 0,1 0 1,0 1-1,5-1 290,315 3 5272,56 0-4061,1690-151-1075,-1733 97-590,-13 0 1965,-268 46 1458,-53 6-3207,0-1 0,1 0 0,-1 0 0,0 0 0,1 0 0,-1 1 0,0-1 0,1 0 0,-1 0 0,0 1 0,1-1 0,-1 0 0,0 0 0,1 1 0,-1-1 0,0 0 0,0 1 0,0-1 0,1 0 0,-1 1 0,0-1 0,0 1 0,0-1 0,0 0 0,0 1 1,0-1-1,0 0 0,0 1 0,0-1 0,0 1 0,0 0 0,0 18 733,0-13-354,-3 40 494,-2-1 0,-2 0 0,-14 47 0,8-39-952,-31 140-11,-40 199 0,-2 271 0,85-545 0,0-117 0,0-1 0,0 1 0,-1-1 0,1 0 0,-1 0 0,1 0 0,0 1 0,-1-1 0,1-1 0,0 1 0,-1 0 0,1 0 0,0 0 0,-2-1 0,-2-1 0,-24-6 0,1 1 0,-47-6 0,-560-13-1085,484 23 756,-2136-14-535,2271 17 874,-543 25 1858,526-21-1593,28-1-255,13-2-118,12 0-59,109 1-1698,-116-3 923,-1 0 0,1-1 0,-1 0 0,0-1 0,0 0 1,0-1-1,0 0 0,14-9 0,3-8-4705,-6-7-2887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71 198 1265,'0'0'5605,"-11"3"-4957,-2 0-379,7-2-7,0 0 1,0 1-1,0-1 1,0 1-1,-10 10 5608,16-12-5781,11 4 1291,12 0-954,125-2 1742,237-28 1,-189 9-1283,1783-75-693,-1503 76-279,-466 16 93,383-24 1171,-390 23-1133,10 0 372,-1 0-1,1-1 1,-1-1 0,1 0-1,16-7 1,-28 10-235,0 0-1,0-1 1,0 1 0,0-1 0,-1 1 0,1-1-1,0 0 1,0 1 0,0-1 0,0 0 0,-1 1 0,1-1-1,0 0 1,-1 0 0,1 0 0,0-1 0,-1 2-74,0-1 0,0 1 1,0-1-1,0 1 1,0-1-1,0 1 0,0-1 1,0 1-1,0-1 1,0 1-1,0-1 0,0 1 1,-1-1-1,1 1 1,0 0-1,0-1 1,0 1-1,-1-1 0,1 1 1,0-1-1,-1 1 1,1 0-1,-1-1 0,0-1-3,-1 1 0,0 0-1,0 0 1,0-1-1,0 1 1,0 0 0,0 0-1,0 1 1,0-1-1,-3 0 1,3 0-103,-1 1 0,1 0 1,0 0-1,-1 0 0,1 0 0,0 0 0,-1 0 0,1 1 1,0-1-1,0 1 0,-1-1 0,1 1 0,0 0 1,0 0-1,0 0 0,-4 3 0,1 0-72,0 1 0,0 0 0,1 0 0,-7 8 0,6-6-140,-29 30-5424,29-33 4018,0 0 1,0 0 0,0-1 0,0 0 0,-1 0 0,0 0 0,0-1-1,1 1 1,-14 2 0,-13 1-7899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4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11 2049,'0'0'10509,"-1"-11"-2650,0 17-7201,-1 0 0,-1 0 0,1 0-1,-1 0 1,-7 10 0,6-10-336,1-1 0,0 1 0,0 0 0,0 0 0,1 0 0,-3 11 0,3-9-136,-3 22 221,4-30-402,1 1 0,0 0 1,0-1-1,0 1 0,0 0 0,0-1 0,0 1 1,0-1-1,0 1 0,0 0 0,0-1 1,0 1-1,0 0 0,0-1 0,1 1 1,-1-1-1,0 1 0,0 0 0,1-1 0,-1 1 1,0-1-1,1 1 0,-1-1 0,1 1 1,-1-1-1,0 1 0,1-1 0,-1 0 0,1 1 1,-1-1-1,1 0 0,0 1 0,0-1 1,22 1-388,-1-1 0,1-1 0,44-9 0,-33 4 87,18 4-665,-51 3 962,0-1 0,1 1 0,-1 0 0,0-1 1,0 1-1,0 0 0,-1 0 0,1 0 0,0 0 0,0 0 0,0 0 0,-1 0 1,1 0-1,0 0 0,-1 0 0,1 0 0,-1 0 0,1 1 0,-1-1 0,0 0 1,1 0-1,-1 0 0,0 1 0,0-1 0,0 0 0,0 1 0,0 1 0,0 0 49,1 0 0,-1 1 0,0-1 0,-1 0 0,1 0 0,0 1-1,-1-1 1,0 0 0,1 0 0,-4 6 0,1-5-2,0-1 1,-1 0-1,0 0 1,1 0 0,-1 0-1,0-1 1,-1 1-1,1-1 1,0 0-1,-1-1 1,1 1-1,-6 1 1,-67 13-8,43-10-40,-2 3-19,-4 2-908,12-8-4618,23-5 940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1553,'0'0'14951,"121"-54"-13367,-94 52-591,0 2-449,-10 0-496,-6 0-48,-3 2-656,-4 11-1521,2-3-2353,-4 0-2450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1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11 1217,'0'0'15380,"8"0"-12918,18 0-890,-8 0 1989,-17 0-3451,-1 1-1,1-1 0,-1 1 0,1-1 1,-1 0-1,1 1 0,-1-1 1,0 1-1,1 0 0,-1-1 0,0 1 1,0-1-1,1 1 0,-1-1 0,0 1 1,0 0-1,0-1 0,0 1 1,1 0-1,-1-1 0,0 1 0,0-1 1,-1 2-1,2 18 339,-1-19-274,0 2-153,1 0 1,-1 0 0,0-1 0,0 1-1,-1 0 1,1 0 0,0-1 0,-1 1-1,0 0 1,1-1 0,-1 1 0,0-1-1,-1 1 1,1-1 0,0 1 0,-1-1-1,1 0 1,-1 0 0,0 1 0,1-1-1,-1 0 1,0-1 0,0 1 0,-1 0-1,1 0 1,0-1 0,-1 0 0,1 1-1,0-1 1,-1 0 0,0 0 0,1 0-1,-1-1 1,1 1 0,-1 0 0,0-1-1,0 0 1,-4 0 0,2 1 6,-1-1-5,1 1 0,-1-1-1,1 0 1,-1-1 0,1 1-1,-7-3 1,10 3-21,0-1 0,0 0 1,1 0-1,-1 0 0,0 0 1,1 0-1,-1 0 0,1-1 0,-1 1 1,1 0-1,0-1 0,-1 1 0,1-1 1,0 0-1,0 1 0,0-1 1,0 0-1,0 0 0,1 0 0,-2-3 1,0 1 4,1 0 0,0-1 0,0 0 1,0 1-1,0-1 0,1 0 0,0-9 0,0 13-8,0-1-1,0 1 1,1-1-1,-1 1 1,1-1-1,-1 1 1,1 0-1,-1-1 1,1 1-1,0-1 1,0 1-1,0 0 1,0 0-1,0-1 0,0 1 1,0 0-1,0 0 1,0 0-1,0 0 1,1 0-1,-1 1 1,0-1-1,1 0 1,-1 1-1,0-1 1,1 0-1,-1 1 1,3-1-1,10-1 2,-1 0 1,0 0-1,1 2 1,-1-1-1,1 2 0,13 2 1,-24-3 11,-1 1 0,0 0 0,0 0 0,0 0 0,0 0 0,0 0 0,0 1 0,0-1 0,-1 1 0,1-1 0,0 1 0,-1-1 0,1 1 0,-1 0 0,0 0 0,1 0 0,-1 0 0,0 0 0,0 0 0,0 0 0,-1 0 0,1 0 0,0 1 1,0 3-1,0-1 43,0 0 0,0 0 0,-1 1 0,1-1 0,-1 0 0,0 0 0,-1 0 0,1 0 1,-1 1-1,-2 5 0,2-9-11,0 0 1,-1 0-1,1 0 1,0-1-1,-1 1 0,0 0 1,1 0-1,-1-1 1,0 1-1,0-1 1,0 0-1,0 1 0,0-1 1,0 0-1,-1 0 1,1 0-1,0-1 1,0 1-1,-1 0 0,1-1 1,0 0-1,-3 1 1,-59 2 859,52-3-795,11 0-91,0 0 0,0 0 0,-1 0 0,1 0 0,0 0 0,0 0 0,0 0 0,0 0 0,0-1 0,0 1-1,0 0 1,-1-1 0,1 1 0,0-1 0,0 1 0,0-1 0,0 1 0,1-1 0,-1 0 0,0 0 0,0 1 0,0-1-1,0 0 1,0-1 0,0 0 7,0-1-1,1 1 0,-1-1 1,1 1-1,0-1 0,0 1 1,0-1-1,0 1 0,0-3 1,0-7-42,0 10 16,0 0 0,1 1 1,-1-1-1,0 0 0,0 1 0,1-1 0,-1 0 0,1 1 0,0-1 0,-1 0 0,1 1 0,0-1 0,0 1 0,0 0 0,0-1 0,0 1 0,0 0 0,0-1 0,3-1 0,-1 1-12,0 0-1,1 0 0,-1 1 1,0-1-1,1 1 0,-1 0 1,1-1-1,6 0 0,4 1-33,-1 0-1,0 0 0,1 1 0,16 3 0,-28-2 49,0-1-1,0 1 1,0-1 0,0 1 0,0 0 0,0 0-1,0 0 1,0 0 0,0 0 0,-1 1-1,1-1 1,-1 0 0,1 1 0,-1-1 0,1 1-1,-1 0 1,0-1 0,0 1 0,0 0 0,0 0-1,0 0 1,0 0 0,0 0 0,0 0-1,-1 0 1,1 0 0,-1 0 0,0 0 0,1 0-1,-1 0 1,0 0 0,0 0 0,-1 4 0,1-5 21,-1 0 1,1 0 0,-1 1 0,1-1-1,-1 0 1,1 0 0,-1 0 0,0 0-1,0 0 1,1 0 0,-1 0 0,0 0 0,0 0-1,0 0 1,0-1 0,0 1 0,0 0-1,0-1 1,0 1 0,-1-1 0,1 1 0,0-1-1,0 1 1,0-1 0,-1 0 0,1 1-1,-2-1 1,-42 7 291,34-6-308,-14 3 227,-12 1-1570,35-5 499,4-1-262,19-4-2004,19-9-3817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29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3394,'0'0'20772,"1"14"-19510,2 56-229,-3 0 1,-3 0-1,-3 0 1,-29 129-1,22-114-1028,11-64-409,-1 0 1,0 0-1,-2 0 0,0-1 0,-2 0 0,0 0 1,-11 22-1,17-40-76,-1 0 0,1 0 0,-1 0-1,0 0 1,0-1 0,1 1 0,-1-1 0,0 1 0,-3 1 0,4-3 68,1 1-1,-1-1 1,0 0 0,0 1 0,0-1 0,1 0-1,-1 1 1,0-1 0,0 0 0,0 0-1,0 0 1,1 0 0,-1 0 0,0 0 0,0 0-1,0 0 1,0 0 0,1 0 0,-1-1-1,0 1 1,0 0 0,0 0 0,1-1-1,-1 1 1,0-1 0,0 1 0,1 0 0,-1-1-1,0 1 1,1-1 0,-2-1 0,-10-22-8502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2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6259,'0'0'15009,"4"16"-12997,-3-11-1880,3 5 79,-2 0 0,1 0 0,-1 0 0,-1 1-1,0-1 1,-1 0 0,1 1 0,-2-1 0,0 0 0,0 1 0,-4 14 0,0-10 59,-1 0 0,-1-1 0,0 0 0,0 0 0,-1-1 0,-1 0 0,-1 0 0,-17 18 0,20-25-182,1 1-1,-2-1 1,1-1 0,0 0-1,-1 0 1,0 0 0,0-1 0,0 0-1,-1-1 1,0 0 0,1 0 0,-1 0-1,0-1 1,0-1 0,0 0 0,-10 0-1,15 0-120,0-1 1,0 0-1,0 0 0,0-1 0,0 1 0,0-1 0,0 0 0,0 0 0,-6-3 0,7 2-92,0 0 1,1-1-1,-1 1 1,1 0-1,0-1 0,0 0 1,0 1-1,0-1 0,0 0 1,1 0-1,-3-6 0,1 3-436,0-1 0,0 0 0,1 0 0,0 0-1,1 0 1,-1 0 0,1-8 0,0 12-22,1-1 1,0 1-1,1-1 1,-1 1-1,1-1 0,-1 1 1,1 0-1,0-1 1,0 1-1,1 0 1,-1 0-1,0 0 1,1 0-1,0 0 0,0 0 1,4-5-1,20-17-6340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2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5378,'0'0'15274,"1"8"-13356,5 129 3418,-6-137-5351,0 1-1,1 0 1,-1 0-1,1-1 1,-1 1 0,1 0-1,-1-1 1,1 1-1,0 0 1,-1-1 0,1 1-1,0-1 1,-1 1-1,1-1 1,0 0-1,0 1 1,0-1 0,-1 0-1,1 1 1,0-1-1,0 0 1,0 0 0,0 0-1,-1 0 1,1 0-1,0 0 1,0 0 0,0 0-1,0 0 1,0 0-1,-1 0 1,1 0-1,0-1 1,1 1 0,4-1-174,5 1-160,1-2 1,-1 1-1,0-1 0,1-1 1,-1 0-1,21-9 1,62-37-1518,-67 35 1396,-17 8 389,-7 6 89,-1-1 0,0 0 0,0 0 1,0 0-1,0 0 0,0-1 0,0 1 0,0-1 0,-1 1 0,4-4 2060,-5 11-1052,0 3-891,0 0 0,1-1-1,0 1 1,1 0-1,-1 0 1,7 15 0,-7-21-293,1 0 1,-1 0-1,1 0 1,0-1-1,-1 1 1,1-1 0,1 1-1,-1-1 1,4 4-1,-4-4-270,1-1 0,-1 0 0,0 1 0,1-1 0,-1 0 0,0 0 0,1 0 0,0-1 0,-1 1 0,1-1 0,-1 1 0,1-1 0,3 0 1,13 0-5444,2 0-1461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114 734 6451,'0'0'18163,"-13"1"-17024,-43 2-224,55-3-899,-1 0-1,1 0 1,-1 0 0,1 0-1,-1 1 1,1-1-1,0 1 1,-1-1 0,1 1-1,0-1 1,0 1 0,-1 0-1,1 0 1,0 0-1,0 0 1,0 0 0,0 0-1,0 0 1,0 0-1,0 0 1,0 0 0,0 0-1,1 0 1,-1 1-1,0-1 1,1 0 0,-1 3-1,0 0-148,0 0 0,1 1 0,0-1 0,0 0 0,0 1 0,1 6 0,0 0-256,7 73-1066,-5-66 1190,0-1 0,-2 1 0,0-1 0,-3 32 0,2-47 225,-1-1 0,1 0 0,-1 0 0,1 0 0,-1 0 0,1 0-1,-1 0 1,1 0 0,-1 0 0,0 0 0,0 0 0,1 0 0,-1 0 0,0 0 0,0 0-1,0-1 1,0 1 0,0 0 0,0-1 0,0 1 0,0-1 0,0 1 0,-1-1 0,1 0 0,0 1-1,0-1 1,0 0 0,-1 0 0,-1 0 0,3-5-2182,2-1 1817,0 0 0,0 1-1,0-1 1,1 0 0,0 1 0,0-1 0,0 1 0,8-8 0,41-45-1731,-24 30 1192,303-368-5301,-249 294 5351,-58 73 932,92-121 187,-98 125 1098,-2-2 1,0 0-1,21-53 1,-36 78-899,1-1 1,-1 0-1,-1 1 1,1-1-1,0 0 1,-1 0-1,1 0 1,-1 1-1,0-1 1,0 0-1,0 0 1,0 0-1,-1-4 1,1 7-280,-1-1-1,1 1 1,0 0-1,-1-1 1,1 1-1,0-1 1,-1 1-1,1-1 1,-1 1-1,1 0 1,0-1 0,-1 1-1,1 0 1,-1 0-1,1-1 1,-1 1-1,1 0 1,-1 0-1,1 0 1,-1-1 0,1 1-1,-1 0 1,0 0-1,0 0 1,-25 7 1231,12 0-1030,0 2 0,0-1-1,1 2 1,0 0 0,-14 14 0,-1 5 491,-27 33-1,33-33-623,1 1 1,1 2-1,2 0 0,1 0 0,1 2 0,2 0 1,2 1-1,1 0 0,1 0 0,3 2 0,0-1 1,3 0-1,-1 62 0,3-59-185,1-27-39,0 0 0,1 0 0,1 0 1,0 0-1,0 0 0,5 18 0,-5-28-14,-1-1 1,1 0-1,0 0 0,-1 0 1,1 0-1,0 0 1,0 0-1,0 0 0,0 0 1,0 0-1,0-1 1,0 1-1,0 0 0,0 0 1,0-1-1,1 1 0,-1-1 1,0 1-1,0-1 1,1 0-1,-1 1 0,0-1 1,0 0-1,1 0 1,-1 0-1,0 0 0,1 0 1,-1 0-1,0 0 0,1 0 1,1-1-1,4-1-51,-1 1 0,0-1 0,1 0 0,-1-1 0,8-3 0,4-4-41,0 0 1,0-2-1,-1 0 1,0 0-1,-1-2 0,-1 0 1,0-1-1,16-20 1,-24 25 3846,-8 22-4098,1 5 133,1-1-1,0 0 1,1 0 0,6 25 0,-6-36-245,0 1 0,0-1 1,0 0-1,1 0 0,-1-1 0,1 1 1,6 7-1,-7-9-156,1-1 0,-1 0 0,1 0 0,-1 0 0,1 0 0,0 0 0,0 0-1,0-1 1,0 1 0,0-1 0,0 0 0,0 0 0,7 1 0,22 0-8140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0 1617,'0'0'16325,"-18"14"-13265,-28 22-112,1 2 0,-67 76 0,94-92-2607,1 1 0,1 1 0,1 0 0,1 1 1,2 1-1,-17 47 0,21-47-526,2 1 1,0 0 0,2 1-1,1-1 1,1 1-1,2 0 1,2 27-1,-1-50-45,-1 0 0,1 0 0,0 0 1,0-1-1,0 1 0,1 0 0,-1-1 0,1 1 0,0-1 0,1 1 0,-1-1 1,1 0-1,0 0 0,0 0 0,0 0 0,0-1 0,1 1 0,0-1 1,-1 0-1,1 0 0,8 4 0,-2-2-1043,-1-1 0,1-1 1,-1 0-1,1 0 0,0-1 1,1 0-1,-1-1 0,0 0 1,14-1-1,27 0-8676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15431,'0'0'13372,"-20"22"-11171,-65 74-926,73-84-1189,1 1 1,1 1-1,0 0 0,1 0 1,-10 21-1,16-26-90,0 1 0,0 0 1,1 0-1,0 0 0,0 0 0,1 0 1,1 16-1,0-22 4,0 0 0,1 0 0,-1 0 0,1-1 0,0 1 0,0 0 0,1-1 0,-1 1 0,1 0 0,0-1 0,0 0 0,0 1 0,0-1 0,0 0 0,1 0 0,-1 0 0,1-1 0,0 1 0,0-1 0,0 1 0,0-1 0,0 0 0,1 0 0,-1 0 0,1-1 0,-1 1 0,1-1 0,-1 0 0,8 2 0,8 1 0,0 0 0,1-2 0,0 0 0,28-1 0,143-1-1507,-190 0 1375,0 0 1,0 0-1,0 0 1,0 0-1,0 0 1,0 0-1,0 0 0,0-1 1,0 1-1,0 0 1,0-1-1,0 1 1,0-1-1,0 1 1,0-1-1,-1 1 1,1-1-1,0 0 1,0 1-1,0-1 1,1-1-1,-2 1-541,0-1 0,1 1 1,-1 0-1,0 0 0,0 0 0,1-1 0,-1 1 0,0 0 0,0 0 0,0-1 1,0 1-1,-1 0 0,1 0 0,0 0 0,-1-1 0,1 1 0,0 0 0,-1 0 1,1 0-1,-2-2 0,-9-13-11594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7363,'0'0'11526,"-54"109"-7476,47-61 271,7-2-2512,0-2-1360,0-4-433,0-7-16,11-4-1377,1-4-1536,5-8-1810,4-9-3120,2-8-3314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3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0 16135,'0'0'7636,"6"30"-3957,-4-19-3358,13 62 1689,26 78 0,-19-80-1484,23 138 1,-38-160-547,-2 1 1,-3 0 0,-7 88 0,4-126 22,-1-1-1,0 1 1,-1-1 0,0 1-1,0-1 1,-2 0-1,1-1 1,-1 1 0,-1-1-1,0 0 1,0 0 0,-1 0-1,0-1 1,-17 16 0,14-16-41,-1-1 0,-1 0 0,0 0 1,0-1-1,0-1 0,-1 0 0,0-1 1,0 0-1,0-1 0,-1 0 1,1-1-1,-18 2 0,-9-1-4713,-78-3-1,27-8-4407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4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1 439 1105,'0'0'725,"4"-22"396,29-144 1373,-29 143-2029,18-113 2655,-16 44 7526,-6 101-9323,-11 157 1454,-1-11-1384,13-7-466,20 156 0,-6 293 149,-15-550-1031,-14 389 445,8-345-938,4-204-10874,1 64 5951,-3-30-3337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66 6883,'0'0'8223,"10"-4"-7770,2-1-200,0 1 0,-1 1 0,2 0-1,-1 1 1,21-2 0,77 2 1052,-71 2-997,594-12 3222,-184 2-2837,24 2-564,932-1-1192,-1393 9 1122,24 0-82,-1 2-1,1 1 1,38 8-1,-66-9 263,1 0-1,-1 1 0,0 0 1,0 0-1,0 0 0,0 1 1,0 0-1,-1 1 0,0 0 1,0 0-1,0 0 0,0 1 1,-1 0-1,0 1 0,0-1 1,-1 1-1,9 14 0,-2 5 831,-1 1 0,-1 0 0,8 42 0,-8-30-450,15 37 1,-8-35-464,-1 1 1,-2 0-1,-2 1 0,11 73 1,-16-40-124,-4 0 1,-3 0 0,-3 0 0,-4 0 0,-3-1 0,-29 109 0,10-85-34,3-13 0,3 0 0,-18 143 0,32 100 0,9-269 0,0-60 0,0 1 0,0-1 0,0 0 0,0 1 0,0-1 0,0 0 0,0 0 0,0 1 0,0-1 0,0 0 0,0 0 0,0 1 0,0-1 0,0 0 0,0 0 0,0 1 0,0-1 0,1 0 0,-1 0 0,0 1 0,0-1 0,0 0 0,0 0 0,1 0 0,-1 1 0,0-1 0,0 0 0,0 0 0,1 0 0,-1 0 0,0 0 0,0 1 0,1-1 0,-1 0 0,0 0 0,0 0 0,1 0 0,-1 0 0,0 0 0,0 0 0,1 0 0,-1 0 0,0 0 0,0 0 0,1 0 0,-1 0 0,0 0 0,1 0 0,-1 0 0,1-1 0,-1 1 0,1 0 0,-1-1 0,1 1 0,-1 0 0,1-1 0,-1 1 0,1 0 0,-1-1 0,1 1 0,-1-1 0,0 1 0,1-1 0,-1 1 0,0-1 0,0 0 0,1 1 0,-1-1 0,0 1 0,0-1 0,0 1 0,0-1 0,1 0 0,-1 0 0,-1-2 0,1 1 0,-1 0 0,1 0 0,-1-1 0,0 1 0,0 0 0,0 0 0,0 0 0,0 0 0,0 0 0,0 0 0,-1 0 0,1 0 0,-1 1 0,1-1 0,-1 0 0,0 1 0,0 0 0,0-1 0,0 1 0,0 0 0,0 0 0,0 0 0,0 0 0,0 0 0,0 0 0,-1 1 0,1-1 0,0 1 0,-4-1 0,-10-1 0,0-1 0,0 2 0,-20 1 0,32 0 0,-3526 4 0,3529-4-1,-18 2 9,16 14-92,3-15 60,-1-1 1,1 1 0,0 0 0,0-1-1,-1 1 1,1-1 0,-1 1-1,1-1 1,0 0 0,-1 1 0,1-1-1,-1 1 1,1-1 0,-1 0-1,1 1 1,-1-1 0,1 0 0,-1 1-1,0-1 1,1 0 0,-1 0-1,1 0 1,-1 0 0,0 0 0,1 1-1,-1-1 1,1 0 0,-1 0 0,0 0-1,0-1 1,-25 1 80,20 0-107,-4 0 41,-7-1 44,17 1-36,-1 0 0,1 0 0,-1-1-1,1 1 1,0 0 0,-1-1 0,1 1-1,-1 0 1,1-1 0,0 1 0,-1-1-1,1 1 1,0-1 0,0 1 0,-1-1-1,1 1 1,0-1 0,0 1 0,0-1 0,-1 1-1,1-1 1,0 1 0,0-1 0,0 1-1,0-1 1,0 1 0,0-2 0,1 1-64,-1 0 0,1 1 1,0-1-1,-1 0 1,1 1-1,0-1 1,0 0-1,-1 1 0,1-1 1,0 1-1,0-1 1,0 1-1,-1 0 1,1-1-1,0 1 0,0 0 1,0-1-1,0 1 1,1 0-1,25-6-2222,-23 5 1018,7 1-1761,2 0-1932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6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1825,'-1'6'17128,"1"-4"-17079,0-1 0,0 0 1,0 1-1,0-1 0,0 0 0,0 1 0,0-1 0,0 0 1,0 1-1,1-1 0,-1 0 0,0 1 0,1-1 0,-1 0 1,2 2-1,13 0 20,1 0 0,-1-1 1,1-1-1,-1 0 0,1-2 0,16-1 1,17 0 8,262-17 221,-73 1-316,577 10 636,-547 9-869,1047 24 463,-712-15 4426,-395-7-4208,-49-3 502,-53 4 3037,-47 4-3106,-82 0-493,-65 4-1662,4 0-3590,-2-6-6641,40-6 1563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 1297,'0'0'14393,"1"0"-14249,-1 0 1,0-1 0,1 1-1,-1 0 1,1 0 0,-1 0-1,1 0 1,-1 0 0,1 0-1,-1 0 1,1 0 0,-1 0-1,1 0 1,0 0-1,-1 0 1,1 0 0,-1 0-1,1 0 1,-1 0 0,0 1-1,1-1 1,-1 0 0,1 0-1,-1 0 1,1 1-1,-1-1 1,1 1 0,0 0 31,-1 1-1,1 0 1,-1-1 0,1 1 0,-1-1 0,1 1 0,-1 0 0,0-1 0,0 1 0,0 0-1,0 0 1,0-1 0,0 1 0,-1 0 0,1-1 0,0 1 0,-1 0 0,1-1 0,-2 3-1,-17 37 1641,17-36-1512,-13 22 759,-2-1 0,-1-1 0,-38 41 1,31-37-303,-40 59 1,62-83-737,0 0 0,1 0 0,0 1 0,0-1 0,-1 8 0,2-12-25,1 1 0,0-1 1,-1 0-1,1 1 0,0-1 1,0 0-1,0 1 1,0-1-1,0 0 0,0 1 1,0-1-1,0 0 0,1 1 1,-1-1-1,0 0 1,1 1-1,-1-1 0,1 0 1,0 0-1,-1 1 0,1-1 1,0 0-1,0 0 1,0 0-1,-1 0 0,1 0 1,2 2-1,11 1 7,0 0 0,0-1 0,0-1 0,0 0 0,0-1 0,0 0 0,28-3 0,-12 2-39,103 1 6,288-13-311,-358 2 319,-63 10-39,-12 0-1354,-24 1-1687,-20 1-3144,49-2 4358,0-1-1,0 1 1,0-1-1,0-1 1,-8-2-1,-9-10-5996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10485,'0'0'10533,"-55"123"-7252,39-71-912,5 1-720,3-3-416,0-2-497,1-6-544,1-5-192,6-3-224,-4-5-1089,-2-2-1600,-3-2-2129,-5-4-4163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8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9 1569,'0'-8'20228,"0"62"-15412,0 24-1578,0-26-2343,-13 80 0,-19 205 335,28 3-1428,5-242 292,-2-63-94,-1 0 0,-1-1 0,-2 1 0,-14 49 0,17-72 0,0-1 0,0 0 0,1 1 0,1 18 0,-4 31 0,0-40 0,1 39 0,-3 11 0,1 0 0,7-109-2414,0 17-1900,-2-1-3405,0 9-708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3474,'0'0'12189,"11"1"-6282,-7 1-5345,0 0 0,-1 1 0,0 0 0,1 0 1,-1 0-1,0 0 0,5 7 0,19 18 690,42 17 23,39 27 532,-77-48-897,49 28 1,-64-44-821,0 0 1,1-1 0,0-1 0,0 0 0,26 4 0,-35-7-91,-7 0-37,-1-2-262,0-29-17632,0 12 9450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8:49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 5955,'0'0'14073,"-1"7"-11595,-5-2-1926,0 1-1,0-2 0,0 1 0,0 0 1,-1-1-1,0-1 0,0 1 1,-13 4-1,4 0 149,-11 4-188,0 1 1,1 1 0,1 2 0,1 0 0,0 2 0,1 1 0,-36 37 0,48-43-218,8-8-278,-1 0 0,0 0 0,0 0-1,-1-1 1,1 1 0,-1-1-1,0 0 1,0-1 0,0 1 0,0-1-1,-10 4 1,12-7-185,5-13-2991,21-25-8009,-10 12-861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19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7876,'0'0'12098,"7"12"-10185,-2-5-1607,0 0-41,0 1 1,0 0 0,-1 0 0,0 0-1,0 0 1,-1 1 0,0-1-1,-1 1 1,0 0 0,2 12 0,-2 47 564,-2-1 0,-3 0 0,-3 0 0,-25 118 1,18-127-848,-21 83 200,27-117-484,-1 0 0,-1-1 0,-20 36 0,27-56 10,0 0 0,0 0 1,0-1-1,0 1 0,-1-1 0,1 1 0,-1-1 1,-5 4-1,8-6 169,0 1-1,-1-1 1,1 0 0,-1 0-1,1 1 1,-1-1 0,1 0 0,-1 0-1,1 0 1,-1 0 0,1 0 0,-1 0-1,1 0 1,-1 0 0,1 0-1,-1 0 1,1 0 0,-1 0 0,1 0-1,-1 0 1,1 0 0,-1-1-1,1 1 1,-1 0 0,0-1 0,1 1-159,-1-1 0,0 0 0,0 0 0,1 0 0,-1 0 0,1-1 1,-1 1-1,1 0 0,-1 0 0,1 0 0,0 0 0,-1-1 0,1 1 1,0 0-1,0-2 0,-1-44-6618,1-18-1356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1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29 7571,'0'0'8551,"20"-6"-5656,62-16-676,-81 22-2135,1 0 0,-1 0 0,1 0 0,-1 0 0,1 0 0,0 0 0,-1 0-1,1 0 1,-1 1 0,1-1 0,-1 1 0,1-1 0,-1 1 0,1-1 0,-1 1-1,0 0 1,1 0 0,-1 0 0,0 0 0,0 0 0,1 0 0,-1 0 0,0 0-1,0 0 1,0 0 0,0 1 0,0-1 0,-1 0 0,1 1 0,1 1 0,-1 2 162,1 0 1,-1-1 0,0 1 0,0 0 0,-1 0 0,1 6 0,-1-10-230,0 2 73,1 0-1,-1 0 1,0 0 0,-1 1-1,1-1 1,0 0-1,-1 0 1,0 0-1,0 1 1,0-1-1,0 0 1,0 0-1,-1 0 1,1-1 0,-1 1-1,0 0 1,-3 3-1,0-2-7,0 0 0,0 0 0,-1 0 0,0-1 0,0 0 0,0 0 0,-12 3 0,-22 7-16,-2-2-1,-73 10 1,65-13-2050,64-8-10161,25 0 5222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0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10181,'0'0'12851,"5"7"-11509,1 2-944,-1 1 1,0-1-1,-1 2 1,4 10-1,9 23 203,-16-43-680,0 1 0,1 0 0,-1-1 0,0 1 0,1-1 0,-1 1 0,1-1 0,-1 0 0,1 0 0,-1 0 0,1 0 0,0 0 0,0 0 0,0 0 0,-1 0 0,1-1 0,0 1 0,0-1 0,0 1 0,0-1 0,0 0 0,0 0 0,0 0 0,0 0 0,0 0 0,0 0 0,3-1 0,2 0-313,-1-1-1,0 1 1,1-1 0,-1 0 0,0 0 0,0-1 0,7-3 0,4-5-692,0-1 0,30-27 0,-47 41 1713,-1 0 0,1 0 1,0 0-1,0 0 0,0 0 1,1 0-1,-1 0 0,0 0 0,1 0 1,1 4-1,-2-3-780,1 1-1,0 0 1,1-1 0,-1 1 0,1-1-1,-1 0 1,1 1 0,0-1-1,0 0 1,1 0 0,-1 0-1,0-1 1,1 1 0,6 4 0,-5-5-775,0-1 1,0 1-1,0-1 1,0 0-1,0 0 1,1-1 0,5 1-1,10-1-5901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245 193 14439,'0'0'8942,"-20"1"-7256,-64 5-1059,80-5-598,0 0-1,0 0 1,0 0 0,1 1-1,-1-1 1,0 1-1,1 0 1,0 1-1,-1-1 1,1 0-1,0 1 1,0 0-1,0 0 1,1 0-1,-1 0 1,1 0-1,-1 0 1,1 1-1,0-1 1,1 1-1,-1-1 1,0 1-1,1 0 1,0 0-1,0-1 1,0 1-1,0 0 1,0 5-1,-1 12-370,1-1-1,1 0 0,0 1 0,2-1 0,0 0 1,2 0-1,10 39 0,-8-34-910,-2 0 1,0 0-1,-1 45 1,-3-68 1203,0 0 1,0 0 0,-1 0 0,1 0 0,0 0 0,-1 0 0,1 0-1,-1 0 1,0 0 0,0 0 0,0 0 0,0 0 0,0 0 0,0-1-1,-1 1 1,1 0 0,0-1 0,-1 1 0,1-1 0,-1 1 0,0-1-1,1 0 1,-1 0 0,0 0 0,0 0 0,-3 1 0,1 0-12,-1 0-1,0-1 1,-1 0 0,1 0 0,0 0 0,0-1 0,0 0 0,0 0 0,-1 0 0,-5-1 0,11 0 8,-1 1 0,0-1 0,0 0-1,1 0 1,-1 1 0,1-1 0,-1 0 0,1 0 0,-1 0 0,1 0 0,-1 0 0,1 0 0,0 1 0,-1-1 0,1 0 0,0 0 0,0 0-1,0 0 1,0 0 0,0 0 0,0 0 0,0 0 0,0 0 0,0 0 0,1-1 0,3-30-702,1 20 538,0-1 0,0 1 0,1 0 0,1 1 0,0 0 0,1 0 0,12-14 0,73-71-1026,-80 85 1120,66-59-68,99-65 0,13-11 1357,-163 117 360,-23 23-527,0 0 0,1 1 1,-1 0-1,9-6 2276,-24 28-2254,-26 44-69,-67 117 791,80-133-1160,2 2 1,-16 49-1,31-74-513,1 1-1,1 0 1,1 0 0,1 0-1,1 27 1,1-50 164,0-1-208,0 0 1,0 0 0,0 0-1,0-1 1,0 1 0,0 0-1,1 0 1,-1 0 0,0 0-1,0 0 1,1 0 0,-1 0-1,1 0 1,-1 0-1,1 0 1,-1 0 0,1 0-1,0 0 1,-1 0 0,1 0-1,0 0 1,0 1 0,-1-1-1,1 0 1,0 1 0,0-1-1,0 0 1,0 1-1,2-1 1,31-10 1125,-33 10-1147,0 1 1,0-1-1,1 1 0,-1 0 0,0-1 1,0 1-1,1 0 0,-1 0 0,0 0 1,1 0-1,-1 0 0,0 0 0,1 1 1,-1-1-1,0 0 0,0 1 0,1-1 1,-1 1-1,0-1 0,0 1 0,0-1 1,0 1-1,1 0 0,-1 0 0,0 0 0,0-1 1,-1 1-1,1 0 0,0 0 0,0 0 1,0 1-1,-1-1 0,1 0 0,0 0 1,-1 0-1,1 0 0,-1 1 0,1-1 1,-1 0-1,1 2 0,5 13 261,-5-15-328,0 0-1,0 0 1,0 0 0,0-1-1,1 1 1,-1 0 0,0 0-1,0-1 1,0 1 0,1-1-1,-1 1 1,0-1 0,1 0-1,-1 1 1,0-1 0,1 0-1,-1 0 1,0 0 0,1 0-1,1 0 1,31-3-4870,-2-4-2902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1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 0 10773,'0'0'2417,"-132"9"-768,51 35 2481,-11 20-1041,4 20-1840,11 14-417,18-1-320,22 1-416,28-13-96,9-7-592,44-11-1409,21-13-1568,6-14-3299,6-21-3392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13846,'0'0'9253,"22"-4"-7909,70-7-623,-89 11-655,0 0 0,0 0 0,0 0 0,0 1 0,0-1 0,0 1 0,0 0 0,0 0 0,0 0 0,0 0 0,0 0 0,-1 1 0,1-1 0,-1 1 0,1 0 0,-1 0 0,0 0 1,1 0-1,-1 0 0,0 0 0,0 1 0,0-1 0,-1 1 0,1-1 0,-1 1 0,1 0 0,-1-1 0,0 1 0,0 0 0,0 0 0,0 0 0,-1 0 0,1 0 0,-1 0 0,0 0 1,0 0-1,0 0 0,0 0 0,0 0 0,-1 0 0,1 0 0,-1 0 0,0 0 0,0 0 0,0 0 0,0 0 0,0-1 0,-1 1 0,-2 3 0,-1 0 64,-1-2 1,1 1-1,-1-1 0,0 0 0,-1 0 0,1 0 0,-1-1 0,-12 5 0,10-5-72,0 1-1,1 0 1,-1 1-1,1 0 0,-10 8 1,17-13-74,0 1-1,1-1 1,-1 1 0,1-1 0,-1 1 0,1-1 0,-1 1 0,1-1-1,-1 1 1,1 0 0,-1-1 0,1 1 0,0 0 0,-1-1 0,1 1-1,0 0 1,0 0 0,0-1 0,0 1 0,-1 0 0,1 0 0,0-1-1,0 1 1,0 0 0,0 0 0,1-1 0,-1 1 0,0 0 0,0 0-1,0-1 1,1 1 0,-1 0 0,0-1 0,1 1 0,-1 0 0,0-1-1,1 1 1,-1-1 0,1 1 0,-1 0 0,1-1 0,0 1 0,28 17-893,-28-17 898,59 27-1438,-26-13 375,0 1 0,-1 2 0,52 37 1,-82-53 1004,0 1-1,0-1 1,0 1 0,-1 0 0,1 0 0,-1 0 0,1 1 0,-1-1-1,3 7 1,-5-9 93,1 0 1,-1 0-1,0 0 0,0 0 0,0 1 0,1-1 1,-1 0-1,0 0 0,-1 1 0,1-1 0,0 0 0,0 0 1,0 0-1,-1 0 0,1 1 0,0-1 0,-1 0 0,1 0 1,-1 0-1,0 0 0,1 0 0,-1 0 0,0 0 0,1 0 1,-1 0-1,0 0 0,0-1 0,0 1 0,0 0 1,0 0-1,0-1 0,0 1 0,0-1 0,-2 2 0,-17 5 835,-1 1-1,1-2 0,-1-1 1,0-1-1,-1 0 0,-38 0 1,0 2-377,57-6 380,-8 1-1239,3-2-3660,7 1 3672,1-1-1,-1 1 1,1-1-1,0 1 1,-1-1 0,1 0-1,0 1 1,0-1-1,-1 1 1,1-1-1,0 1 1,0-1-1,0 0 1,0 1-1,0-1 1,0 0-1,0 1 1,0-1-1,0 1 1,0-1 0,0 0-1,0 1 1,0-1-1,0 0 1,1 1-1,-1-1 1,0 1-1,1-1 1,-1 1-1,0-1 1,1 0-1,15-28-12407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 13014,'0'0'7222,"24"17"-3375,-8-6-3063,-4-3-327,1 1-1,-1 0 1,0 1-1,-1 0 0,0 1 1,-1 0-1,0 1 1,-1 0-1,0 1 1,0-1-1,10 25 1,-5 0-155,-1 0 1,-2 1 0,-1 0 0,-2 1 0,-2 0-1,-2 0 1,0 44 0,-4-74-303,0 1 0,0-1 0,-1 1 0,0-1 0,-1 0 0,0 1 0,0-1 0,-1 0 0,0 0 0,-1-1 0,0 1 0,0-1 0,-1 1 0,0-1 0,-1-1 0,1 1 0,-1-1 0,-10 9 0,-1-1-130,-1-1 0,-1-1 0,0-1-1,0-1 1,-1 0 0,-1-2 0,0 0 0,0-1 0,-25 6 0,-3-3-2582,1-1 1,-1-3-1,-58 1 1,-29-6-7376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17 960,'0'0'4971,"7"-4"-3843,-3 1-897,15-6 983,-18 9-1155,0 1 0,-1-1 1,1 0-1,0 1 0,-1-1 1,1 1-1,-1-1 1,1 1-1,-1-1 0,1 1 1,-1 0-1,1-1 0,-1 1 1,1-1-1,-1 1 1,0 0-1,1 0 0,-1-1 1,0 1-1,0 0 0,0-1 1,1 1-1,-1 0 0,0 0 1,0 0-1,0-1 1,0 1-1,0 0 0,0 0 1,0-1-1,-1 1 0,1 0 1,0 0-1,-2 168 5596,-13 83-1900,-19 513 1082,31-610-4426,1-41-291,-6 0 0,-5-1 0,-4 0 0,-42 141 0,53-227-139,1-8-748,6-54-12173,11-18 7241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125 302 16,'0'0'4330,"20"-9"-3105,-3 0-789,-3 2-73,1 0-1,-1 1 1,1 1 0,0 0-1,0 1 1,1 0-1,16-1 1,581-15 8160,-459 20-7407,603-7 1418,382-31-2896,-651-3-294,-364 24 2054,234-64-1,-327 69 215,-18 6-443,2 1 0,25-6-1,-38 10-1063,1 1 0,0-1-1,0 1 1,0 0 0,0 0-1,0 0 1,0 0 0,0 0-1,0 1 1,-1-1 0,1 1-1,0 0 1,0 0 0,0 0-1,-1 0 1,1 0 0,0 1-1,-1-1 1,5 4 0,1 4-46,-1-1 0,1 1 1,-2 1-1,1-1 0,-1 1 0,-1 0 1,0 1-1,0-1 0,-1 1 0,0 0 1,-1 0-1,0 0 0,-1 0 0,0 1 1,-1-1-1,0 1 0,-1-1 0,-1 16 1,-1-19-45,-1 0 0,1 0 0,-1 0-1,-1 0 1,1 0 0,-1-1 0,-1 0 0,1 0 0,-1 0 0,0 0 0,-8 7 0,-11 16 118,-16 33 242,3 1 0,-40 94 0,-41 144-241,62-141-134,7 2 0,-48 292 0,71-261 0,2-5 0,-61 233 0,18-187 0,64-231 0,-1-10 0,0-7 0,2 9-31,0-1-1,0 1 1,-1 0 0,0-1-1,0 1 1,0 0-1,-1 1 1,1-1 0,-1 1-1,0-1 1,0 1 0,0 0-1,0 0 1,0 1-1,-1-1 1,1 1 0,-9-3-1,-3-1-113,-2 1 0,1 1 0,-30-5 0,-57 0-351,-157 7 0,131 3 304,-692 22-825,-1034 30 1484,1797-53-491,73 1-4697,-11-1 4196,0 1-1,0-1 1,1 1-1,-1-1 1,0 0-1,0-1 1,0 1 0,1-1-1,-1 1 1,0-1-1,0 0 1,0 0-1,0 0 1,4-2-1,12-15-4353,-2-4-1260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168 162 912,'0'0'3402,"-19"-11"-2588,-60-33 336,76 42-923,0 0 1,0 0 0,-1 0 0,1 0 0,0 1 0,-1 0 0,0 0 0,1 0-1,-1 0 1,1 0 0,-1 1 0,0-1 0,0 1 0,-3 0 0,-6 1 3423,15-1-2535,175-7 3872,91-20-2280,-47 4-1053,456-9 336,5 30-1393,-386 3-597,391 5-466,-343-2 1277,2-2 4983,-312-2-5574,1 1-204,-8-1 395,-9 0-3162,-3 0-2835,0-1-4045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29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12 2481,'0'0'10344,"11"-12"-3323,-9 164-920,-6 187-4798,-21-136-1089,5-56-23,-6 356 455,23-463-619,-1 0 0,-2 0 0,-12 45 0,-4 17 297,12-66-214,8-30-97,0 0-1,0 0 1,1 1-1,-1-1 1,1 0-1,0 8 1,-5 191 107,6-163-1122,0-37-1622,0-27 9,0-28-4871,0 25 502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30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3249,'0'0'15578,"10"3"-13753,-6-2-1624,4 1 140,-1 0 1,1 1-1,-1-1 0,0 1 0,0 1 0,0 0 0,-1 0 0,1 0 0,5 5 0,95 104 3876,-27-25-2994,-67-75-1279,0-1 0,1-1 0,0 0 0,1 0 0,0-2 0,0 0 0,1 0 0,0-2 0,1 0 0,27 8 0,-33-12-25,18 2-16342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3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 6019,'0'0'15986,"4"3"-14204,-4-3-1706,1 1-1,0-1 1,0 1 0,-1-1 0,1 1-1,-1 0 1,1-1 0,0 1 0,-1 0-1,1 0 1,-1-1 0,0 1 0,1 0-1,-1 0 1,1 0 0,-1 0 0,0-1-1,0 1 1,0 0 0,0 0-1,1 0 1,-1 0 0,0 0 0,0 0-1,-1 1 1,1 1 88,-1 0 0,0 0-1,0 0 1,-1 0 0,1 0-1,0 0 1,-1-1 0,-2 4 0,-9 10 868,-29 30 1,23-27-330,5-4-324,-13 17 17,-2-2 0,-1-1-1,-2-1 1,-52 35 0,59-52-1166,14-10-2296,10-6-645,1-20-2599,0-12-3369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31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40 2193,'0'0'10760,"-3"0"-8557,-5 2 4078,26-4-2913,-4 0-3933,31-10 1007,1 3 0,0 1-1,0 3 1,0 1-1,82 5 1,-126-1-443,0 0 1,-1 1 0,1-1 0,0 1-1,-1-1 1,1 1 0,-1-1 0,1 1 0,-1 0-1,1 0 1,-1 0 0,1 0 0,-1 0-1,0 0 1,0 0 0,1 0 0,-1 0-1,0 1 1,0-1 0,0 0 0,0 1-1,-1-1 1,1 1 0,0-1 0,-1 1-1,1-1 1,0 1 0,-1 0 0,0-1-1,1 1 1,-1 0 0,0-1 0,0 1 0,0 0-1,0 2 1,-1 0 2,1 1 1,-1-1-1,0 1 0,0-1 1,0 0-1,0 1 0,-1-1 0,1 0 1,-1 0-1,-1 0 0,1 0 1,-4 5-1,-17 14 160,-2-1-1,0-1 1,-1-1 0,-51 29 0,22-14 85,55-35-247,0 0-1,-1 1 0,1-1 0,0 0 0,-1 0 1,1 0-1,0 0 0,0 1 0,-1-1 0,1 0 1,0 0-1,-1 0 0,1 1 0,0-1 0,0 0 1,0 0-1,-1 1 0,1-1 0,0 0 0,0 1 1,0-1-1,0 0 0,-1 1 0,1-1 0,0 0 1,0 1-1,0-1 0,0 0 0,0 1 0,0-1 1,0 0-1,0 1 0,0-1 0,12 5-26,23-3-12,-32-2 36,9 0 4,4-1-161,1 1 1,-1 1 0,0 1 0,30 6 0,-42-7 139,0 0 1,0 1 0,0-1-1,-1 1 1,1 0-1,-1 0 1,1 0 0,-1 1-1,0-1 1,1 1-1,-1 0 1,-1 0 0,1 0-1,0 0 1,-1 0-1,1 1 1,-1-1 0,0 1-1,0-1 1,-1 1-1,1 0 1,-1 0 0,0 0-1,2 7 1,-2-6 33,0 0 1,0 1-1,-1-1 1,0 0-1,0 0 1,0 1-1,-1-1 1,0 0-1,1 0 1,-2 1-1,1-1 1,-1 0-1,0 0 1,0-1-1,0 1 1,-4 5-1,2-4 83,-1 0 1,0 0-1,0-1 0,-1 0 0,0 0 0,1-1 0,-2 1 0,1-1 0,0-1 0,-1 1 0,-7 2 0,-11 4 422,-1-1 0,-1-1 0,1-1 0,-1-1 0,-1-2 0,1-1-1,-50 0 1,77-3-529,0 0 0,0 0 0,-1 0 0,1 0 0,0 0-1,0 0 1,0 0 0,-1 0 0,1 0 0,0 0 0,0 0 0,0 0-1,-1 0 1,1 0 0,0 0 0,0-1 0,0 1 0,-1 0 0,1 0-1,0 0 1,0 0 0,0 0 0,0-1 0,0 1 0,-1 0-1,1 0 1,0 0 0,0 0 0,0-1 0,0 1 0,0 0 0,0 0-1,0 0 1,0-1 0,0 1 0,0 0 0,0 0 0,6-13-9689,5 3 2021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33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2 1681,'0'0'8777,"1"0"-8283,0 0 0,0-1 0,0 1 0,0 0 0,0 0 0,0 0 1,0 0-1,1 0 0,-1 0 0,0 0 0,0 0 0,0 0 0,0 0 0,0 1 0,2 0 0,3 22 1480,-1 0-1,3 46 1,-7-35-1112,-4 49 0,-6-6-550,-20 78-1,-53 385 531,-4 25-636,83-552-209,-77 359 128,30 7 76,39-219-136,-16 403-10,25-289-34,3 259 9,2-35 6,-5-260 24,-6 25 68,9-206-117,1-28 160,-2 0-1,-4 33 1,-4-49 181,8-13-357,0 0-1,0-1 1,0 1-1,0 0 1,0 0 0,0 0-1,0-1 1,0 1-1,0 0 1,0 0-1,0 0 1,0 0-1,0-1 1,0 1-1,0 0 1,-1 0-1,1 0 1,0 0 0,0 0-1,0-1 1,0 1-1,0 0 1,0 0-1,0 0 1,-1 0-1,1 0 1,0 0-1,0 0 1,0-1 0,0 1-1,-1 0 1,1 0-1,0 0 1,0 0-1,0 0 1,0 0-1,-1 0 1,1 0-1,0 0 1,0 0-1,0 0 1,0 0 0,-1 0-1,1 0 1,0 0-1,0 0 1,0 0-1,-1 0 1,1 0-1,0 0 1,0 0-1,0 1 1,0-1-1,0 0 1,-1 0 0,1 0-1,0 0 1,0 0-1,0 0 1,0 1-1,0-1 1,0 0-1,-1 0 1,1 0-1,0 0 1,0 1 0,-1-51-3743,-5 16-2258,-2 9-1878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3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6339,'0'0'10423,"19"1"-8867,60 7 39,-75-7-1446,0 0 0,-1 0 0,1 1 0,-1-1 0,1 1 0,-1 0 0,0 0 0,1 0 0,-1 0 0,0 1-1,-1-1 1,1 1 0,0 0 0,-1-1 0,1 1 0,3 6 0,2 2 387,70 92 2789,-58-74-2954,1 0 0,1-1 0,2-1 1,1-1-1,50 40 0,-38-36-528,-29-23 199,-1-1 0,1 0 0,1 0 0,13 7 0,-18-11-577,1 0 1,-1-1 0,1 1-1,-1-1 1,1 0-1,0-1 1,-1 1 0,6-1-1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39:3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1 10757,'0'0'8756,"-111"79"-5587,73-41 689,3 2-1617,-1-1-1296,3 1-465,-3-2-288,3-5-192,2-6-224,-1 5-1025,3-5-1792,-4-4-2402,-7-7-6338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00.9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556 82 592,'0'0'4074,"-12"-4"-2537,-6-1-939,11 3-224,0 0 0,0 0 0,0-1 0,1 1 0,-1-2 1,1 1-1,-10-7 0,16 10-236,-1 0 0,1 0 0,0 0-1,0 0 1,0-1 0,-1 1 0,1 0 0,0 0 0,0 0 0,0 0 0,0 0 0,-1 0 0,1 0 0,0 0 0,0 0 0,0-1-1,0 1 1,0 0 0,-1 0 0,1 0 0,0 0 0,0 0 0,0-1 0,0 1 0,0 0 0,0 0 0,0 0 0,0 0-1,0-1 1,0 1 0,0 0 0,0 0 0,0 0 0,0 0 0,0-1 0,0 1 0,0 0 0,0 0 0,0 0 0,0-1-1,0 1 1,0 0 0,0 0 0,0 0 0,0 0 0,0-1 0,0 1 0,0 0 0,0 0 0,1 0 0,-1 0 0,0-1-1,15-2 2960,42 1-3206,-20 1 857,63-9-207,168-8-266,-239 17-277,-20 0-2,0 1 0,1-1 0,-1 2 0,0-1-1,0 1 1,0 0 0,0 1 0,0 0 0,0 1 0,0 0 0,-1 0-1,10 5 1,0 3 8,-7-4 0,0 0 0,-1 0 0,18 16-1,-25-20-2,0 1-1,0-1 1,-1 1-1,1-1 1,-1 1-1,0 0 1,0 0-1,0 0 1,-1 0-1,1 0 1,-1 1-1,0-1 1,0 0-1,0 1 0,0 4 1,1 12 18,-1 1 0,-1-1 1,-1 1-1,-1 0 0,-1-1 0,0 0 0,-2 0 1,0 0-1,-15 35 0,-34 47 63,-5-3 0,-101 130-1,143-206-50,2 1-1,0 1 1,2 0 0,1 1-1,1 0 1,1 1-1,2 0 1,-7 40-1,12-40 38,1 0 1,3 31-1,-1-16 29,1-37-78,-1 0-1,1-1 1,0 1 0,0-1 0,0 1 0,1-1-1,0 1 1,0-1 0,0 0 0,1 0 0,-1 0 0,1 0-1,1 0 1,-1 0 0,1-1 0,-1 0 0,1 0-1,1 0 1,-1 0 0,6 4 0,-1-2 38,1-1-1,-1 1 1,1-1 0,0-1 0,1 0 0,-1 0-1,1-1 1,-1-1 0,18 3 0,68 0 1125,-96-5-1041,0 0-122,0-1 1,0 1-1,0-1 0,0 1 1,0 0-1,0-1 0,0 1 1,0-1-1,-1 1 0,1-1 1,0 1-1,0 0 0,0-1 1,-1 1-1,1-1 0,0 1 0,0 0 1,-1-1-1,1 1 0,0 0 1,-1 0-1,1-1 0,-1 1 1,1-1-1,-6 0-15,1 0 1,0-1-1,0 1 1,-1 1-1,1-1 1,0 1-1,-1 0 1,1 0-1,0 1 1,-1 0-1,1 0 1,0 0-1,0 0 1,0 1-1,0 0 1,0 0-1,0 0 1,0 0-1,0 1 1,1 0-1,0 0 0,-1 0 1,1 1-1,0-1 1,1 1-1,-1 0 1,-3 5-1,-6 9-9,2 1-1,0 0 0,1 1 0,0 0 0,2 1 0,1 0 0,0 0 1,2 0-1,0 1 0,-2 23 0,1 32 14,4 119-1,4-103 32,-2-28 36,1 9-95,-13 113 1,10-166 90,-2 0-1,-1 0 0,0-1 1,-2 1-1,0-1 1,-1-1-1,-1 0 0,-1 0 1,0 0-1,-15 17 1,20-30 40,1-1 1,-1 0 0,-1 0 0,1-1 0,0 1-1,-1-1 1,0 0 0,0-1 0,0 0-1,-1 0 1,1 0 0,-1 0 0,0-1-1,-11 2 1,-5-1 169,1-1 0,-1 0 0,-28-4-1,4 1-203,-10-2 464,0-4 1,0-1-1,0-4 1,2-1 0,-73-28-1,127 41-531,0-1 0,0 1 0,0 0 0,0 0 0,0-1 0,0 1 0,1 0 0,-1-1 0,0 1 0,0 0 0,0-1 0,1 0 0,-1 1 0,0-1 0,1 1 0,-1-1 0,0 0 0,1 1 0,-1-1 0,1 0 0,-1 0 0,1 1 0,-1-1 0,1 0 0,0 0 0,-1 0 0,1 0 0,0 1 0,0-1 0,0 0 0,0 0 0,0-2 0,0 2-11,0 0 0,1 0 0,-1 0 0,1 0 0,0 0 0,-1 0 0,1 1 0,0-1 0,-1 0 0,1 0 0,0 0 0,0 1 0,0-1 0,0 0 0,0 1 0,0-1 0,0 1 0,0-1 0,0 1 0,0 0 0,0-1 0,2 1 0,11-3-299,0 2 0,1 0 0,20 1-1,-22 1-1596,-1-1 1,0-1-1,0 1 0,0-2 0,21-5 0,8-9-6811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02.0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 7 1665,'0'0'3855,"-4"-1"-3546,-7-3 388,13 3 2016,24 1 2906,-7 0-6156,13 2 1180,-1 1 1,44 11-1,1 0-126,766 96 1773,36 6 161,-724-94-2259,406 63 21,960 190 1382,-244-53-802,-1226-217-680,-35-4 1364,-13 0 668,-5-1 1326,-30 2-4507,3 10-5030,15-6-404,-2-5-4551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02.9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427 0 9444,'0'0'14730,"-8"19"-13423,-102 250 2692,15-25-3161,73-195-2286,-3-2 0,-56 82 1,78-123 632,-1-1 1,0 0 0,0 0 0,-1 0 0,0 0-1,1-1 1,-1 0 0,-1 0 0,1 0 0,-10 5-1,-11-5-7127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03.5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0 490 14935,'22'-6'1392,"47"-13"719,91-12-1,308-12 2138,123-18-3536,-524 49-762,65-21 1,-105 25-162,-1-2 0,-1 0 1,1-2-1,-2-1 0,26-17 0,-42 24 109,0 0-1,-1-1 0,0 1 1,0-1-1,0-1 0,-1 1 0,0-1 1,6-11-1,-11 17 108,1 0 1,-1-1-1,0 1 1,0 0-1,0-1 0,0 1 1,0-1-1,-1 1 0,1-1 1,-1 1-1,0-1 1,1 0-1,-1 1 0,0-1 1,-1 1-1,1-1 0,0 0 1,-1 1-1,1-1 0,-1 1 1,0-1-1,0 1 1,0 0-1,0-1 0,0 1 1,-1 0-1,1 0 0,-1-1 1,0 1-1,1 1 1,-1-1-1,0 0 0,0 0 1,-4-2-1,-4-2 149,0 0 0,-1 1 0,1 0 0,-1 1 0,-1 0 0,1 1 0,0 0 0,-1 1-1,-21-2 1,-9 2 763,-59 4-1,89-1-732,0 1-1,0 0 0,0 0 0,0 1 1,0 0-1,1 1 0,0 1 0,0 0 1,0 0-1,-17 12 0,13-6 1,1 1-1,1 0 0,0 1 1,0 0-1,1 0 1,-14 23-1,-3 13 188,1 2 1,3 1-1,-26 79 0,45-115-292,-45 131 539,-28 71-113,64-187-505,-21 31 0,-1 4 0,37-65-1,-1-1-1,1 0 1,0 1-1,-1-1 1,1 0-1,0 1 1,0-1 0,0 1-1,0-1 1,-1 0-1,1 1 1,0-1 0,0 1-1,0-1 1,0 1-1,0-1 1,0 0-1,0 1 1,0-1 0,0 1-1,0-1 1,0 1-1,0-1 1,0 1 0,1-1-1,-1 0 1,0 1-1,0-1 1,0 1-1,1-1 1,0 1-8,-1-1-1,1 0 1,0 0-1,-1 0 1,1 0 0,0 0-1,0 0 1,-1 0-1,1 0 1,0 0 0,-1 0-1,1-1 1,0 1-1,-1 0 1,1 0 0,0-1-1,-1 1 1,1 0-1,0-1 1,20-12-517,28-23 0,-37 26 383,0 0 1,1 1-1,0 1 1,0 0-1,1 1 1,0 0-1,0 1 1,21-6-1,-35 13 204,1 0-1,0 0 0,-1 1 0,0-1 1,1 0-1,-1 1 0,0-1 0,0 0 1,1 1-1,-1-1 0,0 0 0,0 1 1,-1-1-1,1 2 0,0-1 50,-3 58 629,0 21-1168,3-80 244,0 1 0,1-1 0,-1 1 0,0-1 0,1 1 0,-1-1 0,1 0 0,-1 1 1,1-1-1,0 0 0,0 0 0,0 1 0,-1-1 0,1 0 0,0 0 0,0 0 0,1 0 0,-1 0 0,0 0 1,0 0-1,0-1 0,1 1 0,-1 0 0,2 0 0,1 1-954,0-1 1,0 0-1,0 0 1,1 0-1,-1 0 0,0-1 1,6 0-1,16 0-8153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03.7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0 16231,'0'0'15159,"-27"65"-15143,25-51-16,-4-3-656,-7-3-753,9 1-944,-7-7-800,1-2-1793,2 0-3618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03.8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0 11941,'0'0'9221,"-75"80"-9413,62-49-1841,11-6-2609,2 2-2466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04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0 11573,'0'0'13545,"-19"6"-11864,14-4-1557,-25 7 699,0 2 0,1 1-1,-34 19 1,58-29-743,1 1 0,-1 0 0,1 1 0,0-1 0,0 1 0,0 0 0,-4 6 0,7-9-93,0 0 1,0 0-1,1 1 1,-1-1-1,1 0 1,-1 1-1,1-1 0,0 0 1,-1 1-1,1-1 1,0 0-1,0 1 1,0-1-1,0 0 0,0 1 1,0-1-1,0 1 1,0-1-1,1 0 1,-1 1-1,1-1 0,-1 0 1,1 1-1,-1-1 1,1 0-1,0 0 1,-1 0-1,1 1 0,0-1 1,0 0-1,0 0 1,0 0-1,0 0 1,1 0-1,31 22-732,9 6-308,-40-27 970,0-1 0,0 0 0,-1 1-1,1 0 1,-1-1 0,1 1 0,-1 0 0,0 0 0,0 0-1,0 0 1,0 0 0,0 0 0,0 0 0,0 0 0,-1 0-1,1 0 1,-1 3 0,0-4 77,0 0 0,0 0 0,0 0 1,-1 0-1,1-1 0,0 1 0,-1 0 0,1 0 0,-1 0 0,1-1 0,-1 1 1,1 0-1,-1-1 0,0 1 0,1 0 0,-1-1 0,0 1 0,0-1 0,1 1 1,-1-1-1,0 1 0,0-1 0,0 0 0,1 1 0,-1-1 0,0 0 0,0 0 1,0 1-1,0-1 0,-1 0 0,-32 2 119,29-3-121,-48 1-1163,50-3-3599,5-11-310,7-8-6331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04.6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356 24 7603,'0'0'10752,"-23"-4"-6550,-37-5-11,-81-1 0,135 10-4140,0 0 0,0 1 0,0 0 0,0 1-1,1-1 1,-1 1 0,0 0 0,1 1-1,0-1 1,-1 1 0,1 0 0,0 1-1,1-1 1,-1 1 0,0 0 0,1 0-1,0 0 1,0 0 0,0 1 0,1 0 0,0 0-1,-1 0 1,2 0 0,-1 0 0,0 1-1,1-1 1,0 1 0,1-1 0,-1 1-1,1 0 1,0 0 0,0 0 0,1 0-1,0-1 1,1 11 0,-1-15-66,1 0 0,-1 0 0,1 0 1,0 0-1,0 0 0,0 0 0,-1 0 0,1 0 0,0 0 0,0 0 0,0-1 1,0 1-1,1 0 0,-1-1 0,0 1 0,0-1 0,0 1 0,0-1 0,1 1 1,-1-1-1,0 0 0,0 0 0,1 0 0,-1 1 0,0-1 0,0 0 1,3-1-1,39-2-1095,-33 1 813,0 0 0,0-1 0,-1-1-1,0 0 1,0 0 0,0 0 0,13-10 0,0-1-549,32-29 0,-18 6 1039,-42 42 3670,-8 10-3498,9-7-299,0 0 0,1 1 0,0-1 0,1 1 0,0 0 0,0 0 0,1 0 0,-1 1 0,2-1 0,-1 1 0,1-1 0,1 1 1,0-1-1,0 1 0,2 14 0,-1-19-172,0-1 0,0-1 0,0 1 1,1 0-1,-1 0 0,1 0 0,-1-1 0,1 1 1,0-1-1,0 1 0,0-1 0,1 0 1,-1 0-1,0 0 0,1 0 0,0 0 0,-1 0 1,1-1-1,0 1 0,0-1 0,0 0 1,0 0-1,6 2 0,5 0-1741,0 0 0,1-1 0,26 1-1,15-2-7444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0.5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0 958 864,'0'0'14612,"23"-25"-9521,15-44-4554,3 1-1,73-94 1,116-109-2740,-17 21-400,-145 171 3371,-67 88 211,-4 12-746,0 0 1,-1-1-1,-1 1 0,-1-1 1,-1 0-1,-10 20 0,-3 14 186,-5 14 407,3 0 0,3 2 1,-15 107-1,33-125-684,11-61-137,133-193-78,193-242-577,-329 435 786,-4 5 79,0 0-1,1 0 0,0 1 0,-1-1 0,1 1 0,8-5 0,-12 9-148,1 0 1,-1 0-1,1 0 0,-1 0 0,0 0 0,0 1 0,1-1 0,-1 0 0,0 0 0,0 0 1,0 0-1,0 1 0,0-1 0,-1 1 0,1 0-1,0 443 4807,0-349-8420,0 0-4737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1.1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4946,'0'0'18169,"5"1"-16563,-2 0-1422,-1 0 1,1 1-1,-1-1 0,1 1 1,-1-1-1,0 1 1,1 0-1,-1 0 1,0 0-1,0 0 1,-1 0-1,1 0 0,0 1 1,-1-1-1,1 1 1,-1-1-1,2 6 1,18 60 1643,-6-19-1347,-12-39-480,0 0-20,1-1-1,0 0 0,0 0 1,1 0-1,0 0 0,9 11 1,-14-19-603,8-5-6181,4-27-4370,-2 14 2662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1.5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999 0 6435,'0'0'14687,"0"8"-13577,-2 12-513,-1-1 1,0 0 0,-11 33 0,-28 65 642,22-65-640,-121 366 1153,41 13-1820,95-402-33,1 1-114,-9 31 0,11-54 184,0-1-1,0 1 0,-1 0 0,0-1 0,0 0 0,-1 0 0,1 0 0,-1 0 1,-1 0-1,-5 5 0,8-9 38,0 0 0,-1 0 0,1-1 0,-1 1 0,1-1 0,-1 1 0,0-1 0,0 0 0,0 0 0,0-1 0,0 1 1,0 0-1,1-1 0,-1 0 0,0 0 0,0 0 0,-1 0 0,2 0 0,-1 0 0,0-1 0,0 0 0,0 1 0,0-1 0,0 0 0,0-1 0,-4-1 0,-5-3 26,0-1 0,1-1 0,-1 0 0,-13-13 0,-344-336 522,362 350-578,-8-8 57,1-1-1,-12-18 1,22 29-76,1 0 1,-1-1-1,2 0 1,-1 0-1,1 0 1,-1 0-1,2 0 0,-1 0 1,1 0-1,-2-13 1,5-21-2900,-1 37 2307,0 0 0,0 0 0,0 0 0,0 0 0,0 0 1,1 0-1,-1 0 0,1 0 0,0 1 0,3-4 0,17-17-7549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2.2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626 56 5010,'0'0'16869,"-26"-9"-15375,7 2-1243,-1-1 37,-1 1 0,0 1 0,0 0 0,0 2 1,-1 1-1,-38-2 0,30 5 31,1 1 0,-1 1 0,0 1-1,1 2 1,-44 12 0,63-13-312,0-1 1,1 1-1,0 1 1,0 0-1,0 0 1,0 1-1,1 0 1,0 0-1,0 1 1,0 0-1,1 0 1,0 1-1,1 0 1,0 0-1,0 0 1,1 1-1,0 0 1,0 0-1,1 1 1,-3 9-1,2-5-221,1 0-1,1 0 0,1 0 1,0 1-1,0 17 0,2-26 116,0 0 0,0 1 0,1-1-1,0 1 1,0-1 0,0 0-1,1 0 1,0 0 0,0 0 0,1 0-1,0 0 1,0-1 0,0 1-1,5 6 1,5 1 0,0 0-1,1-1 1,0 0 0,1-1-1,0-1 1,33 17 0,108 36-669,-42-20-536,-113-42 1300,0-1 0,0 0 0,0 1 0,0-1 0,0 1 0,0-1 0,0 1 0,0-1 0,0 1 0,0 0 0,0 0 0,0-1 0,-1 1 0,1 0 0,0 0 0,0 0 0,-1 0 0,1 0 0,0 2 0,-1-3 43,0 1-1,0-1 1,0 1-1,-1 0 1,1-1-1,0 1 1,0 0-1,-1-1 1,1 1 0,0-1-1,-1 1 1,1-1-1,-1 1 1,1-1-1,-1 1 1,1-1-1,-1 1 1,1-1 0,-1 0-1,1 1 1,-1-1-1,1 0 1,-1 0-1,0 1 1,-48 14 2292,43-13-2192,-99 19 2612,60-13-2271,0 1 0,-86 32 0,123-37 181,28-33-28361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2.6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226 1 4834,'0'0'18729,"-6"24"-16539,-52 168 1892,39-132-3496,2 2 1,3 0-1,2 1 1,-4 87-1,9-126-1394,7-23 504,-1 0 0,1-1 0,-1 1 0,0 0 0,1 0 0,-1-1 0,0 1 0,1-1 0,-1 1 0,0-1 0,0 1 0,1-1 0,-1 1 0,0-1 0,0 0 1,0 1-1,-1-1 0,0 0-348,0 0 1,0 0-1,0 0 1,0 0-1,0-1 1,1 1-1,-1-1 1,0 0-1,0 1 1,0-1-1,0 0 0,1 0 1,-1 0-1,0 0 1,1 0-1,-1 0 1,1-1-1,-1 1 1,1-1-1,-2-2 1,-22-26-9882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3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 7027,'0'0'9068,"22"-2"-4839,237-12 3409,-118 15-5540,152-3-1074,-293 2-1025,2 1 1,-1-1 1,1 0-1,-1 0 0,0 0 1,1 0-1,-1-1 0,1 1 0,-1 0 1,0 0-1,1-1 0,-1 1 1,1-1-1,-1 1 0,0-1 0,0 0 1,1 0-1,-1 1 0,0-1 1,2-2-1,-3 2 723,-11 2-698,-1 1 1,0 0-1,1 0 1,0 1-1,-1 1 1,1 0-1,0 0 1,1 1-1,-1 1 1,1 0-1,0 0 1,0 1-1,1 0 1,0 0-1,0 1 1,1 1-1,0-1 1,0 1 0,1 1-1,1-1 1,-1 1-1,1 0 1,1 1-1,-5 12 1,8-18-110,1 1 1,0-1 0,0 1-1,0-1 1,1 1 0,0 7 0,0-7-57,0-5 117,0-1 0,0 1 0,1-1 0,-1 1 0,0-1 0,0 1 0,0-1 0,1 1 0,-1-1 0,0 1 0,1-1 0,-1 1 0,1-1 0,-1 1 0,0-1 0,1 0 0,-1 1 0,1-1 0,-1 0 0,1 1 0,-1-1 1,1 0-1,-1 0 0,1 1 0,-1-1 0,1 0 0,0 0 0,-1 0 0,1 0 0,-1 0 0,1 0 0,0 0 0,26 1-375,-17-2 238,15 2-430,0-2-1,39-7 1,-53 6 281,0-1-1,0-1 1,-1 1-1,1-2 1,-1 1-1,0-2 1,0 1-1,11-9 0,-9 6 194,0-1-1,-1-1 0,-1 1 0,0-1 1,0-1-1,-1 0 0,0-1 0,10-17 2111,-29 42-92,3-3-1576,0 0-1,1 1 1,0-1 0,1 1 0,-7 20 0,10-25-307,0 0 1,1 0-1,-1 1 1,1-1-1,1 0 1,-1 1-1,1-1 1,0 1 0,1-1-1,0 1 1,0-1-1,3 12 1,-2-15-98,0 1 1,0-1 0,0 0-1,1 1 1,-1-1-1,1 0 1,0 0-1,0-1 1,0 1-1,0 0 1,0-1-1,1 0 1,-1 0 0,1 0-1,0 0 1,-1-1-1,1 1 1,0-1-1,0 0 1,4 0-1,11 4-1346,0-2 0,34 1 0,9-3-3685,-1-3-3079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3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0 624,'0'0'22832,"-21"2"-20412,-68 9-721,85-10-1609,0 0-1,1 0 0,-1 1 1,1-1-1,-1 1 0,1 0 1,-1 0-1,1 0 0,0 0 0,0 1 1,0-1-1,1 1 0,-1 0 1,0 0-1,1 0 0,0 0 1,0 0-1,0 1 0,0-1 1,0 1-1,1-1 0,-1 1 1,1-1-1,0 1 0,0 0 1,0 0-1,0 4 0,1-6-71,-2 7 4,0 1 0,1-1 0,0 1 1,0-1-1,1 1 0,0 0 0,2 10 1,-1-16-71,0 0 0,0 0 0,0-1 0,0 1 0,0 0 0,1-1 0,0 0 0,-1 1 0,1-1 0,1 0 0,-1 0 0,0 0 0,1 0 0,-1 0 0,1 0 0,0-1 0,0 0 0,0 1 0,0-1 0,5 2 0,7 2-726,1-2-1,0 0 1,-1 0-1,1-1 1,0-1-1,1-1 1,-1-1-1,24-1 1,-28 1 31,3-1-1580,0 1 1,30-6-1,-28 1-980,0-1 0,23-12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4.1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337 1 14247,'0'0'6859,"-17"9"-3239,3-3-2984,8-4-460,0 1 1,0-1 0,0 1 0,0 1-1,0-1 1,1 1 0,0 0 0,-1 0-1,1 1 1,1-1 0,-1 1 0,1 0-1,0 1 1,0-1 0,0 1 0,1-1-1,0 1 1,-5 11 0,-11 58 1192,3 2 1,-8 97 0,-6 33-1479,22-167 125,-2 1-1,-30 75 1,37-107-16,-1 0 0,0 0 0,-1 0 0,0-1 0,0 0 0,-1 0 0,0 0 0,-9 8 0,15-16 0,0 0 0,0 0 0,-1 1 0,1-1 0,0 0 0,0 0 0,0 0 0,0 0 0,0 0 0,0 0 0,-1 0 0,1 0 0,0 0 0,0 0 0,0 0 0,0 0 0,0 0 0,-1 1 0,1-1 0,0 0 0,0 0 0,0 0 0,0 0 0,-1 0 0,1-1 0,0 1 0,0 0 0,0 0 0,0 0 0,0 0 0,-1 0 0,1 0 0,0 0 0,0 0 0,0 0 0,0 0 0,0 0 0,0 0 0,-1 0 0,1-1 0,0 1 0,0 0 0,0 0 0,0 0 0,-3-11 0,3-16 0,0 23 0,0-5-92,2-1 0,-1 0 0,1 1 1,1-1-1,-1 1 0,2 0 0,-1 0 0,1 0 0,1 1 0,-1-1 1,2 1-1,-1 0 0,12-13 0,8-7-894,1 1 0,34-26 1,-51 46 687,3-3-136,14-14-507,1 2-1,0 1 1,2 1-1,0 1 1,36-16-1,-61 33 922,0 1 0,0 0 0,0 0 0,0 0 0,0 0 0,0 1-1,0-1 1,5 1 0,-8 2 121,-1-1-1,1 1 1,-1-1 0,1 1-1,-1 0 1,0-1-1,0 1 1,1 0 0,-1-1-1,0 1 1,-1 0-1,1 3 1,0-2 125,0 15 529,1-11-451,-1 0-1,0 0 1,-1 0 0,1 1 0,-3 7 0,2-13-243,1 0 0,-1 0 0,0 0 0,0 0 0,0-1 0,0 1 0,0 0 0,0-1 0,0 1 0,-1-1 0,1 1 0,0-1 0,-1 1 0,1-1 0,-1 0 0,0 0 0,1 0 0,-1 0 0,0 0 0,0 0 0,0-1 0,1 1 0,-5 0 0,-12 3 260,-1-2 1,1-1-1,-1 0 1,-20-2-1,1 0 537,37 1-826,1 1 0,-1-1 0,0 1 0,1-1 0,-1 1 0,1-1 0,-1 1 0,0-1 0,1 1 0,-1 0 0,1-1 0,-1 1 0,1 0 0,0 0 0,-1-1 0,1 1 0,0 0 0,0 0 0,-1-1 0,1 1 0,0 0 0,0 0 0,0 0 0,0-1 0,0 1 0,0 0 0,0 0 0,0 1 0,1 33 63,-1-26 5,0-5-91,0 1-1,1 0 0,0-1 1,0 1-1,0-1 1,0 1-1,0-1 0,1 0 1,0 1-1,0-1 1,0 0-1,1 0 0,-1 0 1,1-1-1,0 1 1,0 0-1,0-1 0,0 0 1,1 0-1,0 0 1,-1 0-1,7 3 0,-2-2-267,1 1 0,0-1 0,0-1 0,0 0 0,1 0-1,-1-1 1,1 0 0,0 0 0,17 0 0,86-4-6896,-50-6-652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4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437 0 6163,'0'0'14657,"-15"27"-11914,-101 172 1963,25-44-2293,45-72-3209,-80 107 1,121-183-3,-13 14-1642,5-15-4612,7-6-1296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4.9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1 261 6435,'0'0'12166,"9"26"-10670,0-5-1118,5 16 435,-1 0 0,15 69 0,-18-52-117,24 114 584,-26-142-1244,0 1 0,1-1 0,2-1 0,15 27 0,-23-47-73,0-1 0,0 1 0,1-1-1,-1 1 1,1-1 0,0 0 0,1-1 0,-1 1 0,8 4-1,-10-6 10,0-1 0,0 0 0,0 0-1,0-1 1,0 1 0,1 0 0,-1-1-1,0 1 1,0-1 0,0 0-1,1 1 1,-1-1 0,0 0 0,0 0-1,1-1 1,-1 1 0,0 0 0,0-1-1,0 1 1,0-1 0,0 0 0,1 0-1,-1 0 1,0 0 0,-1 0-1,1 0 1,3-3 0,2-2-44,-1-1 0,0 0 0,0 0 0,-1-1 0,0 1 0,0-1 0,-1 0 1,5-10-1,25-77-51,-22 59 119,30-85 136,116-398 2015,-157 510-1795,0 5-95,0-1-1,0 1 1,0 0-1,0-1 1,1 1 0,-1 0-1,1 0 1,0 0 0,4-5-1,-1 5 86,-4 28-1711,-2-9 70,-1-1 0,0 1 0,-1-1-1,-6 19 1,-4 18-7337,10-13-1710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5.3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83 4770,'0'0'19913,"-18"-3"-18846,-60-9-365,75 11-674,-1 1 1,1 0-1,-1 0 0,1 1 0,-1-1 1,1 1-1,-1-1 0,1 1 0,-1 0 1,1 1-1,0-1 0,0 0 0,0 1 1,0 0-1,0 0 0,0 0 0,0 0 1,0 0-1,1 0 0,-1 1 1,1 0-1,-4 5 0,0-2-24,2-1-30,0 0 1,1 0-1,-1 0 1,1 1-1,0-1 1,1 1-1,-1-1 1,1 1-1,0 0 1,1 0-1,0 0 1,-1 0 0,2 0-1,-1 0 1,1 0-1,0 0 1,0 0-1,1 0 1,1 8-1,-1-12-3,-1 0-1,1 0 0,0 0 0,1-1 1,-1 1-1,0 0 0,0-1 1,1 1-1,-1-1 0,1 1 1,-1-1-1,1 0 0,0 0 1,-1 1-1,1-1 0,0 0 1,0 0-1,0-1 0,0 1 1,0 0-1,0-1 0,0 1 1,3-1-1,7 2-92,-1-1 0,24 0 0,-27-1 37,2 1 23,-1-1 0,0-1 0,0 0 1,0 0-1,0 0 0,10-4 0,-15 3 62,0 1 0,-1-1 1,0 0-1,0 0 0,1-1 0,-1 1 0,0-1 1,-1 0-1,1 1 0,0-1 0,-1 0 0,0-1 0,0 1 1,0 0-1,0-1 0,0 1 0,1-5 0,1-4 78,0-1-1,-1 0 0,-1 0 0,0 0 0,0 0 0,-2 0 0,1 0 0,-2 0 0,-3-23 0,3 32-51,0 1-1,0 0 1,0 0-1,0 0 1,-1 1-1,1-1 1,-1 0-1,0 0 1,0 1-1,0-1 0,0 1 1,-1 0-1,-2-2 1,4 2-161,0 1 0,0 0-1,0 1 1,0-1 0,0 0 0,-1 0 0,1 0 0,0 1 0,-1-1-1,1 1 1,-1-1 0,1 1 0,-1-1 0,1 1 0,-1 0 0,1 0 0,-1 0-1,1 0 1,-1 0 0,1 0 0,-1 0 0,1 0 0,-1 0 0,1 1-1,0-1 1,-1 1 0,1-1 0,-1 1 0,-1 1 0,1 0-610,1-1 0,0 1 1,0 0-1,0-1 0,0 1 1,1 0-1,-1 0 0,0 0 1,1 0-1,-1 0 0,1 0 1,0 0-1,-1 0 0,1 0 1,1 3-1,-2 16-7832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5.9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333 901 12230,'0'0'8393,"-20"-10"-4103,-67-33-1473,81 40-2565,1 1 0,-1-1 0,0 1 0,1 0 0,-1 1 0,0-1 0,0 1 0,0 0 0,0 1 0,0-1 0,0 1 0,-7 1 0,-8 0 146,16 0-365,0 0 0,0 0 0,0 0 0,0 0 0,0 1 0,1 0 1,-1 0-1,0 0 0,1 1 0,-1-1 0,1 1 0,0 0 0,0 1 0,0-1 1,0 1-1,-5 7 0,4-6-117,1 0 0,0 0 0,1 0 0,0 1 0,-1-1 0,2 1-1,-1 0 1,1 0 0,0 0 0,0 0 0,0 0 0,1 0 0,-1 11 0,3-17 37,-1 1 0,1 0 0,0-1-1,-1 1 1,1-1 0,0 1 0,0-1 0,0 0-1,-1 1 1,1-1 0,0 0 0,0 0 0,0 1-1,0-1 1,0 0 0,0 0 0,-1 0 0,1 0-1,0 0 1,0 0 0,0 0 0,0-1 0,0 1-1,1 0 1,3-1-91,15 0-104,1-1 0,-1-2 0,0 0 0,0-1-1,0 0 1,-1-2 0,0-1 0,0 0 0,-1-1 0,0-1 0,0-1-1,24-19 1,2-6 49,-1-2 1,-2-1-1,48-61 0,-52 56 135,-2-2 0,-3-1 0,53-103 1,-71 119 384,-1-1 1,-2 0-1,-1 0 1,-2-1-1,-1-1 1,-1 1-1,-2-1 0,0-36 1,-8 38 1815,4 32-2113,0 0 0,0 0 0,0-1 1,0 1-1,0 0 0,0 0 0,0 0 0,0 0 0,0-1 0,-1 1 1,1 0-1,0 0 0,0 0 0,0 0 0,0-1 0,0 1 1,0 0-1,0 0 0,-1 0 0,1 0 0,0 0 0,0 0 0,0-1 1,0 1-1,-1 0 0,1 0 0,0 0 0,0 0 0,0 0 0,0 0 1,-1 0-1,1 0 0,0 0 0,0 0 0,0 0 0,-1 0 1,1 0-1,0 0 0,0 0 0,0 0 0,-1 0 0,1 0 0,-10 16 277,-52 169 393,3-5-648,-24-6-52,53-118 0,3 1 0,-23 71 0,47-115-97,0-1-1,1 1 1,1 0-1,0 0 1,1 15 0,0-28-60,0 1 0,1-1 0,-1 0 0,0 1 1,0-1-1,1 1 0,-1-1 0,0 0 0,1 1 0,-1-1 1,0 0-1,1 1 0,-1-1 0,1 0 0,-1 0 0,0 1 0,1-1 1,-1 0-1,1 0 0,-1 0 0,1 0 0,-1 1 0,1-1 1,-1 0-1,1 0 0,-1 0 0,1 0 0,-1 0 0,1-1 1,22 1-2619,-15 0 1317,21 0-4003,4-2-3935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0:26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57 784,'0'0'19086,"6"14"-17760,23 44-373,-27-54-827,0 0 0,1 0 0,-1-1 1,1 1-1,0 0 0,0-1 0,0 0 1,0 0-1,0 0 0,1 0 0,0 0 0,-1-1 1,1 1-1,0-1 0,0 0 0,9 3 0,-4-3-79,1-1 0,-1 1 0,1-1-1,0-1 1,16-1 0,-2 0-53,-20 1-14,0 0 1,0 0-1,0 0 1,0-1 0,0 1-1,0-1 1,0 0-1,-1-1 1,1 1 0,0-1-1,-1 1 1,1-1 0,-1 0-1,1 0 1,-1-1-1,0 1 1,4-4 0,-4 1 19,0 1 1,0 0 0,0 0 0,-1-1-1,1 0 1,-1 1 0,0-1-1,-1 0 1,1 0 0,-1 0 0,0 0-1,0-1 1,0-4 0,0-73 1114,-3 82-1060,1 0 0,0 1 0,0-1 0,0 0 0,-1 1 0,1-1 0,0 1 0,-1 0 0,1-1 0,0 1-1,-1 0 1,1 0 0,0 0 0,-1 0 0,1 0 0,0 0 0,-3 1 0,-29 2 423,19 6-225,0 0-1,1 0 0,0 2 0,1-1 1,0 1-1,-15 19 0,24-26-214,-5 5 18,1 0 0,-1 0 0,2 1 0,-1 0 0,2 0 0,-1 1 0,1 0 0,1 0 0,0 0 0,0 0 0,1 1 0,1-1 0,0 1 0,0 0 0,2 0 0,-1 0 0,1 0 0,1-1 0,2 13 0,-2-20-46,0-1 0,0 1 0,0-1 0,1 0 0,0 1 0,-1-1 0,1 0 0,0 0 0,1 0 0,-1 0 0,0-1 0,1 1 0,0-1 0,-1 1 0,1-1 0,0 0 0,0 0 0,0 0-1,1-1 1,-1 1 0,0-1 0,1 1 0,-1-1 0,5 1 0,8 2 24,-1-1-1,1 0 1,1-1-1,16 0 0,271-2-2495,-293 0 2171,-6 1 61,-1-1 1,1 0 0,0 0-1,-1 0 1,1-1-1,0 0 1,-1 0 0,1 0-1,-1 0 1,1-1-1,-1 1 1,1-1-1,6-4 1,-11 5 178,0 1-1,0 0 1,1 0-1,-1 0 1,0 0 0,0-1-1,0 1 1,0 0-1,0 0 1,0 0-1,0 0 1,0-1 0,0 1-1,0 0 1,0 0-1,0 0 1,0-1 0,0 1-1,0 0 1,0 0-1,0 0 1,0-1-1,0 1 1,0 0 0,0 0-1,-1 0 1,1 0-1,0-1 1,0 1-1,0 0 1,0 0 0,0 0-1,0 0 1,0 0-1,-1-1 1,1 1 0,0 0-1,0 0 1,0 0-1,0 0 1,-1 0-1,1 0 1,0 0 0,0 0-1,0 0 1,-1 0-1,1 0 1,0 0-1,0 0 1,-1 0 0,-12-5-1886,-27-1-3677,-16-4-4078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4.5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11381,'0'0'11355,"3"9"-10488,1 5-629,0 0 0,-1 1 0,-1-1 0,-1 1 0,0-1-1,0 1 1,-2-1 0,0 1 0,0 0 0,-1-1 0,-1 0 0,-1 1 0,0-1 0,-1 0 0,-9 19 0,14-32-515,-9 16 1104,5-11-2192,2-41-12328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4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15527,'0'0'4498,"61"113"-7187,-61-67-2545,0-4-3394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5.0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6227,'0'0'14652,"4"22"-12432,8 67-1188,-11-84-903,0 1 0,0 0 1,1-1-1,0 0 0,-1 1 0,4 5 0,-4-9-124,0-1 0,0 1 0,0 0 0,1-1 0,-1 1 0,0-1 0,1 0 0,-1 1 0,1-1 0,-1 0 0,1 0 0,-1 0 0,3 1 0,0-1-126,0 0 0,0 0 0,0-1 1,0 1-1,0-1 0,0 0 0,0 0 0,0 0 0,0-1 0,0 0 0,0 1 0,5-3 0,-4 2-51,-1-1-1,1 0 0,-1 1 1,0-2-1,1 1 0,-1 0 1,0-1-1,4-3 0,11-7-345,-18 12 1862,3 18-351,-3-15-1025,0 0 1,0 0-1,0 0 1,0 0 0,0-1-1,0 1 1,1 0-1,-1-1 1,0 1 0,1-1-1,0 1 1,-1-1-1,1 0 1,0 1 0,0-1-1,-1 0 1,5 1-1,-1 0-1095,0-1 0,-1 0 0,1 0 0,0 0 0,0-1 0,8 0 0,6 0-5860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5.2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182 1 4418,'0'0'18120,"-56"142"-16103,43-92-896,1-2-305,-1-4-512,5-4-304,-3-9-128,3-8-1200,-1 0-1122,-3-2-1904,-5-6-2705,-6-3-1809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5.4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42 5859,'0'0'16199,"117"-42"-16199,-84 42-736,-3 0-2706,5 0-5730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5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1 153 656,'0'0'19879,"8"2"-18665,2 2-794,-1 1 0,1 0 0,-1 1 0,0 0 0,0 0 0,-1 1 0,0 0 0,0 0 0,-1 1 0,11 13 0,11 14 96,-11-13-430,1-1 0,30 27 0,-48-48-93,-1 1 0,1-1 0,-1 0-1,0 1 1,1-1 0,-1 0 0,1 1 0,-1-1-1,1 0 1,0 0 0,-1 0 0,1 1 0,-1-1-1,1 0 1,-1 0 0,1 0 0,-1 0 0,1 0-1,0 0 1,-1 0 0,1 0 0,-1 0 0,1 0-1,-1 0 1,1 0 0,0-1 0,-1 1 0,1 0-1,0-1 1,10-15-20,-1-34 132,-8 41-127,9-70 83,-9 57-46,0 0-1,2 0 0,0 0 1,1 1-1,2 0 0,0 0 1,15-30-1,-22 51-78,0 0 0,0-1-1,0 1 1,0-1 0,0 1 0,1 0-1,-1-1 1,0 1 0,0-1 0,0 1-1,1 0 1,-1-1 0,0 1 0,1 0-1,-1-1 1,0 1 0,1 0 0,-1-1-1,0 1 1,1 0 0,-1 0 0,0 0-1,1-1 1,-1 1 0,1 0 0,-1 0-1,0 0 1,1 0 0,-1 0 0,1 0-1,-1 0 1,1 0 0,-1 0-1,1 0 1,-1 0 0,0 0 0,1 0-1,-1 0 1,1 0 0,-1 0 0,1 0-1,-1 0 1,0 1 0,1-1 0,-1 0-1,0 0 1,1 1 0,-1-1 0,1 0-1,-1 0 1,0 1 0,0-1 0,1 1-1,13 26-6869,-8-15 3932,6 9-5437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6.3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238 1 9220,'0'0'7796,"-23"4"-4435,-76 14-426,93-16-2742,-1-1-1,1 1 1,-1 0 0,1 0-1,0 1 1,0 0 0,0 0-1,1 1 1,-1-1 0,1 1 0,-1 0-1,1 1 1,1-1 0,-1 1-1,1 0 1,-1 0 0,-5 10-1,9-14-192,0 1-1,0 0 0,0-1 0,0 1 0,0-1 1,0 1-1,1 0 0,-1 0 0,0 0 1,1-1-1,0 1 0,-1 0 0,1 0 1,0 0-1,0 0 0,0 0 0,0-1 1,0 1-1,0 0 0,1 2 0,0-2-13,0-1 0,0 0 0,0 1 0,0-1 0,0 0 0,0 1 0,0-1 0,1 0 0,-1 0 0,0 0 0,1 0-1,-1 0 1,1-1 0,-1 1 0,1 0 0,-1-1 0,4 2 0,6 0-123,0 0-1,0-1 1,0 0-1,0-1 1,16-1-1,-14-1-41,0-1 0,0 0 0,0-1 0,0 0 0,0-1 0,-1-1 0,1 0 0,-2-1 1,1 0-1,18-15 0,-27 59 851,-3-36-905,0 1 0,1 0 1,-1-1-1,0 1 0,0-1 1,1 1-1,-1 0 0,1-1 1,-1 1-1,1-1 0,0 0 1,-1 1-1,1-1 0,0 1 1,0-1-1,0 0 0,0 0 1,0 1-1,0-1 0,1 0 1,1 1-1,0 0-244,0 0-1,0-1 1,0 0-1,1 0 1,-1 1 0,0-2-1,0 1 1,1 0 0,6 0-1,-1-1-478,0 0-1,-1-1 0,1 0 0,-1 0 0,1-1 1,0 0-1,14-6 0,21-20-3037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6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130 134 4290,'0'0'2804,"1"-21"1059,1-5-2265,0-16 461,-1-2 3189,-5 43-991,-13 8-2762,11 0-1150,0-1 1,0 1-1,1 0 0,0 0 0,0 1 0,0 0 0,-3 10 0,-24 62 1551,32-78-1836,-10 31 288,2 1 0,1 0 0,1 0 0,3 0 0,0 0 0,4 48 0,-1-73-343,1 1 1,0-1-1,0 0 0,1 0 1,1 0-1,0 0 0,0 0 1,0 0-1,6 9 0,-6-13-40,-1-1-1,1 0 0,0 1 1,0-1-1,1 0 0,-1-1 1,1 1-1,0-1 0,0 0 1,0 0-1,0 0 0,1 0 1,-1-1-1,1 1 0,0-1 1,-1 0-1,1-1 0,9 3 1,-2-3-1215,0 1 0,0-2 0,1 0 0,-1 0 0,23-5 0,23-14-6681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7.2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 11237,'0'0'14103,"142"-27"-13831,-104 18-224,-3 1-48,-6 2-176,-10-1-785,-8 7-1376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7.4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40 10485,'0'0'5362,"117"0"-1952,-54 0-1521,6-6-1633,-4-4-256,2-1-2129,-11-1-4786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9.5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71 166 10117,'0'0'10959,"-2"18"-9731,0 4-885,1 0 66,-2 0 0,-1 0 0,-7 26 0,-3-20 72,14-27-466,0 0 1,-1 0-1,1-1 1,-1 1-1,1 0 1,-1-1-1,1 1 1,-1 0-1,1-1 1,-1 1-1,1-1 1,-1 1-1,0-1 1,1 1-1,-1-1 0,0 1 1,0-1-1,1 0 1,-1 1-1,0-1 1,0 0-1,1 0 1,-1 0-1,0 0 1,0 1-1,0-1 1,0 0-1,1 0 1,-1 0-1,0-1 1,0 1-1,0 0 0,1 0 1,-1 0-1,-1-1 1,1 0-36,0-1 0,0 1 0,0 0 0,0 0 0,1-1 0,-1 1 0,0-1 1,1 1-1,0 0 0,-1-1 0,1 1 0,0-1 0,-1 1 0,1-1 0,0 1 0,0-3 0,2-33-477,-2 23 260,1 2 112,-1 0 0,2 0 0,0 0-1,0 0 1,1 1 0,0-1-1,1 1 1,0-1 0,1 1-1,1 1 1,0-1 0,0 1-1,10-13 1,-13 19 82,1 0-1,-1 0 0,1 1 1,0-1-1,0 1 0,1-1 1,-1 1-1,1 1 0,-1-1 1,1 1-1,0 0 0,0 0 1,0 0-1,0 0 1,1 1-1,-1 0 0,0 0 1,1 1-1,-1-1 0,0 1 1,1 0-1,-1 1 0,0-1 1,1 1-1,-1 0 1,0 0-1,0 1 0,0 0 1,0 0-1,0 0 0,9 5 1,24 13-324,44 17 1,-69-32 288,0-1 0,0 0 0,1-1-1,-1-1 1,1 0 0,-1 0 0,25-2 0,-36 0 82,-1-1 0,0 1 0,1-1 1,-1 1-1,0-1 0,0 1 0,0-1 0,0 0 1,0 0-1,0 0 0,0 0 0,0 1 1,0-1-1,0-1 0,0 1 0,0 0 0,0 0 1,-1 0-1,1 0 0,-1 0 0,1-1 1,-1 1-1,1 0 0,-1-1 0,0 1 0,1 0 1,-1-1-1,0 1 0,0-2 0,2-47 263,-2 39-199,0 8-33,0 0 0,0 1 0,0-1 0,-1 0 0,1 0 0,-1 1 0,0-1 0,0 0 0,0 1 0,0-1 0,0 0 0,0 1 0,-1 0 0,1-1 0,-1 1 0,1 0-1,-1 0 1,0 0 0,0 0 0,0 0 0,0 0 0,-1 0 0,1 1 0,0-1 0,-1 1 0,1 0 0,-1-1 0,1 1 0,-1 0 0,0 1 0,1-1 0,-1 0 0,0 1 0,0 0 0,-4-1 0,1 1 21,1 0-1,-1 0 1,0 1 0,1-1 0,-1 1 0,1 0 0,-1 1 0,1-1 0,0 1 0,-1 0 0,1 1 0,0-1 0,0 1 0,1 0 0,-1 0-1,1 1 1,-6 4 0,6-4-12,0 1-1,1 0 0,-1 0 1,1 0-1,0 0 0,0 1 1,1-1-1,-1 1 0,1-1 1,0 1-1,1 0 0,0 0 1,0 0-1,0 0 0,0 0 1,1 0-1,0 0 0,0 0 1,1 0-1,0 0 0,0 0 1,0 0-1,1 0 0,0 0 1,0 0-1,4 8 0,3 3-376,1 0 0,0-1 0,1 0 0,1-1 0,1 0 0,0 0 0,15 12 0,-22-21-402,1-1 1,-1 1-1,1-1 0,0-1 0,0 1 0,0-1 0,1 0 0,-1-1 0,1 0 0,10 3 1,28-1-5624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9.7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 1 7587,'0'0'9301,"-92"121"-7044,73-37 1120,4 16-1296,9 7-640,0-1-193,4-12-431,2-16-593,0-18-176,-4-14-48,4-17-656,-3-8-881,-1-10-624,-2-9-1281,-9-2-1104,-1 0-2833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0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38 496,'0'0'12798,"25"-4"-9146,7-1-2428,4-1 357,1 1-1,45 0 1,46-1 1342,47-1-857,-174 7-1976,-8 21 89,5-18-182,1 0-1,0 0 1,-1 0-1,1 0 1,0 1 0,1-1-1,-1 0 1,1 0-1,-1 1 1,1-1-1,0 1 1,0-1-1,0 0 1,1 1-1,-1-1 1,1 0 0,0 0-1,0 1 1,0-1-1,0 0 1,0 0-1,1 0 1,-1 0-1,1 0 1,0 0 0,0-1-1,0 1 1,0-1-1,1 1 1,-1-1-1,1 0 1,-1 0-1,1 0 1,0 0 0,0 0-1,0-1 1,0 1-1,0-1 1,0 0-1,5 2 1,-2-2 34,0 0 0,-1-1 0,1 1 1,0-1-1,0-1 0,0 1 0,-1-1 0,1 0 0,0 0 1,0 0-1,-1-1 0,1 0 0,-1 0 0,0-1 1,1 1-1,-1-1 0,0 0 0,7-7 0,24-11 30,-34 63-2214,-2-36 1903,-1-1-506,1 0 1,0 0-1,1 0 0,-1 0 1,1 0-1,0 0 0,2 6 1,-2-9 314,0-1-1,0 1 1,0-1 0,0 0 0,0 1 0,0-1 0,1 0 0,-1 0-1,0 0 1,1 0 0,-1 0 0,1 0 0,-1 0 0,1-1 0,-1 1-1,1 0 1,-1-1 0,1 1 0,0-1 0,0 0 0,-1 1 0,1-1-1,0 0 1,-1 0 0,3 0 0,23 0-6146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0.4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0 191 6707,'0'0'14684,"0"16"-13062,0 35-140,0-43 92,0-47-660,0-112-2,0 148-1087,0 1 0,1 0 0,-1-1 0,0 1 0,1 0 0,0-1 0,-1 1 0,1 0 0,0-1 0,0 1 0,0 0 0,1 0 0,-1 0 0,0 0 0,1 0 0,-1 0 0,1 1 0,0-1 0,2-1 0,0-1-1107,1 1 0,0 0 0,0 0 0,0 1 0,1 0 1,-1-1-1,6 0 0,20-5-7416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0.9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 10549,'0'0'14849,"7"11"-13245,-1-1-1188,0 1 0,0 0-1,-1 0 1,-1 0 0,0 1 0,-1 0 0,0-1 0,0 1 0,1 23 0,-5-27-158,1 11-358,3-17-173,2-11-87,6-13 152,1-1-1,1 2 1,2 0-1,0 1 1,1 0-1,34-32 1,-49 51 563,3 12 87,-2 0-463,2-1-1,-1 0 1,1 0-1,0 0 0,1 0 1,10 14-1,-12-19-401,1-1 0,0 1-1,1-1 1,-1 0 0,1 0-1,0 0 1,-1-1 0,2 0-1,-1 0 1,0 0 0,1-1 0,-1 1-1,12 2 1,35 6-6124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1.3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0 179 5330,'0'0'20260,"12"5"-18299,-10-4-1865,7 4 226,-1-1-1,1 1 0,-1 0 1,0 1-1,0-1 0,-1 2 1,0-1-1,11 12 0,10 18 494,-18-21-722,0-1 1,2-1-1,-1 1 1,2-2 0,0 0-1,0 0 1,29 18 0,-42-30-106,1 0 1,-1 0 0,1 0 0,-1 1-1,1-1 1,0 0 0,-1 0 0,1 0-1,-1 0 1,1 0 0,0 0 0,-1 0-1,1 0 1,-1 0 0,1-1-1,-1 1 1,1 0 0,0 0 0,-1 0-1,1-1 1,-1 1 0,1 0 0,-1-1-1,1 1 1,-1 0 0,1-1 0,-1 1-1,0-1 1,1 1 0,-1 0 0,1-1-1,-1 1 1,0-1 0,0 1-1,1-1 1,-1 0 0,0 1 0,0-1-1,1 1 1,-1-1 0,0 1 0,0-1-1,0 0 1,0 1 0,0-1 0,0 1-1,0-2 1,3-36 118,-3 28-135,3-27 52,11-104-15,-11 126 3,0 0-1,1 0 1,0 0 0,1 0-1,1 1 1,15-26 0,-20 38-47,0-1 0,1 1 0,0 0 0,-1-1 0,1 1 0,0 0 0,0 0 0,0 1 0,0-1 0,0 0 0,1 1 0,-1-1 1,0 1-1,1 0 0,-1 0 0,1 0 0,0 0 0,-1 0 0,6-1 0,-3 2-451,0 1 0,0-1 0,-1 1 1,1 0-1,0 0 0,-1 0 0,1 0 0,0 1 1,-1 0-1,8 4 0,23 9-4176,3-4-3386,2-4-4011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1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268 590 11685,'0'0'8428,"-23"2"-4234,-74 8-688,90-9-3283,-1 1 0,1-1 1,-1 2-1,1-1 0,-1 1 1,1 0-1,0 0 0,0 1 1,1 0-1,-1 1 0,1-1 1,0 1-1,0 0 1,0 0-1,1 1 0,0 0 1,0 0-1,0 0 0,1 1 1,-7 13-1,9-16-213,0 1 0,1 0 1,0 0-1,0 0 0,0 0 0,0 9 1,0-13-24,1 0 0,0 0 0,0 1 0,0-1 0,0 0 0,0 0 0,1 0 0,-1 0 0,0 1 0,1-1 0,-1 0 0,0 0 0,1 0-1,-1 0 1,1 0 0,0 0 0,-1 0 0,1 0 0,0 0 0,-1 0 0,1 0 0,0 0 0,0-1 0,0 1 0,0 0 0,0-1 0,0 1 0,0 0 0,0-1 0,0 1 0,0-1 0,2 1 0,8 1-160,-1-1-1,1 0 1,0-1-1,0 0 1,0-1-1,0 0 1,0 0-1,-1-1 0,1-1 1,0 1-1,-1-2 1,0 0-1,0 0 1,0-1-1,0 0 1,-1 0-1,0-1 1,0-1-1,16-14 0,-24 20 178,0 1-1,-1-1 0,1 0 0,0 0 0,0 0 0,-1 0 0,1 0 1,-1 0-1,1 0 0,-1-1 0,1 1 0,-1 0 0,0 0 0,1 0 1,-1 0-1,0-2 0,2-8 1160,-4 11-1138,1 1 0,-1-1 0,1 0 1,-1 1-1,0 0 0,1-1 0,0 1 0,-1 0 0,1 0 0,-1-1 0,-1 3 0,1 1-33,1-1-1,0 0 0,-1 0 0,2 1 0,-1-1 0,0 1 0,1-1 1,-1 1-1,1-1 0,0 1 0,0-1 0,0 1 0,1-1 0,-1 1 0,1-1 1,0 1-1,0-1 0,0 1 0,1-1 0,-1 0 0,1 0 0,-1 0 1,5 5-1,-4-4-114,1 0 1,0 0-1,1-1 1,-1 1-1,1-1 1,-1 0-1,1 0 1,0 0 0,0-1-1,0 1 1,1-1-1,-1 0 1,1 0-1,-1-1 1,1 1-1,-1-1 1,7 1-1,-5-1-126,0-1 0,1 0-1,-1 0 1,0 0 0,0-1-1,1 0 1,-1 0-1,0 0 1,0-1 0,0 0-1,0 0 1,8-5 0,-3 0-102,-1 0 0,0-1 0,0 0 0,-1-1 1,13-14-1,43-58-741,-4-3 0,54-96 1,-77 117 1055,-16 29 68,110-193 632,-129 221-315,0 0-1,0 0 1,0 0-1,-1 0 1,0 0-1,0-1 0,0 1 1,-1-1-1,0-7 1,-1 14-262,0 0 0,0-1-1,0 1 1,0 0 0,0 0 0,0-1 0,0 1 0,0 0 0,0 0 0,0-1 0,0 1 0,-1 0 0,1 0 0,0 0 0,0-1 0,0 1-1,0 0 1,0 0 0,-1 0 0,1-1 0,0 1 0,0 0 0,0 0 0,-1 0 0,1 0 0,0 0 0,0-1 0,-1 1 0,1 0 0,0 0 0,0 0-1,-1 0 1,1 0 0,0 0 0,0 0 0,-1 0 0,1 0 0,0 0 0,0 0 0,-1 0 0,1 0 0,0 0 0,0 0 0,-1 0 0,1 1-1,-14 4 942,3 3-702,1 0 0,-1 0 1,1 1-1,1 1 0,0-1 0,0 1 0,1 1 1,1 0-1,-11 18 0,2 0 51,2 2 1,-20 56-1,21-43-371,3 1 0,1 0 0,3 1 0,1 0 0,2 0 0,3 0 0,5 50 0,-3-79-5,0-1 1,1 0-1,1 1 0,1-1 1,0-1-1,11 24 0,-12-32-8,-1-1 1,1 1-1,0-1 1,1 1-1,0-1 0,0-1 1,0 1-1,0-1 0,1 0 1,0 0-1,0 0 0,0-1 1,1 0-1,0 0 0,-1-1 1,11 5-1,1-4-785,-1-1 0,1-1 0,0 0 0,0-1 0,-1-1 0,31-3 0,50-11-7486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5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1 105 10117,'0'0'14382,"9"-1"-13520,-4 0-690,-3 0-132,0 1 0,0-1 0,0 1 0,0-1 0,0 1 1,0 0-1,0-1 0,0 1 0,-1 0 0,1 1 0,0-1 0,0 0 0,0 0 0,0 1 0,0-1 0,0 1 0,0 0 0,0-1 0,0 1 0,-1 0 0,1 0 0,0 0 1,-1 0-1,1 1 0,-1-1 0,1 0 0,-1 1 0,2 1 0,1 7 267,-1-1 0,0 1 0,-1 0 1,0 1-1,0-1 0,0 13 0,-2 5-1766,1-35 1347,1 0-1,0 1 1,0-1 0,0 1-1,1-1 1,0 1 0,0 0-1,1 0 1,-1 1 0,1-1-1,1 1 1,7-9 0,5-3 33,2 0 0,22-16 0,-23 20-47,0 0 1,23-10-1,-33 19 90,0 0 0,0 1 0,0 0 0,0 1 0,1 0 0,-1 0 0,1 0 0,12 1-1,-20 1 48,0 0-1,-1 0 1,1 1-1,0-1 1,0 0-1,0 1 1,-1-1-1,1 1 1,0-1-1,0 1 1,-1 0-1,1-1 1,-1 1-1,1-1 0,0 1 1,-1 0-1,1 0 1,-1-1-1,1 1 1,-1 0-1,0 0 1,1 0-1,-1-1 1,0 1-1,0 0 1,0 0-1,1 0 1,-1 1-1,4 32 524,-3-23-374,1 3 26,-2-11-143,0 0-1,0-1 1,0 1-1,1-1 1,-1 1 0,1-1-1,0 1 1,0-1-1,1 4 1,-1-5-48,0-1-1,0 1 1,-1 0-1,1 0 1,0-1 0,0 1-1,0-1 1,0 1 0,0-1-1,0 1 1,1-1 0,-1 0-1,0 1 1,0-1-1,0 0 1,0 0 0,0 0-1,0 0 1,1 0 0,-1 0-1,0 0 1,0 0 0,0 0-1,0-1 1,0 1-1,2-1 1,7-2-12,0-1-1,0 0 1,-1-1-1,1 0 1,-1 0-1,0-1 0,-1 0 1,14-13-1,-11 10 28,0 0-1,0 1 0,0 1 0,23-12 0,-33 20 61,-1-1 1,1 0-1,0 0 0,0 0 0,-1 1 1,1-1-1,0 0 0,-1 1 0,1-1 0,0 0 1,-1 1-1,1-1 0,-1 1 0,1-1 1,-1 1-1,1-1 0,-1 1 0,1 0 1,-1-1-1,1 1 0,-1 0 0,0-1 1,1 1-1,-1 0 0,0-1 0,0 1 1,1 0-1,-1 0 0,0-1 0,0 1 1,0 1-1,1 1 139,7 21 85,18 36 281,-24-56-939,1 0 0,-1 0-1,1 0 1,0 0 0,1-1 0,5 6-1,3-6-6119,-9-3 4567,7 0-6521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5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5731,'0'0'14358,"75"10"-13429,-64 5-497,-1-4-432,1 3-96,1-8-1409,5 1-1168,8-7-2225,4 0-1121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5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308 0 11541,'0'0'9717,"-132"134"-8501,94-69-575,3-3-369,1 3-224,5-6-48,8-13-416,9-11-1922,5-12-1455,7-14-2834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6.0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323 8 5282,'0'0'11230,"-22"-1"-7082,-78-5-808,93 6-3043,-1-1 0,1 2 0,-1-1 0,0 1-1,1 0 1,-1 1 0,1-1 0,0 2 0,-1-1-1,1 1 1,0 0 0,1 0 0,-1 1 0,0 0-1,1 0 1,0 1 0,0-1 0,0 1 0,1 1-1,0-1 1,0 1 0,0 0 0,-5 9 0,8-12-292,0 0 1,0 0 0,1 1 0,0-1 0,0 1 0,0-1 0,0 1 0,0-1 0,1 1 0,-1-1-1,1 1 1,0 0 0,0-1 0,1 1 0,-1-1 0,1 1 0,-1 0 0,1-1 0,0 1 0,1-1-1,-1 0 1,0 1 0,1-1 0,0 0 0,3 5 0,5 5-144,0-1 1,1 0-1,1-1 1,20 16 0,0 1-237,-16-14 93,-2 1-1,0 1 1,-1 0-1,0 1 1,12 24-1,-20-34 231,-2 1 0,1 0-1,-1 0 1,0 0 0,-1 0-1,0 1 1,0-1 0,-1 1-1,0-1 1,0 1 0,-1 0-1,0-1 1,0 1 0,-1 0-1,-4 13 1,3-17 81,0 0 0,-1 0-1,1 0 1,-1 0 0,-1 0-1,1 0 1,-1-1 0,0 1 0,0-1-1,0 0 1,0-1 0,-1 1 0,1-1-1,-1 1 1,-7 2 0,-6 4 187,-1-1 1,-35 12 0,43-17-328,-1 0 0,0-1 0,-1-1 0,1 0 0,-21 1 1,32-3-57,0 0 1,0-1 0,0 1-1,0-1 1,0 0 0,1 1 0,-1-1-1,0 0 1,0 1 0,1-1-1,-1 0 1,0 0 0,1 1-1,-1-1 1,1 0 0,-1 0 0,1 0-1,-1 0 1,1 0 0,0 0-1,0 0 1,-1 0 0,1 0 0,0 0-1,0 0 1,0 0 0,0 0-1,0 0 1,0 0 0,0 0 0,0 0-1,1 0 1,-1-1 0,7-40-5791,19-18-5137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6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0 10613,'0'0'8676,"-10"136"-5331,3-67-127,5 0-1233,-2 0-993,4-6-560,0-7-416,-6-8-32,2-8-880,-9-15-1137,-10-2-1040,-10-15-3282,-13-8-4098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6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0 118 9989,'26'-10'3855,"-8"3"-3273,43-17 2403,76-18 0,-84 31-1452,0 2-1,1 2 1,77 0 0,-130 7-1529,-1 0 0,0 0 1,0 1-1,0-1 1,0 0-1,0 1 0,1-1 1,-1 0-1,0 0 0,0 1 1,0-1-1,0 0 0,0 1 1,0-1-1,0 0 0,0 1 1,0-1-1,0 0 0,0 0 1,0 1-1,0-1 0,0 0 1,-1 1-1,1-1 0,0 0 1,0 0-1,0 1 0,0-1 1,0 0-1,-1 0 0,1 1 1,0-1-1,0 0 0,0 0 1,-1 0-1,1 1 1,0-1-1,0 0 0,-1 0 1,1 0-1,0 0 0,-1 1 1,-21 17 620,-41 26 1,42-30 57,0 0 0,1 1 0,-33 34 0,51-48-670,1 0 1,0 0-1,-1 0 0,1 1 1,0-1-1,0 0 1,0 1-1,0-1 0,0 1 1,0 0-1,1-1 1,-1 1-1,0 0 0,1-1 1,-1 1-1,1 0 1,0 0-1,0-1 0,0 1 1,-1 0-1,1 0 1,1-1-1,-1 1 0,0 0 1,0 0-1,2 3 1,-1-4-23,1 1-1,-1-1 1,1 1 0,-1-1 0,1 1 0,0-1 0,-1 0 0,1 0 0,0 0 0,0 0-1,0 0 1,0 0 0,0-1 0,0 1 0,0-1 0,0 1 0,0-1 0,0 0 0,1 1 0,3-2-1,15 2-235,0-2-1,-1 0 0,1-2 0,20-4 0,-31 5 123,0-1 0,-1 0-1,1 0 1,-1-1 0,0-1 0,0 1-1,-1-1 1,1-1 0,-1 0 0,11-9-1,-18 14 1688,-2 1-1552,0 1 0,-1 0 0,1-1 0,0 1 1,0 0-1,0 0 0,0 0 0,0 0 0,0 0 1,0 0-1,0 0 0,1 0 0,-1 0 0,0 1 1,1-1-1,-1 0 0,1 0 0,-1 1 0,1-1 1,-1 0-1,1 1 0,0-1 0,0 0 0,0 1 1,0-1-1,0 2 0,-3 40-329,3-42 305,0 2-161,0-1 1,1 1-1,-1-1 1,1 1 0,-1-1-1,1 1 1,0-1-1,0 1 1,0-1 0,0 0-1,0 1 1,0-1 0,1 0-1,-1 0 1,1 0-1,0 0 1,0 0 0,-1 0-1,1-1 1,0 1-1,0-1 1,1 1 0,-1-1-1,0 0 1,0 1-1,1-1 1,-1-1 0,1 1-1,-1 0 1,1 0-1,-1-1 1,3 1 0,9 1-2057,-1-1 1,1 0-1,-1-1 0,25-2 1,19-7-5279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6.8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1 12166,'0'0'13318,"-96"129"-13094,96-104-224,17-6-32,16-6-625,9-13-1215,12 0-1554,9-9-1888,0-24-4099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7.3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0 15527,'0'0'5464,"-13"23"-2100,7-14-2997,-7 12 274,1 1 0,1 0 1,1 1-1,1 0 0,0 0 0,-7 42 1,-2 81 1162,0 175 0,9-94-1856,8-215 52,1 0 0,0 0 0,-2 0 0,1 0 0,-2 0 0,1 0 0,-1-1 0,-7 16 0,3-16 0,7-11-1,0 0 0,0 1 0,-1-1 0,1 0 0,0 0 0,0 0 1,0 0-1,0 0 0,0 0 0,0 0 0,0 0 0,-1 0 0,1 0 0,0 0 0,0 0 0,0 0 0,0 0 0,0 0 1,0 0-1,-1 0 0,1 0 0,0 0 0,0 0 0,0 0 0,0 0 0,0 0 0,0 0 0,-1 0 0,1 0 0,0 0 0,0 0 1,0 0-1,0 0 0,0 0 0,0 0 0,0 0 0,-1 0 0,1 0 0,0-1 0,0 1 0,0 0 0,0 0 0,0 0 1,0 0-1,0 0 0,0 0 0,0 0 0,0-1 0,0 1 0,0 0 0,0 0 0,0 0 0,0 0 0,0 0 0,0 0 0,0-1 1,0 1-1,-3-16-414,2 0 0,0 0 0,1 0 0,1 0 0,5-30 1,-1 20-386,1-1 1,1 1 0,2 0 0,20-44-1,-7 28-2205,49-74-1,-58 99 2737,1 0-1,19-20 1,-33 37 335,0 0 0,0 0 0,1 0 0,-1-1 0,0 1 0,0 0 0,0 0 0,0 0-1,0 0 1,1 0 0,-1 0 0,0-1 0,0 1 0,0 0 0,1 0 0,-1 0 0,0 0 0,0 0 0,0 0 0,1 0 0,-1 0 0,0 0 0,0 0 0,1 0 0,-1 0 0,0 0 0,0 0 0,0 0 0,1 0 0,-1 0 0,0 0 0,0 0-1,0 0 1,1 1 0,-1-1 0,0 0 0,0 0 0,0 0 0,0 0 0,1 0 0,-1 0 0,0 1 0,0-1 0,0 0 0,0 0 0,0 0 0,0 1 0,1-1 0,-1 0 0,0 0 0,0 0 0,0 0 0,0 1 0,4 19 1495,-2 25 218,-2-44-1585,0 9 225,1-4-148,-1-1 0,0 1 0,0 0 1,0 0-1,-1 0 0,0 0 0,0 0 0,0-1 1,-1 1-1,0 0 0,0-1 0,-1 0 1,-4 9-1,-35 37 1394,24-31-1456,-28 42-1,42-55-211,0 0 0,0 0-1,1 0 1,0 0 0,0 1-1,1 0 1,0-1 0,1 1 0,-1 0-1,1 14 1,1-21 3,0 0 0,0-1 0,0 1 0,0 0 0,0 0 0,0 0 0,1-1 0,-1 1 0,0 0 0,1 0 0,-1-1 0,0 1 0,1 0 0,-1-1 0,1 1 0,-1 0 0,1-1 0,-1 1 0,1-1 0,-1 1 0,1-1 0,0 1 0,-1-1 0,1 1 0,0-1 0,0 0 0,-1 1 0,1-1 0,0 0 0,0 1 0,-1-1 0,2 0 0,31 1 0,-21-1 0,3-1-42,1 0 1,0-1-1,0-1 1,-1-1-1,25-8 1,74-36-3852,-98 40 2742,52-27-5850,-4-4-4348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7.5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3890,'0'0'27981,"144"0"-27085,-104 0-896,-7 0 0,-10 0-256,-8 0-1681,-7 0-1280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57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 11141,'0'0'12006,"170"-8"-12006,-95-9-673,9 0-3761,10 5-9140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9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60 4370,'0'0'14569,"11"9"-13179,-3-2-1029,-4-4-230,0-1 0,-1 1 0,0 0 0,1 0 0,-1 0 0,0 1 0,-1-1 0,1 1 0,0-1 0,-1 1 0,0 0 0,0 0-1,0 0 1,0 0 0,-1 0 0,0 1 0,0-1 0,0 0 0,1 6 0,-1 14 538,0-6-255,-1 0 0,-3 29 0,3-46-404,0 0 1,0 0-1,-1 0 1,1 0-1,0-1 1,-1 1-1,1 0 1,-1 0 0,1 0-1,-1 0 1,1-1-1,-1 1 1,0 0-1,1 0 1,-1-1 0,0 1-1,0-1 1,1 1-1,-1 0 1,0-1-1,0 0 1,0 1 0,-1 0-1,1-1-31,1 0-1,-1 0 1,1 0-1,-1 0 1,1 0-1,-1 0 1,1 0-1,-1 0 1,1 0-1,-1-1 1,1 1 0,-1 0-1,1 0 1,-1 0-1,1-1 1,-1 1-1,1 0 1,0 0-1,-1-1 1,1 1-1,-1 0 1,1-1-1,0 1 1,-1-1-1,1 1 1,0 0 0,0-1-1,-1 1 1,1-1-1,0 1 1,0-1-1,0 1 1,-1-1-1,1 1 1,0-1-1,0 1 1,0-1-1,0 1 1,0-1 0,0 1-1,0-1 1,0 1-1,0-1 1,1 0-1,-1-9-239,1 0 0,1 0-1,-1 0 1,2 0 0,-1 1 0,2-1-1,-1 1 1,1 0 0,0 0 0,1 0-1,0 0 1,12-14 0,-2 4 147,2 1 0,0 0-1,1 1 1,23-16 0,-37 29 146,-2 2 26,0 1 0,1-1 0,-1 0-1,0 1 1,1-1 0,-1 1 0,1 0 0,-1-1-1,1 1 1,-1 1 0,4-2 0,-5 27 1625,-11 122 1690,6-101-2613,9-50-886,1 1 0,-1-1 0,0 0 0,0 0 1,7-9-1,-4 5 14,26-25-337,-11 10 69,46-35 0,-68 58 436,-1 0 0,1-1-1,-1 1 1,1 0 0,-1 0-1,0 0 1,1 0 0,-1 0-1,1 0 1,-1 1 0,1-1-1,-1 0 1,1 0 0,-1 0 0,1 0-1,-1 0 1,0 1 0,1-1-1,-1 0 1,1 0 0,-1 1-1,0-1 1,1 0 0,-1 1 0,0-1-1,1 0 1,-1 1 0,0-1-1,0 0 1,1 1 0,-1-1-1,0 1 1,0-1 0,0 0 0,0 1-1,1-1 1,-1 1 0,0-1-1,0 1 1,0-1 0,0 1-1,0-1 1,0 1 0,0-1 0,0 1-1,7 36 496,-3-14-265,12 10-825,-4-19-3275,4-9-7288,-7-5 1353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9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12742,'0'0'13190,"25"56"-13158,-19-41-32,-2-9-768,5 0-1634,5-6-1759,3 0-2178,8-2-945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39.8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452 1 7123,'0'0'11317,"-113"144"-8339,65-75-1185,-4 6-817,-2-1-208,6-3-351,4-9-417,8-11-208,9-8-1137,6-11-1504,13-18-2034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0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484 22 9300,'-19'-4'6585,"-38"-4"-3513,0 2 1,-1 3 0,-94 6 0,142-2-2850,0 1 1,-1 0-1,1 0 1,0 2-1,0-1 0,0 1 1,1 0-1,-17 11 1,23-13-254,1-1 0,-1 1-1,1 0 1,-1 1 0,1-1 0,0 0 0,0 1-1,0-1 1,0 1 0,1-1 0,-1 1 0,0 0 0,1 0-1,0 0 1,0 0 0,0 0 0,0 0 0,1 0 0,-1 0-1,1 0 1,-1 0 0,1 1 0,0-1 0,0 0-1,1 0 1,-1 0 0,1 0 0,-1 0 0,1 0 0,0 0-1,0 0 1,1 0 0,-1 0 0,3 5 0,2 2-220,1 0-1,0 0 1,0-1 0,1 1 0,0-2 0,10 9 0,63 48-1095,-16-13 260,-64-52 1079,18 17-594,0 1 1,16 20-1,-30-32 428,-1-1 0,0 1 0,0 0-1,-1 0 1,1 0 0,-1 0-1,-1 1 1,1-1 0,-1 1-1,0 0 1,-1-1 0,2 12 0,-3-15 210,-1-1 0,1 0 1,-1 0-1,1 0 1,-1 0-1,0 0 1,1 0-1,-1 0 1,0 0-1,-1 0 1,1 0-1,0 0 0,0 0 1,-1-1-1,1 1 1,-1 0-1,1-1 1,-1 0-1,0 1 1,0-1-1,0 0 1,1 0-1,-1 0 0,0 0 1,0 0-1,-1 0 1,1 0-1,0-1 1,-4 1-1,-10 3 527,0-1 1,0-1-1,-17 1 0,14-1-236,-57 3 255,76-5-646,-1 0 1,1 0-1,-1 0 0,1 0 1,-1 0-1,1 0 0,-1 0 1,1-1-1,-1 1 0,1 0 1,-1 0-1,1-1 0,-1 1 1,1 0-1,-1 0 0,1-1 1,0 1-1,-1-1 0,1 1 1,0 0-1,-1-1 0,1 1 1,0-1-1,0 1 0,-1-1 1,1 1-1,0 0 0,0-1 1,0 1-1,-1-1 0,1 0 1,0 1-1,0-1 0,0 1 1,0-1-1,0 0 0,2-22-2950,-1 19 2511,0-1-407,0 0 0,0 0 0,1 1-1,-1-1 1,1 1 0,3-5 0,26-39-8667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0.4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210 0 7716,'0'0'18664,"-38"147"-17079,11-83 48,0 3-561,4 2-304,-2-4-576,10-2-192,0-7-320,5-6-960,2-12-1265,-1-13-1169,3-15-2545,0-10-4418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0.9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13990,'0'0'3076,"22"-2"-957,-7 0-1670,148-9 3733,-88 11-3306,85 1 22,-159-1-898,0 0-1,-1 0 0,1 0 0,0 0 1,0 0-1,0 0 0,0 0 0,0 0 1,-1 0-1,1 1 0,0-1 0,0 0 1,0 1-1,-1-1 0,1 1 0,0-1 0,-1 1 1,1-1-1,1 2 0,-2-2 0,0 1 0,0-1 0,0 0 0,0 1 0,0-1-1,0 1 1,0-1 0,0 1 0,0-1 0,0 1 0,0-1 0,0 1 0,0-1-1,-1 1 1,1-1 0,0 0 0,0 1 0,0-1 0,-1 1 0,1-1 0,0 0-1,-1 1 1,1-1 0,-1 1 0,-26 20 10,6-11 20,4-2 128,0 0 0,0 1 0,-28 22 0,41-28-162,1-1 1,1 1-1,-1 0 1,0-1-1,0 1 0,1 0 1,0 1-1,0-1 1,0 0-1,0 1 1,0-1-1,0 1 1,1-1-1,0 1 1,0 0-1,0 0 0,0-1 1,0 1-1,1 0 1,0 0-1,0 0 1,0 0-1,0 0 1,1 0-1,0 3 1,-1-6-8,1-1-1,-1 1 1,0-1 0,1 1 0,-1-1 0,1 1 0,-1-1 0,0 1 0,1-1 0,-1 0 0,1 1 0,-1-1 0,1 0 0,0 1 0,-1-1 0,1 0 0,-1 0 0,1 0 0,-1 1 0,1-1-1,0 0 1,-1 0 0,1 0 0,0 0 0,0 0 0,21 0-61,-13-1 14,4 2 28,0-2-1,0 0 1,1 0 0,-1-1-1,0-1 1,0 0 0,22-8-1,19-13 11,-54 26 108,1-1 0,0 1 0,-1 0-1,1-1 1,-1 1 0,0-1 0,1 1 0,-1 0 0,0-1 0,0 1-1,0 0 1,0-1 0,-1 3 0,1-2-6,0 7-77,0-5-411,0-1 0,0 1 1,0 0-1,0 0 1,1 0-1,-1-1 0,1 1 1,2 5-1,-2-7 96,0-1 1,0 0-1,0 1 1,0-1-1,1 0 0,-1 0 1,0 0-1,1 0 1,-1 0-1,1 0 0,-1 0 1,1-1-1,-1 1 0,1 0 1,0-1-1,-1 1 1,1-1-1,0 0 0,-1 1 1,1-1-1,0 0 1,2 0-1,30 0-5777,8 0-1441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1.0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162 0 8564,'0'0'10565,"-119"11"-7940,94 6-928,10 6-1009,13-3-448,2-1-240,2-2-384,23 2-592,11-11-1442,5-4-1183,10-4-2274,3 0-1600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1.5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337 1 12038,'0'0'11018,"-22"20"-8380,3-4-2090,4-5-226,1 1 1,1 0-1,0 1 1,1 0-1,0 1 1,1 0-1,0 1 1,2 1-1,-12 22 1,4 6 148,2 0 1,1 2-1,3-1 1,2 1-1,2 1 1,-3 90-1,11-121-471,-2-1 0,0 1 0,0-1 0,-2 0 0,0 1 0,0-1 0,-2 0 0,0-1 0,0 1 0,-12 19 0,16-32-6,0-1 0,1 0 0,-1 0 0,0 1 0,0-1 1,0 0-1,0 0 0,-1 0 0,1 0 0,0-1 0,0 1 0,0 0 0,-1 0 0,1-1 0,0 1 0,-1-1 1,1 1-1,-1-1 0,1 1 0,-1-1 0,1 0 0,0 0 0,-1 0 0,1 0 0,-1 0 0,1 0 0,-3 0 1,3-6-606,1-2 315,0 0-1,1 0 1,0 0 0,1 0 0,0 0 0,0 0 0,0 1 0,1-1-1,0 1 1,1-1 0,0 1 0,0 0 0,0 1 0,1-1 0,0 1-1,0 0 1,10-9 0,8-9-1620,53-40 0,-67 57 1606,1 1 0,-1 0 0,1 0 0,0 1 0,1 1 1,-1-1-1,1 2 0,0-1 0,18-2 0,-28 6 370,-1 0 0,0 0 0,0-1 0,1 1 0,-1 0 1,0 0-1,0 0 0,0 0 0,1 0 0,-1 0 0,0 0 0,0 0 0,1 0 0,-1 0 0,0 0 0,0 0 0,1 1 1,-1-1-1,0 0 0,0 0 0,0 0 0,1 0 0,-1 0 0,0 0 0,0 0 0,0 1 0,1-1 0,-1 0 0,0 0 1,0 0-1,0 0 0,0 1 0,1-1 0,-1 0 0,0 0 0,0 1 0,0-1 0,0 0 0,0 1 0,-4 10 1180,-15 10 231,-27 14 936,34-26-1700,-1 0 0,1 1 0,1 1 1,-11 11-1,19-18-632,0-1 1,1 1-1,-1 0 1,1 0-1,0 0 1,0 0-1,0 0 1,1 1-1,0-1 1,-1 0-1,2 1 1,-1-1-1,0 1 1,1-1-1,0 1 1,0-1-1,0 1 1,1 5-1,0-8-125,-1 0 0,1 0 0,0 0 1,0 0-1,0 0 0,0-1 0,0 1 0,0 0 0,0 0 0,0-1 0,1 1 0,-1-1 1,1 0-1,-1 1 0,1-1 0,-1 0 0,1 0 0,0 0 0,0 0 0,0 0 0,-1 0 1,1 0-1,0-1 0,0 1 0,0-1 0,3 1 0,6 1-981,1 0 1,-1-2-1,17 1 0,-19-1 125,42-1-5332,7-5-5028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1.7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 40 19849,'0'0'12918,"-17"-19"-12918,23 19-1313,15-8-4065,6-5-1089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2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228 117 14279,'0'0'5362,"-23"-1"-1494,-75 1 54,91 0-3434,0 0 0,0 1 0,0-1 0,0 2 0,0-1 0,-12 5 0,17-5-388,-1 0 0,0 1 1,0-1-1,1 1 0,-1 0 0,1 0 1,-1 0-1,1 0 0,0 0 0,0 0 1,0 1-1,-2 2 0,2-1-108,0 1 0,0-1-1,1 1 1,-1-1 0,1 1-1,0 0 1,1 0 0,-1-1 0,1 1-1,0 0 1,0 0 0,0-1-1,1 1 1,0 0 0,0 0 0,3 8-1,3 7-211,1-1 0,1 0-1,0-1 1,2 0 0,13 19 0,25 43-657,-38-57 394,0 0 1,-2 0-1,-1 0 1,0 1-1,-2 1 0,-1-1 1,-1 1-1,1 33 1,-4-57 464,-1 0 0,0 0 0,0 0 0,0 0 0,0 0 0,0 0 0,-1 0 0,1 0 0,0 0 0,0 0 0,-1 0 0,1 0 0,0 0 0,-1 0 0,1 0 0,-1 0 0,0 0 0,1 0 0,-1 0 0,0 0 0,1-1 0,-1 1 0,-1 1 0,-21 1-22,18-3 26,-1-1 16,-1 0 0,1 0 1,0 0-1,0-1 0,0 0 0,0-1 0,0 1 1,1-1-1,-1 0 0,1 0 0,-1-1 0,1 1 1,0-1-1,1-1 0,-1 1 0,1-1 0,0 1 0,0-1 1,0 0-1,0-1 0,-3-6 0,4 6 20,-1 0-1,1 0 1,0 0-1,1 0 1,0 0-1,0-1 0,0 1 1,1-1-1,0 1 1,0-1-1,0 0 1,1 1-1,0-1 1,1 0-1,-1 1 1,1-1-1,0 1 1,1-1-1,0 1 1,4-11-1,-1 8 5,1 0 1,1 0-1,-1 1 0,1 0 0,1 0 1,12-11-1,60-40 32,-43 33-57,-22 15-1,58-43 5,111-103 0,-180 152 186,1 1 1,0-1-1,-1 1 0,0-1 0,0-1 0,-1 1 0,1 0 0,-1-1 0,0 0 0,-1 0 0,1 1 0,-1-2 0,0 1 0,-1 0 0,1 0 0,-1-1 0,0-6 0,-1 13-111,0-1 0,0 0 0,0 1 0,-1-1 0,1 0 0,0 1 0,0-1 0,-1 1 0,1-1 0,0 0 0,-1 1 0,1-1 0,0 1 0,-1-1 0,1 1-1,-1-1 1,1 1 0,-1-1 0,1 1 0,-1-1 0,1 1 0,-1 0 0,0-1 0,1 1 0,-1 0 0,0-1 0,-26-4 840,-26 8-442,48-2-476,0 0 0,0 1 0,1-1 0,-1 1 1,0 0-1,0 0 0,1 0 0,-1 1 0,1 0 0,0-1 1,0 2-1,0-1 0,0 0 0,1 1 0,-1 0 1,1 0-1,0 0 0,0 0 0,0 0 0,0 0 0,1 1 1,0 0-1,0-1 0,-2 9 0,0-1-21,1 1-1,1 0 1,0 1 0,0-1-1,1 0 1,1 0-1,0 1 1,4 19 0,-3-25-265,1-1 1,0 0-1,0 0 1,1 0-1,0-1 1,0 1-1,1-1 1,-1 1 0,1-1-1,1 0 1,-1-1-1,1 1 1,0-1-1,10 8 1,-10-9-590,1 1 0,0-2 0,-1 1 0,2-1 0,-1 0 0,0 0 0,1 0 0,-1-1 0,13 3 0,30-3-9775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2.5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114 1 19241,'0'0'10517,"-105"165"-7508,97-90-3009,8 5 0,0-3 0,6-8 0,13-10 0,0-9 0,2-17 0,-2-12 0,-1-15 0,1-6-1649,0-4-1744,-2-19-1410,-7-12-3632,-8-7-4179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2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9156,'0'0'15831,"147"19"-13942,-70-9-1601,0-3-288,-8-7-816,-4 0-1905,0 0-3218,0-7-6002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2.8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 11141,'0'0'16904,"-11"112"-12662,11-68-3762,0-4-480,0 0 0,0-7 0,0-8 0,0-4 0,0-8-1393,0-11-2064,-10-2-1441,-3-2-4163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3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12118,'0'0'14227,"28"5"-12845,-10-2-1197,5 1-29,-1 0 0,0 2 0,-1 0 0,0 1 0,0 2 0,0 0 0,31 19 0,-21-7-96,0 1 0,-1 2 0,-2 1 0,46 52 0,-64-65-97,0 1 0,0 1 0,-1-1 0,-1 2 0,0-1 0,-1 1 0,-1 0 0,0 1 0,-1-1 0,-1 1-1,0 0 1,-1 1 0,1 23 0,-4-35-3,0 1-1,0-1 0,-1 0 0,1 1 1,-1-1-1,-1 1 0,1-1 0,-1 0 1,0 0-1,0 0 0,0 0 0,0 0 1,-1 0-1,-6 7 0,3-5 35,-1-1 0,0 0 0,0 0-1,0 0 1,-1-1 0,0 0 0,0-1-1,-9 4 1,-17 7 107,-1-2 0,-67 16 0,-74 4 538,125-28-11,32-5-1493,19 0 749,0 0 0,0 0 0,1 0-1,-1 0 1,0 0 0,0 0 0,0 0 0,0 0-1,0 0 1,0 0 0,0 0 0,0 0 0,0 0-1,0 0 1,1 0 0,-1 0 0,0-1 0,0 1-1,0 0 1,0 0 0,0 0 0,0 0-1,0 0 1,0 0 0,0 0 0,0 0 0,0-1-1,0 1 1,0 0 0,0 0 0,0 0 0,0 0-1,0 0 1,0 0 0,0 0 0,0 0 0,0-1-1,0 1 1,0 0 0,0 0 0,0 0 0,0 0-1,0 0 1,0 0 0,0 0 0,-1 0-1,41-21-7401,16-11-5456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3.5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 0 13766,'0'0'16691,"-16"20"-14706,-51 64-1660,56-69-325,0 0 0,0 1 0,-10 22 0,18-32 0,1 1 0,0-1 0,0 1 0,0 0 0,1 0 0,0 0 0,1-1 0,-1 1 0,2 10 0,-1-15 0,0-1 0,1 0 1,-1 0-1,0 1 0,1-1 0,-1 0 0,1 0 1,0 0-1,-1 1 0,1-1 0,0 0 0,0 0 1,0 0-1,0 0 0,0 0 0,0-1 0,0 1 1,0 0-1,0 0 0,0-1 0,0 1 0,0 0 1,1-1-1,-1 1 0,0-1 0,0 0 0,1 1 1,-1-1-1,0 0 0,2 0 0,49 2-48,-39-2-25,-6 0-176,0-1 0,0 0 1,0-1-1,-1 1 0,1-1 0,0 0 0,-1-1 0,1 0 0,-1 0 0,12-8 0,-15 9 145,1 0 0,-1-1 0,0 1 0,0-1 0,0 0 0,0 0 0,0 0 0,-1 0 0,1 0 0,-1-1 0,0 1 0,0-1 0,0 0 0,-1 1 0,1-1 0,-1 0 0,0 0 0,0 0 0,0 0 0,0-5 0,-1 8 846,-1 0-595,0 1 1,0 0 0,0 0-1,0 0 1,-1 0-1,1 0 1,0 0 0,0 0-1,0 0 1,0 0 0,0 0-1,0 1 1,-1-1-1,1 0 1,0 1 0,0-1-1,0 1 1,0-1 0,0 1-1,0 0 1,0-1-1,1 1 1,-3 1 0,1 7-80,0 0 0,0 0 1,0 0-1,1 0 1,1 0-1,0 0 0,0 1 1,1-1-1,0 0 1,4 18-1,-4-24-213,1 1 1,-1-1-1,1 1 1,0-1-1,0 1 0,1-1 1,-1 0-1,1 0 1,-1 0-1,1 0 1,0-1-1,0 1 0,0-1 1,0 0-1,1 0 1,-1 0-1,6 3 0,-5-4-570,0 0 0,0 1 0,0-1 0,0 0 0,0-1 0,0 1-1,6-1 1,-6 0-370,-1 0 0,1-1 0,0 1 0,0-1 1,-1 0-1,1 0 0,-1 0 0,7-3 0,23-23-10345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3.7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1 18280,'0'0'11222,"-61"156"-7957,55-74-3265,4-1 0,2 3 0,-2-13 0,-2-12 0,-3-13 0,-5-13 0,-5-12 0,-4-11 0,-4-10-1137,-11 0-3184,-7-16-2162,-1-20-6659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4.2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10421,'22'0'3858,"158"0"3830,193 0 2987,-377 0-10666,-1 1 1,1 0 0,0 0 0,0 0-1,0 1 1,0 0 0,0-1 0,0 1-1,0 1 1,0-1 0,1 1 0,-1-1-1,-4 6 1,-3 2-14,0 2 1,-13 16-1,20-24-2,0 1 0,1 1 0,-1-1 0,1 0 0,1 1 0,-1-1 0,1 1 0,0 0 0,0 0 0,0 0-1,1 0 1,0 0 0,0 0 0,0 9 0,2-15-29,-1 1 0,0-1 0,0 1-1,1-1 1,-1 1 0,0-1 0,1 0 0,-1 1-1,0-1 1,1 1 0,-1-1 0,1 0 0,-1 1-1,1-1 1,-1 0 0,1 0 0,-1 1 0,1-1-1,-1 0 1,1 0 0,-1 0 0,1 1 0,-1-1-1,1 0 1,-1 0 0,1 0 0,-1 0 0,1 0-1,0 0 1,23 0-348,-19-1 139,1 0 130,1-1 0,-1 0 1,0 0-1,0 0 0,0-1 0,0 0 1,0-1-1,-1 1 0,0-1 0,1 0 1,-1 0-1,6-8 0,11-5 64,-21 16 92,-1 1-1,1 0 0,-1 0 1,1 0-1,-1 0 0,1 0 1,0 0-1,-1 0 0,1 0 1,-1 0-1,1 0 1,-1 0-1,1 0 0,0 1 1,-1-1-1,1 0 0,-1 0 1,1 1-1,-1-1 0,1 0 1,-1 1-1,1-1 1,-1 0-1,0 1 0,1-1 1,-1 0-1,1 1 0,-1-1 1,0 1-1,1-1 0,-1 1 1,0-1-1,0 1 1,1 0-1,13 23-249,-11-17 278,3 2-846,0 0-1,0 0 1,1-1 0,13 13-1,-17-17-89,1-1-1,0 0 0,0 0 1,0 0-1,0-1 0,1 1 1,-1-1-1,1 0 0,-1 0 1,1-1-1,0 0 0,6 2 1,24-2-11847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4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300 1 15399,'0'0'10021,"-132"33"-6372,90-2-1968,5 11-817,3 8-63,7 11-449,8 4-352,11 4 0,8 0 0,0-7-1121,19-3-559,12-11-897,7-12-1233,3-18-1553,9-13-3553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3:44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425 1 4930,'0'0'19809,"7"26"-16842,8 32-2095,62 285 3309,-69-293-4179,-3 2 0,-3-1 0,-3 67 0,0-110-4,-1 0 0,1 1 0,-1-1-1,-1 0 1,0 0 0,0 0 0,0-1 0,-1 1 0,0-1 0,0 0 0,-1 0-1,-6 8 1,2-6 11,0 0 0,0-1-1,-1 0 1,0 0-1,0-1 1,-1 0 0,-15 7-1,-4-2-93,1-1 0,-2-1 0,1-2 0,-1-1 0,-53 5-1,3-8-2547,0-4-1611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0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7 109 2001,'0'0'2294,"-7"-2"10045,8 2-10666,4-1-1512,-1 1-1,0 0 1,0 0-1,1 0 1,-1 1-1,0-1 0,0 1 1,0 0-1,0 0 1,0 1-1,0-1 1,0 1-1,0 0 1,0 0-1,-1 0 1,1 0-1,-1 1 1,1-1-1,-1 1 1,0 0-1,0 0 1,0 0-1,-1 0 1,1 1-1,-1-1 1,1 1-1,-1 0 1,0 0-1,-1-1 1,1 1-1,1 7 1,-2-9-130,0 1 1,0 0-1,0 0 1,0-1-1,-1 1 1,1 0-1,-1 0 1,0-1-1,0 1 1,0 0-1,0 0 1,0 0-1,-1 0 1,1-1-1,-1 1 1,0 0-1,-1 4 1,0-5-23,0 0 1,0 0-1,1 0 0,-2 0 1,1-1-1,0 1 1,0-1-1,0 1 0,-1-1 1,1 0-1,0 0 1,-1 0-1,0 0 0,1 0 1,-1 0-1,1-1 1,-6 1-1,-18 1-237,25-2 195,-1 0 0,1 0 0,0 1 0,0-1 0,0 0 0,0 0 0,0-1 0,0 1 0,0 0 0,0 0 0,0 0 0,0-1 0,0 1 0,0-1 0,0 1 0,0 0 0,0-1 0,0 0 0,-1 0 0,2-6-60,1 1 0,0-1 1,1 0-1,-1 1 0,1 0 1,1-1-1,-1 1 0,1 0 1,0 0-1,0 1 0,1-1 1,0 0-1,0 1 1,0 0-1,9-8 0,8-7-190,1 1 0,33-21-1,-37 28 58,-18 11 221,8-5-43,-1 0 0,1 0 0,0 1-1,1 0 1,-1 1 0,1-1 0,0 2-1,0-1 1,1 1 0,-1 1-1,0 0 1,12-2 0,-20 5 94,0-1-1,-1 1 1,1 0 0,0 0 0,0-1-1,-1 1 1,1 0 0,0 0 0,-1 0-1,1-1 1,-1 1 0,1 0 0,-1 0-1,0 0 1,1 0 0,-1 0 0,0 0-1,0 0 1,1 0 0,-1 0 0,0 0-1,0 0 1,0 0 0,0 1 0,1 34 1037,-1-31-856,1 84 1612,8-92-1738,16-30-269,-17 22-4,1-1 1,19-19-1,-20 25 75,-1-2 32,1 1 1,0 0-1,0 1 1,0 0-1,1 1 1,0-1-1,0 2 1,17-8-1,-25 15 211,-1 0 0,1 0 0,0 0 0,-1 0 0,0 0-1,1 0 1,-1 0 0,-1 4 0,1-2 115,2 10 464,-1 0 0,9 29-1,-9-40-786,0 0 0,0-1 0,1 1-1,-1 0 1,1 0 0,0-1-1,0 1 1,0-1 0,1 1 0,-1-1-1,1 0 1,0 0 0,0 0-1,0-1 1,0 1 0,5 2-1,-4-4-3725,-1-1-1574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0.8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1473,'0'0'14051,"0"2"-10724,2 9-1422,65 55 2338,-27-28-4054,-39-36-967,5 3 1315,-4-4-4057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1.4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556 0 768,'0'0'26322,"0"10"-26160,0 49 79,-11 79-1,-5 10-301,13-93-15,-3-1 0,-2 0 0,-3 0 0,-20 60 0,30-110 80,0 0 0,-1 0-1,1 0 1,-1 0-1,0 0 1,0 0-1,-1-1 1,1 1-1,-1-1 1,1 0-1,-1 1 1,0-1-1,0 0 1,-1-1-1,1 1 1,-1-1-1,1 1 1,-1-1-1,0 0 1,1-1-1,-1 1 1,0 0-1,-1-1 1,1 0-1,0 0 1,0 0-1,0-1 1,0 1-1,-1-1 1,1 0-1,0 0 1,-1-1-1,1 1 1,0-1-1,0 0 1,0 0-1,-7-3 1,-2-1 15,-1 0-1,1-2 1,1 1-1,-1-1 1,-11-10 0,-59-49 24,63 49-41,4 4-2,-5-3-23,1-2-1,0 0 1,1-1-1,-16-22 1,34 39-119,-1-1-1,0 1 1,1-1 0,-1 0 0,1 0 0,0 0-1,0 0 1,0 0 0,1 0 0,-1 0-1,1 0 1,-1 0 0,1 0 0,0 0 0,0-4-1,1 3-509,0 1 0,0 0-1,0-1 1,0 1 0,1 0-1,-1 0 1,1 0 0,0 0 0,0 0-1,0 0 1,0 0 0,0 1-1,1-1 1,-1 1 0,1-1-1,0 1 1,-1 0 0,1 0 0,3-1-1,27-16-7201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2.2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497 45 8644,'0'0'6747,"-22"-7"-3457,-75-22-1196,87 26-1746,0 1 1,-1 0-1,1 1 0,0 0 1,-1 1-1,-10 1 0,0-1 311,14 0-589,1 0 0,-1 0 0,1 1 0,0-1 0,0 2 0,-1-1 0,1 0 0,0 1-1,0 0 1,0 1 0,0-1 0,1 1 0,-1 0 0,1 1 0,-1-1 0,1 1 0,0 0 0,1 0 0,-1 1 0,1-1-1,0 1 1,0 0 0,0 1 0,0-1 0,1 0 0,0 1 0,0 0 0,1 0 0,0-1 0,0 2 0,0-1 0,1 0-1,-2 9 1,0 10-410,2 0 0,0 0 0,2 0 0,1 0 0,0 0 0,2-1-1,1 1 1,9 25 0,-10-38 147,0 0-1,2 0 1,-1 0 0,2-1-1,-1 1 1,1-2 0,1 1-1,0-1 1,1 0 0,0-1-1,0 0 1,1 0-1,0-1 1,0 0 0,1-1-1,0 0 1,14 6 0,-11-5-170,-12-3 721,-25 4 1085,-4-2-775,-15 3 55,0 1 0,2 2 1,-1 2-1,-51 27 0,92-42-789,-1 0-1,1 0 1,0 0-1,-1 1 1,1-1-1,0 0 0,0 0 1,-1 0-1,1 0 1,0 0-1,-1 0 1,1 1-1,0-1 1,0 0-1,-1 0 0,1 0 1,0 1-1,0-1 1,0 0-1,-1 0 1,1 1-1,0-1 1,0 0-1,0 0 1,0 1-1,-1-1 0,1 0 1,0 1-1,0-1 1,0 0-1,0 1 1,0-1-1,0 0 1,0 1-1,0-1 0,0 0 1,0 1-1,0-1 1,18-3-5086,21-20-3855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2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 0 13814,'0'0'5571,"-80"130"-1201,64-55-1249,9 7-1024,7 1-960,0-3-385,0-7-384,0-6-352,2-11-16,-2-6-416,0-14-608,0-13-1009,-10-11-673,-9-9-1199,-8-3-1842,-4-7-3777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2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42 6451,'20'-3'4357,"236"-21"5727,62 9-2958,-331 16-6928,1 0 0,-1 1 0,0 0 0,1 0 0,-23 9-1,28-9-145,1 1-1,-1 0 1,1 0-1,0 0 1,-1 1-1,1 0 1,1 1-1,-1-1 1,1 1-1,0 0 1,0 0 0,-7 10-1,10-12-59,0 0 1,1 0-1,-1 0 0,1 0 0,0 0 1,0 1-1,0-1 0,1 0 0,-1 1 1,1-1-1,-1 1 0,1-1 0,0 1 1,1-1-1,-1 0 0,1 1 0,-1-1 1,2 5-1,-1-6-32,0 0 0,0 0 0,0 0 0,0 0 0,0 0 0,1 0 0,-1 0 0,1 0 0,-1-1 0,1 1 0,0-1 0,-1 1 0,1-1 0,0 1 0,0-1 0,0 0 0,0 0 0,0 0 0,0 0 0,0 0 0,1-1 0,-1 1 0,0-1 0,0 1 0,1-1 0,-1 0 0,4 0 0,3 0-39,0 0 0,0-1 0,0 0 0,0 0 0,0-1 1,-1 0-1,1-1 0,-1 0 0,1 0 0,-1-1 0,0 0 0,0-1 0,-1 0 1,1 0-1,10-10 0,-9 8 114,-6 3 101,0 1 1,1 0-1,-1 0 0,1 1 0,-1-1 1,1 1-1,0 0 0,0-1 1,6-1-1,-9 24-69,-1-15-356,1 1 1,1-1-1,-1 0 1,1 0 0,0 0-1,0-1 1,0 1 0,1 0-1,0-1 1,0 0 0,0 1-1,0-1 1,1 0-1,-1-1 1,1 1 0,8 5-1,-6-5-882,1 0 0,-1-1 0,1 0 0,0-1 0,0 1 0,0-1 0,0-1 0,0 1-1,1-1 1,-1 0 0,13-1 0,21 0-6715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3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0 9124,'0'0'12278,"-115"3"-9269,86 15-1344,8 5-352,6 2-609,15 5-416,0-5-272,0 0-16,21-4-384,12-5-721,7-5-335,6-9-1202,9-2-1968,-3-8-3713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3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361 1 14263,'0'0'8950,"-17"18"-6060,8-9-2559,-4 3 3,2 1 1,-1-1 0,2 2 0,0 0 0,0 0-1,1 0 1,1 1 0,1 1 0,-10 26 0,-47 258 2603,46-196-2915,-37 121 1,53-219-24,-3 10 0,0 0 0,-11 19 0,15-33 0,0 1 0,0-1 0,0 1 0,-1-1 0,1 0 0,-1 0 0,0 0 0,1 0 0,-1 0 0,0 0 0,0 0 0,0-1 0,0 1 0,-1 0 0,1-1 0,0 0 0,-1 0 0,1 0 0,-1 0 0,1 0 0,-1 0 0,-3 0 0,6-1-1,-1 0 0,0-1 0,0 1 0,0 0 0,1-1 0,-1 1 0,0-1 0,0 1 0,1-1 0,-1 1 0,0-1 0,1 0 0,-1 1 0,1-1 0,-1 0 0,1 0 0,-1 1 0,1-1 0,0 0 0,-1 0 0,1 1 0,0-1 0,-1 0 0,1 0 0,0 0 0,0 0 0,0 0 0,0 1 0,0-1 0,0 0 0,0 0 0,0 0 0,0 0 0,0 0 0,0 0 0,1-1 0,-1-4-42,0-8-199,0-1-1,1 1 1,1 0 0,0 0-1,1 1 1,1-1 0,0 0-1,0 1 1,2 0 0,-1 0-1,15-22 1,-7 13-554,1 0-1,31-35 1,-38 49 621,0 0 0,0 1 0,1 0 0,0 0 0,1 1 1,0 0-1,-1 1 0,2 0 0,17-8 0,-26 13 216,0-1 0,1 0 0,-1 1 0,0-1 0,1 1 0,-1-1 0,0 1-1,1 0 1,-1 0 0,0 0 0,1-1 0,-1 1 0,1 1 0,-1-1 0,1 0 0,-1 0 0,0 0 0,1 1 0,-1-1 0,0 1 0,1-1-1,-1 1 1,0-1 0,0 1 0,1 0 0,-1 0 0,0 0 0,0-1 0,0 1 0,0 0 0,0 0 0,0 0 0,0 1 0,0-1-1,-1 0 1,1 0 0,0 0 0,0 3 0,1 3 312,-1 0 0,0 0 0,0 0 0,-1 0 0,0 0-1,-1 10 1,0-8-212,1-4-2,-1-1 0,0 1-1,-1-1 1,1 1-1,-1-1 1,0 0 0,0 0-1,0 0 1,0 0 0,-1 0-1,0 0 1,-4 5-1,-46 44 910,28-31-979,13-9-69,-32 35 0,41-44 0,1 0 0,-1 0 0,1 0 0,0 0 0,0 0 0,1 0 0,-1 1 0,1-1 0,0 1 0,0-1 0,0 1 0,1 5 0,0-7 0,0 0 0,0-1 0,0 1 0,0 0 0,1 0 0,-1-1 0,1 1 0,0 0 0,0-1 0,0 1 0,0 0 0,0-1 0,1 1 0,-1-1 0,1 0 0,3 4 0,-2-3 0,0-1 0,0 0 0,0 1 0,1-1 0,-1-1 0,1 1 0,0-1 0,0 1 0,-1-1 0,1 0 0,7 1 0,11 1-677,0-1 1,24 0-1,45-8-9125,-39-4-872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3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28 11813,'0'0'20954,"-7"-28"-20954,5 28 0,0 0 0,-2 0 0,0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4.4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241 67 4066,'0'0'21460,"-19"-2"-17404,-61-5-1661,73 6-2303,0 1 0,0 0 0,0 0 0,0 1 0,1 0 0,-1 0-1,-8 2 1,12-2-84,1 0 0,0 0 0,-1 0 0,1 1 0,0-1 0,0 0 1,0 1-1,0 0 0,0-1 0,0 1 0,0 0 0,0 0 0,1 0 0,-3 3 0,2 2-14,-1 0 0,1 0 0,0 0 0,1 0 0,0 0 0,0 1 0,0-1 0,1 0 0,0 1 0,2 11 0,-1-6 6,1-1 0,1 1 0,0-1 0,0 0 0,1 0 0,1 0 0,0-1 0,7 11 0,59 90 0,-40-67 0,-18-26 46,-7-12-289,0 2-1,0-1 1,-1 1 0,0-1 0,0 2-1,-1-1 1,0 0 0,-1 1 0,0 0-1,-1-1 1,2 14 0,-4-22 218,0 1 1,-1-1 0,1 0-1,-1 0 1,1 1 0,-1-1 0,1 0-1,-1 0 1,0 0 0,0 0-1,1 0 1,-1 0 0,0 0-1,0 0 1,0 0 0,0 0 0,0 0-1,0-1 1,-1 1 0,1 0-1,0-1 1,0 1 0,0-1-1,-1 1 1,1-1 0,0 0 0,0 1-1,-1-1 1,1 0 0,0 0-1,-1 0 1,-1 0 0,-56 0-2,44-1-13,6 1 42,0-1 0,0 0 0,0-1 1,0 0-1,0 0 0,1-1 0,-1 0 0,1 0 1,-9-6-1,15 8-7,-1 0 0,1-1 0,-1 1 1,1-1-1,0 0 0,0 0 0,0 0 0,0 0 1,0 0-1,0 0 0,0-1 0,1 1 0,-1-1 1,1 1-1,-1-1 0,1 1 0,0-1 0,0 0 1,0 0-1,1 1 0,-1-1 0,1 0 0,0 0 1,-1 0-1,1 0 0,0 0 0,1 0 0,-1 1 0,0-1 1,1 0-1,0 0 0,1-4 0,0 1-28,1 1-1,0 0 1,0 0 0,0 1-1,0-1 1,1 0-1,0 1 1,0 0-1,0 0 1,0 0 0,1 1-1,9-7 1,7-2-112,39-17 1,-45 23 94,99-41-211,-54 24 56,-1-3 0,97-58-1,-147 78 298,0-1 0,0 0 0,0 0-1,-1-1 1,0 0 0,-1-1 0,8-10 0,-13 15-35,1 0 1,-1 0-1,0 0 1,0 0-1,0-1 1,-1 1-1,1 0 1,-1-1-1,0 0 1,-1 1-1,1-1 1,-1 0-1,0 1 1,0-1-1,0 0 1,-1 1-1,1-1 1,-1 1-1,-3-9 1,3 10 56,-1 0 0,0 0 0,0 0 0,0 0-1,-1 0 1,1 1 0,-1-1 0,1 1 0,-1-1 0,0 1 0,0 0 0,0 0 0,0 1-1,0-1 1,0 0 0,-1 1 0,1 0 0,0 0 0,-1 0 0,-6-1 0,0 0 70,0 1 0,0 0 1,0 0-1,-1 1 0,-19 2 0,28-1-184,-1 0 0,1-1 0,0 1 0,0 0 1,0 0-1,0 1 0,0-1 0,0 0 0,0 1 0,1-1 0,-1 1 0,0 0 0,1-1 0,-1 1 0,1 0 0,0 0 0,-1 0 0,1 0 0,0 0 0,0 0 0,0 0 0,1 1 0,-1-1 0,1 0 0,-1 0 0,1 1 0,-1 3 0,0 8-1,0 1-1,0-1 0,3 17 0,-2-29 2,1 4-51,0 1 0,0-1 1,1 1-1,0-1 0,0 1 0,0-1 0,1 0 0,0 0 1,0 0-1,0 0 0,1 0 0,0-1 0,8 9 1,-5-7-655,0 0 1,1-1-1,-1 0 1,1-1-1,0 0 1,1 0 0,-1 0-1,1-1 1,11 4-1,35 4-7571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4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109 0 19529,'0'0'10373,"-79"111"-7508,62-50-2865,9 1 0,4 3 0,4-2 0,0-2 0,4-7 0,14-4 0,3-10 0,2-11 0,7-14-1457,1-11-3089,0-4-2577,1-13-8356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4.8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 16440,'0'0'9076,"159"-2"-9076,-88 2-1953,2 0-2961,0-10-5155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5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194 314 14215,'0'0'3881,"-13"23"-196,-5 6-2239,2-3 137,1 0 1,1 1-1,-11 33 0,-29 90 1435,54-148-3023,-1-1 1,1 0 0,-1 0 0,1 1 0,-1-1-1,0 0 1,0 0 0,0 0 0,0 0 0,0 0-1,0 0 1,0 0 0,-1 1 0,1-2-33,1 0 0,-1 1 1,1-1-1,0 0 0,-1 0 1,1 0-1,-1 0 0,1 0 1,0 0-1,-1 0 0,1 0 1,-1 0-1,1 0 0,0 0 0,-1-1 1,1 1-1,-1 0 0,1 0 1,0 0-1,-1 0 0,1-1 1,0 1-1,-1 0 0,1 0 1,0-1-1,-1 1 0,1 0 1,-1-1-1,0-1-158,-1-1 0,1 1 0,-1-1 0,1 1 0,0-1 0,0 0 0,0 1 0,1-1 0,-1 0 0,0 0 0,1-3 0,-2-13-318,2 0 1,0 1-1,1-1 1,1 0-1,0 1 1,2-1-1,0 1 1,1 0-1,1 0 1,9-20-1,4-2-144,2 0 0,1 2-1,2 0 1,28-34 0,-25 48 1407,-27 24-678,0-1-1,1 1 1,-1 0 0,1 0-1,-1-1 1,1 1 0,-1 0-1,1 0 1,0 0 0,-1 0-1,1-1 1,-1 1 0,1 0-1,-1 0 1,1 0 0,-1 0-1,1 0 1,0 1 0,-1-1 0,1 0-1,0 0 1,0 1 27,-1-1 0,1 1 1,-1 0-1,1-1 0,-1 1 1,1 0-1,-1-1 0,0 1 1,1 0-1,-1 0 0,0-1 1,1 1-1,-1 0 0,0 0 0,0-1 1,0 1-1,0 0 0,0 0 1,0 0-1,0 0 0,1 31 1276,-1-4-767,1 0-1,1 0 0,2 0 1,1-1-1,1 1 1,14 40-1,-15-55-562,1 0 0,0-1 0,1 0 0,1 0 0,0-1 0,0 0 0,13 12 0,-16-18-76,0 0 1,0-1-1,1 0 0,0 0 1,-1 0-1,2-1 1,-1 0-1,0 0 0,1-1 1,-1 1-1,1-1 1,0-1-1,-1 1 1,1-1-1,0-1 0,8 1 1,-12-1 4,0-1 1,0 0-1,0 1 1,0-1-1,0 0 0,0-1 1,-1 1-1,1 0 1,0-1-1,-1 1 1,1-1-1,-1 0 1,1 0-1,-1 0 1,0 0-1,0-1 0,0 1 1,0 0-1,0-1 1,0 0-1,-1 1 1,1-1-1,-1 0 1,2-4-1,4-11-122,-1-1 1,8-34-1,-10 36 128,14-57 0,62-225 272,-51 234 663,-42 116-4317,9-29-818,1 1-1,1-1 1,2 37-1,4-25-3897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5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89 7251,'0'0'18505,"22"6"-16859,73 19-536,-91-24-1074,1 0 0,0 0 0,0 0 0,0-1 0,0 1 0,0-1 0,-1-1 0,1 1 0,0-1 0,0 1 0,0-1 1,-1-1-1,1 1 0,0-1 0,-1 0 0,1 0 0,-1 0 0,0 0 0,5-4 0,-6 3 13,0 1-1,0-1 1,-1 0-1,1 0 1,-1 0-1,1-1 1,-1 1-1,0-1 1,0 1-1,-1-1 1,1 0-1,-1 0 1,0 1-1,0-1 1,0 0 0,0 0-1,-1 0 1,1-6-1,-2 8-8,1 1 0,-1-1 0,1 1 0,-1 0 0,0-1 0,1 1 0,-1 0 0,0-1 0,0 1 0,0 0 0,0 0 0,0 0 0,0 0 0,0 0 0,-1 0 0,1 0 0,0 0 0,0 1 0,-1-1 0,1 0 0,0 1 0,-1-1 0,1 1 0,-1-1 0,1 1 0,-1 0 0,1 0 0,-1-1 0,-2 1 0,-49-3 137,50 3-116,-1 0-18,-1 0 0,0 0 0,1 0 0,-1 1 0,1 0 0,-1 0 0,1 0 0,-1 1 1,1-1-1,0 1 0,0 0 0,0 0 0,-7 5 0,6-2-17,0-1 0,1 1-1,0 0 1,0 0 0,0 1 0,0-1 0,1 1 0,0 0 0,-3 8 0,0 1-129,1 0-1,1 1 1,0-1 0,1 1-1,-2 30 1,4-26-1066,1 0 0,3 23 0,-3-41 884,1 0 0,-1 0 0,0 0 0,1 0 0,0 0 1,-1 0-1,1 0 0,0 0 0,0 0 0,0 0 1,0 0-1,0-1 0,0 1 0,1 0 0,-1-1 0,1 1 1,-1-1-1,1 0 0,-1 1 0,1-1 0,2 1 0,0 0-887,1 0 0,-1-1 0,1 1 0,-1-1 0,1 0-1,0-1 1,0 1 0,6-1 0,32 0-10340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5.9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356 0 8116,'0'0'16583,"-111"71"-11716,71-19-2434,5 3-1665,5-1-768,7-6 0,4-8 0,3-11 0,-1-8 0,2-15-1008,-1-6-2306,1 0-2064,-4-16-4851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6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0 880,'0'0'21722,"128"88"-20153,-92-63-1281,-3-6-288,5-8-1376,-1-9-2386,-3-2-3970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6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111 22 6211,'0'0'12398,"8"-4"-10398,-2 0-925,13-6-579,-2 7 8381,-18 4-8752,0-1 1,-1 1-1,1 0 1,-1 0-1,1 0 0,0 0 1,0 0-1,0 1 1,0-1-1,0 0 1,-2 3-1,-1 1 13,-11 13-131,1 2-1,1 0 1,1 0 0,1 1-1,0 1 1,2 0-1,0 0 1,2 1 0,0 0-1,-3 25 1,0 17-9,3-1 0,1 97 0,6-155 5,0 0 0,1 0 1,-1 0-1,1 0 0,0 0 0,1 0 1,2 7-1,-3-11-17,0 0 1,0 0 0,0 0 0,0 0-1,1 0 1,-1-1 0,0 1-1,1 0 1,0-1 0,-1 1-1,1-1 1,0 0 0,0 1 0,-1-1-1,1 0 1,0 0 0,0 0-1,0-1 1,0 1 0,1 0-1,-1-1 1,0 1 0,3-1 0,0 1-667,1 0 0,0-1 0,0 0-1,0 0 1,6-2 0,-9 2 19,-1-1-1,0 1 0,1-1 0,-1 0 0,1 0 0,-1 0 0,0 0 0,0 0 0,0-1 0,1 1 0,-1-1 0,-1 1 0,1-1 0,3-3 0,15-28-12424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6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11989,'0'0'14023,"121"12"-13415,-81-9-608,0-1-400,1-2-1217,7 0-2753,5 0-3169,3-15-5155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6.8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1 17720,'0'0'8756,"-149"96"-3906,112-48-3409,16 8-1441,8 3 0,13 2 0,0-5 0,19-4 0,10-8 0,5-10 0,-1-9 0,3-15-2305,-1-4-1825,1-6-1537,1 0-3841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7.1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1 15367,'0'0'14127,"20"6"-13140,-4-2-783,-9-3-138,0 0 0,0 1 0,0 0 0,0 1 0,-1-1 0,1 1 0,0 0 0,-1 1 0,0 0 0,0 0 0,0 0 0,-1 1 0,1-1 0,-1 1 0,0 1 0,0-1 0,6 10 0,-2 2 36,-2 1-1,1 0 0,-2 0 0,0 0 1,-2 1-1,0 0 0,0 0 1,0 26-1,-4-29-103,1 0 1,-2 0-1,0 0 0,-1 0 1,-1-1-1,0 1 1,-1-1-1,-1 1 0,0-1 1,-11 20-1,-1-8 2,-2-2 0,0 0 0,-2-1 0,0-2 0,-37 32 0,43-41 0,9-5-16,21-16-17976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7.7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22186,'0'0'10581,"40"13"-10581,-40-7 0,0 3 0,0 1-4658,-9-4-4690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7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235 1 864,'0'0'24684,"-115"140"-20154,83-107-1841,5-10-2689,8 0 0,3-8 0,5-7 0,3-6-2001,1-2-3121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8.4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10229,'0'0'21145,"6"59"-20584,-4-49-465,-2 0-96,2 3-577,-2 4-1808,0 1-2161,0-1-3537,4 2-7204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8.5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373 1 8820,'0'0'9492,"-42"130"-4577,29-87-97,-1-1-2609,-5-2-1889,-12 4-320,-13 4-96,-17 8-2369,-8 11-2577,-10 2-5523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9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 8836,'0'0'23931,"48"-25"-23931,-45 25 0,1 0 0,-4 10 0,0 7 0,0 6 0,0 4-752,0 0-2994,0-2-2705,0 2-5875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6:04:09.7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460 1 16696,'0'0'9268,"-127"136"-6403,91-101-1200,3-1-1665,-1 3-48,-1 3-1153,-5 17-2192,-6-1-2946,-10 0-1345,3-3 2994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25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0 688,'1'5'16003,"3"21"-15510,-17 152 3503,2-65-3073,-12 221 1133,-16 327 1326,-9-135-1179,32-358-1900,8 245 1,7-144-161,2 23-29,-13 208 156,-9-222-222,-3 21-13,-35 1047 10,16-662-14,25-479-217,-50 322-1115,53-444 1382,4 0 1,0 85 0,13 167-497,-2-322 339,1 20 4,-2 196 454,-3-175-251,2-1 1,3 0-1,1 1 1,3-1 0,13 57-1,27 60-2476,79 199 0,-123-366 2375,0 0 0,0 0-1,1 0 1,-1-1 0,1 1 0,0 0-1,0 0 1,3 3 0,-4-5-45,0 0 1,0-1 0,0 1-1,0-1 1,0 1-1,1-1 1,-1 1 0,0-1-1,0 0 1,0 1-1,0-1 1,0 0 0,1 0-1,-1 0 1,2 0-1,-3-4-3419,0-13 988,-1 14 1712,1 0 0,-1 0 0,0 0-1,0 0 1,0 0 0,0 0 0,-1 0 0,1 0-1,-1 1 1,1-1 0,-1 1 0,0-1-1,-4-4 1,-20-16-5592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5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61 400,'2'0'21958,"3"0"-17981,38 0-3705,101-5 68,247-38 0,-368 36 27,-14 1-358,-10 6-174,1 0 0,-1 0 0,0 0 0,1 0 0,-1 0 0,1 1 0,-1-1 0,0 0 0,1 0 0,-1 0 0,1 1 1,-1-1-1,1 0 0,-1 1 0,1-1 0,-1 1 0,1-1 0,0 0 0,-1 1 0,1-1 0,-1 1 0,1-1 0,0 1 0,-1-1 0,1 1 0,0-1 0,0 1 0,0-1 0,-1 2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22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55 4178,'-124'-42'0,"-7"30"-1569,-20 20-1040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07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1 272,'0'0'1009,"-2"0"-1330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592 112 9588,'0'0'13540,"-9"-16"-12187,-30-48-262,37 61-1039,-1 1 1,0-1-1,1 1 1,-1 0 0,0-1-1,-1 1 1,1 1-1,0-1 1,0 0 0,-1 1-1,1 0 1,-1 0-1,1 0 1,-1 0 0,0 0-1,1 1 1,-1 0-1,0 0 1,1 0-1,-6 0 1,-5 0 38,-73-4 116,-100 9-1,123 3-224,59-7 2,0 0-1,0 0 1,0 1 0,1 0 0,-1 0-1,0 0 1,1 0 0,0 1 0,-1-1-1,-4 6 1,8-7-38,0 0-1,0-1 0,1 1 1,-1 0-1,0 0 1,1 0-1,-1 0 1,1 0-1,-1 1 1,1-1-1,0 0 1,-1 0-1,1 0 1,0 0-1,0 0 1,0 1-1,-1-1 1,1 0-1,1 0 1,-1 0-1,0 0 1,0 1-1,0-1 1,1 0-1,-1 0 1,0 0-1,1 0 1,0 2-1,1 0-110,0 1 0,0-1 0,1 0-1,-1 1 1,1-1 0,0 0 0,4 3-1,32 23-537,2-2 0,0-1 1,65 28-1,41 26-1096,-118-63 1466,-16-10 120,-1 1-1,0-1 1,0 2-1,-1 0 1,1 0-1,-2 1 1,13 14-1,-23-23 223,1 0 0,0 0 0,0-1 0,0 1-1,-1 0 1,1 0 0,0 0 0,-1 0 0,1 0-1,-1 0 1,1 0 0,-1 0 0,0 0 0,1 1-1,-1-1 1,0 0 0,0 0 0,0 0-1,0 0 1,0 0 0,0 1 0,0-1 0,0 0-1,0 0 1,0 0 0,-1 0 0,1 0 0,0 0-1,-1 1 1,1-1 0,-1 0 0,1 0 0,-1 0-1,0 0 1,1-1 0,-1 1 0,0 0 0,0 0-1,1 0 1,-1 0 0,0-1 0,0 1 0,0 0-1,0-1 1,0 1 0,0-1 0,0 1 0,0-1-1,-2 1 1,-7 2 377,0-1 0,0 0-1,-1 0 1,-15 0-1,14-1-114,-233 4 3547,30-2-2674,179 1-1339,33-4-661,66-27-10072,8 0 3319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0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0 5715,'0'0'14404,"-14"19"-11798,-35 48-181,-57 105 0,23 6-894,47-95-2474,-51 85 0,86-166 851,-34 47-3560,32-46 2944,1 0-1,-1-1 1,0 1-1,0-1 1,0 0-1,0 0 1,0 0 0,0 0-1,0-1 1,-1 1-1,1-1 1,-1 0 0,-6 1-1,-12 0-6174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1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5507,'0'0'3518,"24"-3"-1183,-12 1-1967,45-5 2072,68 0 0,-42 12-711,0 3 1,117 27-1,-23-3-1422,-178-32-290,1 0-1,0 0 0,0 0 0,0 0 0,0 0 1,0 0-1,0 0 0,0 0 0,0 1 0,0-1 0,0 0 1,0 0-1,0 0 0,0 0 0,0 0 0,0 0 1,0 1-1,0-1 0,0 0 0,0 0 0,0 0 0,0 0 1,0 0-1,0 0 0,0 1 0,0-1 0,0 0 1,0 0-1,0 0 0,0 0 0,0 0 0,0 0 0,0 0 1,1 1-1,-1-1 0,0 0 0,0 0 0,0 0 1,0 0-1,0 0 0,0 0 0,0 0 0,0 0 0,1 0 1,-1 0-1,0 0 0,0 0 0,0 0 0,0 0 1,0 0-1,0 0 0,1 0 0,-1 0 0,0 0 0,0 0 1,0 0-1,0 0 0,0 0 0,0 0 0,1 0 0,-1 0 1,0 0-1,0 0 0,0 0 0,0 0 0,0 0 1,0 0-1,1 0 0,-17 6 471,-42 10-455,21-6 101,21-5-126,-1 0-1,2 2 1,-1 0-1,-16 10 0,28-15-35,0 0-1,1 1 0,-1-1 0,1 1 0,0 0 0,0 0 0,0 0 0,1 1 0,-1-1 0,1 1 0,-1-1 0,1 1 0,0 0 0,0 0 0,1 0 0,-1 0 0,1 0 0,0 0 0,0 0 0,1 0 0,-1 9 0,0-10 13,1 0 0,0 0-1,1 1 1,-1-1-1,0 0 1,1 0 0,0 0-1,0 0 1,0 0 0,0 0-1,0 0 1,1 0 0,-1 0-1,1 0 1,2 3-1,-1-4 9,0 0 0,-1 0 0,1 0 0,0 0-1,0 0 1,0-1 0,1 1 0,-1-1-1,0 0 1,0 0 0,1 0 0,-1-1 0,1 1-1,5 0 1,13 1-300,0-1 1,40-3-1,-55 2 167,0-1 0,0-1 0,0 1 0,0-1 0,0 0 0,0-1 0,0 0 0,-1 0 0,1 0 0,-1-1 0,0 0 0,9-7 0,-14 10 223,-1 1 0,1-1-1,0 0 1,0 0 0,-1 0 0,1-1-1,0 1 1,-1 0 0,1 0 0,-1 0-1,1 0 1,-1-1 0,0 1 0,0 0-1,1 0 1,-1-1 0,0 1-1,0-3 1,-4 0 2409,-4 13-1893,6-4-674,-1 1 1,1-1-1,1 1 1,-1-1-1,1 1 0,0 0 1,0-1-1,0 1 1,1 0-1,0 0 0,0 0 1,1 0-1,-1-1 1,1 1-1,1 0 0,-1 0 1,1-1-1,3 8 1,-3-8-300,1-1 1,-1 0 0,1 1 0,0-2 0,0 1-1,0 0 1,1 0 0,-1-1 0,1 0 0,0 0-1,0 0 1,0 0 0,0 0 0,6 2 0,29 7-4593,6-8-1640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1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6 6147,'0'0'14310,"-14"-1"-13122,5 0-973,4 0-115,-1 0 1,1 0-1,0 1 1,-1 0-1,1 0 0,0 0 1,-1 1-1,1 0 1,0 0-1,0 0 1,0 0-1,0 1 0,0 0 1,0 0-1,-6 4 1,-5 4 161,1 0-1,0 2 1,-16 14 0,27-22-263,0 1 1,-1-1-1,2 1 0,-1 0 1,1 0-1,-1 0 0,1 1 1,1-1-1,-1 1 0,1-1 1,0 1-1,0 0 0,-1 10 1,2-12-109,0 0 0,1 0 0,0 0 0,0 0 0,0 0 0,0-1 0,1 1 1,-1 0-1,1 0 0,0 0 0,0-1 0,1 1 0,-1 0 0,1-1 0,0 1 0,0-1 1,4 6-1,-2-5-188,1 0 1,0-1-1,0 1 1,0-1-1,1 0 1,-1-1 0,1 1-1,-1-1 1,1 0-1,0-1 1,8 2-1,53 7-3611,3-8-2447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0 5891,'0'0'12443,"-19"20"-9975,-2 1-1882,9-9-275,0 0-1,1 0 1,0 1 0,1 1 0,0 0 0,1 0 0,-13 28 0,-18 57 1622,-31 119 1,41-115-1321,-49 108 0,64-185-405,17-33-253,0 0 0,1-1 0,-1 2-1,1-1 1,1 0 0,-1 0 0,1 1 0,0 0 0,10-11-1,53-53-1229,-59 63 1046,276-247-6347,-268 242 6647,-8 13 368,-8 1-373,1 1-1,-1-1 0,0 1 1,0-1-1,0 0 1,0 1-1,0-1 1,-1 1-1,1-1 1,-2 5-1,0 3 154,-1-1-1,0 1 1,0-1-1,0 0 1,-2 0-1,1 0 1,-1 0-1,0-1 1,-1 0 0,0 0-1,0 0 1,0 0-1,-1-1 1,0-1-1,-1 1 1,0-1-1,0 0 1,0-1 0,-1 0-1,1 0 1,-1-1-1,0 0 1,-1 0-1,-10 2 1,-6-2 212,0-1 0,-35-1 1,60-2-434,1 0 0,-1 0 0,1 0 1,-1 1-1,1-1 0,-1 0 0,1 0 1,0 1-1,-1-1 0,1 0 0,-1 1 1,1-1-1,0 0 0,-1 1 0,1-1 0,0 1 1,0-1-1,-1 0 0,1 1 0,0-1 1,0 1-1,-1-1 0,1 1 0,0-1 0,0 1 1,0-1-1,0 1 0,0-1 0,0 1 1,0-1-1,0 1 0,0-1 0,0 1 1,0 0-1,3 19-56,0-14 65,0 0 0,0 0 0,0 0 1,1 0-1,0-1 0,0 0 0,1 1 0,0-2 0,-1 1 1,2 0-1,-1-1 0,7 4 0,7 5-48,1 0 0,25 10 0,-33-18-541,1 0-1,0-1 1,0 0-1,1-1 1,26 3-1,31-5-7572,-30-5-2258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2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5394,'0'0'10613,"-1"18"-7934,1-12-2426,-1 10 378,0 1 1,-1-1-1,-1 0 1,-1-1 0,0 1-1,-10 25 1,-85 154 2165,-16-9-3465,113-184 283,-11 15-12,2-12-4242,14-30 664,6 7 2946,0-1 1,2 2-1,-1-1 1,2 2 0,1-1-1,22-22 1,10-15-1410,14-25-326,1-10-240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82 1473,'2'-14'1352,"4"-8"16279,-7 37-17480,-4 13 1070,-15 51 0,-2 10-470,9 11 462,4 0 0,4 104 0,5-203-1198,0-1-1,0 1 0,0-1 1,0 1-1,0-1 0,0 1 1,0-1-1,0 1 0,0-1 1,0 1-1,0-1 0,0 1 1,1-1-1,-1 1 0,0-1 1,0 0-1,1 1 0,-1-1 0,0 1 1,1-1-1,-1 0 0,0 1 1,1-1-1,-1 0 0,0 1 1,1-1-1,-1 0 0,1 0 1,-1 0-1,1 1 0,17-3 270,16-16-57,-12-2 62,-1-1 0,0-1-1,21-31 1,46-78 585,-55 80-910,6-8 301,-2-1 0,49-111 0,-81 138 299,2 1 86,-5 83-20406,-2-34 9501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5170,'0'0'18137,"-19"10"-16801,-64 29-205,75-36-1005,1 1 0,-1 0-1,1 1 1,0 0 0,0 0-1,0 1 1,-10 11 0,15-15-131,0 1 0,0 0 0,1 0 0,-1-1 0,1 1 0,-1 0 0,1 0 0,0 1-1,0-1 1,1 0 0,-1 0 0,1 0 0,-1 1 0,1-1 0,0 0 0,0 0 0,1 1 0,0 3 0,-1-6 0,1 1-1,-1-1 1,1 1-1,0-1 1,0 0-1,-1 0 0,1 1 1,0-1-1,0 0 1,0 0-1,1 0 1,-1 0-1,0 0 1,0 0-1,0 0 1,1-1-1,-1 1 0,0 0 1,1-1-1,-1 1 1,1-1-1,-1 1 1,0-1-1,1 0 1,-1 1-1,3-1 1,46 3-106,-41-4 91,-9 1 19,10 1-122,-1-1 0,1-1 0,0 0 0,17-4 0,-23 4 105,0 0 0,-1-1 1,1 0-1,-1 0 0,0 0 0,0 0 0,0 0 0,0-1 0,0 1 1,0-1-1,-1 0 0,1 0 0,-1 0 0,1 0 0,1-5 0,1-1 31,-1 0 0,-1-1 1,0 1-1,0-1 0,-1 0 0,0 1 0,0-1 0,-2 0 0,1 0 0,-2-20 0,1 27-34,-2-3-856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319 769 6035,'0'0'8913,"-24"-14"-4962,-75-42-667,92 52-3008,0 1 0,0-1-1,0 1 1,-1 0 0,1 1-1,-1 0 1,1 0-1,-1 1 1,0 0 0,1 0-1,-1 1 1,0 0-1,-12 1 1,3 0-175,14 0-106,0-1 0,1 1 0,-1 0 1,1 0-1,-1 0 0,1 0 0,-1 0 0,1 1 1,-1-1-1,1 1 0,0-1 0,0 1 1,0 0-1,0 0 0,0 0 0,0 0 1,1 0-1,-1 0 0,0 1 0,1-1 0,0 1 1,0-1-1,0 1 0,0-1 0,0 1 1,0-1-1,1 1 0,-2 5 0,0 8-60,-1 0-1,2 1 1,0 22-1,1-37 61,0-1-24,0 1 0,0-1 0,0 1 0,0-1 0,1 1 0,-1-1 0,1 1 0,-1-1 0,1 1 0,-1-1 0,1 1 0,0-1 0,0 0 0,0 1 0,0-1 0,0 0 0,0 0 0,0 1 0,0-1 0,0 0 0,2 1 0,0-1-31,0 1 1,0 0 0,0-1 0,0 0-1,0 0 1,1 0 0,-1 0 0,0 0-1,6 0 1,0-1-98,0 0 0,-1 0-1,1-1 1,0 0 0,0 0-1,-1-1 1,15-4 0,-11 0-99,-1 0 0,0-1 1,0 0-1,0 0 0,-1-1 0,0 0 0,0-1 1,-1-1-1,9-11 0,71-104-1371,-70 96 1549,27-45-133,-3-2 1,53-130 0,-9-49 6638,-111 305-2917,0-3-3282,-167 403 881,180-424-1124,2 1 0,0 0-1,-6 30 1,12-35-991,0 0-1,1 30 1,1-50 782,1 0 1,0 0 0,1 0-1,-1 0 1,0 0-1,1 0 1,-1 0-1,1 0 1,0 0-1,-1 0 1,1 0 0,0 0-1,0-1 1,0 1-1,0 0 1,1 0-1,-1-1 1,0 1-1,1-1 1,-1 1 0,1-1-1,0 0 1,-1 0-1,3 2 1,1-1-904,1 0 0,-1 0 1,0-1-1,0 1 0,1-1 0,-1 0 1,0-1-1,9 0 0,23 1-7595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 5122,'0'0'12836,"-1"6"-11639,0-2-1043,0 0 0,0 1 0,0-1 1,0 0-1,1 1 0,0-1 0,0 1 0,0-1 0,0 0 0,1 1 0,0-1 0,0 0 0,0 1 0,0-1 0,1 0 0,0 0 0,0 0 0,0 0 0,0 0 0,0-1 0,1 1 0,-1 0 0,1-1 0,0 0 0,4 4 0,-3-4-112,0 0 0,0 1 0,0-2 1,0 1-1,1 0 0,-1-1 0,1 0 0,0 0 0,-1 0 0,1 0 1,0-1-1,0 0 0,0 0 0,0 0 0,0-1 0,0 0 1,0 0-1,0 0 0,9-2 0,-12 1-44,0 0 1,0 0-1,-1-1 0,1 1 0,-1-1 1,1 0-1,-1 1 0,1-1 1,-1 0-1,0 0 0,0 0 0,0 0 1,0 1-1,0-2 0,0-1 1,11-35-81,-10 28 172,0-1 1,-2 0 0,1-14-1,-1 19 185,-1 6-203,1 0 0,-1 0 0,1 0 0,-1 0 0,1 0 0,-1 0 0,0 0 0,0 0 0,1 0-1,-1 0 1,0 0 0,0 1 0,0-1 0,0 0 0,0 1 0,0-1 0,0 1 0,0-1 0,0 1 0,0-1 0,0 1 0,0 0-1,0 0 1,-1-1 0,1 1 0,0 0 0,0 0 0,0 0 0,0 0 0,-2 1 0,-44-1 1158,40 0-917,2 1-225,0 0 0,0 0 0,1 0 1,-1 1-1,0 0 0,1 0 1,-1 0-1,1 1 0,-1-1 0,1 1 1,0 0-1,0 0 0,0 0 0,1 1 1,-1-1-1,1 1 0,0 0 1,0 0-1,0 0 0,1 1 0,-1-1 1,1 1-1,0-1 0,-2 8 0,0-3-108,1 0-1,0 0 0,1 1 0,0-1 1,0 1-1,1-1 0,1 1 0,-1 0 1,1 0-1,1-1 0,0 1 0,3 11 1,-2-14-199,1-1 1,0 0-1,0 0 1,1-1-1,-1 1 1,1-1-1,0 0 1,1 0 0,-1 0-1,1 0 1,0-1-1,0 0 1,1 0-1,5 3 1,2 1-1140,0-1-1,0 0 1,1-1 0,0 0-1,17 3 1,24 2-7676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5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0 809 2209,'7'-1'25929,"-5"-9"-25725,0 1 0,1-1 0,0 1 0,0 0 0,1 0 0,8-13 1,36-55-315,-42 68 160,363-486-4159,-352 474 3968,6-8 33,2 0 1,42-39-1,-67 68 112,0 0 0,1 0 1,-1 0-1,0 0 0,0-1 0,0 1 0,1 0 0,-1 0 1,0 0-1,0 0 0,0 0 0,1 0 0,-1 0 0,0 0 1,0 0-1,1 0 0,-1-1 0,0 1 0,0 0 0,1 0 1,-1 1-1,0-1 0,0 0 0,1 0 0,-1 0 0,0 0 1,0 0-1,0 0 0,1 0 0,-1 0 0,0 0 1,0 0-1,1 1 0,-1-1 0,0 0 0,0 0 0,0 0 1,0 0-1,1 1 0,-1-1 0,0 0 0,0 0 0,0 0 1,0 1-1,0-1 0,0 0 0,1 0 0,-1 1 0,0-1 1,0 0-1,0 0 0,0 0 0,0 1 0,0-1 0,0 0 1,0 0-1,0 1 0,0-1 0,0 0 0,0 0 0,0 1 1,-1-1-1,2 23-15,-2-17 45,-9 246 2244,10-217-2119,-2-17-125,2 1 1,0-1-1,2 0 1,0 0-1,1 0 1,9 33-1,-12-51-37,0 1 0,1 0-1,-1-1 1,1 1 0,-1 0 0,1-1-1,-1 1 1,1-1 0,0 1 0,-1 0-1,1-1 1,0 0 0,-1 1 0,1-1-1,0 1 1,0-1 0,-1 0 0,1 1-1,0-1 1,0 0 0,0 0 0,-1 0-1,1 0 1,0 0 0,0 0 0,0 0-1,-1 0 1,1 0 0,1 0 0,24-8-113,-11-2-66,-1 0 1,0-1-1,-1-1 1,0 0-1,18-23 0,-6 8-145,64-70-532,111-154 0,-200 250 934,0 1 1,0 0-1,0 0 1,0 0-1,0-1 0,0 1 1,0 0-1,0 0 1,0 0-1,0 0 0,0 0 1,0-1-1,1 1 1,-1 0-1,0 0 1,0 0-1,0 0 0,0 0 1,0 0-1,1-1 1,-1 1-1,0 0 0,0 0 1,0 0-1,0 0 1,1 0-1,-1 0 1,0 0-1,0 0 0,0 0 1,0 0-1,1 0 1,-1 0-1,0 0 0,0 0 1,0 0-1,0 0 1,1 0-1,-1 0 1,0 0-1,0 0 0,0 0 1,0 0-1,1 1 1,2 9 928,-3 27-1444,0-26 935,-15 281 2854,5-160-2934,6-55-503,4-45-3572,29-32-6609,-14-5 2628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5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10725,'0'0'15783,"50"27"-14246,-33-10-913,2-4-416,0-3-96,-1 1-112,-1-9-432,-2 0-833,4-2-976,2 0-1568,-3-4-2626,-1-15-2417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5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 1 2961,'0'0'21962,"-140"154"-19865,92-89-384,-4 2-768,0 4-737,-3 0-208,5-4-497,-2 0-943,-2 0-929,1 6-577,5-6-2832,9-13-2946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7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1056,'0'0'7625,"6"-2"-5840,7-2-342,-1 1-1,1 1 1,22-2-1,90 5 1096,-54 0-2309,683-20 169,164-18-382,5 36 11,-461 2-19,-33-3-7,552 7-5,23 64 1684,-413-20-607,-419-37-440,783 33 1720,-909-49 138,-54 2 284,8 2-2911,-1-1 1,0 1-1,1 0 1,-1-1-1,0 1 1,0 0-1,1 0 1,-1-1-1,0 1 1,0 0-1,1 0 1,-1 0-1,0 0 1,0 0-1,1 0 1,-1 0-1,0 0 1,0 1-1,1-1 1,-1 0-1,0 0 1,0 1-1,1-1 1,-1 0-1,0 1 1,1-1-1,-1 1 1,0-1-1,1 0 1,-1 1-1,1 0 1,-1-1-1,1 1 1,-1-1-1,1 1 1,-1 0-1,1 0 1,-12 14-3458,2-6-1725,-3 3-3889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5:1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1 276 3330,'0'0'6917,"14"-2"-5793,26-3-135,53 0 5110,49-2-4910,245-44 0,-150 15-782,72-2-22,74-1 36,83 0-85,82 8-80,78 9-120,1506 61 59,-1465 17 155,-83 6 418,-102-13 385,-99-19 431,-92-21-282,-210-7-1008,-1 0 415,101-10 1,-171 7-480,-1 0-1,1 0 1,-1-1 0,1-1-1,-1 1 1,0-1 0,0-1-1,-1 0 1,1 0 0,13-9-1,-20 12-213,-1 0 0,0 0 0,0 0 0,0 0 0,0 0 0,0-1 0,-1 1 0,1 0 0,0-1 0,0 1 0,-1 0 0,1-1 0,-1 1 0,1-1 0,-1 1 0,0-1 0,0 1 0,1-1 0,-1 1 0,0-1 0,0 1 0,-1-1 0,1-1 0,0-3-2,0 5-14,0 1 0,0 0 0,-1-1 0,1 1 0,0 0 0,0 0 0,0-1 0,0 1 0,-1 0 0,1 0 0,0-1 0,0 1 0,-1 0 0,1 0 0,0 0 0,0-1 0,-1 1 0,1 0 0,0 0 0,0 0 0,-1 0 0,1 0 0,0 0 0,-1 0 0,1-1 0,0 1 0,-1 0 0,1 0 0,0 0 0,0 0 0,-1 0 0,1 0 0,0 1 0,-1-1 0,1 0 0,0 0 0,-1 0 0,-10 3 0,4 2-632,0 0-1,1 0 1,0 0 0,0 1-1,1 0 1,-1 0 0,-5 10-1,5-8-1740,0 0 0,-1 0-1,1-1 1,-16 12 0,-13 2-9387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276 586 4274,'0'0'8198,"9"-3"-1152,-9-1-6920,0 1 0,0-1 0,0 1 0,0-1 0,0 0 0,-1 1 0,0 0 0,0-1 0,0 1 0,0-1 0,0 1 0,-1 0-1,1 0 1,-1 0 0,0-1 0,0 2 0,0-1 0,0 0 0,-1 0 0,1 1 0,-1-1 0,0 1 0,1 0 0,-1 0 0,0 0 0,0 0 0,-1 0 0,1 1 0,0 0-1,0-1 1,-1 1 0,1 0 0,-6 0 0,1 0-97,0 0-1,0 1 1,0 1 0,1-1-1,-1 1 1,0 0-1,0 1 1,0 0-1,1 0 1,-1 1-1,1 0 1,0 0 0,-13 8-1,11-5-30,1 1-1,0 0 1,0 0 0,0 0-1,1 1 1,0 0 0,1 0-1,0 1 1,-10 18-1,14-23-12,0 0-1,0 1 1,1-1-1,0 1 1,0-1-1,0 1 1,0 0-1,0-1 1,1 1-1,1 8 1,-1-12 6,0 0 1,1 0 0,-1-1-1,1 1 1,0 0 0,-1-1-1,1 1 1,-1 0 0,1-1-1,0 1 1,0-1-1,-1 1 1,1-1 0,0 1-1,0-1 1,0 0 0,-1 1-1,1-1 1,0 0 0,0 0-1,0 0 1,0 0 0,0 0-1,0 1 1,0-1 0,-1-1-1,1 1 1,0 0 0,2 0-1,32-3-131,-32 3 122,11-3-14,0 0-1,-1-1 1,1 0 0,-1-1-1,1-1 1,-1 0-1,21-14 1,83-65-178,-99 71 127,25-22-272,-1-1 1,-2-2-1,-1-2 0,-3-2 0,-1-1 0,-2-1 0,-3-2 1,-1-2-1,43-99 0,-95 200 2658,5-14-1965,2 0 0,1 2 0,-17 76 0,25-57-1096,-1 73 1,8-131 526,0 0 0,1 0 0,-1 0 0,1 0 1,-1 0-1,1 0 0,-1 0 0,1 0 1,0 0-1,-1 0 0,1-1 0,0 1 1,0 0-1,0 0 0,-1-1 0,1 1 0,0-1 1,0 1-1,0 0 0,0-1 0,0 0 1,0 1-1,0-1 0,0 0 0,0 1 0,1-1 1,-1 0-1,0 0 0,0 0 0,2 0 1,43 1-5155,-35-1 3680,30 0-3303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3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42 592,'0'0'17486,"-6"-7"-15688,3 4-1665,0 0 0,0 0 0,-1 0 0,1 1 0,0-1 0,-1 1 0,0 0-1,1 0 1,-1 0 0,0 0 0,0 0 0,0 1 0,0 0 0,0 0 0,-1 0 0,1 1 0,0-1 0,0 1 0,-1 0 0,1 0 0,0 0 0,0 1 0,-1 0 0,-4 1 0,0 0 45,1 1 0,0 1-1,0-1 1,0 2 0,0-1 0,0 1 0,1 0-1,0 0 1,-10 10 0,14-12-163,0 0-1,0 0 1,0 0 0,0 1-1,1-1 1,-1 1 0,1-1-1,0 1 1,0 0 0,1 0-1,-1 0 1,1 0 0,0 0 0,0 0-1,0 0 1,0 1 0,1-1-1,-1 0 1,1 0 0,1 1-1,-1-1 1,1 5 0,-1-8-24,1-1 1,-1 1 0,1 0 0,-1 0 0,1-1-1,0 1 1,-1 0 0,1-1 0,0 1-1,-1 0 1,1-1 0,0 1 0,0-1 0,0 1-1,-1-1 1,1 1 0,0-1 0,0 0-1,0 0 1,0 1 0,0-1 0,0 0 0,0 0-1,-1 0 1,2 0 0,30 1-144,-21-2 133,-4 1 22,0 0 0,0-1 0,1 1 1,-1-2-1,0 1 0,0-1 0,0 0 0,0 0 0,-1-1 0,1 0 0,-1 0 0,1-1 0,-1 0 0,10-7 0,-12 14 20,-2 10 20,-2 23 38,0-28-73,-1 24-486,0-19-330,0 0 1,1 0-1,1 0 1,3 24 0,-3-34 649,0 0 1,-1-1 0,1 1-1,0-1 1,0 1 0,1-1 0,-1 0-1,0 1 1,1-1 0,0 0-1,-1 0 1,1 0 0,0 0-1,0 0 1,0 0 0,0-1 0,0 1-1,0-1 1,1 1 0,-1-1-1,1 0 1,-1 0 0,1 0 0,-1 0-1,1 0 1,-1-1 0,1 1-1,0-1 1,2 1 0,37-2-5104,6-10-1310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 14391,'0'0'6739,"-115"157"-4530,90-82-881,4 9 97,7-1 16,-1-1-577,5-11-752,1-11-16,3-14-96,2-12-384,-3-15-673,3-7-559,0-8-657,-2-4-1201,-3 0-752,-1-23-3089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9076,'18'-3'3687,"306"-11"7217,-295 15-10518,1 1-1,-1 1 1,0 2 0,56 15 0,-84-20-387,0 1 1,0-1-1,0 0 0,0 0 1,0 1-1,0-1 1,0 1-1,-1-1 1,1 1-1,0-1 0,0 1 1,0-1-1,0 1 1,-1 0-1,1 0 1,0-1-1,-1 1 0,1 0 1,0 0-1,0 1 1,-1-1 0,0 0 0,0-1-1,0 1 1,0 0 0,0-1 0,-1 1 0,1 0 0,0 0 0,0-1 0,-1 1 0,1 0 0,0-1 0,-1 1 0,1-1 0,-1 1 0,1-1 0,0 1 0,-1 0 0,0-1 0,1 0 0,-1 1 0,0 0-1,-6 4 21,-1 0-1,0 0 1,-14 5-1,13-6 37,1 1-53,0 0 1,0 0-1,0 0 1,0 1-1,1 0 1,0 1-1,1-1 1,-1 1-1,1 1 1,1-1-1,-1 1 1,-5 11-1,6-8-38,0 0 1,1 0-1,0 1 0,1 0 1,1 0-1,0 0 0,0 0 1,1 0-1,0 12 0,1-9 9,0-11-60,-1 1 1,1 0-1,1-1 1,-1 1-1,0 0 1,1-1-1,3 10 1,-4-13 67,1-1 1,-1 1 0,0 0-1,1 0 1,0-1-1,-1 1 1,1 0 0,-1-1-1,1 1 1,0 0-1,0-1 1,-1 1-1,1-1 1,0 1 0,0-1-1,-1 0 1,1 1-1,2-1 1,-1 1 12,0-1-1,0 0 1,1 0 0,-1 0 0,0 0-1,0 0 1,0-1 0,1 1 0,-1-1-1,4-1 1,3-3 27,1-1 1,-1 0-1,0-1 0,-1 0 1,1-1-1,-1 1 0,-1-2 1,13-15-1,-12 14-4,0 1 227,0-1-1,0 0 1,-1 0 0,0-1 0,-1 0 0,0 0-1,7-19 1,-15 58 182,1 0 0,6 45 0,-5-69-585,1 1 1,0-1-1,0 1 1,1-1-1,-1 0 1,1 1-1,0-1 1,0 0-1,0 0 1,1 0-1,-1 0 1,1-1-1,0 1 1,0-1-1,0 0 1,1 1-1,-1-2 1,1 1 0,0 0-1,0-1 1,0 1-1,0-1 1,8 3-1,3 0-1180,0-1-1,1 0 1,-1-1-1,1 0 0,25-1 1,35 0-6748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4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5 14663,'0'0'16407,"-48"-5"-16407,48 24-48,-4 2-272,-2 6-880,4 5-1410,-4 3-1023,-3 1-2322,1-7-3986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4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14663,'0'0'18104,"0"6"-18104,0 0 0,0 1 0,0 1-1297,0-2-1744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4466,'0'0'23627,"-4"79"-22571,-6-54-655,-1 2-353,3-6-48,0-6-433,1-5-1023,1-6-849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19033,'0'0'10645,"-4"18"-11286,4 16-495,0 3-1233,0 5-1585,-4-4-2385,-1-3-6179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5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1 224,'0'0'26948,"-4"11"-25723,2-4-1051,-13 39 662,14-42-799,1-1 1,-1 1 0,1 0-1,-1 0 1,1-1 0,0 1-1,0 0 1,1-1 0,-1 1-1,1 0 1,0-1 0,2 7-1,-2-8-93,0-1-1,0 1 0,0-1 1,0 1-1,0-1 0,0 1 1,1-1-1,-1 0 0,0 0 1,1 0-1,-1 0 0,1 0 1,-1 0-1,1 0 0,0 0 1,-1 0-1,1-1 0,0 1 1,0-1-1,-1 1 0,1-1 1,0 0-1,0 0 0,0 0 1,-1 0-1,1 0 0,0 0 1,0 0-1,0 0 0,0-1 1,-1 1-1,1-1 0,0 1 1,2-2-1,3-1-216,1-1-1,-1 1 1,0-1-1,-1 0 1,1-1-1,8-8 1,-3 3 114,-7 4 179,1 1 1,-1 0 0,1 0 0,1 0 0,-1 1-1,13-7 1,-18 12 59,0-1-1,0 1 1,0-1-1,0 1 1,0 0 0,0-1-1,0 1 1,0 0-1,0 0 1,0 0-1,0 0 1,-1 0-1,1 0 1,0 0 0,-1 0-1,1 0 1,-1 0-1,1 0 1,-1 0-1,1 2 1,0 0 69,3 4-214,1-1 0,-1 0 0,1 1 1,0-2-1,0 1 0,1 0 0,0-1 1,0 0-1,9 5 0,-11-7-787,0-1-1,1 0 1,-1 0-1,1 0 1,0 0-1,-1-1 1,1 0-1,0 0 1,8 1 0,8-2-8049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16440,'0'0'4327,"-15"21"-389,-2 1-2964,6-10-593,1 0-1,1 1 1,0 0-1,1 1 1,1 0-1,0 0 1,1 1-1,-7 21 1,0 20 200,2 1-1,3 1 1,3-1-1,1 78 1,5-134-732,-1-1 0,0 1 0,0 0 0,0 0 0,1 0 0,-1-1 0,0 1 0,1 0 0,-1 0 0,1-1 0,-1 1 0,0 0 0,1-1 0,0 1 0,-1 0 0,1-1 0,-1 1 0,1-1 0,0 1 0,-1-1 0,1 1 1,0-1-1,0 0 0,-1 1 0,1-1 0,0 0 0,0 0 0,0 1 0,0-1 0,1 0 0,-1 0-382,0 1 0,1-1 0,-1 0 1,1 0-1,-1 0 0,0 0 0,1-1 0,-1 1 1,0 0-1,1 0 0,-1-1 0,0 1 0,1-1 1,-1 1-1,0-1 0,0 0 0,1 1 0,-1-1 1,0 0-1,1-1 0,14-23-9714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5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18713,'0'0'10372,"161"52"-9571,-90-23-801,0 3-577,-4-5-1920,-12-8-2113,-16-13-6499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0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7619,'0'0'14151,"115"-55"-12470,-44 36-177,10 1-383,5 3-145,-4 4-800,-9 5-176,-4 6-96,-7 0-1168,-7 0-2098,-9 0-4769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2145,'0'0'3538,"4"-3"-2665,13-4 10971,-15 10-11710,1 0-1,-1 0 1,0 0-1,0 1 0,0-1 1,0 0-1,-1 1 0,1 0 1,-1-1-1,2 8 0,0-1 63,2 6 119,0 0 1,-1 0-1,-1 1 1,0 0-1,-2-1 1,1 19 0,-2-47-335,1 1 1,1 0 0,-1 0 0,2 0 0,0 0-1,0 0 1,1 1 0,0-1 0,1 1 0,0 0 0,0 0-1,1 1 1,1-1 0,0 1 0,9-9 0,-2 2-9,1 0-1,20-17 1,-30 29 26,0 1-1,0-1 1,0 1 0,0 0-1,0 0 1,1 1-1,0-1 1,-1 1-1,1 1 1,0-1 0,0 1-1,0 0 1,7-1-1,-12 3 9,0 0 1,0-1-1,0 1 0,-1 0 0,1-1 0,0 1 0,-1 0 0,1 0 0,0 0 0,-1 0 1,1-1-1,-1 1 0,0 0 0,1 0 0,-1 0 0,0 0 0,1 0 0,-1 0 0,0 0 1,0 0-1,0 0 0,0 0 0,0 2 0,2 32 244,-1-30-190,-1 98 1135,0-56-3704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0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3506,'0'0'9423,"9"4"-8698,5 3-273,0 0 0,1-2 0,0 1 0,0-2 0,0 0-1,0-1 1,29 3 0,-37-6-401,-6 0-45,-1 0 0,1 0 0,0 1 0,-1-1 0,1 0 0,0 0 0,-1 0 0,1 0 0,0 0 0,0 0-1,-1 0 1,1 0 0,0 0 0,-1 0 0,1 0 0,0-1 0,-1 1 0,1 0 0,0 0 0,-1-1 0,1 1 0,0 0-1,-1-1 1,1 1 0,-1-1 0,1 1 0,-1-1 0,1 1 0,-1-1 0,1 1 0,-1-1 0,1 1 0,-1-1-1,0 0 1,1 1 0,-1-1 0,0 0 0,0 1 0,1-1 0,-1 0 0,0 1 0,0-1 0,0 0 0,0 1 0,0-1-1,0 0 1,0 0 0,0 1 0,0-2 0,0-15 16,1 11-12,-1 1 0,0-1 0,-1 0 0,1 0 0,-1 1 0,-2-11 0,2 14 58,0 1 0,0-1 0,1 1-1,-1 0 1,0-1 0,0 1 0,-1 0-1,1-1 1,0 1 0,0 0 0,-1 0-1,1 0 1,0 0 0,-1 0 0,1 1-1,-1-1 1,1 0 0,-1 1 0,1-1-1,-1 1 1,0-1 0,1 1 0,-1 0-1,0 0 1,1-1 0,-1 1 0,0 0-1,-1 1 1,-2-1 14,-1 1 0,1 0 0,0 0 1,0 0-1,0 0 0,0 1 0,1 0 0,-1 0 0,0 0 0,1 1 1,-1 0-1,1 0 0,0 0 0,0 0 0,0 0 0,0 1 0,-4 6 0,4-6-31,0 2 1,0-1-1,0 0 0,1 1 0,0-1 0,0 1 0,1 0 0,0 0 0,0 0 0,0 0 0,0 1 0,1-1 0,-1 12 0,2-17-51,0 4 5,0 0 1,0 0-1,0 0 1,1 0-1,0 0 0,0 0 1,2 5-1,-2-8-24,0 0-1,0 0 0,1 0 1,-1 0-1,1 0 0,-1-1 0,1 1 1,0-1-1,-1 1 0,1-1 1,0 0-1,0 1 0,0-1 1,0 0-1,0 0 0,0-1 1,1 1-1,3 1 0,15 2-1376,0 0 0,0-1 0,1-1 0,40-2 0,-37-1-1105,32 1-3742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 13190,'0'0'4322,"-124"79"-2273,95-39-1217,-2 2-143,1-2-81,5-3-192,2 1-352,0-11-48,7 0-16,1-10-416,5-5-945,-1-7-1024,1-5-2161,1 0-2065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6611,'0'0'12950,"55"121"-12454,-32-90-240,2-4-176,0-4-80,8-6-224,-3-7-1040,7-7-1185,1-3-2562,-3 0-1856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 14391,'0'0'4957,"-10"19"-3309,-1 1-1200,0 0-35,1-1-1,1 2 1,1-1-1,-6 23 1,-6 22 1108,-3 0 1,-46 91 0,63-144-1496,2-6-39,0 1 1,0 0-1,1 1 0,0-1 0,1 1 0,-1-1 1,1 1-1,1 0 0,-1 8 0,2-15-26,0 0 0,0-1 0,0 1-1,0-1 1,0 1 0,0-1 0,0 1 0,1-1-1,-1 1 1,0-1 0,0 1 0,1-1 0,-1 1-1,0-1 1,1 1 0,-1-1 0,0 0 0,1 1-1,-1-1 1,1 0 0,-1 1 0,1-1 0,-1 0-1,1 1 1,-1-1 0,1 0 0,-1 0 0,1 0-1,-1 1 1,1-1 0,-1 0 0,1 0 0,22 1-850,-16-1 649,2 0-23,105-4-4329,-95 2 2371,-1-1 0,20-6 0,11-7-4350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8196,'0'0'13494,"172"-6"-13318,-95 6-176,9 0-496,2 2-2434,-5-2-4177,-12 0-3954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1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16632,'0'0'13286,"-2"2"-13078,2 6-192,0 3-32,0 1-80,0 3-705,0 0-1328,0-1-1280,0 1-2354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17064,'0'0'15463,"0"4"-15223,0-1-240,0-1 0,0 6-192,0-2-1201,-2 1-1040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3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5 724 3185,'0'0'14300,"-1"-12"-12774,1 1-1248,-2-4 168,1-1-1,1 0 1,0 1-1,2-1 1,-1 1-1,7-23 1,5 4-260,2 1 1,1 0 0,1 1 0,32-43-1,98-110-630,-130 165 336,112-131-618,-119 144 638,-8 13 40,-2-4 32,3 55 662,-4 68-1,-1-40-129,2-64-434,0-1-11,0 0-1,4 24 0,-4-39-67,1-1-1,0 1 1,0-1 0,1 1-1,-1-1 1,1 0 0,0 0-1,0 1 1,1-1 0,-1 0-1,1-1 1,0 1 0,0 0-1,0-1 1,4 4 0,-7-7-12,1 1 0,0-1 0,0 1-1,0-1 1,-1 1 0,1-1 0,0 0 0,0 1 0,0-1 0,0 0 0,0 0 0,0 1 0,0-1 0,0 0 0,0 0 0,0 0 0,0 0 0,-1 0 0,1 0 0,0-1 0,0 1 0,0 0 0,0 0-1,0-1 1,0 1 0,0-1 0,0 1 0,-1-1 0,1 1 0,0-1 0,0 1 0,-1-1 0,1 1 0,1-2 0,20-30-139,-18 25 162,230-372-385,-234 378 482,1 0 1,-1 1-1,0-1 0,0 0 1,1 0-1,-1 1 1,1-1-1,-1 0 0,1 1 1,-1-1-1,1 0 1,-1 1-1,1-1 0,-1 1 1,1-1-1,0 1 0,-1-1 1,1 1-1,0-1 1,-1 1-1,1-1 0,0 1 1,0 0-1,0-1 0,1 23 1343,-2-20-1653,-1 76 924,-1-19-164,7 70-1,-2-113-483,0 0 0,1 0 0,0-1 0,8 17 0,-9-25-361,0 0 0,0 0 0,1-1-1,-1 1 1,1-1 0,1 0 0,-1 0 0,1-1 0,0 1-1,1-1 1,6 5 0,-11-9-123,0-1 0,0 1 1,-1-1-1,1 0 0,0 1 0,0-1 1,0 0-1,0 0 0,0 0 0,-1 1 0,1-1 1,0 0-1,0 0 0,0-1 0,0 1 1,0 0-1,0 0 0,-1 0 0,1 0 0,0-1 1,0 1-1,0 0 0,0-1 0,-1 1 1,1-1-1,0 1 0,0-1 0,-1 1 0,1-1 1,0 1-1,-1-1 0,1 0 0,0-1 1,12-20-8206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14150,'0'0'13479,"80"69"-12855,-64-57-608,3-3-16,2-5-576,-6-4-1041,4 0-1312,2-4-2018,4-17-2128,-4-8-4050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3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0 10757,'0'0'6115,"-117"117"-1937,67-54-1761,-7 12-1041,-4 3 81,-3-3-465,1-2-687,2-12-305,20-11-288,7-12-961,13-11-400,13-10-1440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11 12486,'0'0'5866,"-20"-3"-3118,6 1-2171,3 0-309,0 0 0,0 1 1,0 0-1,-1 1 0,1 0 0,0 1 0,0 0 1,0 1-1,0 0 0,-13 4 0,0 4 270,1 1 0,-40 25 0,51-29-496,1 1 1,0 1-1,0 0 0,1 0 1,0 1-1,-15 19 0,23-26-96,0 0 0,0 0-1,1-1 1,-1 1-1,0 0 1,1 1-1,0-1 1,0 0-1,0 0 1,0 0-1,0 1 1,1-1-1,-1 0 1,1 1-1,0-1 1,0 1-1,0-1 1,1 0-1,-1 1 1,1-1-1,0 0 1,0 0-1,0 1 1,0-1-1,0 0 1,1 0-1,-1 0 1,1 0-1,0 0 1,0-1-1,0 1 1,0 0-1,1-1 1,-1 0-1,1 1 1,-1-1-1,1 0 1,0 0-1,5 2 1,110 53-2043,2 0-112,-117-56 2193,-1 0-1,0 1 1,0-1 0,-1 0 0,1 1 0,0-1-1,0 1 1,-1 0 0,1 0 0,-1-1 0,1 1-1,-1 0 1,0 0 0,0 0 0,1 1 0,-2-1-1,2 2 1,-2-2 36,0 0-1,0-1 0,0 1 1,0-1-1,-1 1 1,1 0-1,0-1 0,-1 1 1,1-1-1,-1 1 1,0-1-1,1 1 0,-1-1 1,0 0-1,0 1 1,0-1-1,0 0 0,0 0 1,0 1-1,-1-1 1,1 0-1,0 0 0,0 0 1,-1 0-1,1-1 1,-2 2-1,-30 15 606,0-1-1,-1-2 1,0-2 0,-59 14 0,-4 3-227,110-42-10112,1 1 6912,29-25-4294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10597,'0'0'10837,"-102"161"-7236,64-80-1488,7 3-640,6-5 176,4-3-593,6-10-832,7-7-224,4-5 0,2-10-432,0-12-656,0-14-641,-5-13-960,-3-5-1105,-7-13-1088,-2-25-6884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11333,'18'-2'2991,"235"-19"5485,-129 18-6999,186-12-164,-344 22-909,0 1 0,0 2-1,1 2 1,0 1-1,1 1 1,-32 20 0,30-8-382,32-24-41,0-1-1,1 1 1,-1 0 0,1 0-1,0-1 1,-1 1-1,1 0 1,0 1 0,0-1-1,0 0 1,1 0-1,-1 0 1,0 0-1,1 1 1,-1 3 0,1-5-2,0-1 0,0 1 0,0-1 0,1 1 1,-1-1-1,0 1 0,0-1 0,1 1 0,-1-1 1,0 0-1,0 1 0,1-1 0,-1 1 0,0-1 1,1 0-1,-1 1 0,1-1 0,-1 0 0,0 1 1,1-1-1,-1 0 0,1 1 0,-1-1 0,1 0 0,-1 0 1,1 0-1,-1 0 0,1 1 0,-1-1 0,2 0 1,19 2-257,-17-2 217,9 0-1,18 2-209,-1-2-1,50-6 1,-72 5 234,1-1 0,-1 0-1,1 0 1,-1-1 0,0 0-1,0 0 1,0-1 0,-1 0-1,1-1 1,-1 1-1,0-2 1,0 1 0,0-1-1,6-6 1,-13 20 1397,3 44-2547,-3-50 817,0 1-1,1-1 1,-1 1-1,1-1 1,-1 0-1,1 0 1,0 1-1,0-1 1,0 0 0,0 0-1,0 0 1,0 0-1,1 0 1,-1 0-1,1 0 1,0 0-1,-1 0 1,1-1 0,3 3-1,1-2-1020,-1-1 0,0 0 0,1 0-1,-1 0 1,1-1 0,10 0 0,-10 0 185,32 0-5814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1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59 176,'0'0'3548,"6"-8"-3033,0-4-299,-3 8 12,0-1-1,0 0 0,13-20 19862,-24 26-22633,2-1 2559,0 1 0,1 0 0,-1 0 0,0 1-1,1 0 1,-1 0 0,1 0 0,-1 0 0,1 1 0,0 0-1,-8 6 1,10-7-31,0 1-1,0 0 0,1-1 1,-1 1-1,1 0 0,-1 1 1,1-1-1,0 0 0,0 0 1,1 1-1,-1 0 0,1-1 1,-1 1-1,1 0 0,0-1 1,1 1-1,-1 0 0,0 7 1,2 2-46,-1 0 1,1-1 0,1 1 0,0-1-1,6 20 1,-6-28-184,0 1 0,0-1 0,0 0 0,0 0-1,1 0 1,0 0 0,6 7 0,-7-9-172,0 0 0,1 0 1,-1 0-1,0 0 0,1-1 0,0 1 0,-1-1 1,1 0-1,0 0 0,0 0 0,0 0 1,-1 0-1,7 0 0,23-1-5821,10-5-1616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0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0 7571,'0'0'7865,"-13"22"-5677,-129 250 2630,92-162-3267,-122 249 289,150-322-1656,22-36-21,0-5-235,1-5 3,0-1 0,1 1-1,1-1 1,-1 1 0,2 0 0,-1 0-1,1 0 1,0 0 0,1 0 0,0 1 0,10-13-1,6-6-231,49-48 0,-52 58 105,1 1 1,31-21-1,-39 30 173,-1 1-1,1 0 1,0 1 0,0 0-1,1 1 1,-1 0 0,14-2 0,-24 5 16,0 1 1,0 0-1,0-1 1,1 1 0,-1 0-1,0 0 1,0 0-1,1 0 1,-1 0 0,0 0-1,0 0 1,0 0-1,1 0 1,-1 0 0,0 1-1,0-1 1,0 1-1,1-1 1,-1 1 0,0-1-1,0 1 1,0-1-1,0 1 1,0 0 0,0 0-1,0 0 1,-1-1-1,1 1 1,0 0 0,1 1-1,-1 2-9,-1-1 0,1 1 0,0 0 0,-1-1 0,0 1 0,0 0 0,0-1 0,-1 7 0,0 0 60,1-7-36,-1 0-1,0 0 1,0 0 0,0 0-1,0-1 1,0 1 0,-1 0 0,1-1-1,-1 1 1,0-1 0,0 1-1,0-1 1,0 0 0,0 0 0,0 0-1,-1 0 1,1 0 0,-1-1 0,1 1-1,-1-1 1,1 1 0,-1-1-1,-3 1 1,-9 4 49,-1 0-1,-28 5 1,43-10-55,-83 10 180,61-8 169,-1 0 0,-42 11 1,65-13-327,0 0 1,-1 1 0,1-1 0,0 0 0,0 0 0,0 1 0,0-1 0,1 0 0,-1 1 0,0-1 0,0 1 0,1-1 0,-1 1 0,1 0 0,-1-1-1,1 1 1,0-1 0,0 1 0,0 0 0,0-1 0,0 1 0,0 2 0,4 40 85,-3-41-122,0 0 0,0 0 1,0 0-1,1 0 1,-1 0-1,1 0 1,0 0-1,0-1 1,0 1-1,0-1 0,0 1 1,1-1-1,-1 0 1,1 0-1,-1 0 1,1 0-1,0 0 1,0 0-1,0-1 0,0 0 1,0 1-1,0-1 1,0 0-1,1 0 1,-1-1-1,4 1 0,12 2-705,0-1 0,1-1 0,26-2 0,-19 0-843,-13 1-58,1 0-1,-1-1 1,0-1 0,0 0 0,0-1 0,21-8 0,26-16-6336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198 134 4082,'0'0'10159,"-4"19"-7003,3-16-3035,-6 30 1547,-3 0 0,-22 53 0,13-41-67,8-19-1135,0 0 0,-2-1 0,-1 0-1,-21 29 1,34-53-471,0 0 1,0 1-1,0-1 0,0 0 0,0 0 0,0 0 1,0 0-1,-1 0 0,1 0 0,0 0 1,-1 0-1,1 0 0,-1-1 0,1 1 0,0 0 1,-1-1-1,1 1 0,-1-1 0,0 0 0,1 0 1,-1 1-1,1-1 0,-4 0 0,4-3-110,0 0 0,0 1 0,1-1 0,-1 0 0,0 1 0,1-1 0,0 0 0,0 0 0,0 0 0,0 1 0,0-1 0,1-3 0,-1-1-140,1-4 94,0 0-1,1 0 1,0-1-1,1 1 1,0 1-1,0-1 0,1 0 1,1 1-1,0 0 1,1 0-1,-1 0 1,12-13-1,3-2-200,1 1-1,2 0 0,29-23 0,-36 33 261,0 1 0,1 1-1,1 0 1,0 1-1,1 1 1,0 1 0,27-10-1,-45 19 110,0 0 1,-1 0-1,1-1 0,-1 1 0,1 0 0,-1 0 1,1 0-1,-1 0 0,1 0 0,0-1 1,-1 1-1,1 0 0,-1 1 0,1-1 0,0 0 1,-1 0-1,1 0 0,-1 0 0,1 0 0,-1 0 1,1 1-1,0-1 0,-1 0 0,1 1 0,-1-1 1,1 0-1,-1 1 0,1-1 0,-1 0 0,0 1 1,1-1-1,-1 1 0,0-1 0,1 1 0,-1-1 1,0 1-1,1 0 0,-1 23 563,0-13-296,0 5-42,-1 34 383,8 53 0,-5-86-579,1-1 0,1 0-1,0 0 1,1-1 0,1 1-1,1-1 1,10 19 0,-12-25-25,23 34 7,-26-41-17,-1-1 0,1 1 0,0 0 0,0-1 1,-1 1-1,1-1 0,0 1 0,0-1 0,0 0 1,1 0-1,-1 0 0,0 0 0,0 0 0,0-1 1,1 1-1,-1-1 0,4 1 0,-3-1 25,-1-1-1,0 1 0,-1-1 1,1 1-1,0-1 0,0 0 1,0 0-1,0 0 0,0 0 1,-1 0-1,1 0 0,0-1 1,-1 1-1,1 0 1,-1-1-1,0 1 0,1-1 1,1-3-1,23-39 339,-17 27-156,26-43-22,-3 0 1,-3-2-1,-2-2 0,22-80 0,-46 131-222,-1-1-1,2-23 1,-9 106-5329,2-40-1330,1 36 0,6-18 441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1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77 1489,'0'0'15252,"4"-9"-12736,8-30-446,-12 38-1998,0 1 0,0-1 0,0 0 0,0 0 0,0 0 0,0 1 0,0-1-1,0 0 1,0 0 0,-1 0 0,1 1 0,0-1 0,-1 0 0,1 1 0,0-1 0,-1 0 0,1 1 0,-1-1 0,1 0 0,-1 1-1,1-1 1,-1 1 0,0-1 0,1 1 0,-1-1 0,0 1 0,1-1 0,-1 1 0,0 0 0,1-1 0,-1 1 0,0 0 0,0 0-1,0-1 1,1 1 0,-1 0 0,-1 0 0,-30-2 678,29 2-621,1 0-112,0 0-1,0 0 0,-1 0 0,1 0 1,0 0-1,0 1 0,0-1 0,0 1 1,0-1-1,0 1 0,0 0 0,1 0 1,-1 0-1,0 0 0,0 0 0,-2 2 1,2 0-19,0-1-1,1 1 1,-1-1 0,1 1 0,-1 0 0,1 0 0,0-1 0,0 1 0,1 0-1,-1 0 1,0 5 0,-3 51-203,4-59 192,1 1 0,-1 0 0,0 0 0,0-1 0,1 1 0,-1-1 0,1 1 0,-1 0 0,0-1 0,1 1 0,-1-1 0,1 1 0,0-1 0,-1 1 0,1-1 0,-1 0 0,1 1 0,0-1 0,-1 0 0,1 1 0,0-1 0,-1 0 0,1 0 0,0 0 0,-1 1 0,1-1 0,0 0 0,0 0 0,-1 0 0,1 0 0,0 0 0,31 0-219,-23-1 178,-4 1 61,0 0 0,-1-1 0,1 0 0,0 0-1,-1 0 1,1-1 0,-1 0 0,1 0 0,-1 0 0,0 0 0,1 0 0,-1-1-1,0 0 1,-1 0 0,1 0 0,-1 0 0,7-7 0,-4 1-174,1 1 1,-1-1 0,-1 0 0,0-1-1,0 1 1,7-21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246 688 9877,'0'0'9977,"-23"-4"-8312,-70-10-688,86 13-869,0 1-1,-1-1 1,1 1 0,0 0 0,0 1 0,0 0 0,-8 2 0,12-2-86,-1 0 0,1 0 0,0 0 0,0 1 0,0 0 0,0-1 0,0 1 0,0 0 0,1 0 0,-1 1 0,-3 3 0,3-2-26,0 1 0,0 0 0,0 0 0,1 0 0,-1 1 0,2-1 0,-1 0 0,0 1 0,1-1 0,0 1 0,0-1 0,1 1 0,0 0 0,0 6 0,0-11-13,1 0 1,-1 0-1,0 0 1,1 0-1,-1-1 1,1 1-1,-1 0 1,1 0-1,0-1 0,-1 1 1,1 0-1,0-1 1,-1 1-1,1-1 1,0 1-1,0-1 1,-1 1-1,1-1 1,0 1-1,0-1 1,0 0-1,0 1 0,0-1 1,0 0-1,-1 0 1,1 0-1,0 0 1,0 0-1,0 0 1,0 0-1,0 0 1,1 0-1,40-3 156,-38 3-151,11-3-25,-1-1 0,0 0 0,0-1 0,0 0 0,0-1 0,-1-1 1,0 0-1,0 0 0,20-17 0,8-9-480,50-53 0,-43 37 38,-3-3 0,49-71 0,-68 84 395,-2-2 0,-1 0 0,-2-1 0,17-53 0,-34 82 481,0 0-1,-1 0 1,-1 0 0,0 0 0,-1-1-1,0-17 1,-1 31-342,0-1 0,0 0 0,-1 1 0,1-1 0,0 1 0,-1-1 0,1 1 0,0-1 0,-1 0 0,1 1 0,0-1 0,-1 1 0,1-1 0,-1 1 0,1 0 0,-1-1 0,1 1 0,-1-1 0,1 1 0,-1 0 0,0 0 0,1-1 0,-1 1 0,1 0 0,-1 0 0,0 0 0,1-1 0,-1 1 0,0 0 0,1 0 0,-1 0 0,0 0 0,1 0 0,-1 0 0,-1 1 0,-26 3 401,18 0-374,1 1 0,0-1 0,0 1 0,1 1 0,-1-1 0,1 2 0,0-1 1,1 1-1,0 0 0,-9 11 0,-3 5 325,2 1 0,-20 36-1,18-25 20,2 0 0,2 2 0,1 0-1,2 0 1,-10 58 0,11-28-479,3 0 0,1 95 0,8-161-252,0-1 0,0 1 0,-1-1 1,1 1-1,0 0 0,0-1 0,0 0 0,0 1 0,0-1 0,0 0 0,0 1 0,0-1 0,0 0 0,0 0 0,0 0 0,0 0 1,0 0-1,0 0 0,0 0 0,0 0 0,1-1 0,28-1-3944,5-8-2034,4-5-1659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3025,'0'0'12860,"19"9"-11785,-4-1-833,16 8 469,0-2-1,62 19 1,-82-30-590,0-2-1,1 0 1,21 0-1,-23-1-50,-9 0-59,-1 0-1,1 0 0,0 0 0,0-1 0,0 1 0,-1 0 0,1 0 0,0 0 0,0-1 0,-1 1 0,1-1 0,0 1 0,-1 0 1,1-1-1,-1 1 0,1-1 0,0 1 0,-1-1 0,1 0 0,-1 1 0,1-1 0,-1 1 0,0-1 0,1 0 0,-1 0 1,1 1-1,-1-1 0,0 0 0,0 1 0,0-1 0,1 0 0,-1-1 0,1-31 445,-2 22-167,1 5-160,0 1 1,0-1-1,-1 1 1,0-1 0,0 1-1,0 0 1,-1-1 0,1 1-1,-1 0 1,0 0-1,-1 0 1,0 0 0,-3-4-1,4 6-53,-1 0 0,0 0 0,0 0 0,0 1-1,0-1 1,-1 1 0,1 0 0,-1 0 0,1 0 0,-1 0 0,0 1-1,0-1 1,0 1 0,0 0 0,0 0 0,0 1 0,0-1 0,-7 1-1,5-1 3,0 1 0,0 0-1,0 0 1,0 1 0,1 0-1,-1 0 1,0 0 0,0 0-1,1 1 1,-1 0-1,-7 4 1,10-3-47,-1-1 1,1 1-1,0 0 0,0 0 1,0 1-1,0-1 0,0 1 1,1 0-1,-1-1 0,1 1 1,0 0-1,0 0 0,1 0 1,-1 1-1,1-1 0,-1 5 1,-2 7-100,1 0-1,1 0 1,1 1 0,0-1 0,3 31-1,-1-37-440,0 1 1,1-1-1,0 0 0,1 0 0,0 0 0,0 0 0,1-1 0,0 1 0,1-1 1,6 9-1,20 18-6152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3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1024,'0'0'4130,"5"18"3383,1-15-7415,0-1-1,0 0 1,1-1 0,-1 1-1,1-1 1,0 0 0,-1-1 0,1 0-1,13-1 1,4 1 192,490 12 290,219 7 482,-5 26-513,-390-7-453,250 18 600,-375-55 3733,-211-1-4204,-1 0 0,0 0 1,1 0-1,-1 0 0,0-1 0,1 1 1,-1 0-1,0-1 0,1 1 1,-1-1-1,0 1 0,1-1 0,-1 0 1,0 1-1,0-1 0,0 0 1,0 0-1,0 0 0,0 0 0,0 0 1,0 0-1,0 0 0,0 0 1,1-3-1,-1 1 316,0-1 0,0 1 0,0-1-1,-1 1 1,1-1 0,-1 0 0,0-7 0,-13 11-3889,-14 0-856,5 1 242,0-2 0,-22-2 0,-22-13-5312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4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2689,'0'0'1291,"28"0"-210,318 0 2136,421 20 1803,1179 185 0,-1805-183-4306,330 48 1330,4-38 4301,-474-32-6258,-1-1 1,1 1-1,-1 0 1,1 0 0,-1 0-1,1 0 1,-1 0 0,0-1-1,1 1 1,-1 0 0,1 0-1,-1-1 1,0 1-1,1 0 1,-1-1 0,0 1-1,1 0 1,-1-1 0,0 1-1,1 0 1,-1-1-1,0 1 1,0-1 0,0 1-1,1-1 1,-1 1 0,0-1-1,0 1 1,0 0 0,0-1-1,0 1 1,0-1-1,0 1 1,0-1 0,0 1-1,0-1 1,0 1 0,0-1-1,0 1 1,0-1 0,-1 0-1,1 0-84,0 0 0,0 0 1,0 1-1,-1-1 0,1 0 0,0 0 0,-1 0 0,1 0 0,0 1 1,-1-1-1,1 0 0,-1 0 0,0 1 0,1-1 0,-1 1 0,1-1 0,-1 0 1,0 1-1,1-1 0,-1 1 0,0-1 0,0 1 0,0 0 0,0-1 1,-2 0-271,0 1 0,-1 0 1,1 0-1,0 0 0,0 0 1,0 1-1,0-1 0,0 1 0,0 0 1,0 0-1,0 0 0,0 0 1,0 0-1,-2 3 0,-34 27-3714,11-7 763,-26 13-4180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1345,'0'0'442,"-20"0"-169,-80 0 469,43 0 3187,66 1-2846,52 7 685,77 8 543,708-8 3367,-514-10-4523,-218 2-853,1956 6 2661,14 38-1335,1339 271 429,-2889-234-1668,-83-10 113,-82-13-113,-83-14-28,51 0 469,-116-34 3790,-206-8-4617,-15-2-4,0 1 1,1-1-1,-1 0 0,0 0 1,0 0-1,1 0 0,-1 0 1,0 1-1,0-1 0,0 0 1,1 0-1,-1 0 0,0 1 1,0-1-1,0 0 0,0 0 1,1 1-1,-1-1 0,0 0 1,0 0-1,0 1 0,0-1 1,0 0-1,0 1 0,0-1 1,0 0-1,0 0 0,0 1 1,0-1-1,0 0 1,0 1-1,0-1 0,0 0 1,0 0-1,0 1 0,0-1 1,0 0-1,0 1 0,-1-1 1,1 0-1,0 0 0,0 1 1,0-1-1,0 0 0,-1 0 1,1 0-1,0 1 0,0-1 1,0 0-1,-1 0 0,1 0 1,0 0-1,0 1 0,-1-1 1,1 0-1,-1 0 0,-2 1-126,0 0 0,0 0 1,-1-1-1,1 1 0,0-1 0,-1 1 0,1-1 0,0 0 0,-1-1 0,1 1 0,-4-1 0,-7 0-329,-24 1-620,-48 0-3102,68-1 1385,1-1 0,-34-8 0,14-2-4098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751 78 2065,'0'0'4012,"12"-12"-3040,-10 11-884,37-36 641,-11 9 8932,-28 32-9505,0 3-31,2 448 4107,-8 675 2346,-55-570-4833,16-217-846,21 432 660,25-609-1613,-4-136 54,0 0 0,-2 0 0,-1 0 0,-2-1 0,-14 38 0,-14 58 0,16-16 0,-9 197 0,27 112 0,1-63 0,-28 7 0,-2 57 0,50 216 0,3-399 0,8 106 0,-29-61 0,-4-129 0,3-126 0,-4 299 0,-26 1 0,-6-105 0,-19 134 0,-2 23 0,-7 57 0,-15 63 0,-18 156 0,71-196 0,26-451 0,-3 23 0,3-29 0,0 0 0,0 0 0,0 0 0,-1 0 0,1 0 0,0 0 0,-1 0 0,1 0 0,0 0 0,-1 0 0,1 0 0,-1 0 0,1 0 0,-1-1 0,0 1 0,1 0 0,-1 0 0,0-1 0,0 1 0,-1 1 0,1-2 0,1 0 0,-1 0 0,0 0 0,1 0 0,-1 0 0,0 0 0,1 0 0,-1 0 0,0-1 0,1 1 0,-1 0 0,1 0 0,-1-1 0,1 1 0,-1 0 0,0-1 0,1 1 0,-1 0 0,1-1 0,-1 1 0,1-1 0,0 1 0,-1-1 0,1 1 0,-1-1 0,1 1 0,0-1 0,-1 1 0,1-1 0,0 1 0,0-1 0,-1 0 0,1 0 0,-7-26 0,6 22 0,-2-12-25,-13-46-2535,13 52 1103,-1 1-1,0 0 1,-1 1 0,-7-13 0,-27-28-9882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2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2769,'0'0'3933,"20"3"3382,-26 115-1618,0 2-3513,63 726 503,-6-492-2064,-3-19-317,-26 3-222,-23-269-35,10 312 505,-7-309-309,-1-34-209,6 46 1,2-6-74,-7-49-26,2 0 1,9 39 0,-13-66 42,1 0 0,-1-1 1,1 1-1,0 0 0,0 0 0,0 0 1,0 0-1,0-1 0,1 1 1,-1 0-1,0-1 0,1 1 1,-1-1-1,1 0 0,-1 1 0,1-1 1,0 0-1,0 0 0,2 1 1,0-1 9,0 0 1,0 0 0,-1 0 0,1 0-1,0-1 1,0 0 0,0 1-1,0-1 1,7-2 0,7-1 26,-1-1 0,1-1 1,26-11-1,-34 12-37,45-15-24,1 2-1,63-9 1,118-9 52,-184 28-8,1263-102 413,238 148 1252,-69 110 121,-5 36-1157,-1004-123-448,-4 1-115,780 81-31,-906-136 315,-282-8 175,8-4 838,-55 2-1360,0 1 0,0 0 0,0 1 1,1 1-1,-1 1 0,31 6 0,36 13-3,1-4 0,1-3 0,90 2 0,-110-11 0,-1-3 0,78-7 0,-122 2 0,0-2 0,0 0 0,-1-2 0,0 0 0,0-1 0,0-1 0,-1-1 0,24-17 0,-36 24 0,-1-1 0,1 1 0,0 1 0,0-1 0,0 1 0,0 0 0,0 1 0,0-1 0,9 1 0,69 1 0,-39 2 0,189 6 0,-234-8 0,0 0 0,1 0 0,-1 0 0,0 0 0,1-1 0,-1 1 0,0 0 0,1-1 0,-1 1 0,0-1 0,0 0 0,0 1 0,1-1 0,-1 0 0,0 0 0,0 0 0,0 0 0,0 0 0,0 0 0,1-2 0,-1 2 0,0 0 0,0 0 0,0 0 0,0 0 0,0 0 0,0 0 0,0 0 0,0 0 0,1 0 0,-1 0 0,0 1 0,1-1 0,-1 1 0,0-1 0,1 1 0,-1-1 0,1 1 0,1 0 0,12-2 0,1 1 0,31 3 0,-42-1 0,1 0 0,0 0 0,0 0 0,-1 1 0,1 0 0,-1 0 0,1 1 0,-1-1 0,0 1 0,0 0 0,5 5 0,-7-6-37,-2-1 17,0 0 0,0-1 0,0 1-1,0 0 1,0-1 0,0 1 0,0-1-1,0 1 1,0-1 0,1 1 0,-1-1 0,0 0-1,0 0 1,1 0 0,-1 0 0,0 0-1,0 0 1,1 0 0,-1 0 0,1 0-1,-21-18-3492,-86-51-8226,16 9-1696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2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9108,'0'0'11443,"0"11"-10381,1 114 1522,-3 81-1449,2-200-1249,-1 1 0,0-1 1,0 0-1,0 0 0,-1 0 1,0 0-1,0 0 0,-1 0 1,-5 9-1,-20-42-23057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2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8420,'0'0'11925,"138"-48"-10836,-104 48-369,3 0-448,-3 0-176,3 8-96,1 5-768,4-1-1313,4-3-1473,0-5-4561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3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0 705 10117,'0'0'5477,"4"-14"-5200,-4 13-272,5-19 173,0 1 0,2 0 0,0 0-1,12-23 1,59-111 942,19-36-695,-92 181-420,15-30 43,1 2 0,3 1 0,0 0 0,33-33 0,-57 67-30,1 1-1,-1-1 0,0 1 1,1-1-1,-1 1 1,1-1-1,-1 1 0,0-1 1,1 1-1,-1-1 1,1 1-1,0 0 0,-1-1 1,1 1-1,-1 0 1,1-1-1,0 1 0,-1 0 1,1 0-1,-1 0 1,1-1-1,0 1 0,-1 0 1,2 0-1,0 19 503,-2 69 892,1 114 247,-1-196-1652,1 0 1,0 0-1,0 0 1,1 0-1,-1 0 1,1 0-1,1 0 0,-1-1 1,1 1-1,6 9 1,-8-13-8,0-1 0,1 1 0,-1-1 1,0 0-1,1 1 0,-1-1 0,1 0 1,0 0-1,-1 0 0,1 0 0,0 0 1,0 0-1,-1 0 0,1-1 0,0 1 0,0-1 1,0 1-1,0-1 0,0 0 0,0 0 1,0 0-1,0 0 0,0 0 0,0 0 1,0 0-1,-1-1 0,1 1 0,0-1 0,0 1 1,0-1-1,0 0 0,-1 0 0,1 1 1,0-1-1,0-1 0,-1 1 0,1 0 0,1-2 1,7-5 28,-1 0 1,0-1-1,-1 0 1,0 0 0,11-17-1,33-60-115,-26 41 11,-11 19 53,-11 17 99,1 1 0,0-1 0,0 1 0,1 0 0,0 0 0,1 0 1,11-9-1,-14 16 1406,-3 9-755,-1-6-664,1 23 396,1 0-1,1 0 0,1 0 0,1-1 1,10 27-1,-8-29-719,1-1 1,1-1-1,1 0 1,1 0-1,1-1 1,15 19-1,-27-37 191,18 19-2122,-3-11-4345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3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15895,'0'0'9605,"96"65"-9605,-69-57-96,-6 0-1265,4-6-1728,2-2-1089,3 0-2786,3-8-2560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3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0 8132,'0'0'6002,"-138"65"-1968,77-13-1280,-3 13-1058,1 8-495,2 5-497,11-7-432,6-8-272,9-13-208,10-13-1200,14-14-1506,11-10-2320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5 7619,'-20'-1'7932,"1"0"-7093,-15-1 880,-1 2-1,1 1 0,-1 1 1,-59 13-1,58-5-158,-48 22-1,69-25-1268,0 1 0,0 0-1,1 1 1,0 0 0,-20 19 0,32-27-284,0 1 1,0 0-1,0-1 1,1 1-1,-1 0 1,1 0-1,0 0 0,-1 0 1,1 1-1,0-1 1,0 0-1,0 0 1,0 1-1,1-1 1,-1 1-1,0 2 1,1-3-19,1 0 1,-1 0-1,0-1 1,1 1-1,-1 0 1,1-1-1,-1 1 1,1 0-1,0-1 1,0 1-1,0-1 1,0 1-1,0-1 0,0 1 1,0-1-1,0 0 1,3 2-1,4 3-89,1 0 0,1 0 0,-1-1 0,1-1 0,18 7-1,-27-10 95,49 17-370,-22-9-96,-1 1 0,1 1-1,-2 2 1,32 20 0,-54-30 396,0 0 0,-1 0 0,1 0 0,-1 0 0,0 1 0,0 0 1,0 0-1,-1 0 0,4 6 0,-5-9 71,0 1 0,-1 0 0,1 0 0,0 0 0,-1 0 1,1 0-1,-1 0 0,0 0 0,0 0 0,1 0 0,-1 0 0,-1 0 0,1 0 1,0 0-1,0 0 0,-1 0 0,1 0 0,-1 0 0,0-1 0,1 1 0,-1 0 1,0 0-1,0 0 0,0-1 0,-2 3 0,-2 1 76,0 0 0,0-1 1,-1 0-1,1 0 0,-1 0 0,0-1 1,-12 6-1,-53 17 798,12-5-520,-15 14-2668,88-54-13171,13-15 6774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4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7059,'0'0'10597,"0"21"-7870,-6 43 595,-2 0 0,-30 114 1,-14-23-1516,41-128-2125,-1 0-1,-1-1 1,-27 38-1,38-61-17,0 0-1,0-1 1,0 1-1,0-1 1,-1 0-1,1 1 1,-1-1-1,0 0 0,0-1 1,-5 4-1,4-4-666,0 1 0,-1-1 0,1 0-1,-1-1 1,1 1 0,-1-1 0,-6 0-1,-21 0-6802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10709,'21'-5'2161,"41"-8"2014,129-10 0,135 22 91,-319 2-4019,-6 1-14,-14 4 166,-21 4-40,-7 1-218,20-7-134,0 2-1,1 0 1,0 1-1,0 1 1,1 0-1,-20 13 1,36-19-20,1 0 0,-1 1 1,1-1-1,0 1 0,-1 0 0,1-1 0,1 1 1,-1 0-1,0 0 0,1 0 0,-1 0 1,1 0-1,0 1 0,0-1 0,0 0 0,0 0 1,1 1-1,0-1 0,-1 1 0,1-1 0,0 0 1,1 1-1,0 4 0,-1-5-16,0-2 8,0-1 1,0 1-1,0 0 1,0 0-1,0 0 1,1 0-1,-1 0 1,0 0-1,1 0 1,-1 0-1,1-1 1,-1 1-1,1 0 1,-1 0-1,1 0 1,-1-1-1,1 1 1,0 0-1,-1-1 1,1 1-1,0-1 1,0 1-1,1 0 1,27 7-456,35-9-289,-60 1 710,8-2-92,0-1 0,0 0 0,-1-1 0,0 0 0,1-1-1,-1 0 1,-1-1 0,1 0 0,-1 0 0,16-14 0,4-1 741,-31 25-102,-1-1 0,1 1 0,0 0 0,0 0 0,0 0 0,0-1 0,1 1 0,-1 7 0,-2 46-1545,3-54 863,1 0 0,-1 0 0,0 0 0,1 0 0,0 0 0,0 0 0,0 0 1,0 0-1,0 0 0,1-1 0,-1 1 0,1 0 0,-1-1 0,1 0 0,0 1 0,0-1 0,0 0 1,1 0-1,-1 0 0,0 0 0,1 0 0,0 0 0,3 1 0,2 1-876,0 0 0,0-1 0,1 0 0,-1-1 0,1 0 0,-1 0 0,12 0 0,40 0-8824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7 10629,'0'0'6115,"-127"-7"-2402,87 28-783,7 9-1314,8 3-703,14 0-577,11-1-336,0-5-48,11-2-416,22-6-513,11-9-992,6-5-1040,9-5-1073,5-5-2625,8-22-1136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5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 15063,'0'0'2121,"-26"13"419,7-4-1838,0 0-50,1 1 0,-1 0 0,1 1 0,1 1 0,0 1 0,1 0 1,0 1-1,-13 16 0,7-2 141,2 1 1,0 1 0,2 1 0,2 0 0,-23 61-1,20-36-395,2 1-1,-14 98 0,18-89-669,14-106-1432,2 25 1302,1 1 0,1 0 1,0 0-1,1 0 1,1 1-1,0 0 1,1 0-1,0 1 1,11-13-1,4-3-1043,2 1 0,44-37 0,-44 43 552,2 1-1,0 1 1,1 1 0,1 1 0,38-15-1,-67 31 972,1 1 1,-1-1-1,1 1 0,0 0 0,-1-1 1,1 1-1,0 0 0,-1-1 0,1 1 1,0 0-1,-1 0 0,1 0 0,0 0 1,0-1-1,-1 1 0,1 0 0,0 0 0,0 0 1,-1 1-1,1-1 0,0 0 0,0 0 1,-1 0-1,1 0 0,0 1 0,-1-1 1,1 0-1,0 1 0,-1-1 0,1 0 1,-1 1-1,1-1 0,0 1 0,-1-1 1,1 1-1,-1-1 0,1 1 0,-1 0 0,0-1 1,1 1-1,0 0 0,-1 2 202,0 0-1,0 0 0,0-1 1,0 1-1,0 0 1,0-1-1,-1 1 1,1 0-1,-3 4 0,2-1-121,-1-1 0,0 0 0,0 0 0,-1-1-1,1 1 1,-1 0 0,0-1 0,-1 0 0,1 1-1,-1-1 1,0-1 0,0 1 0,0 0 0,0-1-1,0 0 1,-1 0 0,-5 3 0,-6 0 192,0 0 0,0 0 0,0-1 0,-19 2 1,22-5-103,0 1 0,0 0 0,1 1 0,-1 0 0,1 1 0,0 0 1,-16 10-1,26-13-230,0-1-1,0 1 1,1 0 0,-1 0 0,1 0 0,-1 0 0,1 0-1,0 0 1,0 0 0,-1 0 0,2 1 0,-1-1-1,0 0 1,0 1 0,1-1 0,-1 0 0,1 1 0,0-1-1,0 1 1,0-1 0,0 1 0,0-1 0,0 0 0,1 1-1,-1-1 1,1 1 0,1 2 0,-1-1-37,0 0 0,1 0 0,0 0 0,0 0 0,0 0 0,0-1 0,0 1-1,1-1 1,0 0 0,0 1 0,0-1 0,0-1 0,0 1 0,6 3 0,0-1-416,1-1 1,1 0-1,-1-1 0,0 0 1,1 0-1,-1-1 0,22 0 1,-8-1-2198,0-1 0,36-5 0,3-9-5374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6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268 208 2145,'0'0'12971,"-24"18"-8449,-81 63-773,94-71-3210,1 0 0,0 1 0,1 0 1,0 0-1,1 1 0,0 0 0,1 1 0,0-1 1,1 1-1,1 1 0,0-1 0,0 1 0,-2 18 1,-1-3-262,-15 57-22,23-85-466,0-13-807,0-6 572,0 0 0,2 1-1,0-1 1,1 1 0,1 0 0,1 0-1,0 0 1,1 1 0,11-22-1,0 6-389,2 1 0,1 1 0,24-28 0,-29 40 326,0 2 1,2-1-1,0 2 0,0 0 1,36-22-1,-10 18 342,-21 18 520,-22 1-299,1 0-1,-1 0 0,1 0 1,-1 1-1,1-1 1,-1 0-1,1 1 0,-1-1 1,1 0-1,-1 1 1,1-1-1,-1 0 0,0 1 1,1-1-1,-1 1 0,1-1 1,-1 1-1,0-1 1,0 1-1,1-1 0,-1 1 1,0-1-1,0 1 0,0-1 1,1 1-1,-1-1 1,0 1-1,0 0 0,0-1 1,0 1-1,1 55 1523,8 81 136,-7-121-1638,1-1 0,1 0 0,0 0 0,1 0 1,0 0-1,14 24 0,-7-19-30,1-1-1,1 0 1,28 30 0,-36-42-40,0-1 1,0-1 0,1 1-1,0-1 1,0-1 0,0 1-1,0-1 1,1 0 0,-1 0 0,1-1-1,0 0 1,0-1 0,15 3-1,-21-5-20,0 0-1,-1 0 0,1 0 0,0 0 1,0-1-1,0 1 0,0 0 0,0-1 1,-1 0-1,1 1 0,0-1 1,-1 0-1,1 0 0,0 0 0,-1 0 1,1 0-1,-1 0 0,1 0 0,-1-1 1,0 1-1,0 0 0,1-1 0,-1 1 1,0-1-1,0 0 0,1-1 1,2-6-1,-1 0 0,0 0 0,0 0 0,2-11 0,0 1 89,144-391 778,-123 347-321,-23 48-371,-2 12-107,-1 0 1,1 0 0,0 1-1,-1-1 1,2 0-1,-1 0 1,0 1-1,0-1 1,1 0 0,-1 1-1,3-3 1,-3 36-2032,-1-6 935,1 36-3139,0-53 2912,0 0-1,0-1 0,1 1 1,0 0-1,5 12 1,12 16-5580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49 8932,'0'0'9530,"-18"-1"-6870,-135-4 1936,149 5-4531,0 0 0,0 0-1,-1 1 1,1 0-1,0-1 1,0 1-1,0 1 1,0-1 0,0 0-1,1 1 1,-1 0-1,0 0 1,1 0 0,-1 1-1,1-1 1,0 1-1,0-1 1,0 1-1,0 0 1,0 0 0,0 1-1,1-1 1,0 1-1,-1-1 1,1 1-1,1 0 1,-1-1 0,0 1-1,1 0 1,0 0-1,0 0 1,0 0-1,1 0 1,-1 1 0,1-1-1,0 0 1,0 0-1,1 6 1,-1-9-73,1 0 0,-1-1 1,1 1-1,-1 0 0,1 0 0,-1-1 0,1 1 0,0 0 1,0-1-1,-1 1 0,1-1 0,0 1 0,0-1 1,-1 1-1,1-1 0,0 1 0,0-1 0,0 0 1,0 1-1,0-1 0,0 0 0,0 0 0,0 0 1,-1 0-1,1 0 0,0 0 0,2 0 0,32-1-285,-29 1 210,0-1-19,0 0 1,0 0-1,1-1 1,-1 0-1,0 0 1,-1-1-1,1 1 1,0-1-1,-1 0 0,1-1 1,-1 1-1,0-1 1,0 0-1,0-1 1,-1 1-1,5-6 1,-4 4 52,-1 0 0,1 1 1,-1-1-1,0-1 1,-1 1-1,1-1 1,-1 1-1,-1-1 0,1 0 1,-1 0-1,0 0 1,-1 0-1,1-13 1,-2 20 0,0-1 1,0 1 0,0 0-1,-1-1 1,1 1-1,0-1 1,-1 1 0,1 0-1,0 0 1,-1-1 0,1 1-1,-1 0 1,1-1 0,0 1-1,-1 0 1,1 0 0,-1 0-1,1 0 1,0-1 0,-1 1-1,1 0 1,-1 0 0,1 0-1,-1 0 1,1 0 0,-1 0-1,1 0 1,-1 0 0,1 0-1,-1 0 1,1 0 0,0 1-1,-1-1 1,1 0-1,-1 0 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275 410 11957,'0'0'2916,"-20"-7"683,-63-19 507,77 24-3787,0 0 0,0 1-1,0-1 1,0 2-1,0-1 1,-1 0-1,1 1 1,0 0 0,0 1-1,-1 0 1,1 0-1,0 0 1,0 0 0,0 1-1,0 0 1,1 0-1,-1 1 1,0 0 0,-6 4-1,8-3-323,0-1 0,0 1 1,0 0-1,1 1 0,0-1 0,0 1 0,0-1 0,1 1 1,-1 0-1,1 0 0,0 0 0,0 0 0,1 1 0,0-1 0,0 0 1,0 1-1,0-1 0,1 0 0,0 7 0,14-10-435,-4-3 364,-1 0 0,1-1 0,0 0 1,-1-1-1,1 0 0,-1 0 0,0-1 0,13-6 0,72-47-842,-75 45 702,97-67-996,174-154-1,-283 227 1293,26-27-41,-31 31 111,0 0-1,-1 0 0,1-1 0,-1 1 1,1 0-1,-1-1 0,0 1 0,0-1 1,0 1-1,0-1 0,-1 0 1,1 1-1,0-5 0,-1 7-45,-1-1-1,1 1 1,-1-1-1,1 0 1,0 1-1,-1-1 1,1 1 0,-1-1-1,1 1 1,-1 0-1,0-1 1,1 1-1,-1-1 1,1 1 0,-1 0-1,0 0 1,1-1-1,-1 1 1,0 0-1,1 0 1,-1 0-1,0 0 1,1 0 0,-1 0-1,0 0 1,1 0-1,-1 0 1,0 0-1,1 0 1,-1 0-1,-1 1 1,-25 3 483,16 1-399,1 0 0,0 1 0,0-1 1,0 2-1,1-1 0,0 2 0,0-1 1,-10 13-1,1 0 66,1 0 0,-23 35 1,23-26-236,1 0 0,1 0 0,1 2 0,2 0 0,1 0 0,2 1 0,-8 43 0,12-40-3645,-1 64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9300,'0'0'9647,"23"1"-7467,5 1-1627,-4-2-121,0 2 0,0 1 0,27 7 0,-25-6 82,2-1-1,49-1 1,-64-2-414,-13-2-15,0 0 1,0-1-1,0 1 0,0-1 1,0 1-1,-1 0 0,1-1 1,-2-3-1,0 2-35,-1 1-1,0-1 0,-1 1 1,1-1-1,-1 1 1,1 0-1,-1 0 0,0 1 1,0-1-1,0 1 1,-8-3-1,0-1 178,0 2 1,0-1-1,-16-2 0,20 5-18,0 0 1,-1 1-1,1 0 0,0 1 1,0 0-1,0 0 0,-1 1 0,-10 2 1,16-2-177,1 0 0,-1 0 1,0 0-1,1 0 0,-1 1 1,1-1-1,-1 0 0,1 1 0,0 0 1,0 0-1,-1 0 0,1 0 1,1 0-1,-1 0 0,0 0 1,0 1-1,1-1 0,-1 1 0,1-1 1,0 1-1,0-1 0,0 1 1,0 0-1,0-1 0,1 1 0,-1 6 1,-1 5-154,1 1-1,0-1 1,1 0 0,1 1-1,0-1 1,1 1 0,7 25 0,-8-34-240,1-1 1,0 1 0,1-1-1,-1 0 1,1 0 0,0 0 0,0 0-1,0 0 1,1-1 0,0 1 0,0-1-1,0 0 1,0 0 0,1-1-1,-1 1 1,1-1 0,0 0 0,0 0-1,0-1 1,0 1 0,1-1-1,6 2 1,33-1-5553,4-3-2329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15975,'0'0'5875,"-163"6"-1777,103 22-1329,7 9-1216,12 7-529,7 6-527,11 7-369,8 5-128,11 3-32,4-4-209,0 2-463,13-15-640,18-4-865,15-11-1041,9-12-960,5-9-4946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8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0 8196,'0'0'12227,"17"21"-9653,-5-6-2132,4 4 78,0 0-1,-2 1 1,0 0-1,-2 1 1,18 40-1,-18-28-61,-1 1 0,-1 0-1,-3 1 1,0 0 0,-2 0 0,0 65-1,-5-92-450,0-1-1,0 0 0,0 0 1,-1 0-1,-1 0 0,1 0 1,-1-1-1,0 1 0,0 0 1,-1-1-1,0 1 0,0-1 1,-1 0-1,0 0 0,0 0 1,0 0-1,0-1 0,-1 0 1,0 0-1,0 0 0,-1 0 1,1-1-1,-10 6 0,-22 11-381,0-1-1,-1-2 1,-46 14-1,11-3-1411,-59 23-4654,43-22-2389,17-12-2330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39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5795,'0'0'11381,"21"14"-9876,15-14 255,5 0-575,10-2-689,3-8-352,4 2-144,3-3-224,0 3-1937,-3-5-2641,3-4-5459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187 209 1249,'0'0'5370,"6"-1"-3158,21-4 354,-27 5-2332,1 0 0,-1 0 0,0 0 0,1 0-1,-1-1 1,1 1 0,-1 0 0,0 0 0,1 0 0,-1-1 0,1 1-1,-1 0 1,0 0 0,1-1 0,-1 1 0,0 0 0,0-1 0,1 1-1,-1 0 1,0-1 0,0 1 0,1 0 0,-1-1 0,0 1-1,0-1 1,0 1 0,0 0 0,0-1 0,1 1 0,-1-1 0,0 1-1,0-1 1,0 1 0,0 0 0,0-1 0,0 1 0,0-1 0,-1 1-1,1-1 1,0 1 0,0 0 0,0-1 0,-1 0-97,1 0-1,0 1 1,-1-1 0,1 0 0,0 1-1,-1-1 1,1 1 0,-1-1 0,1 0-1,-1 1 1,1-1 0,-1 1-1,1 0 1,-1-1 0,0 1 0,1-1-1,-1 1 1,0 0 0,1-1 0,-1 1-1,0 0 1,0 0 0,-19-1 223,15 0-294,0 0 1,0 1-1,0-1 1,0 1-1,-1 1 1,1-1-1,0 1 1,0 0-1,0 0 1,0 0-1,-9 5 1,12-5-74,1 1 1,0 0 0,-1 0-1,1 0 1,0 0 0,0 0-1,0 0 1,0 0 0,1 0-1,-1 0 1,1 0 0,-1 1-1,1-1 1,0 0-1,0 5 1,1 40-147,0-33 128,2 10-6,1 1 0,1-2 0,1 1 0,17 43 0,-14-46-217,-1 1 0,-2-1 0,0 1 0,-1 1-1,-2-1 1,2 25 0,-5-44 221,0 0-1,0 0 1,-1 0-1,1 0 1,-1-1-1,1 1 1,-1 0-1,0 0 1,0-1-1,-1 1 1,1 0-1,0-1 1,-1 1-1,0-1 1,1 0-1,-1 0 1,0 1-1,0-1 1,0 0-1,-1-1 1,1 1 0,0 0-1,-1-1 1,1 1-1,-1-1 1,1 0-1,-1 0 1,0 0-1,0 0 1,-2 1-1,-10 1-129,1 0 0,0-2 0,-1 1 1,-23-2-1,36 0 110,0 0 16,0 0 1,0 0-1,0 0 0,0 0 1,0 0-1,0 0 1,1-1-1,-1 1 1,0-1-1,0 0 1,0 1-1,1-1 1,-1 0-1,0 0 0,1 0 1,-1 0-1,1 0 1,-1-1-1,1 1 1,0 0-1,-1-1 1,1 1-1,-1-2 0,1 0 0,0 1 0,0 0 0,1-1 0,-1 1 0,1-1 0,0 1 0,-1-1 0,1 1 0,0-1-1,1 1 1,-1-1 0,0 1 0,1 0 0,-1-1 0,1 1 0,0-1 0,0 1 0,0 0 0,2-4-1,1-3-25,2 1 0,-1-1-1,1 1 1,1 1-1,-1-1 1,15-12 0,54-39-4,-55 44 38,183-117-99,-23 18 84,-167 104 42,1-1 1,-1 0-1,-1 0 0,0-2 1,12-15-1,-19 22 21,-1-1 0,1 0 0,-1 0-1,-1 0 1,1-1 0,-1 1 0,-1-1 0,1 0 0,-1 0 0,-1 0 0,1 0-1,0-14 1,-3 20 39,1 0 0,0 0 0,0 0 0,-1 1 0,1-1 0,-1 0 0,1 0 0,-1 0 0,0 1 0,0-1 0,0 0 0,0 1 0,0-1 0,0 1 0,0-1 0,-1 1 0,1 0 0,0-1 0,-1 1 0,1 0 0,-1 0 0,0 0 0,1 0 0,-1 0 0,0 0 0,1 1 0,-1-1 0,0 1 0,0-1 0,0 1 0,1-1 0,-1 1 0,-3 0 0,-9-2 176,0 2 1,0-1-1,-23 4 1,12-2 71,19-1-205,-1 1 0,0-1 0,1 1 0,-1 0 0,1 1 0,-1-1 0,1 1 0,0 1 0,0-1 0,-1 1 0,2 0 0,-1 0 0,0 1 0,-9 7-1,12-7-73,0-1 0,0 1-1,0 0 1,1-1 0,-1 1-1,1 1 1,0-1 0,0 0-1,0 1 1,1-1 0,0 0-1,-1 1 1,2 0 0,-1-1-1,0 1 1,1 0 0,0-1-1,0 1 1,0 0 0,1-1-1,0 1 1,1 4 0,0-2-41,0-1 0,1 0 0,0 0 0,0 0 0,0 0 0,1 0-1,0 0 1,0-1 0,0 0 0,1 0 0,0 0 0,0-1 0,0 1 0,0-1 0,1 0 0,10 5 0,-1 0-374,1-2-1,-1 0 0,1 0 0,0-2 0,30 7 0,-30-9-1241,0-1-1,-1-1 0,1 0 1,30-2-1,-1-10-7822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1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0 13542,'0'0'6272,"-17"26"-2846,-3 2-2373,3-5-132,1 1 0,1 1 0,1 0 0,-20 51 1,19-38 71,-41 119 1258,49-133-2282,1 1-1,2 1 1,0-1-1,-1 38 0,6-61-76,-1-1-1,0 1 1,0 0-1,1 0 1,-1-1-1,1 1 1,-1 0-1,1-1 1,0 1-1,0 0 1,0-1 0,0 1-1,0-1 1,0 1-1,0-1 1,0 0-1,1 1 1,-1-1-1,0 0 1,1 0-1,-1 0 1,1 0-1,-1 0 1,1 0-1,0-1 1,-1 1-1,1 0 1,0-1-1,0 1 1,-1-1-1,4 1 1,8 0-846,0 1 0,-1-2 0,21 0 0,-14-1-371,-10 1 72,1 0 0,0-1 0,-1 0 0,1 0 0,-1-1 0,1-1 0,-1 1 0,17-9 0,22-18-8490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1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15591,'0'0'2113,"113"-5"-1281,-52 5-832,3 0-176,5 0-2529,7 0-2785,3 0-2514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1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11925,'0'0'8772,"-102"109"-6130,85-57-946,7-1-751,3-3-689,7-9-256,0-11-96,0-10-688,0-7-1025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9012,'0'0'4269,"26"2"-1585,-12-2-2277,15 1 357,0 1 0,0 1-1,0 2 1,44 12 0,-11 4 586,83 39 1,-121-48-1215,0 1 0,-1 1 1,-1 1-1,0 1 0,-1 1 0,21 22 1,-35-32-133,-1 2 0,1-1 0,-2 1 0,1-1 0,-1 2 0,-1-1 0,1 0 0,4 17 0,-7-20 1,-1 1-1,1-1 1,-1 0-1,-1 0 0,1 1 1,-1-1-1,0 0 0,0 0 1,-1 1-1,0-1 0,0 0 1,0 0-1,-1 0 1,0 0-1,-4 9 0,1-7 18,-1 0-1,1-1 1,-1 0 0,-1-1-1,1 1 1,-1-1-1,0 0 1,0-1-1,-9 5 1,-75 40 301,41-27 429,-103 33 0,120-47-709,-1-2 0,1 0 0,-1-3-1,-44 1 1,75-5-1190,4-1 667,0-1-1,1 0 0,-1 1 1,0-1-1,1 1 1,-1-1-1,1 1 0,0 0 1,-1 0-1,4-2 1,-2 1-554,35-23-4473,13-4-1101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9108,'0'0'14804,"-21"7"-12912,-70 25-91,85-30-1662,1 1 0,-1 0 0,0 0 1,1 0-1,-1 1 0,1 0 0,0 0 1,0 0-1,1 0 0,-1 1 0,1 0 1,0 0-1,-4 7 0,5-7-118,1 0-1,0 0 1,0 0-1,0 1 1,1-1 0,0 0-1,0 1 1,0-1-1,1 0 1,0 1-1,0-1 1,1 10 0,-1-13-24,1-1 0,-1 0 0,1 1 0,-1-1 0,1 0 0,0 1 0,-1-1 0,1 0 0,0 0 0,0 0 0,0 0 0,0 0 0,0 0 1,0 0-1,0 0 0,0 0 0,0-1 0,0 1 0,1 0 0,-1-1 0,0 1 0,1-1 0,-1 1 0,0-1 0,1 0 0,-1 1 0,0-1 0,2 0 0,46 2-325,-38-2 216,1 0-24,0-1 0,0-1 0,0 0 1,-1 0-1,1-1 0,0-1 0,-1 0 0,0 0 0,0-1 0,0-1 0,-1 0 1,0 0-1,11-9 0,-20 14 144,0 0 1,0 0-1,0 0 1,0 0-1,0-1 1,-1 1-1,1 0 1,0 0-1,-1 0 1,1-1-1,-1 1 1,1 0-1,-1-1 1,1 1-1,-1 0 1,0-1-1,0 1 1,0-1-1,0 1 1,0 0-1,0-3 1,0 1 180,0 2 667,-9 12-824,5 0-118,0-1 0,1 1 0,0 0 0,-2 15-1,1 20-3566,5-45 3479,-1 0 1,0-1-1,0 1 1,0 0-1,0-1 1,0 1-1,1 0 1,-1-1-1,0 1 1,1 0 0,-1-1-1,0 1 1,1-1-1,-1 1 1,1 0-1,-1-1 1,1 0-1,-1 1 1,1-1-1,-1 1 1,1-1-1,-1 1 1,1-1-1,0 0 1,-1 0-1,1 1 1,0-1-1,-1 0 1,1 0-1,0 0 1,-1 1-1,1-1 1,0 0-1,-1 0 1,1 0-1,0 0 1,0 0-1,-1-1 1,2 1-1,1 0-668,24 1-6458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2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15703,'0'0'7633,"-3"18"-5293,-17 115 862,-21 179 642,38-256-3803,2-25-40,-1 0 0,-1 0 0,-11 42 0,13-69-96,0-1 1,0 1-1,-1 0 0,1-1 1,-1 0-1,0 1 0,-3 4 1,4-8-194,0 1 0,0 0 0,1 0 0,-1-1 0,0 1 1,0 0-1,0-1 0,0 1 0,0-1 0,0 1 0,0-1 0,0 1 0,0-1 1,0 0-1,0 1 0,0-1 0,0 0 0,-1 0 0,-7-5-5113,4-14 1558,4 13 1850,-8-33-7787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3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10165,'0'0'6056,"26"0"-2639,176 0 641,87 4 894,-298-3-4923,1 0 0,0 1 0,-1 0 0,1 0 0,0 0-1,0 1 1,0 1 0,1-1 0,-1 1 0,-11 8 0,10-6-50,0 1 1,0 0-1,0 1 0,1 0 0,0 0 0,0 1 1,-9 13-1,16-20 14,0-1 1,0 1 0,0 0-1,0-1 1,0 1 0,1 0-1,-1-1 1,0 1-1,1 0 1,0 0 0,-1 0-1,1 0 1,0-1-1,0 1 1,0 0 0,0 0-1,0 0 1,1 0 0,0 3-1,-1-4-3,1 0 0,0 0-1,-1 0 1,1 0 0,0 0 0,0 0-1,0 0 1,0 0 0,0-1-1,0 1 1,0 0 0,0 0 0,0-1-1,0 1 1,0-1 0,0 1 0,0-1-1,1 1 1,-1-1 0,0 0-1,0 0 1,1 1 0,-1-1 0,0 0-1,3 0 1,6 0-69,1-1-1,-1 0 1,1 0-1,-1-1 1,0 0-1,1-1 1,14-6-1,-18 6 107,-1 0-1,0-1 0,0 0 1,0 0-1,-1 0 0,1 0 1,-1-1-1,0 0 0,0 0 1,-1-1-1,1 1 0,4-9 1,-9 21 143,1 1 1,0-1 0,0 1 0,1-1-1,0 0 1,0 0 0,6 12-1,-6-14-415,1-1 0,0 1-1,-1 0 1,2-1-1,-1 1 1,0-1 0,1 0-1,0 0 1,0 0-1,0-1 1,0 1 0,1-1-1,-1 0 1,10 4-1,29 5-4616,7-9-5166,-8-3 579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3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 5234,'0'0'10992,"-19"1"-7790,6-2-2461,7 1-493,-1-1 0,1 1 0,0 0 1,0 0-1,0 1 0,0 0 1,-1 0-1,1 0 0,0 1 0,1 0 1,-1 0-1,0 1 0,1-1 0,-1 1 1,1 0-1,0 1 0,0-1 1,0 1-1,-5 5 0,-6 10 325,1 0 0,1 1 0,0 0 0,2 1 0,0 0 0,2 1 0,0 0 0,-7 28 0,8-14-357,1-1-1,2 1 1,1 0-1,0 65 1,5-92-326,0-1 0,1 0 1,0 0-1,0 0 0,1 0 0,0 0 1,0 0-1,1 0 0,0-1 0,5 11 1,-5-14-101,-1-1 0,1 1 0,0-1 1,-1 0-1,2 0 0,-1 0 0,0 0 1,0-1-1,1 1 0,0-1 1,-1 0-1,1 0 0,0 0 0,0 0 1,0-1-1,0 1 0,1-1 1,-1 0-1,0-1 0,0 1 0,6-1 1,5 1-1694,0 0 0,0-1 0,26-4 0,5-12-5756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12598,'0'0'11608,"11"25"-10120,72 157 1090,-9 11 153,-66-165-2437,-1 1 0,-1 0 0,-1-1 0,-2 2 0,0 30 0,-3-55-294,-1 0 0,1 0 1,-1 0-1,0 0 0,-1 0 0,1 0 1,-1 0-1,0-1 0,0 1 0,-1-1 0,1 1 1,-1-1-1,0 0 0,0 0 0,0 0 1,-1 0-1,1-1 0,-1 1 0,0-1 0,0 0 1,0 0-1,-1 0 0,1-1 0,-5 3 1,-14 4-9,1 0 1,-2-1 0,-45 9 0,-1 0-154,63-15-2896,25-12-7081,11-12-254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3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 15143,'0'0'17624,"0"-6"-17624,-6 17 0,2 10 0,-6 2 0,-1 0-2385,-4 6-2049,-1-8-1889,-1-2-7459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4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13686,'0'0'19081,"-11"13"-19081,11-9-64,0 8-1585,0-3-1552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4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4338,'0'0'18633,"0"27"-17161,0 6 113,0-1-625,-4-5-495,0 0-385,0-10-32,4-7-48,0-6-481,25-41-14437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17288,'0'0'8308,"0"111"-8436,0-56-1345,2 3-2865,6-4-3378,-1-10-3201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5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9012,'0'0'16240,"-4"7"-15501,3-3-677,-1-1 1,1 0 0,0 1 0,0-1 0,1 1 0,-1-1 0,1 1 0,0-1 0,-1 1 0,2 0-1,-1-1 1,0 1 0,1-1 0,-1 1 0,1-1 0,0 1 0,0-1 0,1 0 0,-1 0-1,1 1 1,-1-1 0,1 0 0,0 0 0,0 0 0,1-1 0,-1 1 0,0 0 0,1-1 0,0 1-1,-1-1 1,1 0 0,5 3 0,-2-2-91,-1 0 1,1 0-1,-1-1 0,1 0 0,0 1 1,0-2-1,0 1 0,0-1 1,0 0-1,0 0 0,0-1 0,0 0 1,1 0-1,-1 0 0,9-2 0,-5 0-131,1 0-1,-1-1 0,0 0 1,0-1-1,0 0 0,-1 0 1,1-1-1,8-6 0,39-35 1932,-57 71-1268,1-21-535,-1 0 1,1 0-1,0 0 0,0 0 1,0 0-1,1 0 0,0-1 1,-1 1-1,1-1 0,0 1 0,1-1 1,-1 0-1,1 0 0,-1 0 1,1 0-1,0 0 0,0 0 1,0-1-1,5 4 0,1-1-650,0 1 0,0-1 0,0 0 0,1-1 0,0 0 0,15 4 0,-11-5-2360,1-1-1,0-1 1,21 0-1,4-1-6655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 10181,'0'0'8580,"-20"6"-4888,-2 2-1897,-39 20 1,56-26-1583,1 1 1,0 1-1,0-1 1,1 0-1,-1 1 0,1 0 1,0 0-1,0 0 1,0 0-1,0 0 0,1 1 1,-1-1-1,1 1 1,1 0-1,-1-1 0,0 1 1,1 0-1,-1 7 1,-2 2 264,-3 24-51,2-1 1,1 1 0,1 0 0,5 63-1,-1-77-375,-1-16-47,1 0 0,-1-1 0,2 1 0,-1 0 0,1-1 1,0 1-1,6 11 0,-7-16-26,0-1 0,1 1 0,-1-1 0,1 1 0,0-1-1,-1 0 1,1 1 0,0-1 0,0 0 0,1 0 0,-1-1 0,0 1 0,1 0 0,-1-1 0,1 1 0,-1-1 0,1 0 0,0 0 0,0 0 0,-1 0 0,1 0 0,0-1 0,4 1 0,3 0-708,-5-1-148,-1 1 1,1-1 0,0 0-1,-1 0 1,1-1 0,4 0 0,-8 0 444,0 1 0,0-1 0,0 1 0,1-1 0,-1 1 0,0-1 1,0 0-1,0 1 0,0-1 0,-1 0 0,1 0 0,0 0 1,0 0-1,0 0 0,-1 0 0,1 0 0,0 0 0,-1 0 0,1 0 1,-1 0-1,1 0 0,-1-1 0,0 1 0,1 0 0,-1 0 0,0-3 1,2-31-11428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16408,'0'0'4033,"121"23"-399,-47-13-1937,11 7-1137,1-5-560,-2 3-1152,-7-5-2786,-10-8-4962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8436,'0'0'13830,"128"-19"-13174,-82 15-399,8-3-209,9 3-48,10-2-913,10-5-1584,3 3-1809,-2-9-4162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7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21 11093,'0'0'6702,"-18"-4"-3242,5 1-2716,-3-1-51,0 1 0,0 0 0,0 1 0,0 1 0,0 0 0,-22 2 0,30 1-515,0 0 0,0 1 1,0-1-1,-8 5 0,13-5-164,0-1 0,0 0 0,1 1 0,-1 0 0,1-1 0,-1 1 0,1 0 0,-1 0 0,1 0 0,0 1 0,0-1 0,0 0 0,1 1 0,-3 3 0,4-6-29,0 1 0,-1 0 0,1 0 0,0 0-1,0-1 1,0 1 0,0 0 0,0 0-1,0 0 1,0-1 0,0 1 0,0 0-1,0 0 1,1 0 0,-1 0 0,0-1 0,1 1-1,-1 0 1,0 0 0,1-1 0,-1 1-1,1 0 1,-1-1 0,1 1 0,-1 0 0,1-1-1,0 1 1,21 12-536,-18-11 488,4 2-9,9 4-31,-1 0 0,0 1 0,0 1 0,17 13 0,-30-20 93,1 0 0,-1 1 1,0-1-1,0 0 0,0 1 0,0 0 0,-1 0 0,1 0 0,-1 0 1,0 0-1,0 0 0,-1 0 0,1 1 0,-1-1 0,0 1 0,0-1 0,0 1 1,-1 0-1,0-1 0,0 1 0,0-1 0,-1 7 0,0-7 27,0-1-1,-1 1 1,1 0-1,-1-1 1,0 1-1,0-1 1,0 0-1,-1 0 0,1 0 1,-1 0-1,0 0 1,1 0-1,-1-1 1,-1 1-1,1-1 1,0 0-1,0 0 1,-1 0-1,0 0 1,-5 2-1,-10 3 154,-1 0-1,-31 7 1,42-12-107,-8 2-175,0 0 0,0-1 0,-28 1 0,45-4 1,-1 0 0,1-1 0,0 1 1,-1 0-1,1-1 0,0 1 0,-1 0 0,1-1 0,0 1 1,0 0-1,0-1 0,-1 1 0,1 0 0,0-1 1,0 1-1,0-1 0,0 1 0,0 0 0,0-1 1,0 1-1,0-1 0,0 1 0,0 0 0,0-1 0,0 1 1,0-1-1,0 1 0,0 0 0,0-1 0,0 1 1,1-1-1,-1 1 0,0 0 0,0-1 0,0 1 0,1 0 1,-1-1-1,8-17-3546,18-9-2188,12-4-734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4322,'0'0'14391,"20"8"-13055,65 23-239,-76-27-997,0-1 1,0 0 0,1-1-1,-1 0 1,0-1 0,1 0-1,0 0 1,-1-1 0,1 0-1,15-2 1,-24 1-107,1 1 1,-1 0 0,1-1-1,-1 1 1,1-1-1,-1 1 1,0-1-1,1 0 1,-1 1 0,0-1-1,1 0 1,-1 0-1,0 0 1,0 0 0,0 0-1,0 0 1,0-1-1,0 1 1,0 0-1,0 0 1,0-2 0,1 0-24,-1-1 0,0 1 0,0-1 0,0 1 0,0-1 1,0 1-1,-1-1 0,0 0 0,1-3 0,-1 3 4,0-1 0,-1 1 0,1 0 0,-1 0 0,1 0-1,-1-1 1,-1 1 0,1 0 0,0 0 0,-1 0 0,0 1 0,0-1-1,0 0 1,0 1 0,-1-1 0,-3-3 0,-1 3 74,0 1 0,0 0-1,0 0 1,0 1 0,0 0 0,-1 0 0,1 1 0,-1 0 0,1 0 0,-1 1-1,1 0 1,-1 0 0,-9 2 0,5-2 27,8 0-36,1 0-1,-1 1 1,0-1 0,1 1-1,-1 0 1,1 0 0,0 0-1,-1 0 1,1 1-1,0-1 1,0 1 0,-1 0-1,1 0 1,1 0 0,-1 0-1,0 0 1,0 1-1,-3 4 1,3-3-3,0 1-1,0 0 1,0 1 0,1-1-1,-1 0 1,1 1 0,1-1-1,-1 1 1,1-1 0,-1 12 0,1-7-48,0 1 1,1-1 0,1 1 0,0 0 0,0-1 0,1 0 0,0 1-1,1-1 1,0 0 0,1 0 0,0 0 0,9 15 0,-9-20-215,0 1 0,1 0 1,0-1-1,0 0 0,0 0 0,1 0 1,0-1-1,0 0 0,0 0 1,0 0-1,1-1 0,-1 0 1,1 0-1,0-1 0,0 0 0,8 2 1,-6-3-724,-1 0 1,1 0-1,0-1 1,-1 0-1,1 0 1,0-1 0,-1 0-1,14-4 1,29-18-6019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7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15095,'0'0'1867,"-19"12"-244,7-4-1111,1-2-15,0 0 1,0 1-1,1 1 0,0 0 1,1 0-1,0 1 1,0 0-1,1 0 1,0 1-1,-12 19 1,8-4 58,1 0 1,2 0-1,0 1 1,2 0-1,1 0 1,0 1-1,3 0 1,0 0-1,1 48 1,2-69-555,1 0 0,-1 0-1,1 0 1,0-1 0,1 1 0,0 0 0,-1 0 0,2-1 0,-1 1 0,1-1 0,-1 0 0,1 0-1,1 0 1,-1 0 0,8 7 0,-6-7-129,1 0 0,0 0-1,1-1 1,-1 1 0,1-2 0,-1 1-1,1-1 1,0 0 0,1 0 0,-1-1-1,14 3 1,2-2-1177,0-1 0,39-1 0,-33-1-205,-24 0 860,0 0-1,-1 0 1,1-1-1,0 1 1,0-1-1,0 0 1,-1 0-1,1 0 1,0-1-1,-1 0 1,0 0-1,1 0 1,-1 0-1,0-1 1,5-3 0,18-23-7662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8516,'0'0'1248,"123"0"-31,-60 2-1217,4 2-768,2 2-3970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8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12678,'0'0'10469,"-112"128"-9509,105-99-496,3-2-448,4-6-16,-2-4-928,0-7-1249,-4-10-1457,-9 0-3377,-6-10-2770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8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11909,'0'0'4579,"25"5"-1301,-12-3-2860,10 1 108,-1 2 0,-1 0 0,1 1 1,-1 2-1,0 0 0,33 18 0,-4 3-128,-2 2 1,-1 2-1,-1 2 1,-2 3-1,56 60 0,-95-93-388,-1 1 0,1 1 0,-1-1 0,0 1 0,-1-1 0,0 1-1,0 0 1,4 15 0,-6-20-4,0 1-1,-1 0 1,0 0 0,0 0-1,0 0 1,0 1 0,0-1-1,0 0 1,-1 0-1,1 0 1,-1-1 0,0 1-1,0 0 1,0 0 0,0 0-1,-1-1 1,1 1-1,-1 0 1,1-1 0,-1 1-1,0-1 1,0 0 0,0 0-1,-4 4 1,-7 3 86,0 0 0,-1-1-1,0 0 1,-1-1 0,-19 7 0,-84 22 939,89-28-743,-259 61 1206,154-40-2033,160-37-6278,53-24-653,-69 28 6075,55-24-6472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8948,'0'0'16701,"-15"1"-15215,-49 3-144,60-3-1280,0 0 0,0 0 0,0 1 1,0-1-1,0 1 0,1 0 0,-1 0 0,1 0 0,-1 1 0,1-1 0,0 1 1,0 0-1,0 0 0,0 0 0,0 0 0,1 0 0,0 1 0,-1-1 0,1 1 1,1 0-1,-1-1 0,0 1 0,1 0 0,0 0 0,0 0 0,0 0 0,0 0 0,1 0 1,-1 0-1,1 0 0,0 1 0,0-1 0,1 0 0,1 8 0,-1-11-64,-1 1 0,1-1 0,0 1 0,0-1 0,0 0 0,0 1 0,0-1 0,0 0 0,0 0 0,0 0 0,1 0 0,-1 0 0,0 0 0,1 0 0,-1 0 0,1 0 0,-1-1 0,1 1-1,-1 0 1,1-1 0,-1 0 0,1 1 0,3-1 0,39 5-173,-35-5 108,4 0-95,0 0 0,22-4-1,-32 4 148,0-1-1,0 0 1,0 0-1,0 0 1,0 0 0,0 0-1,0-1 1,-1 1-1,1-1 1,0 0-1,-1 0 1,1 0 0,-1 0-1,0 0 1,0 0-1,3-4 1,-5 6 14,0 0 1,0 0 0,0 0-1,0 0 1,0 0-1,0 1 1,0-1-1,0 0 1,0 0-1,0 0 1,0 0-1,0 0 1,0 0-1,0 0 1,0 0 0,1 0-1,-1 0 1,0 0-1,0 0 1,0 0-1,0 0 1,0 0-1,0 0 1,0 0-1,0 0 1,0 0 0,0 0-1,0 0 1,0 0-1,0 1 1,0-1-1,1 0 1,-1 0-1,0 0 1,0 0-1,0 0 1,0 0-1,0-1 1,0 1 0,0 0-1,0 0 1,0 0-1,0 0 1,0 0-1,0 0 1,0 0-1,0 0 1,1 0-1,-1 0 1,0 0-1,0 0 1,0 0 0,0 0-1,-1 14-154,1 18-2333,0-32 2189,0 1 1,0 0-1,0 0 1,0 0-1,0-1 1,1 1-1,-1 0 1,0 0-1,0 0 1,0-1-1,1 1 1,-1 0-1,0 0 1,1-1-1,-1 1 1,1 0-1,-1-1 1,1 1-1,-1-1 1,1 1-1,-1 0 1,1-1-1,0 1 1,-1-1-1,1 0 1,1 2-1,16-2-5709,6-2-1489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12710,'0'0'6459,"-15"18"-3044,8-9-2950,-6 6 135,0 1 0,1 0 0,1 1 0,0 0 1,1 1-1,1 0 0,-7 23 0,2 9 855,2 0 0,-9 92 0,12 106-2592,-15-283-17180,-2-1 6324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6739,'0'0'3471,"23"-1"-390,149 0 3362,111 1-936,-313-1-4637,11 0-661,-1 1-1,1 1 0,0 0 0,-20 5 0,34-5-172,1 0-1,0 0 1,0 0 0,0 1 0,0 0-1,0-1 1,0 1 0,0 1 0,1-1-1,-1 1 1,1-1 0,0 1 0,0 0 0,0 0-1,0 0 1,0 1 0,0-1 0,1 1-1,0-1 1,0 1 0,0 0 0,0 0-1,-2 7 1,3-6-14,-1 0 0,2 0 0,-1 0 0,0 0 0,1 0 0,0 0-1,1 6 1,-1-9-22,0-1 0,0 0 0,1 0 0,-1 0 0,0 1 1,1-1-1,-1 0 0,0 0 0,1 0 0,-1 0 0,1 0 0,0 0 0,-1 0 0,1 0 0,0 0 0,0 0 0,0 0 0,0 0 0,-1 0 0,1-1 0,0 1 0,0 0 0,0-1 0,1 1 0,-1-1 0,0 1 0,0-1 0,0 1 0,0-1 0,0 0 0,3 1 0,6-1-51,0 1-1,0-2 0,-1 1 0,1-1 1,0-1-1,18-5 0,-25 6 62,1 0 0,-1 0 0,0-1 0,0 1 0,0-1-1,0 0 1,0 0 0,0 0 0,-1 0 0,1-1 0,-1 1 0,0-1-1,1 0 1,-1 1 0,0-1 0,0 0 0,-1 0 0,1 0 0,-1 0-1,1-1 1,-1 1 0,0 0 0,1-6 0,-6 80 3133,4-64-3337,0-1 1,0 1-1,1-1 1,0 0-1,0 0 0,0 1 1,1-1-1,0 0 0,0 0 1,0 0-1,1-1 0,0 1 1,5 6-1,-3-7-189,0 0 0,1-1-1,0 0 1,0 0 0,0-1 0,1 1-1,-1-1 1,1-1 0,-1 1-1,1-1 1,0 0 0,13 1 0,26 1-5194,14-4-6114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1 17576,'0'0'1857,"-152"40"2177,74 20 32,7 20-1457,11 10-992,20 4-609,23-9-1008,17-1 0,2-7 0,28-12-208,5-15-897,1-12-767,3-19-1026,5-19-703,0 0-2658,2-25-4722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49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5202,'0'0'24380,"-94"127"-23932,94-95-416,0-9-32,0-7-689,0-5-703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0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11509,'0'0'11413,"0"140"-11316,0-81-97,0-3-1025,0-4-1680,0-8-2866,0-12-2032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10325,'0'0'16426,"0"24"-11864,0-20-4458,0 0 0,0 0 0,0 1 0,1-1 0,-1 0 0,1 0 1,0 0-1,1 0 0,-1 0 0,1-1 0,-1 1 0,1 0 0,5 6 0,-5-8-146,0 1 0,1-1 1,-1 0-1,1-1 0,-1 1 0,1 0 0,0-1 0,0 1 0,0-1 0,0 0 1,0 0-1,0 0 0,0 0 0,0-1 0,1 1 0,-1-1 0,0 0 1,6 0-1,-2 0-293,0 0-1,1 0 1,-1-1 0,1 0 0,-1 0 0,0-1 0,0 0 0,0 0 0,0-1 0,0 0 0,0 0 0,-1 0-1,1-1 1,-1 0 0,0-1 0,0 1 0,-1-1 0,1 0 0,9-11 0,-6-1 3797,-9 22-1591,0 1-1772,0-2-134,0 0 0,0 1 1,0-1-1,1 0 0,-1 0 0,1 0 1,0 1-1,1-1 0,-1 0 1,1 0-1,-1 0 0,4 4 1,-3-6-360,0 0 0,0 0 0,0 0 0,0 0 0,1 0 0,-1 0 0,1-1 0,-1 1 0,1-1 1,-1 0-1,1 0 0,0 0 0,0 0 0,-1 0 0,1-1 0,0 1 0,0-1 0,0 0 0,4 0 1,15 1-7331,4-1-4063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15159,'0'0'7094,"-19"18"-2577,3-5-3546,8-8-707,1 1 0,0 0 0,0 0 1,0 0-1,1 1 0,0 0 1,0 0-1,1 1 0,0 0 0,0 0 1,1 0-1,0 0 0,1 0 1,-1 1-1,1 0 0,-1 10 0,-2 32-175,3 0 0,2 0 0,3 1 0,1-1 0,13 61 0,-15-110-173,-1 0 0,0 0 0,1 0 0,0 0 0,-1 0 0,1-1 0,0 1 0,0 0 0,0 0 0,0-1 0,0 1 0,0-1 0,1 1 0,-1-1 0,0 1 0,1-1 0,-1 0 0,1 0 0,-1 0 0,3 2 0,-2-3-289,-1 1-1,1-1 1,0 1-1,-1-1 1,1 0 0,0 0-1,-1 0 1,1 0 0,0 0-1,-1 0 1,1 0-1,0 0 1,-1-1 0,1 1-1,0-1 1,-1 1 0,1-1-1,-1 0 1,1 1-1,-1-1 1,1 0 0,-1 0-1,1 0 1,-1 0-1,2-2 1,18-25-9669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6499,'0'0'16215,"130"27"-15606,-80-18-609,-6-7-1265,2-2-2144,-13 0-5187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1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3025,'0'0'18235,"1"20"-14710,-1-18-3437,0 22 641,1 1 1,2 0-1,0-1 0,13 46 1,7 6-22,-4 1-1,-3 0 1,-4 2 0,-3-1 0,-1 100 0,-7-170-707,-1-1 1,-1 1-1,1-1 1,-1 1-1,-1-1 1,1 0-1,-5 14 0,4-19-7,1 1 0,-1-1-1,0 1 1,1-1-1,-1 0 1,0 0-1,-1 0 1,1 0-1,0 0 1,0 0-1,-1-1 1,1 1-1,-1-1 1,0 1 0,1-1-1,-1 0 1,0 0-1,0 0 1,0-1-1,1 1 1,-7 0-1,3 0-336,0 0 0,0 0 0,0-1 0,-1 0 0,1 0 0,0 0 0,0-1 0,0 0 0,-11-3 0,16 4 65,0-1 0,-1 0-1,1 0 1,0 1 0,-1-1 0,1 0-1,0 0 1,0 0 0,0 0-1,0-1 1,0 1 0,0 0 0,0 0-1,0 0 1,1-1 0,-2-2 0,1 1-265,0 1 1,1-1-1,-1 0 1,1 0-1,0 0 1,0 0-1,0 0 1,0 0-1,1 0 1,-1 0-1,2-4 1,12-28-8988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17816,'0'0'12742,"27"48"-12806,-18-27-1169,-9 0-2032,0-3-2274,-9-1-6274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1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17576,'0'0'15191,"-21"39"-15191,26-26 0,5-9-1825,3-4-2721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2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3 119 5314,'0'0'16317,"-1"6"-14756,0 6-1072,0-1 0,1 1 0,0 0 0,1-1 0,0 1-1,1-1 1,0 1 0,1-1 0,0 0 0,7 14 0,-6-14-386,0-1 0,1 1-1,1-1 1,0-1 0,0 1 0,1-1-1,0 0 1,0-1 0,1 1-1,0-2 1,11 9 0,-16-14-94,-1 0 0,1 0 0,0 0-1,0-1 1,0 1 0,0-1 0,0 0 0,0 0 0,0 0 0,1 0 0,-1-1-1,0 1 1,1-1 0,-1 1 0,0-1 0,1 0 0,-1-1 0,4 0-1,-3 0-1,0-1-1,-1 0 0,1 1 1,0-2-1,-1 1 0,1 0 0,-1-1 1,0 1-1,0-1 0,0 0 0,0 0 1,0-1-1,3-4 0,132-190-89,-124 179 303,-2 0-1,0-1 0,-1-1 0,-1 0 0,10-28 1,-18 40 313,0 4-51,-3 7-264,-1 22-875,2-16 54,1-1 1,0 1 0,0-1-1,0 0 1,1 1-1,0-1 1,1 0-1,4 11 1,-3-11-671,0-1 0,0 1 0,0-1-1,1 0 1,0-1 0,0 1 0,0-1 0,12 9 0,17 7-6928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2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173 107 6227,'0'0'20948,"-22"-4"-19070,-71-8-517,91 12-1330,0 0 1,-1 0-1,1 0 0,0 0 1,0 0-1,0 0 1,0 0-1,0 1 0,0-1 1,0 1-1,0 0 0,0 0 1,1-1-1,-1 1 1,0 0-1,0 0 0,0 1 1,1-1-1,-1 0 0,1 1 1,-1-1-1,1 1 1,0-1-1,-1 1 0,1 0 1,0-1-1,0 1 1,-2 3-1,2 1-28,0-1 0,-1 1 0,2 0 0,-1-1 0,1 1 0,0 0 0,0 7 0,1-3 18,-1-6-33,0 0 1,0 0-1,1 0 1,-1-1-1,1 1 0,0 0 1,0-1-1,0 1 0,1-1 1,-1 1-1,1-1 1,0 0-1,0 0 0,0 0 1,1 0-1,-1 0 1,1 0-1,-1 0 0,1-1 1,0 1-1,0-1 0,0 0 1,0 0-1,0 0 1,1 0-1,-1-1 0,1 1 1,-1-1-1,7 2 0,2 0-31,0-1 0,1 0 0,-1-1 0,1 0 0,-1-1 0,1 0 0,24-4-1,-33 3 39,0 0 0,0 0-1,0 0 1,0 0 0,0-1-1,-1 0 1,1 0-1,0 0 1,-1 0 0,1 0-1,-1-1 1,0 1 0,0-1-1,0 0 1,0 0-1,0 0 1,0-1 0,-1 1-1,0 0 1,0-1 0,0 0-1,0 1 1,0-1-1,-1 0 1,1 0 0,0-6-1,2-8 51,-2 0-1,0 0 1,-1-1-1,-2-29 1,0 40-16,2 3-38,-1 1-1,0 0 1,-1 0-1,1-1 1,-1 1 0,0 0-1,0 0 1,0 0-1,0 0 1,-1 0-1,0 0 1,1 0 0,-1 1-1,-5-7 1,6 9-666,0 4-2198,1-1 2427,0-1 1,0 0-1,0 0 1,0 1 0,0-1-1,1 0 1,-1 0-1,0 1 1,1-1-1,-1 0 1,1 0 0,-1 0-1,1 0 1,-1 1-1,1-1 1,0 0-1,0 0 1,-1 0-1,1 0 1,0-1 0,0 1-1,2 1 1,22 9-8495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7459,'0'0'23227,"-86"96"-22603,82-71-480,2-2-144,-2-6-16,0-7-896,0-4-945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2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7347,'0'0'15736,"33"-19"-15897,-24 50-559,-3 5-1553,2-3-1264,3 3-3635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189 596 6547,'0'0'17763,"-4"-6"-16181,0 3-1431,1 0 1,-1 0-1,0 0 0,0 1 1,0 0-1,0 0 0,0 0 1,0 0-1,0 0 0,-1 1 1,1 0-1,-1 0 0,1 0 1,-1 0-1,1 1 0,-1-1 1,0 1-1,1 1 1,-1-1-1,1 1 0,-1-1 1,1 1-1,-1 0 0,1 1 1,-6 2-1,6-3-117,1 0-1,-1 1 1,1 0-1,-1 0 1,1 0-1,0 0 1,0 1-1,0-1 1,0 1-1,0 0 1,0 0-1,1 0 1,-1 0 0,1 0-1,0 0 1,0 1-1,-3 6 1,2-1-43,1-1 0,0 1 0,0 0 0,1 0 0,0-1 0,0 18 1,1-25-5,0-1 0,0 1 0,0 0 0,0-1 0,1 1 1,-1 0-1,0-1 0,0 1 0,1-1 0,-1 1 0,1 0 1,-1-1-1,0 1 0,1-1 0,-1 1 0,1-1 0,-1 1 1,1-1-1,-1 1 0,1-1 0,-1 0 0,1 1 0,0-1 1,-1 0-1,1 1 0,1-1 0,25 5-222,29-10-347,-44 1 314,-1 0-1,0 0 1,0-1 0,0-1-1,0 0 1,-1-1-1,0 0 1,0 0-1,-1-1 1,16-17-1,8-12-348,38-54 0,-58 72 597,26-35-82,54-98-1,-83 132 418,0-1 0,-2 0 0,0 0 0,-2 0 0,0-1 0,-1 0 1,-1-1-1,1-38 0,-5 59-204,0 0 1,0 0 0,-1 0 0,1 0 0,-1 0 0,1 0-1,-1 0 1,0 0 0,1 0 0,-1 1 0,0-1-1,0 0 1,0 1 0,-1-1 0,1 1 0,0-1 0,-1 1-1,1-1 1,0 1 0,-1 0 0,0 0 0,1 0 0,-1 0-1,0 0 1,0 0 0,1 0 0,-1 0 0,0 1-1,0-1 1,0 1 0,0-1 0,0 1 0,0 0 0,0 0-1,0 0 1,0 0 0,-2 0 0,-3 0-38,1 1 0,-1-1 0,1 1 0,0 0 0,-1 1 0,1 0 0,0 0 1,0 0-1,0 0 0,0 1 0,-7 5 0,3 0-74,1 0 0,0 1 0,0 1 0,1 0 0,0 0 0,0 0 0,2 1 0,-1 0 0,1 0 0,-6 16 0,-2 9 0,2 0 0,-9 46 0,9-21 0,-6 114 0,14 65 0,4-203 0,0-33 24,0 0 1,0 0-1,1-1 0,-1 1 1,1 0-1,0 0 0,3 7 1,7 3-1248,7-9-3632,-8-5-1123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5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1809,'0'0'10020,"37"0"-8899,-18 0-257,0 0-127,8 0 63,8 0-208,5 0-304,4 0-192,8 2-96,5-2-32,3 0-1824,3-2-3475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6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294 148 720,'0'0'15194,"-2"-2"-13612,-2 0-1047,0 0 0,0 0-1,0 0 1,-1 1 0,1 0 0,0 0 0,-8-1 0,-5 0-7,0 2 1,-19 1 0,3 0-170,20-1-196,-1 0 1,1 2-1,0-1 0,0 1 1,-23 8-1,33-9-151,1-1 0,0 1 0,-1 0 0,1 0 0,0 0 0,-1 0 0,1 1 0,0-1 0,0 1 0,0-1 0,0 1 0,0 0 0,1 0 0,-1-1 0,0 1 0,1 0 0,-1 1 0,1-1 0,0 0 0,0 0 0,0 1 0,0-1 0,0 0 0,0 1 0,1-1 0,-1 1 1,1-1-1,0 1 0,-1-1 0,1 1 0,0-1 0,1 1 0,-1 0 0,0-1 0,1 1 0,-1-1 0,1 0 0,1 3 0,2 3-18,1 0 1,0-1 0,0 0-1,0 0 1,1-1-1,0 0 1,0 0-1,1 0 1,0 0 0,0-1-1,10 6 1,13 11-10,-10-6-1,0 1 0,-1 1 0,18 23 1,-31-34-13,-1 0 0,-1 0 1,1 0-1,-1 1 0,0-1 1,-1 1-1,0 0 0,0 0 0,-1 1 1,0-1-1,0 0 0,-1 1 1,1 12-1,-2-18 24,0-1 1,-1 1-1,1 0 1,-1 0-1,1-1 1,-1 1-1,0 0 1,0-1-1,0 1 1,0-1-1,-1 1 0,1-1 1,-1 0-1,1 1 1,-1-1-1,0 0 1,-3 3-1,0-1 12,0 0 0,0-1-1,-1 1 1,1-1-1,-1-1 1,1 1 0,-11 2-1,-2 0-9,0-1 0,0-1 0,0 0 0,-30-1 0,46-2-9,0 0 0,0 0 1,0 0-1,0 0 0,0 0 1,0 0-1,0 0 0,0-1 1,0 1-1,0-1 0,0 0 1,0 0-1,0 1 1,1-1-1,-4-2 0,4 1-17,0 0 0,0 0 0,0 1 0,0-1 0,1 0 1,-1 0-1,0 0 0,1 0 0,0 0 0,-1 0 0,1 0 0,0 0 0,0 0 0,1-4 0,-1-1-22,1 0-1,1 0 1,-1 0 0,1 0-1,0 0 1,1 0-1,0 1 1,0 0 0,0-1-1,1 1 1,-1 0 0,2 0-1,-1 1 1,1-1 0,8-7-1,6-5 19,1 1 0,43-28 0,126-58 10,-135 77 37,-2-2-1,94-67 1,-141 92-2,0 0 1,-1-1-1,0 0 0,0 0 1,0 0-1,0 0 1,-1 0-1,1-1 1,-1 1-1,0-1 1,-1 0-1,1 0 1,-1 0-1,0-1 0,0 1 1,0 0-1,-1-1 1,0 1-1,0-1 1,0 0-1,-1 1 1,0-10-1,-1 12 12,0 1 0,0 0 0,0 0 0,0 0 0,0 0 0,-1 1 0,1-1 0,0 0 0,-1 0 0,0 1 0,1-1 0,-1 1 0,0-1 0,0 1 0,0 0 0,1 0 0,-1 0 0,-1 0 0,1 0 0,0 0 0,0 0 0,0 1 0,0-1 0,-1 1 0,1 0-1,0-1 1,-3 1 0,-11-1 101,-1 0-1,-27 2 0,30 0-29,7-1-14,-1 0 0,0 1 0,1 0 0,-1 0 0,1 1 0,-1 0 0,1 0 0,0 1-1,0 0 1,0 0 0,0 1 0,0 0 0,1 0 0,0 0 0,0 1 0,0 0 0,0 0 0,1 0 0,0 1-1,0 0 1,0 0 0,1 0 0,0 1 0,0-1 0,0 1 0,1 0 0,0 0 0,0 0 0,1 1 0,0-1 0,1 0-1,-1 1 1,1 0 0,1-1 0,-1 1 0,2 13 0,0-15-130,0 0 0,1 0 0,-1 0-1,1 0 1,0-1 0,1 1 0,-1 0 0,1-1 0,0 0 0,1 0 0,-1 0-1,1 0 1,0-1 0,0 1 0,0-1 0,1 0 0,0 0 0,0-1-1,0 1 1,0-1 0,0 0 0,0 0 0,1-1 0,10 4 0,-3-1-827,1-1 1,0-1 0,28 5 0,-26-7-1545,0 0 0,31-3 0,-1-7-6375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6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0 15479,'0'0'1804,"-18"15"1040,2-3-1907,2-2-179,1 0-1,1 1 1,0 1-1,0 0 1,1 0-1,1 1 1,-16 26-1,-61 129 3882,74-140-4438,2 2 0,1-1-1,1 1 1,-4 33 0,12-59-220,0 4 26,0 0 0,0 0-1,0 0 1,1 0 0,1 8 0,-1-14-41,1-1 0,-1 1 0,1-1 0,-1 1 1,1-1-1,-1 1 0,1-1 0,0 1 0,-1-1 1,1 0-1,0 1 0,0-1 0,0 0 0,0 0 1,0 0-1,0 0 0,1 1 0,-1-2 0,0 1 1,1 0-1,-1 0 0,0 0 0,1-1 0,-1 1 1,1 0-1,-1-1 0,1 0 0,-1 1 0,4-1 1,24 3-2255,54-2-1,-39-1 4,-34 0 1155,1 0 1,0-1-1,-1 0 0,1-1 1,-1 0-1,1 0 1,-1-1-1,0 0 0,14-8 1,24-17-8006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6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7972,'0'0'4994,"155"-5"-4994,-101 5-2737,5 0-2770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258 243 1617,'0'0'9895,"-16"17"-5776,4-4-3390,-15 18 2464,-42 62 0,55-71-2107,4-6-570,0 1 0,-1-1 0,-1-1 0,-1 0 0,0-1 0,-16 14 1,28-28-516,1 1 1,0-1 0,0 0-1,-1 1 1,1-1 0,0 0 0,-1 0-1,1 1 1,0-1 0,-1 0-1,1 0 1,-1 0 0,1 0-1,0 0 1,-1 1 0,1-1 0,-1 0-1,1 0 1,0 0 0,-1 0-1,1 0 1,-1 0 0,1 0 0,-1 0-1,1 0 1,0 0 0,-1-1-1,1 1 1,-1 0 0,1 0-1,0 0 1,-1 0 0,1-1 0,0 1-1,-1 0 1,1 0 0,0-1-1,-1 1 1,1 0 0,0-1 0,-1 1-1,-4-24-288,9-31-466,-1 43 673,0-1 1,1 1-1,0 0 0,1 0 0,1 1 0,0-1 1,0 1-1,1 0 0,1 1 0,0 0 1,12-12-1,-6 7-4,0 2-1,1-1 1,1 2 0,0 0-1,0 1 1,29-14 0,-40 23 72,42-18-14,-44 19 26,0 0 0,0 0 0,0 1 0,-1-1 0,1 1-1,0-1 1,0 1 0,0 0 0,0 0 0,0 0-1,0 1 1,0-1 0,-1 1 0,5 0 0,-7 0 9,1 0 1,0 0-1,0 0 1,-1 1 0,1-1-1,-1 0 1,1 0-1,-1 0 1,0 1 0,1-1-1,-1 0 1,0 0-1,0 1 1,0-1-1,0 0 1,0 1 0,0-1-1,0 0 1,0 1-1,-1 1 1,0 4 85,2 23 162,1 0 0,1-1 0,10 43 0,-10-59-251,0 0-1,1 0 1,1 0 0,0-1 0,1 0-1,0 0 1,1-1 0,0 0 0,1 0-1,11 12 1,-17-21-23,0 0 0,0 0-1,1 0 1,-1 0 0,0 0 0,1-1-1,0 1 1,-1-1 0,1 1 0,0-1 0,-1 0-1,1 0 1,0-1 0,0 1 0,0 0-1,0-1 1,0 0 0,0 0 0,0 0 0,0 0-1,0 0 1,0 0 0,0-1 0,-1 0-1,1 1 1,0-1 0,0 0 0,0 0-1,-1-1 1,1 1 0,0-1 0,-1 1 0,0-1-1,1 0 1,-1 0 0,0 0 0,0 0-1,0 0 1,0 0 0,0 0 0,0-1 0,-1 1-1,1-1 1,-1 0 0,2-4 0,15-35 19,-2-1 0,12-53 1,10-31 107,-14 64 404,15-71-1,-36 206-7263,-3-34 1612,0-2-2095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7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90 11109,'0'0'12694,"24"0"-11584,12 2-807,-1 0-6,49-4-1,-79 1-287,1 0 1,-1 0-1,0 0 0,0-1 0,0 0 0,0 0 1,7-3-1,-11 4-3,0 1 1,0-1-1,0 1 1,0-1 0,0 0-1,0 1 1,0-1-1,0 0 1,0 0-1,0 0 1,0 1-1,0-1 1,0 0 0,-1 0-1,1 0 1,0-1-1,-1 1 1,1 0-1,-1 0 1,1 0-1,-1 0 1,0 0 0,1-1-1,-1 1 1,0 0-1,0 0 1,0-1-1,0 1 1,0 0 0,0 0-1,0-1 1,-1 1-1,1 0 1,0 0-1,0 0 1,-1 0-1,0-2 1,-1 1 5,0 0-1,0 0 1,0 1 0,0-1-1,0 1 1,0 0 0,0-1 0,0 1-1,-1 0 1,1 0 0,0 0-1,-1 1 1,1-1 0,-1 0 0,1 1-1,-4 0 1,-2-2 0,-15-3 41,-1 1 0,0 1 1,0 1-1,0 1 1,-35 3-1,57-2-26,0 1 1,0-1-1,0 1 0,0 0 1,0-1-1,1 1 0,-1 0 1,0 0-1,0 0 0,1 0 1,-1 1-1,0-1 0,1 0 1,-1 1-1,1-1 0,0 1 1,-1-1-1,1 1 0,0 0 1,0-1-1,0 1 0,0 0 1,1 0-1,-1 0 0,0 0 1,1 0-1,-1 0 0,1 0 1,0 0-1,-1 3 0,0 8-19,1 1 0,0-1 0,3 21 0,-3-25 12,1-3-201,1 0 0,-1-1 0,1 1 0,0 0 0,0-1 0,0 1 0,1-1 0,0 0 0,0 0 0,0 0 0,0 0 0,1 0 0,0-1 0,0 0 0,1 1 0,-1-1 0,1-1 0,-1 1 0,1-1 0,7 4 0,0-1-1290,-1-1 0,1 0 0,0 0 0,1-1 0,-1-1 0,1 0 0,0 0 0,18 0 0,27-2-3160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7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1 11141,'0'0'11878,"-117"29"-9573,77 5-769,2 1-351,3 5-449,1-7-416,3 5-272,10-9-48,0-2-656,4-6-1185,1-8-224,-3-11-1072,-4-2-2162,2 0-3921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9893,'0'0'10836,"144"27"-9011,-104-4-848,-2 4-929,-3-4-48,-1-6-865,-3-11-2080,-4-6-2593,-4 0-3267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7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2369,'0'0'15076,"-19"9"-11055,5-2-3139,7-5-569,0 1 0,0 0 0,0 0 0,1 1 1,0 0-1,-1 0 0,1 1 0,1-1 0,-1 1 0,1 1 0,0-1 1,0 1-1,0 0 0,1 0 0,0 0 0,-6 13 0,0 9 582,1-1 0,2 1 0,1 1 0,-3 42 0,3 116-234,6-172-701,0-11-35,-1 0-1,1-1 1,1 1 0,-1 0-1,0 0 1,1-1-1,0 1 1,0-1 0,0 1-1,0 0 1,3 4 0,-2-6-231,-1-1 0,1 0 1,-1 1-1,1-1 1,0 0-1,0 0 0,-1 0 1,1 0-1,0 0 1,0 0-1,0-1 0,0 1 1,0-1-1,0 1 1,0-1-1,0 0 0,0 0 1,1 1-1,-1-2 1,0 1-1,4-1 1,-5 1-3,0 0 1,0 0 0,0 0-1,1 0 1,-1 0 0,0 0-1,0-1 1,0 1 0,1-1-1,-1 1 1,0-1 0,0 1 0,0-1-1,0 0 1,1 0 0,14-26-7302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4178,'0'0'15367,"130"0"-12454,-70 6-2336,3 2-577,-7-6-321,3-2-2704,-3 0-2850,9 0-3057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8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14855,'0'0'3361,"-112"23"1297,57 5-624,7 7-1873,10 9-1024,15 8-209,21-2-544,2 7-320,9-3-64,18-8-64,8 0-656,5-10-432,6-15-993,2-7-881,5-14-1904,3 0-3730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12182,'0'0'11175,"11"15"-9795,0 0-1030,1 0-15,0 1 1,-1 1-1,-1-1 1,12 27-1,-12-16-19,-1 1-1,-2-1 1,0 2-1,-2-1 1,-1 0-1,-1 1 1,-2 43-1,-1-67-307,-1 0 0,0 1 0,0-1 0,0 0 0,0 0 0,-1 0 0,0 0 0,0 0 0,-1-1 0,1 1 0,-1-1-1,0 1 1,0-1 0,0 0 0,-1 0 0,1 0 0,-1-1 0,0 1 0,0-1 0,0 0 0,-9 5 0,-9 3 10,1 0 1,-2-2 0,-37 11-1,1 1-358,58-21 442,-5 3-1274,51-13-25546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14439,'0'0'18328,"-2"17"-18328,2-1 0,0 5 0,-7 0-624,1 0-1665,-2 0-1937,1-6-1889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6:5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7459,'0'0'25308,"-21"69"-25308,21-59 0,6-2 0,-4-4-2641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0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1 590 5074,'0'0'16386,"15"-24"-14307,0 1-1622,-3 3-166,0 1 1,2 0-1,1 1 1,0 0-1,1 1 0,19-15 1,272-238 751,-245 216-1614,-62 77-384,0-6 936,0 0 0,1-1 0,1 1-1,5 22 1,-5-34 16,-1 0 0,1 1 0,0-2 0,1 1 0,-1 0-1,1 0 1,0-1 0,0 1 0,0-1 0,1 0 0,0 0 0,-1 0 0,1-1-1,0 1 1,1-1 0,-1 0 0,9 5 0,-9-7 2,-1 1 0,1-1 0,0 0 1,-1 0-1,1 0 0,0-1 0,0 1 0,0-1 0,0 0 0,-1 0 1,1 0-1,0 0 0,0-1 0,0 0 0,0 0 0,4-1 1,5-3 11,-1-1 0,1 0 0,13-9 0,-7 4-33,16-9 131,0-2 1,-2-2-1,0-1 0,-2-1 1,0-2-1,-3-1 1,40-42 3816,-67 85-3047,0 17-815,-1-30 2,-1 39 506,0-12-252,2 0 0,4 38 0,-3-56-310,0-1 0,0 0 1,1 0-1,0 0 1,1-1-1,0 1 1,0-1-1,1 0 1,0 0-1,0 0 1,8 8-1,-2-4-24,0-1 0,0 0 0,14 8 0,10 0-2064,-31-17 1025,0-1 0,1 1 0,-1-1 0,1 0-1,-1-1 1,8 1 0,-5-2-4957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23 10725,'0'0'16381,"9"16"-15335,1 3-788,-3-4-129,1-1 0,1-1 1,0 1-1,18 20 0,-24-32-365,0 0 0,0 1 0,0-1 0,1-1 0,-1 1 1,1 0-1,-1-1 0,1 0 0,0 1 0,-1-1 0,1-1 0,0 1 0,0-1 0,0 1 0,6-1 1,3-1-1230,-1 1 1,1-2 0,19-4 0,-5-1-2342,0-2-1,-1-1 1,42-22 0,-45 19 2482,-1 0-1,22-19 1,-40 29 1634,0 0 1,-1 0 0,1-1-1,-1 1 1,1-1 0,-1 0-1,0 0 1,1-11 4983,-18 14-3058,11 1-1145,-13 1 18,1 1-1,-1 0 1,1 1 0,0 0-1,0 2 1,1-1-1,-1 2 1,-17 9 0,-6 5 856,-64 46 0,48-24-911,2 2-1,-57 63 1,-79 111-347,176-204-858,-32 46-728,24-18-2607,19-40 3102,1 8-3904,10-10-2368,21-7-2303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1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8 16231,'-19'-1'2305,"2"-1"-2041,-71-2 3245,78 4-2861,-1 1-1,1 0 0,-1 0 0,1 2 1,0-1-1,-1 1 0,-15 7 0,16-5-402,0 0-1,1 1 1,0 0-1,0 1 1,1 0-1,-1 0 0,1 1 1,1 0-1,-8 9 1,12-13-227,1 0 1,-1 0-1,1 0 1,0 0-1,0 1 1,1-1 0,-1 1-1,1-1 1,0 1-1,0-1 1,0 1-1,1-1 1,0 1-1,-1 0 1,2 0-1,-1-1 1,0 1-1,1-1 1,0 1 0,0 0-1,1-1 1,-1 0-1,1 1 1,3 5-1,2 1-36,0-1 0,1 1 1,1-1-1,0-1 0,0 0 0,18 14 0,-12-10-201,25 27 0,-33-33 171,-1 0-1,-1 1 0,1 0 1,-1 0-1,-1 0 1,1 0-1,-1 1 0,-1 0 1,1 0-1,-2 0 1,1 0-1,-1 0 0,-1 0 1,1 1-1,-2-1 0,1 1 1,-2 14-1,0-20 50,-1-1 0,1 1 1,0-1-1,-1 0 0,0 1 0,0-1 0,0 0 0,0 0 0,0 0 0,-1-1 1,1 1-1,-1 0 0,0-1 0,0 0 0,0 1 0,0-1 0,0 0 0,0-1 1,0 1-1,-1-1 0,1 1 0,-5 0 0,-8 3-35,0 0 0,0-1 1,-25 2-1,-9-3-2509,50-3 2377,-1 0 0,1 0 0,-1 0 0,1-1 0,-1 1 0,1 0 0,-1 0-1,1 0 1,0-1 0,-1 1 0,1 0 0,-1 0 0,1-1 0,-1 1 0,1 0 0,0-1 0,-1 1-1,1-1 1,0 1 0,-1 0 0,1-1 0,0 1 0,0-1 0,-1 1 0,1-1 0,0 1-1,0-1 1,0 1 0,0-1 0,0 1 0,0-1 0,0 1 0,0-1 0,0 1 0,0-1-1,0 1 1,0-1 0,0 1 0,0-1 0,0 1 0,0-1 0,0 1 0,1-1 0,-1 1-1,0 0 1,0-1 0,1 1 0,-1-1 0,15-28-6565,18-15-3247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3073,'0'0'22971,"-73"138"-20394,37-63-1104,3 9-209,1-3-159,9-5-801,7-12-304,7-9 0,7-16 0,2-11-384,0-16-1009,-4-26-9908,-11-26 896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12070,'0'0'3249,"23"1"-293,-8 0-2326,152 20 4922,-85-7-4044,130 5 1,-249-19-1456,2-1-7,0 1 0,-39 7 0,65-6-28,0 1 1,0 0-1,0 0 1,0 1-1,0 0 0,1 0 1,-1 1-1,1 1 0,0-1 1,0 1-1,1 1 0,0-1 1,-9 9-1,15-13-18,0 0-1,0 0 1,-1 0-1,1 0 0,0 0 1,0 0-1,1 0 1,-1 1-1,0-1 1,0 0-1,1 1 1,-1-1-1,0 0 1,1 1-1,-1-1 1,1 1-1,0-1 0,0 1 1,-1-1-1,1 1 1,0-1-1,0 1 1,0-1-1,0 1 1,1-1-1,-1 1 1,0-1-1,1 1 1,-1-1-1,1 1 1,-1-1-1,1 0 0,0 1 1,0-1-1,-1 0 1,1 0-1,0 1 1,0-1-1,0 0 1,0 0-1,0 0 1,1 0-1,-1 0 1,0 0-1,0-1 1,2 2-1,4 2-6,0-1 0,-1 0 0,1 0 0,0-1 0,1 0 0,-1 0 0,0-1 0,9 2 0,123-3-274,-136 0 282,3 0-25,1-1 0,0 0-1,-1 0 1,1-1 0,-1 1 0,11-6 0,-15 6 145,0 1-1,0-1 1,0 0 0,0 0 0,0-1 0,0 1 0,-1 0 0,1 0-1,-1-1 1,1 1 0,-1-1 0,1 0 0,-1 1 0,0-1-1,0 0 1,1 0 0,-1 0 0,-1 0 0,1 0 0,0 0 0,0 0-1,-1 0 1,1 0 0,-1-4 0,-2 5-83,0 1 1,-1-1 0,1 1-1,-1 0 1,1 0-1,-1 0 1,1 0-1,-1 0 1,1 0 0,-5 2-1,6-1-146,-1 1-1,1 0 1,0-1-1,-1 1 1,1 0 0,0 0-1,0 0 1,0 0-1,1 0 1,-1 0-1,0 0 1,1 0 0,0 0-1,-1 0 1,1 1-1,0-1 1,0 0-1,0 4 1,0-5-147,0 1 1,1 0-1,-1 0 1,0-1-1,0 1 0,1 0 1,-1-1-1,1 1 1,0-1-1,0 1 0,-1-1 1,1 1-1,0-1 1,0 1-1,0-1 0,0 0 1,0 0-1,1 1 1,-1-1-1,0 0 0,1 0 1,-1 0-1,1 0 1,1 0-1,6 2-1794,0-1-1,0-1 1,0 0-1,0 0 1,13-1 0,19 0-7452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19 5250,'0'0'7420,"-20"-3"-3640,-66-11-762,81 13-2751,-1 1 1,0-1 0,0 1-1,1 0 1,-1 0 0,0 1 0,0 0-1,1 0 1,-1 0 0,1 1-1,-1 0 1,1 0 0,0 0 0,-1 1-1,1 0 1,-6 4 0,8-5-188,0 1 1,1-1-1,0 0 1,0 1 0,0 0-1,0-1 1,0 1-1,0 0 1,0 0-1,1 0 1,0 0-1,0 0 1,0 1 0,0-1-1,0 0 1,0 0-1,1 1 1,-1-1-1,1 0 1,0 1-1,0-1 1,1 1 0,-1-1-1,1 0 1,0 4-1,0-4-113,0-1-1,1 1 0,-1-1 0,0 1 1,1-1-1,-1 0 0,1 0 0,0 0 0,0 0 1,0 0-1,0 0 0,0 0 0,0-1 1,0 1-1,0-1 0,1 1 0,-1-1 1,1 0-1,-1 0 0,1 0 0,-1 0 1,1-1-1,0 1 0,3 0 0,10 1-730,0 0-1,-1-1 1,17-2 0,-17 1-233,-7 1 57,0-2-1,0 1 1,0-1 0,0 0 0,0-1-1,0 1 1,-1-2 0,1 1-1,-1-1 1,10-5 0,30-23-6346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2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13638,'0'0'3172,"-21"9"-192,7-4-2276,3-1-209,1 0 0,-1 1 0,1 0-1,0 0 1,0 1 0,0 0 0,1 1 0,0 0 0,0 1-1,1-1 1,0 2 0,-11 14 0,2 5 373,0 2 0,2 0 0,1 0-1,2 2 1,-13 47 0,-23 168-135,29-130-833,17-104 100,2-13 0,0 0 0,-1 0 0,1 0 0,0 0 0,0 0 0,0 0 0,0-13 0,0 4-113,-1 1 1,1-1-1,1 1 0,0-1 1,0 1-1,1-1 0,0 1 1,0 0-1,1 0 0,0 0 1,0 0-1,1 0 0,0 1 1,0-1-1,1 1 0,7-8 0,0 3-170,1 0 0,1 1 0,0 1 0,0 0 0,1 1 0,0 0 0,1 1 0,0 1 0,0 1 0,0 0 0,30-6 0,-45 12 303,-1 0 0,0 0 0,1 0 1,-1 0-1,0 0 0,1 0 0,-1 0 0,0 0 0,1 0 0,-1 0 0,1 0 0,-1 0 0,0 0 0,0 0 0,1 0 0,-1 0 0,0 0 0,1 1 1,-1-1-1,0 0 0,1 0 0,-1 0 0,0 1 0,0-1 0,1 0 0,-1 0 0,0 0 0,0 1 0,1-1 0,-1 0 0,0 1 0,0-1 0,0 0 1,1 1-1,-2 14 471,-13 15 428,6-22-668,-1 0 0,0-1 0,0 0 0,0-1 0,-1 0 0,0-1 0,-1 0 0,1 0-1,-13 3 1,-42 21 431,64-28-735,-1 0-1,0 0 1,1 1-1,-1-1 1,0 0 0,1 1-1,-1-1 1,1 1-1,0 0 1,0-1 0,0 1-1,-1 0 1,2 0-1,-1 0 1,0 0-1,0 0 1,0 0 0,1 0-1,-1 0 1,1 0-1,0 0 1,0 0 0,0 0-1,-1 0 1,2 0-1,-1 0 1,0 0 0,0 0-1,1 0 1,-1 0-1,1 0 1,0 0 0,-1 0-1,1 0 1,0 0-1,0 0 1,0 0 0,1-1-1,-1 1 1,0 0-1,1-1 1,-1 1 0,1-1-1,-1 0 1,1 1-1,0-1 1,-1 0-1,1 0 1,0 0 0,0 0-1,0 0 1,0-1-1,0 1 1,3 0 0,5 2-1576,-1-2 0,1 1 0,19 0 0,10-4-6643,-3-3-2184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152 239 1793,'0'0'21306,"-18"18"-17865,-56 62-1437,69-75-1782,1 1 0,1-1 1,-1 1-1,1 0 0,0 0 1,0 0-1,0 0 0,1 1 1,0-1-1,1 1 0,-2 8 1,2-11-114,0 1-1,0 0 1,0-1 0,0 1 0,-1-1-1,0 1 1,0-1 0,-3 6 0,1-6-77,2-26-729,1 11 440,0 1 0,1-1-1,1 0 1,0 0 0,1 0-1,0 1 1,0-1 0,1 1-1,0-1 1,1 1 0,0 0-1,8-12 1,-3 8-274,1 1 0,0 0-1,18-16 1,-24 25 447,0 0 1,0 1-1,1-1 0,-1 1 0,1 0 0,-1 0 0,1 1 0,0-1 0,0 1 0,1 0 1,-1 0-1,0 1 0,1-1 0,7 0 0,-13 2 91,1 1 0,-1-1 0,1 0-1,-1 0 1,1 0 0,-1 1 0,1-1 0,-1 0 0,1 0-1,-1 1 1,1-1 0,-1 1 0,1-1 0,-1 0 0,0 1-1,1-1 1,-1 1 0,0-1 0,1 1 0,-1-1 0,0 1 0,0-1-1,1 1 1,-1-1 0,0 1 0,0-1 0,0 1 0,0-1-1,0 1 1,0 0 0,2 22 333,-2-18-241,0 57 882,-1-39-729,1 1 0,1-1 0,1 1 0,9 41 0,-11-64-242,1 0 1,-1 1-1,0-1 0,1 0 0,-1 0 1,1 0-1,-1 0 0,1 0 0,-1 0 1,1 0-1,0 0 0,-1 0 0,1 0 1,0 0-1,0 0 0,0 0 0,0-1 1,0 1-1,0 0 0,0-1 0,0 1 1,0 0-1,0-1 0,0 0 1,0 1-1,2 0 0,-2-1 2,1-1-1,-1 1 1,0 0 0,0 0 0,0-1-1,0 1 1,0-1 0,0 1-1,0-1 1,0 1 0,0-1 0,0 0-1,0 0 1,0 1 0,0-1-1,0 0 1,0 0 0,-1 0 0,1 0-1,0 0 1,-1 0 0,1 0-1,0 0 1,-1 0 0,1-1 0,17-44-17,21-84 1,-1 1-46,11-20-1193,-49 148 416,-4 5-2442,-26 44-5073,20-16 837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3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42 9845,'0'0'11495,"-18"4"-8824,-55 11-1457,72-15-1182,-1 0 1,1 1-1,0-1 0,-1 0 0,1 1 1,0-1-1,0 1 0,-1 0 1,1-1-1,0 1 0,0 0 1,0 0-1,0-1 0,0 1 1,0 0-1,-1 2 0,2 8 62,1-8-57,-1 0-12,0-1-1,0 0 1,0 0-1,0 0 1,0 0-1,0 0 1,1 0-1,-1 0 1,1 0-1,0 0 1,-1 0-1,1 0 1,0 0-1,0 0 1,0 0-1,1 0 1,-1-1 0,0 1-1,1 0 1,-1-1-1,1 1 1,-1-1-1,1 0 1,2 2-1,1-1 30,0 0 1,0-1-1,0 1 0,0-1 1,0 0-1,1-1 0,-1 1 1,10-1-1,-13 0-67,1 0 0,-1 0-1,1 0 1,-1-1 0,0 1-1,1 0 1,-1-1 0,0 0 0,0 1-1,1-1 1,-1 0 0,0 0 0,0 0-1,0-1 1,0 1 0,0 0-1,0-1 1,0 1 0,2-3 0,-1-1-220,-1 0 1,1 1 0,-1-1 0,1 0-1,-2 0 1,1 0 0,1-8-1,0 4-534,11-32-3933,-13 39 3931,0 0-1,1 0 1,-1 0-1,1-1 1,-1 2-1,1-1 1,0 0-1,3-3 1,11-4-5623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3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274 538 3970,'0'0'20436,"-20"5"-18766,12-3-1518,-45 10 1383,-65 23 1,94-24-1325,16-7-148,0 0 1,0-1-1,-17 5 0,24-8-108,12-1-40,1 0 30,0-1 0,0-1-1,-1 0 1,0-1 0,1 0 0,-1 0-1,-1-1 1,1-1 0,-1 1 0,0-2-1,0 0 1,0 0 0,13-14 0,5-7-260,-1 0 1,-1-2-1,23-37 1,-47 65 308,30-42-426,44-85 1,-69 117 433,-1-1 1,-1 1-1,0-1 0,-1-1 1,0 1-1,-1 0 1,-1-1-1,0 0 1,-1 1-1,0-1 0,-1 0 1,-2-21-1,2 34 33,-1 0 0,1 0 0,-1 0-1,1 0 1,-1 0 0,1 0 0,-1 0-1,0 0 1,0 0 0,1 0 0,-1 0-1,0 0 1,0 1 0,0-1 0,0 0-1,0 1 1,0-1 0,0 0 0,0 1-1,0-1 1,0 1 0,0 0 0,0-1-1,0 1 1,-1 0 0,1 0 0,0 0-1,0 0 1,0-1 0,0 2 0,-1-1 0,1 0-1,0 0 1,0 0 0,0 0 0,-3 2-1,-1-1 41,0 0-1,0 1 0,0-1 1,0 1-1,0 1 0,0-1 1,-7 5-1,-1 4 62,-1 0 1,2 1-1,-1 1 0,2-1 0,0 2 0,0 0 1,1 0-1,1 1 0,1 0 0,0 1 0,1 0 1,-9 25-1,8-11-79,1 0 0,1 1 1,1-1-1,2 1 0,1 0 1,3 38-1,0-53-144,1 0 1,0-1-1,6 21 1,-7-30-291,1 0-1,0 0 1,1 0-1,-1-1 1,1 1 0,0-1-1,1 0 1,-1 0 0,1 0-1,0 0 1,5 5 0,7-3-4153,11-8-6910,-9-8 1739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3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0 0 8132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8132,'119'-33'3076,"-95"27"5069,-4 6-3921,-16 0-3603,105 0 3285,-109-26-3167,0 21-679,-1 0 1,0 0 0,0 1 0,0-1 0,-1 0 0,1 0 0,-1 1 0,-1-1 0,1 1-1,0-1 1,-1 1 0,0 0 0,-5-6 0,6 9-50,1-1-1,0 1 1,0-1 0,-1 1 0,1 0-1,-1 0 1,1 0 0,-1-1-1,0 2 1,1-1 0,-1 0-1,0 0 1,0 0 0,0 1 0,1-1-1,-1 1 1,0 0 0,0-1-1,0 1 1,0 0 0,0 0 0,0 0-1,0 0 1,0 1 0,0-1-1,1 0 1,-1 1 0,0-1-1,0 1 1,0 0 0,0 0 0,1-1-1,-1 1 1,0 0 0,1 1-1,-1-1 1,1 0 0,-3 2-1,1 2-10,-1-1-1,1 1 0,-1-1 1,1 1-1,1 0 0,-1 0 0,1 0 1,0 0-1,0 1 0,0-1 1,1 1-1,-2 9 0,0 9-167,1 41-1,2-62 129,0 7-489,1-1 1,-1 1-1,2-1 1,-1 1-1,1-1 1,1 0-1,-1 0 1,2 0-1,4 11 1,15 22-6657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9396,'0'0'14071,"51"17"-13031,22-17-367,19 0-385,8 0-272,0-2-16,-5-2-1009,-8 2-2128,-18-7-2546,-14-3-6514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12182,'0'0'12579,"-19"2"-11445,0-1-874,-4 1 89,1 0 0,0 2 0,-32 8 0,29-5-15,11-3-207,0-1-1,0 2 0,0 0 1,1 1-1,0 0 0,0 1 1,-16 10-1,28-16-134,0 0 0,0 0 0,-1 0 0,1 0 0,0 0 0,0 0 0,0 0 0,0 1 0,0-1 0,0 0 1,1 1-1,-1-1 0,0 0 0,1 1 0,-1-1 0,1 1 0,-1-1 0,1 1 0,0-1 0,-1 3 0,2-3-19,-1 0 0,0 0 0,1 1 0,-1-1 0,1 0 0,0 0 0,-1 0 0,1 0 0,0 0 0,0 0 0,-1 0 0,1 0 0,0 0 0,0 0 0,0 0 0,0 0 0,0-1 0,3 2 0,6 3-181,0-1-1,0 0 1,0 0 0,17 2-1,-19-4 143,25 7-309,2-1-72,0 1 0,0 2 1,-1 1-1,36 20 0,-65-30 316,0 1 0,0 1 0,-1-1 0,1 1 0,-1 0 0,0 0 0,5 5 0,-9-8 122,1 0 1,0 0 0,0 0 0,-1 0-1,1 0 1,-1 0 0,1 0-1,-1 0 1,0 0 0,1 0-1,-1 0 1,0 1 0,0-1-1,1 0 1,-1 0 0,0 0-1,0 0 1,0 0 0,-1 0-1,1 1 1,0-1 0,0 0 0,-1 0-1,1 0 1,0 0 0,-1 0-1,1 0 1,-1 0 0,1 0-1,-1 0 1,0 0 0,1 0-1,-1 0 1,0-1 0,0 1-1,0 0 1,0 0 0,1-1 0,-1 1-1,0 0 1,0-1 0,-2 1-1,-5 3 104,0 0-1,0 0 1,-1-1-1,0-1 1,0 1-1,1-2 1,-1 1-1,-13 0 1,-81-1 779,64-1-755,37 0-107,0 0 1,0 0-1,0-1 1,-1 1-1,1 0 0,0-1 1,0 1-1,0-1 1,0 0-1,0 1 1,-3-3-1,4 3-8,1-1-1,-1 0 1,1 1-1,-1-1 1,1 0-1,-1 1 1,1-1-1,-1 0 1,1 0-1,-1 1 1,1-1-1,0 0 1,0 0 0,0 0-1,-1 0 1,1 1-1,0-1 1,0 0-1,0 0 1,0 0-1,0 0 1,0 0-1,0 1 1,1-1-1,-1 0 1,0 0-1,0 0 1,1 0 0,-1 1-1,0-1 1,1 0-1,-1 0 1,1 0-1,2-3-8,-1 1-1,1-1 1,-1 1 0,1 0-1,0-1 1,0 1-1,1 1 1,-1-1 0,0 0-1,1 1 1,6-4-1,50-20-81,-38 17 74,109-40-269,34-16-159,-159 62 432,0 0 0,0 0 0,0-1 0,0 0 0,5-4 1,-9 6 27,-1 0-1,1 1 1,-1-1 0,1 0 0,-1 0 0,0 0 0,0 0 0,0 0 0,0 0 0,0 0 0,0 0 0,0 0 0,-1-1 0,1 1 0,-1 0 0,1 0 0,-1-4 0,0 5 20,-1 0 0,1 0 1,-1 0-1,1 0 0,-1 0 0,1 0 1,-1 0-1,0 0 0,1 0 0,-1 0 0,0 0 1,0 1-1,0-1 0,1 0 0,-1 1 1,0-1-1,0 0 0,0 1 0,0-1 1,0 1-1,0-1 0,0 1 0,0 0 1,0 0-1,-1-1 0,1 1 0,0 0 0,0 0 1,0 0-1,-2 0 0,-44-1 584,36 1-402,4 0-136,0 1 1,1-1 0,-1 1 0,0 0 0,1 1 0,-1-1 0,1 1 0,-1 1 0,1-1 0,-11 7 0,15-8-91,0 1 0,0-1 1,0 1-1,0 0 0,0 0 1,0 0-1,1 0 0,-1 0 1,0 0-1,1 1 0,0-1 1,0 1-1,0-1 0,0 0 1,0 1-1,0 0 0,0-1 1,1 1-1,-1-1 0,1 1 1,0 0-1,0 0 0,0-1 1,0 1-1,0 0 0,1-1 1,-1 1-1,1-1 0,-1 1 1,3 4-1,0-2-168,-1 0 0,1-1 1,0 0-1,0 1 0,0-1 0,1 0 1,-1-1-1,1 1 0,0-1 0,0 1 0,0-1 1,1 0-1,8 4 0,7 4-2549,37 13 1,-10-11-4395,3-9-2971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5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18729,'0'0'5106,"-88"140"-1344,71-67-2082,1 2-335,3-4 48,9-10-641,4-9-752,0-10 0,4-13 0,17-14-496,4-7-897,4-8-640,7 0-1360,-3-14-2274,-8-16-5298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6835,'0'0'8580,"159"0"-8100,-81 6-480,-5-4-4930,-2-2-5619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204 257 6419,'0'0'8292,"-19"11"-4507,-62 40-7,74-45-3376,1-1-1,0 1 1,0 0 0,0 0-1,1 1 1,0-1-1,0 1 1,1 1 0,0-1-1,-4 8 1,1 4 146,1 0 0,-7 30 0,5-13-236,3-27-291,3-14-274,2-6-73,0 1 1,1-1 0,0 0 0,0 1-1,1-1 1,0 1 0,1 0 0,1 0 0,-1 0-1,11-19 1,4-1-612,37-46 0,-47 66 774,1 0 0,0 1 0,0 0 0,1 1 0,0 0 0,1 0 1,21-11-1,-29 18 161,0-1 0,0 1 0,0 0 0,1 0 0,-1 0 1,0 0-1,1 1 0,-1-1 0,1 1 0,3 0 0,-5 0 16,-1 1 0,0-1 0,1 0 0,-1 1 0,0-1 0,0 1 0,1-1 0,-1 1 0,0-1 0,0 1-1,0 0 1,1 0 0,-1 0 0,0 0 0,0-1 0,0 1 0,-1 1 0,1-1 0,0 0 0,0 0 0,0 0-1,-1 0 1,1 1 0,-1-1 0,2 2 0,18 75 1126,-15-54-931,1 0 0,12 30-1,-11-37-152,2-1-1,-1 0 0,2 0 0,13 17 1,-20-29-55,1 1 1,-1-1 0,1 0 0,0 0-1,0 0 1,1-1 0,-1 0 0,1 1-1,-1-2 1,1 1 0,0 0 0,0-1-1,0 0 1,0 0 0,1 0-1,-1-1 1,1 0 0,6 1 0,-11-2 4,0-1 0,0 1 0,0 0 0,0 0 0,1-1 0,-1 1 0,0-1 0,0 1 0,0-1 0,0 0 0,-1 1 0,1-1 0,0 0 0,0 1 0,0-1 0,0 0 0,-1 0 0,1 0 0,0 0 0,-1 0 0,1 0 0,-1 0 0,1 0 0,-1 0 0,1 0 0,-1-2 0,9-35 156,-8 31-123,17-81 395,3 2 1,5 0 0,38-87 0,-59 162-470,0 1-1,1 0 1,7-11 0,-14 24-306,1 1 1,-1 0-1,1-1 1,0 1-1,0-1 1,0 1-1,2 5 1,-1 5-447,-1 48-3459,0 0-3885,0-22 749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6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4130,'0'0'7996,"21"1"-5974,70 0-517,-86-1-1277,1 0 1,-1 0 0,0 0 0,0-1-1,0 0 1,0 0 0,0-1 0,0 1-1,0-1 1,0 0 0,-1-1 0,1 1-1,0-1 1,-1 1 0,0-1 0,5-5-1,-6 5 46,0-1-1,-1 1 0,0-1 0,0 0 0,0 1 1,0-1-1,0 0 0,-1 0 0,1 0 0,-1 0 0,0 0 1,-1-1-1,1 1 0,-1 0 0,0-7 0,0 10-259,0 0 0,-1 0-1,1 0 1,-1 0 0,1 0 0,-1 0-1,1 1 1,-1-1 0,0 0-1,1 0 1,-1 1 0,0-1 0,0 0-1,1 1 1,-1-1 0,0 0-1,0 1 1,0-1 0,0 1 0,0 0-1,0-1 1,0 1 0,0 0 0,0 0-1,0-1 1,0 1 0,0 0-1,0 0 1,-1 0 0,-39-2 33,37 2-28,4 0-20,-11 0 58,0 0 1,1 0-1,-1 1 1,1 1-1,-19 4 1,26-5 7,0 0 1,1 1 0,-1-1 0,0 1 0,1-1-1,-1 1 1,1 0 0,-1 0 0,1 0-1,0 0 1,0 0 0,0 1 0,0-1 0,1 1-1,-1-1 1,0 1 0,1 0 0,0-1 0,0 1-1,0 0 1,0 0 0,0 0 0,0 0 0,1 0-1,-1 4 1,-1 5 105,1 0-1,1 1 1,-1-1 0,2 0 0,3 21-1,-4-30-220,1 1 0,0 0 0,1-1-1,-1 1 1,1-1 0,-1 1 0,1-1-1,0 0 1,0 0 0,0 0 0,1 0-1,-1 0 1,1-1 0,0 1 0,-1 0 0,1-1-1,0 0 1,1 0 0,-1 0 0,0 0-1,0-1 1,1 1 0,3 0 0,3 1-773,1 0 1,-1-2 0,1 1 0,-1-1 0,17-1-1,28-3-6025,2-6-3007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7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6995,'0'0'16936,"-130"49"-14167,105-16-1280,0 7-657,2-7 97,2 1-561,4-7-368,3-10-160,-1-5-913,5-8-1120,-5-4-768,5 0-2065,-5-12-5747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7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14070,'0'0'11270,"140"136"-10790,-105-103-480,-1-10-192,-1 0-1649,0-15-2145,-1-8-3009,-3 0-3618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7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8196,'0'0'13011,"-19"14"-8737,-64 51-579,77-58-3441,-1 0-1,1 1 1,0-1-1,1 1 1,0 0 0,0 1-1,1-1 1,0 1 0,0 0-1,1 0 1,0 0-1,1 0 1,-3 18 0,-1 1-214,2-3-40,0 0 0,2 0 0,1 44 0,1-43 0,1-25-56,-1 0 0,0 0 0,1 0 1,-1 0-1,0 0 0,1 0 0,-1-1 0,1 1 0,0 0 1,-1 0-1,1 0 0,0-1 0,-1 1 0,1 0 0,0 0 1,0-1-1,-1 1 0,1-1 0,0 1 0,0-1 0,0 1 1,0-1-1,0 0 0,0 1 0,0-1 0,0 0 0,0 0 1,0 0-1,0 1 0,0-1 0,0 0 0,1-1 0,47 1-4469,-31-1 2364,-14 1 1180,0 0-1,1 0 1,-1 0 0,0 0 0,0-1 0,0 0 0,1 0-1,-1 0 1,0-1 0,0 1 0,0-1 0,5-3 0,13-14-9317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7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11877,'0'0'10901,"140"35"-10901,-67-24-416,-2-11-4290,4 0-7411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0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38 208,'0'0'4621,"0"-4"-4536,4-17 14778,-37 25-13577,23 1-1014,7-3-255,0 0 0,1-1 0,-1 0 0,0 0 0,0 0 0,0 0 0,0 0-1,0 0 1,0-1 0,0 1 0,-7-1 0,-3 2 558,-9 7-8105,-4 0-3195,9-6 9177,44-6 5678,-8-6-2284,-1-1-1,29-21 0,-47 31-1799,0 0 0,0 0 0,0 0 0,0 0 1,0 0-1,0 0 0,0 0 0,-1 0 0,1 0 0,0 0 0,0 0 0,0 0 0,0 0 0,0 0 0,0 0 0,0 0 0,0 0 1,0 0-1,0 0 0,0 0 0,0 0 0,0 0 0,0 0 0,-1 0 0,1-1 0,0 1 0,0 0 0,0 0 0,0 0 0,0 0 1,0 0-1,0 0 0,0 0 0,0 0 0,0 0 0,0 0 0,0 0 0,0-1 0,0 1 0,0 0 0,0 0 0,0 0 0,0 0 1,0 0-1,0 0 0,0 0 0,0 0 0,0 0 0,0 0 0,0 0 0,0 0 0,1-1 0,-1 1 0,0 0 0,0 0 1,0 0-1,0 0 0,0 0 0,0 0 0,0 0 0,0 0 0,0 0 0,0 0 0,-11-1 1748,9 1-1881,-10 2 347,1-1 0,0 1 1,0 1-1,0 0 0,0 1 1,0 0-1,0 0 0,1 1 1,-15 10-1,-2 2 542,1 1 1,-33 30-1,41-33-577,2 1 0,0 1 1,1 1-1,1 0 0,0 1 0,1 0 0,2 1 1,0 0-1,1 1 0,1 1 0,0-1 1,2 1-1,1 0 0,1 1 0,0 0 1,2 0-1,1 0 0,0 34 0,3-47-219,1 1-1,-1-1 1,2 0 0,-1 1-1,2-1 1,-1 0 0,1-1-1,1 1 1,-1-1 0,2 1-1,-1-2 1,1 1-1,1-1 1,0 1 0,0-2-1,0 1 1,1-1 0,12 9-1,2-2-111,0 0 0,0-1 0,2-2 0,-1 0 0,2-1 0,37 9 0,-20-9-915,2-1 0,58 4 0,25-7-4213,28-5-6713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0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1 504 1249,'0'0'8777,"3"0"-6942,0 0-1458,0 0 0,0 0 0,0-1 0,-1 1 0,1 0 0,0-1 0,0 0 0,-1 0 0,1 0 0,-1 0 0,1 0-1,-1 0 1,5-4 0,-2 1 95,-1 0-1,0-1 0,0 1 1,0-1-1,6-11 0,44-68 1183,-27 46-1676,-2-1 0,-2-2 0,23-54 1,-13 19-855,-42 136-4,1-37 901,2 1 0,1-1 0,0 2 0,2-1 0,1 0 0,1 36 0,1-59-18,0 1 0,0-1 0,1 1 0,-1-1 0,0 1 0,1-1 0,-1 0 0,1 1 0,-1-1 0,1 1 0,-1-1 0,1 0 0,0 0 0,0 1 0,0-1 0,0 0 0,0 0 0,0 0 1,0 0-1,0 0 0,0 0 0,1 0 0,-1 0 0,0-1 0,0 1 0,1 0 0,-1-1 0,1 1 0,-1-1 0,0 1 0,1-1 0,1 1 0,1-1 12,-1 0-1,0 0 1,1 0-1,-1-1 1,0 1-1,1-1 1,-1 0 0,0 0-1,1 0 1,-1 0-1,0 0 1,0-1-1,4-2 1,19-15-19,-1 0-1,-1-2 1,0 0 0,-2-2 0,27-35-1,-23 23 245,-2 0-1,-2-1 0,28-61 0,-59 119 2793,-10 39 0,12-35-2742,2 1-1,1 0 1,-1 45-1,3-25-303,0-32-174,2-1-1,-1 1 0,1-1 0,1 1 0,1-1 0,0 1 0,1-1 1,0 0-1,7 16 0,-9-28-521,3 5-265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15895,'0'0'9285,"31"111"-8965,-8-94-128,2-11-192,4 0-256,-4-6-1233,7 0-2129,-5 0-1888,0-17-1762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599 1 1889,'0'0'10469,"-109"10"-6083,55 19-801,-3 13-1008,1 10-1136,-1 7-833,5 2-63,0-3-305,4-4-176,2-3-64,12-10-288,13-11-1233,9-9-1600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3 16440,'-22'0'1787,"-1"-1"-1288,6 0 171,-1 1 0,1 0 0,-1 1 0,1 1 0,0 0 0,-19 6 0,27-5-286,1 0-1,-1 1 1,1-1 0,0 2-1,1-1 1,-1 1 0,1 0-1,-1 1 1,-5 6-1,9-9-286,1 1 0,-1 0-1,1 0 1,0 1 0,0-1-1,0 1 1,1-1 0,0 1 0,0 0-1,0 0 1,0 0 0,1 0-1,0 0 1,0 1 0,0-1-1,0 7 1,1-10-99,0 0 1,1 1 0,-1-1-1,1 0 1,-1 0-1,1 0 1,-1 0-1,1 0 1,0 0-1,0 0 1,0-1 0,0 1-1,0 0 1,1 0-1,-1-1 1,1 1-1,-1-1 1,1 1-1,-1-1 1,1 1 0,0-1-1,1 1 1,7 3-49,0 0 0,0 0 1,15 4-1,-18-7-7,0 0-1,0 1 1,0 0 0,-1 0-1,1 1 1,-1-1-1,9 7 1,-14-8 53,1 0 1,-1 0-1,0 0 0,1 0 0,-1 0 1,0 1-1,0-1 0,0 0 1,-1 0-1,1 1 0,0-1 1,-1 1-1,0-1 0,1 0 1,-1 1-1,0-1 0,0 1 1,-1-1-1,1 1 0,0-1 0,-1 0 1,1 1-1,-2 3 0,-1 0 24,1 1 0,-1-1 0,0 0-1,-1 0 1,1 0 0,-1 0 0,-5 5-1,-8 7 153,-1-1-1,0-1 0,-1 0 0,-1-2 0,0 0 1,-1-1-1,-1-1 0,0-1 0,0-1 1,-30 8-1,20-12-1507,21-5-1372,1 0-3330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0 16984,'0'0'2465,"-136"82"-576,82-16 2609,8 14-1281,13 4-1664,7 1-320,6-1-417,5-11-704,7-12-112,1-13 0,3-11-1008,2-16-481,-2-12-832,2-43-18281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10165,'0'0'6186,"22"2"-2269,2-2-2979,-10 0-613,0 1-1,0 0 0,0 1 0,0 0 1,0 1-1,-1 0 0,20 9 0,-13-5 50,37 16 200,-54-21-565,1-1 0,-1 1 0,0 0 0,1 0 0,-1 1 0,0-1 0,0 1 0,0-1 1,-1 1-1,1 0 0,3 5 0,-5-7-8,-1 0 0,0 0 0,1 0-1,-1-1 1,0 1 0,1 0 0,-1 0 0,0 0 0,0 0 0,0 0 0,0 0 0,0-1 0,0 1 0,0 0 0,0 0 0,0 0 0,0 0 0,-1 0-1,1 0 1,0-1 0,0 1 0,-1 0 0,1 0 0,-1 0 0,1-1 0,-1 1 0,1 0 0,-1 0 0,1-1 0,-1 1 0,0 0 0,1-1-1,-1 1 1,0-1 0,0 1 0,1-1 0,-1 1 0,0-1 0,-1 1 0,-39 11 116,29-10-93,-60 11 123,50-10 38,0 0 0,0 2-1,-31 11 1,51-15-176,1-1 0,0 0 0,0 1-1,0-1 1,0 1 0,-1-1 0,1 1 0,0-1 0,0 1-1,0 0 1,0-1 0,0 1 0,0 0 0,0 0-1,1 0 1,-1 0 0,0 0 0,0 0 0,1 0-1,-1 0 1,1 0 0,-1 0 0,1 0 0,-1 1 0,1-1-1,-1 0 1,1 0 0,0 0 0,0 1 0,0-1-1,0 0 1,0 0 0,0 1 0,0-1 0,0 0 0,0 0-1,1 2 1,0-1-14,0 1 0,1-1 0,-1 0 0,1 0 0,-1 0-1,1-1 1,0 1 0,0 0 0,0-1 0,0 1 0,0-1 0,0 1 0,0-1-1,0 0 1,0 0 0,1 0 0,3 1 0,15 2-59,0-1-1,0-1 1,0 0 0,26-3-1,-22 1 8,-23 0 84,0 0 0,0 0-1,0 0 1,0 0 0,1 0 0,-1-1-1,0 1 1,0-1 0,0 1 0,0-1 0,0 0-1,-1 0 1,1 0 0,0 0 0,0 0-1,0 0 1,-1-1 0,1 1 0,-1 0-1,1-1 1,-1 0 0,1 1 0,-1-1-1,0 0 1,0 1 0,0-1 0,0 0-1,0 0 1,0 0 0,-1 0 0,2-2 0,-2 3 173,0 29-2185,0-25 1794,-1-2-130,1 1 1,0-1-1,0 1 0,0-1 1,0 1-1,0-1 0,0 1 0,0-1 1,0 1-1,1-1 0,-1 1 1,0-1-1,1 1 0,0-1 0,-1 0 1,1 1-1,0-1 0,-1 0 1,1 1-1,0-1 0,0 0 0,0 0 1,0 0-1,0 0 0,1 0 1,-1 0-1,0 0 0,0 0 0,1 0 1,1 0-1,23 10-6143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 6499,'0'0'8356,"-113"-4"-6355,65 4 1776,10 21-767,17 4-2066,9 9-656,12-7-272,0-2-16,23-4-320,17-11-1312,6-8-1186,6-2-1664,2-8-3906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0 16600,'-19'17'1870,"10"-8"-1593,-8 5 456,2 0 0,-1 2 0,2 0 0,0 1 0,1 0 0,1 1 0,-13 23 0,8 0 877,1-1 0,-17 76 0,-7 89 1068,-8 32-2030,44-227-733,2-16-424,0-16-471,2 12 701,1 1 0,0-1 0,0 1 0,1 0 0,0 0 0,1 0 0,0 0 0,0 0 0,1 0-1,0 1 1,9-13 0,-6 10-180,2 1 0,-1 0 0,2 0 0,-1 0 0,1 1-1,1 1 1,17-12 0,-11 10-7,2 0 0,0 1 0,0 1-1,0 0 1,1 2 0,0 0 0,0 1 0,1 1 0,-1 1 0,32 0-1,-52 3 495,1 0 0,-1 0-1,1 0 1,-1 0 0,0 0-1,1 0 1,-1 0-1,1 1 1,-1-1 0,0 0-1,1 0 1,-1 0 0,0 1-1,1-1 1,-1 0 0,0 1-1,1-1 1,-1 0-1,0 0 1,0 1 0,1-1-1,-1 0 1,0 1 0,0-1-1,0 1 1,1-1 0,-1 0-1,0 1 1,0-1-1,0 1 1,0-1 0,0 0-1,0 1 1,0-1 0,0 1-1,0-1 1,0 1-1,0-1 1,0 0 0,0 1-1,0-1 1,-1 1 0,1-1-1,0 0 1,0 1 0,-1 1 91,0 0 1,1 0 0,-1-1-1,0 1 1,0 0 0,0-1 0,0 1-1,0-1 1,0 1 0,0-1 0,-2 2-1,-5 2 165,0 0 1,0 0-1,0-1 0,-1 0 0,1-1 0,-15 4 1,-63 12 1154,63-14-954,7-2-144,-66 17 1302,76-18-1488,1 0 0,-1 0 1,0 0-1,1 1 0,0 0 1,-1 0-1,1 1 0,1-1 1,-1 1-1,-7 8 0,10-11-152,1 0-1,-1 1 1,1-1-1,0 1 1,0 0-1,0-1 1,0 1-1,0 0 1,0-1-1,0 1 1,1 0-1,-1 0 1,1 0-1,-1 0 1,1 0-1,0 0 1,-1-1-1,1 1 1,0 0-1,0 0 1,1 0-1,-1 0 1,0 0-1,1 0 1,-1 0-1,1 0 1,-1 0-1,1-1 1,0 1-1,0 0 1,0 0-1,0-1 1,0 1-1,0-1 1,0 1-1,1-1 1,-1 1-1,0-1 1,1 0-1,0 0 1,-1 1-1,1-1 1,-1 0-1,1 0 1,3 1-1,5 2-373,-1 0 0,1 0 0,0-1-1,0 0 1,1-1 0,20 2 0,87-3-7561,-60-2-125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3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280 236 12214,'0'0'8054,"-24"14"-4087,-77 47-931,92-55-2738,1 0-1,1 1 1,-1 0-1,1 0 1,0 1-1,1 0 1,0 0-1,0 0 1,1 1-1,-6 11 1,-5 8 263,-22 33-25,38-60-551,0-1 1,0 1-1,-1-1 0,1 1 0,0-1 1,0 0-1,0 1 0,-1-1 0,1 0 1,0 1-1,0-1 0,-1 0 0,1 1 1,0-1-1,0 0 0,-1 0 0,1 1 1,-1-1-1,1 0 0,0 0 0,-1 1 1,1-1-1,0 0 0,-1 0 0,1 0 1,-1 0-1,1 0 0,0 0 0,-1 0 1,1 0-1,-1 0 0,1 0 0,-1 0 1,0 0-1,-5-14-834,3-24-793,5 29 1447,0 0 0,0 1-1,1 0 1,0 0 0,0 0 0,1 0-1,0 0 1,0 0 0,1 1-1,0 0 1,0 0 0,1 0-1,0 1 1,0 0 0,12-10-1,1 1-204,1 1 0,0 1 0,1 0 0,33-14 0,-46 23 286,0 1-1,0 0 0,0 1 1,1 0-1,-1 0 0,1 1 0,-1 0 1,11 0-1,-18 1 120,0 1-1,0-1 1,0 0 0,0 0 0,-1 1-1,1-1 1,0 0 0,0 1 0,0-1-1,-1 1 1,1-1 0,0 1 0,-1-1-1,1 1 1,-1 0 0,1-1 0,0 1-1,-1 0 1,1 0 0,-1-1 0,0 1-1,1 0 1,-1 0 0,0-1 0,1 1-1,-1 0 1,0 1 0,6 29 356,-5-21-185,0-10-175,3 30 203,2 0-1,1-1 1,1 0-1,15 34 1,-22-61-203,0 0 0,0-1 0,0 1 0,1 0 0,-1-1-1,1 1 1,-1-1 0,1 1 0,-1-1 0,1 0 0,0 0 0,0 0 0,0 0 0,0 0 0,-1 0 0,1 0 0,0-1 0,1 1 0,-1-1 0,0 1 0,0-1 0,0 0 0,0 0 0,0 0 0,0 0 0,0 0 0,1 0 0,-1 0 0,0-1 0,0 1 0,0-1-1,0 0 1,0 1 0,0-1 0,0 0 0,-1 0 0,1-1 0,0 1 0,0 0 0,-1 0 0,1-1 0,-1 1 0,1-1 0,-1 1 0,1-1 0,-1 0 0,0 0 0,0 1 0,1-4 0,11-24 70,-1-2 1,-1 1-1,8-40 1,12-36-9,-31 105-63,40-98 22,-34 88-50,0 0 0,0 1 0,0-1 1,2 1-1,-1 1 0,15-16 0,-21 25-47,-1 0-224,0 0 224,0 0 1,0 0-1,0 0 0,0-1 1,0 1-1,1 0 0,-1 0 0,0 0 1,0 0-1,0 0 0,0 0 1,0 0-1,0 0 0,1 0 0,-1 0 1,0 0-1,0 0 0,0 0 1,0 0-1,0 0 0,0 0 0,0 0 1,1 0-1,-1 0 0,0 1 0,0-1 1,0 0-1,0 0 0,0 0 1,0 0-1,0 0 0,1 0-224,-1 0 225,0 0-1,0 1 0,0-1 0,0 0 1,0 0-1,0 0 0,0 0 1,0 0-1,0 0 0,0 0 0,0 1 1,0-1-1,2 12-2189,-1 19-1239,-1-25 1825,0 21-4925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6 11349,'0'0'7278,"-19"-1"-3879,-61-3-1518,78 4-1804,-1 0 0,1-1 0,-1 1 0,1 0 0,0 0 0,-1 0 1,1 1-1,0-1 0,-1 1 0,1-1 0,0 1 0,0 0 0,-1 0 0,1 0 0,0 0 0,0 0 0,0 0 1,0 0-1,0 1 0,-3 2 0,4-1-56,0-1-1,0 0 1,0 1 0,1-1 0,-1 1 0,1 0 0,-1-1-1,1 1 1,0-1 0,0 1 0,0 0 0,0 3-1,0 3-15,1-8-5,-1 0-1,0-1 0,0 1 1,1 0-1,-1 0 0,1 0 1,-1-1-1,1 1 1,-1 0-1,1-1 0,-1 1 1,1 0-1,-1-1 0,1 1 1,0-1-1,0 1 1,-1-1-1,1 1 0,0-1 1,0 1-1,-1-1 0,1 0 1,0 1-1,0-1 1,0 0-1,0 0 0,-1 0 1,1 0-1,0 0 1,0 0-1,0 0 0,0 0 1,1 0-1,-1 0 10,0 0 0,0 0 0,0 0 0,0 0-1,1 0 1,-1 0 0,0 0 0,0 0 0,0-1 0,0 1 0,0 0 0,0-1 0,0 1-1,0-1 1,0 1 0,0-1 0,0 1 0,-1-1 0,1 0 0,0 1 0,0-1 0,0 0-1,-1 0 1,1 0 0,0 0 0,0-1 0,0-49-876,17 67-11384,-12-10 9663,14 11-4172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4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375 656 5891,'0'0'10775,"-24"-8"-6477,-80-21-1014,92 26-2768,-1 1 0,1 0 0,-1 1 0,0 1-1,-17 0 1,11 1 156,10 0-497,1 0 0,0 0 0,0 0-1,0 1 1,0 0 0,0 1-1,1 0 1,-1 0 0,-7 5-1,12-6-160,0 0 0,0 0-1,-1 0 1,1 0-1,1 0 1,-1 1 0,0-1-1,1 1 1,-1 0-1,1 0 1,0 0 0,0 0-1,0 0 1,0 1-1,1-1 1,-1 0 0,1 1-1,0-1 1,0 1-1,0 0 1,0-1 0,0 6-1,3-8-27,0 0-1,0 0 1,0 0 0,-1 0-1,1-1 1,0 1 0,0-1-1,0 0 1,0 1-1,0-1 1,0 0 0,0 0-1,0 0 1,0 0 0,0-1-1,2 1 1,3-1-3,8 0-54,0 0 0,0-2 1,0 0-1,0 0 1,-1-2-1,0 0 0,1 0 1,15-10-1,109-67-1533,-127 74 1381,21-15-409,-2-1 1,0-2-1,-2-1 0,48-57 0,82-137-1747,-134 183 2964,-1-1 0,26-60 0,-51 99-473,1-1 1,-1 1-1,1 0 0,-1 0 0,1 0 1,-1 0-1,1 0 0,-1 0 0,0 0 0,1 0 1,-1 0-1,1 0 0,-1 0 0,0 0 1,1 0-1,-1 0 0,1 0 0,-1 0 1,1 1-1,-1-1 0,1 0 0,-1 1 1,1-1-1,-1 0 0,1 1 0,-1-1 0,1 0 1,-1 1-1,-32 25 605,2 2 0,0 1 1,2 1-1,2 1 0,-27 39 0,29-34-380,2 1-1,1 2 0,-26 64 1,37-75-312,1 1 1,2 0 0,1 0 0,2 1 0,0 0-1,0 34 1,5 34-3646,1-98 3412,-1 1 0,0-1 1,0 1-1,0-1 0,0 1 0,1 0 0,-1-1 0,0 1 1,0-1-1,1 1 0,-1-1 0,0 0 0,1 1 1,-1-1-1,0 1 0,1-1 0,-1 0 0,1 1 0,-1-1 1,1 0-1,-1 1 0,1-1 0,-1 0 0,1 0 1,-1 1-1,1-1 0,-1 0 0,1 0 0,-1 0 1,1 0-1,0 0 0,-1 0 0,1 0 0,0 0 0,19-3-9246,-3-7-2402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5442,'0'0'15656,"20"11"-14418,66 35-345,-80-43-819,-1 0-1,1 0 1,-1-1 0,1 0-1,0 0 1,0 0-1,0-1 1,1 0-1,-1 0 1,0-1 0,0 1-1,0-2 1,12 0-1,-11 0-33,-6 0-26,0 0 1,-1 1-1,1-1 1,0 0-1,0 0 0,-1-1 1,1 1-1,0 0 0,-1 0 1,1 0-1,-1 0 0,0 0 1,1-1-1,-1 1 1,0 0-1,0 0 0,0-1 1,1 1-1,-2 0 0,1 0 1,0-1-1,0-1 0,-4-31 203,2 30-121,0 1 0,0 0 0,-1 0-1,1 0 1,-1 0 0,0 0 0,0 0 0,0 1 0,0-1 0,0 1-1,0 0 1,-1 0 0,1 0 0,-1 0 0,1 1 0,-1-1-1,0 1 1,0 0 0,-5-1 0,-8-1 723,0 1-1,1 0 1,-21 1 0,35 1-770,0 1 0,1-1 1,-1 0-1,0 0 0,0 1 0,1-1 1,-1 1-1,0-1 0,1 1 1,-1 0-1,0-1 0,1 1 0,-1 0 1,1 0-1,-1 0 0,1 1 1,0-1-1,-1 0 0,1 0 1,0 1-1,0-1 0,0 1 0,0-1 1,0 1-1,0-1 0,0 1 1,1 0-1,-1-1 0,0 1 0,1 0 1,-1 1-1,0 5-14,0-1 0,0 1 0,1-1 0,0 0 0,0 1 0,2 11 0,-1-16-112,1 0 1,-1 0-1,1 0 0,0 0 0,0 0 1,0 0-1,0 0 0,0-1 1,1 1-1,-1-1 0,1 1 1,0-1-1,-1 0 0,1 0 0,0 0 1,0-1-1,1 1 0,-1-1 1,0 1-1,6 0 0,7 4-1364,1-1 0,33 6 1,10-7-4414,0-3-4695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7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4994,'0'0'2932,"19"5"128,-5-2-2373,-7-2-392,1 1-1,-1-1 0,0 1 1,0 1-1,0-1 0,0 1 1,0 0-1,-1 1 0,1-1 1,-1 1-1,0 1 0,0-1 1,-1 1-1,1 0 0,-1 0 1,8 11-1,-5-2 230,0-1 0,-2 1 0,0 0 0,0 0 0,-1 1-1,-1 0 1,-1 0 0,3 19 0,-1 16 878,-3 58 1,-2-101-1336,0 20 239,-1 0 0,-2 0-1,0 0 1,-2 0 0,-12 36-1,10-44-205,0 0-1,-2-1 1,0 1 0,-1-1-1,-1-1 1,-1 0-1,-24 27 1,13-21-113,-2 0-1,0-2 1,-2 0 0,0-2-1,-1-1 1,-33 15 0,81-40-4703,5-3 1199,15-19-3831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1105,'0'0'27708,"-58"20"-26459,50-3-577,1-2-464,-1-1-208,2-3 0,6 1-752,0-3-1025,0-5-1264,0 4-1666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7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9989,'0'0'19304,"-44"37"-18631,44-30-673,0-1-128,0-2-1489,10-4-1841,5 0-4081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8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8500,'0'0'10474,"2"11"-8268,8 70 604,-8-46-2050,2-1 0,2 0-1,1 0 1,17 52 0,-24-86-762,0 1 1,1-1 0,-1 1-1,0-1 1,0 1 0,0-1-1,1 1 1,-1-1-1,0 1 1,0-1 0,1 0-1,-1 1 1,0-1 0,1 1-1,-1-1 1,1 0-1,-1 1 1,0-1 0,1 0-1,-1 0 1,1 1 0,-1-1-1,1 0 1,-1 0-1,1 0 1,-1 1 0,1-1-1,-1 0 1,1 0 0,-1 0-1,1 0 1,-1 0 0,1 0-1,-1 0 1,1 0-1,-1 0 1,1 0 0,-1-1-1,1 1 1,-1 0 0,1 0-1,-1 0 1,1-1-1,-1 1 1,1 0 0,-1 0-1,0-1 1,1 1 0,-1 0-1,1-1 1,-1 1 0,0-1-1,1 1 1,-1 0-1,0-1 1,0 1 0,1-1-1,-1 1 1,0-1 0,0 1-1,0-1 1,1 0-1,17-36-138,-16 33 135,168-413-123,-159 371-38,-11 44-490,1 36-6467,4-12 1848,4-4-2179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11077,'0'0'7014,"-21"8"-3202,-67 28-1106,84-34-2594,1 0 0,-1 0 1,0 0-1,1 1 0,0-1 1,-1 1-1,1 0 0,0-1 1,0 2-1,0-1 0,1 0 1,-1 0-1,1 1 1,0 0-1,0-1 0,-3 8 1,3-4 73,1 1 1,-1 0-1,1-1 1,1 1-1,-1 0 1,2 10 0,-1-2-111,0-14-76,0 0-1,0 0 1,0 0 0,1 0 0,-1 0-1,0 0 1,1 0 0,-1 0 0,1 0-1,0 0 1,0 0 0,0 0 0,0 0-1,0 0 1,0 0 0,0-1 0,0 1-1,1-1 1,-1 1 0,1-1 0,-1 1-1,1-1 1,2 2 0,-1-2-4,0 1 1,0-1-1,1 0 0,-1 0 1,1-1-1,-1 1 1,0-1-1,1 1 1,-1-1-1,1 0 0,-1 0 1,1-1-1,4 0 1,-4 1-11,-1-1 0,0 0 0,0 0 0,0 0 0,0-1 0,0 1 0,0-1 0,0 1 0,0-1 0,0 0 0,-1 0 0,1 0 1,-1 0-1,1-1 0,1-2 0,0 0-3,0-1-1,-1 1 1,0-1 0,0 0 0,0 0 0,-1 0 0,3-8-1,-1-5-3,0 0-1,-2 0 0,0 0 0,-1-23 0,-1 37-4254,-3 19-4858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8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12278,'0'0'14886,"-101"97"-14790,101-83-96,0-5-1232,0 1-753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9989,'0'0'5378,"-85"119"-9316,85-79-2145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1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290 383 7619,'0'0'6054,"-18"-4"-2538,6 1-3116,-15-3 1006,0 1-1,-40-2 1,61 6-1186,-1 1 0,1 0 0,-1 0 0,1 0 0,-1 1-1,0 0 1,1 0 0,0 1 0,-1 0 0,1 0 0,0 0 0,0 1-1,0 0 1,0 0 0,1 0 0,-1 1 0,-8 7 0,12-8-139,-1 1 0,2-1 0,-1 1 0,0-1 0,0 1 0,1-1 0,0 1 0,-1 6 0,1-9-63,1 0 0,0 1 0,-1-1 0,1 0 0,0 0 0,0 1 0,0-1 0,0 0 0,0 1 0,0-1 1,0 0-1,0 0 0,1 1 0,-1-1 0,0 0 0,1 0 0,-1 0 0,1 1 0,-1-1 0,1 0 0,0 0 0,-1 0 0,1 0 0,0 0 0,0 0 0,0 0 0,0 0 0,0 0 0,0-1 0,1 2 0,8 0 17,0 0 0,0-1-1,0 0 1,0-1-1,0 0 1,20-2 0,-16 1-40,0-1-70,0-1 0,0 0 0,0-1 0,0 0 1,-1-1-1,0 0 0,0-1 0,15-9 0,1-4-305,0 0 0,33-31 0,-30 22 291,0-1 1,-3-2 0,0-1-1,-2-1 1,-2-2-1,-1 0 1,24-47 0,-47 81 156,-1 0 1,1 0-1,-1 1 1,1-1-1,-1 0 1,1 0 0,-1 0-1,1 0 1,-1 0-1,0 1 1,0-1-1,1 0 1,-1 0-1,0 0 1,0 0 0,0 0-1,0 0 1,0 0-1,0 0 1,0 0-1,0 0 1,-1 0-1,1 0 1,0 0-1,0 0 1,-1 1 0,1-1-1,-1 0 1,1 0-1,-1 0 1,0-1-1,-1 2 35,0-1-1,0 1 1,0 0-1,0-1 0,0 1 1,0 0-1,0 0 1,0 0-1,0 1 0,0-1 1,1 0-1,-1 1 1,0-1-1,-2 2 0,-4 1-7,0 0 0,0 1 0,1 0 0,-1 0 0,1 1 0,0-1 0,1 2 1,-1-1-1,1 1 0,0 0 0,0 0 0,1 1 0,-8 11 0,2-2-3,2 1 1,0 0 0,1 0-1,0 1 1,-5 20 0,7-14-95,1-1 1,0 1 0,2 0 0,1 0 0,1 1-1,3 30 1,-1-37-572,2 0 0,0 0 0,1 0 0,0-1 0,2 0 0,0 0 0,1 0 0,0-1 0,11 16 0,20 19-5617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4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846 42 48,'0'0'3570,"2"-4"-2781,15-22 1647,-16 25-2117,0 0-1,0 0 1,0 0-1,0 0 1,0 0-1,0 0 0,0 1 1,0-1-1,0 0 1,1 1-1,7-3 7117,-18 3-4812,-65 0-1661,-211 7 630,243-3-1308,-1 1 0,1 3 1,0 1-1,-63 23 0,103-32-285,0 1 0,0-1 0,0 1 1,1 0-1,-1 0 0,0 0 0,1 0 0,-1 0 0,0 0 0,1 0 0,-1 1 0,1-1 0,-2 3 0,3-4-3,0 1 0,0-1 0,-1 1 0,1-1 0,0 0 0,0 1 0,0-1 0,0 1-1,1-1 1,-1 1 0,0-1 0,0 1 0,0-1 0,0 1 0,0-1 0,1 0-1,-1 1 1,0-1 0,0 1 0,0-1 0,1 0 0,-1 1 0,0-1 0,1 0 0,-1 1-1,0-1 1,1 0 0,-1 0 0,0 1 0,1-1 0,-1 0 0,1 0 0,0 1 0,6 2-32,0 0 0,1 0 1,-1-1-1,14 3 0,25 4 12,92 23-33,-120-27-14,-1 1 0,-1 1 0,1 0 0,-1 1 0,26 19 0,-36-23 60,-1 0 0,0 1 0,0 0 0,-1 0 0,0 0-1,0 0 1,0 1 0,0 0 0,-1 0 0,0 0 0,0 0 0,0 0-1,-1 1 1,0-1 0,-1 1 0,1 0 0,-1-1 0,0 1-1,-1 0 1,0 0 0,0-1 0,0 1 0,-1 0 0,0 0 0,0-1-1,0 1 1,-1-1 0,0 1 0,-1-1 0,0 1 0,0-1-1,-5 8 1,-3 1 124,-2-1 0,1 0-1,-2-1 1,1-1-1,-2 0 1,0-1 0,-20 12-1,-121 59 1066,147-77-1112,-147 61 658,135-58-708,0-2 0,-1-1 0,0 0 0,1-1-1,-35 1 1,55-6-48,1 1-1,-1 0 0,1 0 1,-1 0-1,1 0 0,-1 0 1,1-1-1,0 1 0,-1 0 1,1 0-1,-1-1 1,1 1-1,-1 0 0,1-1 1,0 1-1,-1 0 0,1-1 1,0 1-1,-1-1 0,1 1 1,0 0-1,0-1 0,0 1 1,-1-1-1,1 1 0,0-1 1,0 1-1,0-1 1,0 1-1,0-1 0,0 1 1,0-1-1,0 1 0,0-1 1,0 1-1,0-2 0,2-20-1261,-1 20 1110,2-7-602,0 0 1,1 0 0,0 1-1,0-1 1,1 1 0,0 0-1,1 1 1,0-1 0,0 1-1,0 0 1,9-7 0,0-2-1519,28-29-3832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4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6323,'0'0'10551,"-2"29"-7968,-20 196 1859,9-73-2118,-19 183-1729,31-331-728,0 7-407,-1 0 0,0 0 0,-8 19 0,9-27 118,0-1 0,0 1 0,-1-1 1,1 1-1,-1-1 0,0 0 0,1 0 0,-5 4 0,5-5-94,0 0 0,-1 0 0,0 0-1,1 0 1,-1-1 0,1 1 0,-1 0-1,0-1 1,0 1 0,1-1 0,-1 1-1,0-1 1,0 0 0,-2 0 0,-17 0-6850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4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9636,'20'-7'3205,"33"-9"-380,1 2 0,100-13 0,112 22 109,-193 5-2626,-72 0-305,-1 0 1,1 0-1,-1 0 0,1 0 1,-1 0-1,1 0 0,-1 0 1,1 0-1,-1 0 1,1 0-1,-1 0 0,1 0 1,-1 0-1,1 0 0,-1 1 1,1-1-1,-1 0 1,1 0-1,-1 1 0,1-1 1,-1 0-1,0 0 0,1 1 1,-1-1-1,1 1 0,-1-1 1,0 0-1,1 1 1,-1-1-1,0 1 0,0-1 1,1 1-1,-1-1 0,0 1 1,0-1-1,0 1 0,0-1 1,1 1-1,-1-1 1,0 1-1,0-1 0,0 1 1,0-1-1,0 1 0,-1 0 1,1 1 41,-1-1 1,1 1-1,-1 0 1,0-1-1,1 1 1,-1-1 0,0 1-1,0-1 1,0 1-1,0-1 1,-1 0-1,1 1 1,-2 0-1,-21 15 309,-1-1-1,-1-1 1,-37 16-1,30-16-294,-51 32 0,83-46-88,-1 0 1,0 1 0,0-1 0,0 0 0,1 0 0,-1 1-1,1-1 1,-1 1 0,1 0 0,0-1 0,-1 1-1,1 0 1,0 0 0,0-1 0,0 1 0,0 0-1,1 0 1,-1 0 0,0 0 0,1 1 0,-1-1 0,1 3-1,3-4 0,0 1-1,1-1 1,-1-1 0,0 1-1,1 0 1,-1-1-1,1 0 1,-1 0-1,1 0 1,-1 0 0,5-1-1,-2 1 7,34-1-45,72-9-1,-92 6-12,0 0 0,0-1-1,-1-2 1,0 0 0,27-13 0,-34 16 419,-16 13 40,-3 6-865,6-12 131,0 1 0,0-1-1,0 0 1,0 0-1,1 0 1,-1 1 0,1-1-1,0 0 1,0 1 0,0-1-1,0 0 1,1 4 0,0-5-1,-1-1 0,1 1 1,0-1-1,0 1 1,0-1-1,0 0 1,0 0-1,0 1 1,1-1-1,-1 0 1,0 0-1,1 0 1,-1 0-1,0 0 1,1 0-1,-1-1 1,1 1-1,0 0 1,-1-1-1,1 1 1,-1-1-1,1 0 1,0 1-1,-1-1 0,4 0 1,34 1-4953,4-1-46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5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11 2609,'0'0'14231,"-121"-10"-12150,81 29-176,19 2-321,4-3-655,9 5-657,8-2-272,0-4-32,15-4-528,14-1-737,6-10-640,9-2-480,4 0-1297,0-17-1536,7-16-273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10181,'0'0'5178,"-20"25"-2780,-61 87 116,74-100-2135,0-1 0,1 2 1,1-1-1,0 0 1,1 1-1,0 0 0,1 0 1,0 0-1,1 0 0,0 16 1,0-6-55,-6 270 2657,1-8-2243,7-278-739,-1 0-1,0 0 1,-1 0-1,1 0 1,-1 0-1,-1 0 1,1 0-1,-1-1 1,0 1 0,-7 9-1,9-15-146,1-22-1144,0 9 976,1 0 1,0-1-1,0 1 1,1 0-1,1 0 0,0 1 1,1-1-1,0 0 1,0 1-1,2 0 0,-1 0 1,8-11-1,5-5-1139,33-41 0,-45 61 1286,0 0-1,1 1 0,0 0 0,0 0 0,0 0 0,1 1 1,0 0-1,0 0 0,0 1 0,13-5 0,-20 8 192,0 1-1,0 0 1,0-1-1,0 1 1,0 0-1,0 0 1,0 0-1,0 0 0,0 0 1,0 0-1,0 0 1,0 0-1,0 0 1,0 1-1,0-1 1,0 0-1,0 1 1,0-1-1,0 0 0,0 1 1,-1-1-1,1 1 1,0 0-1,0-1 1,0 1-1,-1 0 1,1-1-1,0 1 1,-1 0-1,1 0 0,0-1 1,-1 1-1,1 0 1,-1 0-1,0 0 1,1 0-1,-1 0 1,0 0-1,1 0 1,-1 0-1,0 2 0,1 4 235,0 1-1,0 1 0,-1-1 0,-1 10 0,1-5 140,0-8-242,0 0 1,0-1-1,-1 1 0,0-1 0,0 1 0,0 0 0,0-1 1,0 0-1,-1 1 0,0-1 0,0 0 0,0 0 0,-5 6 1,2-4 67,0 0 1,-1-1 0,0 0 0,0 0-1,0 0 1,-1-1 0,-10 5 0,-54 25 1256,44-22-350,-45 28 0,70-39-1089,0 0 0,0 1-1,0 0 1,0-1-1,0 1 1,1 0 0,-1 0-1,1 0 1,0 0-1,-1 0 1,1 0 0,0 1-1,0-1 1,0 0 0,0 1-1,1-1 1,-1 1-1,0 2 1,1-3-45,0-1 1,0 0-1,0 1 1,0-1-1,1 0 1,-1 0-1,0 1 0,1-1 1,-1 0-1,0 1 1,1-1-1,0 0 1,-1 0-1,1 0 1,0 0-1,-1 1 0,1-1 1,0 0-1,0 0 1,0-1-1,0 1 1,0 0-1,0 0 1,0 0-1,0-1 0,0 1 1,1 0-1,-1-1 1,0 1-1,0-1 1,1 1-1,-1-1 1,2 0-1,18 3-555,0-1-1,0-1 1,27-2-1,-5 0-1247,-25 1-33,-1-1-1,1 0 1,-1-1 0,19-5-1,17-12-7138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6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9604,'0'0'3114,"-18"18"-446,1-2-1888,-4 2 165,2 2-1,0 1 0,1 0 0,-18 28 0,14-16-105,2 1 1,-23 54-1,37-72-771,1-1 1,0 1-1,1 0 0,1 0 0,0 1 0,1-1 1,1 0-1,1 31 0,0-44-87,0 0-1,1 0 1,-1 0-1,1 0 1,0-1-1,0 1 1,0 0-1,0-1 1,0 1-1,1 0 1,-1-1-1,1 0 1,-1 1-1,1-1 1,0 0-1,0 0 1,0 0-1,0 0 1,3 2-1,-1-2-25,1 1 0,-1-1-1,0-1 1,1 1 0,-1-1-1,1 1 1,-1-1 0,1-1-1,0 1 1,9 0 0,-3-2-9,0 1 0,1-2 1,-1 1-1,0-2 1,1 1-1,-1-1 0,-1-1 1,1 0-1,11-7 0,-10 4-36,0-1 1,-1 0-1,0-1 0,0 0 0,-1-1 0,0 0 0,-1-1 0,0 0 0,-1 0 0,0-1 1,-1 0-1,0 0 0,-1-1 0,0 0 0,-1 0 0,-1 0 0,0-1 0,-1 1 0,0-1 0,-1 0 1,0 0-1,-1-14 0,0 7 94,0 1 0,-1-1 0,-2 1 0,0-1 0,-5-20 0,6 36 10,-1 0 1,1 0 0,-1 0 0,0 0 0,0 0 0,-1 0-1,0 1 1,0-1 0,0 1 0,0 0 0,0 0 0,-1 0-1,0 0 1,0 0 0,0 1 0,0 0 0,0 0 0,-1 0 0,0 0-1,1 1 1,-1 0 0,0 0 0,0 0 0,-9-2 0,7 3-7,-1-1-1,0 1 1,0 1 0,0 0 0,1 0 0,-1 0 0,0 1 0,0 0 0,1 1 0,-1-1 0,1 2 0,-1-1 0,1 1 0,0 0 0,-10 6 0,12-6-244,0 0 1,0 1 0,1 0-1,-1 0 1,1 0 0,0 1 0,0-1-1,-6 10 1,8-9-473,-1 0 0,0 0 0,1 0 0,0 1 0,1-1 0,-1 1 0,1-1 0,0 1 0,-1 11 0,2 10-5893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6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595 123 11461,'0'0'1990,"-23"-19"1289,23 19-3279,-101-76 3781,96 72-3528,-1 1 0,1 0 0,-1 0 0,1 0 0,-1 1 0,0 0 1,0 0-1,0 0 0,0 1 0,0 0 0,0 0 0,-1 1 0,1 0 0,-12 0 1,-1 1 244,9 0-344,1 0-1,-1 1 1,0 0-1,1 1 1,-1 0-1,1 0 1,0 1 0,0 0-1,0 0 1,0 1-1,1 1 1,0-1-1,0 1 1,0 1 0,1-1-1,0 1 1,-12 16-1,4-4 5,2 0 0,0 1-1,0 0 1,2 1 0,1 1 0,-12 35-1,6-3 107,4-1 0,1 2-1,-5 95 1,13 172-521,4-182-1912,-3-122-1041,1-17 2931,1-1 0,-1 1 0,1-1 1,0 1-1,-1-1 0,1 1 1,-1-1-1,1 0 0,-1 1 1,1-1-1,-1 0 0,0 0 1,1 1-1,-1-1 0,1 0 0,-1 0 1,0 0-1,1 0 0,-1 0 1,1 0-1,-1 0 0,0 0 1,1 0-1,-2 0 0,-10 0-7722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6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14086,'0'0'5315,"119"-42"-1794,-71 42-2944,1 0-577,-1 0-96,-4 0-2161,-9 8-2610,-1-6-5521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0 975 7379,'0'0'13540,"2"-24"-12894,-1-1-531,0 3 1,1 0 1,0 0 0,2-1 0,1 2 0,7-24 0,44-102 568,95-178 0,-104 230-732,46-84 269,-89 170-47,-4 8-124,0 1 0,0-1 1,1 0-1,-1 0 0,0 1 1,1-1-1,-1 0 0,0 1 0,1-1 1,-1 0-1,0 1 0,1-1 1,-1 0-1,1 1 0,-1-1 1,1 1-1,0-1 0,-1 1 0,1-1 1,0 1-1,-1 0 0,1-1 1,0 1-1,-1 0 0,1-1 0,0 1 1,0 0-1,0 0-30,-1 0-1,0 0 1,0 0-1,0 0 1,1 0-1,-1 0 1,0 0-1,0 0 1,0 0 0,0 0-1,1 0 1,-1 0-1,0 0 1,0 0-1,0 1 1,0-1-1,0 0 1,1 0 0,-1 0-1,0 0 1,0 0-1,0 0 1,0 1-1,0-1 1,0 0-1,0 0 1,1 0 0,-1 0-1,0 1 1,0-1-1,0 0 1,0 0-1,0 0 1,0 0-1,0 1 1,0-1 0,0 0-1,0 0 1,0 0-1,0 1 1,0-1-1,0 0 1,0 0-1,3 54 989,-4 76 0,-1-40-68,2-11-259,-2-6 111,4 1 1,13 87 0,6 11-431,-19-97-3960,-4-104-20190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14919,'0'0'11797,"119"-31"-11221,-71 31-335,-2 0-241,-8 0-417,-9 0-1471,-6 8-1330,-8-2-2449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14343,'0'0'12349,"2"18"-11423,9 56-459,-11-73-464,0 0 1,0 0 0,1 0-1,-1 0 1,0 0 0,0 0-1,1 0 1,-1 0 0,0 0-1,1 0 1,-1 0-1,1 0 1,-1 0 0,1-1-1,0 1 1,-1 0 0,1 0-1,0 0 1,0-1 0,-1 1-1,1 0 1,0-1-1,0 1 1,0-1 0,0 1-1,0-1 1,0 1 0,0-1-1,0 1 1,0-1 0,0 0-1,0 0 1,0 0-1,0 0 1,0 1 0,0-1-1,0-1 1,0 1 0,0 0-1,0 0 1,0 0 0,0 0-1,0-1 1,2 0-1,3 0-43,-2 1-21,0-1 0,-1 0 0,1 0 0,-1 0 0,1-1 0,-1 1 0,1-1 0,-1 0 0,0 0 0,0 0 0,4-3 0,37-32-1021,-30 24 633,-13 12 492,-1 0 1,1 0-1,0 1 0,-1-1 0,1 0 0,0 0 0,0 1 1,-1-1-1,1 1 0,0-1 0,0 1 0,0-1 1,0 1-1,0-1 0,0 1 0,0 0 0,0 0 0,0-1 1,0 1-1,0 0 0,0 0 0,0 0 0,0 0 0,0 0 1,0 0-1,0 0 0,1 1 0,-1 0 94,0 1 0,0 0 0,0-1-1,0 1 1,0 0 0,0 0 0,0-1 0,-1 1-1,1 0 1,-1 0 0,1 3 0,2 5-603,-1-4 270,0 1 0,0-1-1,1 0 1,-1 0 0,2 0 0,-1 0-1,5 6 1,15 6-4562,-20-17 3549,-1 0-1,1 0 0,0 0 0,0 0 0,0-1 1,0 1-1,0-1 0,5 1 0,11-1-9888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16920,'0'0'11888,"-15"17"-11728,-2 3-136,-21 32 0,38-51-24,-1 0 0,1 0 0,-1 0 0,1 0 0,-1 0 1,1 0-1,0 0 0,0 0 0,-1 0 0,1 1 0,0-1 0,0 0 0,0 0 0,0 0 0,0 0 0,0 0 1,1 1-1,-1-1 0,0 0 0,1 0 0,-1 0 0,1 0 0,-1 0 0,1 0 0,-1 0 0,1 0 0,-1 0 1,1 0-1,0 0 0,0 0 0,0 0 0,-1-1 0,1 1 0,0 0 0,0-1 0,0 1 0,0 0 0,0-1 1,0 1-1,3 0 0,2 1-6,0 1 1,1-1 0,0 0-1,10 1 1,-16-3 4,10 3-55,1-2 0,0 0 0,0 0 0,0-1 0,23-3 1,-32 3 25,-1-1 0,1 1 0,0-1 1,-1 1-1,1-1 0,-1 0 0,0 0 0,1-1 1,-1 1-1,0 0 0,0-1 0,0 1 1,0-1-1,0 0 0,0 1 0,0-1 1,0 0-1,-1 0 0,1-1 0,-1 1 1,0 0-1,1 0 0,-1-1 0,0 1 1,0 0-1,0-1 0,-1 1 0,1-1 0,-1 0 1,1 1-1,-1-1 0,0 1 0,0-4 1,0-3-135,1 7 10,-1 0 0,0 1 0,0-1 0,1 0 0,-1 0 1,0 0-1,0 1 0,-1-1 0,1 0 0,0 0 0,-1 1 1,1-1-1,-1 0 0,1 0 0,-1 1 0,0-1 0,0 1 1,0-1-1,0 0 0,0 1 0,0 0 0,0-1 0,0 1 1,0 0-1,-1-1 0,1 1 0,-1 0 0,1 0 0,-1 0 1,-2-1-1,-8-5-4102,1-2-2883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 18168,'0'0'6131,"-59"146"-1873,51-60-2097,2 8-608,-3-4-1057,3-5-496,-2-11 0,-1-7 0,3-15 0,-5-10-576,-3-11-1169,-7-10-896,2-11-1265,-4-10-2881,0-6-5763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8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1 418 2993,'0'0'12249,"17"-10"-8197,12-6-2592,1 2 0,0 1 0,45-14 0,-27 14-817,190-61 473,-217 65-1171,1-1 0,-1 0 0,0-2 0,-1 0 0,-1-1 0,0-1 0,0-1 1,21-23-1,-33 30-15,-1 0 1,0-1-1,0 1 0,5-11 1,-9 16 73,-1-1 0,1 1 0,-1 0 0,0-1 0,0 1 0,0-1 0,-1 1 0,1-1 0,-1 1 0,0-1 0,0 1 0,0-1 0,0 0 0,-1-4 0,0 7 18,1 0 0,-1 1 0,0-1 1,1 0-1,-1 1 0,1-1 0,-1 1 1,0-1-1,0 1 0,1 0 0,-1-1 1,0 1-1,0 0 0,0-1 0,1 1 1,-1 0-1,0 0 0,0 0 0,0-1 1,0 1-1,1 0 0,-1 0 0,0 1 1,0-1-1,0 0 0,0 0 0,-1 1 1,-4-1 111,1 1-66,0-1-1,0 2 0,0-1 0,0 0 0,0 1 1,1 0-1,-1 0 0,0 0 0,1 1 0,-1 0 1,1 0-1,0 0 0,0 0 0,0 0 0,0 1 1,-3 4-1,-10 12 465,-28 42 1,39-54-412,-112 188 1642,101-163-1615,1 1 0,2 0 0,2 1 0,-10 41 0,20-58-148,0-1 1,0 1-1,2 21 1,0-20-27,22-20-4,-14 0 17,-1-1-1,0 0 0,0-1 1,0 0-1,0 0 0,0 0 0,0-1 1,6-4-1,52-43-476,-39 30 266,9-13 984,-31 70-1027,8-4-2867,-12-31 2588,1 0 0,0 0 1,0 1-1,0-1 0,0 0 1,0 0-1,0 0 0,0 0 1,0 0-1,0 0 0,1 0 1,-1-1-1,0 1 1,0 0-1,1-1 0,-1 1 1,1-1-1,-1 1 0,0-1 1,3 1-1,14-1-8431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8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8868,'0'0'13761,"17"0"-12963,-2 1-657,-1 0-48,-1 0 0,1-1 0,-1-1 0,0 0 0,1-1 0,23-6 0,-35 8-81,1-1 0,-1-1 0,1 1 0,-1 0 0,1-1 0,-1 1 0,0-1 0,1 1 0,-1-1 0,0 0 0,0 0 0,-1 0 0,1 0 0,0-1-1,-1 1 1,1 0 0,-1-1 0,0 1 0,1-1 0,-1 1 0,0-1 0,-1 0 0,1 1 0,0-1 0,-1 0 0,0 1 0,1-1 0,-1-4 0,-1 6-8,1 0 0,0 0 1,-1-1-1,1 1 0,-1 0 0,1 0 0,-1 0 1,0 0-1,1 0 0,-1 0 0,0 0 1,0 0-1,0 0 0,0 0 0,0 0 0,0 1 1,0-1-1,0 0 0,0 1 0,0-1 1,0 0-1,0 1 0,-1-1 0,1 1 0,0 0 1,0-1-1,0 1 0,-1 0 0,1 0 1,0 0-1,-1 0 0,0 0 0,-55 0 369,39 0-37,17 0-288,-1 0 0,0 0 0,0 0 1,1 0-1,-1 0 0,0 1 0,0-1 0,1 0 0,-1 1 0,0-1 0,1 1 0,-1 0 0,1-1 0,-1 1 0,1 0 0,-3 2 0,3-1-25,-1 0 0,1-1-1,0 1 1,1 0-1,-1 0 1,0 0 0,0 0-1,1 0 1,-1 1 0,1-1-1,0 0 1,0 0 0,0 4-1,-1 3-274,1-1-1,0 1 1,0 0 0,1-1-1,1 1 1,-1-1-1,1 1 1,1-1 0,0 0-1,0 1 1,0-1-1,1-1 1,8 14 0,20 12-5358,11-7-4114,-7-13 2491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80 185 8756,'0'0'13532,"0"7"-12247,0 38 225,0-45-1462,0 1 0,0-1-1,-1 1 1,1 0-1,-1-1 1,1 1 0,0-1-1,-1 1 1,1-1-1,-1 1 1,1-1 0,-1 1-1,0-1 1,1 0-1,-1 1 1,1-1 0,-1 0-1,0 1 1,1-1-1,-1 0 1,0 0 0,1 0-1,-1 1 1,0-1-1,0 0 1,1 0 0,-1 0-1,0 0 1,1 0-1,-1 0 1,-1-1 0,0 1 8,-1 0 0,1 0 0,-1 0 0,1-1 0,-1 1 0,1-1 0,-1 0 0,1 1 0,-3-2 0,2-1-18,0 0 0,1 1 0,-1-1-1,0 0 1,1-1 0,0 1 0,0 0 0,0-1 0,0 1-1,0-1 1,0 0 0,1 1 0,0-1 0,0 0 0,0 0-1,0 0 1,1 0 0,-1 0 0,1 0 0,0 0 0,1-7-1,0 5-33,-1 0-1,1 1 1,0-1 0,0 0-1,1 1 1,-1-1-1,1 1 1,1 0-1,-1-1 1,1 1 0,0 0-1,0 0 1,0 1-1,8-9 1,0 4-169,0 0 0,2 0 0,20-10 0,-26 15-873,0 1-1,1 0 0,-1 1 0,14-4 0,-12 3-4323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9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19625,'0'0'9588,"-15"119"-7363,15-50-1072,3 5-977,11 1-176,-3 0 0,-3-10 0,-6-11 0,-2-12-448,0-13-1217,0-12-816,-17-11-1009,-1-6-2208,-5-10-5347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4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5859,'0'0'16295,"23"6"-13731,-17-4-2424,29 7 439,-1 2-1,0 2 1,50 25-1,-21-1-20,86 65 0,-118-78-540,-1 2 1,-1 2 0,-1 0-1,31 42 1,-52-59-19,1 0 0,-2 0 0,1 1 0,-2 0 0,1 0 0,-2 0 0,7 24-1,-10-30 2,0-1 0,0 0-1,-1 1 1,1-1 0,-1 1-1,-1-1 1,1 0 0,-1 1-1,0-1 1,0 0-1,0 1 1,-1-1 0,0 0-1,0 0 1,0 0 0,-1 0-1,1-1 1,-1 1-1,0-1 1,0 1 0,-5 4-1,-7 3 10,0 0 0,0 0 0,-1-2-1,-1 0 1,1 0 0,-36 12 0,-113 31 31,149-49-236,-59 13-201,70-17-286,-1 1 0,1-1 1,0 0-1,0 0 0,-1-1 1,-8-1-1,12-6-4357,2-17-2978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14791,'0'0'11915,"10"14"-11272,34 45-329,-41-56-340,-1 0 0,1-1 0,0 1-1,0-1 1,0 0 0,0 1 0,1-2-1,-1 1 1,1 0 0,-1-1 0,1 1 0,-1-1-1,1 0 1,0 0 0,-1-1 0,1 1-1,0-1 1,0 0 0,0 0 0,-1 0-1,1 0 1,0 0 0,0-1 0,-1 0-1,1 0 1,0 0 0,-1 0 0,1-1 0,-1 1-1,1-1 1,-1 0 0,0 0 0,0 0-1,0 0 1,0-1 0,0 1 0,0-1-1,-1 0 1,1 0 0,-1 0 0,4-5-1,-4 4-62,1-1 0,-1 1 0,0-1 0,0 1 0,-1-1 0,1 0 0,-1 1 0,0-1 0,0 0 0,-1 0 0,1 0 0,-1-6 0,0 9 81,0 0-1,-1 0 1,1 0-1,-1 0 1,1 0-1,-1 0 0,1 0 1,-1 1-1,0-1 1,0 0-1,0 0 0,0 1 1,0-1-1,0 1 1,0-1-1,-1 1 0,1-1 1,-1 1-1,1 0 1,-1-1-1,1 1 0,-1 0 1,0 0-1,1 0 1,-1 1-1,0-1 0,0 0 1,0 1-1,0-1 1,0 1-1,0-1 0,-2 1 1,-3-1 93,0 0-1,-1 0 1,1 1 0,0 0-1,0 0 1,0 1 0,0 0 0,-1 0-1,-8 4 1,14-4-36,-1 0 0,1 1 0,0-1 1,0 1-1,-1 0 0,1-1 0,0 1 0,0 0 0,1 0 0,-1 1 0,0-1 0,1 0 1,-1 0-1,1 1 0,0-1 0,-1 1 0,1-1 0,1 1 0,-1 0 0,0-1 0,1 1 1,-1 0-1,1 0 0,0-1 0,0 1 0,0 0 0,0 3 0,0 2-107,0 11-59,0-1-1,1 1 1,1 0-1,6 27 1,-6-41-313,0 1 1,0-1-1,0 0 1,1 0-1,0 0 1,0 0-1,7 9 0,-6-10-329,-1-1 0,1 1-1,0-1 1,0 0-1,0 0 1,1 0 0,-1-1-1,1 0 1,0 0 0,5 3-1,26 3-7537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15175,'0'0'6755,"-18"-1"-3876,-58 4-1396,74-3-1440,0 1-1,0-1 1,0 1 0,0-1-1,0 1 1,0 0-1,1 0 1,-1 0 0,0 0-1,0 0 1,1 0 0,-1 1-1,0-1 1,1 1-1,-1-1 1,1 1 0,0-1-1,0 1 1,-1 0 0,1 0-1,0-1 1,0 1-1,1 0 1,-1 0 0,-1 2-1,1 3-13,0 0 0,0 0 0,0 0 0,0 0 0,2 9-1,-1-8-26,0-4-4,0-1 0,0 1 0,1 0 0,0-1 0,0 1 0,0 0 0,0-1 0,0 1 0,1-1 0,-1 0 0,1 1 0,0-1 0,2 3-1,36 33-34,-33-33 20,0 1 0,0-1 0,-1 1 0,1 0 0,5 9 0,-11-14 21,0 0 1,0 0-1,0 0 0,0 0 1,0 0-1,0 0 0,-1 0 0,1 0 1,0 0-1,-1 1 0,0-1 1,0 0-1,1 0 0,-1 1 0,-1-1 1,1 0-1,0 0 0,0 1 1,-1-1-1,0 0 0,1 0 0,-1 0 1,0 0-1,0 0 0,0 0 0,0 0 1,0 0-1,-1 0 0,1 0 1,0 0-1,-1-1 0,1 1 0,-1-1 1,0 1-1,0-1 0,0 0 1,1 1-1,-5 0 0,-7 6-374,0-2 0,0 0 0,-1-1 0,-23 7 0,29-10-308,-8 1-2977,8-3-2556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0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5619,'0'0'20313,"-15"106"-20313,13-89-144,-2 0-1489,-2-9-2513,-3-8-2721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10597,'0'0'4754,"-27"125"-18248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1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134 212 15943,'0'0'14172,"-2"9"-13580,0 8-456,1 0 1,1 1-1,1-1 0,0 0 0,1 0 0,5 22 0,-1-7-196,-2 0-1,-1 1 1,-2-1 0,-1 0 0,-1 1 0,-7 36-1,5-57-31,-1 0 0,0 1 0,-1-2 0,0 1 0,-1 0 0,-13 19 0,17-26 39,-1-1 0,0 0 1,-1 0-1,1 0 1,0 0-1,-1 0 0,0-1 1,0 0-1,0 0 1,-1 0-1,1 0 0,-1 0 1,1-1-1,-1 0 1,0 0-1,0 0 0,0-1 1,0 1-1,-7 0 1,11-3 18,1 1 1,-1-1 0,0 0 0,1 1 0,-1-1 0,0 0 0,1 1 0,-1-1-1,1 0 1,-1 1 0,1-1 0,-1 0 0,1 0 0,0 0 0,-1 0 0,1 0-1,0 1 1,0-1 0,0 0 0,0 0 0,-1 0 0,1 0 0,0 0 0,1 0-1,-1 0 1,0 0 0,0 1 0,1-3 0,3-30-223,-1 23 207,1 1 1,0 0-1,0-1 1,1 2-1,0-1 1,10-13-1,45-46-84,-47 54 80,196-181-710,-136 131-156,115-128 0,-180 184 1145,0-1 1,-1 0-1,0-1 0,-1 0 0,0 0 1,0 0-1,-1-1 0,-1 1 0,6-21 1,-9 29 1475,-13 18 101,5-4-1615,1-1 0,0 1 0,1 1 0,1-1 0,0 1 0,-4 22 0,4-6-26,1 0-1,1 31 1,2-53-162,1-1 0,-1 0 0,1 0 0,0 0 0,1 0 0,0 0 0,0 0 0,0 0 0,0-1 0,1 1 0,5 7 0,-6-10 0,0 0 0,0-1 0,1 1 0,-1 0 0,1-1 0,-1 1 0,1-1 0,0 0 0,0 0 0,0 0 0,0 0 0,0-1 0,1 1 0,-1-1 0,0 0 0,1 0 0,-1 0 0,1 0 0,0-1 0,6 1 0,-3-1 0,-1-1 0,1 0 0,0 0 0,-1-1 0,1 0 0,-1 0 0,1 0 0,-1-1 0,0 0 0,0 0 0,0-1 0,-1 0 0,1 0 0,-1 0 0,0 0 0,0-1 0,0 0 0,-1 0 0,5-7 0,0 2 0,-1 0 0,0-1 0,11-18 0,-19 29 0,1 0 0,-1 0 0,1 0 0,0-1 0,-1 1 0,1 0 0,0 0 0,-1 0 0,1 0 0,0 0 0,-1 0 0,1 0 0,0 0 0,-1 1 0,1-1 0,0 0 0,-1 0 0,1 0 0,-1 1 0,1-1 0,0 0 0,-1 1 0,1-1 0,0 1 0,5 7-33,0-1 0,-1 1 0,0 0 0,0 0 0,-1 1 0,0 0 1,-1-1-1,1 1 0,-2 1 0,1-1 0,1 17 0,-1 28-6709,-5-36 2450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2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5346,'0'0'11859,"-2"20"-10309,-1 26 206,2 0-1,9 77 1,78 425 3013,-29-203-3784,212 1998-24,-249-1793-1208,-22-383 35,-31 210 1,-50 126-3580,81-486 3361,2-13 220,-1 0 0,1 1 0,-1-1 0,0 1 0,0-1 0,-1 0 0,1 0 0,-1 0 0,0 1 0,0-1 0,0-1 0,0 1 0,-4 4 0,6-8 123,-1 1 0,1-1 0,0 0-1,0 0 1,-1 1 0,1-1-1,0 0 1,0 0 0,-1 0-1,1 1 1,0-1 0,-1 0-1,1 0 1,0 0 0,-1 0-1,1 0 1,0 0 0,-1 0 0,1 0-1,-1 0 1,1 0 0,0 0-1,-1 0 1,1 0 0,0 0-1,-1 0 1,1 0 0,0 0-1,-1 0 1,1 0 0,0 0-1,-1-1 1,1 1 0,0 0-1,-1 0 1,1 0 0,0-1 0,0 1-1,-1 0 1,1 0 0,0-1-1,0 1 1,-1-1 0,-5-20-2445,5-38-3791,1-32-2206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4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73 793 96,'0'0'4773,"-10"0"-3525,-4 1-627,-9-1 82,-3 1 6041,27 0-6691,-1-1-1,0 1 1,1 0 0,-1 0-1,1 0 1,-1-1-1,1 1 1,0 0-1,-1-1 1,1 1 0,0-1-1,-1 1 1,1 0-1,0-1 1,0 1 0,0-1-1,-1 0 1,1 1-1,0-1 1,0 0 0,0 1-1,0-1 1,1 0-1,24 5 570,27-3 275,0-1 1,65-9 0,105-25-268,-100 13-176,1059-110 1462,824-60 157,-1732 160-1926,177-26 217,-121 14 328,1369-112-94,-700 131-510,-595 5-68,-154 4 82,-209 13 135,0-2-1,0-1 0,0-3 0,-1-1 0,63-21 0,-74 19-169,0 2 1,0 0-1,1 3 0,40-4 0,124 3 1403,-169 6 107,-25 25-635,2 23-317,10 55 0,2 31-696,-8-54 71,17 82 0,2 17 0,8 25 0,-19-139 0,-4 0 0,4 80 0,-14-17 0,-23 183 0,2-143 0,-16 117 0,3-77 0,-10 366 0,44-495 0,28 625 0,15-111 0,-20-121 0,-9 111 0,-15-378 0,0-204 0,1-1-1,0 0 1,0 0-1,0 0 1,0 0 0,-1 0-1,1 0 1,0 0 0,0 1-1,0-1 1,0 0-1,-1 0 1,1 0 0,0 0-1,0 0 1,0 0-1,-1 0 1,1 0 0,0 0-1,0 0 1,0 0-1,-1 0 1,1 0 0,0 0-1,0 0 1,0 0 0,-1-1-1,1 1 1,0 0-1,0 0 1,0 0 0,0 0-1,-1 0 1,1 0-1,0 0 1,0-1 0,0 1-1,0 0 1,0 0 0,-1 0-1,1 0 1,0 0-1,0-1 1,0 1 0,0 0-1,0 0 1,0 0-1,0-1 1,-10-8-189,-41-62-6609,13 12 486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8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13 4338,'0'0'11731,"3"-12"-7159,-8 12-4295,1 1-1,0-1 1,-1 1-1,1 0 0,0 1 1,0-1-1,-1 1 1,1 0-1,0 0 1,-6 4-1,-39 32 327,15-12-277,-60 38 182,38-28-91,-76 65 0,127-98-320,1 0-1,-1 0 0,0 0 1,0-1-1,0 1 1,0-1-1,-1-1 0,1 1 1,0-1-1,-10 1 1,-17 6 246,30-7-335,2 0 29,-24 1 230,39-2-1213,-10 1 1189,1-1-1,-1 0 1,0 0-1,0-1 1,10-1-1,0-8-4342,-6-10-8223,-7 6 1256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7:59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2753,'0'0'3554,"-1"7"-2647,0-4-631,0 1 0,0-1 0,-1 0 0,1 1 0,-1-1 0,1 0 0,-1 0 0,0 0 0,-1 0 0,1-1 0,0 1 0,-1 0 0,1-1 0,-5 3 1,5-3-368,0-1 0,0 1 0,0-1 0,1 1 0,-1-1 0,0 1 1,1 0-1,0 0 0,-1 0 0,1 0 0,0 0 0,0 0 1,0 0-1,0 0 0,0 0 0,0 0 0,4 8 8154,7-2-3496,-9-6-4287,1 0 1,0 0-1,-1 0 0,1 0 1,0 0-1,0 0 1,0-1-1,0 1 1,0-1-1,0 0 1,1 1-1,-1-1 1,0 0-1,4 1 1,38 12 863,-43-13-1082,57 14 818,-27-7-724,0 0-1,-1 2 1,0 1 0,46 25 0,76 72 167,-38-25-107,-112-82-165,0 1-1,0-1 1,1 0-1,-1 0 1,1 0-1,-1-1 1,1 1-1,-1-1 1,1 1-1,-1-1 1,1 0-1,-1 0 1,5 0 453,-10 0-870,0 0 1,0-1 0,0 1 0,1-1 0,-1 0 0,0 0-1,-4-2 1,3 1-786,0 0 0,-1 0 0,1-1 0,1 0-1,-1 0 1,0 0 0,1 0 0,-1-1 0,-3-5-1,-6-11-6886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00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3 976,'0'0'11502,"-9"-3"-7428,10 7-3547,-1 1 0,0-1 0,1 0 0,-1 0 0,1 0 0,0 0 1,1 0-1,-1 0 0,1 0 0,0 0 0,2 3 0,2 2 585,1 0 0,0-1 0,11 11 0,17 28 315,-5-6-664,4-7-466,1-2 1,1-1 0,1-2-1,2-1 1,1-2 0,1-2-1,1-2 1,89 33-1,-121-51-437,14 4 576,-17-4-983,-9-2-1229,-2-1 620,0 0-1,0 1 1,0 0 0,0-1 0,0 1 0,1 1 0,-5 2-1,-14 8-6881,-5-4-2231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00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0 438 2801,'0'0'5213,"2"-3"-4402,7-8 847,1 1 1,0-1-1,1 1 0,0 1 0,17-11 0,-6 3-996,100-72 959,38-30-1558,-126 91 636,-1-2 1,42-51 3785,-78 84-3694,-4 12-819,7-15 2,0 21-7868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0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29 137 5891,'0'0'9876,"-4"-2"-8299,0-1-1040,3 2-310,0 0 0,-1 1 0,1-1 0,0 0-1,-1 0 1,1 1 0,-1-1 0,1 1 0,-8-2 6326,9 2-6431,1-1 0,-1 1-1,0-1 1,1 1 0,-1-1-1,1 1 1,-1-1 0,1 1-1,-1 0 1,1-1 0,-1 1-1,1 0 1,-1-1 0,1 1 0,-1 0-1,1 0 1,-1 0 0,1-1-1,0 1 1,-1 0 0,1 0-1,-1 0 1,1 0 0,0 0 0,0 0-1,93-13 871,148-3 1,-163 13-622,389-9 405,-75 3-781,817-8 5,-1125 15 0,110-15 0,-157 10 0,-11 3 0,55-4 0,41 6 0,-54-2 0,-36 2-99,-66 6-16113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0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1 414 2113,'0'0'5621,"8"-5"-4199,3 0-918,-7 3-166,0 0 1,0 0 0,0-1 0,-1 1 0,1-1 0,-1 0 0,15-7 7996,1 11-8198,-10-1 473,69-3 427,103-19 1,-81 7-680,1347-119 1813,-212 106-1356,3 29-749,-992 0-63,211 4 82,854-19 3116,-450-27-557,-435 34-2607,-141 7 14,-228-4 26,104-22-1,-48 6-82,-26 12 6,26-5 0,100-26 0,-203 38 0,-9 1 0,0 0 0,1 0 0,-1 0 0,1 0 0,-1-1 0,0 1 0,1 0 0,-1-1 0,0 1 0,1-1 0,-1 1 0,0-1 0,0 0 0,1 0 0,0-1 0,0 2 0,0 0 0,-33-2-6835,16 2 1478,2 0-2796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155 105 1745,'0'0'8041,"-15"7"-6499,-6 4-918,6-3 552,-1-1 0,-25 8-1,37-14-424,0 0 0,0-1-1,0 1 1,0-1 0,0 0 0,-7 0 0,-1 0 4961,31-1-4832,309-61 363,-309 58-1075,-10 3 99,0 0 1,1-1-1,-1-1 1,0 1-1,0-1 1,-1-1 0,12-6-1,39-28-13996,-23 14 2263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3298,'0'0'11824,"4"0"-10042,0 0-1912,-3 0 355,0 0-1,0 0 1,0 0-1,0 0 1,0 0 0,1 0-1,-1 0 1,0 0 0,0 0-1,0 0 1,0 1-1,0-1 1,0 0 0,0 1-1,0-1 1,0 1 0,0 0-1,0-1 1,0 1-1,0-1 1,0 1 0,0 0-1,-1 0 1,1 0 0,0-1-1,-1 1 1,1 0-1,1 2 1,8 26 944,0 1-1,9 51 1,-18-96-1194,1 1 0,1 0 1,0 0-1,1 1 0,1-1 1,10-22-1,-10 27 4,-1 0 0,1 0 0,1 1 0,0-1 0,0 1 0,0 0 0,1 1 1,1 0-1,-1 0 0,12-8 0,-18 14 13,1 0 0,-1 0 0,1 0 0,-1 1 0,1-1 0,-1 0 0,1 1 1,0-1-1,-1 1 0,1-1 0,0 1 0,-1 0 0,1-1 0,0 1 0,0 0 0,-1 0 0,4 1 1,-4-1 7,0 1 1,0-1 0,0 1-1,0 0 1,0-1 0,0 1 0,0 0-1,0 0 1,0 0 0,-1 0 0,1 0-1,0 0 1,-1 0 0,1 0-1,-1 0 1,1 0 0,-1 0 0,1 0-1,-1 0 1,1 1 0,1 8 44,-1 1 0,0-1 0,-1 0 0,-1 20 0,1-11 11,-1-18-56,1 1 0,0-1 0,0 1 0,0-1 0,0 0 0,0 1 0,1-1 0,-1 0 0,0 1 0,1-1 0,-1 0 0,1 1 0,-1-1 0,1 0 0,-1 0-1,1 0 1,0 1 0,0-1 0,-1 0 0,1 0 0,0 0 0,0 0 0,2 1 0,-1-1-3,0-1 0,0 0 1,0 1-1,0-1 0,0 0 1,0 0-1,0 0 0,0 0 0,0-1 1,0 1-1,-1 0 0,1-1 0,0 1 1,0-1-1,0 0 0,0 0 1,2-1-1,35-19 23,-2-2 1,53-42-1,-73 52-20,-16 12 21,-1 1 0,1 0 0,-1 0-1,1 0 1,-1 0 0,1 0 0,-1 0 0,0 0-1,1 0 1,-1 1 0,1-1 0,-1 0 0,1 0 0,-1 0-1,1 0 1,-1 1 0,0-1 0,1 0 0,-1 0-1,0 1 1,1-1 0,-1 0 0,0 1 0,1-1 0,-1 0-1,0 1 1,1-1 0,-1 0 0,0 1 0,0-1-1,0 1 1,1-1 0,-1 1 0,0-1 0,0 0-1,0 1 1,0-1 0,0 1 0,0 0 0,11 29 1440,-5-13-895,-3-9-448,1 0 1,0-1-1,1 1 0,0-1 1,0 0-1,8 7 0,15 7-2354,-25-19 1156,1-1 0,-1 0 0,0 0 0,0 0 0,1 0 0,-1-1 0,0 1 0,6-1 0,3 0-8052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9476,'0'0'16776,"111"23"-16200,-90-15-368,-4-3-176,4-1-32,-7 0-80,-3-2-784,-5 0-833,-2 2-1712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1 7587,'0'0'13412,"-3"23"-10971,-13 80-424,12-87-1624,0-1 1,-1 1-1,-1-1 1,0 0-1,-1 0 1,-1 0-1,-15 20 0,10-13-162,-131 196-131,46-75-4016,72-106 1761,-10 10-3614,21-28 586,2 0-3544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7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43 2369,'0'0'14687,"-26"-7"-11811,5 0-2228,-1 0-49,0 1 0,-1 1 1,1 1-1,-1 1 0,0 0 0,-26 2 0,27 2-112,1 1 1,-1 0-1,0 2 1,1 1-1,0 0 1,0 2-1,1 0 0,0 1 1,-26 14-1,43-20-454,0 1 0,0-1 0,1 0 0,-1 1 0,0 0 0,1 0 0,-1-1 0,1 1 0,0 1 0,0-1 0,-3 7 0,4-8-37,1 0 1,-1 0-1,0 0 0,1 0 0,-1 0 1,1 0-1,0 0 0,0 0 0,0 1 1,0-1-1,0 0 0,0 0 0,1 0 1,-1 0-1,0 0 0,1 0 0,0 0 0,0 0 1,-1 0-1,1 0 0,0 0 0,2 2 1,3 2-15,-1 0 1,1-1-1,0 1 0,1-1 1,-1-1-1,12 7 1,52 25-30,-51-27 11,20 9-90,71 38-852,-100-50 789,0 0 0,-1 1 1,1 0-1,-2 0 0,1 1 0,-1 0 0,0 1 0,8 11 0,-15-18 168,1 0-1,-1 0 0,0 1 0,0-1 0,0 0 1,0 1-1,0-1 0,0 1 0,-1-1 0,1 1 1,-1 0-1,0-1 0,1 1 0,-1-1 0,0 1 1,-1 0-1,1-1 0,0 1 0,-1-1 0,-1 6 1,0-4 50,0-1 1,-1 1-1,1 0 1,-1-1 0,1 1-1,-1-1 1,0 0-1,-1 0 1,1 0 0,-1 0-1,-4 3 1,-9 3 149,1 0 1,-1-1-1,-1-1 1,-28 8-1,41-13-494,-1-1 0,0 1 0,1-2-1,-1 1 1,-7 0 0,11-23-7286,2-6 587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14551,'0'0'7299,"-71"159"-3521,54-90-1665,3 0-897,-1-4-95,7-6-481,-1-11-400,3-7-240,0-9 0,2-9-48,-3-6-624,-1-7-753,4-4-1008,-9-6 64,-1 0-2097,-5-14-2545,-8-14-1825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4946,'0'0'10026,"16"1"-8588,66 3 639,108-8 0,72-34-1830,-91 6-5083,-83 12-4971,-58 8 4359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44 5827,'0'0'11621,"7"-7"-10162,-5 4-1408,-1 2 41,1 0-1,0-1 0,-1 1 1,0-1-1,1 1 0,-1-1 1,0 0-1,0 1 0,0-1 1,0 0-1,0 0 0,0 0 1,1-3-1,-3 5-61,1 0 0,0-1 0,0 1 0,0-1 0,-1 1 0,1 0 0,0-1 0,-1 1 0,1 0 1,0-1-1,-1 1 0,1 0 0,0 0 0,-1-1 0,1 1 0,-1 0 0,1 0 0,0-1 0,-1 1 0,1 0 0,-1 0 0,1 0 0,-1 0 0,1 0 0,-1 0 0,-31-1 626,18 3-483,0 0 0,0 1 0,0 0 0,1 1-1,-1 1 1,-22 11 0,15-5 46,1 0-1,0 2 0,-26 21 1,41-30-190,0 1 0,1 0 1,-1 0-1,1 0 1,1 0-1,-1 1 0,1 0 1,-1 0-1,2 0 1,-1 0-1,1 0 0,0 0 1,-3 13-1,5-17-32,0 1 0,0-1-1,0 0 1,0 1 0,0-1 0,0 1-1,1-1 1,-1 0 0,1 1 0,-1-1-1,1 0 1,0 1 0,0-1 0,0 0-1,0 0 1,3 3 0,-2-3-3,0 0 1,0 0-1,0 0 1,1-1-1,-1 1 0,0-1 1,1 0-1,-1 1 1,1-1-1,0 0 1,-1 0-1,1-1 0,0 1 1,0-1-1,-1 1 1,1-1-1,4 0 1,2 1-64,0-1 1,-1 0 0,1-1-1,0 1 1,-1-2 0,1 1 0,-1-1-1,1 0 1,-1-1 0,0 0-1,0-1 1,0 1 0,0-1-1,12-9 1,-11 7 70,-5 4 36,-1 0 0,0 0-1,0 0 1,1-1 0,-1 1-1,0-1 1,-1 1 0,1-1-1,-1 0 1,1 0 0,-1 0-1,0-1 1,0 1 0,0 0-1,0-1 1,-1 1 0,2-5 0,-3 11-229,1 0 1,0-1-1,-1 1 1,1 0-1,0 0 1,0-1-1,0 1 1,1-1-1,-1 1 1,1-1-1,-1 0 1,1 1-1,0-1 1,4 3-1,-3-1-638,2 0-1,-1-1 0,0 1 0,1-1 1,-1 0-1,8 3 0,16 2-4508,4-5-1415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1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5042,'0'0'11654,"-144"23"-8837,110 5-1104,7 1-609,8-4-271,5 0-465,14-2-352,0-2-16,0-2-32,17-5-48,10-5-304,6-5-977,5-4-960,4 0-1505,-1-19-2705,7-14-1713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11269,'0'0'7564,"-21"17"-4080,4-3-2799,5-5-325,1 1 0,-1 0 1,1 1-1,1 0 0,0 0 0,1 1 0,0 1 1,0-1-1,2 1 0,-7 15 0,0 7 448,2 1 0,2 0 0,1 0 0,-7 74 0,7 152-242,9-252-591,0-8-132,-2-39-1014,2 29 970,0-1 1,1 1-1,-1 0 1,2 0 0,-1-1-1,1 1 1,1 0 0,-1 0-1,1 1 1,1-1-1,-1 1 1,1-1 0,1 1-1,-1 0 1,1 1 0,1-1-1,-1 1 1,7-6-1,2-3-186,2 1 0,-1 0 0,1 1 0,1 1 0,28-15-1,-32 20 286,0 2 0,0-1 0,0 2-1,1-1 1,-1 2 0,1 0 0,0 1-1,0 0 1,15 0 0,-28 23 897,-2-17-690,0 1 0,-1-1 1,1 0-1,-1 0 0,0 0 0,0 0 1,0 0-1,-1-1 0,1 1 0,-1 0 0,0-1 1,0 0-1,-6 5 0,-53 39 975,29-24-202,28-19-771,0 0-1,0 0 1,0 0 0,0 1 0,1-1 0,0 1 0,0 1-1,0-1 1,0 0 0,1 1 0,0 0 0,0 0 0,0 0-1,1 0 1,0 0 0,0 0 0,1 1 0,0-1 0,0 0-1,0 1 1,1-1 0,0 1 0,1 12 0,0-16-136,0 0 0,0 0-1,1 0 1,-1-1 0,1 1 0,0 0 0,0-1 0,0 1 0,0-1 0,0 1 0,0-1 0,1 0 0,-1 0 0,1 0 0,-1-1 0,1 1 0,0 0-1,0-1 1,0 0 0,0 0 0,0 0 0,0 0 0,0 0 0,5 0 0,9 2-1230,-1 0 0,1-2 0,21 0 0,4-2-4165,1-6-3206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0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14967,'0'0'15559,"-36"6"-15559,36 9-208,0 0-1313,0 3-1792,0 1-1281,0-4-3666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9396,'0'0'23371,"-77"37"-23371,77-32 0,0-1 0,10 0-1745,7-4-1872,6 0-2402,8 0-288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1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4 488 272,'0'0'10898,"-4"11"-2616,5-17-7585,-1-1 1,1 1 0,0 0-1,1 0 1,2-9 0,29-57 369,-13 33-825,159-302-983,-193 406 1248,10-48-476,1 0 1,0 0 0,1 1 0,1 23 0,1-33-36,1-1 1,0 1-1,0 0 1,0 0-1,1-1 1,0 1-1,0-1 1,1 1-1,0-1 1,1 0 0,7 11-1,-10-16 2,0 0 0,0-1 0,0 1 0,1-1 0,-1 1 0,1-1 0,-1 0 0,1 0 1,0 0-1,-1 1 0,1-2 0,0 1 0,0 0 0,0 0 0,0-1 0,0 1 0,0-1 0,0 1 0,0-1 0,0 0 0,0 0 0,0 0 0,0 0 0,0 0 0,0 0 0,0 0 0,0-1 1,-1 1-1,1-1 0,0 1 0,0-1 0,0 0 0,0 0 0,0 0 0,-1 0 0,1 0 0,0 0 0,1-2 0,8-6-6,-1 0-1,0-1 1,0 0-1,12-17 0,-9 11-48,108-140-796,-88 112 804,-33 44 75,0-1-1,0 1 1,0 0-1,0 0 1,0 0-1,0 0 1,0 0 0,0-1-1,0 1 1,0 0-1,0 0 1,1 0-1,-1 0 1,0 0-1,0 0 1,0 0-1,0-1 1,0 1 0,0 0-1,0 0 1,1 0-1,-1 0 1,0 0-1,0 0 1,0 0-1,0 0 1,0 0 0,1 0-1,-1 0 1,0 0-1,0 0 1,0 0-1,0 0 1,0 0-1,1 0 1,-1 0-1,0 0 1,0 0 0,0 0-1,0 0 1,0 0-1,1 0 1,-1 0-1,0 0 1,0 0-1,0 0 1,0 0-1,0 0 1,0 1 0,1-1-1,-1 0 1,0 0-1,0 0 1,0 0-1,0 0 1,0 0-1,0 0 1,0 1-1,0-1 1,0 0 0,0 0-1,0 0 1,0 0-1,1 0 1,-1 1-1,0-1 1,2 18 537,-4 25-71,0-20-231,-1 7-192,1-1-1,1 0 0,2 0 0,4 30 1,-3-51-86,0-1 0,0 0 1,1 0-1,5 12 0,8 2-3022,-15-20 2296,1-1 0,-1 1-1,0 0 1,0 0-1,0-1 1,1 1 0,-1 0-1,0-1 1,1 1-1,-1-1 1,0 0 0,1 1-1,-1-1 1,2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1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5410,'0'0'21866,"119"21"-21609,-98-13-257,0-4-64,-7 1-833,5-5-1200,-4 0-1873,-3 0-2048,1-7-2658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1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4866,'0'0'17896,"-117"155"-16711,79-97 64,1 5-209,-9 0-64,8-3-703,7-3-273,-1-9-1073,11-9 273,7-14-1505,7-10-2065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 11253,'0'0'3770,"-19"0"152,4 0-3025,4-1-376,0 1 0,0 0 0,0 1 0,0 0 1,0 0-1,0 2 0,0-1 0,1 1 0,-1 1 0,-12 6 0,6-1-21,1 0-1,0 2 0,1 0 0,0 1 0,-17 18 0,26-24-456,1 0 1,0 0-1,0 0 0,1 0 1,-1 1-1,1 0 0,1 0 0,0 0 1,0 0-1,0 1 0,1-1 0,0 1 1,0 0-1,1-1 0,-1 12 0,2-14-51,1 0-1,0 0 0,0 0 0,0 0 0,1 0 1,0 0-1,0 0 0,0 0 0,1-1 0,-1 1 1,1-1-1,0 0 0,0 1 0,1-2 0,-1 1 1,9 7-1,7 4-83,0 0 0,30 17 0,-21-14-126,-9-6 34,-3-2-210,-1 0 0,17 15 1,-29-22 265,0 0 0,0 0 0,-1-1 0,1 2 0,-1-1 0,1 0 0,-1 0 0,0 1 0,0-1 1,-1 1-1,1 0 0,-1-1 0,0 1 0,0 0 0,1 7 0,-2-8 124,0-1 1,-1 1-1,1-1 0,-1 1 0,0-1 1,0 1-1,0-1 0,0 0 0,0 0 1,0 1-1,-1-1 0,1 0 0,-1 0 0,0 0 1,1 0-1,-1-1 0,0 1 0,0 0 1,0-1-1,0 1 0,0-1 0,-5 2 1,-7 4 196,0 0 1,-23 8 0,23-10 106,-18 6 366,13-4-479,0 0 0,1 1 0,-30 17 0,46-60-26129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12486,'0'0'13782,"-15"126"-11109,7-59-1184,-3 2-112,-1-3-545,1-1-704,1-8-128,4-5 0,-1-12-64,1-11-1057,0-10-607,0-11-625,-3-6-1329,-5-2-2177,-7-4-3313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2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42 848,'0'0'14316,"21"-6"-9788,4-2-3144,-9 2-565,1 0 0,0 2 0,0 0 0,1 1 1,29-1-1,190 3 2353,-236 1-3212,-4 1 21,-29 14 79,-47 27 0,68-35-60,0 0 1,1 0 0,0 1 0,0 1-1,1 0 1,0 0 0,-13 19-1,21-27-7,-1 1 0,1 0 0,0 0 1,0 0-1,1 0 0,-1-1 0,0 1 0,1 0 0,-1 0 0,1 0 0,-1 4 0,1-5-6,1-1 1,-1 1-1,0 0 0,0-1 1,0 1-1,1-1 1,-1 1-1,0 0 0,1-1 1,-1 1-1,0-1 1,1 1-1,-1-1 0,1 1 1,-1-1-1,1 0 1,-1 1-1,1-1 1,-1 1-1,1-1 0,0 0 1,-1 0-1,1 1 1,-1-1-1,1 0 0,0 0 1,-1 0-1,1 0 1,0 1-1,-1-1 0,1 0 1,0 0-1,-1 0 1,1 0-1,-1-1 0,2 1 1,24 0-176,-1-1-1,41-7 1,-55 6 140,-1-1-1,0 0 1,0 0-1,-1-1 1,1 0 0,-1-1-1,0 0 1,0 0 0,12-10-1,-21 15 87,0-1 0,0 1 0,1-1 0,-1 1 0,1-1 0,-1 1 0,1-1 0,-1 1 0,1-1 0,-1 1 0,1 0 0,-1-1 0,1 1 0,-1 0-1,1-1 1,-1 1 0,1 0 0,0 0 0,-1 0 0,1-1 0,0 1 0,-1 0 0,1 0 0,0 0 0,-1 0 0,2 0 0,-5 17 1311,-1-3-1802,-4 29-633,10-17-2857,-1-25 3598,-1 0 1,1-1-1,0 1 0,-1-1 0,1 1 0,0-1 1,0 1-1,0-1 0,-1 1 0,1-1 0,0 0 1,0 0-1,0 1 0,0-1 0,0 0 0,0 0 1,0 0-1,0 0 0,0 0 0,-1 0 0,1 0 1,0 0-1,0 0 0,1-1 0,4 1-1845,23 0-6785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4946,'0'0'19929,"-100"90"-19352,100-74-385,12-1-192,5-2-16,12-5-96,0-4-1153,7-4-1136,4 0-1745,-1-14-3810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11397,'0'0'12251,"-19"23"-9025,-62 81-1177,76-96-1846,0 1 0,1-1 1,0 1-1,0 0 0,1 1 1,0-1-1,1 0 0,0 1 1,0 0-1,1-1 0,0 18 1,-1 0 162,-12 315 672,8-307-1291,6-35 237,0 0 0,0 0 0,0 0 0,0 0 0,0 0 0,0 0 0,0 0 0,0 0-1,0 0 1,0 0 0,0 0 0,0 0 0,0 0 0,0-1 0,0 1 0,0 0 0,0 0 0,-1 0 0,1 0-1,0 0 1,0 0 0,0 0 0,0 0 0,0 0 0,0 1 0,0-1 0,0 0 0,0 0 0,0 0 0,0 0 0,0 0-1,0 0 1,0 0 0,0 0 0,0 0 0,-1 0 0,1 0 0,0 0 0,0 0 0,0 0 0,0 0 0,0 0 0,0 0-1,-1-20-676,1 10 453,1 0 1,-1 0-1,2 0 0,-1 0 1,1 0-1,1 0 1,0 0-1,1 1 0,-1-1 1,2 1-1,-1 0 1,1 0-1,1 0 0,0 1 1,9-11-1,-4 6 62,0 0-1,1 1 1,1 1-1,0 0 1,0 0-1,1 1 1,0 1-1,1 0 1,0 2-1,29-12 1,-43 19 201,-1-1 0,0 1 0,0 0 0,1 0 0,-1 0 0,0 0 0,1 0 0,-1-1 0,0 1 1,1 0-1,-1 0 0,0 0 0,1 0 0,-1 0 0,0 0 0,1 0 0,-1 0 0,0 0 0,0 0 0,1 1 1,-1-1-1,0 0 0,1 0 0,-1 0 0,0 0 0,1 0 0,-1 1 0,0-1 0,0 0 0,1 0 1,-1 0-1,0 1 0,0-1 0,0 0 0,1 0 0,-1 1 0,0-1 0,0 0 0,0 0 0,0 1 0,1-1 1,-1 1-1,-5 16 753,-15 16 493,8-18-700,2-1 0,-1 1 0,-13 28 0,20-34-552,1 1-1,0-1 1,0 1-1,0 0 1,2 0 0,-1 0-1,1 0 1,0 11-1,1-16-22,0 1 0,0-1 0,1 1 0,-1-1 0,1 0 0,3 11 0,-3-14-67,0 0 0,0 0 0,1-1 0,-1 1 1,0 0-1,1-1 0,-1 1 0,1-1 1,0 1-1,-1-1 0,1 0 0,0 0 0,0 0 1,0 0-1,0 0 0,0 0 0,0 0 0,0-1 1,0 1-1,3 0 0,5 1-1404,1 0 0,0-1 0,0-1 0,22-1 0,15-4-6500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170 209 6147,'0'0'12568,"-21"12"-7966,-64 39-1376,81-48-3062,0-1 0,0 2 0,0-1 1,1 0-1,-1 1 0,1 0 0,0 0 0,0 0 1,0 0-1,1 0 0,-1 0 0,1 1 0,0-1 0,0 1 1,1 0-1,-1-1 0,1 1 0,0 0 0,0 0 1,0 7-1,-1 3 126,-1 8-40,0 42 1,3-65-286,-1-4-164,0 0 116,1-1 1,0 1-1,0-1 1,0 1-1,1 0 1,-1-1 0,1 1-1,2-6 1,1-4-100,1-1 0,1 2 0,1-1 0,0 1 0,12-18 0,50-58-1506,-66 86 1615,-1 0 24,0 0 1,1 0 0,-1 0 0,1 1 0,0-1 0,0 1-1,0 0 1,0 0 0,6-3 0,-4 23 117,-1 4 16,0 1 0,13 35 0,-14-50-85,0 1 1,1-1-1,0 1 0,1-1 0,-1-1 0,2 1 0,-1-1 0,1 1 0,10 9 0,-15-16 2,0 0-1,1 0 1,-1 1-1,0-1 1,1 0-1,-1 0 1,1 0-1,-1-1 0,1 1 1,0 0-1,-1-1 1,1 1-1,0-1 1,-1 1-1,1-1 1,0 0-1,0 1 1,0-1-1,-1 0 1,1 0-1,0-1 0,0 1 1,-1 0-1,1 0 1,0-1-1,-1 1 1,1-1-1,0 0 1,-1 1-1,1-1 1,-1 0-1,1 0 1,-1 0-1,1 0 0,-1 0 1,1-1-1,-1 1 1,0 0-1,0 0 1,2-3-1,4-6 32,-1-1 0,0 1-1,0-1 1,7-22 0,-6 16-35,-5 12-4,55-144 242,-51 127-132,0-1 1,-1 0-1,-1 0 1,1-44-1,-11 72-662,1 1-313,1 1-1,0-1 0,0 1 0,-4 13 0,4-11-1880,1-1 0,1 2 0,-3 17 0,4 2-5219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50 3874,'0'0'20430,"-13"4"-18896,-42 10-336,51-12-1147,1 0-1,-1-1 0,1 1 0,-1 1 1,1-1-1,0 0 0,0 1 0,0 0 0,0 0 1,0 0-1,1 0 0,-1 0 0,1 0 1,0 1-1,0-1 0,0 1 0,1-1 0,-1 1 1,1 0-1,0 0 0,0 0 0,0-1 1,0 1-1,1 0 0,-1 0 0,1 0 1,0 0-1,1 5 0,20-9-119,-19 0 40,0 0 1,0 0-1,0 0 1,0-1 0,0 1-1,0-1 1,-1 1-1,1-1 1,0 0-1,0 0 1,0 1-1,0-1 1,-1-1 0,1 1-1,-1 0 1,1 0-1,-1-1 1,1 1-1,-1-1 1,0 1 0,1-1-1,-1 1 1,0-1-1,0 0 1,1-2-1,2-5-405,-1-1 0,1-1 0,3-19 0,2-8-3383,-8 34 2895,0 1 1,0-1-1,1 1 1,-1 0-1,1 0 1,0 0-1,2-4 1,6 1-5530,2 3-1585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4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105 505 2385,'0'0'22642,"-6"9"-20683,-3 2-1488,-1 1 0,0-1 0,0-1 0,-1 0 0,-1 0 0,-17 11 0,21-13-538,8-6-123,7-4 15,1-3 91,0-1-1,-1 1 1,0-1 0,0-1-1,0 1 1,-1-1-1,0-1 1,5-7 0,41-69-1430,-49 79 1437,24-45-687,-3-1 1,23-66 0,-37 86 1053,-1 0 0,-1-1 0,-2 0 0,-1 0 0,0-45 0,-15 79 1850,3 2-2080,1 1 1,-1 1 0,1 0 0,0-1 0,1 2-1,-1-1 1,1 1 0,1 0 0,-1 0 0,1 0-1,-4 9 1,-4 11-24,-17 51 0,20-45-440,1 0-1,-7 66 1,13-43-2723,4-1-3311,3-41 746,7-8-1080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4098,'0'0'16944,"14"-2"-15413,5 1-1113,57-8 805,-70 9-1183,0-1 1,-1-1 0,1 1 0,0-1-1,-1 0 1,1-1 0,-1 1 0,0-1-1,0 0 1,8-6 0,-11 7-34,-1 1-1,0-1 1,1 1 0,-1-1 0,0 1-1,0-1 1,0 0 0,0 0 0,-1 1-1,1-1 1,0 0 0,-1 0-1,1 0 1,-1 0 0,0 0 0,0 0-1,0 0 1,0 0 0,0 0 0,0 0-1,0 0 1,0 1 0,-1-1-1,1 0 1,-1 0 0,0-2 0,-1 1 1,1 0 1,-1 1 0,1-1-1,-1 0 1,0 1 0,0 0-1,0-1 1,0 1 0,0 0-1,-1 0 1,1 0 0,0 0-1,-1 0 1,0 1-1,-4-3 1,1 2 158,-1-1 1,0 1-1,0 1 1,0-1-1,0 1 0,0 0 1,0 1-1,-14 0 0,19 0-91,-1 1-1,1-1 0,0 0 0,0 1 0,-1-1 0,1 1 0,0 0 0,0-1 0,0 1 0,0 0 0,0 0 0,0 1 0,0-1 1,0 0-1,0 1 0,0-1 0,1 1 0,-1-1 0,1 1 0,-1 0 0,1 0 0,0 0 0,-1 0 0,1 0 0,0 0 0,0 0 1,1 0-1,-1 0 0,0 0 0,0 3 0,0 2-78,0 0 1,0 1-1,1-1 1,0 0-1,0 1 1,1-1-1,0 0 1,0 1-1,1-1 1,0 0-1,0 0 1,1 0-1,5 10 1,-4-9-449,2 0 1,-1-1-1,1 1 1,0-1 0,0 0-1,9 6 1,14 12-6447,-9-5-10057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6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1 918 3298,'0'0'1213,"22"-5"340,-4 1-1170,137-25 2257,452-61 5700,308-38-3730,-653 93-3669,1594-198 2568,-1249 165-3130,930-95 240,-394 102-233,-240 28-476,-799 24 523,183-38 1,-251 41 23,1 3 1,-1 0 0,1 3-1,47 5 1,-72-5-353,310 7 1621,-326-6-1784,0-1 0,0 1 0,1 0 0,-1 0 0,0 1-1,1-1 1,0 1 0,-1 0 0,1 0 0,0 0 0,-5 4 0,-13 7-3605,-1-6-4850,5-6-2481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1409,'0'0'13827,"0"0"-13764,0-1 0,0 1 0,0 0 0,0 0 0,0 0-1,1-1 1,-1 1 0,0 0 0,0 0 0,0 0 0,0 0 0,1-1-1,-1 1 1,0 0 0,0 0 0,0 0 0,1 0 0,-1 0 0,0 0-1,0 0 1,0-1 0,1 1 0,-1 0 0,0 0 0,0 0 0,1 0-1,-1 0 1,0 0 0,0 0 0,1 0 0,-1 0 0,0 0-1,0 0 1,0 1 0,1-1 0,-1 0 0,0 0 0,0 0 0,1 0-1,-1 0 1,0 0 0,0 0 0,0 1 0,1-1 0,-1 0 0,0 0-1,0 0 1,0 0 0,0 1 0,0-1 0,1 0 0,-1 0 0,0 0-1,0 1 1,0-1 0,0 0 0,0 0 0,0 1 0,2 7 408,-1 1 0,0 0 0,-1-1 0,0 1 0,-1 9 0,0 7 544,1 27 131,1 1-1,3-1 0,12 56 0,-13-97-1009,0 0-1176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4162,'0'0'14214,"144"-67"-10500,-75 55-1569,4-1-1072,-10 5-785,-6 4-288,-11 4-400,-13 0-2210,-4 0-3424,-14-2-5108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9156,'0'0'3282,"-26"1"191,0-1-2385,10-1-511,1 1 0,-1 0 0,0 2 0,1-1 0,0 2 0,-1 0 0,1 1 0,-22 9-1,18-5 5,0 1 0,1 0-1,-21 15 1,35-22-522,0 0 0,1 1-1,-1 0 1,1 0 0,0 0 0,0 0 0,0 0 0,0 1 0,0-1 0,1 1-1,0-1 1,0 1 0,0 0 0,0 0 0,0 0 0,1 1 0,0-1-1,-1 0 1,2 0 0,-1 1 0,0-1 0,1 5 0,0-6-62,1-1 1,0 1-1,-1 0 1,1-1-1,0 1 0,0-1 1,0 0-1,1 1 1,-1-1-1,0 0 1,1 0-1,0 0 1,-1 1-1,1-2 0,0 1 1,0 0-1,0 0 1,3 1-1,45 23-84,-34-18 63,9 4 16,3 0-220,0 2 0,-1 1 1,0 1-1,-1 1 0,31 27 1,-53-40 151,0 0 1,-1 0-1,0 0 1,1 1-1,-2-1 1,1 1-1,0 0 1,-1 0 0,0 0-1,0 0 1,0 0-1,1 8 1,-3-11 81,0 1 0,1 0 1,-1-1-1,0 1 1,0 0-1,-1-1 1,1 1-1,0 0 1,-1-1-1,0 1 0,1 0 1,-1-1-1,0 1 1,0-1-1,-1 0 1,1 1-1,0-1 1,-1 0-1,0 0 0,1 0 1,-1 0-1,0 0 1,0 0-1,0 0 1,-4 2-1,-15 8 187,-1-2 0,-1 0 1,1-2-1,-1 0 0,-1-2 0,1 0 0,-1-2 0,0 0 0,-45 0 1,65-4-522,-7-2-936,9-7-2339,2-11-3528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29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13302,'0'0'6819,"-56"107"-2833,39-43-2017,0 1-801,9 0-191,2-4-449,4-1-464,0-10-64,2-10-80,-3-11-800,-3-12-1329,-6-6-1025,-5-11-2913,-10 0-4369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0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8580,'0'0'5800,"29"-4"-2062,-5 0-2874,173-21 4869,77 15-3604,-273 9-2129,-1 1 0,1 0 0,0 0 0,-1 0-1,1 0 1,0 0 0,-1 0 0,1 0 0,0 0-1,-1 0 1,1 0 0,0 0 0,-1 0 0,1 0 0,0 0-1,-1 1 1,1-1 0,0 0 0,-1 1 0,1-1 0,-1 0-1,1 1 1,-1-1 0,1 0 0,-1 1 0,1-1-1,-1 1 1,1-1 0,-1 1 0,1 0 0,-1-1 0,0 1-1,1-1 1,-1 1 0,0 0 0,0-1 0,1 1-1,-1 0 1,0-1 0,0 1 0,0 0 0,0-1 0,0 1-1,0 0 1,0-1 0,0 1 0,0 0 0,0-1-1,0 1 1,0 0 0,-1-1 0,1 1 0,0 0 0,0-1-1,-1 1 1,1 0 0,0-1 0,-1 1 0,-2 4 38,0-1 0,1 0 0,-1 1 0,-1-1 0,1-1 0,-5 5 0,-2 0 21,1 0-36,-1 0 0,1 0 0,0 1 0,1 0 0,0 0 0,0 1 0,1 0 0,0 0 0,-6 15 0,12-22-73,-1 1-47,0-1-1,1 1 1,0 0-1,0 0 0,0-1 1,0 1-1,1 6 1,18-16-796,-15 5 932,0 1 0,0-1 0,-1 0 0,1-1 0,0 1 0,-1 0-1,6-4 1,-6 3 220,1-1-1,0 1 0,0 0 1,0 0-1,0 1 0,0-1 1,1 1-1,-1-1 0,0 1 1,1 0-1,6-1 0,-8 2-224,0 0 0,0 0 1,0 1-1,0-1 0,-1 1 0,1-1 0,0 1 0,0-1 0,0 1 0,0 0 0,-1 0 1,1 0-1,0 0 0,-1 0 0,1 1 0,-1-1 0,1 0 0,-1 1 0,0-1 0,1 1 0,-1-1 1,2 4-1,6 10-257,20 25-1287,-28-38 848,1 1 0,0-1 1,0 0-1,0 0 0,1-1 0,-1 1 1,0 0-1,1-1 0,-1 1 1,1-1-1,-1 0 0,1 0 0,4 1 1,15-1-7463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0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3362,'0'0'22146,"-19"9"-20764,-61 30-449,75-36-848,0-1-1,1 1 1,-1 0-1,1 0 0,-1 0 1,1 1-1,0 0 0,1-1 1,-1 1-1,1 1 0,-1-1 1,1 0-1,0 1 1,1 0-1,-4 8 0,1-3-9,2-4-58,0 1 0,0 0 0,1-1 0,0 1 0,0 0 0,1 0 0,0 0 0,0 0 0,1 13 0,0-17-44,0-1 1,1 0 0,-1 0-1,0 1 1,1-1-1,0 0 1,-1 0 0,1 0-1,0 1 1,0-1-1,0 0 1,0 0 0,1 0-1,-1-1 1,0 1-1,1 0 1,0 0 0,-1-1-1,1 1 1,0-1-1,0 0 1,0 1-1,0-1 1,0 0 0,0 0-1,0 0 1,0 0-1,0 0 1,0-1 0,1 1-1,-1-1 1,4 1-1,7 0-718,0 0-1,0-1 1,0 0-1,0-1 1,0 0-1,0-2 1,-1 1-1,1-1 0,-1-1 1,24-10-1,32-21-5032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0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4722,'0'0'10821,"-19"12"-6152,3-4-3725,8-5-534,1 1 0,0-1-1,0 1 1,0 1-1,1-1 1,-1 1 0,1 1-1,0-1 1,1 1-1,-1 0 1,1 0 0,0 0-1,1 1 1,-1 0-1,1 0 1,-5 13 0,0 11 600,1 1 0,2 0 1,-5 63-1,8 104-313,3-130-788,0 112 91,0-194-109,0-21-596,6-48 1,-4 70 519,0 1 0,1-1 1,0 1-1,1 0 0,0 0 1,0 1-1,2-1 1,6-10-1,-2 5-164,2 1-1,0 1 1,1 0-1,0 0 1,1 1 0,0 1-1,30-20 1,-31 25 308,0 0-1,0 0 1,0 1 0,1 1-1,0 0 1,0 1 0,0 0-1,1 1 1,-1 1 0,26-1-1,-46 9 805,-95 48 1411,68-38-1205,0 2-1,-46 32 1,76-49-945,1 1 1,-1 0-1,1 0 0,-1 1 1,1-1-1,0 0 1,0 1-1,0 0 0,0-1 1,0 1-1,1 0 0,-1 0 1,1 0-1,0 0 0,-1 0 1,1 0-1,1 0 0,-1 0 1,0 1-1,1-1 0,0 0 1,0 0-1,0 1 0,0-1 1,1 4-1,0-3-26,0 0-1,1 0 1,0-1-1,0 1 1,0 0 0,0-1-1,1 1 1,-1-1-1,1 0 1,0 0-1,0 0 1,0 0 0,0 0-1,1-1 1,-1 1-1,1-1 1,-1 0-1,7 3 1,12 4-368,0-1-1,0 0 1,1-2 0,0-1-1,0-1 1,29 2 0,13-4-4688,-2-6-4060,-7-6-3327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9428,'0'0'7542,"-19"12"-3553,8-5-3310,-3 0 110,1 1 1,0 1-1,1 0 1,0 0 0,1 2-1,0-1 1,0 1-1,-14 20 1,14-14-488,0-1-1,1 2 1,1-1 0,0 1-1,2 0 1,0 1 0,1 0-1,0 0 1,2 0 0,1 1-1,-3 32 1,6-49-309,1 0 0,-1 1-1,0-1 1,1 1 0,-1-1-1,1 0 1,0 0 0,0 1 0,1-1-1,-1 0 1,1 0 0,-1 0-1,1 0 1,0 0 0,0-1 0,0 1-1,0-1 1,1 1 0,-1-1-1,1 0 1,-1 1 0,1-2 0,0 1-1,0 0 1,0 0 0,0-1-1,0 1 1,0-1 0,4 1 0,4 1-121,0-1 0,0 0 0,0-1 1,1 0-1,-1 0 0,1-1 0,17-3 1,-25 3 98,-1-1 1,0 0-1,1 0 1,-1 0-1,0 0 1,0-1-1,0 0 1,0 1-1,0-1 1,0 0-1,-1 0 1,1 0-1,-1-1 1,1 1-1,-1-1 1,0 1-1,0-1 1,0 0-1,0 0 1,0 0-1,-1 0 1,1 0-1,-1 0 1,0 0-1,0 0 1,0-1-1,0 1 1,-1 0-1,1-7 1,0 0-24,0 0-1,-1 0 1,0 0 0,0-1 0,-1 1 0,-1 0 0,0 0-1,0 0 1,-4-10 0,1 10 60,1 0-1,-1 0 1,-1 0 0,0 1-1,0 0 1,-1 1-1,-14-15 1,17 19-88,0 0-1,-1 0 0,0 0 1,0 0-1,0 1 1,0 0-1,-1 0 1,1 1-1,-1-1 1,0 1-1,0 0 1,0 1-1,0-1 1,0 1-1,-8 0 1,13 1-167,0 0 0,1 0 1,-1 1-1,0-1 0,0 1 1,0-1-1,1 0 0,-1 1 1,0 0-1,0-1 0,1 1 1,-1-1-1,0 1 0,1 0 1,-1-1-1,1 1 0,-1 0 1,1 0-1,-1-1 0,1 1 1,0 0-1,-1 0 0,1 0 1,0 0-1,0 0 0,0-1 1,-1 1-1,1 0 0,0 0 1,0 0-1,0 0 0,0 0 1,1 0-1,-1 0 0,0-1 1,0 1-1,0 0 0,1 0 1,-1 0-1,0 0 0,1-1 1,-1 1-1,1 0 0,-1 0 1,1-1-1,-1 1 0,2 1 1,19 15-8622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506 143 9893,'0'0'4001,"-20"-19"834,-70-64-551,85 79-4001,-1 0 1,0-1-1,1 2 0,-1-1 0,-1 1 0,1 0 1,0 0-1,-1 1 0,0-1 0,1 2 0,-1-1 1,0 1-1,0 0 0,0 0 0,0 1 1,0 0-1,0 0 0,0 0 0,-10 3 0,10-2-131,1 0-50,0 1 0,0-1 0,0 2 0,0-1 0,0 0 1,1 1-1,-1 0 0,1 1 0,0-1 0,0 1 0,0 0 0,1 0 0,-1 0 0,1 1 0,0 0 0,0-1 0,0 1 0,1 1 0,0-1 0,-4 10 0,-4 7 172,1 1 0,1 1 0,-10 45 0,7-11-72,3 0 0,-3 80-1,12 122-242,1-124-432,0-108 116,0-21 59,-1 1 1,0-1-1,0 1 0,0-1 1,-1 0-1,0 1 0,0-1 1,-1 1-1,0-1 0,-5 11 1,6-17 117,1 0 1,-1 0 0,1 0-1,-1 0 1,0 0-1,1 0 1,-1 0 0,0-1-1,0 1 1,0 0-1,0 0 1,0-1 0,0 1-1,0-1 1,0 1 0,0-1-1,0 1 1,0-1-1,0 0 1,-2 1 0,-13-1-5301,14 0 4834,-11-2-7664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1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10949,'0'0'12278,"115"25"-12278,-86-4-1409,4 4-3665,-6-4-6324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1282 10181,'0'0'4447,"2"-20"-872,0-11-2009,2 0 0,2 1 0,15-51 0,118-308 2211,107-178-4777,-174 434 1574,-71 153 1526,-17 123-14,-2 26-1344,14 206-722,5-234-19,12 34-1,-12-162 0,0-3 775,-2-7-2341,-15-32-15443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13958,'0'0'8167,"26"0"-4323,160 0-754,78 0-4472,-264 32 1350,0-15 309,0-8 61,-1 0-1,1 0 1,1 1-1,-1-1 1,2 0-1,-1 0 1,1 0-1,1 0 1,0 0-1,0 0 0,7 13 1,-9-21-324,0 0-1,0 0 1,-1-1-1,1 1 1,1 0-1,-1 0 1,0-1-1,0 1 1,0-1 0,0 1-1,0-1 1,0 0-1,1 1 1,-1-1-1,0 0 1,0 0-1,1 0 1,-1 0 0,0 0-1,0 0 1,1 0-1,-1 0 1,0 0-1,2-1 1,1 0-30,-1 0 0,1 0 0,-1 0 0,1 0 0,-1-1 0,0 1 0,0-1 0,4-2 0,9-8-101,126-90-1837,-132 96 1915,-3 2 98,0-1-1,0 1 1,0-1-1,6-7 2026,-11 35-1692,-1-20-443,-1 0 0,1 0 1,0-1-1,0 1 0,0 0 0,0 0 1,0-1-1,1 1 0,-1-1 0,1 1 0,0-1 1,-1 0-1,1 1 0,0-1 0,0 0 0,1 0 1,-1-1-1,0 1 0,1 0 0,-1-1 1,1 1-1,-1-1 0,1 0 0,0 0 0,0 0 1,-1 0-1,1 0 0,0-1 0,0 1 0,0-1 1,0 0-1,5 0 0,0 0-226,-1 0 0,0-1 0,1 0 0,-1 0 0,0-1 0,0 0 0,0 0 0,0 0 0,0-1 0,-1 0 0,1-1 0,7-5 0,-13 9 498,-1-1 1,1 1-1,-1 0 1,1 0-1,0-1 0,-1 1 1,1 0-1,-1 0 1,1 0-1,0-1 0,-1 1 1,1 0-1,0 0 1,-1 0-1,1 0 0,0 0 1,-1 0-1,1 1 1,0-1-1,0 0 1,22 15-113,-6-4-343,16-4-2472,3-6-4065,-6-3-2145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3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64 124 9668,'0'0'19692,"-10"13"-18040,-30 45-465,38-56-1156,0 0 1,1 0-1,0 1 0,0-1 1,0 1-1,0-1 1,0 1-1,0-1 1,0 1-1,1 0 1,-1-1-1,1 1 0,0 0 1,0-1-1,0 1 1,1 3-1,-1-5-27,1 1 0,-1-1 0,1 1 0,0-1 0,-1 0 0,1 0 0,0 1 0,0-1 0,0 0 0,0 0 0,0 0 0,0 0 0,1 0 0,-1 0 0,0 0 0,0 0 0,1-1 0,-1 1 0,0-1 0,3 2 0,0-1-8,1 0 0,0 0 0,0 0 1,0-1-1,0 1 0,0-1 0,0 0 0,0-1 0,-1 1 1,1-1-1,0 0 0,8-3 0,-9 2-5,0 0 1,0 0-1,-1-1 1,1 1-1,-1-1 1,0 0-1,0 0 0,0 0 1,0 0-1,0-1 1,-1 1-1,0-1 1,1 0-1,-1 0 0,-1 1 1,1-1-1,0 0 1,-1-1-1,0 1 0,0 0 1,0 0-1,-1 0 1,1-1-1,-1-3 1,0 0-5,0 0 0,0 0 1,-1 1-1,0-1 0,0 1 1,-1-1-1,0 1 0,0-1 1,-1 1-1,1 0 0,-2 0 1,-6-11-1,5 11 12,0 0-1,-1 0 0,0 1 1,0 0-1,-7-6 0,10 10-189,0 0-1,-1 0 1,1 0-1,-1 0 0,1 0 1,-1 1-1,0 0 1,1 0-1,-1 0 1,0 0-1,0 0 0,0 1 1,-4-1-1,7 1-25,0 0-1,1 0 0,-1 0 1,0 1-1,1-1 0,-1 0 1,0 0-1,0 0 0,1 1 0,-1-1 1,0 0-1,1 1 0,-1-1 1,1 0-1,-1 1 0,0-1 1,1 1-1,-1-1 0,1 1 1,-1-1-1,1 1 0,0-1 1,-1 1-1,1 0 0,-1-1 1,1 1-1,0-1 0,0 1 1,-1 0-1,1 0 0,0-1 1,0 2-1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17224,'0'0'13638,"-125"174"-11733,95-93-1905,7 7 0,7 2 0,-1-6 0,0-7 0,5-16 0,-5-11 0,-6-12-2353,2-18-1777,-4-15-1392,0-5-4931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10789,'23'-10'3708,"320"-126"9720,-317 126-12921,-1-1 1,0-1-1,24-17 1,-48 29-492,0 0-1,-1 0 0,1-1 1,0 1-1,-1 0 1,1-1-1,-1 1 1,1 0-1,0-1 1,-1 1-1,1-1 1,-1 1-1,1-1 1,-1 1-1,0-1 1,1 1-1,-1-1 1,1 0-1,-1 1 1,0-1-1,0 1 1,1-1-1,-1 0 0,0 1 1,0-1-1,0 0 1,0 1-1,1-2 1,-2 1 3,0 1 1,0-1-1,0 1 1,0 0-1,0-1 1,0 1-1,0 0 1,0-1-1,0 1 1,0 0-1,0 0 1,0 0-1,0 0 0,0 0 1,-1 0-1,-46 5 211,41-3-198,0 1 0,1-1-1,-1 1 1,1 0 0,-1 1 0,1-1 0,0 1 0,1 1 0,-1-1 0,1 1-1,0 0 1,0 0 0,0 1 0,1-1 0,-1 1 0,1 0 0,1 0-1,-1 0 1,1 1 0,0-1 0,1 1 0,0 0 0,-2 8 0,-2 14 90,1 0 1,2 1 0,0 0-1,3 36 1,0-50-109,0 1 1,0-1-1,1 1 0,0 0 0,2-1 1,0 1-1,1-1 0,0 0 0,11 26 1,-14-41-14,-1 0 0,1-1-1,-1 1 1,0 0 0,1 0 0,-1-1 0,1 1 0,0 0 0,-1-1 0,1 1 0,0-1 0,-1 1 0,1-1 0,0 1 0,-1-1 0,1 0 0,0 1 0,0-1 0,0 0 0,-1 1 0,1-1 0,0 0 0,0 0 0,0 0 0,0 0 0,0 0 0,-1 0 0,1 0 0,0 0 0,0 0 0,0 0 0,0 0 0,-1-1 0,1 1 0,0 0 0,1-1 0,0 0 5,0 0 0,0 0 0,-1 0 0,1 0 0,-1 0 1,1-1-1,-1 1 0,1 0 0,-1-1 0,1 1 0,-1-1 0,0 0 0,0 1 0,1-3 1,39-130 150,-41 134-158,0 0-1,0-1 1,0 1-1,0 0 1,0-1-1,0 1 1,0 0-1,0-1 1,0 1-1,0 0 1,1 0-1,-1-1 1,0 1-1,0 0 1,0 0-1,0-1 1,0 1-1,0 0 1,1 0-1,-1-1 1,0 1-1,0 0 1,0 0-1,1-1 1,-1 1-1,0 0 1,0 0-1,1 0 1,-1 0-1,0 0 1,0-1-1,1 1 1,-1 0-1,0 0 1,1 0-1,-1 0 1,0 0-1,0 0 1,1 0-1,-1 0 1,0 0-1,1 0 1,-1 0 0,0 0-1,0 0 1,1 0-1,-1 0 1,0 0-1,1 0 1,-1 1-1,0-1 1,0 0-1,1 0 1,-1 0-1,0 0 1,0 0-1,1 1 1,-1-1-1,0 0 1,0 1-1,8 10-139,-8-11 136,2 5-293,21 37-2291,-7-23-1774,4-9-4344,-2-9-1623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19 127 6835,'0'0'17784,"17"-12"-16642,50-39-261,-64 49-813,-1 1 1,0-1-1,0 0 0,-1 0 1,1 0-1,0 0 1,0 0-1,-1-1 1,2-2-1,-3-10 634,-1 7-205,1 7-460,-1 0 1,1 1-1,-1-1 0,1 0 1,-1 0-1,1 0 0,-1 0 1,1 1-1,-1-1 1,0 0-1,1 0 0,-1 1 1,0-1-1,1 1 0,-1-1 1,0 1-1,0-1 0,0 1 1,0-1-1,0 1 0,1 0 1,-1-1-1,0 1 0,0 0 1,0 0-1,0 0 0,0-1 1,0 1-1,0 0 0,-1 1 1,-38-3 552,31 3-385,8-2-148,-1 1 0,0 0 1,0 0-1,0 0 0,0 0 0,1 0 0,-1 1 1,0-1-1,0 0 0,0 1 0,1 0 0,-1-1 1,0 1-1,1 0 0,-1 0 0,1 0 0,-1 0 1,1 0-1,-1 0 0,1 0 0,-1 0 0,1 1 1,0-1-1,-2 3 0,2 0-12,-1 1 0,1 0-1,0-1 1,0 1 0,1 0 0,-1 0-1,1 0 1,1 6 0,-2-4-140,2-1 0,-1 1 0,1-1 0,0 1 0,0-1 0,1 1 0,0-1 0,0 0 0,3 7 0,-3-9-294,1-1 0,-1 1 1,1-1-1,-1 0 0,1 0 0,0 0 1,0 0-1,0 0 0,0-1 1,1 1-1,-1-1 0,1 0 0,0 0 1,-1 0-1,1-1 0,4 2 1,25 4-6194,3-6-3889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4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44 182 10181,'0'0'19894,"-7"12"-18565,-23 39-572,30-51-748,0 0 0,0 0-1,0 0 1,0-1 0,0 1-1,0 0 1,0 0 0,0 0-1,0 0 1,0 0 0,0 0-1,0 0 1,0 0 0,0 0-1,0-1 1,0 1 0,0 0-1,0 0 1,0 0 0,0 0-1,0 0 1,0 0 0,-1 0-1,1 0 1,0 0 0,0 0-1,0 0 1,0 0 0,0 0-1,0 0 1,0 0 0,0 0-1,0 0 1,-1 0 0,1 0 0,0 0-1,0 0 1,0 0 0,0 0-1,0 0 1,0 0 0,0 0-1,0 0 1,0 0 0,-1 0-1,1 0 1,0 0 0,0 0-1,0 0 1,0 0 0,0 0-1,0 0 1,0 0 0,0 0-1,0 0 1,0 0 0,0 0-1,-1 0 1,1 1 0,0-1-1,0 0 1,0 0 0,0 0-1,0 0 1,-2-15 88,1-21-167,1 35 85,0-35-318,0-37 642,0 24-5348,0 48 4551,0 0 1,0 0-1,0 1 0,1-1 1,-1 0-1,0 0 0,0 1 1,1-1-1,-1 0 0,0 0 0,1 1 1,-1-1-1,1 0 0,-1 1 1,1-1-1,-1 0 0,1 1 1,-1-1-1,1 1 0,0-1 1,3-2-1871,11-13-7732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4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9973,'0'0'22154,"-35"107"-21514,30-67-640,1-3 0,-4-1 0,-1-7-416,-3-8-2241,-3-13-1537,-6-8-3170,-4-18-7763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11637,'0'0'13913,"21"18"-10719,68 60-1289,117 135 0,-189-192-1853,-1 1 1,22 41 0,-33-53-128,0 0-1,-1 0 1,0 0 0,-1 1-1,0 0 1,-1 0 0,0 0-1,-1 0 1,0 14 0,-1-20 26,-1-1 0,0 0 0,0 1 1,0-1-1,-1 0 0,1 0 0,-1 0 1,0 0-1,0 0 0,-1-1 0,1 1 1,-1-1-1,1 1 0,-1-1 0,0 0 1,-1 0-1,1 0 0,0-1 0,-1 1 1,0-1-1,1 1 0,-1-1 0,-5 2 1,-13 5 46,0 0 0,-1-1 0,-25 5 0,25-7-16,-3 1-550,-71 18 1026,64-21-3288,0-2-3484,43-23-9720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5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13 171 10293,'0'0'13755,"18"-13"-13133,53-41-254,-69 53-353,0-1 0,1 1 0,-1-1 0,-1 0 0,1 0 0,0 0 0,0 0 0,0 0 0,-1 0 0,1 0 0,-1 0 0,0 0 0,0-1 0,0 1 0,0-1 0,0 1 0,0-1 0,-1 1 0,1-1 0,-1 1 0,1-1 0,-1 0 0,0 1 0,0-1 0,-1 0 0,1 1 0,-1-4 0,-1-9 176,2 14-114,0 0 0,-1 0 0,1-1-1,-1 1 1,1 0 0,-1 0 0,0 0 0,1 0-1,-1 0 1,0 0 0,0 0 0,0 0 0,0 0 0,0 1-1,0-1 1,0 0 0,0 1 0,0-1 0,0 0 0,0 1-1,0-1 1,0 1 0,-1 0 0,1-1 0,0 1-1,0 0 1,0 0 0,-1-1 0,1 1 0,0 0 0,-2 1-1,-1-2 117,0 1-1,0 0 1,1 0-1,-1 0 1,0 1-1,0-1 1,0 1-1,1 0 1,-8 2-1,7 0-76,1 0-1,-1 0 0,1 0 1,0 0-1,0 1 0,0-1 1,0 1-1,1-1 0,-1 1 1,1 0-1,0 0 0,0 0 1,0 1-1,1-1 0,0 0 1,-1 1-1,0 8 0,-1 8-14,1 0-1,1 30 1,1-48-110,0 0-119,0 0 0,0 0 0,0 0-1,0 0 1,0 0 0,1-1 0,-1 1-1,1 0 1,0 0 0,0 0-1,0-1 1,0 1 0,1 0 0,-1-1-1,1 1 1,-1-1 0,1 1 0,0-1-1,0 0 1,0 0 0,0 0-1,3 2 1,-2-2-787,1 0-1,0-1 1,-1 0 0,1 1-1,0-1 1,-1 0 0,1-1-1,0 1 1,0-1 0,8 0-1,14 0-10590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11461,'0'0'10264,"-19"1"-5868,-56 5-1682,74-5-2658,0-1 1,-1 0 0,1 1 0,0-1-1,0 1 1,0-1 0,-1 1 0,1-1 0,0 1-1,0 0 1,0 0 0,0-1 0,0 1-1,0 0 1,0 0 0,0 0 0,1 0 0,-1 0-1,0 0 1,0 1 0,1-1 0,-1 0 0,1 0-1,-1 0 1,1 1 0,-1-1 0,1 3-1,2 30 309,-1-28-332,1 2-28,1 0 0,0 0 1,0 0-1,1-1 0,0 1 0,0-1 0,0 0 0,1 0 0,0-1 1,8 8-1,-8-8-40,1 0 1,-1 1-1,0-1 1,0 1-1,-1 1 1,0-1-1,0 0 1,-1 1-1,0 0 1,0 0-1,2 12 1,-4-17-45,-1 1 0,0-1 1,1 1-1,-1 0 1,-1-1-1,1 1 0,0-1 1,-1 1-1,0 0 0,0-1 1,0 0-1,0 1 1,-1-1-1,1 0 0,-1 1 1,0-1-1,-2 3 0,-1-1-3,0 0 0,0-1 0,0 0-1,-1 0 1,0-1 0,0 1 0,0-1-1,-9 3 1,9-3-1,0-1 1,-1 0-1,0 0 1,1-1-1,-9 2 1,-6-2-4425,22-15-4666,9-6 898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5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4914,'0'0'26140,"-55"108"-25195,51-89-801,2-2-144,-2-9-705,4 1-1071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1809,'0'0'24907,"0"-4"-25243,-2 29-1393,-2 0-3249,2-2-4867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6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94 12134,'0'0'19683,"-9"19"-18845,-28 62-726,35-74-112,-1 1 0,2 0 0,-1 0 0,1-1 0,0 1 0,0 0 0,1 0 0,1 14 0,0 2 0,-1 250-8,0-270-16,0 5-56,-1 1-1,0-1 1,-3 15 0,4-23-12,0 0-1,0 0 0,0 0 0,-1 1 1,1-1-1,0 0 0,-1 0 1,1 0-1,-1 0 0,1 0 0,-1 0 1,0 0-1,1 0 0,-1 0 1,0 0-1,0 0 0,0 0 0,1 0 1,-1-1-1,0 1 0,0 0 1,0-1-1,0 1 0,0-1 0,-1 1 1,1-1-1,0 1 0,0-1 1,0 0-1,0 1 0,-1-1 0,1 0 1,0 0-1,0 0 0,0 0 1,-2 0-1,1-1-37,0 0 0,1 0-1,-1 0 1,1 0 0,-1-1 0,1 1 0,-1 0 0,1-1-1,0 1 1,-1-1 0,1 1 0,0-1 0,0 1 0,0-1 0,1 0-1,-1 0 1,0 1 0,1-1 0,-1 0 0,1 0 0,-1 0-1,1-2 1,-7-49-574,7 46 595,-2-17-75,1 0 0,5-44 0,-2 56 173,0 0 0,1 1 0,0-1 0,1 1 0,0 0 0,1 0 0,10-19 0,3 5 252,0 0 1,2 1 0,0 1 0,39-32 0,103-72 3882,-102 83-1830,-40 32-1691,-20 12-603,-1 0 0,1 0 0,0 1 0,0-1 0,0 0 0,0 0 0,0 0 0,0 0 0,0 0 0,0 0 0,0 0 0,0 0 0,0 0 0,0 0 0,0 1 0,0-1 0,0 0 0,0 0 0,0 0 0,0 0 0,0 0 0,0 0 0,0 0 0,0 0 0,0 0 0,0 0 0,0 1 0,0-1 0,0 0 0,0 0 0,0 0 0,1 0 0,-1 0 0,0 0 0,0 0 0,0 0 0,0 0 0,0 0 0,0 0 0,0 0 0,0 0 0,0 0 0,0 1 0,0-1 0,0 0 0,1 0 0,-1 0 0,0 0 0,0 0 0,0 0 0,0 0 0,0 0 0,0 0 0,0 0 0,0 0 0,0 0 0,1 0 0,-1 0 0,0 0 0,0 0 0,0 0 0,0-1 0,0 1 0,0 0 0,0 0 0,0 0 0,0 0 0,1 0 0,-2 3 0,0 41 0,-1-16 0,4 45 0,-2-66 0,1-1 0,0 0 0,0 1 0,1-1 0,0 0 0,0 0 0,0 0 0,1 0 0,0 0 0,0 0 0,0-1 0,7 8 0,-8-10 0,1-1 0,0 0 0,0 0 0,0 0 0,0 0 0,0 0 0,1-1 0,-1 1 0,0-1 0,6 1 0,-5-1 0,-1 0 0,0 0 0,0 1 0,1-1 0,-1 1 0,0-1 0,0 1 0,0 0 0,3 3 0,-5-4 1,-1-1 0,1 1 0,-1 0 0,1 0 0,-1-1 0,1 1 0,-1 0 0,0 0 0,1 0 0,-1-1 0,0 1 0,0 0 0,0 0 0,1 0 0,-1 0 0,0 0 0,0-1 0,0 1 0,-1 0 0,1 0 0,0 0 0,0 0 0,0 0 0,-1-1 0,1 1 0,0 0 0,-1 0 0,1 0 0,0-1 0,-1 1 0,1 0 0,-1-1 0,0 2 0,-22 18-571,-6-10-2810,-4-5-3333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86 1473,'0'0'4316,"-27"-18"2976,16-8-3669,12 12-3556,0-11 39,-2 23 781,-1 12 1054,-34 296 1810,26-269-3629,8-31-365,0 0 1,0 1-1,1-1 1,-1 12-1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3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8548,'0'0'10789,"109"0"-10357,-67 0-432,4 0-1056,4-6-2802,2-11-5571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1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13 1857,'0'0'4276,"6"-12"836,-22 374-1145,16-346-3952,-5 136-656,3-132-59,-1 1 1,-1-1-1,-1-1 1,0 1-1,-12 26 1,14-41 257,3-3 210,0-1 0,-1 0 0,1 0 0,0 0 0,-1 0 0,0 0 0,1 0 0,-1 0 0,1 0 0,-1 0 0,0 0 0,0 0 0,0-1 0,0 1 0,1 0 0,-1 0 0,-2 0 0,-5 0-3522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43 4514,'0'0'7422,"18"-7"-4831,58-23-844,-73 29-1665,-1 0 0,1 0 0,-1 1 0,1-1 1,-1 1-1,1-1 0,0 1 0,-1 0 0,1 0 0,0 0 0,-1 0 0,1 0 0,0 1 0,-1-1 0,1 1 0,0 0 0,-1-1 1,1 1-1,-1 0 0,0 1 0,1-1 0,-1 0 0,0 1 0,0-1 0,1 1 0,-1 0 0,0 0 0,-1 0 0,1 0 1,0 0-1,-1 0 0,1 0 0,-1 1 0,3 3 0,-1 2-2,0 0 0,0 0-1,-1 1 1,0-1 0,0 0 0,-1 1-1,0-1 1,-1 10 0,0-15-52,0 1-1,-1 0 0,0-1 1,0 1-1,0-1 1,0 1-1,0-1 1,-1 0-1,0 1 0,1-1 1,-1 0-1,0 0 1,-1 0-1,1 0 1,-1 0-1,1-1 1,-1 1-1,0-1 0,0 0 1,0 0-1,0 0 1,0 0-1,0 0 1,-4 1-1,-11 5 85,0-1 0,0-1 0,-26 6 1,31-9-119,7-2-32,-8 3-142,-1-1 0,1 0 0,-22 1 0,60-19-14341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2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6243,'0'0'13534,"-3"10"-12117,-5 17-387,1 1 0,1 0 1,2 0-1,-1 31 0,5-59-1034,0 1-1,0-1 0,0 1 0,0-1 0,0 1 0,0 0 1,1-1-1,-1 1 0,0-1 0,0 1 0,0-1 0,1 1 1,-1-1-1,0 0 0,1 1 0,-1-1 0,0 1 0,1-1 1,-1 0-1,1 1 0,-1-1 0,1 0 0,-1 1 0,1-1 1,-1 0-1,1 0 0,-1 1 0,1-1 0,-1 0 0,2 0 0,23 1-108,-17-3 90,0 1 0,-1-1 0,1 0 0,12-6 0,4-7-106,0-2 0,-1 0 0,-1-2 0,0 0 0,25-31 0,-35 39 609,-12 20 261,-2 5-567,0 68-918,2-80 582,0-1 1,0 0-1,0 0 0,0 0 1,1 1-1,-1-1 1,0 0-1,1 0 0,-1 0 1,1 0-1,-1 0 1,1 0-1,-1 0 0,1 0 1,0 0-1,-1 0 1,1 0-1,0 0 0,0 0 1,0-1-1,0 1 1,0 0-1,0-1 1,0 1-1,0-1 0,0 1 1,0-1-1,0 1 1,2 0-1,3 0-1603,0 0 1,0 0 0,-1 0-1,13-1 1,16 0-5688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230 575 6323,'0'0'7131,"-22"0"-3102,-71 4-1153,87-3-2721,1 0 0,-1 0 0,1 1 0,0-1 0,0 1 0,0 0 0,0 1 0,0-1 0,0 1 0,0 0 0,1 0 0,0 0-1,-1 1 1,1-1 0,0 1 0,1 0 0,-1 1 0,1-1 0,-4 5 0,6-6-149,0-1-1,-1 1 0,1-1 1,0 1-1,0-1 0,0 1 1,1 0-1,-1-1 1,0 1-1,1 0 0,0 0 1,0-1-1,0 1 0,0 0 1,0 0-1,0 0 0,1-1 1,0 1-1,-1 0 0,1-1 1,0 1-1,0 0 0,0-1 1,1 1-1,-1-1 0,1 0 1,-1 1-1,1-1 0,0 0 1,0 0-1,0 0 0,2 2 1,15 10-171,-10-8-150,-1 0 0,0 1 0,13 13 0,-20-18 196,1 0 0,0 0 1,-1 1-1,1-1 1,-1 1-1,0-1 0,1 1 1,-1-1-1,-1 1 0,1 0 1,0-1-1,-1 1 1,1 0-1,-1 0 0,0-1 1,0 1-1,0 0 0,-1 5 1,0-6 93,0 0 1,0 0 0,0 0-1,-1 0 1,1 0-1,-1 0 1,1 0 0,-1-1-1,0 1 1,0-1-1,0 1 1,0-1-1,0 0 1,0 0 0,0 0-1,0 0 1,0 0-1,-1 0 1,1 0 0,-5 0-1,-50 9-225,57-10 235,-1 1 0,1-1 0,0 0 0,-1 0 0,1 0 0,-1 0 0,1 0 0,0 0 0,-1 1 0,1-1 0,-1 0 1,1 0-1,0 0 0,-1 0 0,1 0 0,-1-1 0,1 1 0,0 0 0,-1 0 0,1 0 0,0 0 0,-1 0 0,1 0 0,-1-1 0,1 1 0,0 0 0,-1 0 1,1-1-1,0 1 0,0 0 0,-1 0 0,1-1 0,0 1 0,0 0 0,-1-1 0,1 1 0,0 0 0,0-1 0,0 1 0,-1-1 0,1 1 0,0 0 0,0-1 1,0 1-1,0 0 0,0-1 0,0 1 0,0-1 0,0 1 0,0 0 0,0-1 0,0 1 0,0-1 0,0 0 0,19-22-1276,129-95-1863,-53 45 1850,11-9 619,115-97-877,-186 147 1113,0-3 1,-3 0-1,51-71 0,-73 90 559,0 0 0,13-33 0,-20 44 297,-1 0 1,-1 0-1,1-1 0,-1 1 0,0-1 1,0 1-1,0-1 0,-1 0 1,0 1-1,0-1 0,0 1 0,-1-1 1,-2-8-1,3 13-266,-1 0 1,0 0-1,0 0 1,1 0-1,-1 0 0,0 1 1,0-1-1,0 0 0,0 0 1,0 1-1,0-1 0,0 1 1,0-1-1,0 1 1,0-1-1,0 1 0,0 0 1,0 0-1,0-1 0,-1 1 1,1 0-1,0 0 1,0 0-1,0 0 0,-2 0 1,-30 4 1006,27-3-980,-1 1 1,1 1 0,0-1-1,0 1 1,0 0 0,0 1 0,1-1-1,-1 1 1,1 0 0,0 1-1,0-1 1,1 1 0,-7 7 0,-7 11 759,-25 43 1,43-66-925,-19 33 388,2 0 0,1 1-1,2 1 1,1 1 0,2 0 0,2 0 0,1 1 0,-4 43 0,-5 160-435,30-249-354,17-16 407,31-34 0,16-15 111,-52 145 1288,-20-58-1870,0 0 0,1 0 0,8 13 1,9 2-3523,-20-26 3111,-1 0 1,0 0-1,1-1 1,-1 1 0,1-1-1,-1 1 1,1-1-1,0 0 1,4 1 0,20 0-8691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3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 7155,'0'0'7070,"-22"8"-3375,9-3-3056,-4 0-78,1 2-1,0-1 1,1 2-1,0 0 0,0 1 1,1 0-1,0 2 0,-18 15 1,9-2 335,1 0 0,1 1 0,2 0 0,-29 50-1,37-55-650,2 1-1,0 0 1,1 0-1,1 1 1,1 0-1,0 0 0,-2 37 1,6-42-242,1-1 0,1 0 0,1 1 0,0-1 0,1 0 0,1 0 0,7 25 0,-8-34-188,1 1-1,1-1 1,0 0 0,0 0-1,0 0 1,0-1 0,1 0 0,0 1-1,1-2 1,-1 1 0,1-1 0,1 1-1,-1-2 1,0 1 0,1-1-1,0 0 1,10 4 0,-6-3-679,0-1 0,1-1 0,-1 0-1,1-1 1,0 0 0,20 1 0,0-3-3808,40-5-1,14-9-5075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4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6995,'0'0'15815,"0"80"-14230,0-51-736,0-6-577,0 0-272,0-8-16,-2-5-256,2-2-1185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10389,'0'0'10020,"-35"102"-10740,35-70-1537,2-5-3442,4 0-3217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4722,'0'0'21170,"1"16"-19449,7 88 45,-8-103-1745,0 1 1,0 0 0,1 0-1,-1-1 1,0 1 0,1-1-1,-1 1 1,1 0-1,0-1 1,-1 1 0,1-1-1,0 1 1,0-1-1,0 0 1,0 1 0,0-1-1,0 0 1,0 0 0,1 1-1,-1-1 1,0 0-1,3 1 1,-1-1-27,-1 0 1,1-1-1,0 1 1,-1-1-1,1 1 1,-1-1-1,1 0 0,0 0 1,-1 0-1,1 0 1,0-1-1,-1 1 0,4-2 1,4-1-152,0-1 1,0 0 0,0 0 0,0-1-1,17-12 1,12-15-264,-25 20 425,1 1 1,17-11-1,-32 22 4,0 0 1,1 0-1,-1 0 1,0 0-1,0 1 1,1-1-1,-1 0 1,0 0 0,1 0-1,-1 1 1,0-1-1,0 0 1,0 0-1,1 1 1,-1-1-1,0 0 1,0 1-1,0-1 1,1 0-1,-1 1 1,0-1-1,0 0 1,0 1 0,0-1-1,0 0 1,0 1-1,0-1 1,0 0-1,0 1 1,0-1-1,0 0 1,0 1-1,0-1 1,0 0-1,0 1 1,0-1-1,0 0 1,-1 1 0,1-1-1,0 1 1,-2 22 537,1-19-506,0 3-329,1 0 1,-1 0 0,1 1-1,1-1 1,-1 0 0,1 0-1,3 11 1,-3-16 123,0 0-1,0 1 1,0-1 0,0 0-1,0 0 1,1 0-1,-1 0 1,1 0 0,-1 0-1,1 0 1,0-1 0,0 1-1,-1-1 1,1 1-1,1-1 1,-1 0 0,0 1-1,0-1 1,0 0-1,0-1 1,1 1 0,-1 0-1,1-1 1,-1 1 0,0-1-1,4 1 1,25 0-5448,1-1-3270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13078,'0'0'12488,"-4"22"-10471,-1 8-1393,-23 140 2557,19 30-4019,9-199 724,0-1 1,1 1-1,-1-1 1,0 1-1,1-1 0,-1 1 1,0-1-1,1 1 1,-1-1-1,1 1 1,-1-1-1,1 0 0,-1 1 1,1-1-1,-1 0 1,1 1-1,-1-1 1,1 0-1,-1 0 0,1 1 1,-1-1-1,1 0 1,0 0-1,-1 0 0,1 0 1,-1 0-1,1 0 1,0 0-1,0 0 1,24 0-2213,-19 0 1392,0 0-320,1 0 0,-1 0-1,0 0 1,0-1 0,0 0 0,0 0 0,0-1-1,7-2 1,15-16-8348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12086,'0'0'11221,"157"16"-10709,-92-11-512,2-3-400,-4-2-3186,-9 0-4386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11333,'0'0'10808,"14"11"-9578,66 58 545,84 93 0,-140-136-1629,-2 1 0,0 0 0,-2 2 1,-1 1-1,-2 0 0,-1 1 0,-1 1 1,11 35-1,-21-50-102,-1 1 0,0 0 1,-1 1-1,-1-1 0,-1 0 0,-2 30 1,0-40-34,1-1 0,-2 1 0,1 0 1,-1-1-1,0 1 0,-1-1 0,0 0 1,0 0-1,-1 0 0,0 0 0,0 0 1,0-1-1,-1 0 0,0 0 0,0 0 1,0 0-1,-11 7 0,7-6-33,0 0 0,-1-1 0,0 0 0,0 0 0,0-1 0,-1 0 0,0-1 0,0-1 0,0 1-1,-17 1 1,27-11-3830,3 0 2560,-1 1 0,1-1 0,-1 1 0,1-1 0,1 1 0,-1 0 0,1 0-1,0 0 1,6-8 0,22-33-10393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9316,'1'0'22242,"0"1"-22234,-1-1 0,1 0 0,-1 0 0,1 1-1,-1-1 1,1 0 0,-1 1 0,1-1-1,-1 1 1,0-1 0,1 1 0,-1-1-1,0 1 1,1-1 0,-1 1 0,0-1-1,1 1 1,-1-1 0,0 1 0,0-1 0,0 1-1,0 0 1,0-1 0,0 1 0,1-1-1,-1 1 1,0 0 0,-1-1 0,1 1-1,0-1 1,0 1 0,0 0 0,-2 18-5427,-15 2-8451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6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 11029,'0'0'21738,"-30"11"-21738,35-11-160,9 0-3282,-1 0-2480,3-17-5508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6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2193,'0'0'24923,"5"8"-23071,45 69 634,-35-51-2287,1 0 0,1 0 0,30 32-1,-47-58-212,1 1 0,-1-1 0,1 0-1,-1 1 1,0-1 0,1 0-1,-1 0 1,1 1 0,-1-1-1,1 0 1,0 0 0,-1 0-1,1 0 1,-1 1 0,1-1 0,-1 0-1,1 0 1,-1 0 0,1 0-1,-1 0 1,1 0 0,0 0-1,-1-1 1,1 1 0,-1 0-1,1 0 1,-1 0 0,1 0 0,-1-1-1,1 1 1,-1 0 0,1-1-1,-1 1 1,1-1 0,13-14-88,-14 14 96,15-22-74,0-1 0,-2-1 1,-1 0-1,11-31 0,27-111 559,-32 104 236,-16 60-624,-2 3-139,0 0-1,1-1 1,-1 1 0,0 0-1,1 0 1,-1 0 0,1 0 0,-1 1-1,0-1 1,1 0 0,-1 0-1,0 0 1,1 0 0,-1 0 0,0 0-1,1 0 1,-1 1 0,0-1-1,0 0 1,1 0 0,-1 0 0,0 1-1,0-1 1,1 0 0,-1 0-1,0 1 1,0-1 0,1 0 0,-1 1-1,0-1 1,0 0 0,0 1-1,0-1 1,0 0 0,1 1 0,9 17-3720,-7-11 1526,10 9-3776,3-3-2754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6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33 11365,'0'0'15802,"-20"11"-13908,-66 37-749,83-46-1125,-1 0 1,1 1-1,0-1 0,-1 1 1,1 0-1,1 0 1,-1 0-1,0 1 0,1-1 1,-1 0-1,1 1 1,0 0-1,0-1 0,1 1 1,-1 0-1,1 0 0,-1 0 1,1 0-1,1 0 1,-1 1-1,1-1 0,-1 0 1,1 0-1,0 0 1,1 0-1,-1 1 0,2 5 1,-1 7-21,-1-14-23,1-1 0,-1 1 0,1-1 1,-1 1-1,1-1 0,0 1 0,0-1 1,0 1-1,0-1 0,1 0 0,-1 0 1,1 1-1,-1-1 0,1 0 0,0 0 1,0-1-1,-1 1 0,1 0 0,1-1 1,-1 1-1,0-1 0,0 1 0,0-1 1,1 0-1,-1 0 0,1 0 0,-1-1 1,1 1-1,-1 0 0,1-1 0,-1 0 1,1 1-1,0-1 0,4-1 0,-1 2-62,1-1 0,-1-1-1,1 1 1,-1-1 0,0-1 0,1 1-1,-1-1 1,0 0 0,0 0 0,0-1-1,0 1 1,-1-1 0,1-1-1,5-3 1,-6 1 40,0 1 1,0-1-1,0 0 0,0 0 0,-1 0 0,0 0 0,-1-1 1,0 0-1,1 0 0,-2 0 0,1 0 0,1-10 1,-1 2 50,-1 0-1,0 0 1,-2 0 0,1 0 0,-3-19 0,1 31-9,0 0-1,1 0 1,-1 1-1,0-1 1,-1 1 0,1-1-1,0 1 1,-1-1-1,-2-3 1,3 6-94,1-1 0,0 1 0,-1-1 0,1 1 0,-1-1 0,1 0 0,0 1 0,-1 0 0,0-1 0,1 1 1,-1-1-1,1 1 0,-1 0 0,1-1 0,-1 1 0,0 0 0,1-1 0,-1 1 0,0 0 0,1 0 0,-1 0 0,0 0 0,1 0 0,-1 0 0,0 0 0,1 0 0,-1 0 1,0 0-1,1 0 0,-1 0 0,0 0 0,1 0 0,-1 1 0,0-1 0,1 0 0,-1 1 0,0-1 0,1 0 0,-1 1 0,1-1 0,-1 0 0,1 1 0,-1-1 1,0 1-1,0 2-626,0-1 0,1 0 1,-1 0-1,0 0 1,1 0-1,0 1 1,-1-1-1,1 0 1,0 1-1,0 3 1,0-4 58,0 13-6494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7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13 256,'0'0'12059,"4"-2"-9290,2 0-3379,6-3 6611,-26 2 2439,23 7-5268,-16-4-2513,4 0-659,1 1 1,-1-1 0,0 0 0,1 1 0,-1 0-1,0 0 1,1 0 0,-1 0 0,1 0-1,-1 0 1,1 1 0,0-1 0,0 1 0,0-1-1,-1 1 1,1 0 0,1 0 0,-1 0-1,0 0 1,0 0 0,1 0 0,-1 1 0,1-1-1,0 0 1,0 1 0,0-1 0,0 1 0,0 0-1,0 4 1,-3 10-2,1-1 0,1 1 0,-1 30 0,3-24 3,0-21-26,0-1 1,0 1-1,0 0 0,-1-1 0,1 1 1,0-1-1,-1 1 0,1 0 1,-1-1-1,1 1 0,-1-1 0,0 1 1,1-1-1,-1 1 0,0-1 1,0 0-1,0 1 0,0-1 0,0 0 1,-1 0-1,1 0 0,0 0 1,0 0-1,-1 0 0,1 0 0,-2 1 1,-19 0-5905,9-4-1430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7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13 768,'0'0'31391,"-2"-13"-30783,0 19-608,0 11 0,0 0 0,2-1 0,0 3 0,0-2 0,0 0 0,0-5 0,11-3-4050,5-9-3938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200 555 10421,'0'0'16410,"9"-6"-15025,27-23-188,-35 28-1170,0 0-1,-1 0 0,1 1 0,-1-1 1,1 0-1,-1 0 0,1 0 0,-1 1 1,1-1-1,-1 0 0,0 0 0,1 0 1,-1 0-1,0 0 0,0 0 0,0 0 1,0 0-1,0 0 0,0 0 0,0 0 0,0 0 1,0 1-1,0-1 0,-1 0 0,1 0 1,0 0-1,-1 0 0,1 0 0,-1 0 1,1 0-1,-1 1 0,1-1 0,-1 0 1,1 0-1,-1 1 0,0-1 0,1 0 1,-1 1-1,0-1 0,0 1 0,1-1 1,-1 1-1,0-1 0,0 1 0,0-1 0,-1 1 1,-2-3 71,-3-2 24,0 1 0,0 0-1,0 0 1,0 1 0,0 0 0,-1 0 0,0 1 0,-13-3 0,0 2 137,0 1 1,-25 0-1,43 2-254,1 1 0,-1-1 0,0 0 0,1 1 0,-1-1-1,0 1 1,1 0 0,-1 0 0,1 0 0,-1 0 0,1 0-1,0 0 1,-1 1 0,1-1 0,0 1 0,0 0 0,0-1-1,0 1 1,0 0 0,0 0 0,1 1 0,-1-1 0,1 0 0,-1 0-1,1 1 1,0-1 0,0 1 0,0-1 0,0 1 0,1-1-1,-2 4 1,2-3-5,-1 1 0,1-1-1,0 1 1,0-1 0,0 1-1,0 0 1,0-1-1,1 1 1,-1-1 0,1 1-1,0-1 1,0 0 0,1 1-1,-1-1 1,1 0 0,-1 0-1,1 0 1,0 0-1,0 0 1,1 0 0,-1 0-1,6 4 1,0-2-85,0 0 0,1 0 0,0-1 0,0-1 0,0 1 0,0-1 0,1-1 0,-1 0 0,1 0 0,-1-1 0,1 0 0,0-1-1,-1 0 1,1 0 0,0-1 0,-1 0 0,1-1 0,-1 0 0,1-1 0,-1 0 0,0 0 0,0-1 0,15-8 0,0-6-425,-1 0 1,-1-2-1,-1-1 0,-1 0 1,0-1-1,19-32 0,88-155-1024,-114 185 1532,-2 4 61,0 2 124,-1 0 1,-1 0 0,-1-1-1,0 0 1,8-34 0,-16 53-107,0 0 0,0 0 0,0 0-1,0-1 1,0 1 0,0 0 0,0 0 0,0-1 0,0 1 0,0 0 0,0 0 0,0 0 0,0-1-1,0 1 1,0 0 0,0 0 0,0-1 0,0 1 0,0 0 0,0 0 0,0 0 0,-1 0-1,1-1 1,0 1 0,0 0 0,0 0 0,0 0 0,0 0 0,-1-1 0,1 1 0,0 0-1,0 0 1,0 0 0,-1 0 0,1 0 0,0 0 0,0 0 0,0-1 0,-1 1 0,1 0-1,0 0 1,0 0 0,-1 0 0,1 0 0,0 0 0,0 0 0,0 0 0,-1 0 0,1 0-1,0 0 1,0 0 0,-1 1 0,1-1 0,0 0 0,0 0 0,0 0 0,-1 0 0,1 0-1,0 0 1,0 1 0,-15 7 414,8-2-398,1 0 0,0 0-1,0 0 1,1 1 0,-1 0 0,2 0 0,-1 0 0,-5 12-1,0 5-108,-13 40 0,15-36 16,2 0 0,1 0 0,-2 38 0,4 89 0,3-107 0,1-9 26,2 0-1,12 67 1,5-32-4516,-17-64-1630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5410,'0'0'14794,"1"8"-13175,3 221 3559,-5-144-7293,1-85 1880,0 1 1,0-1-1,0 0 0,0 1 1,0-1-1,0 0 0,-1 1 0,1-1 1,0 0-1,0 1 0,0-1 1,-1 0-1,1 1 0,0-1 1,0 0-1,-1 0 0,1 1 1,0-1-1,-1 0 0,1 0 0,0 0 1,-1 1-1,1-1 0,0 0 1,-1 0-1,1 0 0,0 0 1,-1 0-1,1 0 0,0 0 1,-1 0-1,1 0 0,-1 0 0,1 0 1,0 0-1,-1 0 0,1 0 1,0 0-1,-1 0 0,1 0 1,-1 0-1,1-1 0,-5 1-2295,-7 0-5060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9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1713,'0'0'23258,"111"-23"-22409,-74 19-593,1 0-240,6 1-16,4-3-1089,4-4-2896,5-7-4131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49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41 2945,'0'0'14514,"0"-8"-11961,0-17-452,0 17-409,0 27-579,2 278 3785,0-144-5701,-1-1-5389,-4-130 1078,-11-11-2364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9092,'0'0'7166,"21"-6"-3778,6-3-2472,-13 4-546,0 1 0,0 1-1,0 0 1,0 0-1,1 2 1,26-1-1,-35 2-287,-1 0 0,1 1 0,0-1 0,-1 1 0,1 0 0,-1 1 0,1-1 0,-1 1 0,0 0 0,0 1 0,0-1 0,9 6 0,-12-5-77,1-1-1,0 0 1,-1 1-1,0 0 0,0-1 1,1 1-1,-1 0 1,-1 0-1,1 0 1,0 0-1,-1 1 0,0-1 1,0 0-1,0 1 1,0-1-1,0 1 0,-1-1 1,1 1-1,-1-1 1,0 1-1,0 4 0,-1-6 4,0 0 0,1 1 0,-1-1 0,0 0 0,-1 1 0,1-1 0,0 0 0,0 0 0,-1 0 0,0 0-1,1 0 1,-1 0 0,0 0 0,0-1 0,0 1 0,0-1 0,0 1 0,0-1 0,0 0 0,0 0-1,-1 0 1,1 0 0,-4 1 0,-9 3 25,-1 0 1,-22 4-1,33-8-37,-85 10-2464,85-8 1177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69 9700,'0'0'3621,"-20"6"-222,-64 24 330,82-29-3567,-1 0-1,0 0 1,1 0-1,-1 1 1,1-1-1,-1 1 1,1-1-1,0 1 0,0 0 1,0 0-1,0 0 1,0 1-1,-2 1 1,4-2-121,-1-1 1,0 1-1,1-1 0,-1 1 1,1-1-1,-1 1 1,1 0-1,0-1 0,0 1 1,-1-1-1,1 1 0,1 0 1,-1-1-1,0 1 1,0 0-1,1 2 0,0-1-31,1 0-1,-1 1 0,1-1 0,-1 0 1,1 0-1,0-1 0,0 1 0,1 0 1,-1 0-1,0-1 0,1 0 0,0 1 1,-1-1-1,7 3 0,3 1 31,0-1 0,0-1 0,1 0-1,-1 0 1,1-1 0,23 2 0,-8-3-7,1-2 1,30-2-1,-54 2-35,-1-1 0,1 1 0,-1-1 0,1 0 1,-1 0-1,1-1 0,-1 1 0,0-1 0,0 0 0,0 0 0,0 0 0,0-1 0,0 1 1,-1-1-1,1 0 0,-1 0 0,1 0 0,-1-1 0,0 1 0,-1-1 0,1 0 0,-1 1 1,1-1-1,-1 0 0,0 0 0,0-1 0,-1 1 0,0 0 0,1-1 0,-1 1 0,-1-1 1,1 1-1,-1-1 0,1 1 0,-1-1 0,0 1 0,-1-1 0,1 0 0,-1 1 0,-2-8 1,1 7 6,0 0 0,0 0 1,-1 0-1,1 0 0,-1 1 1,0-1-1,-1 1 1,1 0-1,-1-1 0,0 1 1,-6-5-1,3 3-66,0 1 0,0 0 0,0 0 0,-1 1 0,0 0 0,-11-5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7475,'0'0'15656,"-8"143"-13832,16-81-127,9 11-624,0 1-321,-5-3-560,7-7-176,-10-5-16,-3-11-320,-2-10-993,-4-13-527,0-9-946,0-7-1552,-10-9-2513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1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11829,'0'0'6361,"18"-2"-3120,61-9-1085,-75 10-2014,1 0-1,0 1 1,0 0 0,0 0-1,0 0 1,0 1 0,0-1-1,0 1 1,-1 1 0,1-1 0,0 0-1,-1 1 1,1 0 0,-1 0-1,1 1 1,-1-1 0,0 1 0,0 0-1,0 0 1,-1 0 0,1 1-1,-1-1 1,1 1 0,-1 0-1,3 4 1,-1 1-50,-1-1-1,0 1 0,-1 0 1,1 0-1,-1 0 1,-1 0-1,0 0 1,0 1-1,-1-1 1,0 18-1,-2-26-80,1 1-1,-1-1 1,0 0-1,0 0 1,0 0 0,1 1-1,-1-1 1,0 0-1,0 0 1,0 0 0,-1-1-1,1 1 1,0 0 0,0 0-1,0-1 1,-1 1-1,1 0 1,0-1 0,-1 1-1,1-1 1,0 0-1,-1 1 1,1-1 0,-1 0-1,-1 0 1,-40 6 94,-60-5-279,59-2-4651,68-20-13728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1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1473,'0'0'18803,"-20"11"-16629,-2 0-1557,4-3-161,1 1-1,1 0 0,0 1 1,0 1-1,1 1 0,-16 15 1,23-18-283,1 0-1,0 0 1,0 0 0,1 1 0,0 0 0,1 1 0,0-1 0,1 1 0,0 0 0,1 0-1,0 0 1,0 0 0,1 1 0,1-1 0,0 1 0,1-1 0,0 1 0,0-1 0,2 1 0,-1-1-1,1 1 1,7 19 0,-5-20-317,0 0 0,1 0 0,0-1 0,0 1 0,1-2 0,1 1 0,0 0 1,0-1-1,1-1 0,9 10 0,-9-12-339,0 1 1,0-1-1,1-1 1,0 1-1,0-2 1,0 1-1,0-1 1,1 0-1,0-1 1,0 0 0,0-1-1,13 2 1,31-2-6191,-4-2-3588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4130,'0'0'14124,"24"-5"-12225,81-11-21,-101 15-1756,0 1-1,0 0 1,1 0-1,-1 0 0,0 1 1,0-1-1,0 1 1,0 0-1,0 0 1,0 1-1,0-1 0,0 1 1,0 0-1,0 0 1,-1 0-1,1 1 0,-1-1 1,1 1-1,-1 0 1,0-1-1,0 2 1,-1-1-1,1 0 0,2 4 1,1 1 127,8 10 151,-1 0 0,0 2-1,-2-1 1,0 2 0,-1-1 0,-2 1 0,0 1 0,9 37 0,-11-29-281,-1 1-1,-1 0 1,-1 0 0,-2 0-1,-6 58 1,4-78-96,-2 1 0,0-1 0,0 0 0,-1 0 0,0-1 0,-1 1 0,0-1 1,-1 0-1,0 0 0,-1 0 0,-9 10 0,10-13-360,0 0 0,-1-1 0,-1 0 0,1 0 0,-1 0 0,-9 4 1,12-7-615,-1 0 1,0 0 0,0-1 0,0 0-1,-1 0 1,1-1 0,0 0-1,-1 0 1,-9 0 0,-7-1-9762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37 3986,'0'0'22154,"0"-8"-20604,0-18-495,0 24-700,0 4-65,0 20-106,-1-7-637,0 13-4506,7-5-8662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5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4738,'0'0'27437,"0"34"-26845,0-19-1416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4594,'0'0'17064,"4"1"-14719,-3-1-2209,0 1-1,0-1 1,0 1 0,0 0-1,0-1 1,0 1-1,0 0 1,0 0 0,0 0-1,0-1 1,0 1 0,-1 0-1,1 0 1,0 0-1,-1 1 1,1-1 0,0 0-1,-1 0 1,1 0 0,-1 0-1,0 1 1,0-1-1,1 0 1,-1 0 0,0 0-1,0 1 1,0 0 0,0 48 1687,-1-29-1321,1-5-1162,0 68 2671,-1-58-5252,0-5-5157,7-53 1147,13-16-3015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12598,'0'0'12181,"12"130"-12181,-7-99-480,-1 5-2705,2-3-1810,2 1-5633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6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8292,'0'0'17656,"1"7"-16306,1 1-1201,0-1 0,0 1 0,0-1 0,1 1 1,0-1-1,1 0 0,0 0 0,0-1 0,7 9 0,-11-14-134,1 1-52,0-1-1,-1 0 1,1 0-1,0 0 1,0 0 0,0 0-1,0 0 1,0 0-1,0 0 1,0 0 0,0-1-1,0 1 1,0 0-1,0 0 1,1-1 0,-1 1-1,0-1 1,0 0-1,1 1 1,-1-1 0,0 0-1,1 1 1,-1-1-1,0 0 1,1 0 0,-1 0-1,0 0 1,1-1-1,-1 1 1,2-1 0,7 0-43,1-1 0,-1 0 0,0-1 0,1 0-1,-1 0 1,-1-1 0,1-1 0,-1 0 0,1 0 0,-1-1 0,-1 0 0,11-9 0,-19 15 99,1-1 11,-1 1 0,0-1-1,1 1 1,-1-1 0,0 0 0,1 1-1,-1-1 1,1 1 0,-1-1-1,1 1 1,-1 0 0,1-1-1,0 1 1,-1-1 0,1 1-1,-1 0 1,1 0 0,0-1-1,-1 1 1,1 0 0,0 0 0,-1 0-1,1 0 1,0 0 0,-1-1-1,1 1 1,0 1 0,0-1-1,-1 0 1,1 0 0,0 0-1,-1 0 1,1 0 0,0 1-1,-1-1 1,1 0 0,-1 0 0,1 1-1,0-1 1,-1 1 0,1-1-1,-1 0 1,1 1 0,-1-1-1,1 1 1,-1-1 0,1 1-1,-1 0 1,0-1 0,1 1 0,-1-1-1,1 2 1,15 17-394,15 14-2405,-28-30 2023,0-1 0,1 0 0,-1 0 0,0 0-1,1 0 1,0 0 0,-1-1 0,1 1 0,6 0 0,17 0-7237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6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11013,'0'0'12059,"-9"23"-10045,-3 3-1442,4-8-58,0 1 1,1 0-1,1 0 0,1 1 1,-3 22-1,3 4 833,1 81 0,5-92-1277,-1-24-59,1 1 0,0 0 1,1-1-1,0 1 0,1-1 0,0 0 1,8 17-1,-9-24-146,0 1-1,0-1 1,0 0 0,1 1-1,-1-1 1,1-1 0,0 1-1,1 0 1,-1-1 0,1 1 0,-1-1-1,1 0 1,0-1 0,0 1-1,0 0 1,0-1 0,1 0-1,-1 0 1,1 0 0,-1-1-1,7 2 1,-3-2-671,0 0 0,0-1 0,0 0 0,0 0 0,14-2 0,-19 1 293,0 0 0,0 0 1,-1 0-1,1 0 0,0 0 0,0 0 1,0-1-1,-1 1 0,1-1 1,-1 0-1,3-2 0,16-27-8187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4882,'0'0'12710,"121"0"-10965,-44 0-801,7 0-784,-9 0-160,-12-4-2561,-19-6-5314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0 416,'0'0'2946,"23"0"-3107,-15 0 65,1 0-256,3 0-416,-1 0 160,-3 0-81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8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0,'78'-124'998,"-62"93"8857,-16 34-9028,3 237 5340,0 5-3623,-24 1119 1743,8 105-1857,14-1006-2326,-34-37-63,18-292-34,11-60-2932,2-29-848,1-36 1901,0-13 259,-2-24-4603,-3-5-1844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36 1489,'0'0'11181,"-2"-7"-8233,-11-18-462,13 25-2438,0 0-1,0 0 1,0-1-1,0 1 1,0 0-1,0 0 1,-1 0-1,1-1 1,0 1-1,0 0 1,0 0-1,0 0 1,-1 0-1,1-1 1,0 1-1,0 0 1,0 0-1,-1 0 1,1 0-1,0 0 1,0 0-1,-1 0 1,1 0-1,0-1 1,0 1-1,-1 0 0,1 0 1,0 0-1,0 0 1,-1 0-1,1 0 1,0 1-1,0-1 1,0 0-1,-1 0 1,1 0-1,0 0 1,0 0-1,-1 0 1,1 0-1,0 0 1,0 0-1,0 1 1,-1-1-1,1 0 1,0 0-1,0 0 1,0 0-1,0 1 1,-1-1-1,1 0 1,0 0-1,0 0 1,0 1-1,-8 14 550,7-13-284,-9 22 156,1 1 0,1 0-1,1 1 1,1 0 0,-3 32 0,2 71-2765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8:59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4946,'0'0'14039,"132"-46"-12791,-99 46-527,5 0-721,0-6-80,3 2-2081,3-8-3522,2-5-3873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10213,'0'0'5506,"8"126"-2400,5-57-801,-1 8-865,1 2-127,-3 1-145,-6-3-687,1-8-321,-5-8-160,0-15-16,0-13-352,0-10-849,-5-6-896,-1-9-1617,-6-8-2336,-1 0-2418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8548,'0'0'6784,"18"-11"-3612,59-34-490,-74 43-2579,0 1 1,0-1 0,0 0 0,1 1-1,-1 0 1,1 0 0,-1 0 0,1 0 0,-1 1-1,1-1 1,0 1 0,-1 0 0,1 0-1,0 0 1,-1 0 0,1 1 0,-1 0-1,1-1 1,-1 1 0,1 1 0,-1-1-1,1 0 1,-1 1 0,0 0 0,0 0-1,0 0 1,0 0 0,0 0 0,0 0-1,0 1 1,-1-1 0,1 1 0,-1 0-1,0 0 1,0 0 0,0 0 0,0 0-1,1 4 1,2 5-47,0 0-1,0 0 0,-2 0 1,1 1-1,-2 0 1,1-1-1,-2 1 0,1 18 1,-2-27-7,-1 1-1,1 0 1,-1 0 0,0 0 0,0 0 0,0 0 0,-1-1-1,0 1 1,0-1 0,0 1 0,0-1 0,-1 0-1,0 0 1,0 0 0,0 0 0,0 0 0,0 0 0,-1-1-1,0 0 1,0 0 0,0 0 0,0 0 0,-7 3 0,2-1-473,1-1 0,-1 0 0,-1-1 0,-14 4 0,11-5-3400,1 0 1,-26 1-1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9156,'0'0'10544,"8"14"-10013,27 43 90,-32-55-587,-1 1 1,1-1-1,0 0 0,0 0 0,-1-1 0,1 1 0,0-1 1,0 1-1,1-1 0,-1 0 0,0 0 0,0 0 0,1-1 1,-1 1-1,0-1 0,1 0 0,-1 1 0,0-2 0,1 1 1,-1 0-1,5-2 0,11 1 33,-10 1-28,-1 1-40,-1-1-1,0-1 0,1 1 0,-1-1 0,13-3 0,-18 3-6,-1 0-1,1 1 0,0-1 1,-1 0-1,1 0 0,-1 0 1,1 0-1,-1 0 0,0 0 1,1-1-1,-1 1 0,0 0 1,0-1-1,0 1 0,0-1 1,0 1-1,0-1 0,0 1 1,0-1-1,-1 0 0,1 0 1,0 1-1,-1-1 0,0 0 1,1 0-1,-1 1 0,0-1 0,0 0 1,0-2-1,0 2 15,0 0 1,-1 0-1,1 0 1,0 0-1,-1 0 0,1 0 1,-1 1-1,1-1 0,-1 0 1,0 0-1,0 0 0,0 1 1,0-1-1,0 0 1,0 1-1,-1-1 0,1 1 1,0 0-1,-4-3 0,1 1-3,0 1 0,-1-1-1,1 1 1,-1 0 0,1 0-1,-1 0 1,-9-1 0,-6 0 85,0 0 1,-40 1-1,54 2-27,4 0-25,0 1 0,1-1 0,-1 0 0,0 1 0,0-1 0,1 1 0,-1 0 0,0-1 0,1 1 0,-1 0 0,1 0-1,-1 0 1,1 0 0,-1 0 0,1 1 0,-1-1 0,1 0 0,0 1 0,0-1 0,0 0 0,0 1 0,0 0 0,0-1 0,0 1 0,0-1 0,1 1 0,-1 0 0,1 0 0,-1-1 0,1 1 0,0 0 0,-1 3 0,0 6 31,0 0 0,1 1 0,1 20 0,-1-30-71,1 3-35,-1 0-1,1 0 0,0-1 1,1 1-1,-1 0 0,1-1 1,0 1-1,0-1 0,0 0 1,0 1-1,1-1 1,0 0-1,0-1 0,0 1 1,0 0-1,1-1 0,-1 0 1,1 0-1,0 0 0,0 0 1,0 0-1,0-1 0,0 0 1,9 4-1,-3-3-764,0 0 1,0 0-1,0-1 1,1-1-1,-1 1 0,0-2 1,1 1-1,-1-1 0,1-1 1,16-3-1,29-13-5335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1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6771,'0'0'10648,"9"12"-9789,35 39-88,-41-49-713,-1 0 0,1-1 0,-1 1 0,1-1 0,-1 1 0,1-1 0,0 0 0,0 0 0,0 0 0,-1 0 0,1-1 1,0 1-1,0-1 0,0 0 0,0 1 0,0-1 0,0-1 0,6 0 0,3 0 162,3 1 45,-6 1-183,0-1 0,0 0 0,1-1 0,-1 0 1,14-4-1,-21 5-79,0-1 0,0 0 0,-1 0 1,1 0-1,0 0 0,0 0 0,0 0 0,-1-1 1,1 1-1,-1 0 0,1-1 0,-1 1 0,1-1 1,-1 0-1,0 1 0,0-1 0,0 0 0,0 0 1,0 0-1,0 0 0,0 0 0,-1 0 0,1 0 1,-1 0-1,1 0 0,-1 0 0,0 0 0,0 0 1,0-4-1,0 4 29,0-1 0,-1 0 1,1 1-1,-1-1 1,1 0-1,-1 1 0,0-1 1,0 0-1,0 1 0,-1-1 1,1 1-1,-1 0 1,1-1-1,-1 1 0,0 0 1,0 0-1,0 0 0,0 0 1,0 0-1,-2-1 1,-1 0 61,1 1 0,-1-1 0,1 1 0,-1 0 1,0 0-1,0 0 0,0 1 0,0-1 0,-1 1 0,-8 0 1,10 0-39,0 1 1,-1 0-1,1 0 0,0 1 1,-1 0-1,1-1 1,0 1-1,0 1 0,0-1 1,0 0-1,0 1 1,0 0-1,-4 3 0,5-4-58,1 1-1,0 0 0,0 0 1,0 0-1,0 1 0,0-1 1,0 0-1,1 1 0,-1-1 1,1 1-1,-1 0 0,1-1 0,0 1 1,0 0-1,0 0 0,1-1 1,-1 1-1,1 0 0,-1 0 1,1 0-1,0 3 0,0-1-18,0-1 0,0 0-1,1 1 1,0-1 0,-1 1 0,1-1 0,1 0-1,-1 0 1,0 0 0,1 0 0,4 7-1,-2-6-70,0 0-1,1 0 1,-1 0-1,1 0 1,1-1-1,-1 1 1,7 2-1,-2 0-650,1-1 1,0 0-1,0-1 1,1 0-1,-1-1 1,1 0-1,0-1 1,0 0-1,0-1 0,1 0 1,15-1-1,42 0-5932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5731,'0'0'7208,"-12"18"-3721,4-5-2845,-1 0 98,1 0 0,1 0 0,0 1 1,1 0-1,0 0 0,1 0 0,-6 30 0,2 37 1306,4-1 1,9 125-1,4-120-1631,-3-50-389,-1 35 0,-19-70-594,14-1 506,0 0 1,0 0-1,0 1 1,1-1-1,-1 0 1,0 0 0,1 0-1,-1 0 1,0 0-1,1 0 1,0 0-1,-1 0 1,1 0-1,-1-1 1,1 1 0,0 0-1,0 0 1,0 0-1,0 0 1,0-2-1,0-30-784,0 21 480,1 2 184,0-1 0,1 1 0,0 0 0,1 0 0,0 0 0,0 0 0,1 0 0,1 1 0,-1 0 0,2 0 0,7-11 0,2-2-423,2 1 0,0 1 0,27-24-1,-38 38 469,1-1 0,0 1 0,0 0 0,1 1 0,-1 0 0,1 0-1,0 0 1,1 1 0,-1 1 0,1-1 0,-1 1 0,1 1 0,0-1 0,19-1-1,-28 4 201,1 1-1,-1-1 1,1 0-1,-1 0 1,1 1-1,-1-1 1,1 0-1,-1 1 1,1-1 0,-1 1-1,1-1 1,-1 0-1,0 1 1,1-1-1,-1 1 1,0-1-1,1 1 1,-1-1-1,0 1 1,0 0-1,1-1 1,-1 1-1,0-1 1,0 1-1,0-1 1,0 1-1,0 0 1,0-1-1,0 1 1,0-1-1,0 1 1,0 0-1,0-1 1,0 1-1,0-1 1,-1 1-1,1 0 1,0-1-1,0 1 1,-1-1-1,1 1 1,-1 2 27,1-1 1,-1 0 0,0 0 0,0 0-1,0 0 1,0 0 0,0 0-1,0 0 1,-1 0 0,1 0-1,-3 2 1,-19 10 675,-43 18 0,49-25-335,1 1-1,0 0 1,0 1 0,0 1-1,1 1 1,-18 16-1,31-26-386,0 1-1,1 0 0,-1 0 1,0 0-1,1 0 0,0 0 1,0 1-1,-1-1 0,1 0 1,0 1-1,1-1 0,-1 1 1,0-1-1,1 1 0,-1-1 1,1 1-1,0-1 0,0 1 1,0-1-1,0 1 0,0-1 1,1 1-1,-1-1 0,1 1 1,0-1-1,-1 1 0,1-1 1,0 0-1,2 3 0,-1 0-44,1-1 0,0 0-1,0 0 1,1 0-1,-1 0 1,1-1 0,-1 1-1,1-1 1,0 0-1,1 0 1,-1 0 0,0-1-1,8 4 1,-1-2-221,1-1 1,-1-1 0,0 1-1,1-2 1,-1 1-1,1-2 1,0 0-1,-1 0 1,1-1-1,-1 0 1,15-4 0,-12 2-1229,-1-1 0,1 0 1,-1-2-1,0 1 1,14-9-1,17-16-7826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2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7876,'0'0'11640,"-16"21"-8415,2-3-2603,-14 18 606,1 1 0,-21 42 0,34-52-856,2 2 1,1 0-1,1 0 1,2 1-1,0 0 1,3 0-1,0 1 1,2-1-1,1 47 0,2-71-373,0 1-1,0-1 1,1 0-1,0 0 1,0 1-1,1-1 1,0 0-1,0 0 1,0-1-1,1 1 1,5 10-1,-5-13-35,0 1 0,0-1 1,0 0-1,0 0 0,0 0 0,1 0 0,-1 0 0,1-1 0,0 0 0,0 1 0,0-2 0,0 1 0,0 0 0,1-1 0,-1 0 0,0 0 0,7 1 0,4 0-593,1 0-1,-1-2 0,1 0 0,-1 0 0,1-1 1,28-7-1,-32 5-446,-1-1 1,0 0-1,1-1 1,-2 0 0,18-10-1,32-27-7092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13670,'0'0'7545,"18"25"-5331,9 12-1654,74 111 1148,-88-127-1399,-1 1 1,-1 1-1,-1 0 0,-1 0 0,-1 1 0,-1 0 1,-1 0-1,-1 0 0,-1 1 0,1 48 1,-5-66-299,-1 0 1,0 0 0,0 0 0,0-1-1,-1 1 1,0-1 0,0 1 0,0-1-1,-1 1 1,0-1 0,0 0 0,-1 0-1,0-1 1,0 1 0,-5 5 0,1-3-131,0-1 1,0 0-1,0 0 1,-1-1 0,0 0-1,0-1 1,-1 0-1,-18 7 1,28-12-15,0 0 1,-1 0-1,1 0 0,0 0 1,0 0-1,0 0 0,-1 0 1,1 0-1,0 0 0,0 0 1,-1 0-1,1 0 0,0 0 1,0 0-1,0 0 0,-1 0 1,1-1-1,0 1 0,0 0 1,0 0-1,0 0 0,-1 0 1,1 0-1,0-1 0,0 1 1,0 0-1,0 0 0,0 0 1,0-1-1,0 1 0,-1 0 1,1 0-1,0 0 0,0-1 1,0 1-1,0 0 0,0 0 1,0-1-1,0 1 0,0 0 1,0 0-1,0 0 0,0-1 1,0 1-1,0 0 0,1-15-2102,-1 12 912,4-34-7809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17448,'0'0'13334,"-37"78"-13334,37-53-656,0-2-1697,4 0-1761,-2-2-3330,0-5-4769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2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1361,'0'0'26956,"-44"115"-25659,44-98-705,13-5-592,1-1 0,3-5-1617,4-6-2177,-2 0-4722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3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2657,'0'0'21834,"33"61"-19097,-33-30-864,2-2-912,3-2-689,-5-6-272,4-4-48,-2-9-512,2-3-1585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14999,'0'0'13974,"84"50"-13974,-55-20-464,-6 1-2033,-6 2-1873,-7-1-4178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3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14967,'0'0'14121,"10"12"-13675,33 36-305,-42-47-152,1 1 0,0-1-1,0 0 1,0 1 0,0-1 0,0 0 0,0 0 0,0 0 0,0 0-1,0-1 1,0 1 0,0 0 0,1-1 0,-1 0 0,0 1 0,0-1-1,1 0 1,-1 0 0,0-1 0,1 1 0,-1 0 0,0-1 0,0 1-1,0-1 1,0 0 0,1 1 0,-1-1 0,2-2 0,2 0-291,-1-1-1,0 0 1,0 0 0,0 0 0,0-1 0,-1 0 0,4-5 0,50-46-1499,-58 56 1931,1-1-1,-1 1 0,0 0 1,1 0-1,-1 0 1,1 0-1,-1 0 0,1 0 1,-1 0-1,0 0 1,1 0-1,-1 0 1,1 0-1,-1 0 0,0 0 1,1 0-1,-1 0 1,1 0-1,-1 0 0,0 1 1,1-1-1,-1 0 1,0 0-1,1 0 0,-1 1 1,1-1-1,-1 0 1,0 0-1,0 1 1,1-1-1,-1 0 0,0 1 1,1 0-1,12 14-157,-10-11 448,2 2-503,0 0 0,1 0 1,0-1-1,0 0 0,0 0 0,1 0 1,0-1-1,11 6 0,8-2-3871,4-6-4556,-13-4-1884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15527,'0'0'6494,"-10"25"-2191,-1 2-3192,3-10-603,1 0 0,1 1 0,0 0 0,2 0 0,0 0 0,1 1 1,-1 21-1,-1 39-86,4 1 1,9 93-1,-7-165-430,1 11-19,1-1-1,1 1 1,8 25 0,-12-44-141,0 1 1,1-1 0,-1 1 0,1 0-1,-1-1 1,0 1 0,1-1-1,-1 0 1,1 1 0,-1-1 0,1 1-1,0-1 1,-1 0 0,1 1 0,-1-1-1,1 0 1,0 1 0,-1-1 0,1 0-1,0 0 1,-1 0 0,1 0-1,0 0 1,-1 0 0,1 0 0,0 0-1,-1 0 1,1 0 0,1 0 0,0 0-554,-1-1 1,1 1 0,0-1-1,0 1 1,-1-1-1,1 0 1,0 0 0,-1 0-1,1 0 1,-1 0 0,3-1-1,16-22-8902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14759,'0'0'5202,"138"13"-4706,-72-11-496,-3-2-1953,-4 0-6338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5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3474,'0'0'14902,"-38"113"-14101,26-55-97,8 1-320,-3-1 16,3-12-352,0-10-48,0-9-96,2-10-544,-2-9-1121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3714,'0'0'14871,"78"-8"-14807,-36 8-64,10-4-401,13-9-3184,8-12-5283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7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4994,'0'0'14071,"-19"98"-13591,17-81-256,2-3-224,-2 1 0,2 2-64,0-1-176,0 1-656,0 0-913,0-3-1665,0-5-1200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7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7571,'0'0'9749,"-32"0"-10165,32 17-1345,0 0-1713,0-5-2432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7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10997,'0'0'10026,"-19"11"-9492,-62 36-142,75-43-349,-1 0-1,1 1 1,0 0 0,0 0 0,0 1 0,1 0-1,0 0 1,0 0 0,-7 13 0,11-17-50,-1-1-1,1 1 1,1 0 0,-1 0-1,0 0 1,0 1 0,1-1-1,-1 0 1,1 0 0,0 0 0,-1 0-1,1 0 1,0 1 0,0-1-1,1 0 1,-1 0 0,0 0 0,1 1-1,-1-1 1,1 0 0,0 0-1,-1 0 1,1 0 0,0 0-1,0 0 1,1-1 0,-1 1 0,0 0-1,1 0 1,-1-1 0,3 3-1,31 17-103,-25-16 98,0 1 0,0 0 0,15 12 1,-23-17 11,-1 0 0,1 1 0,-1-1 0,0 1 0,1-1 0,-1 1 0,0-1 1,0 1-1,0 0 0,0 0 0,0-1 0,0 1 0,-1 0 0,1 0 0,-1 0 1,1 0-1,-1 0 0,0 0 0,1 0 0,-1 0 0,0 0 0,-1 0 0,1 0 0,0 0 1,0 0-1,-1 2 0,-16 9 48,7-11-1913,10-2 1669,0 0 1,0 0-1,-1 0 1,1 0-1,0 0 1,-3-33-13385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10037,'0'0'4194,"-10"21"-716,4-9-2934,-8 18 701,1 1 0,2 0-1,-10 40 1,14-40-554,-59 270 3834,63-280-4423,0 0 0,1 35 1,2-55-115,1 0 0,-1 0 1,1 0-1,-1 0 1,1 0-1,0 0 1,-1-1-1,1 1 1,0 0-1,0 0 1,0 0-1,0-1 0,0 1 1,0-1-1,0 1 1,0-1-1,0 1 1,0-1-1,0 1 1,0-1-1,0 0 1,0 1-1,0-1 0,1 0 1,-1 0-1,0 0 1,0 0-1,0 0 1,0 0-1,0 0 1,2-1-1,43-3-323,-30-1-167,-1-1 1,0-1-1,0 0 0,-1 0 1,0-2-1,21-15 0,-9 6-1218,40-28-7783,-44 23 1807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10565,'0'0'13126,"149"-71"-12342,-70 60-15,-1 1-753,-7 8-16,-11 2-801,-14 0-2096,-21 0-2049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8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7443,'0'0'11142,"128"-23"-9574,-61 6-415,6 7-801,-6-1-352,-2 3-1361,-11 2-2000,-12 2-4067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8884,'0'0'15284,"7"17"-14011,20 52-534,-27-68-724,0 0 0,1 1 0,-1-1 0,1 0 0,-1 0 1,1 0-1,0 0 0,-1 0 0,1 0 0,0 0 0,0 0 0,0 0 0,-1 0 0,1-1 0,0 1 1,0 0-1,0-1 0,0 1 0,1 0 0,-1-1 0,0 1 0,0-1 0,0 0 0,0 1 0,1-1 0,-1 0 1,0 0-1,0 1 0,0-1 0,1 0 0,-1 0 0,0-1 0,0 1 0,1 0 0,-1 0 0,2-1 0,5 0 19,-3 1-35,0-1 0,1 1-1,-1-1 1,0 0 0,0-1-1,1 1 1,-1-1 0,0 0 0,0 0-1,-1-1 1,1 1 0,4-4-1,5-5-139,-1 0 0,17-18 0,1-1-318,-24 22 1235,-4 22-610,-3-12-164,1 1 1,0-1 0,0 0-1,0 0 1,1 1-1,-1-1 1,0 0-1,1 0 1,-1 0-1,1-1 1,0 1-1,0 0 1,0-1-1,0 1 1,0-1-1,0 1 1,0-1 0,0 0-1,0 0 1,1 0-1,2 1 1,-1-1-33,-1-1 0,1 1 0,0-1 0,0 0 0,0 0 0,0 0 0,0-1 1,0 1-1,-1-1 0,1 0 0,0 0 0,0 0 0,6-3 0,-2 0-68,-1 0 0,0-1 0,0 0 0,0 0 0,12-12 0,-16 15 258,-1-1 1,1 0-1,0 0 0,-1 0 0,0 0 0,0-1 0,0 1 0,0-1 0,0 1 1,-1-1-1,1 0 0,-1 0 0,0 1 0,0-1 0,0-5 3071,10 24-3172,-7-8-75,0-3-166,-1 0-1,1 0 1,0-1 0,0 1 0,0-1 0,1 0-1,-1 0 1,1-1 0,-1 1 0,1-1-1,0 0 1,0-1 0,0 1 0,9 1 0,5 0-2598,0-1 0,32-1 1,-39-1 1133,39 0-8116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9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31 390 13334,'0'0'1894,"-5"25"1137,2-9-2404,-5 19 528,2 0-1,2 1 1,-1 40-1,27 288 2344,-20-346-3490,-1-4-12,-1-13-279,0-5-324,-2-156-1315,6-190-208,0 305 1968,2-1 0,2 1 0,2 1 0,2-1 0,28-68 0,-29 89 296,24-38 0,-31 55 57,0 1 0,1 0 0,0 0 0,0 0 0,0 0 0,1 1 0,-1 0 0,1 0 0,1 0 0,7-3 0,-13 7-119,0 0 1,0 1-1,1-1 0,-1 0 0,0 1 0,1-1 0,-1 1 0,0 0 0,1-1 0,-1 1 0,1 0 0,-1 0 0,0 0 0,1 0 0,-1 0 0,1 0 0,-1 0 1,0 1-1,1-1 0,-1 0 0,1 1 0,-1-1 0,0 1 0,1 0 0,-1-1 0,0 1 0,0 0 0,0 0 0,0 0 0,1-1 0,-1 1 0,0 0 0,-1 1 1,1-1-1,0 0 0,0 0 0,0 0 0,-1 1 0,1-1 0,0 0 0,-1 0 0,1 1 0,-1-1 0,0 1 0,1-1 0,-1 0 0,0 3 0,2 10 157,0 0-1,-1 0 1,-1 0 0,-1 14-1,1-10 221,0-14-388,0 1 0,0-1 0,-1 1 0,0-1 1,0 1-1,0-1 0,0 1 0,-1-1 0,1 0 0,-1 1 1,0-1-1,-1 0 0,1 0 0,-1-1 0,0 1 0,1 0 1,-2-1-1,-5 6 0,1-3-58,-1 0 1,1-1-1,-1 0 1,0-1-1,-1 0 1,1 0-1,-16 4 1,21-7-1058,-11 4 1804,9-5-4720,8-32-17648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9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18488,'0'0'6307,"-54"157"-2305,41-80-1985,5 7-464,8 3-1153,0-3-400,0-7 0,0-10 0,0-12 0,-2-11 0,-11-11 0,3-12-832,-7-9-1233,7-5-1297,-3-7-1024,-4 0-4306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0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13846,'0'0'17144,"107"-19"-16279,-76 21-529,-4 7-304,1 7-32,-10 1-304,5 0-993,-6 6-1008,-2-2-1137,-1-3-1584,-3-5-3010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10661,'0'0'18088,"94"44"-17624,-73-36-336,-6 0-128,-1-3-64,-3-1-576,5-2-1521,3-2-1024,2 0-2274,0-11-3601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0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 7075,'0'0'18409,"-31"121"-16761,14-60-447,-6 14-385,-4 4-271,-8-1-209,-3 5-336,3-5-32,-1-3-464,5-4-1137,6 0-1329,4-10-3328,4-13 1359,9-19-3040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0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1 320,'0'0'1297,"-48"27"-1345,42-21-336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6979,'0'0'11189,"-140"87"-8547,94-34-289,4 9-513,13 11-735,14 5-97,15 5-463,0-3-337,34-9-208,3-15-32,9-14-208,0-8-1025,-2-18-880,-2-16-1457,-2 0-1856,-3-16-3714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1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8948,'0'0'12142,"23"26"-10400,75 89-344,-86-100-1189,-1 0 1,0 1-1,-1 0 1,-1 1 0,0 0-1,-1 0 1,-1 1-1,-1 0 1,0 0-1,4 29 1,-4-18-55,2 50 0,-7-68-133,-1 0 0,-1 0 0,1-1 0,-2 1 0,1 0 0,-2 0-1,-6 19 1,6-24-9,0 0-1,-1-1 1,0 1-1,0-1 1,0 0 0,-1 0-1,1-1 1,-1 1-1,-10 6 1,-1-1-97,0 0 1,-21 9-1,36-19-401,-11 5 675,6-6-2644,3-25-14073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15863,'0'0'15511,"0"37"-15511,0-14-112,0 0-1536,0 2-2258,0-2-2321,0-2-6819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1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 14647,'0'0'15783,"-4"10"-15847,23-10-1985,-3 0-3522,3-14-1936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2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2689,'1'-1'15151,"-1"1"-15123,0-1 1,1 1-1,-1 0 0,0 0 0,0 0 0,0 0 0,1 0 0,-1 0 0,0 0 1,0 0-1,0-1 0,1 1 0,-1 0 0,0 0 0,0 0 0,0 0 0,1 0 1,-1 0-1,0 0 0,0 0 0,1 0 0,-1 0 0,0 1 0,0-1 0,0 0 1,1 0-1,-1 0 0,0 0 0,0 0 0,0 0 0,1 0 0,-1 0 0,0 1 0,0-1 1,0 0-1,0 0 0,1 0 0,-1 0 0,0 0 0,0 1 0,0-1 0,0 0 1,0 0-1,0 0 0,0 1 0,0-1 0,0 0 0,1 0 0,-1 1 0,0-1 1,0 0-1,0 0 0,0 0 0,0 1 0,0-1 0,0 0 0,0 0 0,-1 1 1,6 16 1165,-2 0 0,0 0 1,-1 0-1,-1 31 1,1-4 52,4 38 378,17 318 778,-22-408-2491,0 0 0,1 0-1,-1 0 1,1 0-1,1 0 1,0 0 0,0 1-1,0-1 1,1 1-1,0 0 1,1 0-1,-1 0 1,1 1 0,1-1-1,-1 1 1,1 1-1,0-1 1,0 1 0,1 0-1,0 0 1,-1 1-1,2-1 1,-1 2 0,0-1-1,1 1 1,0 0-1,-1 1 1,1 0-1,0 0 1,1 0 0,-1 1-1,0 1 1,0-1-1,0 1 1,16 2 0,-21-1 92,1 1 0,-1 0 0,0-1 0,1 1 0,-1 0 0,0 1 0,0-1 0,0 0 0,0 1 0,-1 0 0,1 0 0,-1 0 0,0 0 0,1 0 0,-1 0 0,-1 0 0,1 1 0,0-1 0,1 7 0,2 3 32,0 0 0,-2 0-1,1 0 1,1 17-1,-4-22-23,-1 0 0,1 0-1,-1 0 1,0 0-1,-3 15 1,2-20-1,0 0 0,0 0 0,0-1 0,0 1 0,0-1 0,-1 1 0,1-1-1,-1 1 1,1-1 0,-1 0 0,0 1 0,0-1 0,0 0 0,0 0 0,-1-1 0,1 1 0,0 0 0,-6 2 0,-5 2 79,-1-1 1,0 0-1,0-1 0,0-1 1,0 0-1,-22 1 0,-92-1-299,78-4-374,50 0 284,0 0 0,0 1 1,0-1-1,0 0 0,0 1 1,0-1-1,0 0 0,0 0 1,0 1-1,1-1 0,-1 0 1,0 1-1,0-1 1,1 0-1,-1 1 0,0-1 1,1 1-1,0-2 0,24-20-6459,12-9-3740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2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10213,'0'0'11301,"-20"1"-8908,-63 8-760,80-8-1543,-1 0 1,1 0-1,0 0 0,0 0 1,0 1-1,0-1 1,0 1-1,0 0 1,0 0-1,0 0 0,1 0 1,-1 0-1,1 0 1,0 1-1,-1-1 1,1 1-1,0 0 0,0 0 1,1 0-1,-1-1 1,1 2-1,-1-1 1,0 4-1,-1 2-3,1 1 0,1 0 1,-1 0-1,2 0 0,0 15 0,0-22-80,0 2 2,0-1 0,0 0 0,1 0 0,-1 0 0,1 0 0,0 0 1,0 0-1,1 0 0,-1 0 0,1-1 0,0 1 0,0 0 0,0-1 0,1 1 1,-1-1-1,1 0 0,0 0 0,3 3 0,-2-3-3,1 1-1,-1-1 1,1 0-1,0-1 1,0 1-1,1-1 1,-1 0-1,0 0 1,1-1-1,-1 1 1,1-1-1,-1 0 1,8 0-1,-5-1-17,0 0-1,0 0 0,0 0 0,0-1 1,0 0-1,0-1 0,0 0 1,0 0-1,-1-1 0,10-4 0,-13 5-12,0 0 0,-1 0 0,1-1 0,-1 0 0,0 0-1,0 1 1,0-2 0,0 1 0,0 0 0,-1-1 0,1 1-1,-1-1 1,0 0 0,0 0 0,0 0 0,-1 0 0,1 0-1,-1 0 1,0 0 0,0 0 0,0-6 0,-1 5 28,0-1-1,0 1 1,0 0 0,-1 0 0,0 0 0,0 0 0,0 0 0,-1 0-1,1 0 1,-1 0 0,0 1 0,-1-1 0,1 1 0,-1-1-1,0 1 1,0 0 0,0 0 0,-4-4 0,2 3-12,-1 0 0,1 0 0,-1 1 0,0 0 0,0 0 1,-1 0-1,1 1 0,-1-1 0,1 2 0,-1-1 0,0 1 0,-10-2 0,5 3 954,5 3-4745,20 5-6756,17-4 2443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37 7828,'0'0'19080,"-17"10"-17700,-56 36-572,70-44-772,0 1 0,0 0 1,0 0-1,0 0 0,0 0 0,1 1 0,0-1 1,0 1-1,0 0 0,0-1 0,0 1 0,1 0 1,-1 0-1,0 6 0,0 0-21,1 0 0,1 0 0,0 20-1,1-11-34,-1-18 17,1 1 0,-1-1 0,1 0 1,-1 1-1,1-1 0,0 0 0,-1 0 1,1 0-1,0 0 0,0 0 1,0 0-1,0 0 0,0 0 0,0 0 1,0 0-1,0 0 0,0 0 0,0-1 1,1 1-1,-1-1 0,0 1 0,0-1 1,1 1-1,-1-1 0,0 1 0,1-1 1,-1 0-1,0 0 0,1 0 1,-1 0-1,1 0 0,1 0 0,4 0 13,0 0-1,0 0 0,0-1 0,0 0 1,12-2-1,-11-1-1,1 0 0,-1 0-1,0 0 1,-1-1 0,1 0 0,-1-1 0,9-8-1,-1 0 7,-1 0 0,14-20 0,-25 30-3,0 1 0,0-1 0,-1 0 0,0 0 0,0 0-1,0 0 1,0 0 0,0-1 0,-1 1 0,0 0 0,0-1 0,0 1 0,-1-1 0,1 1 0,-1-1 0,0 0-1,0 1 1,-2-8 0,1 9-9,0 0-1,0 1 0,-1-1 0,1 0 1,-1 0-1,0 1 0,0-1 0,0 1 1,0 0-1,0-1 0,0 1 0,-1 0 1,1 0-1,-1 0 0,1 1 1,-1-1-1,0 1 0,1-1 0,-1 1 1,0 0-1,0 0 0,0 0 0,0 0 1,0 1-1,0-1 0,-1 1 0,-3 0 1,-4-2-165,0 2 1,0 0-1,-1 0 1,1 1 0,-12 2-1,-13 10-3145,32-10 2070,0-1 0,0 1 0,0 0 1,1 1-1,-1-1 0,-3 5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11157,'0'0'9204,"-13"29"-4647,5-12-3840,-7 12 230,2 2 0,1 0 0,1 0 1,2 1-1,-7 41 0,-10 268 1276,24-134-1665,3-72-4952,0 28-10349,-1-184 1494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3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9092,'0'0'11875,"21"6"-8727,-12-3-2873,30 8 981,0 0-1,64 7 1,-14-18-624,-88 0-631,1 0-1,-1-1 0,1 1 1,-1-1-1,1 0 0,-1 1 1,1-1-1,-1 0 0,0 0 1,0 0-1,1 0 0,-1 0 1,0 0-1,0 0 0,0 0 1,0-1-1,0 1 0,0 0 1,-1-1-1,1 1 0,0 0 1,0-1-1,-1 1 0,1-1 1,-1 1-1,0-1 0,1 1 1,-1-1-1,0-3 0,1 1-27,-1-1-1,0 1 0,1-1 0,-2 1 1,1-1-1,0 1 0,-1-1 1,0 1-1,-3-9 0,2 9 18,0-1 0,-1 1-1,0 0 1,0 0-1,0 0 1,0 0 0,-1 0-1,1 1 1,-1-1 0,0 1-1,0 0 1,0 0-1,0 1 1,-1-1 0,1 1-1,-1 0 1,-6-2-1,-2 0 94,0 1 0,0 1 0,0 0-1,0 0 1,-20 2 0,30-1-43,0 1-1,0 0 1,0 1 0,0-1 0,0 1 0,0-1-1,0 1 1,0 0 0,1 0 0,-1 0 0,0 0-1,0 1 1,1-1 0,-1 1 0,1-1 0,-1 1-1,1 0 1,0 0 0,0 0 0,0 0 0,0 1-1,0-1 1,0 1 0,0-1 0,1 1 0,-1-1-1,-1 6 1,0 2 10,0 1-1,1-1 0,0 1 0,1 0 1,0-1-1,1 17 0,1-20-110,0 0 1,0 0-1,1-1 0,-1 1 1,2 0-1,-1-1 0,1 1 0,0-1 1,0 0-1,0 0 0,1 0 1,0-1-1,1 1 0,-1-1 0,1 0 1,0 0-1,0 0 0,11 7 0,-7-6-786,1 1-1,0-1 1,0 0-1,0-1 1,1 0-1,0-1 1,-1 0-1,2-1 0,-1 0 1,19 2-1,12-4-5053,-1-3-1705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5923,'0'0'18128,"-18"-1"-15481,-56 3-526,70-1-1962,0 0 1,0 0 0,1 0 0,-1 1-1,1-1 1,-1 1 0,1-1 0,-1 1 0,1 1-1,0-1 1,0 0 0,0 1 0,0-1 0,0 1-1,1 0 1,-1 0 0,1 0 0,-3 6 0,1-3-59,1 0 0,0 0 1,1 0-1,-1 1 0,1-1 1,1 1-1,-1 0 1,0 6-1,2-10-101,-1 0 0,1 0 0,0 0 0,0 0 0,0 0 0,0 0 0,1 0 0,-1 0 1,1 0-1,0 0 0,0 0 0,0 0 0,0-1 0,0 1 0,0 0 0,3 3 0,-1-4-1,-1 0 0,1 0 1,-1 0-1,1 0 0,0 0 0,0-1 1,0 1-1,0-1 0,0 0 0,0 0 0,0 0 1,1 0-1,-1-1 0,6 1 0,-1 0-76,1 0-1,-1-1 1,0 0-1,1 0 1,-1-1 0,0 0-1,1-1 1,-1 1-1,0-2 1,11-4-1,-15 6 51,0-1 0,0 0 1,0 0-1,-1-1 0,1 1 0,-1-1 0,1 0 0,-1 1 0,0-1 1,0-1-1,-1 1 0,1 0 0,-1-1 0,1 0 0,-1 1 0,0-1 1,0 0-1,-1 0 0,1 0 0,-1 0 0,0 0 0,1-7 0,-4 20 653,-1 1-990,1 0 1,0 0-1,1 1 1,0 14 0,1-22-64,0 0-1,1 0 1,-1-1 0,1 1 0,-1 0 0,1-1 0,0 1 0,0-1 0,0 1 0,3 3 0,-3-4-12,0-1-1,0 0 1,0 0 0,0 1 0,1-1-1,-1 0 1,1 0 0,-1 0-1,0-1 1,1 1 0,0 0 0,-1 0-1,1-1 1,-1 1 0,1-1-1,0 1 1,-1-1 0,4 0-1,19 1-8590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4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1056,'0'0'24019,"13"9"-22082,41 30-387,-50-35-1346,0 0 0,0 0 0,-1 1-1,0-1 1,1 1 0,-2 0 0,1-1-1,0 1 1,-1 1 0,0-1 0,2 5-1,10 22 351,-14-32-559,1 0 0,0 0 0,-1 0 0,1 0 0,-1-1 0,1 1-1,-1 0 1,1 0 0,-1-1 0,1 1 0,-1 0 0,1-1 0,-1 1 0,0 0 0,1-1 0,-1 1-1,1-1 1,-1 1 0,0-1 0,1 1 0,-1-1 0,0 1 0,0-1 0,1 1 0,-1-1 0,0 1-1,0-1 1,0 0 0,1-1-50,8-11-148,0-1-1,1 2 0,1-1 0,0 1 0,1 1 1,0 0-1,0 0 0,1 1 0,1 1 1,0 0-1,0 1 0,17-7 0,-30 15 293,0-1 1,0 1-1,0 0 0,0 0 1,0 0-1,0 0 0,0-1 1,-1 1-1,1 0 0,0 1 1,0-1-1,0 0 0,0 0 1,0 0-1,0 0 0,0 1 0,0-1 1,0 1-1,0-1 0,-1 0 1,1 1-1,0-1 0,0 1 1,-1 0-1,1-1 0,0 1 1,0 0-1,-1-1 0,1 1 0,-1 0 1,1 0-1,-1-1 0,1 1 1,-1 0-1,1 0 0,-1 0 1,0 0-1,1 1 0,9 47 390,-7-24-383,22 39 42,-1-3-626,-17-21-3700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3009,'0'0'8604,"11"26"-6205,112 306 2728,-81-185-4071,-6 2 0,-6 1 0,-7 1 0,3 158 0,-22-63-267,-34 291-1,17-407-615,-26 170 268,39-300-435,0 1 1,0-1 0,0 0 0,0 1-1,0-1 1,0 0 0,0 1 0,0-1-1,0 0 1,0 1 0,0-1 0,0 0 0,0 1-1,0-1 1,0 0 0,0 1 0,0-1-1,0 0 1,1 1 0,-1-1 0,0 0 0,0 1-1,0-1 1,0 0 0,1 1 0,-1-1-1,0 0 1,0 0 0,1 1 0,-1-1-1,0 0 1,1 0 0,-1 0 0,0 0 0,1 1-1,-1-1 1,1 0 0,16 0 197,-7 0-140,77-3 702,125-19 0,91-34-54,-265 48-616,261-52 123,75-16-99,82-7-16,68-3 32,65 3-62,2059-236-1573,-2042 258-867,-75 16-566,-95 12 1011,-102 8 1577,60-22 458,-366 42-70,-21 5-12,1-1 1,0 0-1,-1-1 1,1 0-1,-1 0 0,0 0 1,0-1-1,0 0 0,0-1 1,0 1-1,8-7 1,-15 10-25,1 0 0,-1-1 0,0 1 1,1 0-1,-1-1 0,1 1 1,-1 0-1,0-1 0,1 1 1,-1-1-1,0 1 0,1-1 1,-1 1-1,0-1 0,0 1 0,0-1 1,1 1-1,-1-1 0,0 1 1,0-1-1,0 1 0,0-1 1,0 1-1,0-1 0,0 1 1,0-1-1,0 1 0,0-1 0,0 1 1,0-1-1,0 0 0,-1 1 1,1-1-1,0 1 0,0-1 1,-1 1-1,1 0 0,0-1 1,0 1-1,-1-1 0,1 1 0,-1-1 1,1 1-1,0 0 0,-1-1 1,1 1-1,-1 0 0,1 0 1,-1-1-1,1 1 0,-1 0 0,1 0 1,-1-1-1,1 1 0,-1 0 1,1 0-1,-1 0 0,1 0 1,-1 0-1,1 0 0,-1 0 1,-39-6-865,36 6 639,-61-6-4849,-13-3-5497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15:49:1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1818 174 1088,'0'0'8031,"7"-6"-6668,24-18 3,-20 11 5409,-7 12-4276,0 1-3438,24-2 1006,0 0 0,44-11 0,-17 2 28,150-23 139,184-34-47,-388 68-99,-1 0-1,0 1 1,1-1-1,-1 0 1,0 0-1,1 0 1,-1 0-1,0 0 1,0 0-1,1 1 1,-1-1-1,0 0 1,0 0-1,1 0 1,-1 1-1,0-1 1,0 0-1,1 1 1,-1-1-1,0 0 1,0 0-1,0 1 1,0-1-1,0 0 1,1 1-1,-1-1 1,0 0-1,0 1 1,0-1-1,0 0 1,0 1-1,0-1 1,0 1-1,1 21 678,-5 21-463,-76 307 3449,36-113-2404,-14 261 1,24 747 31,42-1069-1379,1 107 0,-18 347 0,7-534 0,2 180 0,-2 79 0,-5-272 0,-22 101 0,-7 71 0,32 124 0,3-86 0,1-79 0,-6 105 0,1-287 0,0 16 0,4-46 0,-1-2 0,0 0 0,0 24 0,2 1 0,-1-14 0,1-1 0,0 1 0,0 0 0,1 0 0,1-1 0,0 1 0,0-1 0,1 1 0,5 11 0,-8-21 0,1 0 0,-1-1 0,1 1 0,-1 0 0,0 0 0,1-1 0,-1 1 0,0 0 0,1 0 0,-1 0 0,0 0 0,0 0 0,0-1 0,0 1 0,0 0 0,0 0 0,0 0 0,0 0 0,0 0 0,0 0 0,-1-1 0,1 1 0,0 0 0,0 0 0,-1 0 0,1-1 0,-1 1 0,1 0 0,-1 0 0,1-1 0,-1 1 0,1 0 0,-1-1 0,0 1 0,1-1 0,-1 1 0,0-1 0,1 1 0,-1-1 0,0 1 0,0-1 0,1 1 0,-1-1 0,0 0 0,-1 1 0,-6 0 0,1 1 0,-1-1 0,1 0 0,-13-1 0,2 1 0,-52 6 0,-658 56 0,93-31-164,297-15-2639,5 1-5577,157-6-2187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16D5-3CE6-4020-8ED4-C71C4BA19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D815C-2017-A90F-4F2A-C3051B44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7EE96-A92C-F909-D756-0919D978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8EF63-B844-073A-EEB3-D677EB97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A9B71-879E-E0DA-C0D4-05B15239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471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B9C9B-AAD6-316A-396C-45636CA9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CEBC6-1A40-E7FC-58E1-FEB12D44B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95973-BFB6-AC37-BC2F-1E8F5632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03693-CCBD-9466-1C9E-482129B5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C3499-687B-75D5-7F67-A9FAC316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694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8C0B-79E8-9596-9904-9FFE3FFD6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C5972-D9D0-677D-DDF5-75A8C77AE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B151E-6DEA-DB73-5511-0C2296BA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80C7-89E7-D14F-5868-9A08EFDE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2281-3938-17E0-671A-4D20BF1E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0757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8A7BE-15CF-7301-BA8F-CBF8D359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CB817-1D00-FD45-2106-D843E2ACB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0355D-9D07-9368-664A-4E29886DD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F3C90-2A3C-0BAD-D900-498B8A18F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4E703-0E26-3DC7-D5B5-E2F485AE7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DC4DF-1A4F-186E-CBC3-1C0E58C4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756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94CC-125A-C3B4-3AC8-714788A7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89EF-5806-F3A8-199B-ADAF6CB56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8DF04-0A27-7CCB-A709-919A45370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B2B7A-6FE5-E089-A99A-338A10F9B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866C9-2C48-D60B-A2FC-48C97A03B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2C703-72E3-76F7-3081-20A7D670E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83293-42B3-43CB-DBBE-6571F8C15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3B4B8-14F6-D464-7F38-E57AB11F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8011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9A94-FF35-6E5C-63AA-7EDFD7403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1503A-15EA-94EE-F492-2D70D03B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692E2-7222-A24B-7B1C-B1CDDEDC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11238-AF17-003C-C326-AC4C5EBC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635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B44CF-AE1A-94B8-A3C5-8332BB43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65B0D-8A87-0CA7-A394-AAE0FF0D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8EE88-8D6B-0A82-C8C1-00048389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724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9AAC-603A-53BC-C759-5740A066C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936C9-B138-D8FA-9C33-3A7D07DBC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D015F-760D-F42E-F2B5-98B70F855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B90D4-69D8-9502-C5F7-D1E5817D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6D4C6-9A71-01DA-5498-5FEBD4CA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4FB9E-7DDD-3BEE-A920-BAAABE974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4741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E459-8727-CACF-F374-0CA64678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005B5-386E-6858-8242-96E07CBC0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F98DC-6AC0-D1FB-D407-86CA455BC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035A5-4734-C947-9E9F-8E4D98E9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0C468-EFFE-050A-BC84-27A42AC3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F419E-127B-B0AA-7ABB-D5816E7B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6154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8652-82BF-5ED0-8F0F-994CE383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C4364-5BE6-CACF-33EF-F6832DF3A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9700F-D54A-90E8-45DB-F6C39271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A5EBC-3A10-A8E1-9A76-1734E98B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486FC-9C00-A576-F904-12FC53F2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463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AFA3A7-8DA7-E4BE-AD86-B2569F4AD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708B41-4E18-213A-B5B9-06A77C344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E800E-80B7-841A-E667-BC2C777D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9094C-D92D-8D5E-FC7D-0C184790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20610-7FEC-B1F9-B247-EEF8B00A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847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8E7E8C-2A2A-673C-03E2-11334BB7A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3CA25-2DA1-E322-CC80-58C75B35C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0506F-16B1-C427-B42E-CDFDF33DA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D9E29-86C0-469C-B4F7-DD7CDD8023A4}" type="datetimeFigureOut">
              <a:rPr lang="en-ZA" smtClean="0"/>
              <a:t>2026/05/11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AAB57-70A0-A170-496E-F6EBC0BB8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A98B7-3384-8760-FEAC-B3E452616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8BA58-C670-4892-9226-23010A8B72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520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13.xml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37" Type="http://schemas.openxmlformats.org/officeDocument/2006/relationships/image" Target="../media/image118.png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.png"/><Relationship Id="rId21" Type="http://schemas.openxmlformats.org/officeDocument/2006/relationships/image" Target="../media/image139.png"/><Relationship Id="rId42" Type="http://schemas.openxmlformats.org/officeDocument/2006/relationships/customXml" Target="../ink/ink150.xml"/><Relationship Id="rId63" Type="http://schemas.openxmlformats.org/officeDocument/2006/relationships/image" Target="../media/image160.png"/><Relationship Id="rId84" Type="http://schemas.openxmlformats.org/officeDocument/2006/relationships/customXml" Target="../ink/ink171.xml"/><Relationship Id="rId138" Type="http://schemas.openxmlformats.org/officeDocument/2006/relationships/customXml" Target="../ink/ink198.xml"/><Relationship Id="rId159" Type="http://schemas.openxmlformats.org/officeDocument/2006/relationships/image" Target="../media/image208.png"/><Relationship Id="rId170" Type="http://schemas.openxmlformats.org/officeDocument/2006/relationships/customXml" Target="../ink/ink214.xml"/><Relationship Id="rId191" Type="http://schemas.openxmlformats.org/officeDocument/2006/relationships/image" Target="../media/image224.png"/><Relationship Id="rId107" Type="http://schemas.openxmlformats.org/officeDocument/2006/relationships/image" Target="../media/image182.png"/><Relationship Id="rId11" Type="http://schemas.openxmlformats.org/officeDocument/2006/relationships/image" Target="../media/image134.png"/><Relationship Id="rId32" Type="http://schemas.openxmlformats.org/officeDocument/2006/relationships/customXml" Target="../ink/ink145.xml"/><Relationship Id="rId53" Type="http://schemas.openxmlformats.org/officeDocument/2006/relationships/image" Target="../media/image155.png"/><Relationship Id="rId74" Type="http://schemas.openxmlformats.org/officeDocument/2006/relationships/customXml" Target="../ink/ink166.xml"/><Relationship Id="rId128" Type="http://schemas.openxmlformats.org/officeDocument/2006/relationships/customXml" Target="../ink/ink193.xml"/><Relationship Id="rId149" Type="http://schemas.openxmlformats.org/officeDocument/2006/relationships/image" Target="../media/image203.png"/><Relationship Id="rId5" Type="http://schemas.openxmlformats.org/officeDocument/2006/relationships/image" Target="../media/image131.png"/><Relationship Id="rId95" Type="http://schemas.openxmlformats.org/officeDocument/2006/relationships/image" Target="../media/image176.png"/><Relationship Id="rId160" Type="http://schemas.openxmlformats.org/officeDocument/2006/relationships/customXml" Target="../ink/ink209.xml"/><Relationship Id="rId181" Type="http://schemas.openxmlformats.org/officeDocument/2006/relationships/image" Target="../media/image219.png"/><Relationship Id="rId22" Type="http://schemas.openxmlformats.org/officeDocument/2006/relationships/customXml" Target="../ink/ink140.xml"/><Relationship Id="rId43" Type="http://schemas.openxmlformats.org/officeDocument/2006/relationships/image" Target="../media/image150.png"/><Relationship Id="rId64" Type="http://schemas.openxmlformats.org/officeDocument/2006/relationships/customXml" Target="../ink/ink161.xml"/><Relationship Id="rId118" Type="http://schemas.openxmlformats.org/officeDocument/2006/relationships/customXml" Target="../ink/ink188.xml"/><Relationship Id="rId139" Type="http://schemas.openxmlformats.org/officeDocument/2006/relationships/image" Target="../media/image198.png"/><Relationship Id="rId85" Type="http://schemas.openxmlformats.org/officeDocument/2006/relationships/image" Target="../media/image171.png"/><Relationship Id="rId150" Type="http://schemas.openxmlformats.org/officeDocument/2006/relationships/customXml" Target="../ink/ink204.xml"/><Relationship Id="rId171" Type="http://schemas.openxmlformats.org/officeDocument/2006/relationships/image" Target="../media/image214.png"/><Relationship Id="rId192" Type="http://schemas.openxmlformats.org/officeDocument/2006/relationships/customXml" Target="../ink/ink225.xml"/><Relationship Id="rId12" Type="http://schemas.openxmlformats.org/officeDocument/2006/relationships/customXml" Target="../ink/ink135.xml"/><Relationship Id="rId33" Type="http://schemas.openxmlformats.org/officeDocument/2006/relationships/image" Target="../media/image145.png"/><Relationship Id="rId108" Type="http://schemas.openxmlformats.org/officeDocument/2006/relationships/customXml" Target="../ink/ink183.xml"/><Relationship Id="rId129" Type="http://schemas.openxmlformats.org/officeDocument/2006/relationships/image" Target="../media/image193.png"/><Relationship Id="rId54" Type="http://schemas.openxmlformats.org/officeDocument/2006/relationships/customXml" Target="../ink/ink156.xml"/><Relationship Id="rId75" Type="http://schemas.openxmlformats.org/officeDocument/2006/relationships/image" Target="../media/image166.png"/><Relationship Id="rId96" Type="http://schemas.openxmlformats.org/officeDocument/2006/relationships/customXml" Target="../ink/ink177.xml"/><Relationship Id="rId140" Type="http://schemas.openxmlformats.org/officeDocument/2006/relationships/customXml" Target="../ink/ink199.xml"/><Relationship Id="rId161" Type="http://schemas.openxmlformats.org/officeDocument/2006/relationships/image" Target="../media/image209.png"/><Relationship Id="rId182" Type="http://schemas.openxmlformats.org/officeDocument/2006/relationships/customXml" Target="../ink/ink220.xml"/><Relationship Id="rId6" Type="http://schemas.openxmlformats.org/officeDocument/2006/relationships/customXml" Target="../ink/ink132.xml"/><Relationship Id="rId23" Type="http://schemas.openxmlformats.org/officeDocument/2006/relationships/image" Target="../media/image140.png"/><Relationship Id="rId119" Type="http://schemas.openxmlformats.org/officeDocument/2006/relationships/image" Target="../media/image188.png"/><Relationship Id="rId44" Type="http://schemas.openxmlformats.org/officeDocument/2006/relationships/customXml" Target="../ink/ink151.xml"/><Relationship Id="rId65" Type="http://schemas.openxmlformats.org/officeDocument/2006/relationships/image" Target="../media/image161.png"/><Relationship Id="rId86" Type="http://schemas.openxmlformats.org/officeDocument/2006/relationships/customXml" Target="../ink/ink172.xml"/><Relationship Id="rId130" Type="http://schemas.openxmlformats.org/officeDocument/2006/relationships/customXml" Target="../ink/ink194.xml"/><Relationship Id="rId151" Type="http://schemas.openxmlformats.org/officeDocument/2006/relationships/image" Target="../media/image204.png"/><Relationship Id="rId172" Type="http://schemas.openxmlformats.org/officeDocument/2006/relationships/customXml" Target="../ink/ink215.xml"/><Relationship Id="rId193" Type="http://schemas.openxmlformats.org/officeDocument/2006/relationships/image" Target="../media/image225.png"/><Relationship Id="rId13" Type="http://schemas.openxmlformats.org/officeDocument/2006/relationships/image" Target="../media/image135.png"/><Relationship Id="rId109" Type="http://schemas.openxmlformats.org/officeDocument/2006/relationships/image" Target="../media/image183.png"/><Relationship Id="rId34" Type="http://schemas.openxmlformats.org/officeDocument/2006/relationships/customXml" Target="../ink/ink146.xml"/><Relationship Id="rId55" Type="http://schemas.openxmlformats.org/officeDocument/2006/relationships/image" Target="../media/image156.png"/><Relationship Id="rId76" Type="http://schemas.openxmlformats.org/officeDocument/2006/relationships/customXml" Target="../ink/ink167.xml"/><Relationship Id="rId97" Type="http://schemas.openxmlformats.org/officeDocument/2006/relationships/image" Target="../media/image177.png"/><Relationship Id="rId120" Type="http://schemas.openxmlformats.org/officeDocument/2006/relationships/customXml" Target="../ink/ink189.xml"/><Relationship Id="rId141" Type="http://schemas.openxmlformats.org/officeDocument/2006/relationships/image" Target="../media/image199.png"/><Relationship Id="rId7" Type="http://schemas.openxmlformats.org/officeDocument/2006/relationships/image" Target="../media/image132.png"/><Relationship Id="rId162" Type="http://schemas.openxmlformats.org/officeDocument/2006/relationships/customXml" Target="../ink/ink210.xml"/><Relationship Id="rId183" Type="http://schemas.openxmlformats.org/officeDocument/2006/relationships/image" Target="../media/image220.png"/><Relationship Id="rId2" Type="http://schemas.openxmlformats.org/officeDocument/2006/relationships/customXml" Target="../ink/ink130.xml"/><Relationship Id="rId29" Type="http://schemas.openxmlformats.org/officeDocument/2006/relationships/image" Target="../media/image143.png"/><Relationship Id="rId24" Type="http://schemas.openxmlformats.org/officeDocument/2006/relationships/customXml" Target="../ink/ink141.xml"/><Relationship Id="rId40" Type="http://schemas.openxmlformats.org/officeDocument/2006/relationships/customXml" Target="../ink/ink149.xml"/><Relationship Id="rId45" Type="http://schemas.openxmlformats.org/officeDocument/2006/relationships/image" Target="../media/image151.png"/><Relationship Id="rId66" Type="http://schemas.openxmlformats.org/officeDocument/2006/relationships/customXml" Target="../ink/ink162.xml"/><Relationship Id="rId87" Type="http://schemas.openxmlformats.org/officeDocument/2006/relationships/image" Target="../media/image172.png"/><Relationship Id="rId110" Type="http://schemas.openxmlformats.org/officeDocument/2006/relationships/customXml" Target="../ink/ink184.xml"/><Relationship Id="rId115" Type="http://schemas.openxmlformats.org/officeDocument/2006/relationships/image" Target="../media/image186.png"/><Relationship Id="rId131" Type="http://schemas.openxmlformats.org/officeDocument/2006/relationships/image" Target="../media/image194.png"/><Relationship Id="rId136" Type="http://schemas.openxmlformats.org/officeDocument/2006/relationships/customXml" Target="../ink/ink197.xml"/><Relationship Id="rId157" Type="http://schemas.openxmlformats.org/officeDocument/2006/relationships/image" Target="../media/image207.png"/><Relationship Id="rId178" Type="http://schemas.openxmlformats.org/officeDocument/2006/relationships/customXml" Target="../ink/ink218.xml"/><Relationship Id="rId61" Type="http://schemas.openxmlformats.org/officeDocument/2006/relationships/image" Target="../media/image159.png"/><Relationship Id="rId82" Type="http://schemas.openxmlformats.org/officeDocument/2006/relationships/customXml" Target="../ink/ink170.xml"/><Relationship Id="rId152" Type="http://schemas.openxmlformats.org/officeDocument/2006/relationships/customXml" Target="../ink/ink205.xml"/><Relationship Id="rId173" Type="http://schemas.openxmlformats.org/officeDocument/2006/relationships/image" Target="../media/image215.png"/><Relationship Id="rId194" Type="http://schemas.openxmlformats.org/officeDocument/2006/relationships/customXml" Target="../ink/ink226.xml"/><Relationship Id="rId199" Type="http://schemas.openxmlformats.org/officeDocument/2006/relationships/image" Target="../media/image228.png"/><Relationship Id="rId19" Type="http://schemas.openxmlformats.org/officeDocument/2006/relationships/image" Target="../media/image138.png"/><Relationship Id="rId14" Type="http://schemas.openxmlformats.org/officeDocument/2006/relationships/customXml" Target="../ink/ink136.xml"/><Relationship Id="rId30" Type="http://schemas.openxmlformats.org/officeDocument/2006/relationships/customXml" Target="../ink/ink144.xml"/><Relationship Id="rId35" Type="http://schemas.openxmlformats.org/officeDocument/2006/relationships/image" Target="../media/image146.png"/><Relationship Id="rId56" Type="http://schemas.openxmlformats.org/officeDocument/2006/relationships/customXml" Target="../ink/ink157.xml"/><Relationship Id="rId77" Type="http://schemas.openxmlformats.org/officeDocument/2006/relationships/image" Target="../media/image167.png"/><Relationship Id="rId100" Type="http://schemas.openxmlformats.org/officeDocument/2006/relationships/customXml" Target="../ink/ink179.xml"/><Relationship Id="rId105" Type="http://schemas.openxmlformats.org/officeDocument/2006/relationships/image" Target="../media/image181.png"/><Relationship Id="rId126" Type="http://schemas.openxmlformats.org/officeDocument/2006/relationships/customXml" Target="../ink/ink192.xml"/><Relationship Id="rId147" Type="http://schemas.openxmlformats.org/officeDocument/2006/relationships/image" Target="../media/image202.png"/><Relationship Id="rId168" Type="http://schemas.openxmlformats.org/officeDocument/2006/relationships/customXml" Target="../ink/ink213.xml"/><Relationship Id="rId8" Type="http://schemas.openxmlformats.org/officeDocument/2006/relationships/customXml" Target="../ink/ink133.xml"/><Relationship Id="rId51" Type="http://schemas.openxmlformats.org/officeDocument/2006/relationships/image" Target="../media/image154.png"/><Relationship Id="rId72" Type="http://schemas.openxmlformats.org/officeDocument/2006/relationships/customXml" Target="../ink/ink165.xml"/><Relationship Id="rId93" Type="http://schemas.openxmlformats.org/officeDocument/2006/relationships/image" Target="../media/image175.png"/><Relationship Id="rId98" Type="http://schemas.openxmlformats.org/officeDocument/2006/relationships/customXml" Target="../ink/ink178.xml"/><Relationship Id="rId121" Type="http://schemas.openxmlformats.org/officeDocument/2006/relationships/image" Target="../media/image189.png"/><Relationship Id="rId142" Type="http://schemas.openxmlformats.org/officeDocument/2006/relationships/customXml" Target="../ink/ink200.xml"/><Relationship Id="rId163" Type="http://schemas.openxmlformats.org/officeDocument/2006/relationships/image" Target="../media/image210.png"/><Relationship Id="rId184" Type="http://schemas.openxmlformats.org/officeDocument/2006/relationships/customXml" Target="../ink/ink221.xml"/><Relationship Id="rId189" Type="http://schemas.openxmlformats.org/officeDocument/2006/relationships/image" Target="../media/image223.png"/><Relationship Id="rId3" Type="http://schemas.openxmlformats.org/officeDocument/2006/relationships/image" Target="../media/image130.png"/><Relationship Id="rId25" Type="http://schemas.openxmlformats.org/officeDocument/2006/relationships/image" Target="../media/image141.png"/><Relationship Id="rId46" Type="http://schemas.openxmlformats.org/officeDocument/2006/relationships/customXml" Target="../ink/ink152.xml"/><Relationship Id="rId67" Type="http://schemas.openxmlformats.org/officeDocument/2006/relationships/image" Target="../media/image162.png"/><Relationship Id="rId116" Type="http://schemas.openxmlformats.org/officeDocument/2006/relationships/customXml" Target="../ink/ink187.xml"/><Relationship Id="rId137" Type="http://schemas.openxmlformats.org/officeDocument/2006/relationships/image" Target="../media/image197.png"/><Relationship Id="rId158" Type="http://schemas.openxmlformats.org/officeDocument/2006/relationships/customXml" Target="../ink/ink208.xml"/><Relationship Id="rId20" Type="http://schemas.openxmlformats.org/officeDocument/2006/relationships/customXml" Target="../ink/ink139.xml"/><Relationship Id="rId41" Type="http://schemas.openxmlformats.org/officeDocument/2006/relationships/image" Target="../media/image149.png"/><Relationship Id="rId62" Type="http://schemas.openxmlformats.org/officeDocument/2006/relationships/customXml" Target="../ink/ink160.xml"/><Relationship Id="rId83" Type="http://schemas.openxmlformats.org/officeDocument/2006/relationships/image" Target="../media/image170.png"/><Relationship Id="rId88" Type="http://schemas.openxmlformats.org/officeDocument/2006/relationships/customXml" Target="../ink/ink173.xml"/><Relationship Id="rId111" Type="http://schemas.openxmlformats.org/officeDocument/2006/relationships/image" Target="../media/image184.png"/><Relationship Id="rId132" Type="http://schemas.openxmlformats.org/officeDocument/2006/relationships/customXml" Target="../ink/ink195.xml"/><Relationship Id="rId153" Type="http://schemas.openxmlformats.org/officeDocument/2006/relationships/image" Target="../media/image205.png"/><Relationship Id="rId174" Type="http://schemas.openxmlformats.org/officeDocument/2006/relationships/customXml" Target="../ink/ink216.xml"/><Relationship Id="rId179" Type="http://schemas.openxmlformats.org/officeDocument/2006/relationships/image" Target="../media/image218.png"/><Relationship Id="rId195" Type="http://schemas.openxmlformats.org/officeDocument/2006/relationships/image" Target="../media/image226.png"/><Relationship Id="rId190" Type="http://schemas.openxmlformats.org/officeDocument/2006/relationships/customXml" Target="../ink/ink224.xml"/><Relationship Id="rId15" Type="http://schemas.openxmlformats.org/officeDocument/2006/relationships/image" Target="../media/image136.png"/><Relationship Id="rId36" Type="http://schemas.openxmlformats.org/officeDocument/2006/relationships/customXml" Target="../ink/ink147.xml"/><Relationship Id="rId57" Type="http://schemas.openxmlformats.org/officeDocument/2006/relationships/image" Target="../media/image157.png"/><Relationship Id="rId106" Type="http://schemas.openxmlformats.org/officeDocument/2006/relationships/customXml" Target="../ink/ink182.xml"/><Relationship Id="rId127" Type="http://schemas.openxmlformats.org/officeDocument/2006/relationships/image" Target="../media/image192.png"/><Relationship Id="rId10" Type="http://schemas.openxmlformats.org/officeDocument/2006/relationships/customXml" Target="../ink/ink134.xml"/><Relationship Id="rId31" Type="http://schemas.openxmlformats.org/officeDocument/2006/relationships/image" Target="../media/image144.png"/><Relationship Id="rId52" Type="http://schemas.openxmlformats.org/officeDocument/2006/relationships/customXml" Target="../ink/ink155.xml"/><Relationship Id="rId73" Type="http://schemas.openxmlformats.org/officeDocument/2006/relationships/image" Target="../media/image165.png"/><Relationship Id="rId78" Type="http://schemas.openxmlformats.org/officeDocument/2006/relationships/customXml" Target="../ink/ink168.xml"/><Relationship Id="rId94" Type="http://schemas.openxmlformats.org/officeDocument/2006/relationships/customXml" Target="../ink/ink176.xml"/><Relationship Id="rId99" Type="http://schemas.openxmlformats.org/officeDocument/2006/relationships/image" Target="../media/image178.png"/><Relationship Id="rId101" Type="http://schemas.openxmlformats.org/officeDocument/2006/relationships/image" Target="../media/image179.png"/><Relationship Id="rId122" Type="http://schemas.openxmlformats.org/officeDocument/2006/relationships/customXml" Target="../ink/ink190.xml"/><Relationship Id="rId143" Type="http://schemas.openxmlformats.org/officeDocument/2006/relationships/image" Target="../media/image200.png"/><Relationship Id="rId148" Type="http://schemas.openxmlformats.org/officeDocument/2006/relationships/customXml" Target="../ink/ink203.xml"/><Relationship Id="rId164" Type="http://schemas.openxmlformats.org/officeDocument/2006/relationships/customXml" Target="../ink/ink211.xml"/><Relationship Id="rId169" Type="http://schemas.openxmlformats.org/officeDocument/2006/relationships/image" Target="../media/image213.png"/><Relationship Id="rId185" Type="http://schemas.openxmlformats.org/officeDocument/2006/relationships/image" Target="../media/image221.png"/><Relationship Id="rId4" Type="http://schemas.openxmlformats.org/officeDocument/2006/relationships/customXml" Target="../ink/ink131.xml"/><Relationship Id="rId9" Type="http://schemas.openxmlformats.org/officeDocument/2006/relationships/image" Target="../media/image133.png"/><Relationship Id="rId180" Type="http://schemas.openxmlformats.org/officeDocument/2006/relationships/customXml" Target="../ink/ink219.xml"/><Relationship Id="rId26" Type="http://schemas.openxmlformats.org/officeDocument/2006/relationships/customXml" Target="../ink/ink142.xml"/><Relationship Id="rId47" Type="http://schemas.openxmlformats.org/officeDocument/2006/relationships/image" Target="../media/image152.png"/><Relationship Id="rId68" Type="http://schemas.openxmlformats.org/officeDocument/2006/relationships/customXml" Target="../ink/ink163.xml"/><Relationship Id="rId89" Type="http://schemas.openxmlformats.org/officeDocument/2006/relationships/image" Target="../media/image173.png"/><Relationship Id="rId112" Type="http://schemas.openxmlformats.org/officeDocument/2006/relationships/customXml" Target="../ink/ink185.xml"/><Relationship Id="rId133" Type="http://schemas.openxmlformats.org/officeDocument/2006/relationships/image" Target="../media/image195.png"/><Relationship Id="rId154" Type="http://schemas.openxmlformats.org/officeDocument/2006/relationships/customXml" Target="../ink/ink206.xml"/><Relationship Id="rId175" Type="http://schemas.openxmlformats.org/officeDocument/2006/relationships/image" Target="../media/image216.png"/><Relationship Id="rId196" Type="http://schemas.openxmlformats.org/officeDocument/2006/relationships/customXml" Target="../ink/ink227.xml"/><Relationship Id="rId200" Type="http://schemas.openxmlformats.org/officeDocument/2006/relationships/customXml" Target="../ink/ink229.xml"/><Relationship Id="rId16" Type="http://schemas.openxmlformats.org/officeDocument/2006/relationships/customXml" Target="../ink/ink137.xml"/><Relationship Id="rId37" Type="http://schemas.openxmlformats.org/officeDocument/2006/relationships/image" Target="../media/image147.png"/><Relationship Id="rId58" Type="http://schemas.openxmlformats.org/officeDocument/2006/relationships/customXml" Target="../ink/ink158.xml"/><Relationship Id="rId79" Type="http://schemas.openxmlformats.org/officeDocument/2006/relationships/image" Target="../media/image168.png"/><Relationship Id="rId102" Type="http://schemas.openxmlformats.org/officeDocument/2006/relationships/customXml" Target="../ink/ink180.xml"/><Relationship Id="rId123" Type="http://schemas.openxmlformats.org/officeDocument/2006/relationships/image" Target="../media/image190.png"/><Relationship Id="rId144" Type="http://schemas.openxmlformats.org/officeDocument/2006/relationships/customXml" Target="../ink/ink201.xml"/><Relationship Id="rId90" Type="http://schemas.openxmlformats.org/officeDocument/2006/relationships/customXml" Target="../ink/ink174.xml"/><Relationship Id="rId165" Type="http://schemas.openxmlformats.org/officeDocument/2006/relationships/image" Target="../media/image211.png"/><Relationship Id="rId186" Type="http://schemas.openxmlformats.org/officeDocument/2006/relationships/customXml" Target="../ink/ink222.xml"/><Relationship Id="rId27" Type="http://schemas.openxmlformats.org/officeDocument/2006/relationships/image" Target="../media/image142.png"/><Relationship Id="rId48" Type="http://schemas.openxmlformats.org/officeDocument/2006/relationships/customXml" Target="../ink/ink153.xml"/><Relationship Id="rId69" Type="http://schemas.openxmlformats.org/officeDocument/2006/relationships/image" Target="../media/image163.png"/><Relationship Id="rId113" Type="http://schemas.openxmlformats.org/officeDocument/2006/relationships/image" Target="../media/image185.png"/><Relationship Id="rId134" Type="http://schemas.openxmlformats.org/officeDocument/2006/relationships/customXml" Target="../ink/ink196.xml"/><Relationship Id="rId80" Type="http://schemas.openxmlformats.org/officeDocument/2006/relationships/customXml" Target="../ink/ink169.xml"/><Relationship Id="rId155" Type="http://schemas.openxmlformats.org/officeDocument/2006/relationships/image" Target="../media/image206.png"/><Relationship Id="rId176" Type="http://schemas.openxmlformats.org/officeDocument/2006/relationships/customXml" Target="../ink/ink217.xml"/><Relationship Id="rId197" Type="http://schemas.openxmlformats.org/officeDocument/2006/relationships/image" Target="../media/image227.png"/><Relationship Id="rId201" Type="http://schemas.openxmlformats.org/officeDocument/2006/relationships/image" Target="../media/image229.png"/><Relationship Id="rId17" Type="http://schemas.openxmlformats.org/officeDocument/2006/relationships/image" Target="../media/image137.png"/><Relationship Id="rId38" Type="http://schemas.openxmlformats.org/officeDocument/2006/relationships/customXml" Target="../ink/ink148.xml"/><Relationship Id="rId59" Type="http://schemas.openxmlformats.org/officeDocument/2006/relationships/image" Target="../media/image158.png"/><Relationship Id="rId103" Type="http://schemas.openxmlformats.org/officeDocument/2006/relationships/image" Target="../media/image180.png"/><Relationship Id="rId124" Type="http://schemas.openxmlformats.org/officeDocument/2006/relationships/customXml" Target="../ink/ink191.xml"/><Relationship Id="rId70" Type="http://schemas.openxmlformats.org/officeDocument/2006/relationships/customXml" Target="../ink/ink164.xml"/><Relationship Id="rId91" Type="http://schemas.openxmlformats.org/officeDocument/2006/relationships/image" Target="../media/image174.png"/><Relationship Id="rId145" Type="http://schemas.openxmlformats.org/officeDocument/2006/relationships/image" Target="../media/image201.png"/><Relationship Id="rId166" Type="http://schemas.openxmlformats.org/officeDocument/2006/relationships/customXml" Target="../ink/ink212.xml"/><Relationship Id="rId187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43.xml"/><Relationship Id="rId49" Type="http://schemas.openxmlformats.org/officeDocument/2006/relationships/image" Target="../media/image153.png"/><Relationship Id="rId114" Type="http://schemas.openxmlformats.org/officeDocument/2006/relationships/customXml" Target="../ink/ink186.xml"/><Relationship Id="rId60" Type="http://schemas.openxmlformats.org/officeDocument/2006/relationships/customXml" Target="../ink/ink159.xml"/><Relationship Id="rId81" Type="http://schemas.openxmlformats.org/officeDocument/2006/relationships/image" Target="../media/image169.png"/><Relationship Id="rId135" Type="http://schemas.openxmlformats.org/officeDocument/2006/relationships/image" Target="../media/image196.png"/><Relationship Id="rId156" Type="http://schemas.openxmlformats.org/officeDocument/2006/relationships/customXml" Target="../ink/ink207.xml"/><Relationship Id="rId177" Type="http://schemas.openxmlformats.org/officeDocument/2006/relationships/image" Target="../media/image217.png"/><Relationship Id="rId198" Type="http://schemas.openxmlformats.org/officeDocument/2006/relationships/customXml" Target="../ink/ink228.xml"/><Relationship Id="rId18" Type="http://schemas.openxmlformats.org/officeDocument/2006/relationships/customXml" Target="../ink/ink138.xml"/><Relationship Id="rId39" Type="http://schemas.openxmlformats.org/officeDocument/2006/relationships/image" Target="../media/image148.png"/><Relationship Id="rId50" Type="http://schemas.openxmlformats.org/officeDocument/2006/relationships/customXml" Target="../ink/ink154.xml"/><Relationship Id="rId104" Type="http://schemas.openxmlformats.org/officeDocument/2006/relationships/customXml" Target="../ink/ink181.xml"/><Relationship Id="rId125" Type="http://schemas.openxmlformats.org/officeDocument/2006/relationships/image" Target="../media/image191.png"/><Relationship Id="rId146" Type="http://schemas.openxmlformats.org/officeDocument/2006/relationships/customXml" Target="../ink/ink202.xml"/><Relationship Id="rId167" Type="http://schemas.openxmlformats.org/officeDocument/2006/relationships/image" Target="../media/image212.png"/><Relationship Id="rId188" Type="http://schemas.openxmlformats.org/officeDocument/2006/relationships/customXml" Target="../ink/ink223.xml"/><Relationship Id="rId71" Type="http://schemas.openxmlformats.org/officeDocument/2006/relationships/image" Target="../media/image164.png"/><Relationship Id="rId92" Type="http://schemas.openxmlformats.org/officeDocument/2006/relationships/customXml" Target="../ink/ink17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2.xml"/><Relationship Id="rId21" Type="http://schemas.openxmlformats.org/officeDocument/2006/relationships/image" Target="../media/image238.png"/><Relationship Id="rId42" Type="http://schemas.openxmlformats.org/officeDocument/2006/relationships/customXml" Target="../ink/ink250.xml"/><Relationship Id="rId47" Type="http://schemas.openxmlformats.org/officeDocument/2006/relationships/image" Target="../media/image251.png"/><Relationship Id="rId63" Type="http://schemas.openxmlformats.org/officeDocument/2006/relationships/image" Target="../media/image259.png"/><Relationship Id="rId68" Type="http://schemas.openxmlformats.org/officeDocument/2006/relationships/customXml" Target="../ink/ink263.xml"/><Relationship Id="rId84" Type="http://schemas.openxmlformats.org/officeDocument/2006/relationships/customXml" Target="../ink/ink271.xml"/><Relationship Id="rId89" Type="http://schemas.openxmlformats.org/officeDocument/2006/relationships/image" Target="../media/image272.png"/><Relationship Id="rId16" Type="http://schemas.openxmlformats.org/officeDocument/2006/relationships/customXml" Target="../ink/ink237.xml"/><Relationship Id="rId11" Type="http://schemas.openxmlformats.org/officeDocument/2006/relationships/image" Target="../media/image233.png"/><Relationship Id="rId32" Type="http://schemas.openxmlformats.org/officeDocument/2006/relationships/customXml" Target="../ink/ink245.xml"/><Relationship Id="rId37" Type="http://schemas.openxmlformats.org/officeDocument/2006/relationships/image" Target="../media/image246.png"/><Relationship Id="rId53" Type="http://schemas.openxmlformats.org/officeDocument/2006/relationships/image" Target="../media/image254.png"/><Relationship Id="rId58" Type="http://schemas.openxmlformats.org/officeDocument/2006/relationships/customXml" Target="../ink/ink258.xml"/><Relationship Id="rId74" Type="http://schemas.openxmlformats.org/officeDocument/2006/relationships/customXml" Target="../ink/ink266.xml"/><Relationship Id="rId79" Type="http://schemas.openxmlformats.org/officeDocument/2006/relationships/image" Target="../media/image267.png"/><Relationship Id="rId5" Type="http://schemas.openxmlformats.org/officeDocument/2006/relationships/image" Target="../media/image129.png"/><Relationship Id="rId90" Type="http://schemas.openxmlformats.org/officeDocument/2006/relationships/customXml" Target="../ink/ink274.xml"/><Relationship Id="rId95" Type="http://schemas.openxmlformats.org/officeDocument/2006/relationships/image" Target="../media/image275.png"/><Relationship Id="rId22" Type="http://schemas.openxmlformats.org/officeDocument/2006/relationships/customXml" Target="../ink/ink240.xml"/><Relationship Id="rId27" Type="http://schemas.openxmlformats.org/officeDocument/2006/relationships/image" Target="../media/image241.png"/><Relationship Id="rId43" Type="http://schemas.openxmlformats.org/officeDocument/2006/relationships/image" Target="../media/image249.png"/><Relationship Id="rId48" Type="http://schemas.openxmlformats.org/officeDocument/2006/relationships/customXml" Target="../ink/ink253.xml"/><Relationship Id="rId64" Type="http://schemas.openxmlformats.org/officeDocument/2006/relationships/customXml" Target="../ink/ink261.xml"/><Relationship Id="rId69" Type="http://schemas.openxmlformats.org/officeDocument/2006/relationships/image" Target="../media/image262.png"/><Relationship Id="rId80" Type="http://schemas.openxmlformats.org/officeDocument/2006/relationships/customXml" Target="../ink/ink269.xml"/><Relationship Id="rId85" Type="http://schemas.openxmlformats.org/officeDocument/2006/relationships/image" Target="../media/image270.png"/><Relationship Id="rId12" Type="http://schemas.openxmlformats.org/officeDocument/2006/relationships/customXml" Target="../ink/ink235.xml"/><Relationship Id="rId17" Type="http://schemas.openxmlformats.org/officeDocument/2006/relationships/image" Target="../media/image236.png"/><Relationship Id="rId25" Type="http://schemas.openxmlformats.org/officeDocument/2006/relationships/image" Target="../media/image240.png"/><Relationship Id="rId33" Type="http://schemas.openxmlformats.org/officeDocument/2006/relationships/image" Target="../media/image244.png"/><Relationship Id="rId38" Type="http://schemas.openxmlformats.org/officeDocument/2006/relationships/customXml" Target="../ink/ink248.xml"/><Relationship Id="rId46" Type="http://schemas.openxmlformats.org/officeDocument/2006/relationships/customXml" Target="../ink/ink252.xml"/><Relationship Id="rId59" Type="http://schemas.openxmlformats.org/officeDocument/2006/relationships/image" Target="../media/image257.png"/><Relationship Id="rId67" Type="http://schemas.openxmlformats.org/officeDocument/2006/relationships/image" Target="../media/image261.png"/><Relationship Id="rId20" Type="http://schemas.openxmlformats.org/officeDocument/2006/relationships/customXml" Target="../ink/ink239.xml"/><Relationship Id="rId41" Type="http://schemas.openxmlformats.org/officeDocument/2006/relationships/image" Target="../media/image248.png"/><Relationship Id="rId54" Type="http://schemas.openxmlformats.org/officeDocument/2006/relationships/customXml" Target="../ink/ink256.xml"/><Relationship Id="rId62" Type="http://schemas.openxmlformats.org/officeDocument/2006/relationships/customXml" Target="../ink/ink260.xml"/><Relationship Id="rId70" Type="http://schemas.openxmlformats.org/officeDocument/2006/relationships/customXml" Target="../ink/ink264.xml"/><Relationship Id="rId75" Type="http://schemas.openxmlformats.org/officeDocument/2006/relationships/image" Target="../media/image265.png"/><Relationship Id="rId83" Type="http://schemas.openxmlformats.org/officeDocument/2006/relationships/image" Target="../media/image269.png"/><Relationship Id="rId88" Type="http://schemas.openxmlformats.org/officeDocument/2006/relationships/customXml" Target="../ink/ink273.xml"/><Relationship Id="rId91" Type="http://schemas.openxmlformats.org/officeDocument/2006/relationships/image" Target="../media/image273.png"/><Relationship Id="rId96" Type="http://schemas.openxmlformats.org/officeDocument/2006/relationships/customXml" Target="../ink/ink27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2.xml"/><Relationship Id="rId15" Type="http://schemas.openxmlformats.org/officeDocument/2006/relationships/image" Target="../media/image235.png"/><Relationship Id="rId23" Type="http://schemas.openxmlformats.org/officeDocument/2006/relationships/image" Target="../media/image239.png"/><Relationship Id="rId28" Type="http://schemas.openxmlformats.org/officeDocument/2006/relationships/customXml" Target="../ink/ink243.xml"/><Relationship Id="rId36" Type="http://schemas.openxmlformats.org/officeDocument/2006/relationships/customXml" Target="../ink/ink247.xml"/><Relationship Id="rId49" Type="http://schemas.openxmlformats.org/officeDocument/2006/relationships/image" Target="../media/image252.png"/><Relationship Id="rId57" Type="http://schemas.openxmlformats.org/officeDocument/2006/relationships/image" Target="../media/image256.png"/><Relationship Id="rId10" Type="http://schemas.openxmlformats.org/officeDocument/2006/relationships/customXml" Target="../ink/ink234.xml"/><Relationship Id="rId31" Type="http://schemas.openxmlformats.org/officeDocument/2006/relationships/image" Target="../media/image243.png"/><Relationship Id="rId44" Type="http://schemas.openxmlformats.org/officeDocument/2006/relationships/customXml" Target="../ink/ink251.xml"/><Relationship Id="rId52" Type="http://schemas.openxmlformats.org/officeDocument/2006/relationships/customXml" Target="../ink/ink255.xml"/><Relationship Id="rId60" Type="http://schemas.openxmlformats.org/officeDocument/2006/relationships/customXml" Target="../ink/ink259.xml"/><Relationship Id="rId65" Type="http://schemas.openxmlformats.org/officeDocument/2006/relationships/image" Target="../media/image260.png"/><Relationship Id="rId73" Type="http://schemas.openxmlformats.org/officeDocument/2006/relationships/image" Target="../media/image264.png"/><Relationship Id="rId78" Type="http://schemas.openxmlformats.org/officeDocument/2006/relationships/customXml" Target="../ink/ink268.xml"/><Relationship Id="rId81" Type="http://schemas.openxmlformats.org/officeDocument/2006/relationships/image" Target="../media/image268.png"/><Relationship Id="rId86" Type="http://schemas.openxmlformats.org/officeDocument/2006/relationships/customXml" Target="../ink/ink272.xml"/><Relationship Id="rId94" Type="http://schemas.openxmlformats.org/officeDocument/2006/relationships/customXml" Target="../ink/ink276.xml"/><Relationship Id="rId99" Type="http://schemas.openxmlformats.org/officeDocument/2006/relationships/image" Target="../media/image277.png"/><Relationship Id="rId101" Type="http://schemas.openxmlformats.org/officeDocument/2006/relationships/image" Target="../media/image278.png"/><Relationship Id="rId4" Type="http://schemas.openxmlformats.org/officeDocument/2006/relationships/customXml" Target="../ink/ink231.xml"/><Relationship Id="rId9" Type="http://schemas.openxmlformats.org/officeDocument/2006/relationships/image" Target="../media/image232.png"/><Relationship Id="rId13" Type="http://schemas.openxmlformats.org/officeDocument/2006/relationships/image" Target="../media/image234.png"/><Relationship Id="rId18" Type="http://schemas.openxmlformats.org/officeDocument/2006/relationships/customXml" Target="../ink/ink238.xml"/><Relationship Id="rId39" Type="http://schemas.openxmlformats.org/officeDocument/2006/relationships/image" Target="../media/image247.png"/><Relationship Id="rId34" Type="http://schemas.openxmlformats.org/officeDocument/2006/relationships/customXml" Target="../ink/ink246.xml"/><Relationship Id="rId50" Type="http://schemas.openxmlformats.org/officeDocument/2006/relationships/customXml" Target="../ink/ink254.xml"/><Relationship Id="rId55" Type="http://schemas.openxmlformats.org/officeDocument/2006/relationships/image" Target="../media/image255.png"/><Relationship Id="rId76" Type="http://schemas.openxmlformats.org/officeDocument/2006/relationships/customXml" Target="../ink/ink267.xml"/><Relationship Id="rId97" Type="http://schemas.openxmlformats.org/officeDocument/2006/relationships/image" Target="../media/image276.png"/><Relationship Id="rId7" Type="http://schemas.openxmlformats.org/officeDocument/2006/relationships/image" Target="../media/image231.png"/><Relationship Id="rId71" Type="http://schemas.openxmlformats.org/officeDocument/2006/relationships/image" Target="../media/image263.png"/><Relationship Id="rId92" Type="http://schemas.openxmlformats.org/officeDocument/2006/relationships/customXml" Target="../ink/ink275.xml"/><Relationship Id="rId2" Type="http://schemas.openxmlformats.org/officeDocument/2006/relationships/customXml" Target="../ink/ink230.xml"/><Relationship Id="rId29" Type="http://schemas.openxmlformats.org/officeDocument/2006/relationships/image" Target="../media/image242.png"/><Relationship Id="rId24" Type="http://schemas.openxmlformats.org/officeDocument/2006/relationships/customXml" Target="../ink/ink241.xml"/><Relationship Id="rId40" Type="http://schemas.openxmlformats.org/officeDocument/2006/relationships/customXml" Target="../ink/ink249.xml"/><Relationship Id="rId45" Type="http://schemas.openxmlformats.org/officeDocument/2006/relationships/image" Target="../media/image250.png"/><Relationship Id="rId66" Type="http://schemas.openxmlformats.org/officeDocument/2006/relationships/customXml" Target="../ink/ink262.xml"/><Relationship Id="rId87" Type="http://schemas.openxmlformats.org/officeDocument/2006/relationships/image" Target="../media/image271.png"/><Relationship Id="rId61" Type="http://schemas.openxmlformats.org/officeDocument/2006/relationships/image" Target="../media/image258.png"/><Relationship Id="rId82" Type="http://schemas.openxmlformats.org/officeDocument/2006/relationships/customXml" Target="../ink/ink270.xml"/><Relationship Id="rId19" Type="http://schemas.openxmlformats.org/officeDocument/2006/relationships/image" Target="../media/image237.png"/><Relationship Id="rId14" Type="http://schemas.openxmlformats.org/officeDocument/2006/relationships/customXml" Target="../ink/ink236.xml"/><Relationship Id="rId30" Type="http://schemas.openxmlformats.org/officeDocument/2006/relationships/customXml" Target="../ink/ink244.xml"/><Relationship Id="rId35" Type="http://schemas.openxmlformats.org/officeDocument/2006/relationships/image" Target="../media/image245.png"/><Relationship Id="rId56" Type="http://schemas.openxmlformats.org/officeDocument/2006/relationships/customXml" Target="../ink/ink257.xml"/><Relationship Id="rId77" Type="http://schemas.openxmlformats.org/officeDocument/2006/relationships/image" Target="../media/image266.png"/><Relationship Id="rId100" Type="http://schemas.openxmlformats.org/officeDocument/2006/relationships/customXml" Target="../ink/ink279.xml"/><Relationship Id="rId8" Type="http://schemas.openxmlformats.org/officeDocument/2006/relationships/customXml" Target="../ink/ink233.xml"/><Relationship Id="rId51" Type="http://schemas.openxmlformats.org/officeDocument/2006/relationships/image" Target="../media/image253.png"/><Relationship Id="rId72" Type="http://schemas.openxmlformats.org/officeDocument/2006/relationships/customXml" Target="../ink/ink265.xml"/><Relationship Id="rId93" Type="http://schemas.openxmlformats.org/officeDocument/2006/relationships/image" Target="../media/image274.png"/><Relationship Id="rId98" Type="http://schemas.openxmlformats.org/officeDocument/2006/relationships/customXml" Target="../ink/ink278.xml"/><Relationship Id="rId3" Type="http://schemas.openxmlformats.org/officeDocument/2006/relationships/image" Target="../media/image23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36.png"/><Relationship Id="rId21" Type="http://schemas.openxmlformats.org/officeDocument/2006/relationships/image" Target="../media/image288.png"/><Relationship Id="rId42" Type="http://schemas.openxmlformats.org/officeDocument/2006/relationships/customXml" Target="../ink/ink300.xml"/><Relationship Id="rId63" Type="http://schemas.openxmlformats.org/officeDocument/2006/relationships/image" Target="../media/image309.png"/><Relationship Id="rId84" Type="http://schemas.openxmlformats.org/officeDocument/2006/relationships/customXml" Target="../ink/ink321.xml"/><Relationship Id="rId138" Type="http://schemas.openxmlformats.org/officeDocument/2006/relationships/customXml" Target="../ink/ink348.xml"/><Relationship Id="rId159" Type="http://schemas.openxmlformats.org/officeDocument/2006/relationships/image" Target="../media/image357.png"/><Relationship Id="rId170" Type="http://schemas.openxmlformats.org/officeDocument/2006/relationships/customXml" Target="../ink/ink364.xml"/><Relationship Id="rId191" Type="http://schemas.openxmlformats.org/officeDocument/2006/relationships/image" Target="../media/image373.png"/><Relationship Id="rId205" Type="http://schemas.openxmlformats.org/officeDocument/2006/relationships/image" Target="../media/image380.png"/><Relationship Id="rId107" Type="http://schemas.openxmlformats.org/officeDocument/2006/relationships/image" Target="../media/image331.png"/><Relationship Id="rId11" Type="http://schemas.openxmlformats.org/officeDocument/2006/relationships/image" Target="../media/image283.png"/><Relationship Id="rId32" Type="http://schemas.openxmlformats.org/officeDocument/2006/relationships/customXml" Target="../ink/ink295.xml"/><Relationship Id="rId53" Type="http://schemas.openxmlformats.org/officeDocument/2006/relationships/image" Target="../media/image304.png"/><Relationship Id="rId74" Type="http://schemas.openxmlformats.org/officeDocument/2006/relationships/customXml" Target="../ink/ink316.xml"/><Relationship Id="rId128" Type="http://schemas.openxmlformats.org/officeDocument/2006/relationships/customXml" Target="../ink/ink343.xml"/><Relationship Id="rId149" Type="http://schemas.openxmlformats.org/officeDocument/2006/relationships/image" Target="../media/image352.png"/><Relationship Id="rId5" Type="http://schemas.openxmlformats.org/officeDocument/2006/relationships/image" Target="../media/image280.png"/><Relationship Id="rId95" Type="http://schemas.openxmlformats.org/officeDocument/2006/relationships/image" Target="../media/image325.png"/><Relationship Id="rId160" Type="http://schemas.openxmlformats.org/officeDocument/2006/relationships/customXml" Target="../ink/ink359.xml"/><Relationship Id="rId181" Type="http://schemas.openxmlformats.org/officeDocument/2006/relationships/image" Target="../media/image368.png"/><Relationship Id="rId22" Type="http://schemas.openxmlformats.org/officeDocument/2006/relationships/customXml" Target="../ink/ink290.xml"/><Relationship Id="rId43" Type="http://schemas.openxmlformats.org/officeDocument/2006/relationships/image" Target="../media/image299.png"/><Relationship Id="rId64" Type="http://schemas.openxmlformats.org/officeDocument/2006/relationships/customXml" Target="../ink/ink311.xml"/><Relationship Id="rId118" Type="http://schemas.openxmlformats.org/officeDocument/2006/relationships/customXml" Target="../ink/ink338.xml"/><Relationship Id="rId139" Type="http://schemas.openxmlformats.org/officeDocument/2006/relationships/image" Target="../media/image347.png"/><Relationship Id="rId85" Type="http://schemas.openxmlformats.org/officeDocument/2006/relationships/image" Target="../media/image320.png"/><Relationship Id="rId150" Type="http://schemas.openxmlformats.org/officeDocument/2006/relationships/customXml" Target="../ink/ink354.xml"/><Relationship Id="rId171" Type="http://schemas.openxmlformats.org/officeDocument/2006/relationships/image" Target="../media/image363.png"/><Relationship Id="rId192" Type="http://schemas.openxmlformats.org/officeDocument/2006/relationships/customXml" Target="../ink/ink375.xml"/><Relationship Id="rId206" Type="http://schemas.openxmlformats.org/officeDocument/2006/relationships/customXml" Target="../ink/ink382.xml"/><Relationship Id="rId12" Type="http://schemas.openxmlformats.org/officeDocument/2006/relationships/customXml" Target="../ink/ink285.xml"/><Relationship Id="rId33" Type="http://schemas.openxmlformats.org/officeDocument/2006/relationships/image" Target="../media/image294.png"/><Relationship Id="rId108" Type="http://schemas.openxmlformats.org/officeDocument/2006/relationships/customXml" Target="../ink/ink333.xml"/><Relationship Id="rId129" Type="http://schemas.openxmlformats.org/officeDocument/2006/relationships/image" Target="../media/image342.png"/><Relationship Id="rId54" Type="http://schemas.openxmlformats.org/officeDocument/2006/relationships/customXml" Target="../ink/ink306.xml"/><Relationship Id="rId75" Type="http://schemas.openxmlformats.org/officeDocument/2006/relationships/image" Target="../media/image315.png"/><Relationship Id="rId96" Type="http://schemas.openxmlformats.org/officeDocument/2006/relationships/customXml" Target="../ink/ink327.xml"/><Relationship Id="rId140" Type="http://schemas.openxmlformats.org/officeDocument/2006/relationships/customXml" Target="../ink/ink349.xml"/><Relationship Id="rId161" Type="http://schemas.openxmlformats.org/officeDocument/2006/relationships/image" Target="../media/image358.png"/><Relationship Id="rId182" Type="http://schemas.openxmlformats.org/officeDocument/2006/relationships/customXml" Target="../ink/ink370.xml"/><Relationship Id="rId6" Type="http://schemas.openxmlformats.org/officeDocument/2006/relationships/customXml" Target="../ink/ink282.xml"/><Relationship Id="rId23" Type="http://schemas.openxmlformats.org/officeDocument/2006/relationships/image" Target="../media/image289.png"/><Relationship Id="rId119" Type="http://schemas.openxmlformats.org/officeDocument/2006/relationships/image" Target="../media/image337.png"/><Relationship Id="rId44" Type="http://schemas.openxmlformats.org/officeDocument/2006/relationships/customXml" Target="../ink/ink301.xml"/><Relationship Id="rId65" Type="http://schemas.openxmlformats.org/officeDocument/2006/relationships/image" Target="../media/image310.png"/><Relationship Id="rId86" Type="http://schemas.openxmlformats.org/officeDocument/2006/relationships/customXml" Target="../ink/ink322.xml"/><Relationship Id="rId130" Type="http://schemas.openxmlformats.org/officeDocument/2006/relationships/customXml" Target="../ink/ink344.xml"/><Relationship Id="rId151" Type="http://schemas.openxmlformats.org/officeDocument/2006/relationships/image" Target="../media/image353.png"/><Relationship Id="rId172" Type="http://schemas.openxmlformats.org/officeDocument/2006/relationships/customXml" Target="../ink/ink365.xml"/><Relationship Id="rId193" Type="http://schemas.openxmlformats.org/officeDocument/2006/relationships/image" Target="../media/image374.png"/><Relationship Id="rId207" Type="http://schemas.openxmlformats.org/officeDocument/2006/relationships/image" Target="../media/image381.png"/><Relationship Id="rId13" Type="http://schemas.openxmlformats.org/officeDocument/2006/relationships/image" Target="../media/image284.png"/><Relationship Id="rId109" Type="http://schemas.openxmlformats.org/officeDocument/2006/relationships/image" Target="../media/image332.png"/><Relationship Id="rId34" Type="http://schemas.openxmlformats.org/officeDocument/2006/relationships/customXml" Target="../ink/ink296.xml"/><Relationship Id="rId55" Type="http://schemas.openxmlformats.org/officeDocument/2006/relationships/image" Target="../media/image305.png"/><Relationship Id="rId76" Type="http://schemas.openxmlformats.org/officeDocument/2006/relationships/customXml" Target="../ink/ink317.xml"/><Relationship Id="rId97" Type="http://schemas.openxmlformats.org/officeDocument/2006/relationships/image" Target="../media/image326.png"/><Relationship Id="rId120" Type="http://schemas.openxmlformats.org/officeDocument/2006/relationships/customXml" Target="../ink/ink339.xml"/><Relationship Id="rId141" Type="http://schemas.openxmlformats.org/officeDocument/2006/relationships/image" Target="../media/image348.png"/><Relationship Id="rId7" Type="http://schemas.openxmlformats.org/officeDocument/2006/relationships/image" Target="../media/image281.png"/><Relationship Id="rId162" Type="http://schemas.openxmlformats.org/officeDocument/2006/relationships/customXml" Target="../ink/ink360.xml"/><Relationship Id="rId183" Type="http://schemas.openxmlformats.org/officeDocument/2006/relationships/image" Target="../media/image369.png"/><Relationship Id="rId24" Type="http://schemas.openxmlformats.org/officeDocument/2006/relationships/customXml" Target="../ink/ink291.xml"/><Relationship Id="rId45" Type="http://schemas.openxmlformats.org/officeDocument/2006/relationships/image" Target="../media/image300.png"/><Relationship Id="rId66" Type="http://schemas.openxmlformats.org/officeDocument/2006/relationships/customXml" Target="../ink/ink312.xml"/><Relationship Id="rId87" Type="http://schemas.openxmlformats.org/officeDocument/2006/relationships/image" Target="../media/image321.png"/><Relationship Id="rId110" Type="http://schemas.openxmlformats.org/officeDocument/2006/relationships/customXml" Target="../ink/ink334.xml"/><Relationship Id="rId131" Type="http://schemas.openxmlformats.org/officeDocument/2006/relationships/image" Target="../media/image343.png"/><Relationship Id="rId61" Type="http://schemas.openxmlformats.org/officeDocument/2006/relationships/image" Target="../media/image308.png"/><Relationship Id="rId82" Type="http://schemas.openxmlformats.org/officeDocument/2006/relationships/customXml" Target="../ink/ink320.xml"/><Relationship Id="rId152" Type="http://schemas.openxmlformats.org/officeDocument/2006/relationships/customXml" Target="../ink/ink355.xml"/><Relationship Id="rId173" Type="http://schemas.openxmlformats.org/officeDocument/2006/relationships/image" Target="../media/image364.png"/><Relationship Id="rId194" Type="http://schemas.openxmlformats.org/officeDocument/2006/relationships/customXml" Target="../ink/ink376.xml"/><Relationship Id="rId199" Type="http://schemas.openxmlformats.org/officeDocument/2006/relationships/image" Target="../media/image377.png"/><Relationship Id="rId203" Type="http://schemas.openxmlformats.org/officeDocument/2006/relationships/image" Target="../media/image379.png"/><Relationship Id="rId208" Type="http://schemas.openxmlformats.org/officeDocument/2006/relationships/customXml" Target="../ink/ink383.xml"/><Relationship Id="rId19" Type="http://schemas.openxmlformats.org/officeDocument/2006/relationships/image" Target="../media/image287.png"/><Relationship Id="rId14" Type="http://schemas.openxmlformats.org/officeDocument/2006/relationships/customXml" Target="../ink/ink286.xml"/><Relationship Id="rId30" Type="http://schemas.openxmlformats.org/officeDocument/2006/relationships/customXml" Target="../ink/ink294.xml"/><Relationship Id="rId35" Type="http://schemas.openxmlformats.org/officeDocument/2006/relationships/image" Target="../media/image295.png"/><Relationship Id="rId56" Type="http://schemas.openxmlformats.org/officeDocument/2006/relationships/customXml" Target="../ink/ink307.xml"/><Relationship Id="rId77" Type="http://schemas.openxmlformats.org/officeDocument/2006/relationships/image" Target="../media/image316.png"/><Relationship Id="rId100" Type="http://schemas.openxmlformats.org/officeDocument/2006/relationships/customXml" Target="../ink/ink329.xml"/><Relationship Id="rId105" Type="http://schemas.openxmlformats.org/officeDocument/2006/relationships/image" Target="../media/image330.png"/><Relationship Id="rId126" Type="http://schemas.openxmlformats.org/officeDocument/2006/relationships/customXml" Target="../ink/ink342.xml"/><Relationship Id="rId147" Type="http://schemas.openxmlformats.org/officeDocument/2006/relationships/image" Target="../media/image351.png"/><Relationship Id="rId168" Type="http://schemas.openxmlformats.org/officeDocument/2006/relationships/customXml" Target="../ink/ink363.xml"/><Relationship Id="rId8" Type="http://schemas.openxmlformats.org/officeDocument/2006/relationships/customXml" Target="../ink/ink283.xml"/><Relationship Id="rId51" Type="http://schemas.openxmlformats.org/officeDocument/2006/relationships/image" Target="../media/image303.png"/><Relationship Id="rId72" Type="http://schemas.openxmlformats.org/officeDocument/2006/relationships/customXml" Target="../ink/ink315.xml"/><Relationship Id="rId93" Type="http://schemas.openxmlformats.org/officeDocument/2006/relationships/image" Target="../media/image324.png"/><Relationship Id="rId98" Type="http://schemas.openxmlformats.org/officeDocument/2006/relationships/customXml" Target="../ink/ink328.xml"/><Relationship Id="rId121" Type="http://schemas.openxmlformats.org/officeDocument/2006/relationships/image" Target="../media/image338.png"/><Relationship Id="rId142" Type="http://schemas.openxmlformats.org/officeDocument/2006/relationships/customXml" Target="../ink/ink350.xml"/><Relationship Id="rId163" Type="http://schemas.openxmlformats.org/officeDocument/2006/relationships/image" Target="../media/image359.png"/><Relationship Id="rId184" Type="http://schemas.openxmlformats.org/officeDocument/2006/relationships/customXml" Target="../ink/ink371.xml"/><Relationship Id="rId189" Type="http://schemas.openxmlformats.org/officeDocument/2006/relationships/image" Target="../media/image372.png"/><Relationship Id="rId3" Type="http://schemas.openxmlformats.org/officeDocument/2006/relationships/image" Target="../media/image279.png"/><Relationship Id="rId25" Type="http://schemas.openxmlformats.org/officeDocument/2006/relationships/image" Target="../media/image290.png"/><Relationship Id="rId46" Type="http://schemas.openxmlformats.org/officeDocument/2006/relationships/customXml" Target="../ink/ink302.xml"/><Relationship Id="rId67" Type="http://schemas.openxmlformats.org/officeDocument/2006/relationships/image" Target="../media/image311.png"/><Relationship Id="rId116" Type="http://schemas.openxmlformats.org/officeDocument/2006/relationships/customXml" Target="../ink/ink337.xml"/><Relationship Id="rId137" Type="http://schemas.openxmlformats.org/officeDocument/2006/relationships/image" Target="../media/image346.png"/><Relationship Id="rId158" Type="http://schemas.openxmlformats.org/officeDocument/2006/relationships/customXml" Target="../ink/ink358.xml"/><Relationship Id="rId20" Type="http://schemas.openxmlformats.org/officeDocument/2006/relationships/customXml" Target="../ink/ink289.xml"/><Relationship Id="rId41" Type="http://schemas.openxmlformats.org/officeDocument/2006/relationships/image" Target="../media/image298.png"/><Relationship Id="rId62" Type="http://schemas.openxmlformats.org/officeDocument/2006/relationships/customXml" Target="../ink/ink310.xml"/><Relationship Id="rId83" Type="http://schemas.openxmlformats.org/officeDocument/2006/relationships/image" Target="../media/image319.png"/><Relationship Id="rId88" Type="http://schemas.openxmlformats.org/officeDocument/2006/relationships/customXml" Target="../ink/ink323.xml"/><Relationship Id="rId111" Type="http://schemas.openxmlformats.org/officeDocument/2006/relationships/image" Target="../media/image333.png"/><Relationship Id="rId132" Type="http://schemas.openxmlformats.org/officeDocument/2006/relationships/customXml" Target="../ink/ink345.xml"/><Relationship Id="rId153" Type="http://schemas.openxmlformats.org/officeDocument/2006/relationships/image" Target="../media/image354.png"/><Relationship Id="rId174" Type="http://schemas.openxmlformats.org/officeDocument/2006/relationships/customXml" Target="../ink/ink366.xml"/><Relationship Id="rId179" Type="http://schemas.openxmlformats.org/officeDocument/2006/relationships/image" Target="../media/image367.png"/><Relationship Id="rId195" Type="http://schemas.openxmlformats.org/officeDocument/2006/relationships/image" Target="../media/image375.png"/><Relationship Id="rId209" Type="http://schemas.openxmlformats.org/officeDocument/2006/relationships/image" Target="../media/image382.png"/><Relationship Id="rId190" Type="http://schemas.openxmlformats.org/officeDocument/2006/relationships/customXml" Target="../ink/ink374.xml"/><Relationship Id="rId204" Type="http://schemas.openxmlformats.org/officeDocument/2006/relationships/customXml" Target="../ink/ink381.xml"/><Relationship Id="rId15" Type="http://schemas.openxmlformats.org/officeDocument/2006/relationships/image" Target="../media/image285.png"/><Relationship Id="rId36" Type="http://schemas.openxmlformats.org/officeDocument/2006/relationships/customXml" Target="../ink/ink297.xml"/><Relationship Id="rId57" Type="http://schemas.openxmlformats.org/officeDocument/2006/relationships/image" Target="../media/image306.png"/><Relationship Id="rId106" Type="http://schemas.openxmlformats.org/officeDocument/2006/relationships/customXml" Target="../ink/ink332.xml"/><Relationship Id="rId127" Type="http://schemas.openxmlformats.org/officeDocument/2006/relationships/image" Target="../media/image341.png"/><Relationship Id="rId10" Type="http://schemas.openxmlformats.org/officeDocument/2006/relationships/customXml" Target="../ink/ink284.xml"/><Relationship Id="rId31" Type="http://schemas.openxmlformats.org/officeDocument/2006/relationships/image" Target="../media/image293.png"/><Relationship Id="rId52" Type="http://schemas.openxmlformats.org/officeDocument/2006/relationships/customXml" Target="../ink/ink305.xml"/><Relationship Id="rId73" Type="http://schemas.openxmlformats.org/officeDocument/2006/relationships/image" Target="../media/image314.png"/><Relationship Id="rId78" Type="http://schemas.openxmlformats.org/officeDocument/2006/relationships/customXml" Target="../ink/ink318.xml"/><Relationship Id="rId94" Type="http://schemas.openxmlformats.org/officeDocument/2006/relationships/customXml" Target="../ink/ink326.xml"/><Relationship Id="rId99" Type="http://schemas.openxmlformats.org/officeDocument/2006/relationships/image" Target="../media/image327.png"/><Relationship Id="rId101" Type="http://schemas.openxmlformats.org/officeDocument/2006/relationships/image" Target="../media/image328.png"/><Relationship Id="rId122" Type="http://schemas.openxmlformats.org/officeDocument/2006/relationships/customXml" Target="../ink/ink340.xml"/><Relationship Id="rId143" Type="http://schemas.openxmlformats.org/officeDocument/2006/relationships/image" Target="../media/image349.png"/><Relationship Id="rId148" Type="http://schemas.openxmlformats.org/officeDocument/2006/relationships/customXml" Target="../ink/ink353.xml"/><Relationship Id="rId164" Type="http://schemas.openxmlformats.org/officeDocument/2006/relationships/customXml" Target="../ink/ink361.xml"/><Relationship Id="rId169" Type="http://schemas.openxmlformats.org/officeDocument/2006/relationships/image" Target="../media/image362.png"/><Relationship Id="rId185" Type="http://schemas.openxmlformats.org/officeDocument/2006/relationships/image" Target="../media/image370.png"/><Relationship Id="rId4" Type="http://schemas.openxmlformats.org/officeDocument/2006/relationships/customXml" Target="../ink/ink281.xml"/><Relationship Id="rId9" Type="http://schemas.openxmlformats.org/officeDocument/2006/relationships/image" Target="../media/image282.png"/><Relationship Id="rId180" Type="http://schemas.openxmlformats.org/officeDocument/2006/relationships/customXml" Target="../ink/ink369.xml"/><Relationship Id="rId26" Type="http://schemas.openxmlformats.org/officeDocument/2006/relationships/customXml" Target="../ink/ink292.xml"/><Relationship Id="rId47" Type="http://schemas.openxmlformats.org/officeDocument/2006/relationships/image" Target="../media/image301.png"/><Relationship Id="rId68" Type="http://schemas.openxmlformats.org/officeDocument/2006/relationships/customXml" Target="../ink/ink313.xml"/><Relationship Id="rId89" Type="http://schemas.openxmlformats.org/officeDocument/2006/relationships/image" Target="../media/image322.png"/><Relationship Id="rId112" Type="http://schemas.openxmlformats.org/officeDocument/2006/relationships/customXml" Target="../ink/ink335.xml"/><Relationship Id="rId133" Type="http://schemas.openxmlformats.org/officeDocument/2006/relationships/image" Target="../media/image344.png"/><Relationship Id="rId154" Type="http://schemas.openxmlformats.org/officeDocument/2006/relationships/customXml" Target="../ink/ink356.xml"/><Relationship Id="rId175" Type="http://schemas.openxmlformats.org/officeDocument/2006/relationships/image" Target="../media/image365.png"/><Relationship Id="rId196" Type="http://schemas.openxmlformats.org/officeDocument/2006/relationships/customXml" Target="../ink/ink377.xml"/><Relationship Id="rId200" Type="http://schemas.openxmlformats.org/officeDocument/2006/relationships/customXml" Target="../ink/ink379.xml"/><Relationship Id="rId16" Type="http://schemas.openxmlformats.org/officeDocument/2006/relationships/customXml" Target="../ink/ink287.xml"/><Relationship Id="rId37" Type="http://schemas.openxmlformats.org/officeDocument/2006/relationships/image" Target="../media/image296.png"/><Relationship Id="rId58" Type="http://schemas.openxmlformats.org/officeDocument/2006/relationships/customXml" Target="../ink/ink308.xml"/><Relationship Id="rId79" Type="http://schemas.openxmlformats.org/officeDocument/2006/relationships/image" Target="../media/image317.png"/><Relationship Id="rId102" Type="http://schemas.openxmlformats.org/officeDocument/2006/relationships/customXml" Target="../ink/ink330.xml"/><Relationship Id="rId123" Type="http://schemas.openxmlformats.org/officeDocument/2006/relationships/image" Target="../media/image339.png"/><Relationship Id="rId144" Type="http://schemas.openxmlformats.org/officeDocument/2006/relationships/customXml" Target="../ink/ink351.xml"/><Relationship Id="rId90" Type="http://schemas.openxmlformats.org/officeDocument/2006/relationships/customXml" Target="../ink/ink324.xml"/><Relationship Id="rId165" Type="http://schemas.openxmlformats.org/officeDocument/2006/relationships/image" Target="../media/image360.png"/><Relationship Id="rId186" Type="http://schemas.openxmlformats.org/officeDocument/2006/relationships/customXml" Target="../ink/ink372.xml"/><Relationship Id="rId27" Type="http://schemas.openxmlformats.org/officeDocument/2006/relationships/image" Target="../media/image291.png"/><Relationship Id="rId48" Type="http://schemas.openxmlformats.org/officeDocument/2006/relationships/customXml" Target="../ink/ink303.xml"/><Relationship Id="rId69" Type="http://schemas.openxmlformats.org/officeDocument/2006/relationships/image" Target="../media/image312.png"/><Relationship Id="rId113" Type="http://schemas.openxmlformats.org/officeDocument/2006/relationships/image" Target="../media/image334.png"/><Relationship Id="rId134" Type="http://schemas.openxmlformats.org/officeDocument/2006/relationships/customXml" Target="../ink/ink346.xml"/><Relationship Id="rId80" Type="http://schemas.openxmlformats.org/officeDocument/2006/relationships/customXml" Target="../ink/ink319.xml"/><Relationship Id="rId155" Type="http://schemas.openxmlformats.org/officeDocument/2006/relationships/image" Target="../media/image355.png"/><Relationship Id="rId176" Type="http://schemas.openxmlformats.org/officeDocument/2006/relationships/customXml" Target="../ink/ink367.xml"/><Relationship Id="rId197" Type="http://schemas.openxmlformats.org/officeDocument/2006/relationships/image" Target="../media/image376.png"/><Relationship Id="rId201" Type="http://schemas.openxmlformats.org/officeDocument/2006/relationships/image" Target="../media/image378.png"/><Relationship Id="rId17" Type="http://schemas.openxmlformats.org/officeDocument/2006/relationships/image" Target="../media/image286.png"/><Relationship Id="rId38" Type="http://schemas.openxmlformats.org/officeDocument/2006/relationships/customXml" Target="../ink/ink298.xml"/><Relationship Id="rId59" Type="http://schemas.openxmlformats.org/officeDocument/2006/relationships/image" Target="../media/image307.png"/><Relationship Id="rId103" Type="http://schemas.openxmlformats.org/officeDocument/2006/relationships/image" Target="../media/image329.png"/><Relationship Id="rId124" Type="http://schemas.openxmlformats.org/officeDocument/2006/relationships/customXml" Target="../ink/ink341.xml"/><Relationship Id="rId70" Type="http://schemas.openxmlformats.org/officeDocument/2006/relationships/customXml" Target="../ink/ink314.xml"/><Relationship Id="rId91" Type="http://schemas.openxmlformats.org/officeDocument/2006/relationships/image" Target="../media/image323.png"/><Relationship Id="rId145" Type="http://schemas.openxmlformats.org/officeDocument/2006/relationships/image" Target="../media/image350.png"/><Relationship Id="rId166" Type="http://schemas.openxmlformats.org/officeDocument/2006/relationships/customXml" Target="../ink/ink362.xml"/><Relationship Id="rId187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93.xml"/><Relationship Id="rId49" Type="http://schemas.openxmlformats.org/officeDocument/2006/relationships/image" Target="../media/image302.png"/><Relationship Id="rId114" Type="http://schemas.openxmlformats.org/officeDocument/2006/relationships/customXml" Target="../ink/ink336.xml"/><Relationship Id="rId60" Type="http://schemas.openxmlformats.org/officeDocument/2006/relationships/customXml" Target="../ink/ink309.xml"/><Relationship Id="rId81" Type="http://schemas.openxmlformats.org/officeDocument/2006/relationships/image" Target="../media/image318.png"/><Relationship Id="rId135" Type="http://schemas.openxmlformats.org/officeDocument/2006/relationships/image" Target="../media/image345.png"/><Relationship Id="rId156" Type="http://schemas.openxmlformats.org/officeDocument/2006/relationships/customXml" Target="../ink/ink357.xml"/><Relationship Id="rId177" Type="http://schemas.openxmlformats.org/officeDocument/2006/relationships/image" Target="../media/image366.png"/><Relationship Id="rId198" Type="http://schemas.openxmlformats.org/officeDocument/2006/relationships/customXml" Target="../ink/ink378.xml"/><Relationship Id="rId202" Type="http://schemas.openxmlformats.org/officeDocument/2006/relationships/customXml" Target="../ink/ink380.xml"/><Relationship Id="rId18" Type="http://schemas.openxmlformats.org/officeDocument/2006/relationships/customXml" Target="../ink/ink288.xml"/><Relationship Id="rId39" Type="http://schemas.openxmlformats.org/officeDocument/2006/relationships/image" Target="../media/image297.png"/><Relationship Id="rId50" Type="http://schemas.openxmlformats.org/officeDocument/2006/relationships/customXml" Target="../ink/ink304.xml"/><Relationship Id="rId104" Type="http://schemas.openxmlformats.org/officeDocument/2006/relationships/customXml" Target="../ink/ink331.xml"/><Relationship Id="rId125" Type="http://schemas.openxmlformats.org/officeDocument/2006/relationships/image" Target="../media/image340.png"/><Relationship Id="rId146" Type="http://schemas.openxmlformats.org/officeDocument/2006/relationships/customXml" Target="../ink/ink352.xml"/><Relationship Id="rId167" Type="http://schemas.openxmlformats.org/officeDocument/2006/relationships/image" Target="../media/image361.png"/><Relationship Id="rId188" Type="http://schemas.openxmlformats.org/officeDocument/2006/relationships/customXml" Target="../ink/ink373.xml"/><Relationship Id="rId71" Type="http://schemas.openxmlformats.org/officeDocument/2006/relationships/image" Target="../media/image313.png"/><Relationship Id="rId92" Type="http://schemas.openxmlformats.org/officeDocument/2006/relationships/customXml" Target="../ink/ink325.xml"/><Relationship Id="rId2" Type="http://schemas.openxmlformats.org/officeDocument/2006/relationships/customXml" Target="../ink/ink280.xml"/><Relationship Id="rId29" Type="http://schemas.openxmlformats.org/officeDocument/2006/relationships/image" Target="../media/image292.png"/><Relationship Id="rId40" Type="http://schemas.openxmlformats.org/officeDocument/2006/relationships/customXml" Target="../ink/ink299.xml"/><Relationship Id="rId115" Type="http://schemas.openxmlformats.org/officeDocument/2006/relationships/image" Target="../media/image335.png"/><Relationship Id="rId136" Type="http://schemas.openxmlformats.org/officeDocument/2006/relationships/customXml" Target="../ink/ink347.xml"/><Relationship Id="rId157" Type="http://schemas.openxmlformats.org/officeDocument/2006/relationships/image" Target="../media/image356.png"/><Relationship Id="rId178" Type="http://schemas.openxmlformats.org/officeDocument/2006/relationships/customXml" Target="../ink/ink368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4.png"/><Relationship Id="rId18" Type="http://schemas.openxmlformats.org/officeDocument/2006/relationships/customXml" Target="../ink/ink392.xml"/><Relationship Id="rId26" Type="http://schemas.openxmlformats.org/officeDocument/2006/relationships/customXml" Target="../ink/ink396.xml"/><Relationship Id="rId39" Type="http://schemas.openxmlformats.org/officeDocument/2006/relationships/image" Target="../media/image297.png"/><Relationship Id="rId21" Type="http://schemas.openxmlformats.org/officeDocument/2006/relationships/image" Target="../media/image288.png"/><Relationship Id="rId34" Type="http://schemas.openxmlformats.org/officeDocument/2006/relationships/customXml" Target="../ink/ink400.xml"/><Relationship Id="rId42" Type="http://schemas.openxmlformats.org/officeDocument/2006/relationships/customXml" Target="../ink/ink404.xml"/><Relationship Id="rId47" Type="http://schemas.openxmlformats.org/officeDocument/2006/relationships/image" Target="../media/image301.png"/><Relationship Id="rId50" Type="http://schemas.openxmlformats.org/officeDocument/2006/relationships/customXml" Target="../ink/ink408.xml"/><Relationship Id="rId55" Type="http://schemas.openxmlformats.org/officeDocument/2006/relationships/image" Target="../media/image305.png"/><Relationship Id="rId63" Type="http://schemas.openxmlformats.org/officeDocument/2006/relationships/image" Target="../media/image309.png"/><Relationship Id="rId7" Type="http://schemas.openxmlformats.org/officeDocument/2006/relationships/image" Target="../media/image281.png"/><Relationship Id="rId2" Type="http://schemas.openxmlformats.org/officeDocument/2006/relationships/customXml" Target="../ink/ink384.xml"/><Relationship Id="rId16" Type="http://schemas.openxmlformats.org/officeDocument/2006/relationships/customXml" Target="../ink/ink391.xml"/><Relationship Id="rId29" Type="http://schemas.openxmlformats.org/officeDocument/2006/relationships/image" Target="../media/image292.png"/><Relationship Id="rId11" Type="http://schemas.openxmlformats.org/officeDocument/2006/relationships/image" Target="../media/image283.png"/><Relationship Id="rId24" Type="http://schemas.openxmlformats.org/officeDocument/2006/relationships/customXml" Target="../ink/ink395.xml"/><Relationship Id="rId32" Type="http://schemas.openxmlformats.org/officeDocument/2006/relationships/customXml" Target="../ink/ink399.xml"/><Relationship Id="rId37" Type="http://schemas.openxmlformats.org/officeDocument/2006/relationships/image" Target="../media/image296.png"/><Relationship Id="rId40" Type="http://schemas.openxmlformats.org/officeDocument/2006/relationships/customXml" Target="../ink/ink403.xml"/><Relationship Id="rId45" Type="http://schemas.openxmlformats.org/officeDocument/2006/relationships/image" Target="../media/image300.png"/><Relationship Id="rId53" Type="http://schemas.openxmlformats.org/officeDocument/2006/relationships/image" Target="../media/image304.png"/><Relationship Id="rId58" Type="http://schemas.openxmlformats.org/officeDocument/2006/relationships/customXml" Target="../ink/ink412.xml"/><Relationship Id="rId5" Type="http://schemas.openxmlformats.org/officeDocument/2006/relationships/image" Target="../media/image280.png"/><Relationship Id="rId61" Type="http://schemas.openxmlformats.org/officeDocument/2006/relationships/image" Target="../media/image308.png"/><Relationship Id="rId19" Type="http://schemas.openxmlformats.org/officeDocument/2006/relationships/image" Target="../media/image287.png"/><Relationship Id="rId14" Type="http://schemas.openxmlformats.org/officeDocument/2006/relationships/customXml" Target="../ink/ink390.xml"/><Relationship Id="rId22" Type="http://schemas.openxmlformats.org/officeDocument/2006/relationships/customXml" Target="../ink/ink394.xml"/><Relationship Id="rId27" Type="http://schemas.openxmlformats.org/officeDocument/2006/relationships/image" Target="../media/image291.png"/><Relationship Id="rId30" Type="http://schemas.openxmlformats.org/officeDocument/2006/relationships/customXml" Target="../ink/ink398.xml"/><Relationship Id="rId35" Type="http://schemas.openxmlformats.org/officeDocument/2006/relationships/image" Target="../media/image295.png"/><Relationship Id="rId43" Type="http://schemas.openxmlformats.org/officeDocument/2006/relationships/image" Target="../media/image299.png"/><Relationship Id="rId48" Type="http://schemas.openxmlformats.org/officeDocument/2006/relationships/customXml" Target="../ink/ink407.xml"/><Relationship Id="rId56" Type="http://schemas.openxmlformats.org/officeDocument/2006/relationships/customXml" Target="../ink/ink411.xml"/><Relationship Id="rId8" Type="http://schemas.openxmlformats.org/officeDocument/2006/relationships/customXml" Target="../ink/ink387.xml"/><Relationship Id="rId51" Type="http://schemas.openxmlformats.org/officeDocument/2006/relationships/image" Target="../media/image303.png"/><Relationship Id="rId3" Type="http://schemas.openxmlformats.org/officeDocument/2006/relationships/image" Target="../media/image279.png"/><Relationship Id="rId12" Type="http://schemas.openxmlformats.org/officeDocument/2006/relationships/customXml" Target="../ink/ink389.xml"/><Relationship Id="rId17" Type="http://schemas.openxmlformats.org/officeDocument/2006/relationships/image" Target="../media/image286.png"/><Relationship Id="rId25" Type="http://schemas.openxmlformats.org/officeDocument/2006/relationships/image" Target="../media/image290.png"/><Relationship Id="rId33" Type="http://schemas.openxmlformats.org/officeDocument/2006/relationships/image" Target="../media/image294.png"/><Relationship Id="rId38" Type="http://schemas.openxmlformats.org/officeDocument/2006/relationships/customXml" Target="../ink/ink402.xml"/><Relationship Id="rId46" Type="http://schemas.openxmlformats.org/officeDocument/2006/relationships/customXml" Target="../ink/ink406.xml"/><Relationship Id="rId59" Type="http://schemas.openxmlformats.org/officeDocument/2006/relationships/image" Target="../media/image307.png"/><Relationship Id="rId20" Type="http://schemas.openxmlformats.org/officeDocument/2006/relationships/customXml" Target="../ink/ink393.xml"/><Relationship Id="rId41" Type="http://schemas.openxmlformats.org/officeDocument/2006/relationships/image" Target="../media/image298.png"/><Relationship Id="rId54" Type="http://schemas.openxmlformats.org/officeDocument/2006/relationships/customXml" Target="../ink/ink410.xml"/><Relationship Id="rId62" Type="http://schemas.openxmlformats.org/officeDocument/2006/relationships/customXml" Target="../ink/ink4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6.xml"/><Relationship Id="rId15" Type="http://schemas.openxmlformats.org/officeDocument/2006/relationships/image" Target="../media/image285.png"/><Relationship Id="rId23" Type="http://schemas.openxmlformats.org/officeDocument/2006/relationships/image" Target="../media/image289.png"/><Relationship Id="rId28" Type="http://schemas.openxmlformats.org/officeDocument/2006/relationships/customXml" Target="../ink/ink397.xml"/><Relationship Id="rId36" Type="http://schemas.openxmlformats.org/officeDocument/2006/relationships/customXml" Target="../ink/ink401.xml"/><Relationship Id="rId49" Type="http://schemas.openxmlformats.org/officeDocument/2006/relationships/image" Target="../media/image302.png"/><Relationship Id="rId57" Type="http://schemas.openxmlformats.org/officeDocument/2006/relationships/image" Target="../media/image306.png"/><Relationship Id="rId10" Type="http://schemas.openxmlformats.org/officeDocument/2006/relationships/customXml" Target="../ink/ink388.xml"/><Relationship Id="rId31" Type="http://schemas.openxmlformats.org/officeDocument/2006/relationships/image" Target="../media/image293.png"/><Relationship Id="rId44" Type="http://schemas.openxmlformats.org/officeDocument/2006/relationships/customXml" Target="../ink/ink405.xml"/><Relationship Id="rId52" Type="http://schemas.openxmlformats.org/officeDocument/2006/relationships/customXml" Target="../ink/ink409.xml"/><Relationship Id="rId60" Type="http://schemas.openxmlformats.org/officeDocument/2006/relationships/customXml" Target="../ink/ink413.xml"/><Relationship Id="rId4" Type="http://schemas.openxmlformats.org/officeDocument/2006/relationships/customXml" Target="../ink/ink385.xml"/><Relationship Id="rId9" Type="http://schemas.openxmlformats.org/officeDocument/2006/relationships/image" Target="../media/image282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7.xml"/><Relationship Id="rId21" Type="http://schemas.openxmlformats.org/officeDocument/2006/relationships/image" Target="../media/image288.png"/><Relationship Id="rId42" Type="http://schemas.openxmlformats.org/officeDocument/2006/relationships/customXml" Target="../ink/ink435.xml"/><Relationship Id="rId47" Type="http://schemas.openxmlformats.org/officeDocument/2006/relationships/image" Target="../media/image301.png"/><Relationship Id="rId63" Type="http://schemas.openxmlformats.org/officeDocument/2006/relationships/image" Target="../media/image384.png"/><Relationship Id="rId68" Type="http://schemas.openxmlformats.org/officeDocument/2006/relationships/customXml" Target="../ink/ink448.xml"/><Relationship Id="rId16" Type="http://schemas.openxmlformats.org/officeDocument/2006/relationships/customXml" Target="../ink/ink422.xml"/><Relationship Id="rId11" Type="http://schemas.openxmlformats.org/officeDocument/2006/relationships/image" Target="../media/image283.png"/><Relationship Id="rId32" Type="http://schemas.openxmlformats.org/officeDocument/2006/relationships/customXml" Target="../ink/ink430.xml"/><Relationship Id="rId37" Type="http://schemas.openxmlformats.org/officeDocument/2006/relationships/image" Target="../media/image296.png"/><Relationship Id="rId53" Type="http://schemas.openxmlformats.org/officeDocument/2006/relationships/image" Target="../media/image304.png"/><Relationship Id="rId58" Type="http://schemas.openxmlformats.org/officeDocument/2006/relationships/customXml" Target="../ink/ink443.xml"/><Relationship Id="rId74" Type="http://schemas.openxmlformats.org/officeDocument/2006/relationships/customXml" Target="../ink/ink451.xml"/><Relationship Id="rId79" Type="http://schemas.openxmlformats.org/officeDocument/2006/relationships/image" Target="../media/image392.png"/><Relationship Id="rId5" Type="http://schemas.openxmlformats.org/officeDocument/2006/relationships/image" Target="../media/image280.png"/><Relationship Id="rId61" Type="http://schemas.openxmlformats.org/officeDocument/2006/relationships/image" Target="../media/image383.png"/><Relationship Id="rId19" Type="http://schemas.openxmlformats.org/officeDocument/2006/relationships/image" Target="../media/image287.png"/><Relationship Id="rId14" Type="http://schemas.openxmlformats.org/officeDocument/2006/relationships/customXml" Target="../ink/ink421.xml"/><Relationship Id="rId22" Type="http://schemas.openxmlformats.org/officeDocument/2006/relationships/customXml" Target="../ink/ink425.xml"/><Relationship Id="rId27" Type="http://schemas.openxmlformats.org/officeDocument/2006/relationships/image" Target="../media/image291.png"/><Relationship Id="rId30" Type="http://schemas.openxmlformats.org/officeDocument/2006/relationships/customXml" Target="../ink/ink429.xml"/><Relationship Id="rId35" Type="http://schemas.openxmlformats.org/officeDocument/2006/relationships/image" Target="../media/image295.png"/><Relationship Id="rId43" Type="http://schemas.openxmlformats.org/officeDocument/2006/relationships/image" Target="../media/image299.png"/><Relationship Id="rId48" Type="http://schemas.openxmlformats.org/officeDocument/2006/relationships/customXml" Target="../ink/ink438.xml"/><Relationship Id="rId56" Type="http://schemas.openxmlformats.org/officeDocument/2006/relationships/customXml" Target="../ink/ink442.xml"/><Relationship Id="rId64" Type="http://schemas.openxmlformats.org/officeDocument/2006/relationships/customXml" Target="../ink/ink446.xml"/><Relationship Id="rId69" Type="http://schemas.openxmlformats.org/officeDocument/2006/relationships/image" Target="../media/image387.png"/><Relationship Id="rId77" Type="http://schemas.openxmlformats.org/officeDocument/2006/relationships/image" Target="../media/image391.png"/><Relationship Id="rId8" Type="http://schemas.openxmlformats.org/officeDocument/2006/relationships/customXml" Target="../ink/ink418.xml"/><Relationship Id="rId51" Type="http://schemas.openxmlformats.org/officeDocument/2006/relationships/image" Target="../media/image303.png"/><Relationship Id="rId72" Type="http://schemas.openxmlformats.org/officeDocument/2006/relationships/customXml" Target="../ink/ink450.xml"/><Relationship Id="rId80" Type="http://schemas.openxmlformats.org/officeDocument/2006/relationships/customXml" Target="../ink/ink454.xml"/><Relationship Id="rId3" Type="http://schemas.openxmlformats.org/officeDocument/2006/relationships/image" Target="../media/image279.png"/><Relationship Id="rId12" Type="http://schemas.openxmlformats.org/officeDocument/2006/relationships/customXml" Target="../ink/ink420.xml"/><Relationship Id="rId17" Type="http://schemas.openxmlformats.org/officeDocument/2006/relationships/image" Target="../media/image286.png"/><Relationship Id="rId25" Type="http://schemas.openxmlformats.org/officeDocument/2006/relationships/image" Target="../media/image290.png"/><Relationship Id="rId33" Type="http://schemas.openxmlformats.org/officeDocument/2006/relationships/image" Target="../media/image294.png"/><Relationship Id="rId38" Type="http://schemas.openxmlformats.org/officeDocument/2006/relationships/customXml" Target="../ink/ink433.xml"/><Relationship Id="rId46" Type="http://schemas.openxmlformats.org/officeDocument/2006/relationships/customXml" Target="../ink/ink437.xml"/><Relationship Id="rId59" Type="http://schemas.openxmlformats.org/officeDocument/2006/relationships/image" Target="../media/image307.png"/><Relationship Id="rId67" Type="http://schemas.openxmlformats.org/officeDocument/2006/relationships/image" Target="../media/image386.png"/><Relationship Id="rId20" Type="http://schemas.openxmlformats.org/officeDocument/2006/relationships/customXml" Target="../ink/ink424.xml"/><Relationship Id="rId41" Type="http://schemas.openxmlformats.org/officeDocument/2006/relationships/image" Target="../media/image298.png"/><Relationship Id="rId54" Type="http://schemas.openxmlformats.org/officeDocument/2006/relationships/customXml" Target="../ink/ink441.xml"/><Relationship Id="rId62" Type="http://schemas.openxmlformats.org/officeDocument/2006/relationships/customXml" Target="../ink/ink445.xml"/><Relationship Id="rId70" Type="http://schemas.openxmlformats.org/officeDocument/2006/relationships/customXml" Target="../ink/ink449.xml"/><Relationship Id="rId75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7.xml"/><Relationship Id="rId15" Type="http://schemas.openxmlformats.org/officeDocument/2006/relationships/image" Target="../media/image285.png"/><Relationship Id="rId23" Type="http://schemas.openxmlformats.org/officeDocument/2006/relationships/image" Target="../media/image289.png"/><Relationship Id="rId28" Type="http://schemas.openxmlformats.org/officeDocument/2006/relationships/customXml" Target="../ink/ink428.xml"/><Relationship Id="rId36" Type="http://schemas.openxmlformats.org/officeDocument/2006/relationships/customXml" Target="../ink/ink432.xml"/><Relationship Id="rId49" Type="http://schemas.openxmlformats.org/officeDocument/2006/relationships/image" Target="../media/image302.png"/><Relationship Id="rId57" Type="http://schemas.openxmlformats.org/officeDocument/2006/relationships/image" Target="../media/image306.png"/><Relationship Id="rId10" Type="http://schemas.openxmlformats.org/officeDocument/2006/relationships/customXml" Target="../ink/ink419.xml"/><Relationship Id="rId31" Type="http://schemas.openxmlformats.org/officeDocument/2006/relationships/image" Target="../media/image293.png"/><Relationship Id="rId44" Type="http://schemas.openxmlformats.org/officeDocument/2006/relationships/customXml" Target="../ink/ink436.xml"/><Relationship Id="rId52" Type="http://schemas.openxmlformats.org/officeDocument/2006/relationships/customXml" Target="../ink/ink440.xml"/><Relationship Id="rId60" Type="http://schemas.openxmlformats.org/officeDocument/2006/relationships/customXml" Target="../ink/ink444.xml"/><Relationship Id="rId65" Type="http://schemas.openxmlformats.org/officeDocument/2006/relationships/image" Target="../media/image385.png"/><Relationship Id="rId73" Type="http://schemas.openxmlformats.org/officeDocument/2006/relationships/image" Target="../media/image389.png"/><Relationship Id="rId78" Type="http://schemas.openxmlformats.org/officeDocument/2006/relationships/customXml" Target="../ink/ink453.xml"/><Relationship Id="rId81" Type="http://schemas.openxmlformats.org/officeDocument/2006/relationships/image" Target="../media/image393.png"/><Relationship Id="rId4" Type="http://schemas.openxmlformats.org/officeDocument/2006/relationships/customXml" Target="../ink/ink416.xml"/><Relationship Id="rId9" Type="http://schemas.openxmlformats.org/officeDocument/2006/relationships/image" Target="../media/image282.png"/><Relationship Id="rId13" Type="http://schemas.openxmlformats.org/officeDocument/2006/relationships/image" Target="../media/image284.png"/><Relationship Id="rId18" Type="http://schemas.openxmlformats.org/officeDocument/2006/relationships/customXml" Target="../ink/ink423.xml"/><Relationship Id="rId39" Type="http://schemas.openxmlformats.org/officeDocument/2006/relationships/image" Target="../media/image297.png"/><Relationship Id="rId34" Type="http://schemas.openxmlformats.org/officeDocument/2006/relationships/customXml" Target="../ink/ink431.xml"/><Relationship Id="rId50" Type="http://schemas.openxmlformats.org/officeDocument/2006/relationships/customXml" Target="../ink/ink439.xml"/><Relationship Id="rId55" Type="http://schemas.openxmlformats.org/officeDocument/2006/relationships/image" Target="../media/image305.png"/><Relationship Id="rId76" Type="http://schemas.openxmlformats.org/officeDocument/2006/relationships/customXml" Target="../ink/ink452.xml"/><Relationship Id="rId7" Type="http://schemas.openxmlformats.org/officeDocument/2006/relationships/image" Target="../media/image281.png"/><Relationship Id="rId71" Type="http://schemas.openxmlformats.org/officeDocument/2006/relationships/image" Target="../media/image388.png"/><Relationship Id="rId2" Type="http://schemas.openxmlformats.org/officeDocument/2006/relationships/customXml" Target="../ink/ink415.xml"/><Relationship Id="rId29" Type="http://schemas.openxmlformats.org/officeDocument/2006/relationships/image" Target="../media/image292.png"/><Relationship Id="rId24" Type="http://schemas.openxmlformats.org/officeDocument/2006/relationships/customXml" Target="../ink/ink426.xml"/><Relationship Id="rId40" Type="http://schemas.openxmlformats.org/officeDocument/2006/relationships/customXml" Target="../ink/ink434.xml"/><Relationship Id="rId45" Type="http://schemas.openxmlformats.org/officeDocument/2006/relationships/image" Target="../media/image300.png"/><Relationship Id="rId66" Type="http://schemas.openxmlformats.org/officeDocument/2006/relationships/customXml" Target="../ink/ink447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7.xml"/><Relationship Id="rId21" Type="http://schemas.openxmlformats.org/officeDocument/2006/relationships/image" Target="../media/image288.png"/><Relationship Id="rId42" Type="http://schemas.openxmlformats.org/officeDocument/2006/relationships/customXml" Target="../ink/ink475.xml"/><Relationship Id="rId47" Type="http://schemas.openxmlformats.org/officeDocument/2006/relationships/image" Target="../media/image301.png"/><Relationship Id="rId63" Type="http://schemas.openxmlformats.org/officeDocument/2006/relationships/image" Target="../media/image384.png"/><Relationship Id="rId68" Type="http://schemas.openxmlformats.org/officeDocument/2006/relationships/customXml" Target="../ink/ink488.xml"/><Relationship Id="rId84" Type="http://schemas.openxmlformats.org/officeDocument/2006/relationships/customXml" Target="../ink/ink496.xml"/><Relationship Id="rId89" Type="http://schemas.openxmlformats.org/officeDocument/2006/relationships/image" Target="../media/image398.png"/><Relationship Id="rId16" Type="http://schemas.openxmlformats.org/officeDocument/2006/relationships/customXml" Target="../ink/ink462.xml"/><Relationship Id="rId11" Type="http://schemas.openxmlformats.org/officeDocument/2006/relationships/image" Target="../media/image283.png"/><Relationship Id="rId32" Type="http://schemas.openxmlformats.org/officeDocument/2006/relationships/customXml" Target="../ink/ink470.xml"/><Relationship Id="rId37" Type="http://schemas.openxmlformats.org/officeDocument/2006/relationships/image" Target="../media/image296.png"/><Relationship Id="rId53" Type="http://schemas.openxmlformats.org/officeDocument/2006/relationships/image" Target="../media/image304.png"/><Relationship Id="rId58" Type="http://schemas.openxmlformats.org/officeDocument/2006/relationships/customXml" Target="../ink/ink483.xml"/><Relationship Id="rId74" Type="http://schemas.openxmlformats.org/officeDocument/2006/relationships/customXml" Target="../ink/ink491.xml"/><Relationship Id="rId79" Type="http://schemas.openxmlformats.org/officeDocument/2006/relationships/image" Target="../media/image393.png"/><Relationship Id="rId102" Type="http://schemas.openxmlformats.org/officeDocument/2006/relationships/customXml" Target="../ink/ink505.xml"/><Relationship Id="rId5" Type="http://schemas.openxmlformats.org/officeDocument/2006/relationships/image" Target="../media/image280.png"/><Relationship Id="rId90" Type="http://schemas.openxmlformats.org/officeDocument/2006/relationships/customXml" Target="../ink/ink499.xml"/><Relationship Id="rId95" Type="http://schemas.openxmlformats.org/officeDocument/2006/relationships/image" Target="../media/image401.png"/><Relationship Id="rId22" Type="http://schemas.openxmlformats.org/officeDocument/2006/relationships/customXml" Target="../ink/ink465.xml"/><Relationship Id="rId27" Type="http://schemas.openxmlformats.org/officeDocument/2006/relationships/image" Target="../media/image291.png"/><Relationship Id="rId43" Type="http://schemas.openxmlformats.org/officeDocument/2006/relationships/image" Target="../media/image299.png"/><Relationship Id="rId48" Type="http://schemas.openxmlformats.org/officeDocument/2006/relationships/customXml" Target="../ink/ink478.xml"/><Relationship Id="rId64" Type="http://schemas.openxmlformats.org/officeDocument/2006/relationships/customXml" Target="../ink/ink486.xml"/><Relationship Id="rId69" Type="http://schemas.openxmlformats.org/officeDocument/2006/relationships/image" Target="../media/image387.png"/><Relationship Id="rId80" Type="http://schemas.openxmlformats.org/officeDocument/2006/relationships/customXml" Target="../ink/ink494.xml"/><Relationship Id="rId85" Type="http://schemas.openxmlformats.org/officeDocument/2006/relationships/image" Target="../media/image396.png"/><Relationship Id="rId12" Type="http://schemas.openxmlformats.org/officeDocument/2006/relationships/customXml" Target="../ink/ink460.xml"/><Relationship Id="rId17" Type="http://schemas.openxmlformats.org/officeDocument/2006/relationships/image" Target="../media/image286.png"/><Relationship Id="rId25" Type="http://schemas.openxmlformats.org/officeDocument/2006/relationships/image" Target="../media/image290.png"/><Relationship Id="rId33" Type="http://schemas.openxmlformats.org/officeDocument/2006/relationships/image" Target="../media/image294.png"/><Relationship Id="rId38" Type="http://schemas.openxmlformats.org/officeDocument/2006/relationships/customXml" Target="../ink/ink473.xml"/><Relationship Id="rId46" Type="http://schemas.openxmlformats.org/officeDocument/2006/relationships/customXml" Target="../ink/ink477.xml"/><Relationship Id="rId59" Type="http://schemas.openxmlformats.org/officeDocument/2006/relationships/image" Target="../media/image307.png"/><Relationship Id="rId67" Type="http://schemas.openxmlformats.org/officeDocument/2006/relationships/image" Target="../media/image386.png"/><Relationship Id="rId103" Type="http://schemas.openxmlformats.org/officeDocument/2006/relationships/image" Target="../media/image405.png"/><Relationship Id="rId20" Type="http://schemas.openxmlformats.org/officeDocument/2006/relationships/customXml" Target="../ink/ink464.xml"/><Relationship Id="rId41" Type="http://schemas.openxmlformats.org/officeDocument/2006/relationships/image" Target="../media/image298.png"/><Relationship Id="rId54" Type="http://schemas.openxmlformats.org/officeDocument/2006/relationships/customXml" Target="../ink/ink481.xml"/><Relationship Id="rId62" Type="http://schemas.openxmlformats.org/officeDocument/2006/relationships/customXml" Target="../ink/ink485.xml"/><Relationship Id="rId70" Type="http://schemas.openxmlformats.org/officeDocument/2006/relationships/customXml" Target="../ink/ink489.xml"/><Relationship Id="rId75" Type="http://schemas.openxmlformats.org/officeDocument/2006/relationships/image" Target="../media/image390.png"/><Relationship Id="rId83" Type="http://schemas.openxmlformats.org/officeDocument/2006/relationships/image" Target="../media/image395.png"/><Relationship Id="rId88" Type="http://schemas.openxmlformats.org/officeDocument/2006/relationships/customXml" Target="../ink/ink498.xml"/><Relationship Id="rId91" Type="http://schemas.openxmlformats.org/officeDocument/2006/relationships/image" Target="../media/image399.png"/><Relationship Id="rId96" Type="http://schemas.openxmlformats.org/officeDocument/2006/relationships/customXml" Target="../ink/ink50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7.xml"/><Relationship Id="rId15" Type="http://schemas.openxmlformats.org/officeDocument/2006/relationships/image" Target="../media/image285.png"/><Relationship Id="rId23" Type="http://schemas.openxmlformats.org/officeDocument/2006/relationships/image" Target="../media/image289.png"/><Relationship Id="rId28" Type="http://schemas.openxmlformats.org/officeDocument/2006/relationships/customXml" Target="../ink/ink468.xml"/><Relationship Id="rId36" Type="http://schemas.openxmlformats.org/officeDocument/2006/relationships/customXml" Target="../ink/ink472.xml"/><Relationship Id="rId49" Type="http://schemas.openxmlformats.org/officeDocument/2006/relationships/image" Target="../media/image302.png"/><Relationship Id="rId57" Type="http://schemas.openxmlformats.org/officeDocument/2006/relationships/image" Target="../media/image306.png"/><Relationship Id="rId10" Type="http://schemas.openxmlformats.org/officeDocument/2006/relationships/customXml" Target="../ink/ink459.xml"/><Relationship Id="rId31" Type="http://schemas.openxmlformats.org/officeDocument/2006/relationships/image" Target="../media/image293.png"/><Relationship Id="rId44" Type="http://schemas.openxmlformats.org/officeDocument/2006/relationships/customXml" Target="../ink/ink476.xml"/><Relationship Id="rId52" Type="http://schemas.openxmlformats.org/officeDocument/2006/relationships/customXml" Target="../ink/ink480.xml"/><Relationship Id="rId60" Type="http://schemas.openxmlformats.org/officeDocument/2006/relationships/customXml" Target="../ink/ink484.xml"/><Relationship Id="rId65" Type="http://schemas.openxmlformats.org/officeDocument/2006/relationships/image" Target="../media/image385.png"/><Relationship Id="rId73" Type="http://schemas.openxmlformats.org/officeDocument/2006/relationships/image" Target="../media/image389.png"/><Relationship Id="rId78" Type="http://schemas.openxmlformats.org/officeDocument/2006/relationships/customXml" Target="../ink/ink493.xml"/><Relationship Id="rId81" Type="http://schemas.openxmlformats.org/officeDocument/2006/relationships/image" Target="../media/image394.png"/><Relationship Id="rId86" Type="http://schemas.openxmlformats.org/officeDocument/2006/relationships/customXml" Target="../ink/ink497.xml"/><Relationship Id="rId94" Type="http://schemas.openxmlformats.org/officeDocument/2006/relationships/customXml" Target="../ink/ink501.xml"/><Relationship Id="rId99" Type="http://schemas.openxmlformats.org/officeDocument/2006/relationships/image" Target="../media/image403.png"/><Relationship Id="rId101" Type="http://schemas.openxmlformats.org/officeDocument/2006/relationships/image" Target="../media/image404.png"/><Relationship Id="rId4" Type="http://schemas.openxmlformats.org/officeDocument/2006/relationships/customXml" Target="../ink/ink456.xml"/><Relationship Id="rId9" Type="http://schemas.openxmlformats.org/officeDocument/2006/relationships/image" Target="../media/image282.png"/><Relationship Id="rId13" Type="http://schemas.openxmlformats.org/officeDocument/2006/relationships/image" Target="../media/image284.png"/><Relationship Id="rId18" Type="http://schemas.openxmlformats.org/officeDocument/2006/relationships/customXml" Target="../ink/ink463.xml"/><Relationship Id="rId39" Type="http://schemas.openxmlformats.org/officeDocument/2006/relationships/image" Target="../media/image297.png"/><Relationship Id="rId34" Type="http://schemas.openxmlformats.org/officeDocument/2006/relationships/customXml" Target="../ink/ink471.xml"/><Relationship Id="rId50" Type="http://schemas.openxmlformats.org/officeDocument/2006/relationships/customXml" Target="../ink/ink479.xml"/><Relationship Id="rId55" Type="http://schemas.openxmlformats.org/officeDocument/2006/relationships/image" Target="../media/image305.png"/><Relationship Id="rId76" Type="http://schemas.openxmlformats.org/officeDocument/2006/relationships/customXml" Target="../ink/ink492.xml"/><Relationship Id="rId97" Type="http://schemas.openxmlformats.org/officeDocument/2006/relationships/image" Target="../media/image402.png"/><Relationship Id="rId7" Type="http://schemas.openxmlformats.org/officeDocument/2006/relationships/image" Target="../media/image281.png"/><Relationship Id="rId71" Type="http://schemas.openxmlformats.org/officeDocument/2006/relationships/image" Target="../media/image388.png"/><Relationship Id="rId92" Type="http://schemas.openxmlformats.org/officeDocument/2006/relationships/customXml" Target="../ink/ink500.xml"/><Relationship Id="rId2" Type="http://schemas.openxmlformats.org/officeDocument/2006/relationships/customXml" Target="../ink/ink455.xml"/><Relationship Id="rId29" Type="http://schemas.openxmlformats.org/officeDocument/2006/relationships/image" Target="../media/image292.png"/><Relationship Id="rId24" Type="http://schemas.openxmlformats.org/officeDocument/2006/relationships/customXml" Target="../ink/ink466.xml"/><Relationship Id="rId40" Type="http://schemas.openxmlformats.org/officeDocument/2006/relationships/customXml" Target="../ink/ink474.xml"/><Relationship Id="rId45" Type="http://schemas.openxmlformats.org/officeDocument/2006/relationships/image" Target="../media/image300.png"/><Relationship Id="rId66" Type="http://schemas.openxmlformats.org/officeDocument/2006/relationships/customXml" Target="../ink/ink487.xml"/><Relationship Id="rId87" Type="http://schemas.openxmlformats.org/officeDocument/2006/relationships/image" Target="../media/image397.png"/><Relationship Id="rId61" Type="http://schemas.openxmlformats.org/officeDocument/2006/relationships/image" Target="../media/image383.png"/><Relationship Id="rId82" Type="http://schemas.openxmlformats.org/officeDocument/2006/relationships/customXml" Target="../ink/ink495.xml"/><Relationship Id="rId19" Type="http://schemas.openxmlformats.org/officeDocument/2006/relationships/image" Target="../media/image287.png"/><Relationship Id="rId14" Type="http://schemas.openxmlformats.org/officeDocument/2006/relationships/customXml" Target="../ink/ink461.xml"/><Relationship Id="rId30" Type="http://schemas.openxmlformats.org/officeDocument/2006/relationships/customXml" Target="../ink/ink469.xml"/><Relationship Id="rId35" Type="http://schemas.openxmlformats.org/officeDocument/2006/relationships/image" Target="../media/image295.png"/><Relationship Id="rId56" Type="http://schemas.openxmlformats.org/officeDocument/2006/relationships/customXml" Target="../ink/ink482.xml"/><Relationship Id="rId77" Type="http://schemas.openxmlformats.org/officeDocument/2006/relationships/image" Target="../media/image392.png"/><Relationship Id="rId100" Type="http://schemas.openxmlformats.org/officeDocument/2006/relationships/customXml" Target="../ink/ink504.xml"/><Relationship Id="rId8" Type="http://schemas.openxmlformats.org/officeDocument/2006/relationships/customXml" Target="../ink/ink458.xml"/><Relationship Id="rId51" Type="http://schemas.openxmlformats.org/officeDocument/2006/relationships/image" Target="../media/image303.png"/><Relationship Id="rId72" Type="http://schemas.openxmlformats.org/officeDocument/2006/relationships/customXml" Target="../ink/ink490.xml"/><Relationship Id="rId93" Type="http://schemas.openxmlformats.org/officeDocument/2006/relationships/image" Target="../media/image400.png"/><Relationship Id="rId98" Type="http://schemas.openxmlformats.org/officeDocument/2006/relationships/customXml" Target="../ink/ink503.xml"/><Relationship Id="rId3" Type="http://schemas.openxmlformats.org/officeDocument/2006/relationships/image" Target="../media/image279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18.xml"/><Relationship Id="rId117" Type="http://schemas.openxmlformats.org/officeDocument/2006/relationships/image" Target="../media/image413.png"/><Relationship Id="rId21" Type="http://schemas.openxmlformats.org/officeDocument/2006/relationships/image" Target="../media/image288.png"/><Relationship Id="rId42" Type="http://schemas.openxmlformats.org/officeDocument/2006/relationships/customXml" Target="../ink/ink526.xml"/><Relationship Id="rId47" Type="http://schemas.openxmlformats.org/officeDocument/2006/relationships/image" Target="../media/image301.png"/><Relationship Id="rId63" Type="http://schemas.openxmlformats.org/officeDocument/2006/relationships/image" Target="../media/image384.png"/><Relationship Id="rId68" Type="http://schemas.openxmlformats.org/officeDocument/2006/relationships/customXml" Target="../ink/ink539.xml"/><Relationship Id="rId84" Type="http://schemas.openxmlformats.org/officeDocument/2006/relationships/customXml" Target="../ink/ink547.xml"/><Relationship Id="rId89" Type="http://schemas.openxmlformats.org/officeDocument/2006/relationships/image" Target="../media/image398.png"/><Relationship Id="rId112" Type="http://schemas.openxmlformats.org/officeDocument/2006/relationships/customXml" Target="../ink/ink561.xml"/><Relationship Id="rId16" Type="http://schemas.openxmlformats.org/officeDocument/2006/relationships/customXml" Target="../ink/ink513.xml"/><Relationship Id="rId107" Type="http://schemas.openxmlformats.org/officeDocument/2006/relationships/image" Target="../media/image408.png"/><Relationship Id="rId11" Type="http://schemas.openxmlformats.org/officeDocument/2006/relationships/image" Target="../media/image283.png"/><Relationship Id="rId32" Type="http://schemas.openxmlformats.org/officeDocument/2006/relationships/customXml" Target="../ink/ink521.xml"/><Relationship Id="rId37" Type="http://schemas.openxmlformats.org/officeDocument/2006/relationships/image" Target="../media/image296.png"/><Relationship Id="rId53" Type="http://schemas.openxmlformats.org/officeDocument/2006/relationships/image" Target="../media/image304.png"/><Relationship Id="rId58" Type="http://schemas.openxmlformats.org/officeDocument/2006/relationships/customXml" Target="../ink/ink534.xml"/><Relationship Id="rId74" Type="http://schemas.openxmlformats.org/officeDocument/2006/relationships/customXml" Target="../ink/ink542.xml"/><Relationship Id="rId79" Type="http://schemas.openxmlformats.org/officeDocument/2006/relationships/image" Target="../media/image393.png"/><Relationship Id="rId102" Type="http://schemas.openxmlformats.org/officeDocument/2006/relationships/customXml" Target="../ink/ink556.xml"/><Relationship Id="rId5" Type="http://schemas.openxmlformats.org/officeDocument/2006/relationships/image" Target="../media/image280.png"/><Relationship Id="rId90" Type="http://schemas.openxmlformats.org/officeDocument/2006/relationships/customXml" Target="../ink/ink550.xml"/><Relationship Id="rId95" Type="http://schemas.openxmlformats.org/officeDocument/2006/relationships/image" Target="../media/image401.png"/><Relationship Id="rId22" Type="http://schemas.openxmlformats.org/officeDocument/2006/relationships/customXml" Target="../ink/ink516.xml"/><Relationship Id="rId27" Type="http://schemas.openxmlformats.org/officeDocument/2006/relationships/image" Target="../media/image291.png"/><Relationship Id="rId43" Type="http://schemas.openxmlformats.org/officeDocument/2006/relationships/image" Target="../media/image299.png"/><Relationship Id="rId48" Type="http://schemas.openxmlformats.org/officeDocument/2006/relationships/customXml" Target="../ink/ink529.xml"/><Relationship Id="rId64" Type="http://schemas.openxmlformats.org/officeDocument/2006/relationships/customXml" Target="../ink/ink537.xml"/><Relationship Id="rId69" Type="http://schemas.openxmlformats.org/officeDocument/2006/relationships/image" Target="../media/image387.png"/><Relationship Id="rId113" Type="http://schemas.openxmlformats.org/officeDocument/2006/relationships/image" Target="../media/image411.png"/><Relationship Id="rId118" Type="http://schemas.openxmlformats.org/officeDocument/2006/relationships/customXml" Target="../ink/ink564.xml"/><Relationship Id="rId80" Type="http://schemas.openxmlformats.org/officeDocument/2006/relationships/customXml" Target="../ink/ink545.xml"/><Relationship Id="rId85" Type="http://schemas.openxmlformats.org/officeDocument/2006/relationships/image" Target="../media/image396.png"/><Relationship Id="rId12" Type="http://schemas.openxmlformats.org/officeDocument/2006/relationships/customXml" Target="../ink/ink511.xml"/><Relationship Id="rId17" Type="http://schemas.openxmlformats.org/officeDocument/2006/relationships/image" Target="../media/image286.png"/><Relationship Id="rId33" Type="http://schemas.openxmlformats.org/officeDocument/2006/relationships/image" Target="../media/image294.png"/><Relationship Id="rId38" Type="http://schemas.openxmlformats.org/officeDocument/2006/relationships/customXml" Target="../ink/ink524.xml"/><Relationship Id="rId59" Type="http://schemas.openxmlformats.org/officeDocument/2006/relationships/image" Target="../media/image307.png"/><Relationship Id="rId103" Type="http://schemas.openxmlformats.org/officeDocument/2006/relationships/image" Target="../media/image406.png"/><Relationship Id="rId108" Type="http://schemas.openxmlformats.org/officeDocument/2006/relationships/customXml" Target="../ink/ink559.xml"/><Relationship Id="rId54" Type="http://schemas.openxmlformats.org/officeDocument/2006/relationships/customXml" Target="../ink/ink532.xml"/><Relationship Id="rId70" Type="http://schemas.openxmlformats.org/officeDocument/2006/relationships/customXml" Target="../ink/ink540.xml"/><Relationship Id="rId75" Type="http://schemas.openxmlformats.org/officeDocument/2006/relationships/image" Target="../media/image390.png"/><Relationship Id="rId91" Type="http://schemas.openxmlformats.org/officeDocument/2006/relationships/image" Target="../media/image399.png"/><Relationship Id="rId96" Type="http://schemas.openxmlformats.org/officeDocument/2006/relationships/customXml" Target="../ink/ink5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8.xml"/><Relationship Id="rId23" Type="http://schemas.openxmlformats.org/officeDocument/2006/relationships/image" Target="../media/image289.png"/><Relationship Id="rId28" Type="http://schemas.openxmlformats.org/officeDocument/2006/relationships/customXml" Target="../ink/ink519.xml"/><Relationship Id="rId49" Type="http://schemas.openxmlformats.org/officeDocument/2006/relationships/image" Target="../media/image302.png"/><Relationship Id="rId114" Type="http://schemas.openxmlformats.org/officeDocument/2006/relationships/customXml" Target="../ink/ink562.xml"/><Relationship Id="rId119" Type="http://schemas.openxmlformats.org/officeDocument/2006/relationships/image" Target="../media/image414.png"/><Relationship Id="rId10" Type="http://schemas.openxmlformats.org/officeDocument/2006/relationships/customXml" Target="../ink/ink510.xml"/><Relationship Id="rId31" Type="http://schemas.openxmlformats.org/officeDocument/2006/relationships/image" Target="../media/image293.png"/><Relationship Id="rId44" Type="http://schemas.openxmlformats.org/officeDocument/2006/relationships/customXml" Target="../ink/ink527.xml"/><Relationship Id="rId52" Type="http://schemas.openxmlformats.org/officeDocument/2006/relationships/customXml" Target="../ink/ink531.xml"/><Relationship Id="rId60" Type="http://schemas.openxmlformats.org/officeDocument/2006/relationships/customXml" Target="../ink/ink535.xml"/><Relationship Id="rId65" Type="http://schemas.openxmlformats.org/officeDocument/2006/relationships/image" Target="../media/image385.png"/><Relationship Id="rId73" Type="http://schemas.openxmlformats.org/officeDocument/2006/relationships/image" Target="../media/image389.png"/><Relationship Id="rId78" Type="http://schemas.openxmlformats.org/officeDocument/2006/relationships/customXml" Target="../ink/ink544.xml"/><Relationship Id="rId81" Type="http://schemas.openxmlformats.org/officeDocument/2006/relationships/image" Target="../media/image394.png"/><Relationship Id="rId86" Type="http://schemas.openxmlformats.org/officeDocument/2006/relationships/customXml" Target="../ink/ink548.xml"/><Relationship Id="rId94" Type="http://schemas.openxmlformats.org/officeDocument/2006/relationships/customXml" Target="../ink/ink552.xml"/><Relationship Id="rId99" Type="http://schemas.openxmlformats.org/officeDocument/2006/relationships/image" Target="../media/image404.png"/><Relationship Id="rId101" Type="http://schemas.openxmlformats.org/officeDocument/2006/relationships/image" Target="../media/image405.png"/><Relationship Id="rId4" Type="http://schemas.openxmlformats.org/officeDocument/2006/relationships/customXml" Target="../ink/ink507.xml"/><Relationship Id="rId9" Type="http://schemas.openxmlformats.org/officeDocument/2006/relationships/image" Target="../media/image282.png"/><Relationship Id="rId13" Type="http://schemas.openxmlformats.org/officeDocument/2006/relationships/image" Target="../media/image284.png"/><Relationship Id="rId18" Type="http://schemas.openxmlformats.org/officeDocument/2006/relationships/customXml" Target="../ink/ink514.xml"/><Relationship Id="rId39" Type="http://schemas.openxmlformats.org/officeDocument/2006/relationships/image" Target="../media/image297.png"/><Relationship Id="rId109" Type="http://schemas.openxmlformats.org/officeDocument/2006/relationships/image" Target="../media/image409.png"/><Relationship Id="rId34" Type="http://schemas.openxmlformats.org/officeDocument/2006/relationships/customXml" Target="../ink/ink522.xml"/><Relationship Id="rId50" Type="http://schemas.openxmlformats.org/officeDocument/2006/relationships/customXml" Target="../ink/ink530.xml"/><Relationship Id="rId55" Type="http://schemas.openxmlformats.org/officeDocument/2006/relationships/image" Target="../media/image305.png"/><Relationship Id="rId76" Type="http://schemas.openxmlformats.org/officeDocument/2006/relationships/customXml" Target="../ink/ink543.xml"/><Relationship Id="rId97" Type="http://schemas.openxmlformats.org/officeDocument/2006/relationships/image" Target="../media/image402.png"/><Relationship Id="rId104" Type="http://schemas.openxmlformats.org/officeDocument/2006/relationships/customXml" Target="../ink/ink557.xml"/><Relationship Id="rId7" Type="http://schemas.openxmlformats.org/officeDocument/2006/relationships/image" Target="../media/image281.png"/><Relationship Id="rId71" Type="http://schemas.openxmlformats.org/officeDocument/2006/relationships/image" Target="../media/image388.png"/><Relationship Id="rId92" Type="http://schemas.openxmlformats.org/officeDocument/2006/relationships/customXml" Target="../ink/ink551.xml"/><Relationship Id="rId2" Type="http://schemas.openxmlformats.org/officeDocument/2006/relationships/customXml" Target="../ink/ink506.xml"/><Relationship Id="rId29" Type="http://schemas.openxmlformats.org/officeDocument/2006/relationships/image" Target="../media/image292.png"/><Relationship Id="rId24" Type="http://schemas.openxmlformats.org/officeDocument/2006/relationships/customXml" Target="../ink/ink517.xml"/><Relationship Id="rId40" Type="http://schemas.openxmlformats.org/officeDocument/2006/relationships/customXml" Target="../ink/ink525.xml"/><Relationship Id="rId45" Type="http://schemas.openxmlformats.org/officeDocument/2006/relationships/image" Target="../media/image300.png"/><Relationship Id="rId66" Type="http://schemas.openxmlformats.org/officeDocument/2006/relationships/customXml" Target="../ink/ink538.xml"/><Relationship Id="rId87" Type="http://schemas.openxmlformats.org/officeDocument/2006/relationships/image" Target="../media/image397.png"/><Relationship Id="rId110" Type="http://schemas.openxmlformats.org/officeDocument/2006/relationships/customXml" Target="../ink/ink560.xml"/><Relationship Id="rId115" Type="http://schemas.openxmlformats.org/officeDocument/2006/relationships/image" Target="../media/image412.png"/><Relationship Id="rId61" Type="http://schemas.openxmlformats.org/officeDocument/2006/relationships/image" Target="../media/image383.png"/><Relationship Id="rId82" Type="http://schemas.openxmlformats.org/officeDocument/2006/relationships/customXml" Target="../ink/ink546.xml"/><Relationship Id="rId19" Type="http://schemas.openxmlformats.org/officeDocument/2006/relationships/image" Target="../media/image287.png"/><Relationship Id="rId14" Type="http://schemas.openxmlformats.org/officeDocument/2006/relationships/customXml" Target="../ink/ink512.xml"/><Relationship Id="rId30" Type="http://schemas.openxmlformats.org/officeDocument/2006/relationships/customXml" Target="../ink/ink520.xml"/><Relationship Id="rId35" Type="http://schemas.openxmlformats.org/officeDocument/2006/relationships/image" Target="../media/image295.png"/><Relationship Id="rId56" Type="http://schemas.openxmlformats.org/officeDocument/2006/relationships/customXml" Target="../ink/ink533.xml"/><Relationship Id="rId77" Type="http://schemas.openxmlformats.org/officeDocument/2006/relationships/image" Target="../media/image392.png"/><Relationship Id="rId100" Type="http://schemas.openxmlformats.org/officeDocument/2006/relationships/customXml" Target="../ink/ink555.xml"/><Relationship Id="rId105" Type="http://schemas.openxmlformats.org/officeDocument/2006/relationships/image" Target="../media/image407.png"/><Relationship Id="rId8" Type="http://schemas.openxmlformats.org/officeDocument/2006/relationships/customXml" Target="../ink/ink509.xml"/><Relationship Id="rId51" Type="http://schemas.openxmlformats.org/officeDocument/2006/relationships/image" Target="../media/image303.png"/><Relationship Id="rId72" Type="http://schemas.openxmlformats.org/officeDocument/2006/relationships/customXml" Target="../ink/ink541.xml"/><Relationship Id="rId93" Type="http://schemas.openxmlformats.org/officeDocument/2006/relationships/image" Target="../media/image400.png"/><Relationship Id="rId98" Type="http://schemas.openxmlformats.org/officeDocument/2006/relationships/customXml" Target="../ink/ink554.xml"/><Relationship Id="rId3" Type="http://schemas.openxmlformats.org/officeDocument/2006/relationships/image" Target="../media/image279.png"/><Relationship Id="rId25" Type="http://schemas.openxmlformats.org/officeDocument/2006/relationships/image" Target="../media/image290.png"/><Relationship Id="rId46" Type="http://schemas.openxmlformats.org/officeDocument/2006/relationships/customXml" Target="../ink/ink528.xml"/><Relationship Id="rId67" Type="http://schemas.openxmlformats.org/officeDocument/2006/relationships/image" Target="../media/image386.png"/><Relationship Id="rId116" Type="http://schemas.openxmlformats.org/officeDocument/2006/relationships/customXml" Target="../ink/ink563.xml"/><Relationship Id="rId20" Type="http://schemas.openxmlformats.org/officeDocument/2006/relationships/customXml" Target="../ink/ink515.xml"/><Relationship Id="rId41" Type="http://schemas.openxmlformats.org/officeDocument/2006/relationships/image" Target="../media/image298.png"/><Relationship Id="rId62" Type="http://schemas.openxmlformats.org/officeDocument/2006/relationships/customXml" Target="../ink/ink536.xml"/><Relationship Id="rId83" Type="http://schemas.openxmlformats.org/officeDocument/2006/relationships/image" Target="../media/image395.png"/><Relationship Id="rId88" Type="http://schemas.openxmlformats.org/officeDocument/2006/relationships/customXml" Target="../ink/ink549.xml"/><Relationship Id="rId111" Type="http://schemas.openxmlformats.org/officeDocument/2006/relationships/image" Target="../media/image410.png"/><Relationship Id="rId15" Type="http://schemas.openxmlformats.org/officeDocument/2006/relationships/image" Target="../media/image285.png"/><Relationship Id="rId36" Type="http://schemas.openxmlformats.org/officeDocument/2006/relationships/customXml" Target="../ink/ink523.xml"/><Relationship Id="rId57" Type="http://schemas.openxmlformats.org/officeDocument/2006/relationships/image" Target="../media/image306.png"/><Relationship Id="rId106" Type="http://schemas.openxmlformats.org/officeDocument/2006/relationships/customXml" Target="../ink/ink558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4.png"/><Relationship Id="rId21" Type="http://schemas.openxmlformats.org/officeDocument/2006/relationships/image" Target="../media/image288.png"/><Relationship Id="rId42" Type="http://schemas.openxmlformats.org/officeDocument/2006/relationships/customXml" Target="../ink/ink585.xml"/><Relationship Id="rId63" Type="http://schemas.openxmlformats.org/officeDocument/2006/relationships/image" Target="../media/image384.png"/><Relationship Id="rId84" Type="http://schemas.openxmlformats.org/officeDocument/2006/relationships/customXml" Target="../ink/ink606.xml"/><Relationship Id="rId138" Type="http://schemas.openxmlformats.org/officeDocument/2006/relationships/customXml" Target="../ink/ink633.xml"/><Relationship Id="rId159" Type="http://schemas.openxmlformats.org/officeDocument/2006/relationships/image" Target="../media/image435.png"/><Relationship Id="rId107" Type="http://schemas.openxmlformats.org/officeDocument/2006/relationships/image" Target="../media/image408.png"/><Relationship Id="rId11" Type="http://schemas.openxmlformats.org/officeDocument/2006/relationships/image" Target="../media/image283.png"/><Relationship Id="rId32" Type="http://schemas.openxmlformats.org/officeDocument/2006/relationships/customXml" Target="../ink/ink580.xml"/><Relationship Id="rId53" Type="http://schemas.openxmlformats.org/officeDocument/2006/relationships/image" Target="../media/image304.png"/><Relationship Id="rId74" Type="http://schemas.openxmlformats.org/officeDocument/2006/relationships/customXml" Target="../ink/ink601.xml"/><Relationship Id="rId128" Type="http://schemas.openxmlformats.org/officeDocument/2006/relationships/customXml" Target="../ink/ink628.xml"/><Relationship Id="rId149" Type="http://schemas.openxmlformats.org/officeDocument/2006/relationships/image" Target="../media/image430.png"/><Relationship Id="rId5" Type="http://schemas.openxmlformats.org/officeDocument/2006/relationships/image" Target="../media/image280.png"/><Relationship Id="rId95" Type="http://schemas.openxmlformats.org/officeDocument/2006/relationships/image" Target="../media/image401.png"/><Relationship Id="rId22" Type="http://schemas.openxmlformats.org/officeDocument/2006/relationships/customXml" Target="../ink/ink575.xml"/><Relationship Id="rId43" Type="http://schemas.openxmlformats.org/officeDocument/2006/relationships/image" Target="../media/image299.png"/><Relationship Id="rId64" Type="http://schemas.openxmlformats.org/officeDocument/2006/relationships/customXml" Target="../ink/ink596.xml"/><Relationship Id="rId118" Type="http://schemas.openxmlformats.org/officeDocument/2006/relationships/customXml" Target="../ink/ink623.xml"/><Relationship Id="rId139" Type="http://schemas.openxmlformats.org/officeDocument/2006/relationships/image" Target="../media/image425.png"/><Relationship Id="rId80" Type="http://schemas.openxmlformats.org/officeDocument/2006/relationships/customXml" Target="../ink/ink604.xml"/><Relationship Id="rId85" Type="http://schemas.openxmlformats.org/officeDocument/2006/relationships/image" Target="../media/image396.png"/><Relationship Id="rId150" Type="http://schemas.openxmlformats.org/officeDocument/2006/relationships/customXml" Target="../ink/ink639.xml"/><Relationship Id="rId155" Type="http://schemas.openxmlformats.org/officeDocument/2006/relationships/image" Target="../media/image433.png"/><Relationship Id="rId12" Type="http://schemas.openxmlformats.org/officeDocument/2006/relationships/customXml" Target="../ink/ink570.xml"/><Relationship Id="rId17" Type="http://schemas.openxmlformats.org/officeDocument/2006/relationships/image" Target="../media/image286.png"/><Relationship Id="rId33" Type="http://schemas.openxmlformats.org/officeDocument/2006/relationships/image" Target="../media/image294.png"/><Relationship Id="rId38" Type="http://schemas.openxmlformats.org/officeDocument/2006/relationships/customXml" Target="../ink/ink583.xml"/><Relationship Id="rId59" Type="http://schemas.openxmlformats.org/officeDocument/2006/relationships/image" Target="../media/image307.png"/><Relationship Id="rId103" Type="http://schemas.openxmlformats.org/officeDocument/2006/relationships/image" Target="../media/image406.png"/><Relationship Id="rId108" Type="http://schemas.openxmlformats.org/officeDocument/2006/relationships/customXml" Target="../ink/ink618.xml"/><Relationship Id="rId124" Type="http://schemas.openxmlformats.org/officeDocument/2006/relationships/customXml" Target="../ink/ink626.xml"/><Relationship Id="rId129" Type="http://schemas.openxmlformats.org/officeDocument/2006/relationships/image" Target="../media/image420.png"/><Relationship Id="rId54" Type="http://schemas.openxmlformats.org/officeDocument/2006/relationships/customXml" Target="../ink/ink591.xml"/><Relationship Id="rId70" Type="http://schemas.openxmlformats.org/officeDocument/2006/relationships/customXml" Target="../ink/ink599.xml"/><Relationship Id="rId75" Type="http://schemas.openxmlformats.org/officeDocument/2006/relationships/image" Target="../media/image390.png"/><Relationship Id="rId91" Type="http://schemas.openxmlformats.org/officeDocument/2006/relationships/image" Target="../media/image399.png"/><Relationship Id="rId96" Type="http://schemas.openxmlformats.org/officeDocument/2006/relationships/customXml" Target="../ink/ink612.xml"/><Relationship Id="rId140" Type="http://schemas.openxmlformats.org/officeDocument/2006/relationships/customXml" Target="../ink/ink634.xml"/><Relationship Id="rId145" Type="http://schemas.openxmlformats.org/officeDocument/2006/relationships/image" Target="../media/image4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7.xml"/><Relationship Id="rId23" Type="http://schemas.openxmlformats.org/officeDocument/2006/relationships/image" Target="../media/image289.png"/><Relationship Id="rId28" Type="http://schemas.openxmlformats.org/officeDocument/2006/relationships/customXml" Target="../ink/ink578.xml"/><Relationship Id="rId49" Type="http://schemas.openxmlformats.org/officeDocument/2006/relationships/image" Target="../media/image302.png"/><Relationship Id="rId114" Type="http://schemas.openxmlformats.org/officeDocument/2006/relationships/customXml" Target="../ink/ink621.xml"/><Relationship Id="rId119" Type="http://schemas.openxmlformats.org/officeDocument/2006/relationships/image" Target="../media/image415.png"/><Relationship Id="rId44" Type="http://schemas.openxmlformats.org/officeDocument/2006/relationships/customXml" Target="../ink/ink586.xml"/><Relationship Id="rId60" Type="http://schemas.openxmlformats.org/officeDocument/2006/relationships/customXml" Target="../ink/ink594.xml"/><Relationship Id="rId65" Type="http://schemas.openxmlformats.org/officeDocument/2006/relationships/image" Target="../media/image385.png"/><Relationship Id="rId81" Type="http://schemas.openxmlformats.org/officeDocument/2006/relationships/image" Target="../media/image394.png"/><Relationship Id="rId86" Type="http://schemas.openxmlformats.org/officeDocument/2006/relationships/customXml" Target="../ink/ink607.xml"/><Relationship Id="rId130" Type="http://schemas.openxmlformats.org/officeDocument/2006/relationships/customXml" Target="../ink/ink629.xml"/><Relationship Id="rId135" Type="http://schemas.openxmlformats.org/officeDocument/2006/relationships/image" Target="../media/image423.png"/><Relationship Id="rId151" Type="http://schemas.openxmlformats.org/officeDocument/2006/relationships/image" Target="../media/image431.png"/><Relationship Id="rId156" Type="http://schemas.openxmlformats.org/officeDocument/2006/relationships/customXml" Target="../ink/ink642.xml"/><Relationship Id="rId13" Type="http://schemas.openxmlformats.org/officeDocument/2006/relationships/image" Target="../media/image284.png"/><Relationship Id="rId18" Type="http://schemas.openxmlformats.org/officeDocument/2006/relationships/customXml" Target="../ink/ink573.xml"/><Relationship Id="rId39" Type="http://schemas.openxmlformats.org/officeDocument/2006/relationships/image" Target="../media/image297.png"/><Relationship Id="rId109" Type="http://schemas.openxmlformats.org/officeDocument/2006/relationships/image" Target="../media/image409.png"/><Relationship Id="rId34" Type="http://schemas.openxmlformats.org/officeDocument/2006/relationships/customXml" Target="../ink/ink581.xml"/><Relationship Id="rId50" Type="http://schemas.openxmlformats.org/officeDocument/2006/relationships/customXml" Target="../ink/ink589.xml"/><Relationship Id="rId55" Type="http://schemas.openxmlformats.org/officeDocument/2006/relationships/image" Target="../media/image305.png"/><Relationship Id="rId76" Type="http://schemas.openxmlformats.org/officeDocument/2006/relationships/customXml" Target="../ink/ink602.xml"/><Relationship Id="rId97" Type="http://schemas.openxmlformats.org/officeDocument/2006/relationships/image" Target="../media/image402.png"/><Relationship Id="rId104" Type="http://schemas.openxmlformats.org/officeDocument/2006/relationships/customXml" Target="../ink/ink616.xml"/><Relationship Id="rId120" Type="http://schemas.openxmlformats.org/officeDocument/2006/relationships/customXml" Target="../ink/ink624.xml"/><Relationship Id="rId125" Type="http://schemas.openxmlformats.org/officeDocument/2006/relationships/image" Target="../media/image418.png"/><Relationship Id="rId141" Type="http://schemas.openxmlformats.org/officeDocument/2006/relationships/image" Target="../media/image426.png"/><Relationship Id="rId146" Type="http://schemas.openxmlformats.org/officeDocument/2006/relationships/customXml" Target="../ink/ink637.xml"/><Relationship Id="rId7" Type="http://schemas.openxmlformats.org/officeDocument/2006/relationships/image" Target="../media/image281.png"/><Relationship Id="rId71" Type="http://schemas.openxmlformats.org/officeDocument/2006/relationships/image" Target="../media/image388.png"/><Relationship Id="rId92" Type="http://schemas.openxmlformats.org/officeDocument/2006/relationships/customXml" Target="../ink/ink610.xml"/><Relationship Id="rId2" Type="http://schemas.openxmlformats.org/officeDocument/2006/relationships/customXml" Target="../ink/ink565.xml"/><Relationship Id="rId29" Type="http://schemas.openxmlformats.org/officeDocument/2006/relationships/image" Target="../media/image292.png"/><Relationship Id="rId24" Type="http://schemas.openxmlformats.org/officeDocument/2006/relationships/customXml" Target="../ink/ink576.xml"/><Relationship Id="rId40" Type="http://schemas.openxmlformats.org/officeDocument/2006/relationships/customXml" Target="../ink/ink584.xml"/><Relationship Id="rId45" Type="http://schemas.openxmlformats.org/officeDocument/2006/relationships/image" Target="../media/image300.png"/><Relationship Id="rId66" Type="http://schemas.openxmlformats.org/officeDocument/2006/relationships/customXml" Target="../ink/ink597.xml"/><Relationship Id="rId87" Type="http://schemas.openxmlformats.org/officeDocument/2006/relationships/image" Target="../media/image397.png"/><Relationship Id="rId110" Type="http://schemas.openxmlformats.org/officeDocument/2006/relationships/customXml" Target="../ink/ink619.xml"/><Relationship Id="rId115" Type="http://schemas.openxmlformats.org/officeDocument/2006/relationships/image" Target="../media/image412.png"/><Relationship Id="rId131" Type="http://schemas.openxmlformats.org/officeDocument/2006/relationships/image" Target="../media/image421.png"/><Relationship Id="rId136" Type="http://schemas.openxmlformats.org/officeDocument/2006/relationships/customXml" Target="../ink/ink632.xml"/><Relationship Id="rId157" Type="http://schemas.openxmlformats.org/officeDocument/2006/relationships/image" Target="../media/image434.png"/><Relationship Id="rId61" Type="http://schemas.openxmlformats.org/officeDocument/2006/relationships/image" Target="../media/image383.png"/><Relationship Id="rId82" Type="http://schemas.openxmlformats.org/officeDocument/2006/relationships/customXml" Target="../ink/ink605.xml"/><Relationship Id="rId152" Type="http://schemas.openxmlformats.org/officeDocument/2006/relationships/customXml" Target="../ink/ink640.xml"/><Relationship Id="rId19" Type="http://schemas.openxmlformats.org/officeDocument/2006/relationships/image" Target="../media/image287.png"/><Relationship Id="rId14" Type="http://schemas.openxmlformats.org/officeDocument/2006/relationships/customXml" Target="../ink/ink571.xml"/><Relationship Id="rId30" Type="http://schemas.openxmlformats.org/officeDocument/2006/relationships/customXml" Target="../ink/ink579.xml"/><Relationship Id="rId35" Type="http://schemas.openxmlformats.org/officeDocument/2006/relationships/image" Target="../media/image295.png"/><Relationship Id="rId56" Type="http://schemas.openxmlformats.org/officeDocument/2006/relationships/customXml" Target="../ink/ink592.xml"/><Relationship Id="rId77" Type="http://schemas.openxmlformats.org/officeDocument/2006/relationships/image" Target="../media/image392.png"/><Relationship Id="rId100" Type="http://schemas.openxmlformats.org/officeDocument/2006/relationships/customXml" Target="../ink/ink614.xml"/><Relationship Id="rId105" Type="http://schemas.openxmlformats.org/officeDocument/2006/relationships/image" Target="../media/image407.png"/><Relationship Id="rId126" Type="http://schemas.openxmlformats.org/officeDocument/2006/relationships/customXml" Target="../ink/ink627.xml"/><Relationship Id="rId147" Type="http://schemas.openxmlformats.org/officeDocument/2006/relationships/image" Target="../media/image429.png"/><Relationship Id="rId8" Type="http://schemas.openxmlformats.org/officeDocument/2006/relationships/customXml" Target="../ink/ink568.xml"/><Relationship Id="rId51" Type="http://schemas.openxmlformats.org/officeDocument/2006/relationships/image" Target="../media/image303.png"/><Relationship Id="rId72" Type="http://schemas.openxmlformats.org/officeDocument/2006/relationships/customXml" Target="../ink/ink600.xml"/><Relationship Id="rId93" Type="http://schemas.openxmlformats.org/officeDocument/2006/relationships/image" Target="../media/image400.png"/><Relationship Id="rId98" Type="http://schemas.openxmlformats.org/officeDocument/2006/relationships/customXml" Target="../ink/ink613.xml"/><Relationship Id="rId121" Type="http://schemas.openxmlformats.org/officeDocument/2006/relationships/image" Target="../media/image416.png"/><Relationship Id="rId142" Type="http://schemas.openxmlformats.org/officeDocument/2006/relationships/customXml" Target="../ink/ink635.xml"/><Relationship Id="rId3" Type="http://schemas.openxmlformats.org/officeDocument/2006/relationships/image" Target="../media/image279.png"/><Relationship Id="rId25" Type="http://schemas.openxmlformats.org/officeDocument/2006/relationships/image" Target="../media/image290.png"/><Relationship Id="rId46" Type="http://schemas.openxmlformats.org/officeDocument/2006/relationships/customXml" Target="../ink/ink587.xml"/><Relationship Id="rId67" Type="http://schemas.openxmlformats.org/officeDocument/2006/relationships/image" Target="../media/image386.png"/><Relationship Id="rId116" Type="http://schemas.openxmlformats.org/officeDocument/2006/relationships/customXml" Target="../ink/ink622.xml"/><Relationship Id="rId137" Type="http://schemas.openxmlformats.org/officeDocument/2006/relationships/image" Target="../media/image424.png"/><Relationship Id="rId158" Type="http://schemas.openxmlformats.org/officeDocument/2006/relationships/customXml" Target="../ink/ink643.xml"/><Relationship Id="rId20" Type="http://schemas.openxmlformats.org/officeDocument/2006/relationships/customXml" Target="../ink/ink574.xml"/><Relationship Id="rId41" Type="http://schemas.openxmlformats.org/officeDocument/2006/relationships/image" Target="../media/image298.png"/><Relationship Id="rId62" Type="http://schemas.openxmlformats.org/officeDocument/2006/relationships/customXml" Target="../ink/ink595.xml"/><Relationship Id="rId83" Type="http://schemas.openxmlformats.org/officeDocument/2006/relationships/image" Target="../media/image395.png"/><Relationship Id="rId88" Type="http://schemas.openxmlformats.org/officeDocument/2006/relationships/customXml" Target="../ink/ink608.xml"/><Relationship Id="rId111" Type="http://schemas.openxmlformats.org/officeDocument/2006/relationships/image" Target="../media/image410.png"/><Relationship Id="rId132" Type="http://schemas.openxmlformats.org/officeDocument/2006/relationships/customXml" Target="../ink/ink630.xml"/><Relationship Id="rId153" Type="http://schemas.openxmlformats.org/officeDocument/2006/relationships/image" Target="../media/image432.png"/><Relationship Id="rId15" Type="http://schemas.openxmlformats.org/officeDocument/2006/relationships/image" Target="../media/image285.png"/><Relationship Id="rId36" Type="http://schemas.openxmlformats.org/officeDocument/2006/relationships/customXml" Target="../ink/ink582.xml"/><Relationship Id="rId57" Type="http://schemas.openxmlformats.org/officeDocument/2006/relationships/image" Target="../media/image306.png"/><Relationship Id="rId106" Type="http://schemas.openxmlformats.org/officeDocument/2006/relationships/customXml" Target="../ink/ink617.xml"/><Relationship Id="rId127" Type="http://schemas.openxmlformats.org/officeDocument/2006/relationships/image" Target="../media/image419.png"/><Relationship Id="rId10" Type="http://schemas.openxmlformats.org/officeDocument/2006/relationships/customXml" Target="../ink/ink569.xml"/><Relationship Id="rId31" Type="http://schemas.openxmlformats.org/officeDocument/2006/relationships/image" Target="../media/image293.png"/><Relationship Id="rId52" Type="http://schemas.openxmlformats.org/officeDocument/2006/relationships/customXml" Target="../ink/ink590.xml"/><Relationship Id="rId73" Type="http://schemas.openxmlformats.org/officeDocument/2006/relationships/image" Target="../media/image389.png"/><Relationship Id="rId78" Type="http://schemas.openxmlformats.org/officeDocument/2006/relationships/customXml" Target="../ink/ink603.xml"/><Relationship Id="rId94" Type="http://schemas.openxmlformats.org/officeDocument/2006/relationships/customXml" Target="../ink/ink611.xml"/><Relationship Id="rId99" Type="http://schemas.openxmlformats.org/officeDocument/2006/relationships/image" Target="../media/image404.png"/><Relationship Id="rId101" Type="http://schemas.openxmlformats.org/officeDocument/2006/relationships/image" Target="../media/image405.png"/><Relationship Id="rId122" Type="http://schemas.openxmlformats.org/officeDocument/2006/relationships/customXml" Target="../ink/ink625.xml"/><Relationship Id="rId143" Type="http://schemas.openxmlformats.org/officeDocument/2006/relationships/image" Target="../media/image427.png"/><Relationship Id="rId148" Type="http://schemas.openxmlformats.org/officeDocument/2006/relationships/customXml" Target="../ink/ink638.xml"/><Relationship Id="rId4" Type="http://schemas.openxmlformats.org/officeDocument/2006/relationships/customXml" Target="../ink/ink566.xml"/><Relationship Id="rId9" Type="http://schemas.openxmlformats.org/officeDocument/2006/relationships/image" Target="../media/image282.png"/><Relationship Id="rId26" Type="http://schemas.openxmlformats.org/officeDocument/2006/relationships/customXml" Target="../ink/ink577.xml"/><Relationship Id="rId47" Type="http://schemas.openxmlformats.org/officeDocument/2006/relationships/image" Target="../media/image301.png"/><Relationship Id="rId68" Type="http://schemas.openxmlformats.org/officeDocument/2006/relationships/customXml" Target="../ink/ink598.xml"/><Relationship Id="rId89" Type="http://schemas.openxmlformats.org/officeDocument/2006/relationships/image" Target="../media/image398.png"/><Relationship Id="rId112" Type="http://schemas.openxmlformats.org/officeDocument/2006/relationships/customXml" Target="../ink/ink620.xml"/><Relationship Id="rId133" Type="http://schemas.openxmlformats.org/officeDocument/2006/relationships/image" Target="../media/image422.png"/><Relationship Id="rId154" Type="http://schemas.openxmlformats.org/officeDocument/2006/relationships/customXml" Target="../ink/ink641.xml"/><Relationship Id="rId16" Type="http://schemas.openxmlformats.org/officeDocument/2006/relationships/customXml" Target="../ink/ink572.xml"/><Relationship Id="rId37" Type="http://schemas.openxmlformats.org/officeDocument/2006/relationships/image" Target="../media/image296.png"/><Relationship Id="rId58" Type="http://schemas.openxmlformats.org/officeDocument/2006/relationships/customXml" Target="../ink/ink593.xml"/><Relationship Id="rId79" Type="http://schemas.openxmlformats.org/officeDocument/2006/relationships/image" Target="../media/image393.png"/><Relationship Id="rId102" Type="http://schemas.openxmlformats.org/officeDocument/2006/relationships/customXml" Target="../ink/ink615.xml"/><Relationship Id="rId123" Type="http://schemas.openxmlformats.org/officeDocument/2006/relationships/image" Target="../media/image417.png"/><Relationship Id="rId144" Type="http://schemas.openxmlformats.org/officeDocument/2006/relationships/customXml" Target="../ink/ink636.xml"/><Relationship Id="rId90" Type="http://schemas.openxmlformats.org/officeDocument/2006/relationships/customXml" Target="../ink/ink609.xml"/><Relationship Id="rId27" Type="http://schemas.openxmlformats.org/officeDocument/2006/relationships/image" Target="../media/image291.png"/><Relationship Id="rId48" Type="http://schemas.openxmlformats.org/officeDocument/2006/relationships/customXml" Target="../ink/ink588.xml"/><Relationship Id="rId69" Type="http://schemas.openxmlformats.org/officeDocument/2006/relationships/image" Target="../media/image387.png"/><Relationship Id="rId113" Type="http://schemas.openxmlformats.org/officeDocument/2006/relationships/image" Target="../media/image411.png"/><Relationship Id="rId134" Type="http://schemas.openxmlformats.org/officeDocument/2006/relationships/customXml" Target="../ink/ink631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56.xml"/><Relationship Id="rId117" Type="http://schemas.openxmlformats.org/officeDocument/2006/relationships/image" Target="../media/image493.png"/><Relationship Id="rId21" Type="http://schemas.openxmlformats.org/officeDocument/2006/relationships/image" Target="../media/image445.png"/><Relationship Id="rId42" Type="http://schemas.openxmlformats.org/officeDocument/2006/relationships/customXml" Target="../ink/ink664.xml"/><Relationship Id="rId47" Type="http://schemas.openxmlformats.org/officeDocument/2006/relationships/image" Target="../media/image458.png"/><Relationship Id="rId63" Type="http://schemas.openxmlformats.org/officeDocument/2006/relationships/image" Target="../media/image466.png"/><Relationship Id="rId68" Type="http://schemas.openxmlformats.org/officeDocument/2006/relationships/customXml" Target="../ink/ink677.xml"/><Relationship Id="rId84" Type="http://schemas.openxmlformats.org/officeDocument/2006/relationships/customXml" Target="../ink/ink685.xml"/><Relationship Id="rId89" Type="http://schemas.openxmlformats.org/officeDocument/2006/relationships/image" Target="../media/image479.png"/><Relationship Id="rId112" Type="http://schemas.openxmlformats.org/officeDocument/2006/relationships/customXml" Target="../ink/ink699.xml"/><Relationship Id="rId16" Type="http://schemas.openxmlformats.org/officeDocument/2006/relationships/customXml" Target="../ink/ink651.xml"/><Relationship Id="rId107" Type="http://schemas.openxmlformats.org/officeDocument/2006/relationships/image" Target="../media/image488.png"/><Relationship Id="rId11" Type="http://schemas.openxmlformats.org/officeDocument/2006/relationships/image" Target="../media/image440.png"/><Relationship Id="rId32" Type="http://schemas.openxmlformats.org/officeDocument/2006/relationships/customXml" Target="../ink/ink659.xml"/><Relationship Id="rId37" Type="http://schemas.openxmlformats.org/officeDocument/2006/relationships/image" Target="../media/image453.png"/><Relationship Id="rId53" Type="http://schemas.openxmlformats.org/officeDocument/2006/relationships/image" Target="../media/image461.png"/><Relationship Id="rId58" Type="http://schemas.openxmlformats.org/officeDocument/2006/relationships/customXml" Target="../ink/ink672.xml"/><Relationship Id="rId74" Type="http://schemas.openxmlformats.org/officeDocument/2006/relationships/customXml" Target="../ink/ink680.xml"/><Relationship Id="rId79" Type="http://schemas.openxmlformats.org/officeDocument/2006/relationships/image" Target="../media/image474.png"/><Relationship Id="rId102" Type="http://schemas.openxmlformats.org/officeDocument/2006/relationships/customXml" Target="../ink/ink694.xml"/><Relationship Id="rId5" Type="http://schemas.openxmlformats.org/officeDocument/2006/relationships/image" Target="../media/image437.png"/><Relationship Id="rId90" Type="http://schemas.openxmlformats.org/officeDocument/2006/relationships/customXml" Target="../ink/ink688.xml"/><Relationship Id="rId95" Type="http://schemas.openxmlformats.org/officeDocument/2006/relationships/image" Target="../media/image482.png"/><Relationship Id="rId22" Type="http://schemas.openxmlformats.org/officeDocument/2006/relationships/customXml" Target="../ink/ink654.xml"/><Relationship Id="rId27" Type="http://schemas.openxmlformats.org/officeDocument/2006/relationships/image" Target="../media/image448.png"/><Relationship Id="rId43" Type="http://schemas.openxmlformats.org/officeDocument/2006/relationships/image" Target="../media/image456.png"/><Relationship Id="rId48" Type="http://schemas.openxmlformats.org/officeDocument/2006/relationships/customXml" Target="../ink/ink667.xml"/><Relationship Id="rId64" Type="http://schemas.openxmlformats.org/officeDocument/2006/relationships/customXml" Target="../ink/ink675.xml"/><Relationship Id="rId69" Type="http://schemas.openxmlformats.org/officeDocument/2006/relationships/image" Target="../media/image469.png"/><Relationship Id="rId113" Type="http://schemas.openxmlformats.org/officeDocument/2006/relationships/image" Target="../media/image491.png"/><Relationship Id="rId80" Type="http://schemas.openxmlformats.org/officeDocument/2006/relationships/customXml" Target="../ink/ink683.xml"/><Relationship Id="rId85" Type="http://schemas.openxmlformats.org/officeDocument/2006/relationships/image" Target="../media/image477.png"/><Relationship Id="rId12" Type="http://schemas.openxmlformats.org/officeDocument/2006/relationships/customXml" Target="../ink/ink649.xml"/><Relationship Id="rId17" Type="http://schemas.openxmlformats.org/officeDocument/2006/relationships/image" Target="../media/image443.png"/><Relationship Id="rId33" Type="http://schemas.openxmlformats.org/officeDocument/2006/relationships/image" Target="../media/image451.png"/><Relationship Id="rId38" Type="http://schemas.openxmlformats.org/officeDocument/2006/relationships/customXml" Target="../ink/ink662.xml"/><Relationship Id="rId59" Type="http://schemas.openxmlformats.org/officeDocument/2006/relationships/image" Target="../media/image464.png"/><Relationship Id="rId103" Type="http://schemas.openxmlformats.org/officeDocument/2006/relationships/image" Target="../media/image486.png"/><Relationship Id="rId108" Type="http://schemas.openxmlformats.org/officeDocument/2006/relationships/customXml" Target="../ink/ink697.xml"/><Relationship Id="rId54" Type="http://schemas.openxmlformats.org/officeDocument/2006/relationships/customXml" Target="../ink/ink670.xml"/><Relationship Id="rId70" Type="http://schemas.openxmlformats.org/officeDocument/2006/relationships/customXml" Target="../ink/ink678.xml"/><Relationship Id="rId75" Type="http://schemas.openxmlformats.org/officeDocument/2006/relationships/image" Target="../media/image472.png"/><Relationship Id="rId91" Type="http://schemas.openxmlformats.org/officeDocument/2006/relationships/image" Target="../media/image480.png"/><Relationship Id="rId96" Type="http://schemas.openxmlformats.org/officeDocument/2006/relationships/customXml" Target="../ink/ink6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6.xml"/><Relationship Id="rId23" Type="http://schemas.openxmlformats.org/officeDocument/2006/relationships/image" Target="../media/image446.png"/><Relationship Id="rId28" Type="http://schemas.openxmlformats.org/officeDocument/2006/relationships/customXml" Target="../ink/ink657.xml"/><Relationship Id="rId49" Type="http://schemas.openxmlformats.org/officeDocument/2006/relationships/image" Target="../media/image459.png"/><Relationship Id="rId114" Type="http://schemas.openxmlformats.org/officeDocument/2006/relationships/customXml" Target="../ink/ink700.xml"/><Relationship Id="rId10" Type="http://schemas.openxmlformats.org/officeDocument/2006/relationships/customXml" Target="../ink/ink648.xml"/><Relationship Id="rId31" Type="http://schemas.openxmlformats.org/officeDocument/2006/relationships/image" Target="../media/image450.png"/><Relationship Id="rId44" Type="http://schemas.openxmlformats.org/officeDocument/2006/relationships/customXml" Target="../ink/ink665.xml"/><Relationship Id="rId52" Type="http://schemas.openxmlformats.org/officeDocument/2006/relationships/customXml" Target="../ink/ink669.xml"/><Relationship Id="rId60" Type="http://schemas.openxmlformats.org/officeDocument/2006/relationships/customXml" Target="../ink/ink673.xml"/><Relationship Id="rId65" Type="http://schemas.openxmlformats.org/officeDocument/2006/relationships/image" Target="../media/image467.png"/><Relationship Id="rId73" Type="http://schemas.openxmlformats.org/officeDocument/2006/relationships/image" Target="../media/image471.png"/><Relationship Id="rId78" Type="http://schemas.openxmlformats.org/officeDocument/2006/relationships/customXml" Target="../ink/ink682.xml"/><Relationship Id="rId81" Type="http://schemas.openxmlformats.org/officeDocument/2006/relationships/image" Target="../media/image475.png"/><Relationship Id="rId86" Type="http://schemas.openxmlformats.org/officeDocument/2006/relationships/customXml" Target="../ink/ink686.xml"/><Relationship Id="rId94" Type="http://schemas.openxmlformats.org/officeDocument/2006/relationships/customXml" Target="../ink/ink690.xml"/><Relationship Id="rId99" Type="http://schemas.openxmlformats.org/officeDocument/2006/relationships/image" Target="../media/image484.png"/><Relationship Id="rId101" Type="http://schemas.openxmlformats.org/officeDocument/2006/relationships/image" Target="../media/image485.png"/><Relationship Id="rId4" Type="http://schemas.openxmlformats.org/officeDocument/2006/relationships/customXml" Target="../ink/ink645.xml"/><Relationship Id="rId9" Type="http://schemas.openxmlformats.org/officeDocument/2006/relationships/image" Target="../media/image439.png"/><Relationship Id="rId13" Type="http://schemas.openxmlformats.org/officeDocument/2006/relationships/image" Target="../media/image441.png"/><Relationship Id="rId18" Type="http://schemas.openxmlformats.org/officeDocument/2006/relationships/customXml" Target="../ink/ink652.xml"/><Relationship Id="rId39" Type="http://schemas.openxmlformats.org/officeDocument/2006/relationships/image" Target="../media/image454.png"/><Relationship Id="rId109" Type="http://schemas.openxmlformats.org/officeDocument/2006/relationships/image" Target="../media/image489.png"/><Relationship Id="rId34" Type="http://schemas.openxmlformats.org/officeDocument/2006/relationships/customXml" Target="../ink/ink660.xml"/><Relationship Id="rId50" Type="http://schemas.openxmlformats.org/officeDocument/2006/relationships/customXml" Target="../ink/ink668.xml"/><Relationship Id="rId55" Type="http://schemas.openxmlformats.org/officeDocument/2006/relationships/image" Target="../media/image462.png"/><Relationship Id="rId76" Type="http://schemas.openxmlformats.org/officeDocument/2006/relationships/customXml" Target="../ink/ink681.xml"/><Relationship Id="rId97" Type="http://schemas.openxmlformats.org/officeDocument/2006/relationships/image" Target="../media/image483.png"/><Relationship Id="rId104" Type="http://schemas.openxmlformats.org/officeDocument/2006/relationships/customXml" Target="../ink/ink695.xml"/><Relationship Id="rId7" Type="http://schemas.openxmlformats.org/officeDocument/2006/relationships/image" Target="../media/image438.png"/><Relationship Id="rId71" Type="http://schemas.openxmlformats.org/officeDocument/2006/relationships/image" Target="../media/image470.png"/><Relationship Id="rId92" Type="http://schemas.openxmlformats.org/officeDocument/2006/relationships/customXml" Target="../ink/ink689.xml"/><Relationship Id="rId2" Type="http://schemas.openxmlformats.org/officeDocument/2006/relationships/customXml" Target="../ink/ink644.xml"/><Relationship Id="rId29" Type="http://schemas.openxmlformats.org/officeDocument/2006/relationships/image" Target="../media/image449.png"/><Relationship Id="rId24" Type="http://schemas.openxmlformats.org/officeDocument/2006/relationships/customXml" Target="../ink/ink655.xml"/><Relationship Id="rId40" Type="http://schemas.openxmlformats.org/officeDocument/2006/relationships/customXml" Target="../ink/ink663.xml"/><Relationship Id="rId45" Type="http://schemas.openxmlformats.org/officeDocument/2006/relationships/image" Target="../media/image457.png"/><Relationship Id="rId66" Type="http://schemas.openxmlformats.org/officeDocument/2006/relationships/customXml" Target="../ink/ink676.xml"/><Relationship Id="rId87" Type="http://schemas.openxmlformats.org/officeDocument/2006/relationships/image" Target="../media/image478.png"/><Relationship Id="rId110" Type="http://schemas.openxmlformats.org/officeDocument/2006/relationships/customXml" Target="../ink/ink698.xml"/><Relationship Id="rId115" Type="http://schemas.openxmlformats.org/officeDocument/2006/relationships/image" Target="../media/image492.png"/><Relationship Id="rId61" Type="http://schemas.openxmlformats.org/officeDocument/2006/relationships/image" Target="../media/image465.png"/><Relationship Id="rId82" Type="http://schemas.openxmlformats.org/officeDocument/2006/relationships/customXml" Target="../ink/ink684.xml"/><Relationship Id="rId19" Type="http://schemas.openxmlformats.org/officeDocument/2006/relationships/image" Target="../media/image444.png"/><Relationship Id="rId14" Type="http://schemas.openxmlformats.org/officeDocument/2006/relationships/customXml" Target="../ink/ink650.xml"/><Relationship Id="rId30" Type="http://schemas.openxmlformats.org/officeDocument/2006/relationships/customXml" Target="../ink/ink658.xml"/><Relationship Id="rId35" Type="http://schemas.openxmlformats.org/officeDocument/2006/relationships/image" Target="../media/image452.png"/><Relationship Id="rId56" Type="http://schemas.openxmlformats.org/officeDocument/2006/relationships/customXml" Target="../ink/ink671.xml"/><Relationship Id="rId77" Type="http://schemas.openxmlformats.org/officeDocument/2006/relationships/image" Target="../media/image473.png"/><Relationship Id="rId100" Type="http://schemas.openxmlformats.org/officeDocument/2006/relationships/customXml" Target="../ink/ink693.xml"/><Relationship Id="rId105" Type="http://schemas.openxmlformats.org/officeDocument/2006/relationships/image" Target="../media/image487.png"/><Relationship Id="rId8" Type="http://schemas.openxmlformats.org/officeDocument/2006/relationships/customXml" Target="../ink/ink647.xml"/><Relationship Id="rId51" Type="http://schemas.openxmlformats.org/officeDocument/2006/relationships/image" Target="../media/image460.png"/><Relationship Id="rId72" Type="http://schemas.openxmlformats.org/officeDocument/2006/relationships/customXml" Target="../ink/ink679.xml"/><Relationship Id="rId93" Type="http://schemas.openxmlformats.org/officeDocument/2006/relationships/image" Target="../media/image481.png"/><Relationship Id="rId98" Type="http://schemas.openxmlformats.org/officeDocument/2006/relationships/customXml" Target="../ink/ink692.xml"/><Relationship Id="rId3" Type="http://schemas.openxmlformats.org/officeDocument/2006/relationships/image" Target="../media/image436.png"/><Relationship Id="rId25" Type="http://schemas.openxmlformats.org/officeDocument/2006/relationships/image" Target="../media/image447.png"/><Relationship Id="rId46" Type="http://schemas.openxmlformats.org/officeDocument/2006/relationships/customXml" Target="../ink/ink666.xml"/><Relationship Id="rId67" Type="http://schemas.openxmlformats.org/officeDocument/2006/relationships/image" Target="../media/image468.png"/><Relationship Id="rId116" Type="http://schemas.openxmlformats.org/officeDocument/2006/relationships/customXml" Target="../ink/ink701.xml"/><Relationship Id="rId20" Type="http://schemas.openxmlformats.org/officeDocument/2006/relationships/customXml" Target="../ink/ink653.xml"/><Relationship Id="rId41" Type="http://schemas.openxmlformats.org/officeDocument/2006/relationships/image" Target="../media/image455.png"/><Relationship Id="rId62" Type="http://schemas.openxmlformats.org/officeDocument/2006/relationships/customXml" Target="../ink/ink674.xml"/><Relationship Id="rId83" Type="http://schemas.openxmlformats.org/officeDocument/2006/relationships/image" Target="../media/image476.png"/><Relationship Id="rId88" Type="http://schemas.openxmlformats.org/officeDocument/2006/relationships/customXml" Target="../ink/ink687.xml"/><Relationship Id="rId111" Type="http://schemas.openxmlformats.org/officeDocument/2006/relationships/image" Target="../media/image490.png"/><Relationship Id="rId15" Type="http://schemas.openxmlformats.org/officeDocument/2006/relationships/image" Target="../media/image442.png"/><Relationship Id="rId36" Type="http://schemas.openxmlformats.org/officeDocument/2006/relationships/customXml" Target="../ink/ink661.xml"/><Relationship Id="rId57" Type="http://schemas.openxmlformats.org/officeDocument/2006/relationships/image" Target="../media/image463.png"/><Relationship Id="rId106" Type="http://schemas.openxmlformats.org/officeDocument/2006/relationships/customXml" Target="../ink/ink696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1.png"/><Relationship Id="rId21" Type="http://schemas.openxmlformats.org/officeDocument/2006/relationships/image" Target="../media/image503.png"/><Relationship Id="rId42" Type="http://schemas.openxmlformats.org/officeDocument/2006/relationships/customXml" Target="../ink/ink722.xml"/><Relationship Id="rId63" Type="http://schemas.openxmlformats.org/officeDocument/2006/relationships/image" Target="../media/image524.png"/><Relationship Id="rId84" Type="http://schemas.openxmlformats.org/officeDocument/2006/relationships/customXml" Target="../ink/ink743.xml"/><Relationship Id="rId138" Type="http://schemas.openxmlformats.org/officeDocument/2006/relationships/customXml" Target="../ink/ink770.xml"/><Relationship Id="rId159" Type="http://schemas.openxmlformats.org/officeDocument/2006/relationships/image" Target="../media/image572.png"/><Relationship Id="rId170" Type="http://schemas.openxmlformats.org/officeDocument/2006/relationships/customXml" Target="../ink/ink786.xml"/><Relationship Id="rId191" Type="http://schemas.openxmlformats.org/officeDocument/2006/relationships/image" Target="../media/image588.png"/><Relationship Id="rId205" Type="http://schemas.openxmlformats.org/officeDocument/2006/relationships/image" Target="../media/image595.png"/><Relationship Id="rId107" Type="http://schemas.openxmlformats.org/officeDocument/2006/relationships/image" Target="../media/image546.png"/><Relationship Id="rId11" Type="http://schemas.openxmlformats.org/officeDocument/2006/relationships/image" Target="../media/image498.png"/><Relationship Id="rId32" Type="http://schemas.openxmlformats.org/officeDocument/2006/relationships/customXml" Target="../ink/ink717.xml"/><Relationship Id="rId53" Type="http://schemas.openxmlformats.org/officeDocument/2006/relationships/image" Target="../media/image519.png"/><Relationship Id="rId74" Type="http://schemas.openxmlformats.org/officeDocument/2006/relationships/customXml" Target="../ink/ink738.xml"/><Relationship Id="rId128" Type="http://schemas.openxmlformats.org/officeDocument/2006/relationships/customXml" Target="../ink/ink765.xml"/><Relationship Id="rId149" Type="http://schemas.openxmlformats.org/officeDocument/2006/relationships/image" Target="../media/image567.png"/><Relationship Id="rId5" Type="http://schemas.openxmlformats.org/officeDocument/2006/relationships/image" Target="../media/image495.png"/><Relationship Id="rId95" Type="http://schemas.openxmlformats.org/officeDocument/2006/relationships/image" Target="../media/image540.png"/><Relationship Id="rId160" Type="http://schemas.openxmlformats.org/officeDocument/2006/relationships/customXml" Target="../ink/ink781.xml"/><Relationship Id="rId181" Type="http://schemas.openxmlformats.org/officeDocument/2006/relationships/image" Target="../media/image583.png"/><Relationship Id="rId22" Type="http://schemas.openxmlformats.org/officeDocument/2006/relationships/customXml" Target="../ink/ink712.xml"/><Relationship Id="rId43" Type="http://schemas.openxmlformats.org/officeDocument/2006/relationships/image" Target="../media/image514.png"/><Relationship Id="rId64" Type="http://schemas.openxmlformats.org/officeDocument/2006/relationships/customXml" Target="../ink/ink733.xml"/><Relationship Id="rId118" Type="http://schemas.openxmlformats.org/officeDocument/2006/relationships/customXml" Target="../ink/ink760.xml"/><Relationship Id="rId139" Type="http://schemas.openxmlformats.org/officeDocument/2006/relationships/image" Target="../media/image562.png"/><Relationship Id="rId85" Type="http://schemas.openxmlformats.org/officeDocument/2006/relationships/image" Target="../media/image535.png"/><Relationship Id="rId150" Type="http://schemas.openxmlformats.org/officeDocument/2006/relationships/customXml" Target="../ink/ink776.xml"/><Relationship Id="rId171" Type="http://schemas.openxmlformats.org/officeDocument/2006/relationships/image" Target="../media/image578.png"/><Relationship Id="rId192" Type="http://schemas.openxmlformats.org/officeDocument/2006/relationships/customXml" Target="../ink/ink797.xml"/><Relationship Id="rId206" Type="http://schemas.openxmlformats.org/officeDocument/2006/relationships/customXml" Target="../ink/ink804.xml"/><Relationship Id="rId12" Type="http://schemas.openxmlformats.org/officeDocument/2006/relationships/customXml" Target="../ink/ink707.xml"/><Relationship Id="rId33" Type="http://schemas.openxmlformats.org/officeDocument/2006/relationships/image" Target="../media/image509.png"/><Relationship Id="rId108" Type="http://schemas.openxmlformats.org/officeDocument/2006/relationships/customXml" Target="../ink/ink755.xml"/><Relationship Id="rId129" Type="http://schemas.openxmlformats.org/officeDocument/2006/relationships/image" Target="../media/image557.png"/><Relationship Id="rId54" Type="http://schemas.openxmlformats.org/officeDocument/2006/relationships/customXml" Target="../ink/ink728.xml"/><Relationship Id="rId75" Type="http://schemas.openxmlformats.org/officeDocument/2006/relationships/image" Target="../media/image530.png"/><Relationship Id="rId96" Type="http://schemas.openxmlformats.org/officeDocument/2006/relationships/customXml" Target="../ink/ink749.xml"/><Relationship Id="rId140" Type="http://schemas.openxmlformats.org/officeDocument/2006/relationships/customXml" Target="../ink/ink771.xml"/><Relationship Id="rId161" Type="http://schemas.openxmlformats.org/officeDocument/2006/relationships/image" Target="../media/image573.png"/><Relationship Id="rId182" Type="http://schemas.openxmlformats.org/officeDocument/2006/relationships/customXml" Target="../ink/ink792.xml"/><Relationship Id="rId6" Type="http://schemas.openxmlformats.org/officeDocument/2006/relationships/customXml" Target="../ink/ink704.xml"/><Relationship Id="rId23" Type="http://schemas.openxmlformats.org/officeDocument/2006/relationships/image" Target="../media/image504.png"/><Relationship Id="rId119" Type="http://schemas.openxmlformats.org/officeDocument/2006/relationships/image" Target="../media/image552.png"/><Relationship Id="rId44" Type="http://schemas.openxmlformats.org/officeDocument/2006/relationships/customXml" Target="../ink/ink723.xml"/><Relationship Id="rId65" Type="http://schemas.openxmlformats.org/officeDocument/2006/relationships/image" Target="../media/image525.png"/><Relationship Id="rId86" Type="http://schemas.openxmlformats.org/officeDocument/2006/relationships/customXml" Target="../ink/ink744.xml"/><Relationship Id="rId130" Type="http://schemas.openxmlformats.org/officeDocument/2006/relationships/customXml" Target="../ink/ink766.xml"/><Relationship Id="rId151" Type="http://schemas.openxmlformats.org/officeDocument/2006/relationships/image" Target="../media/image568.png"/><Relationship Id="rId172" Type="http://schemas.openxmlformats.org/officeDocument/2006/relationships/customXml" Target="../ink/ink787.xml"/><Relationship Id="rId193" Type="http://schemas.openxmlformats.org/officeDocument/2006/relationships/image" Target="../media/image589.png"/><Relationship Id="rId207" Type="http://schemas.openxmlformats.org/officeDocument/2006/relationships/image" Target="../media/image596.png"/><Relationship Id="rId13" Type="http://schemas.openxmlformats.org/officeDocument/2006/relationships/image" Target="../media/image499.png"/><Relationship Id="rId109" Type="http://schemas.openxmlformats.org/officeDocument/2006/relationships/image" Target="../media/image547.png"/><Relationship Id="rId34" Type="http://schemas.openxmlformats.org/officeDocument/2006/relationships/customXml" Target="../ink/ink718.xml"/><Relationship Id="rId55" Type="http://schemas.openxmlformats.org/officeDocument/2006/relationships/image" Target="../media/image520.png"/><Relationship Id="rId76" Type="http://schemas.openxmlformats.org/officeDocument/2006/relationships/customXml" Target="../ink/ink739.xml"/><Relationship Id="rId97" Type="http://schemas.openxmlformats.org/officeDocument/2006/relationships/image" Target="../media/image541.png"/><Relationship Id="rId120" Type="http://schemas.openxmlformats.org/officeDocument/2006/relationships/customXml" Target="../ink/ink761.xml"/><Relationship Id="rId141" Type="http://schemas.openxmlformats.org/officeDocument/2006/relationships/image" Target="../media/image563.png"/><Relationship Id="rId7" Type="http://schemas.openxmlformats.org/officeDocument/2006/relationships/image" Target="../media/image496.png"/><Relationship Id="rId162" Type="http://schemas.openxmlformats.org/officeDocument/2006/relationships/customXml" Target="../ink/ink782.xml"/><Relationship Id="rId183" Type="http://schemas.openxmlformats.org/officeDocument/2006/relationships/image" Target="../media/image584.png"/><Relationship Id="rId24" Type="http://schemas.openxmlformats.org/officeDocument/2006/relationships/customXml" Target="../ink/ink713.xml"/><Relationship Id="rId40" Type="http://schemas.openxmlformats.org/officeDocument/2006/relationships/customXml" Target="../ink/ink721.xml"/><Relationship Id="rId45" Type="http://schemas.openxmlformats.org/officeDocument/2006/relationships/image" Target="../media/image515.png"/><Relationship Id="rId66" Type="http://schemas.openxmlformats.org/officeDocument/2006/relationships/customXml" Target="../ink/ink734.xml"/><Relationship Id="rId87" Type="http://schemas.openxmlformats.org/officeDocument/2006/relationships/image" Target="../media/image536.png"/><Relationship Id="rId110" Type="http://schemas.openxmlformats.org/officeDocument/2006/relationships/customXml" Target="../ink/ink756.xml"/><Relationship Id="rId115" Type="http://schemas.openxmlformats.org/officeDocument/2006/relationships/image" Target="../media/image550.png"/><Relationship Id="rId131" Type="http://schemas.openxmlformats.org/officeDocument/2006/relationships/image" Target="../media/image558.png"/><Relationship Id="rId136" Type="http://schemas.openxmlformats.org/officeDocument/2006/relationships/customXml" Target="../ink/ink769.xml"/><Relationship Id="rId157" Type="http://schemas.openxmlformats.org/officeDocument/2006/relationships/image" Target="../media/image571.png"/><Relationship Id="rId178" Type="http://schemas.openxmlformats.org/officeDocument/2006/relationships/customXml" Target="../ink/ink790.xml"/><Relationship Id="rId61" Type="http://schemas.openxmlformats.org/officeDocument/2006/relationships/image" Target="../media/image523.png"/><Relationship Id="rId82" Type="http://schemas.openxmlformats.org/officeDocument/2006/relationships/customXml" Target="../ink/ink742.xml"/><Relationship Id="rId152" Type="http://schemas.openxmlformats.org/officeDocument/2006/relationships/customXml" Target="../ink/ink777.xml"/><Relationship Id="rId173" Type="http://schemas.openxmlformats.org/officeDocument/2006/relationships/image" Target="../media/image579.png"/><Relationship Id="rId194" Type="http://schemas.openxmlformats.org/officeDocument/2006/relationships/customXml" Target="../ink/ink798.xml"/><Relationship Id="rId199" Type="http://schemas.openxmlformats.org/officeDocument/2006/relationships/image" Target="../media/image592.png"/><Relationship Id="rId203" Type="http://schemas.openxmlformats.org/officeDocument/2006/relationships/image" Target="../media/image594.png"/><Relationship Id="rId19" Type="http://schemas.openxmlformats.org/officeDocument/2006/relationships/image" Target="../media/image502.png"/><Relationship Id="rId14" Type="http://schemas.openxmlformats.org/officeDocument/2006/relationships/customXml" Target="../ink/ink708.xml"/><Relationship Id="rId30" Type="http://schemas.openxmlformats.org/officeDocument/2006/relationships/customXml" Target="../ink/ink716.xml"/><Relationship Id="rId35" Type="http://schemas.openxmlformats.org/officeDocument/2006/relationships/image" Target="../media/image510.png"/><Relationship Id="rId56" Type="http://schemas.openxmlformats.org/officeDocument/2006/relationships/customXml" Target="../ink/ink729.xml"/><Relationship Id="rId77" Type="http://schemas.openxmlformats.org/officeDocument/2006/relationships/image" Target="../media/image531.png"/><Relationship Id="rId100" Type="http://schemas.openxmlformats.org/officeDocument/2006/relationships/customXml" Target="../ink/ink751.xml"/><Relationship Id="rId105" Type="http://schemas.openxmlformats.org/officeDocument/2006/relationships/image" Target="../media/image545.png"/><Relationship Id="rId126" Type="http://schemas.openxmlformats.org/officeDocument/2006/relationships/customXml" Target="../ink/ink764.xml"/><Relationship Id="rId147" Type="http://schemas.openxmlformats.org/officeDocument/2006/relationships/image" Target="../media/image566.png"/><Relationship Id="rId168" Type="http://schemas.openxmlformats.org/officeDocument/2006/relationships/customXml" Target="../ink/ink785.xml"/><Relationship Id="rId8" Type="http://schemas.openxmlformats.org/officeDocument/2006/relationships/customXml" Target="../ink/ink705.xml"/><Relationship Id="rId51" Type="http://schemas.openxmlformats.org/officeDocument/2006/relationships/image" Target="../media/image518.png"/><Relationship Id="rId72" Type="http://schemas.openxmlformats.org/officeDocument/2006/relationships/customXml" Target="../ink/ink737.xml"/><Relationship Id="rId93" Type="http://schemas.openxmlformats.org/officeDocument/2006/relationships/image" Target="../media/image539.png"/><Relationship Id="rId98" Type="http://schemas.openxmlformats.org/officeDocument/2006/relationships/customXml" Target="../ink/ink750.xml"/><Relationship Id="rId121" Type="http://schemas.openxmlformats.org/officeDocument/2006/relationships/image" Target="../media/image553.png"/><Relationship Id="rId142" Type="http://schemas.openxmlformats.org/officeDocument/2006/relationships/customXml" Target="../ink/ink772.xml"/><Relationship Id="rId163" Type="http://schemas.openxmlformats.org/officeDocument/2006/relationships/image" Target="../media/image574.png"/><Relationship Id="rId184" Type="http://schemas.openxmlformats.org/officeDocument/2006/relationships/customXml" Target="../ink/ink793.xml"/><Relationship Id="rId189" Type="http://schemas.openxmlformats.org/officeDocument/2006/relationships/image" Target="../media/image587.png"/><Relationship Id="rId3" Type="http://schemas.openxmlformats.org/officeDocument/2006/relationships/image" Target="../media/image494.png"/><Relationship Id="rId25" Type="http://schemas.openxmlformats.org/officeDocument/2006/relationships/image" Target="../media/image505.png"/><Relationship Id="rId46" Type="http://schemas.openxmlformats.org/officeDocument/2006/relationships/customXml" Target="../ink/ink724.xml"/><Relationship Id="rId67" Type="http://schemas.openxmlformats.org/officeDocument/2006/relationships/image" Target="../media/image526.png"/><Relationship Id="rId116" Type="http://schemas.openxmlformats.org/officeDocument/2006/relationships/customXml" Target="../ink/ink759.xml"/><Relationship Id="rId137" Type="http://schemas.openxmlformats.org/officeDocument/2006/relationships/image" Target="../media/image561.png"/><Relationship Id="rId158" Type="http://schemas.openxmlformats.org/officeDocument/2006/relationships/customXml" Target="../ink/ink780.xml"/><Relationship Id="rId20" Type="http://schemas.openxmlformats.org/officeDocument/2006/relationships/customXml" Target="../ink/ink711.xml"/><Relationship Id="rId41" Type="http://schemas.openxmlformats.org/officeDocument/2006/relationships/image" Target="../media/image513.png"/><Relationship Id="rId62" Type="http://schemas.openxmlformats.org/officeDocument/2006/relationships/customXml" Target="../ink/ink732.xml"/><Relationship Id="rId83" Type="http://schemas.openxmlformats.org/officeDocument/2006/relationships/image" Target="../media/image534.png"/><Relationship Id="rId88" Type="http://schemas.openxmlformats.org/officeDocument/2006/relationships/customXml" Target="../ink/ink745.xml"/><Relationship Id="rId111" Type="http://schemas.openxmlformats.org/officeDocument/2006/relationships/image" Target="../media/image548.png"/><Relationship Id="rId132" Type="http://schemas.openxmlformats.org/officeDocument/2006/relationships/customXml" Target="../ink/ink767.xml"/><Relationship Id="rId153" Type="http://schemas.openxmlformats.org/officeDocument/2006/relationships/image" Target="../media/image569.png"/><Relationship Id="rId174" Type="http://schemas.openxmlformats.org/officeDocument/2006/relationships/customXml" Target="../ink/ink788.xml"/><Relationship Id="rId179" Type="http://schemas.openxmlformats.org/officeDocument/2006/relationships/image" Target="../media/image582.png"/><Relationship Id="rId195" Type="http://schemas.openxmlformats.org/officeDocument/2006/relationships/image" Target="../media/image590.png"/><Relationship Id="rId190" Type="http://schemas.openxmlformats.org/officeDocument/2006/relationships/customXml" Target="../ink/ink796.xml"/><Relationship Id="rId204" Type="http://schemas.openxmlformats.org/officeDocument/2006/relationships/customXml" Target="../ink/ink803.xml"/><Relationship Id="rId15" Type="http://schemas.openxmlformats.org/officeDocument/2006/relationships/image" Target="../media/image500.png"/><Relationship Id="rId36" Type="http://schemas.openxmlformats.org/officeDocument/2006/relationships/customXml" Target="../ink/ink719.xml"/><Relationship Id="rId57" Type="http://schemas.openxmlformats.org/officeDocument/2006/relationships/image" Target="../media/image521.png"/><Relationship Id="rId106" Type="http://schemas.openxmlformats.org/officeDocument/2006/relationships/customXml" Target="../ink/ink754.xml"/><Relationship Id="rId127" Type="http://schemas.openxmlformats.org/officeDocument/2006/relationships/image" Target="../media/image556.png"/><Relationship Id="rId10" Type="http://schemas.openxmlformats.org/officeDocument/2006/relationships/customXml" Target="../ink/ink706.xml"/><Relationship Id="rId31" Type="http://schemas.openxmlformats.org/officeDocument/2006/relationships/image" Target="../media/image508.png"/><Relationship Id="rId52" Type="http://schemas.openxmlformats.org/officeDocument/2006/relationships/customXml" Target="../ink/ink727.xml"/><Relationship Id="rId73" Type="http://schemas.openxmlformats.org/officeDocument/2006/relationships/image" Target="../media/image529.png"/><Relationship Id="rId78" Type="http://schemas.openxmlformats.org/officeDocument/2006/relationships/customXml" Target="../ink/ink740.xml"/><Relationship Id="rId94" Type="http://schemas.openxmlformats.org/officeDocument/2006/relationships/customXml" Target="../ink/ink748.xml"/><Relationship Id="rId99" Type="http://schemas.openxmlformats.org/officeDocument/2006/relationships/image" Target="../media/image542.png"/><Relationship Id="rId101" Type="http://schemas.openxmlformats.org/officeDocument/2006/relationships/image" Target="../media/image543.png"/><Relationship Id="rId122" Type="http://schemas.openxmlformats.org/officeDocument/2006/relationships/customXml" Target="../ink/ink762.xml"/><Relationship Id="rId143" Type="http://schemas.openxmlformats.org/officeDocument/2006/relationships/image" Target="../media/image564.png"/><Relationship Id="rId148" Type="http://schemas.openxmlformats.org/officeDocument/2006/relationships/customXml" Target="../ink/ink775.xml"/><Relationship Id="rId164" Type="http://schemas.openxmlformats.org/officeDocument/2006/relationships/customXml" Target="../ink/ink783.xml"/><Relationship Id="rId169" Type="http://schemas.openxmlformats.org/officeDocument/2006/relationships/image" Target="../media/image577.png"/><Relationship Id="rId185" Type="http://schemas.openxmlformats.org/officeDocument/2006/relationships/image" Target="../media/image585.png"/><Relationship Id="rId4" Type="http://schemas.openxmlformats.org/officeDocument/2006/relationships/customXml" Target="../ink/ink703.xml"/><Relationship Id="rId9" Type="http://schemas.openxmlformats.org/officeDocument/2006/relationships/image" Target="../media/image497.png"/><Relationship Id="rId180" Type="http://schemas.openxmlformats.org/officeDocument/2006/relationships/customXml" Target="../ink/ink791.xml"/><Relationship Id="rId26" Type="http://schemas.openxmlformats.org/officeDocument/2006/relationships/customXml" Target="../ink/ink714.xml"/><Relationship Id="rId47" Type="http://schemas.openxmlformats.org/officeDocument/2006/relationships/image" Target="../media/image516.png"/><Relationship Id="rId68" Type="http://schemas.openxmlformats.org/officeDocument/2006/relationships/customXml" Target="../ink/ink735.xml"/><Relationship Id="rId89" Type="http://schemas.openxmlformats.org/officeDocument/2006/relationships/image" Target="../media/image537.png"/><Relationship Id="rId112" Type="http://schemas.openxmlformats.org/officeDocument/2006/relationships/customXml" Target="../ink/ink757.xml"/><Relationship Id="rId133" Type="http://schemas.openxmlformats.org/officeDocument/2006/relationships/image" Target="../media/image559.png"/><Relationship Id="rId154" Type="http://schemas.openxmlformats.org/officeDocument/2006/relationships/customXml" Target="../ink/ink778.xml"/><Relationship Id="rId175" Type="http://schemas.openxmlformats.org/officeDocument/2006/relationships/image" Target="../media/image580.png"/><Relationship Id="rId196" Type="http://schemas.openxmlformats.org/officeDocument/2006/relationships/customXml" Target="../ink/ink799.xml"/><Relationship Id="rId200" Type="http://schemas.openxmlformats.org/officeDocument/2006/relationships/customXml" Target="../ink/ink801.xml"/><Relationship Id="rId16" Type="http://schemas.openxmlformats.org/officeDocument/2006/relationships/customXml" Target="../ink/ink709.xml"/><Relationship Id="rId37" Type="http://schemas.openxmlformats.org/officeDocument/2006/relationships/image" Target="../media/image511.png"/><Relationship Id="rId58" Type="http://schemas.openxmlformats.org/officeDocument/2006/relationships/customXml" Target="../ink/ink730.xml"/><Relationship Id="rId79" Type="http://schemas.openxmlformats.org/officeDocument/2006/relationships/image" Target="../media/image532.png"/><Relationship Id="rId102" Type="http://schemas.openxmlformats.org/officeDocument/2006/relationships/customXml" Target="../ink/ink752.xml"/><Relationship Id="rId123" Type="http://schemas.openxmlformats.org/officeDocument/2006/relationships/image" Target="../media/image554.png"/><Relationship Id="rId144" Type="http://schemas.openxmlformats.org/officeDocument/2006/relationships/customXml" Target="../ink/ink773.xml"/><Relationship Id="rId90" Type="http://schemas.openxmlformats.org/officeDocument/2006/relationships/customXml" Target="../ink/ink746.xml"/><Relationship Id="rId165" Type="http://schemas.openxmlformats.org/officeDocument/2006/relationships/image" Target="../media/image575.png"/><Relationship Id="rId186" Type="http://schemas.openxmlformats.org/officeDocument/2006/relationships/customXml" Target="../ink/ink794.xml"/><Relationship Id="rId27" Type="http://schemas.openxmlformats.org/officeDocument/2006/relationships/image" Target="../media/image506.png"/><Relationship Id="rId48" Type="http://schemas.openxmlformats.org/officeDocument/2006/relationships/customXml" Target="../ink/ink725.xml"/><Relationship Id="rId69" Type="http://schemas.openxmlformats.org/officeDocument/2006/relationships/image" Target="../media/image527.png"/><Relationship Id="rId113" Type="http://schemas.openxmlformats.org/officeDocument/2006/relationships/image" Target="../media/image549.png"/><Relationship Id="rId134" Type="http://schemas.openxmlformats.org/officeDocument/2006/relationships/customXml" Target="../ink/ink768.xml"/><Relationship Id="rId80" Type="http://schemas.openxmlformats.org/officeDocument/2006/relationships/customXml" Target="../ink/ink741.xml"/><Relationship Id="rId155" Type="http://schemas.openxmlformats.org/officeDocument/2006/relationships/image" Target="../media/image570.png"/><Relationship Id="rId176" Type="http://schemas.openxmlformats.org/officeDocument/2006/relationships/customXml" Target="../ink/ink789.xml"/><Relationship Id="rId197" Type="http://schemas.openxmlformats.org/officeDocument/2006/relationships/image" Target="../media/image591.png"/><Relationship Id="rId201" Type="http://schemas.openxmlformats.org/officeDocument/2006/relationships/image" Target="../media/image593.png"/><Relationship Id="rId17" Type="http://schemas.openxmlformats.org/officeDocument/2006/relationships/image" Target="../media/image501.png"/><Relationship Id="rId38" Type="http://schemas.openxmlformats.org/officeDocument/2006/relationships/customXml" Target="../ink/ink720.xml"/><Relationship Id="rId59" Type="http://schemas.openxmlformats.org/officeDocument/2006/relationships/image" Target="../media/image522.png"/><Relationship Id="rId103" Type="http://schemas.openxmlformats.org/officeDocument/2006/relationships/image" Target="../media/image544.png"/><Relationship Id="rId124" Type="http://schemas.openxmlformats.org/officeDocument/2006/relationships/customXml" Target="../ink/ink763.xml"/><Relationship Id="rId70" Type="http://schemas.openxmlformats.org/officeDocument/2006/relationships/customXml" Target="../ink/ink736.xml"/><Relationship Id="rId91" Type="http://schemas.openxmlformats.org/officeDocument/2006/relationships/image" Target="../media/image538.png"/><Relationship Id="rId145" Type="http://schemas.openxmlformats.org/officeDocument/2006/relationships/image" Target="../media/image565.png"/><Relationship Id="rId166" Type="http://schemas.openxmlformats.org/officeDocument/2006/relationships/customXml" Target="../ink/ink784.xml"/><Relationship Id="rId187" Type="http://schemas.openxmlformats.org/officeDocument/2006/relationships/image" Target="../media/image586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715.xml"/><Relationship Id="rId49" Type="http://schemas.openxmlformats.org/officeDocument/2006/relationships/image" Target="../media/image517.png"/><Relationship Id="rId114" Type="http://schemas.openxmlformats.org/officeDocument/2006/relationships/customXml" Target="../ink/ink758.xml"/><Relationship Id="rId60" Type="http://schemas.openxmlformats.org/officeDocument/2006/relationships/customXml" Target="../ink/ink731.xml"/><Relationship Id="rId81" Type="http://schemas.openxmlformats.org/officeDocument/2006/relationships/image" Target="../media/image533.png"/><Relationship Id="rId135" Type="http://schemas.openxmlformats.org/officeDocument/2006/relationships/image" Target="../media/image560.png"/><Relationship Id="rId156" Type="http://schemas.openxmlformats.org/officeDocument/2006/relationships/customXml" Target="../ink/ink779.xml"/><Relationship Id="rId177" Type="http://schemas.openxmlformats.org/officeDocument/2006/relationships/image" Target="../media/image581.png"/><Relationship Id="rId198" Type="http://schemas.openxmlformats.org/officeDocument/2006/relationships/customXml" Target="../ink/ink800.xml"/><Relationship Id="rId202" Type="http://schemas.openxmlformats.org/officeDocument/2006/relationships/customXml" Target="../ink/ink802.xml"/><Relationship Id="rId18" Type="http://schemas.openxmlformats.org/officeDocument/2006/relationships/customXml" Target="../ink/ink710.xml"/><Relationship Id="rId39" Type="http://schemas.openxmlformats.org/officeDocument/2006/relationships/image" Target="../media/image512.png"/><Relationship Id="rId50" Type="http://schemas.openxmlformats.org/officeDocument/2006/relationships/customXml" Target="../ink/ink726.xml"/><Relationship Id="rId104" Type="http://schemas.openxmlformats.org/officeDocument/2006/relationships/customXml" Target="../ink/ink753.xml"/><Relationship Id="rId125" Type="http://schemas.openxmlformats.org/officeDocument/2006/relationships/image" Target="../media/image555.png"/><Relationship Id="rId146" Type="http://schemas.openxmlformats.org/officeDocument/2006/relationships/customXml" Target="../ink/ink774.xml"/><Relationship Id="rId167" Type="http://schemas.openxmlformats.org/officeDocument/2006/relationships/image" Target="../media/image576.png"/><Relationship Id="rId188" Type="http://schemas.openxmlformats.org/officeDocument/2006/relationships/customXml" Target="../ink/ink795.xml"/><Relationship Id="rId71" Type="http://schemas.openxmlformats.org/officeDocument/2006/relationships/image" Target="../media/image528.png"/><Relationship Id="rId92" Type="http://schemas.openxmlformats.org/officeDocument/2006/relationships/customXml" Target="../ink/ink747.xml"/><Relationship Id="rId2" Type="http://schemas.openxmlformats.org/officeDocument/2006/relationships/customXml" Target="../ink/ink702.xml"/><Relationship Id="rId29" Type="http://schemas.openxmlformats.org/officeDocument/2006/relationships/image" Target="../media/image507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0.png"/><Relationship Id="rId21" Type="http://schemas.openxmlformats.org/officeDocument/2006/relationships/image" Target="../media/image503.png"/><Relationship Id="rId42" Type="http://schemas.openxmlformats.org/officeDocument/2006/relationships/customXml" Target="../ink/ink825.xml"/><Relationship Id="rId63" Type="http://schemas.openxmlformats.org/officeDocument/2006/relationships/image" Target="../media/image523.png"/><Relationship Id="rId84" Type="http://schemas.openxmlformats.org/officeDocument/2006/relationships/customXml" Target="../ink/ink846.xml"/><Relationship Id="rId138" Type="http://schemas.openxmlformats.org/officeDocument/2006/relationships/customXml" Target="../ink/ink873.xml"/><Relationship Id="rId159" Type="http://schemas.openxmlformats.org/officeDocument/2006/relationships/image" Target="../media/image571.png"/><Relationship Id="rId170" Type="http://schemas.openxmlformats.org/officeDocument/2006/relationships/customXml" Target="../ink/ink889.xml"/><Relationship Id="rId191" Type="http://schemas.openxmlformats.org/officeDocument/2006/relationships/image" Target="../media/image587.png"/><Relationship Id="rId205" Type="http://schemas.openxmlformats.org/officeDocument/2006/relationships/image" Target="../media/image616.png"/><Relationship Id="rId226" Type="http://schemas.openxmlformats.org/officeDocument/2006/relationships/customXml" Target="../ink/ink917.xml"/><Relationship Id="rId247" Type="http://schemas.openxmlformats.org/officeDocument/2006/relationships/image" Target="../media/image637.png"/><Relationship Id="rId107" Type="http://schemas.openxmlformats.org/officeDocument/2006/relationships/image" Target="../media/image545.png"/><Relationship Id="rId11" Type="http://schemas.openxmlformats.org/officeDocument/2006/relationships/image" Target="../media/image498.png"/><Relationship Id="rId32" Type="http://schemas.openxmlformats.org/officeDocument/2006/relationships/customXml" Target="../ink/ink820.xml"/><Relationship Id="rId53" Type="http://schemas.openxmlformats.org/officeDocument/2006/relationships/image" Target="../media/image611.png"/><Relationship Id="rId74" Type="http://schemas.openxmlformats.org/officeDocument/2006/relationships/customXml" Target="../ink/ink841.xml"/><Relationship Id="rId128" Type="http://schemas.openxmlformats.org/officeDocument/2006/relationships/customXml" Target="../ink/ink868.xml"/><Relationship Id="rId149" Type="http://schemas.openxmlformats.org/officeDocument/2006/relationships/image" Target="../media/image566.png"/><Relationship Id="rId5" Type="http://schemas.openxmlformats.org/officeDocument/2006/relationships/image" Target="../media/image495.png"/><Relationship Id="rId95" Type="http://schemas.openxmlformats.org/officeDocument/2006/relationships/image" Target="../media/image539.png"/><Relationship Id="rId160" Type="http://schemas.openxmlformats.org/officeDocument/2006/relationships/customXml" Target="../ink/ink884.xml"/><Relationship Id="rId181" Type="http://schemas.openxmlformats.org/officeDocument/2006/relationships/image" Target="../media/image582.png"/><Relationship Id="rId216" Type="http://schemas.openxmlformats.org/officeDocument/2006/relationships/customXml" Target="../ink/ink912.xml"/><Relationship Id="rId237" Type="http://schemas.openxmlformats.org/officeDocument/2006/relationships/image" Target="../media/image632.png"/><Relationship Id="rId22" Type="http://schemas.openxmlformats.org/officeDocument/2006/relationships/customXml" Target="../ink/ink815.xml"/><Relationship Id="rId43" Type="http://schemas.openxmlformats.org/officeDocument/2006/relationships/image" Target="../media/image606.png"/><Relationship Id="rId64" Type="http://schemas.openxmlformats.org/officeDocument/2006/relationships/customXml" Target="../ink/ink836.xml"/><Relationship Id="rId118" Type="http://schemas.openxmlformats.org/officeDocument/2006/relationships/customXml" Target="../ink/ink863.xml"/><Relationship Id="rId139" Type="http://schemas.openxmlformats.org/officeDocument/2006/relationships/image" Target="../media/image561.png"/><Relationship Id="rId85" Type="http://schemas.openxmlformats.org/officeDocument/2006/relationships/image" Target="../media/image534.png"/><Relationship Id="rId150" Type="http://schemas.openxmlformats.org/officeDocument/2006/relationships/customXml" Target="../ink/ink879.xml"/><Relationship Id="rId171" Type="http://schemas.openxmlformats.org/officeDocument/2006/relationships/image" Target="../media/image577.png"/><Relationship Id="rId192" Type="http://schemas.openxmlformats.org/officeDocument/2006/relationships/customXml" Target="../ink/ink900.xml"/><Relationship Id="rId206" Type="http://schemas.openxmlformats.org/officeDocument/2006/relationships/customXml" Target="../ink/ink907.xml"/><Relationship Id="rId227" Type="http://schemas.openxmlformats.org/officeDocument/2006/relationships/image" Target="../media/image627.png"/><Relationship Id="rId248" Type="http://schemas.openxmlformats.org/officeDocument/2006/relationships/customXml" Target="../ink/ink928.xml"/><Relationship Id="rId12" Type="http://schemas.openxmlformats.org/officeDocument/2006/relationships/customXml" Target="../ink/ink810.xml"/><Relationship Id="rId33" Type="http://schemas.openxmlformats.org/officeDocument/2006/relationships/image" Target="../media/image601.png"/><Relationship Id="rId108" Type="http://schemas.openxmlformats.org/officeDocument/2006/relationships/customXml" Target="../ink/ink858.xml"/><Relationship Id="rId129" Type="http://schemas.openxmlformats.org/officeDocument/2006/relationships/image" Target="../media/image556.png"/><Relationship Id="rId54" Type="http://schemas.openxmlformats.org/officeDocument/2006/relationships/customXml" Target="../ink/ink831.xml"/><Relationship Id="rId75" Type="http://schemas.openxmlformats.org/officeDocument/2006/relationships/image" Target="../media/image529.png"/><Relationship Id="rId96" Type="http://schemas.openxmlformats.org/officeDocument/2006/relationships/customXml" Target="../ink/ink852.xml"/><Relationship Id="rId140" Type="http://schemas.openxmlformats.org/officeDocument/2006/relationships/customXml" Target="../ink/ink874.xml"/><Relationship Id="rId161" Type="http://schemas.openxmlformats.org/officeDocument/2006/relationships/image" Target="../media/image572.png"/><Relationship Id="rId182" Type="http://schemas.openxmlformats.org/officeDocument/2006/relationships/customXml" Target="../ink/ink895.xml"/><Relationship Id="rId217" Type="http://schemas.openxmlformats.org/officeDocument/2006/relationships/image" Target="../media/image622.png"/><Relationship Id="rId6" Type="http://schemas.openxmlformats.org/officeDocument/2006/relationships/customXml" Target="../ink/ink807.xml"/><Relationship Id="rId238" Type="http://schemas.openxmlformats.org/officeDocument/2006/relationships/customXml" Target="../ink/ink923.xml"/><Relationship Id="rId23" Type="http://schemas.openxmlformats.org/officeDocument/2006/relationships/image" Target="../media/image504.png"/><Relationship Id="rId119" Type="http://schemas.openxmlformats.org/officeDocument/2006/relationships/image" Target="../media/image551.png"/><Relationship Id="rId44" Type="http://schemas.openxmlformats.org/officeDocument/2006/relationships/customXml" Target="../ink/ink826.xml"/><Relationship Id="rId65" Type="http://schemas.openxmlformats.org/officeDocument/2006/relationships/image" Target="../media/image524.png"/><Relationship Id="rId86" Type="http://schemas.openxmlformats.org/officeDocument/2006/relationships/customXml" Target="../ink/ink847.xml"/><Relationship Id="rId130" Type="http://schemas.openxmlformats.org/officeDocument/2006/relationships/customXml" Target="../ink/ink869.xml"/><Relationship Id="rId151" Type="http://schemas.openxmlformats.org/officeDocument/2006/relationships/image" Target="../media/image567.png"/><Relationship Id="rId172" Type="http://schemas.openxmlformats.org/officeDocument/2006/relationships/customXml" Target="../ink/ink890.xml"/><Relationship Id="rId193" Type="http://schemas.openxmlformats.org/officeDocument/2006/relationships/image" Target="../media/image588.png"/><Relationship Id="rId207" Type="http://schemas.openxmlformats.org/officeDocument/2006/relationships/image" Target="../media/image617.png"/><Relationship Id="rId228" Type="http://schemas.openxmlformats.org/officeDocument/2006/relationships/customXml" Target="../ink/ink918.xml"/><Relationship Id="rId249" Type="http://schemas.openxmlformats.org/officeDocument/2006/relationships/image" Target="../media/image638.png"/><Relationship Id="rId13" Type="http://schemas.openxmlformats.org/officeDocument/2006/relationships/image" Target="../media/image499.png"/><Relationship Id="rId109" Type="http://schemas.openxmlformats.org/officeDocument/2006/relationships/image" Target="../media/image546.png"/><Relationship Id="rId34" Type="http://schemas.openxmlformats.org/officeDocument/2006/relationships/customXml" Target="../ink/ink821.xml"/><Relationship Id="rId55" Type="http://schemas.openxmlformats.org/officeDocument/2006/relationships/image" Target="../media/image612.png"/><Relationship Id="rId76" Type="http://schemas.openxmlformats.org/officeDocument/2006/relationships/customXml" Target="../ink/ink842.xml"/><Relationship Id="rId97" Type="http://schemas.openxmlformats.org/officeDocument/2006/relationships/image" Target="../media/image540.png"/><Relationship Id="rId120" Type="http://schemas.openxmlformats.org/officeDocument/2006/relationships/customXml" Target="../ink/ink864.xml"/><Relationship Id="rId141" Type="http://schemas.openxmlformats.org/officeDocument/2006/relationships/image" Target="../media/image562.png"/><Relationship Id="rId7" Type="http://schemas.openxmlformats.org/officeDocument/2006/relationships/image" Target="../media/image496.png"/><Relationship Id="rId162" Type="http://schemas.openxmlformats.org/officeDocument/2006/relationships/customXml" Target="../ink/ink885.xml"/><Relationship Id="rId183" Type="http://schemas.openxmlformats.org/officeDocument/2006/relationships/image" Target="../media/image583.png"/><Relationship Id="rId218" Type="http://schemas.openxmlformats.org/officeDocument/2006/relationships/customXml" Target="../ink/ink913.xml"/><Relationship Id="rId239" Type="http://schemas.openxmlformats.org/officeDocument/2006/relationships/image" Target="../media/image633.png"/><Relationship Id="rId250" Type="http://schemas.openxmlformats.org/officeDocument/2006/relationships/customXml" Target="../ink/ink929.xml"/><Relationship Id="rId24" Type="http://schemas.openxmlformats.org/officeDocument/2006/relationships/customXml" Target="../ink/ink816.xml"/><Relationship Id="rId45" Type="http://schemas.openxmlformats.org/officeDocument/2006/relationships/image" Target="../media/image607.png"/><Relationship Id="rId66" Type="http://schemas.openxmlformats.org/officeDocument/2006/relationships/customXml" Target="../ink/ink837.xml"/><Relationship Id="rId87" Type="http://schemas.openxmlformats.org/officeDocument/2006/relationships/image" Target="../media/image535.png"/><Relationship Id="rId110" Type="http://schemas.openxmlformats.org/officeDocument/2006/relationships/customXml" Target="../ink/ink859.xml"/><Relationship Id="rId131" Type="http://schemas.openxmlformats.org/officeDocument/2006/relationships/image" Target="../media/image557.png"/><Relationship Id="rId152" Type="http://schemas.openxmlformats.org/officeDocument/2006/relationships/customXml" Target="../ink/ink880.xml"/><Relationship Id="rId173" Type="http://schemas.openxmlformats.org/officeDocument/2006/relationships/image" Target="../media/image578.png"/><Relationship Id="rId194" Type="http://schemas.openxmlformats.org/officeDocument/2006/relationships/customXml" Target="../ink/ink901.xml"/><Relationship Id="rId208" Type="http://schemas.openxmlformats.org/officeDocument/2006/relationships/customXml" Target="../ink/ink908.xml"/><Relationship Id="rId229" Type="http://schemas.openxmlformats.org/officeDocument/2006/relationships/image" Target="../media/image628.png"/><Relationship Id="rId240" Type="http://schemas.openxmlformats.org/officeDocument/2006/relationships/customXml" Target="../ink/ink924.xml"/><Relationship Id="rId14" Type="http://schemas.openxmlformats.org/officeDocument/2006/relationships/customXml" Target="../ink/ink811.xml"/><Relationship Id="rId35" Type="http://schemas.openxmlformats.org/officeDocument/2006/relationships/image" Target="../media/image602.png"/><Relationship Id="rId56" Type="http://schemas.openxmlformats.org/officeDocument/2006/relationships/customXml" Target="../ink/ink832.xml"/><Relationship Id="rId77" Type="http://schemas.openxmlformats.org/officeDocument/2006/relationships/image" Target="../media/image530.png"/><Relationship Id="rId100" Type="http://schemas.openxmlformats.org/officeDocument/2006/relationships/customXml" Target="../ink/ink854.xml"/><Relationship Id="rId8" Type="http://schemas.openxmlformats.org/officeDocument/2006/relationships/customXml" Target="../ink/ink808.xml"/><Relationship Id="rId98" Type="http://schemas.openxmlformats.org/officeDocument/2006/relationships/customXml" Target="../ink/ink853.xml"/><Relationship Id="rId121" Type="http://schemas.openxmlformats.org/officeDocument/2006/relationships/image" Target="../media/image552.png"/><Relationship Id="rId142" Type="http://schemas.openxmlformats.org/officeDocument/2006/relationships/customXml" Target="../ink/ink875.xml"/><Relationship Id="rId163" Type="http://schemas.openxmlformats.org/officeDocument/2006/relationships/image" Target="../media/image573.png"/><Relationship Id="rId184" Type="http://schemas.openxmlformats.org/officeDocument/2006/relationships/customXml" Target="../ink/ink896.xml"/><Relationship Id="rId219" Type="http://schemas.openxmlformats.org/officeDocument/2006/relationships/image" Target="../media/image623.png"/><Relationship Id="rId230" Type="http://schemas.openxmlformats.org/officeDocument/2006/relationships/customXml" Target="../ink/ink919.xml"/><Relationship Id="rId251" Type="http://schemas.openxmlformats.org/officeDocument/2006/relationships/image" Target="../media/image639.png"/><Relationship Id="rId25" Type="http://schemas.openxmlformats.org/officeDocument/2006/relationships/image" Target="../media/image597.png"/><Relationship Id="rId46" Type="http://schemas.openxmlformats.org/officeDocument/2006/relationships/customXml" Target="../ink/ink827.xml"/><Relationship Id="rId67" Type="http://schemas.openxmlformats.org/officeDocument/2006/relationships/image" Target="../media/image525.png"/><Relationship Id="rId88" Type="http://schemas.openxmlformats.org/officeDocument/2006/relationships/customXml" Target="../ink/ink848.xml"/><Relationship Id="rId111" Type="http://schemas.openxmlformats.org/officeDocument/2006/relationships/image" Target="../media/image547.png"/><Relationship Id="rId132" Type="http://schemas.openxmlformats.org/officeDocument/2006/relationships/customXml" Target="../ink/ink870.xml"/><Relationship Id="rId153" Type="http://schemas.openxmlformats.org/officeDocument/2006/relationships/image" Target="../media/image568.png"/><Relationship Id="rId174" Type="http://schemas.openxmlformats.org/officeDocument/2006/relationships/customXml" Target="../ink/ink891.xml"/><Relationship Id="rId195" Type="http://schemas.openxmlformats.org/officeDocument/2006/relationships/image" Target="../media/image589.png"/><Relationship Id="rId209" Type="http://schemas.openxmlformats.org/officeDocument/2006/relationships/image" Target="../media/image618.png"/><Relationship Id="rId220" Type="http://schemas.openxmlformats.org/officeDocument/2006/relationships/customXml" Target="../ink/ink914.xml"/><Relationship Id="rId241" Type="http://schemas.openxmlformats.org/officeDocument/2006/relationships/image" Target="../media/image634.png"/><Relationship Id="rId15" Type="http://schemas.openxmlformats.org/officeDocument/2006/relationships/image" Target="../media/image500.png"/><Relationship Id="rId36" Type="http://schemas.openxmlformats.org/officeDocument/2006/relationships/customXml" Target="../ink/ink822.xml"/><Relationship Id="rId57" Type="http://schemas.openxmlformats.org/officeDocument/2006/relationships/image" Target="../media/image613.png"/><Relationship Id="rId78" Type="http://schemas.openxmlformats.org/officeDocument/2006/relationships/customXml" Target="../ink/ink843.xml"/><Relationship Id="rId99" Type="http://schemas.openxmlformats.org/officeDocument/2006/relationships/image" Target="../media/image541.png"/><Relationship Id="rId101" Type="http://schemas.openxmlformats.org/officeDocument/2006/relationships/image" Target="../media/image542.png"/><Relationship Id="rId122" Type="http://schemas.openxmlformats.org/officeDocument/2006/relationships/customXml" Target="../ink/ink865.xml"/><Relationship Id="rId143" Type="http://schemas.openxmlformats.org/officeDocument/2006/relationships/image" Target="../media/image563.png"/><Relationship Id="rId164" Type="http://schemas.openxmlformats.org/officeDocument/2006/relationships/customXml" Target="../ink/ink886.xml"/><Relationship Id="rId185" Type="http://schemas.openxmlformats.org/officeDocument/2006/relationships/image" Target="../media/image584.png"/><Relationship Id="rId4" Type="http://schemas.openxmlformats.org/officeDocument/2006/relationships/customXml" Target="../ink/ink806.xml"/><Relationship Id="rId9" Type="http://schemas.openxmlformats.org/officeDocument/2006/relationships/image" Target="../media/image497.png"/><Relationship Id="rId180" Type="http://schemas.openxmlformats.org/officeDocument/2006/relationships/customXml" Target="../ink/ink894.xml"/><Relationship Id="rId210" Type="http://schemas.openxmlformats.org/officeDocument/2006/relationships/customXml" Target="../ink/ink909.xml"/><Relationship Id="rId215" Type="http://schemas.openxmlformats.org/officeDocument/2006/relationships/image" Target="../media/image621.png"/><Relationship Id="rId236" Type="http://schemas.openxmlformats.org/officeDocument/2006/relationships/customXml" Target="../ink/ink922.xml"/><Relationship Id="rId26" Type="http://schemas.openxmlformats.org/officeDocument/2006/relationships/customXml" Target="../ink/ink817.xml"/><Relationship Id="rId231" Type="http://schemas.openxmlformats.org/officeDocument/2006/relationships/image" Target="../media/image629.png"/><Relationship Id="rId47" Type="http://schemas.openxmlformats.org/officeDocument/2006/relationships/image" Target="../media/image608.png"/><Relationship Id="rId68" Type="http://schemas.openxmlformats.org/officeDocument/2006/relationships/customXml" Target="../ink/ink838.xml"/><Relationship Id="rId89" Type="http://schemas.openxmlformats.org/officeDocument/2006/relationships/image" Target="../media/image536.png"/><Relationship Id="rId112" Type="http://schemas.openxmlformats.org/officeDocument/2006/relationships/customXml" Target="../ink/ink860.xml"/><Relationship Id="rId133" Type="http://schemas.openxmlformats.org/officeDocument/2006/relationships/image" Target="../media/image558.png"/><Relationship Id="rId154" Type="http://schemas.openxmlformats.org/officeDocument/2006/relationships/customXml" Target="../ink/ink881.xml"/><Relationship Id="rId175" Type="http://schemas.openxmlformats.org/officeDocument/2006/relationships/image" Target="../media/image579.png"/><Relationship Id="rId196" Type="http://schemas.openxmlformats.org/officeDocument/2006/relationships/customXml" Target="../ink/ink902.xml"/><Relationship Id="rId200" Type="http://schemas.openxmlformats.org/officeDocument/2006/relationships/customXml" Target="../ink/ink904.xml"/><Relationship Id="rId16" Type="http://schemas.openxmlformats.org/officeDocument/2006/relationships/customXml" Target="../ink/ink812.xml"/><Relationship Id="rId221" Type="http://schemas.openxmlformats.org/officeDocument/2006/relationships/image" Target="../media/image624.png"/><Relationship Id="rId242" Type="http://schemas.openxmlformats.org/officeDocument/2006/relationships/customXml" Target="../ink/ink925.xml"/><Relationship Id="rId37" Type="http://schemas.openxmlformats.org/officeDocument/2006/relationships/image" Target="../media/image603.png"/><Relationship Id="rId58" Type="http://schemas.openxmlformats.org/officeDocument/2006/relationships/customXml" Target="../ink/ink833.xml"/><Relationship Id="rId79" Type="http://schemas.openxmlformats.org/officeDocument/2006/relationships/image" Target="../media/image531.png"/><Relationship Id="rId102" Type="http://schemas.openxmlformats.org/officeDocument/2006/relationships/customXml" Target="../ink/ink855.xml"/><Relationship Id="rId123" Type="http://schemas.openxmlformats.org/officeDocument/2006/relationships/image" Target="../media/image553.png"/><Relationship Id="rId144" Type="http://schemas.openxmlformats.org/officeDocument/2006/relationships/customXml" Target="../ink/ink876.xml"/><Relationship Id="rId90" Type="http://schemas.openxmlformats.org/officeDocument/2006/relationships/customXml" Target="../ink/ink849.xml"/><Relationship Id="rId165" Type="http://schemas.openxmlformats.org/officeDocument/2006/relationships/image" Target="../media/image574.png"/><Relationship Id="rId186" Type="http://schemas.openxmlformats.org/officeDocument/2006/relationships/customXml" Target="../ink/ink897.xml"/><Relationship Id="rId211" Type="http://schemas.openxmlformats.org/officeDocument/2006/relationships/image" Target="../media/image619.png"/><Relationship Id="rId232" Type="http://schemas.openxmlformats.org/officeDocument/2006/relationships/customXml" Target="../ink/ink920.xml"/><Relationship Id="rId27" Type="http://schemas.openxmlformats.org/officeDocument/2006/relationships/image" Target="../media/image598.png"/><Relationship Id="rId48" Type="http://schemas.openxmlformats.org/officeDocument/2006/relationships/customXml" Target="../ink/ink828.xml"/><Relationship Id="rId69" Type="http://schemas.openxmlformats.org/officeDocument/2006/relationships/image" Target="../media/image526.png"/><Relationship Id="rId113" Type="http://schemas.openxmlformats.org/officeDocument/2006/relationships/image" Target="../media/image548.png"/><Relationship Id="rId134" Type="http://schemas.openxmlformats.org/officeDocument/2006/relationships/customXml" Target="../ink/ink871.xml"/><Relationship Id="rId80" Type="http://schemas.openxmlformats.org/officeDocument/2006/relationships/customXml" Target="../ink/ink844.xml"/><Relationship Id="rId155" Type="http://schemas.openxmlformats.org/officeDocument/2006/relationships/image" Target="../media/image569.png"/><Relationship Id="rId176" Type="http://schemas.openxmlformats.org/officeDocument/2006/relationships/customXml" Target="../ink/ink892.xml"/><Relationship Id="rId197" Type="http://schemas.openxmlformats.org/officeDocument/2006/relationships/image" Target="../media/image590.png"/><Relationship Id="rId201" Type="http://schemas.openxmlformats.org/officeDocument/2006/relationships/image" Target="../media/image592.png"/><Relationship Id="rId222" Type="http://schemas.openxmlformats.org/officeDocument/2006/relationships/customXml" Target="../ink/ink915.xml"/><Relationship Id="rId243" Type="http://schemas.openxmlformats.org/officeDocument/2006/relationships/image" Target="../media/image635.png"/><Relationship Id="rId17" Type="http://schemas.openxmlformats.org/officeDocument/2006/relationships/image" Target="../media/image501.png"/><Relationship Id="rId38" Type="http://schemas.openxmlformats.org/officeDocument/2006/relationships/customXml" Target="../ink/ink823.xml"/><Relationship Id="rId59" Type="http://schemas.openxmlformats.org/officeDocument/2006/relationships/image" Target="../media/image614.png"/><Relationship Id="rId103" Type="http://schemas.openxmlformats.org/officeDocument/2006/relationships/image" Target="../media/image543.png"/><Relationship Id="rId124" Type="http://schemas.openxmlformats.org/officeDocument/2006/relationships/customXml" Target="../ink/ink866.xml"/><Relationship Id="rId70" Type="http://schemas.openxmlformats.org/officeDocument/2006/relationships/customXml" Target="../ink/ink839.xml"/><Relationship Id="rId91" Type="http://schemas.openxmlformats.org/officeDocument/2006/relationships/image" Target="../media/image537.png"/><Relationship Id="rId145" Type="http://schemas.openxmlformats.org/officeDocument/2006/relationships/image" Target="../media/image564.png"/><Relationship Id="rId166" Type="http://schemas.openxmlformats.org/officeDocument/2006/relationships/customXml" Target="../ink/ink887.xml"/><Relationship Id="rId187" Type="http://schemas.openxmlformats.org/officeDocument/2006/relationships/image" Target="../media/image58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10.xml"/><Relationship Id="rId233" Type="http://schemas.openxmlformats.org/officeDocument/2006/relationships/image" Target="../media/image630.png"/><Relationship Id="rId28" Type="http://schemas.openxmlformats.org/officeDocument/2006/relationships/customXml" Target="../ink/ink818.xml"/><Relationship Id="rId49" Type="http://schemas.openxmlformats.org/officeDocument/2006/relationships/image" Target="../media/image609.png"/><Relationship Id="rId114" Type="http://schemas.openxmlformats.org/officeDocument/2006/relationships/customXml" Target="../ink/ink861.xml"/><Relationship Id="rId60" Type="http://schemas.openxmlformats.org/officeDocument/2006/relationships/customXml" Target="../ink/ink834.xml"/><Relationship Id="rId81" Type="http://schemas.openxmlformats.org/officeDocument/2006/relationships/image" Target="../media/image532.png"/><Relationship Id="rId135" Type="http://schemas.openxmlformats.org/officeDocument/2006/relationships/image" Target="../media/image559.png"/><Relationship Id="rId156" Type="http://schemas.openxmlformats.org/officeDocument/2006/relationships/customXml" Target="../ink/ink882.xml"/><Relationship Id="rId177" Type="http://schemas.openxmlformats.org/officeDocument/2006/relationships/image" Target="../media/image580.png"/><Relationship Id="rId198" Type="http://schemas.openxmlformats.org/officeDocument/2006/relationships/customXml" Target="../ink/ink903.xml"/><Relationship Id="rId202" Type="http://schemas.openxmlformats.org/officeDocument/2006/relationships/customXml" Target="../ink/ink905.xml"/><Relationship Id="rId223" Type="http://schemas.openxmlformats.org/officeDocument/2006/relationships/image" Target="../media/image625.png"/><Relationship Id="rId244" Type="http://schemas.openxmlformats.org/officeDocument/2006/relationships/customXml" Target="../ink/ink926.xml"/><Relationship Id="rId18" Type="http://schemas.openxmlformats.org/officeDocument/2006/relationships/customXml" Target="../ink/ink813.xml"/><Relationship Id="rId39" Type="http://schemas.openxmlformats.org/officeDocument/2006/relationships/image" Target="../media/image604.png"/><Relationship Id="rId50" Type="http://schemas.openxmlformats.org/officeDocument/2006/relationships/customXml" Target="../ink/ink829.xml"/><Relationship Id="rId104" Type="http://schemas.openxmlformats.org/officeDocument/2006/relationships/customXml" Target="../ink/ink856.xml"/><Relationship Id="rId125" Type="http://schemas.openxmlformats.org/officeDocument/2006/relationships/image" Target="../media/image554.png"/><Relationship Id="rId146" Type="http://schemas.openxmlformats.org/officeDocument/2006/relationships/customXml" Target="../ink/ink877.xml"/><Relationship Id="rId167" Type="http://schemas.openxmlformats.org/officeDocument/2006/relationships/image" Target="../media/image575.png"/><Relationship Id="rId188" Type="http://schemas.openxmlformats.org/officeDocument/2006/relationships/customXml" Target="../ink/ink898.xml"/><Relationship Id="rId71" Type="http://schemas.openxmlformats.org/officeDocument/2006/relationships/image" Target="../media/image527.png"/><Relationship Id="rId92" Type="http://schemas.openxmlformats.org/officeDocument/2006/relationships/customXml" Target="../ink/ink850.xml"/><Relationship Id="rId213" Type="http://schemas.openxmlformats.org/officeDocument/2006/relationships/image" Target="../media/image620.png"/><Relationship Id="rId234" Type="http://schemas.openxmlformats.org/officeDocument/2006/relationships/customXml" Target="../ink/ink921.xml"/><Relationship Id="rId2" Type="http://schemas.openxmlformats.org/officeDocument/2006/relationships/customXml" Target="../ink/ink805.xml"/><Relationship Id="rId29" Type="http://schemas.openxmlformats.org/officeDocument/2006/relationships/image" Target="../media/image599.png"/><Relationship Id="rId40" Type="http://schemas.openxmlformats.org/officeDocument/2006/relationships/customXml" Target="../ink/ink824.xml"/><Relationship Id="rId115" Type="http://schemas.openxmlformats.org/officeDocument/2006/relationships/image" Target="../media/image549.png"/><Relationship Id="rId136" Type="http://schemas.openxmlformats.org/officeDocument/2006/relationships/customXml" Target="../ink/ink872.xml"/><Relationship Id="rId157" Type="http://schemas.openxmlformats.org/officeDocument/2006/relationships/image" Target="../media/image570.png"/><Relationship Id="rId178" Type="http://schemas.openxmlformats.org/officeDocument/2006/relationships/customXml" Target="../ink/ink893.xml"/><Relationship Id="rId61" Type="http://schemas.openxmlformats.org/officeDocument/2006/relationships/image" Target="../media/image615.png"/><Relationship Id="rId82" Type="http://schemas.openxmlformats.org/officeDocument/2006/relationships/customXml" Target="../ink/ink845.xml"/><Relationship Id="rId199" Type="http://schemas.openxmlformats.org/officeDocument/2006/relationships/image" Target="../media/image591.png"/><Relationship Id="rId203" Type="http://schemas.openxmlformats.org/officeDocument/2006/relationships/image" Target="../media/image593.png"/><Relationship Id="rId19" Type="http://schemas.openxmlformats.org/officeDocument/2006/relationships/image" Target="../media/image502.png"/><Relationship Id="rId224" Type="http://schemas.openxmlformats.org/officeDocument/2006/relationships/customXml" Target="../ink/ink916.xml"/><Relationship Id="rId245" Type="http://schemas.openxmlformats.org/officeDocument/2006/relationships/image" Target="../media/image636.png"/><Relationship Id="rId30" Type="http://schemas.openxmlformats.org/officeDocument/2006/relationships/customXml" Target="../ink/ink819.xml"/><Relationship Id="rId105" Type="http://schemas.openxmlformats.org/officeDocument/2006/relationships/image" Target="../media/image544.png"/><Relationship Id="rId126" Type="http://schemas.openxmlformats.org/officeDocument/2006/relationships/customXml" Target="../ink/ink867.xml"/><Relationship Id="rId147" Type="http://schemas.openxmlformats.org/officeDocument/2006/relationships/image" Target="../media/image565.png"/><Relationship Id="rId168" Type="http://schemas.openxmlformats.org/officeDocument/2006/relationships/customXml" Target="../ink/ink888.xml"/><Relationship Id="rId51" Type="http://schemas.openxmlformats.org/officeDocument/2006/relationships/image" Target="../media/image610.png"/><Relationship Id="rId72" Type="http://schemas.openxmlformats.org/officeDocument/2006/relationships/customXml" Target="../ink/ink840.xml"/><Relationship Id="rId93" Type="http://schemas.openxmlformats.org/officeDocument/2006/relationships/image" Target="../media/image538.png"/><Relationship Id="rId189" Type="http://schemas.openxmlformats.org/officeDocument/2006/relationships/image" Target="../media/image586.png"/><Relationship Id="rId3" Type="http://schemas.openxmlformats.org/officeDocument/2006/relationships/image" Target="../media/image494.png"/><Relationship Id="rId214" Type="http://schemas.openxmlformats.org/officeDocument/2006/relationships/customXml" Target="../ink/ink911.xml"/><Relationship Id="rId235" Type="http://schemas.openxmlformats.org/officeDocument/2006/relationships/image" Target="../media/image631.png"/><Relationship Id="rId116" Type="http://schemas.openxmlformats.org/officeDocument/2006/relationships/customXml" Target="../ink/ink862.xml"/><Relationship Id="rId137" Type="http://schemas.openxmlformats.org/officeDocument/2006/relationships/image" Target="../media/image560.png"/><Relationship Id="rId158" Type="http://schemas.openxmlformats.org/officeDocument/2006/relationships/customXml" Target="../ink/ink883.xml"/><Relationship Id="rId20" Type="http://schemas.openxmlformats.org/officeDocument/2006/relationships/customXml" Target="../ink/ink814.xml"/><Relationship Id="rId41" Type="http://schemas.openxmlformats.org/officeDocument/2006/relationships/image" Target="../media/image605.png"/><Relationship Id="rId62" Type="http://schemas.openxmlformats.org/officeDocument/2006/relationships/customXml" Target="../ink/ink835.xml"/><Relationship Id="rId83" Type="http://schemas.openxmlformats.org/officeDocument/2006/relationships/image" Target="../media/image533.png"/><Relationship Id="rId179" Type="http://schemas.openxmlformats.org/officeDocument/2006/relationships/image" Target="../media/image581.png"/><Relationship Id="rId190" Type="http://schemas.openxmlformats.org/officeDocument/2006/relationships/customXml" Target="../ink/ink899.xml"/><Relationship Id="rId204" Type="http://schemas.openxmlformats.org/officeDocument/2006/relationships/customXml" Target="../ink/ink906.xml"/><Relationship Id="rId225" Type="http://schemas.openxmlformats.org/officeDocument/2006/relationships/image" Target="../media/image626.png"/><Relationship Id="rId246" Type="http://schemas.openxmlformats.org/officeDocument/2006/relationships/customXml" Target="../ink/ink927.xml"/><Relationship Id="rId106" Type="http://schemas.openxmlformats.org/officeDocument/2006/relationships/customXml" Target="../ink/ink857.xml"/><Relationship Id="rId127" Type="http://schemas.openxmlformats.org/officeDocument/2006/relationships/image" Target="../media/image555.png"/><Relationship Id="rId10" Type="http://schemas.openxmlformats.org/officeDocument/2006/relationships/customXml" Target="../ink/ink809.xml"/><Relationship Id="rId31" Type="http://schemas.openxmlformats.org/officeDocument/2006/relationships/image" Target="../media/image600.png"/><Relationship Id="rId52" Type="http://schemas.openxmlformats.org/officeDocument/2006/relationships/customXml" Target="../ink/ink830.xml"/><Relationship Id="rId73" Type="http://schemas.openxmlformats.org/officeDocument/2006/relationships/image" Target="../media/image528.png"/><Relationship Id="rId94" Type="http://schemas.openxmlformats.org/officeDocument/2006/relationships/customXml" Target="../ink/ink851.xml"/><Relationship Id="rId148" Type="http://schemas.openxmlformats.org/officeDocument/2006/relationships/customXml" Target="../ink/ink878.xml"/><Relationship Id="rId169" Type="http://schemas.openxmlformats.org/officeDocument/2006/relationships/image" Target="../media/image576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42.xml"/><Relationship Id="rId21" Type="http://schemas.openxmlformats.org/officeDocument/2006/relationships/image" Target="../media/image503.png"/><Relationship Id="rId42" Type="http://schemas.openxmlformats.org/officeDocument/2006/relationships/customXml" Target="../ink/ink950.xml"/><Relationship Id="rId47" Type="http://schemas.openxmlformats.org/officeDocument/2006/relationships/image" Target="../media/image611.png"/><Relationship Id="rId63" Type="http://schemas.openxmlformats.org/officeDocument/2006/relationships/image" Target="../media/image643.png"/><Relationship Id="rId68" Type="http://schemas.openxmlformats.org/officeDocument/2006/relationships/customXml" Target="../ink/ink963.xml"/><Relationship Id="rId84" Type="http://schemas.openxmlformats.org/officeDocument/2006/relationships/customXml" Target="../ink/ink971.xml"/><Relationship Id="rId89" Type="http://schemas.openxmlformats.org/officeDocument/2006/relationships/image" Target="../media/image656.png"/><Relationship Id="rId16" Type="http://schemas.openxmlformats.org/officeDocument/2006/relationships/customXml" Target="../ink/ink937.xml"/><Relationship Id="rId11" Type="http://schemas.openxmlformats.org/officeDocument/2006/relationships/image" Target="../media/image498.png"/><Relationship Id="rId32" Type="http://schemas.openxmlformats.org/officeDocument/2006/relationships/customXml" Target="../ink/ink945.xml"/><Relationship Id="rId37" Type="http://schemas.openxmlformats.org/officeDocument/2006/relationships/image" Target="../media/image603.png"/><Relationship Id="rId53" Type="http://schemas.openxmlformats.org/officeDocument/2006/relationships/image" Target="../media/image614.png"/><Relationship Id="rId58" Type="http://schemas.openxmlformats.org/officeDocument/2006/relationships/customXml" Target="../ink/ink958.xml"/><Relationship Id="rId74" Type="http://schemas.openxmlformats.org/officeDocument/2006/relationships/customXml" Target="../ink/ink966.xml"/><Relationship Id="rId79" Type="http://schemas.openxmlformats.org/officeDocument/2006/relationships/image" Target="../media/image651.png"/><Relationship Id="rId5" Type="http://schemas.openxmlformats.org/officeDocument/2006/relationships/image" Target="../media/image495.png"/><Relationship Id="rId90" Type="http://schemas.openxmlformats.org/officeDocument/2006/relationships/customXml" Target="../ink/ink974.xml"/><Relationship Id="rId22" Type="http://schemas.openxmlformats.org/officeDocument/2006/relationships/customXml" Target="../ink/ink940.xml"/><Relationship Id="rId27" Type="http://schemas.openxmlformats.org/officeDocument/2006/relationships/image" Target="../media/image598.png"/><Relationship Id="rId43" Type="http://schemas.openxmlformats.org/officeDocument/2006/relationships/image" Target="../media/image606.png"/><Relationship Id="rId48" Type="http://schemas.openxmlformats.org/officeDocument/2006/relationships/customXml" Target="../ink/ink953.xml"/><Relationship Id="rId64" Type="http://schemas.openxmlformats.org/officeDocument/2006/relationships/customXml" Target="../ink/ink961.xml"/><Relationship Id="rId69" Type="http://schemas.openxmlformats.org/officeDocument/2006/relationships/image" Target="../media/image646.png"/><Relationship Id="rId8" Type="http://schemas.openxmlformats.org/officeDocument/2006/relationships/customXml" Target="../ink/ink933.xml"/><Relationship Id="rId51" Type="http://schemas.openxmlformats.org/officeDocument/2006/relationships/image" Target="../media/image613.png"/><Relationship Id="rId72" Type="http://schemas.openxmlformats.org/officeDocument/2006/relationships/customXml" Target="../ink/ink965.xml"/><Relationship Id="rId80" Type="http://schemas.openxmlformats.org/officeDocument/2006/relationships/customXml" Target="../ink/ink969.xml"/><Relationship Id="rId85" Type="http://schemas.openxmlformats.org/officeDocument/2006/relationships/image" Target="../media/image654.png"/><Relationship Id="rId93" Type="http://schemas.openxmlformats.org/officeDocument/2006/relationships/image" Target="../media/image658.png"/><Relationship Id="rId3" Type="http://schemas.openxmlformats.org/officeDocument/2006/relationships/image" Target="../media/image494.png"/><Relationship Id="rId12" Type="http://schemas.openxmlformats.org/officeDocument/2006/relationships/customXml" Target="../ink/ink935.xml"/><Relationship Id="rId17" Type="http://schemas.openxmlformats.org/officeDocument/2006/relationships/image" Target="../media/image501.png"/><Relationship Id="rId25" Type="http://schemas.openxmlformats.org/officeDocument/2006/relationships/image" Target="../media/image597.png"/><Relationship Id="rId33" Type="http://schemas.openxmlformats.org/officeDocument/2006/relationships/image" Target="../media/image601.png"/><Relationship Id="rId38" Type="http://schemas.openxmlformats.org/officeDocument/2006/relationships/customXml" Target="../ink/ink948.xml"/><Relationship Id="rId46" Type="http://schemas.openxmlformats.org/officeDocument/2006/relationships/customXml" Target="../ink/ink952.xml"/><Relationship Id="rId59" Type="http://schemas.openxmlformats.org/officeDocument/2006/relationships/image" Target="../media/image641.png"/><Relationship Id="rId67" Type="http://schemas.openxmlformats.org/officeDocument/2006/relationships/image" Target="../media/image645.png"/><Relationship Id="rId20" Type="http://schemas.openxmlformats.org/officeDocument/2006/relationships/customXml" Target="../ink/ink939.xml"/><Relationship Id="rId41" Type="http://schemas.openxmlformats.org/officeDocument/2006/relationships/image" Target="../media/image605.png"/><Relationship Id="rId54" Type="http://schemas.openxmlformats.org/officeDocument/2006/relationships/customXml" Target="../ink/ink956.xml"/><Relationship Id="rId62" Type="http://schemas.openxmlformats.org/officeDocument/2006/relationships/customXml" Target="../ink/ink960.xml"/><Relationship Id="rId70" Type="http://schemas.openxmlformats.org/officeDocument/2006/relationships/customXml" Target="../ink/ink964.xml"/><Relationship Id="rId75" Type="http://schemas.openxmlformats.org/officeDocument/2006/relationships/image" Target="../media/image649.png"/><Relationship Id="rId83" Type="http://schemas.openxmlformats.org/officeDocument/2006/relationships/image" Target="../media/image653.png"/><Relationship Id="rId88" Type="http://schemas.openxmlformats.org/officeDocument/2006/relationships/customXml" Target="../ink/ink973.xml"/><Relationship Id="rId91" Type="http://schemas.openxmlformats.org/officeDocument/2006/relationships/image" Target="../media/image65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32.xml"/><Relationship Id="rId15" Type="http://schemas.openxmlformats.org/officeDocument/2006/relationships/image" Target="../media/image500.png"/><Relationship Id="rId23" Type="http://schemas.openxmlformats.org/officeDocument/2006/relationships/image" Target="../media/image504.png"/><Relationship Id="rId28" Type="http://schemas.openxmlformats.org/officeDocument/2006/relationships/customXml" Target="../ink/ink943.xml"/><Relationship Id="rId36" Type="http://schemas.openxmlformats.org/officeDocument/2006/relationships/customXml" Target="../ink/ink947.xml"/><Relationship Id="rId49" Type="http://schemas.openxmlformats.org/officeDocument/2006/relationships/image" Target="../media/image612.png"/><Relationship Id="rId57" Type="http://schemas.openxmlformats.org/officeDocument/2006/relationships/image" Target="../media/image640.png"/><Relationship Id="rId10" Type="http://schemas.openxmlformats.org/officeDocument/2006/relationships/customXml" Target="../ink/ink934.xml"/><Relationship Id="rId31" Type="http://schemas.openxmlformats.org/officeDocument/2006/relationships/image" Target="../media/image600.png"/><Relationship Id="rId44" Type="http://schemas.openxmlformats.org/officeDocument/2006/relationships/customXml" Target="../ink/ink951.xml"/><Relationship Id="rId52" Type="http://schemas.openxmlformats.org/officeDocument/2006/relationships/customXml" Target="../ink/ink955.xml"/><Relationship Id="rId60" Type="http://schemas.openxmlformats.org/officeDocument/2006/relationships/customXml" Target="../ink/ink959.xml"/><Relationship Id="rId65" Type="http://schemas.openxmlformats.org/officeDocument/2006/relationships/image" Target="../media/image644.png"/><Relationship Id="rId73" Type="http://schemas.openxmlformats.org/officeDocument/2006/relationships/image" Target="../media/image648.png"/><Relationship Id="rId78" Type="http://schemas.openxmlformats.org/officeDocument/2006/relationships/customXml" Target="../ink/ink968.xml"/><Relationship Id="rId81" Type="http://schemas.openxmlformats.org/officeDocument/2006/relationships/image" Target="../media/image652.png"/><Relationship Id="rId86" Type="http://schemas.openxmlformats.org/officeDocument/2006/relationships/customXml" Target="../ink/ink972.xml"/><Relationship Id="rId4" Type="http://schemas.openxmlformats.org/officeDocument/2006/relationships/customXml" Target="../ink/ink931.xml"/><Relationship Id="rId9" Type="http://schemas.openxmlformats.org/officeDocument/2006/relationships/image" Target="../media/image497.png"/><Relationship Id="rId13" Type="http://schemas.openxmlformats.org/officeDocument/2006/relationships/image" Target="../media/image499.png"/><Relationship Id="rId18" Type="http://schemas.openxmlformats.org/officeDocument/2006/relationships/customXml" Target="../ink/ink938.xml"/><Relationship Id="rId39" Type="http://schemas.openxmlformats.org/officeDocument/2006/relationships/image" Target="../media/image604.png"/><Relationship Id="rId34" Type="http://schemas.openxmlformats.org/officeDocument/2006/relationships/customXml" Target="../ink/ink946.xml"/><Relationship Id="rId50" Type="http://schemas.openxmlformats.org/officeDocument/2006/relationships/customXml" Target="../ink/ink954.xml"/><Relationship Id="rId55" Type="http://schemas.openxmlformats.org/officeDocument/2006/relationships/image" Target="../media/image615.png"/><Relationship Id="rId76" Type="http://schemas.openxmlformats.org/officeDocument/2006/relationships/customXml" Target="../ink/ink967.xml"/><Relationship Id="rId7" Type="http://schemas.openxmlformats.org/officeDocument/2006/relationships/image" Target="../media/image496.png"/><Relationship Id="rId71" Type="http://schemas.openxmlformats.org/officeDocument/2006/relationships/image" Target="../media/image647.png"/><Relationship Id="rId92" Type="http://schemas.openxmlformats.org/officeDocument/2006/relationships/customXml" Target="../ink/ink975.xml"/><Relationship Id="rId2" Type="http://schemas.openxmlformats.org/officeDocument/2006/relationships/customXml" Target="../ink/ink930.xml"/><Relationship Id="rId29" Type="http://schemas.openxmlformats.org/officeDocument/2006/relationships/image" Target="../media/image599.png"/><Relationship Id="rId24" Type="http://schemas.openxmlformats.org/officeDocument/2006/relationships/customXml" Target="../ink/ink941.xml"/><Relationship Id="rId40" Type="http://schemas.openxmlformats.org/officeDocument/2006/relationships/customXml" Target="../ink/ink949.xml"/><Relationship Id="rId45" Type="http://schemas.openxmlformats.org/officeDocument/2006/relationships/image" Target="../media/image610.png"/><Relationship Id="rId66" Type="http://schemas.openxmlformats.org/officeDocument/2006/relationships/customXml" Target="../ink/ink962.xml"/><Relationship Id="rId87" Type="http://schemas.openxmlformats.org/officeDocument/2006/relationships/image" Target="../media/image655.png"/><Relationship Id="rId61" Type="http://schemas.openxmlformats.org/officeDocument/2006/relationships/image" Target="../media/image642.png"/><Relationship Id="rId82" Type="http://schemas.openxmlformats.org/officeDocument/2006/relationships/customXml" Target="../ink/ink970.xml"/><Relationship Id="rId19" Type="http://schemas.openxmlformats.org/officeDocument/2006/relationships/image" Target="../media/image502.png"/><Relationship Id="rId14" Type="http://schemas.openxmlformats.org/officeDocument/2006/relationships/customXml" Target="../ink/ink936.xml"/><Relationship Id="rId30" Type="http://schemas.openxmlformats.org/officeDocument/2006/relationships/customXml" Target="../ink/ink944.xml"/><Relationship Id="rId35" Type="http://schemas.openxmlformats.org/officeDocument/2006/relationships/image" Target="../media/image602.png"/><Relationship Id="rId56" Type="http://schemas.openxmlformats.org/officeDocument/2006/relationships/customXml" Target="../ink/ink957.xml"/><Relationship Id="rId77" Type="http://schemas.openxmlformats.org/officeDocument/2006/relationships/image" Target="../media/image650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3.png"/><Relationship Id="rId299" Type="http://schemas.openxmlformats.org/officeDocument/2006/relationships/image" Target="../media/image764.png"/><Relationship Id="rId21" Type="http://schemas.openxmlformats.org/officeDocument/2006/relationships/image" Target="../media/image503.png"/><Relationship Id="rId63" Type="http://schemas.openxmlformats.org/officeDocument/2006/relationships/image" Target="../media/image643.png"/><Relationship Id="rId159" Type="http://schemas.openxmlformats.org/officeDocument/2006/relationships/image" Target="../media/image694.png"/><Relationship Id="rId170" Type="http://schemas.openxmlformats.org/officeDocument/2006/relationships/customXml" Target="../ink/ink1060.xml"/><Relationship Id="rId226" Type="http://schemas.openxmlformats.org/officeDocument/2006/relationships/customXml" Target="../ink/ink1088.xml"/><Relationship Id="rId268" Type="http://schemas.openxmlformats.org/officeDocument/2006/relationships/customXml" Target="../ink/ink1109.xml"/><Relationship Id="rId32" Type="http://schemas.openxmlformats.org/officeDocument/2006/relationships/customXml" Target="../ink/ink991.xml"/><Relationship Id="rId74" Type="http://schemas.openxmlformats.org/officeDocument/2006/relationships/customXml" Target="../ink/ink1012.xml"/><Relationship Id="rId128" Type="http://schemas.openxmlformats.org/officeDocument/2006/relationships/customXml" Target="../ink/ink1039.xml"/><Relationship Id="rId5" Type="http://schemas.openxmlformats.org/officeDocument/2006/relationships/image" Target="../media/image495.png"/><Relationship Id="rId181" Type="http://schemas.openxmlformats.org/officeDocument/2006/relationships/image" Target="../media/image705.png"/><Relationship Id="rId237" Type="http://schemas.openxmlformats.org/officeDocument/2006/relationships/image" Target="../media/image733.png"/><Relationship Id="rId279" Type="http://schemas.openxmlformats.org/officeDocument/2006/relationships/image" Target="../media/image754.png"/><Relationship Id="rId43" Type="http://schemas.openxmlformats.org/officeDocument/2006/relationships/image" Target="../media/image606.png"/><Relationship Id="rId139" Type="http://schemas.openxmlformats.org/officeDocument/2006/relationships/image" Target="../media/image684.png"/><Relationship Id="rId290" Type="http://schemas.openxmlformats.org/officeDocument/2006/relationships/customXml" Target="../ink/ink1120.xml"/><Relationship Id="rId304" Type="http://schemas.openxmlformats.org/officeDocument/2006/relationships/customXml" Target="../ink/ink1127.xml"/><Relationship Id="rId85" Type="http://schemas.openxmlformats.org/officeDocument/2006/relationships/image" Target="../media/image654.png"/><Relationship Id="rId150" Type="http://schemas.openxmlformats.org/officeDocument/2006/relationships/customXml" Target="../ink/ink1050.xml"/><Relationship Id="rId192" Type="http://schemas.openxmlformats.org/officeDocument/2006/relationships/customXml" Target="../ink/ink1071.xml"/><Relationship Id="rId206" Type="http://schemas.openxmlformats.org/officeDocument/2006/relationships/customXml" Target="../ink/ink1078.xml"/><Relationship Id="rId248" Type="http://schemas.openxmlformats.org/officeDocument/2006/relationships/customXml" Target="../ink/ink1099.xml"/><Relationship Id="rId12" Type="http://schemas.openxmlformats.org/officeDocument/2006/relationships/customXml" Target="../ink/ink981.xml"/><Relationship Id="rId108" Type="http://schemas.openxmlformats.org/officeDocument/2006/relationships/customXml" Target="../ink/ink1029.xml"/><Relationship Id="rId54" Type="http://schemas.openxmlformats.org/officeDocument/2006/relationships/customXml" Target="../ink/ink1002.xml"/><Relationship Id="rId96" Type="http://schemas.openxmlformats.org/officeDocument/2006/relationships/customXml" Target="../ink/ink1023.xml"/><Relationship Id="rId161" Type="http://schemas.openxmlformats.org/officeDocument/2006/relationships/image" Target="../media/image695.png"/><Relationship Id="rId217" Type="http://schemas.openxmlformats.org/officeDocument/2006/relationships/image" Target="../media/image723.png"/><Relationship Id="rId259" Type="http://schemas.openxmlformats.org/officeDocument/2006/relationships/image" Target="../media/image744.png"/><Relationship Id="rId23" Type="http://schemas.openxmlformats.org/officeDocument/2006/relationships/image" Target="../media/image504.png"/><Relationship Id="rId119" Type="http://schemas.openxmlformats.org/officeDocument/2006/relationships/image" Target="../media/image674.png"/><Relationship Id="rId270" Type="http://schemas.openxmlformats.org/officeDocument/2006/relationships/customXml" Target="../ink/ink1110.xml"/><Relationship Id="rId291" Type="http://schemas.openxmlformats.org/officeDocument/2006/relationships/image" Target="../media/image760.png"/><Relationship Id="rId305" Type="http://schemas.openxmlformats.org/officeDocument/2006/relationships/image" Target="../media/image767.png"/><Relationship Id="rId44" Type="http://schemas.openxmlformats.org/officeDocument/2006/relationships/customXml" Target="../ink/ink997.xml"/><Relationship Id="rId65" Type="http://schemas.openxmlformats.org/officeDocument/2006/relationships/image" Target="../media/image644.png"/><Relationship Id="rId86" Type="http://schemas.openxmlformats.org/officeDocument/2006/relationships/customXml" Target="../ink/ink1018.xml"/><Relationship Id="rId130" Type="http://schemas.openxmlformats.org/officeDocument/2006/relationships/customXml" Target="../ink/ink1040.xml"/><Relationship Id="rId151" Type="http://schemas.openxmlformats.org/officeDocument/2006/relationships/image" Target="../media/image690.png"/><Relationship Id="rId172" Type="http://schemas.openxmlformats.org/officeDocument/2006/relationships/customXml" Target="../ink/ink1061.xml"/><Relationship Id="rId193" Type="http://schemas.openxmlformats.org/officeDocument/2006/relationships/image" Target="../media/image711.png"/><Relationship Id="rId207" Type="http://schemas.openxmlformats.org/officeDocument/2006/relationships/image" Target="../media/image718.png"/><Relationship Id="rId228" Type="http://schemas.openxmlformats.org/officeDocument/2006/relationships/customXml" Target="../ink/ink1089.xml"/><Relationship Id="rId249" Type="http://schemas.openxmlformats.org/officeDocument/2006/relationships/image" Target="../media/image739.png"/><Relationship Id="rId13" Type="http://schemas.openxmlformats.org/officeDocument/2006/relationships/image" Target="../media/image499.png"/><Relationship Id="rId109" Type="http://schemas.openxmlformats.org/officeDocument/2006/relationships/image" Target="../media/image669.png"/><Relationship Id="rId260" Type="http://schemas.openxmlformats.org/officeDocument/2006/relationships/customXml" Target="../ink/ink1105.xml"/><Relationship Id="rId281" Type="http://schemas.openxmlformats.org/officeDocument/2006/relationships/image" Target="../media/image755.png"/><Relationship Id="rId34" Type="http://schemas.openxmlformats.org/officeDocument/2006/relationships/customXml" Target="../ink/ink992.xml"/><Relationship Id="rId55" Type="http://schemas.openxmlformats.org/officeDocument/2006/relationships/image" Target="../media/image615.png"/><Relationship Id="rId76" Type="http://schemas.openxmlformats.org/officeDocument/2006/relationships/customXml" Target="../ink/ink1013.xml"/><Relationship Id="rId97" Type="http://schemas.openxmlformats.org/officeDocument/2006/relationships/image" Target="../media/image663.png"/><Relationship Id="rId120" Type="http://schemas.openxmlformats.org/officeDocument/2006/relationships/customXml" Target="../ink/ink1035.xml"/><Relationship Id="rId141" Type="http://schemas.openxmlformats.org/officeDocument/2006/relationships/image" Target="../media/image685.png"/><Relationship Id="rId7" Type="http://schemas.openxmlformats.org/officeDocument/2006/relationships/image" Target="../media/image496.png"/><Relationship Id="rId162" Type="http://schemas.openxmlformats.org/officeDocument/2006/relationships/customXml" Target="../ink/ink1056.xml"/><Relationship Id="rId183" Type="http://schemas.openxmlformats.org/officeDocument/2006/relationships/image" Target="../media/image706.png"/><Relationship Id="rId218" Type="http://schemas.openxmlformats.org/officeDocument/2006/relationships/customXml" Target="../ink/ink1084.xml"/><Relationship Id="rId239" Type="http://schemas.openxmlformats.org/officeDocument/2006/relationships/image" Target="../media/image734.png"/><Relationship Id="rId250" Type="http://schemas.openxmlformats.org/officeDocument/2006/relationships/customXml" Target="../ink/ink1100.xml"/><Relationship Id="rId271" Type="http://schemas.openxmlformats.org/officeDocument/2006/relationships/image" Target="../media/image750.png"/><Relationship Id="rId292" Type="http://schemas.openxmlformats.org/officeDocument/2006/relationships/customXml" Target="../ink/ink1121.xml"/><Relationship Id="rId306" Type="http://schemas.openxmlformats.org/officeDocument/2006/relationships/customXml" Target="../ink/ink1128.xml"/><Relationship Id="rId24" Type="http://schemas.openxmlformats.org/officeDocument/2006/relationships/customXml" Target="../ink/ink987.xml"/><Relationship Id="rId45" Type="http://schemas.openxmlformats.org/officeDocument/2006/relationships/image" Target="../media/image610.png"/><Relationship Id="rId66" Type="http://schemas.openxmlformats.org/officeDocument/2006/relationships/customXml" Target="../ink/ink1008.xml"/><Relationship Id="rId87" Type="http://schemas.openxmlformats.org/officeDocument/2006/relationships/image" Target="../media/image655.png"/><Relationship Id="rId110" Type="http://schemas.openxmlformats.org/officeDocument/2006/relationships/customXml" Target="../ink/ink1030.xml"/><Relationship Id="rId131" Type="http://schemas.openxmlformats.org/officeDocument/2006/relationships/image" Target="../media/image680.png"/><Relationship Id="rId152" Type="http://schemas.openxmlformats.org/officeDocument/2006/relationships/customXml" Target="../ink/ink1051.xml"/><Relationship Id="rId173" Type="http://schemas.openxmlformats.org/officeDocument/2006/relationships/image" Target="../media/image701.png"/><Relationship Id="rId194" Type="http://schemas.openxmlformats.org/officeDocument/2006/relationships/customXml" Target="../ink/ink1072.xml"/><Relationship Id="rId208" Type="http://schemas.openxmlformats.org/officeDocument/2006/relationships/customXml" Target="../ink/ink1079.xml"/><Relationship Id="rId229" Type="http://schemas.openxmlformats.org/officeDocument/2006/relationships/image" Target="../media/image729.png"/><Relationship Id="rId240" Type="http://schemas.openxmlformats.org/officeDocument/2006/relationships/customXml" Target="../ink/ink1095.xml"/><Relationship Id="rId261" Type="http://schemas.openxmlformats.org/officeDocument/2006/relationships/image" Target="../media/image745.png"/><Relationship Id="rId14" Type="http://schemas.openxmlformats.org/officeDocument/2006/relationships/customXml" Target="../ink/ink982.xml"/><Relationship Id="rId35" Type="http://schemas.openxmlformats.org/officeDocument/2006/relationships/image" Target="../media/image602.png"/><Relationship Id="rId56" Type="http://schemas.openxmlformats.org/officeDocument/2006/relationships/customXml" Target="../ink/ink1003.xml"/><Relationship Id="rId77" Type="http://schemas.openxmlformats.org/officeDocument/2006/relationships/image" Target="../media/image650.png"/><Relationship Id="rId100" Type="http://schemas.openxmlformats.org/officeDocument/2006/relationships/customXml" Target="../ink/ink1025.xml"/><Relationship Id="rId282" Type="http://schemas.openxmlformats.org/officeDocument/2006/relationships/customXml" Target="../ink/ink1116.xml"/><Relationship Id="rId8" Type="http://schemas.openxmlformats.org/officeDocument/2006/relationships/customXml" Target="../ink/ink979.xml"/><Relationship Id="rId98" Type="http://schemas.openxmlformats.org/officeDocument/2006/relationships/customXml" Target="../ink/ink1024.xml"/><Relationship Id="rId121" Type="http://schemas.openxmlformats.org/officeDocument/2006/relationships/image" Target="../media/image675.png"/><Relationship Id="rId142" Type="http://schemas.openxmlformats.org/officeDocument/2006/relationships/customXml" Target="../ink/ink1046.xml"/><Relationship Id="rId163" Type="http://schemas.openxmlformats.org/officeDocument/2006/relationships/image" Target="../media/image696.png"/><Relationship Id="rId184" Type="http://schemas.openxmlformats.org/officeDocument/2006/relationships/customXml" Target="../ink/ink1067.xml"/><Relationship Id="rId219" Type="http://schemas.openxmlformats.org/officeDocument/2006/relationships/image" Target="../media/image724.png"/><Relationship Id="rId230" Type="http://schemas.openxmlformats.org/officeDocument/2006/relationships/customXml" Target="../ink/ink1090.xml"/><Relationship Id="rId251" Type="http://schemas.openxmlformats.org/officeDocument/2006/relationships/image" Target="../media/image740.png"/><Relationship Id="rId25" Type="http://schemas.openxmlformats.org/officeDocument/2006/relationships/image" Target="../media/image597.png"/><Relationship Id="rId46" Type="http://schemas.openxmlformats.org/officeDocument/2006/relationships/customXml" Target="../ink/ink998.xml"/><Relationship Id="rId67" Type="http://schemas.openxmlformats.org/officeDocument/2006/relationships/image" Target="../media/image645.png"/><Relationship Id="rId272" Type="http://schemas.openxmlformats.org/officeDocument/2006/relationships/customXml" Target="../ink/ink1111.xml"/><Relationship Id="rId293" Type="http://schemas.openxmlformats.org/officeDocument/2006/relationships/image" Target="../media/image761.png"/><Relationship Id="rId307" Type="http://schemas.openxmlformats.org/officeDocument/2006/relationships/image" Target="../media/image768.png"/><Relationship Id="rId88" Type="http://schemas.openxmlformats.org/officeDocument/2006/relationships/customXml" Target="../ink/ink1019.xml"/><Relationship Id="rId111" Type="http://schemas.openxmlformats.org/officeDocument/2006/relationships/image" Target="../media/image670.png"/><Relationship Id="rId132" Type="http://schemas.openxmlformats.org/officeDocument/2006/relationships/customXml" Target="../ink/ink1041.xml"/><Relationship Id="rId153" Type="http://schemas.openxmlformats.org/officeDocument/2006/relationships/image" Target="../media/image691.png"/><Relationship Id="rId174" Type="http://schemas.openxmlformats.org/officeDocument/2006/relationships/customXml" Target="../ink/ink1062.xml"/><Relationship Id="rId195" Type="http://schemas.openxmlformats.org/officeDocument/2006/relationships/image" Target="../media/image712.png"/><Relationship Id="rId209" Type="http://schemas.openxmlformats.org/officeDocument/2006/relationships/image" Target="../media/image719.png"/><Relationship Id="rId220" Type="http://schemas.openxmlformats.org/officeDocument/2006/relationships/customXml" Target="../ink/ink1085.xml"/><Relationship Id="rId241" Type="http://schemas.openxmlformats.org/officeDocument/2006/relationships/image" Target="../media/image735.png"/><Relationship Id="rId15" Type="http://schemas.openxmlformats.org/officeDocument/2006/relationships/image" Target="../media/image500.png"/><Relationship Id="rId36" Type="http://schemas.openxmlformats.org/officeDocument/2006/relationships/customXml" Target="../ink/ink993.xml"/><Relationship Id="rId57" Type="http://schemas.openxmlformats.org/officeDocument/2006/relationships/image" Target="../media/image640.png"/><Relationship Id="rId262" Type="http://schemas.openxmlformats.org/officeDocument/2006/relationships/customXml" Target="../ink/ink1106.xml"/><Relationship Id="rId283" Type="http://schemas.openxmlformats.org/officeDocument/2006/relationships/image" Target="../media/image756.png"/><Relationship Id="rId78" Type="http://schemas.openxmlformats.org/officeDocument/2006/relationships/customXml" Target="../ink/ink1014.xml"/><Relationship Id="rId99" Type="http://schemas.openxmlformats.org/officeDocument/2006/relationships/image" Target="../media/image664.png"/><Relationship Id="rId101" Type="http://schemas.openxmlformats.org/officeDocument/2006/relationships/image" Target="../media/image665.png"/><Relationship Id="rId122" Type="http://schemas.openxmlformats.org/officeDocument/2006/relationships/customXml" Target="../ink/ink1036.xml"/><Relationship Id="rId143" Type="http://schemas.openxmlformats.org/officeDocument/2006/relationships/image" Target="../media/image686.png"/><Relationship Id="rId164" Type="http://schemas.openxmlformats.org/officeDocument/2006/relationships/customXml" Target="../ink/ink1057.xml"/><Relationship Id="rId185" Type="http://schemas.openxmlformats.org/officeDocument/2006/relationships/image" Target="../media/image707.png"/><Relationship Id="rId9" Type="http://schemas.openxmlformats.org/officeDocument/2006/relationships/image" Target="../media/image497.png"/><Relationship Id="rId210" Type="http://schemas.openxmlformats.org/officeDocument/2006/relationships/customXml" Target="../ink/ink1080.xml"/><Relationship Id="rId26" Type="http://schemas.openxmlformats.org/officeDocument/2006/relationships/customXml" Target="../ink/ink988.xml"/><Relationship Id="rId231" Type="http://schemas.openxmlformats.org/officeDocument/2006/relationships/image" Target="../media/image730.png"/><Relationship Id="rId252" Type="http://schemas.openxmlformats.org/officeDocument/2006/relationships/customXml" Target="../ink/ink1101.xml"/><Relationship Id="rId273" Type="http://schemas.openxmlformats.org/officeDocument/2006/relationships/image" Target="../media/image751.png"/><Relationship Id="rId294" Type="http://schemas.openxmlformats.org/officeDocument/2006/relationships/customXml" Target="../ink/ink1122.xml"/><Relationship Id="rId47" Type="http://schemas.openxmlformats.org/officeDocument/2006/relationships/image" Target="../media/image611.png"/><Relationship Id="rId68" Type="http://schemas.openxmlformats.org/officeDocument/2006/relationships/customXml" Target="../ink/ink1009.xml"/><Relationship Id="rId89" Type="http://schemas.openxmlformats.org/officeDocument/2006/relationships/image" Target="../media/image659.png"/><Relationship Id="rId112" Type="http://schemas.openxmlformats.org/officeDocument/2006/relationships/customXml" Target="../ink/ink1031.xml"/><Relationship Id="rId133" Type="http://schemas.openxmlformats.org/officeDocument/2006/relationships/image" Target="../media/image681.png"/><Relationship Id="rId154" Type="http://schemas.openxmlformats.org/officeDocument/2006/relationships/customXml" Target="../ink/ink1052.xml"/><Relationship Id="rId175" Type="http://schemas.openxmlformats.org/officeDocument/2006/relationships/image" Target="../media/image702.png"/><Relationship Id="rId196" Type="http://schemas.openxmlformats.org/officeDocument/2006/relationships/customXml" Target="../ink/ink1073.xml"/><Relationship Id="rId200" Type="http://schemas.openxmlformats.org/officeDocument/2006/relationships/customXml" Target="../ink/ink1075.xml"/><Relationship Id="rId16" Type="http://schemas.openxmlformats.org/officeDocument/2006/relationships/customXml" Target="../ink/ink983.xml"/><Relationship Id="rId221" Type="http://schemas.openxmlformats.org/officeDocument/2006/relationships/image" Target="../media/image725.png"/><Relationship Id="rId242" Type="http://schemas.openxmlformats.org/officeDocument/2006/relationships/customXml" Target="../ink/ink1096.xml"/><Relationship Id="rId263" Type="http://schemas.openxmlformats.org/officeDocument/2006/relationships/image" Target="../media/image746.png"/><Relationship Id="rId284" Type="http://schemas.openxmlformats.org/officeDocument/2006/relationships/customXml" Target="../ink/ink1117.xml"/><Relationship Id="rId37" Type="http://schemas.openxmlformats.org/officeDocument/2006/relationships/image" Target="../media/image603.png"/><Relationship Id="rId58" Type="http://schemas.openxmlformats.org/officeDocument/2006/relationships/customXml" Target="../ink/ink1004.xml"/><Relationship Id="rId79" Type="http://schemas.openxmlformats.org/officeDocument/2006/relationships/image" Target="../media/image651.png"/><Relationship Id="rId102" Type="http://schemas.openxmlformats.org/officeDocument/2006/relationships/customXml" Target="../ink/ink1026.xml"/><Relationship Id="rId123" Type="http://schemas.openxmlformats.org/officeDocument/2006/relationships/image" Target="../media/image676.png"/><Relationship Id="rId144" Type="http://schemas.openxmlformats.org/officeDocument/2006/relationships/customXml" Target="../ink/ink1047.xml"/><Relationship Id="rId90" Type="http://schemas.openxmlformats.org/officeDocument/2006/relationships/customXml" Target="../ink/ink1020.xml"/><Relationship Id="rId165" Type="http://schemas.openxmlformats.org/officeDocument/2006/relationships/image" Target="../media/image697.png"/><Relationship Id="rId186" Type="http://schemas.openxmlformats.org/officeDocument/2006/relationships/customXml" Target="../ink/ink1068.xml"/><Relationship Id="rId211" Type="http://schemas.openxmlformats.org/officeDocument/2006/relationships/image" Target="../media/image720.png"/><Relationship Id="rId232" Type="http://schemas.openxmlformats.org/officeDocument/2006/relationships/customXml" Target="../ink/ink1091.xml"/><Relationship Id="rId253" Type="http://schemas.openxmlformats.org/officeDocument/2006/relationships/image" Target="../media/image741.png"/><Relationship Id="rId274" Type="http://schemas.openxmlformats.org/officeDocument/2006/relationships/customXml" Target="../ink/ink1112.xml"/><Relationship Id="rId295" Type="http://schemas.openxmlformats.org/officeDocument/2006/relationships/image" Target="../media/image762.png"/><Relationship Id="rId27" Type="http://schemas.openxmlformats.org/officeDocument/2006/relationships/image" Target="../media/image598.png"/><Relationship Id="rId48" Type="http://schemas.openxmlformats.org/officeDocument/2006/relationships/customXml" Target="../ink/ink999.xml"/><Relationship Id="rId69" Type="http://schemas.openxmlformats.org/officeDocument/2006/relationships/image" Target="../media/image646.png"/><Relationship Id="rId113" Type="http://schemas.openxmlformats.org/officeDocument/2006/relationships/image" Target="../media/image671.png"/><Relationship Id="rId134" Type="http://schemas.openxmlformats.org/officeDocument/2006/relationships/customXml" Target="../ink/ink1042.xml"/><Relationship Id="rId80" Type="http://schemas.openxmlformats.org/officeDocument/2006/relationships/customXml" Target="../ink/ink1015.xml"/><Relationship Id="rId155" Type="http://schemas.openxmlformats.org/officeDocument/2006/relationships/image" Target="../media/image692.png"/><Relationship Id="rId176" Type="http://schemas.openxmlformats.org/officeDocument/2006/relationships/customXml" Target="../ink/ink1063.xml"/><Relationship Id="rId197" Type="http://schemas.openxmlformats.org/officeDocument/2006/relationships/image" Target="../media/image713.png"/><Relationship Id="rId201" Type="http://schemas.openxmlformats.org/officeDocument/2006/relationships/image" Target="../media/image715.png"/><Relationship Id="rId222" Type="http://schemas.openxmlformats.org/officeDocument/2006/relationships/customXml" Target="../ink/ink1086.xml"/><Relationship Id="rId243" Type="http://schemas.openxmlformats.org/officeDocument/2006/relationships/image" Target="../media/image736.png"/><Relationship Id="rId264" Type="http://schemas.openxmlformats.org/officeDocument/2006/relationships/customXml" Target="../ink/ink1107.xml"/><Relationship Id="rId285" Type="http://schemas.openxmlformats.org/officeDocument/2006/relationships/image" Target="../media/image757.png"/><Relationship Id="rId17" Type="http://schemas.openxmlformats.org/officeDocument/2006/relationships/image" Target="../media/image501.png"/><Relationship Id="rId38" Type="http://schemas.openxmlformats.org/officeDocument/2006/relationships/customXml" Target="../ink/ink994.xml"/><Relationship Id="rId59" Type="http://schemas.openxmlformats.org/officeDocument/2006/relationships/image" Target="../media/image641.png"/><Relationship Id="rId103" Type="http://schemas.openxmlformats.org/officeDocument/2006/relationships/image" Target="../media/image666.png"/><Relationship Id="rId124" Type="http://schemas.openxmlformats.org/officeDocument/2006/relationships/customXml" Target="../ink/ink1037.xml"/><Relationship Id="rId70" Type="http://schemas.openxmlformats.org/officeDocument/2006/relationships/customXml" Target="../ink/ink1010.xml"/><Relationship Id="rId91" Type="http://schemas.openxmlformats.org/officeDocument/2006/relationships/image" Target="../media/image660.png"/><Relationship Id="rId145" Type="http://schemas.openxmlformats.org/officeDocument/2006/relationships/image" Target="../media/image687.png"/><Relationship Id="rId166" Type="http://schemas.openxmlformats.org/officeDocument/2006/relationships/customXml" Target="../ink/ink1058.xml"/><Relationship Id="rId187" Type="http://schemas.openxmlformats.org/officeDocument/2006/relationships/image" Target="../media/image70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81.xml"/><Relationship Id="rId233" Type="http://schemas.openxmlformats.org/officeDocument/2006/relationships/image" Target="../media/image731.png"/><Relationship Id="rId254" Type="http://schemas.openxmlformats.org/officeDocument/2006/relationships/customXml" Target="../ink/ink1102.xml"/><Relationship Id="rId28" Type="http://schemas.openxmlformats.org/officeDocument/2006/relationships/customXml" Target="../ink/ink989.xml"/><Relationship Id="rId49" Type="http://schemas.openxmlformats.org/officeDocument/2006/relationships/image" Target="../media/image612.png"/><Relationship Id="rId114" Type="http://schemas.openxmlformats.org/officeDocument/2006/relationships/customXml" Target="../ink/ink1032.xml"/><Relationship Id="rId275" Type="http://schemas.openxmlformats.org/officeDocument/2006/relationships/image" Target="../media/image752.png"/><Relationship Id="rId296" Type="http://schemas.openxmlformats.org/officeDocument/2006/relationships/customXml" Target="../ink/ink1123.xml"/><Relationship Id="rId300" Type="http://schemas.openxmlformats.org/officeDocument/2006/relationships/customXml" Target="../ink/ink1125.xml"/><Relationship Id="rId60" Type="http://schemas.openxmlformats.org/officeDocument/2006/relationships/customXml" Target="../ink/ink1005.xml"/><Relationship Id="rId81" Type="http://schemas.openxmlformats.org/officeDocument/2006/relationships/image" Target="../media/image652.png"/><Relationship Id="rId135" Type="http://schemas.openxmlformats.org/officeDocument/2006/relationships/image" Target="../media/image682.png"/><Relationship Id="rId156" Type="http://schemas.openxmlformats.org/officeDocument/2006/relationships/customXml" Target="../ink/ink1053.xml"/><Relationship Id="rId177" Type="http://schemas.openxmlformats.org/officeDocument/2006/relationships/image" Target="../media/image703.png"/><Relationship Id="rId198" Type="http://schemas.openxmlformats.org/officeDocument/2006/relationships/customXml" Target="../ink/ink1074.xml"/><Relationship Id="rId202" Type="http://schemas.openxmlformats.org/officeDocument/2006/relationships/customXml" Target="../ink/ink1076.xml"/><Relationship Id="rId223" Type="http://schemas.openxmlformats.org/officeDocument/2006/relationships/image" Target="../media/image726.png"/><Relationship Id="rId244" Type="http://schemas.openxmlformats.org/officeDocument/2006/relationships/customXml" Target="../ink/ink1097.xml"/><Relationship Id="rId18" Type="http://schemas.openxmlformats.org/officeDocument/2006/relationships/customXml" Target="../ink/ink984.xml"/><Relationship Id="rId39" Type="http://schemas.openxmlformats.org/officeDocument/2006/relationships/image" Target="../media/image604.png"/><Relationship Id="rId265" Type="http://schemas.openxmlformats.org/officeDocument/2006/relationships/image" Target="../media/image747.png"/><Relationship Id="rId286" Type="http://schemas.openxmlformats.org/officeDocument/2006/relationships/customXml" Target="../ink/ink1118.xml"/><Relationship Id="rId50" Type="http://schemas.openxmlformats.org/officeDocument/2006/relationships/customXml" Target="../ink/ink1000.xml"/><Relationship Id="rId104" Type="http://schemas.openxmlformats.org/officeDocument/2006/relationships/customXml" Target="../ink/ink1027.xml"/><Relationship Id="rId125" Type="http://schemas.openxmlformats.org/officeDocument/2006/relationships/image" Target="../media/image677.png"/><Relationship Id="rId146" Type="http://schemas.openxmlformats.org/officeDocument/2006/relationships/customXml" Target="../ink/ink1048.xml"/><Relationship Id="rId167" Type="http://schemas.openxmlformats.org/officeDocument/2006/relationships/image" Target="../media/image698.png"/><Relationship Id="rId188" Type="http://schemas.openxmlformats.org/officeDocument/2006/relationships/customXml" Target="../ink/ink1069.xml"/><Relationship Id="rId71" Type="http://schemas.openxmlformats.org/officeDocument/2006/relationships/image" Target="../media/image647.png"/><Relationship Id="rId92" Type="http://schemas.openxmlformats.org/officeDocument/2006/relationships/customXml" Target="../ink/ink1021.xml"/><Relationship Id="rId213" Type="http://schemas.openxmlformats.org/officeDocument/2006/relationships/image" Target="../media/image721.png"/><Relationship Id="rId234" Type="http://schemas.openxmlformats.org/officeDocument/2006/relationships/customXml" Target="../ink/ink1092.xml"/><Relationship Id="rId2" Type="http://schemas.openxmlformats.org/officeDocument/2006/relationships/customXml" Target="../ink/ink976.xml"/><Relationship Id="rId29" Type="http://schemas.openxmlformats.org/officeDocument/2006/relationships/image" Target="../media/image599.png"/><Relationship Id="rId255" Type="http://schemas.openxmlformats.org/officeDocument/2006/relationships/image" Target="../media/image742.png"/><Relationship Id="rId276" Type="http://schemas.openxmlformats.org/officeDocument/2006/relationships/customXml" Target="../ink/ink1113.xml"/><Relationship Id="rId297" Type="http://schemas.openxmlformats.org/officeDocument/2006/relationships/image" Target="../media/image763.png"/><Relationship Id="rId40" Type="http://schemas.openxmlformats.org/officeDocument/2006/relationships/customXml" Target="../ink/ink995.xml"/><Relationship Id="rId115" Type="http://schemas.openxmlformats.org/officeDocument/2006/relationships/image" Target="../media/image672.png"/><Relationship Id="rId136" Type="http://schemas.openxmlformats.org/officeDocument/2006/relationships/customXml" Target="../ink/ink1043.xml"/><Relationship Id="rId157" Type="http://schemas.openxmlformats.org/officeDocument/2006/relationships/image" Target="../media/image693.png"/><Relationship Id="rId178" Type="http://schemas.openxmlformats.org/officeDocument/2006/relationships/customXml" Target="../ink/ink1064.xml"/><Relationship Id="rId301" Type="http://schemas.openxmlformats.org/officeDocument/2006/relationships/image" Target="../media/image765.png"/><Relationship Id="rId61" Type="http://schemas.openxmlformats.org/officeDocument/2006/relationships/image" Target="../media/image642.png"/><Relationship Id="rId82" Type="http://schemas.openxmlformats.org/officeDocument/2006/relationships/customXml" Target="../ink/ink1016.xml"/><Relationship Id="rId199" Type="http://schemas.openxmlformats.org/officeDocument/2006/relationships/image" Target="../media/image714.png"/><Relationship Id="rId203" Type="http://schemas.openxmlformats.org/officeDocument/2006/relationships/image" Target="../media/image716.png"/><Relationship Id="rId19" Type="http://schemas.openxmlformats.org/officeDocument/2006/relationships/image" Target="../media/image502.png"/><Relationship Id="rId224" Type="http://schemas.openxmlformats.org/officeDocument/2006/relationships/customXml" Target="../ink/ink1087.xml"/><Relationship Id="rId245" Type="http://schemas.openxmlformats.org/officeDocument/2006/relationships/image" Target="../media/image737.png"/><Relationship Id="rId266" Type="http://schemas.openxmlformats.org/officeDocument/2006/relationships/customXml" Target="../ink/ink1108.xml"/><Relationship Id="rId287" Type="http://schemas.openxmlformats.org/officeDocument/2006/relationships/image" Target="../media/image758.png"/><Relationship Id="rId30" Type="http://schemas.openxmlformats.org/officeDocument/2006/relationships/customXml" Target="../ink/ink990.xml"/><Relationship Id="rId105" Type="http://schemas.openxmlformats.org/officeDocument/2006/relationships/image" Target="../media/image667.png"/><Relationship Id="rId126" Type="http://schemas.openxmlformats.org/officeDocument/2006/relationships/customXml" Target="../ink/ink1038.xml"/><Relationship Id="rId147" Type="http://schemas.openxmlformats.org/officeDocument/2006/relationships/image" Target="../media/image688.png"/><Relationship Id="rId168" Type="http://schemas.openxmlformats.org/officeDocument/2006/relationships/customXml" Target="../ink/ink1059.xml"/><Relationship Id="rId51" Type="http://schemas.openxmlformats.org/officeDocument/2006/relationships/image" Target="../media/image613.png"/><Relationship Id="rId72" Type="http://schemas.openxmlformats.org/officeDocument/2006/relationships/customXml" Target="../ink/ink1011.xml"/><Relationship Id="rId93" Type="http://schemas.openxmlformats.org/officeDocument/2006/relationships/image" Target="../media/image661.png"/><Relationship Id="rId189" Type="http://schemas.openxmlformats.org/officeDocument/2006/relationships/image" Target="../media/image709.png"/><Relationship Id="rId3" Type="http://schemas.openxmlformats.org/officeDocument/2006/relationships/image" Target="../media/image494.png"/><Relationship Id="rId214" Type="http://schemas.openxmlformats.org/officeDocument/2006/relationships/customXml" Target="../ink/ink1082.xml"/><Relationship Id="rId235" Type="http://schemas.openxmlformats.org/officeDocument/2006/relationships/image" Target="../media/image732.png"/><Relationship Id="rId256" Type="http://schemas.openxmlformats.org/officeDocument/2006/relationships/customXml" Target="../ink/ink1103.xml"/><Relationship Id="rId277" Type="http://schemas.openxmlformats.org/officeDocument/2006/relationships/image" Target="../media/image753.png"/><Relationship Id="rId298" Type="http://schemas.openxmlformats.org/officeDocument/2006/relationships/customXml" Target="../ink/ink1124.xml"/><Relationship Id="rId116" Type="http://schemas.openxmlformats.org/officeDocument/2006/relationships/customXml" Target="../ink/ink1033.xml"/><Relationship Id="rId137" Type="http://schemas.openxmlformats.org/officeDocument/2006/relationships/image" Target="../media/image683.png"/><Relationship Id="rId158" Type="http://schemas.openxmlformats.org/officeDocument/2006/relationships/customXml" Target="../ink/ink1054.xml"/><Relationship Id="rId302" Type="http://schemas.openxmlformats.org/officeDocument/2006/relationships/customXml" Target="../ink/ink1126.xml"/><Relationship Id="rId20" Type="http://schemas.openxmlformats.org/officeDocument/2006/relationships/customXml" Target="../ink/ink985.xml"/><Relationship Id="rId41" Type="http://schemas.openxmlformats.org/officeDocument/2006/relationships/image" Target="../media/image605.png"/><Relationship Id="rId62" Type="http://schemas.openxmlformats.org/officeDocument/2006/relationships/customXml" Target="../ink/ink1006.xml"/><Relationship Id="rId83" Type="http://schemas.openxmlformats.org/officeDocument/2006/relationships/image" Target="../media/image653.png"/><Relationship Id="rId179" Type="http://schemas.openxmlformats.org/officeDocument/2006/relationships/image" Target="../media/image704.png"/><Relationship Id="rId190" Type="http://schemas.openxmlformats.org/officeDocument/2006/relationships/customXml" Target="../ink/ink1070.xml"/><Relationship Id="rId204" Type="http://schemas.openxmlformats.org/officeDocument/2006/relationships/customXml" Target="../ink/ink1077.xml"/><Relationship Id="rId225" Type="http://schemas.openxmlformats.org/officeDocument/2006/relationships/image" Target="../media/image727.png"/><Relationship Id="rId246" Type="http://schemas.openxmlformats.org/officeDocument/2006/relationships/customXml" Target="../ink/ink1098.xml"/><Relationship Id="rId267" Type="http://schemas.openxmlformats.org/officeDocument/2006/relationships/image" Target="../media/image748.png"/><Relationship Id="rId288" Type="http://schemas.openxmlformats.org/officeDocument/2006/relationships/customXml" Target="../ink/ink1119.xml"/><Relationship Id="rId106" Type="http://schemas.openxmlformats.org/officeDocument/2006/relationships/customXml" Target="../ink/ink1028.xml"/><Relationship Id="rId127" Type="http://schemas.openxmlformats.org/officeDocument/2006/relationships/image" Target="../media/image678.png"/><Relationship Id="rId10" Type="http://schemas.openxmlformats.org/officeDocument/2006/relationships/customXml" Target="../ink/ink980.xml"/><Relationship Id="rId31" Type="http://schemas.openxmlformats.org/officeDocument/2006/relationships/image" Target="../media/image600.png"/><Relationship Id="rId52" Type="http://schemas.openxmlformats.org/officeDocument/2006/relationships/customXml" Target="../ink/ink1001.xml"/><Relationship Id="rId73" Type="http://schemas.openxmlformats.org/officeDocument/2006/relationships/image" Target="../media/image648.png"/><Relationship Id="rId94" Type="http://schemas.openxmlformats.org/officeDocument/2006/relationships/customXml" Target="../ink/ink1022.xml"/><Relationship Id="rId148" Type="http://schemas.openxmlformats.org/officeDocument/2006/relationships/customXml" Target="../ink/ink1049.xml"/><Relationship Id="rId169" Type="http://schemas.openxmlformats.org/officeDocument/2006/relationships/image" Target="../media/image699.png"/><Relationship Id="rId4" Type="http://schemas.openxmlformats.org/officeDocument/2006/relationships/customXml" Target="../ink/ink977.xml"/><Relationship Id="rId180" Type="http://schemas.openxmlformats.org/officeDocument/2006/relationships/customXml" Target="../ink/ink1065.xml"/><Relationship Id="rId215" Type="http://schemas.openxmlformats.org/officeDocument/2006/relationships/image" Target="../media/image722.png"/><Relationship Id="rId236" Type="http://schemas.openxmlformats.org/officeDocument/2006/relationships/customXml" Target="../ink/ink1093.xml"/><Relationship Id="rId257" Type="http://schemas.openxmlformats.org/officeDocument/2006/relationships/image" Target="../media/image743.png"/><Relationship Id="rId278" Type="http://schemas.openxmlformats.org/officeDocument/2006/relationships/customXml" Target="../ink/ink1114.xml"/><Relationship Id="rId303" Type="http://schemas.openxmlformats.org/officeDocument/2006/relationships/image" Target="../media/image766.png"/><Relationship Id="rId42" Type="http://schemas.openxmlformats.org/officeDocument/2006/relationships/customXml" Target="../ink/ink996.xml"/><Relationship Id="rId84" Type="http://schemas.openxmlformats.org/officeDocument/2006/relationships/customXml" Target="../ink/ink1017.xml"/><Relationship Id="rId138" Type="http://schemas.openxmlformats.org/officeDocument/2006/relationships/customXml" Target="../ink/ink1044.xml"/><Relationship Id="rId191" Type="http://schemas.openxmlformats.org/officeDocument/2006/relationships/image" Target="../media/image710.png"/><Relationship Id="rId205" Type="http://schemas.openxmlformats.org/officeDocument/2006/relationships/image" Target="../media/image717.png"/><Relationship Id="rId247" Type="http://schemas.openxmlformats.org/officeDocument/2006/relationships/image" Target="../media/image738.png"/><Relationship Id="rId107" Type="http://schemas.openxmlformats.org/officeDocument/2006/relationships/image" Target="../media/image668.png"/><Relationship Id="rId289" Type="http://schemas.openxmlformats.org/officeDocument/2006/relationships/image" Target="../media/image759.png"/><Relationship Id="rId11" Type="http://schemas.openxmlformats.org/officeDocument/2006/relationships/image" Target="../media/image498.png"/><Relationship Id="rId53" Type="http://schemas.openxmlformats.org/officeDocument/2006/relationships/image" Target="../media/image614.png"/><Relationship Id="rId149" Type="http://schemas.openxmlformats.org/officeDocument/2006/relationships/image" Target="../media/image689.png"/><Relationship Id="rId95" Type="http://schemas.openxmlformats.org/officeDocument/2006/relationships/image" Target="../media/image662.png"/><Relationship Id="rId160" Type="http://schemas.openxmlformats.org/officeDocument/2006/relationships/customXml" Target="../ink/ink1055.xml"/><Relationship Id="rId216" Type="http://schemas.openxmlformats.org/officeDocument/2006/relationships/customXml" Target="../ink/ink1083.xml"/><Relationship Id="rId258" Type="http://schemas.openxmlformats.org/officeDocument/2006/relationships/customXml" Target="../ink/ink1104.xml"/><Relationship Id="rId22" Type="http://schemas.openxmlformats.org/officeDocument/2006/relationships/customXml" Target="../ink/ink986.xml"/><Relationship Id="rId64" Type="http://schemas.openxmlformats.org/officeDocument/2006/relationships/customXml" Target="../ink/ink1007.xml"/><Relationship Id="rId118" Type="http://schemas.openxmlformats.org/officeDocument/2006/relationships/customXml" Target="../ink/ink1034.xml"/><Relationship Id="rId171" Type="http://schemas.openxmlformats.org/officeDocument/2006/relationships/image" Target="../media/image700.png"/><Relationship Id="rId227" Type="http://schemas.openxmlformats.org/officeDocument/2006/relationships/image" Target="../media/image728.png"/><Relationship Id="rId269" Type="http://schemas.openxmlformats.org/officeDocument/2006/relationships/image" Target="../media/image749.png"/><Relationship Id="rId33" Type="http://schemas.openxmlformats.org/officeDocument/2006/relationships/image" Target="../media/image601.png"/><Relationship Id="rId129" Type="http://schemas.openxmlformats.org/officeDocument/2006/relationships/image" Target="../media/image679.png"/><Relationship Id="rId280" Type="http://schemas.openxmlformats.org/officeDocument/2006/relationships/customXml" Target="../ink/ink1115.xml"/><Relationship Id="rId75" Type="http://schemas.openxmlformats.org/officeDocument/2006/relationships/image" Target="../media/image649.png"/><Relationship Id="rId140" Type="http://schemas.openxmlformats.org/officeDocument/2006/relationships/customXml" Target="../ink/ink1045.xml"/><Relationship Id="rId182" Type="http://schemas.openxmlformats.org/officeDocument/2006/relationships/customXml" Target="../ink/ink1066.xml"/><Relationship Id="rId6" Type="http://schemas.openxmlformats.org/officeDocument/2006/relationships/customXml" Target="../ink/ink978.xml"/><Relationship Id="rId238" Type="http://schemas.openxmlformats.org/officeDocument/2006/relationships/customXml" Target="../ink/ink1094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5.png"/><Relationship Id="rId21" Type="http://schemas.openxmlformats.org/officeDocument/2006/relationships/image" Target="../media/image777.png"/><Relationship Id="rId324" Type="http://schemas.openxmlformats.org/officeDocument/2006/relationships/customXml" Target="../ink/ink1291.xml"/><Relationship Id="rId531" Type="http://schemas.openxmlformats.org/officeDocument/2006/relationships/image" Target="../media/image1030.png"/><Relationship Id="rId629" Type="http://schemas.openxmlformats.org/officeDocument/2006/relationships/image" Target="../media/image1078.png"/><Relationship Id="rId170" Type="http://schemas.openxmlformats.org/officeDocument/2006/relationships/customXml" Target="../ink/ink1213.xml"/><Relationship Id="rId268" Type="http://schemas.openxmlformats.org/officeDocument/2006/relationships/image" Target="../media/image899.png"/><Relationship Id="rId475" Type="http://schemas.openxmlformats.org/officeDocument/2006/relationships/image" Target="../media/image1002.png"/><Relationship Id="rId32" Type="http://schemas.openxmlformats.org/officeDocument/2006/relationships/customXml" Target="../ink/ink1144.xml"/><Relationship Id="rId128" Type="http://schemas.openxmlformats.org/officeDocument/2006/relationships/customXml" Target="../ink/ink1192.xml"/><Relationship Id="rId335" Type="http://schemas.openxmlformats.org/officeDocument/2006/relationships/image" Target="../media/image932.png"/><Relationship Id="rId542" Type="http://schemas.openxmlformats.org/officeDocument/2006/relationships/customXml" Target="../ink/ink1400.xml"/><Relationship Id="rId181" Type="http://schemas.openxmlformats.org/officeDocument/2006/relationships/image" Target="../media/image856.png"/><Relationship Id="rId402" Type="http://schemas.openxmlformats.org/officeDocument/2006/relationships/customXml" Target="../ink/ink1330.xml"/><Relationship Id="rId279" Type="http://schemas.openxmlformats.org/officeDocument/2006/relationships/image" Target="../media/image904.png"/><Relationship Id="rId486" Type="http://schemas.openxmlformats.org/officeDocument/2006/relationships/customXml" Target="../ink/ink1372.xml"/><Relationship Id="rId43" Type="http://schemas.openxmlformats.org/officeDocument/2006/relationships/image" Target="../media/image788.png"/><Relationship Id="rId139" Type="http://schemas.openxmlformats.org/officeDocument/2006/relationships/image" Target="../media/image836.png"/><Relationship Id="rId346" Type="http://schemas.openxmlformats.org/officeDocument/2006/relationships/customXml" Target="../ink/ink1302.xml"/><Relationship Id="rId553" Type="http://schemas.openxmlformats.org/officeDocument/2006/relationships/image" Target="../media/image1041.png"/><Relationship Id="rId192" Type="http://schemas.openxmlformats.org/officeDocument/2006/relationships/customXml" Target="../ink/ink1224.xml"/><Relationship Id="rId206" Type="http://schemas.openxmlformats.org/officeDocument/2006/relationships/customXml" Target="../ink/ink1231.xml"/><Relationship Id="rId413" Type="http://schemas.openxmlformats.org/officeDocument/2006/relationships/image" Target="../media/image971.png"/><Relationship Id="rId497" Type="http://schemas.openxmlformats.org/officeDocument/2006/relationships/image" Target="../media/image1013.png"/><Relationship Id="rId620" Type="http://schemas.openxmlformats.org/officeDocument/2006/relationships/customXml" Target="../ink/ink1440.xml"/><Relationship Id="rId357" Type="http://schemas.openxmlformats.org/officeDocument/2006/relationships/image" Target="../media/image943.png"/><Relationship Id="rId54" Type="http://schemas.openxmlformats.org/officeDocument/2006/relationships/customXml" Target="../ink/ink1155.xml"/><Relationship Id="rId217" Type="http://schemas.openxmlformats.org/officeDocument/2006/relationships/image" Target="../media/image874.png"/><Relationship Id="rId564" Type="http://schemas.openxmlformats.org/officeDocument/2006/relationships/image" Target="../media/image1046.png"/><Relationship Id="rId424" Type="http://schemas.openxmlformats.org/officeDocument/2006/relationships/customXml" Target="../ink/ink1341.xml"/><Relationship Id="rId631" Type="http://schemas.openxmlformats.org/officeDocument/2006/relationships/image" Target="../media/image1079.png"/><Relationship Id="rId270" Type="http://schemas.openxmlformats.org/officeDocument/2006/relationships/image" Target="../media/image900.png"/><Relationship Id="rId65" Type="http://schemas.openxmlformats.org/officeDocument/2006/relationships/image" Target="../media/image799.png"/><Relationship Id="rId130" Type="http://schemas.openxmlformats.org/officeDocument/2006/relationships/customXml" Target="../ink/ink1193.xml"/><Relationship Id="rId368" Type="http://schemas.openxmlformats.org/officeDocument/2006/relationships/customXml" Target="../ink/ink1313.xml"/><Relationship Id="rId575" Type="http://schemas.openxmlformats.org/officeDocument/2006/relationships/customXml" Target="../ink/ink1417.xml"/><Relationship Id="rId228" Type="http://schemas.openxmlformats.org/officeDocument/2006/relationships/customXml" Target="../ink/ink1242.xml"/><Relationship Id="rId435" Type="http://schemas.openxmlformats.org/officeDocument/2006/relationships/image" Target="../media/image982.png"/><Relationship Id="rId642" Type="http://schemas.openxmlformats.org/officeDocument/2006/relationships/customXml" Target="../ink/ink1451.xml"/><Relationship Id="rId281" Type="http://schemas.openxmlformats.org/officeDocument/2006/relationships/image" Target="../media/image905.png"/><Relationship Id="rId502" Type="http://schemas.openxmlformats.org/officeDocument/2006/relationships/customXml" Target="../ink/ink1380.xml"/><Relationship Id="rId76" Type="http://schemas.openxmlformats.org/officeDocument/2006/relationships/customXml" Target="../ink/ink1166.xml"/><Relationship Id="rId141" Type="http://schemas.openxmlformats.org/officeDocument/2006/relationships/image" Target="../media/image837.png"/><Relationship Id="rId379" Type="http://schemas.openxmlformats.org/officeDocument/2006/relationships/image" Target="../media/image954.png"/><Relationship Id="rId586" Type="http://schemas.openxmlformats.org/officeDocument/2006/relationships/image" Target="../media/image1057.png"/><Relationship Id="rId7" Type="http://schemas.openxmlformats.org/officeDocument/2006/relationships/image" Target="../media/image771.png"/><Relationship Id="rId239" Type="http://schemas.openxmlformats.org/officeDocument/2006/relationships/customXml" Target="../ink/ink1248.xml"/><Relationship Id="rId446" Type="http://schemas.openxmlformats.org/officeDocument/2006/relationships/customXml" Target="../ink/ink1352.xml"/><Relationship Id="rId653" Type="http://schemas.openxmlformats.org/officeDocument/2006/relationships/image" Target="../media/image1090.png"/><Relationship Id="rId292" Type="http://schemas.openxmlformats.org/officeDocument/2006/relationships/customXml" Target="../ink/ink1275.xml"/><Relationship Id="rId306" Type="http://schemas.openxmlformats.org/officeDocument/2006/relationships/customXml" Target="../ink/ink1282.xml"/><Relationship Id="rId87" Type="http://schemas.openxmlformats.org/officeDocument/2006/relationships/image" Target="../media/image810.png"/><Relationship Id="rId513" Type="http://schemas.openxmlformats.org/officeDocument/2006/relationships/image" Target="../media/image1021.png"/><Relationship Id="rId597" Type="http://schemas.openxmlformats.org/officeDocument/2006/relationships/customXml" Target="../ink/ink1428.xml"/><Relationship Id="rId152" Type="http://schemas.openxmlformats.org/officeDocument/2006/relationships/customXml" Target="../ink/ink1204.xml"/><Relationship Id="rId457" Type="http://schemas.openxmlformats.org/officeDocument/2006/relationships/image" Target="../media/image993.png"/><Relationship Id="rId14" Type="http://schemas.openxmlformats.org/officeDocument/2006/relationships/customXml" Target="../ink/ink1135.xml"/><Relationship Id="rId317" Type="http://schemas.openxmlformats.org/officeDocument/2006/relationships/image" Target="../media/image923.png"/><Relationship Id="rId524" Type="http://schemas.openxmlformats.org/officeDocument/2006/relationships/customXml" Target="../ink/ink1391.xml"/><Relationship Id="rId98" Type="http://schemas.openxmlformats.org/officeDocument/2006/relationships/customXml" Target="../ink/ink1177.xml"/><Relationship Id="rId163" Type="http://schemas.openxmlformats.org/officeDocument/2006/relationships/image" Target="../media/image847.png"/><Relationship Id="rId370" Type="http://schemas.openxmlformats.org/officeDocument/2006/relationships/customXml" Target="../ink/ink1314.xml"/><Relationship Id="rId230" Type="http://schemas.openxmlformats.org/officeDocument/2006/relationships/customXml" Target="../ink/ink1243.xml"/><Relationship Id="rId468" Type="http://schemas.openxmlformats.org/officeDocument/2006/relationships/customXml" Target="../ink/ink1363.xml"/><Relationship Id="rId25" Type="http://schemas.openxmlformats.org/officeDocument/2006/relationships/image" Target="../media/image779.png"/><Relationship Id="rId328" Type="http://schemas.openxmlformats.org/officeDocument/2006/relationships/customXml" Target="../ink/ink1293.xml"/><Relationship Id="rId535" Type="http://schemas.openxmlformats.org/officeDocument/2006/relationships/image" Target="../media/image1032.png"/><Relationship Id="rId174" Type="http://schemas.openxmlformats.org/officeDocument/2006/relationships/customXml" Target="../ink/ink1215.xml"/><Relationship Id="rId381" Type="http://schemas.openxmlformats.org/officeDocument/2006/relationships/image" Target="../media/image955.png"/><Relationship Id="rId602" Type="http://schemas.openxmlformats.org/officeDocument/2006/relationships/image" Target="../media/image1065.png"/><Relationship Id="rId241" Type="http://schemas.openxmlformats.org/officeDocument/2006/relationships/customXml" Target="../ink/ink1249.xml"/><Relationship Id="rId479" Type="http://schemas.openxmlformats.org/officeDocument/2006/relationships/image" Target="../media/image1004.png"/><Relationship Id="rId36" Type="http://schemas.openxmlformats.org/officeDocument/2006/relationships/customXml" Target="../ink/ink1146.xml"/><Relationship Id="rId339" Type="http://schemas.openxmlformats.org/officeDocument/2006/relationships/image" Target="../media/image934.png"/><Relationship Id="rId546" Type="http://schemas.openxmlformats.org/officeDocument/2006/relationships/customXml" Target="../ink/ink1402.xml"/><Relationship Id="rId101" Type="http://schemas.openxmlformats.org/officeDocument/2006/relationships/image" Target="../media/image817.png"/><Relationship Id="rId185" Type="http://schemas.openxmlformats.org/officeDocument/2006/relationships/image" Target="../media/image858.png"/><Relationship Id="rId406" Type="http://schemas.openxmlformats.org/officeDocument/2006/relationships/customXml" Target="../ink/ink1332.xml"/><Relationship Id="rId392" Type="http://schemas.openxmlformats.org/officeDocument/2006/relationships/customXml" Target="../ink/ink1325.xml"/><Relationship Id="rId613" Type="http://schemas.openxmlformats.org/officeDocument/2006/relationships/image" Target="../media/image1070.png"/><Relationship Id="rId252" Type="http://schemas.openxmlformats.org/officeDocument/2006/relationships/image" Target="../media/image891.png"/><Relationship Id="rId47" Type="http://schemas.openxmlformats.org/officeDocument/2006/relationships/image" Target="../media/image790.png"/><Relationship Id="rId112" Type="http://schemas.openxmlformats.org/officeDocument/2006/relationships/customXml" Target="../ink/ink1184.xml"/><Relationship Id="rId557" Type="http://schemas.openxmlformats.org/officeDocument/2006/relationships/image" Target="../media/image1043.png"/><Relationship Id="rId196" Type="http://schemas.openxmlformats.org/officeDocument/2006/relationships/customXml" Target="../ink/ink1226.xml"/><Relationship Id="rId417" Type="http://schemas.openxmlformats.org/officeDocument/2006/relationships/image" Target="../media/image973.png"/><Relationship Id="rId624" Type="http://schemas.openxmlformats.org/officeDocument/2006/relationships/customXml" Target="../ink/ink1442.xml"/><Relationship Id="rId263" Type="http://schemas.openxmlformats.org/officeDocument/2006/relationships/customXml" Target="../ink/ink1260.xml"/><Relationship Id="rId470" Type="http://schemas.openxmlformats.org/officeDocument/2006/relationships/customXml" Target="../ink/ink1364.xml"/><Relationship Id="rId58" Type="http://schemas.openxmlformats.org/officeDocument/2006/relationships/customXml" Target="../ink/ink1157.xml"/><Relationship Id="rId123" Type="http://schemas.openxmlformats.org/officeDocument/2006/relationships/image" Target="../media/image828.png"/><Relationship Id="rId330" Type="http://schemas.openxmlformats.org/officeDocument/2006/relationships/customXml" Target="../ink/ink1294.xml"/><Relationship Id="rId568" Type="http://schemas.openxmlformats.org/officeDocument/2006/relationships/image" Target="../media/image1048.png"/><Relationship Id="rId428" Type="http://schemas.openxmlformats.org/officeDocument/2006/relationships/customXml" Target="../ink/ink1343.xml"/><Relationship Id="rId635" Type="http://schemas.openxmlformats.org/officeDocument/2006/relationships/image" Target="../media/image1081.png"/><Relationship Id="rId232" Type="http://schemas.openxmlformats.org/officeDocument/2006/relationships/image" Target="../media/image881.png"/><Relationship Id="rId274" Type="http://schemas.openxmlformats.org/officeDocument/2006/relationships/image" Target="../media/image902.png"/><Relationship Id="rId481" Type="http://schemas.openxmlformats.org/officeDocument/2006/relationships/image" Target="../media/image1005.png"/><Relationship Id="rId27" Type="http://schemas.openxmlformats.org/officeDocument/2006/relationships/image" Target="../media/image780.png"/><Relationship Id="rId69" Type="http://schemas.openxmlformats.org/officeDocument/2006/relationships/image" Target="../media/image801.png"/><Relationship Id="rId134" Type="http://schemas.openxmlformats.org/officeDocument/2006/relationships/customXml" Target="../ink/ink1195.xml"/><Relationship Id="rId537" Type="http://schemas.openxmlformats.org/officeDocument/2006/relationships/image" Target="../media/image1033.png"/><Relationship Id="rId579" Type="http://schemas.openxmlformats.org/officeDocument/2006/relationships/customXml" Target="../ink/ink1419.xml"/><Relationship Id="rId80" Type="http://schemas.openxmlformats.org/officeDocument/2006/relationships/customXml" Target="../ink/ink1168.xml"/><Relationship Id="rId176" Type="http://schemas.openxmlformats.org/officeDocument/2006/relationships/customXml" Target="../ink/ink1216.xml"/><Relationship Id="rId341" Type="http://schemas.openxmlformats.org/officeDocument/2006/relationships/image" Target="../media/image935.png"/><Relationship Id="rId383" Type="http://schemas.openxmlformats.org/officeDocument/2006/relationships/image" Target="../media/image956.png"/><Relationship Id="rId439" Type="http://schemas.openxmlformats.org/officeDocument/2006/relationships/image" Target="../media/image984.png"/><Relationship Id="rId590" Type="http://schemas.openxmlformats.org/officeDocument/2006/relationships/image" Target="../media/image1059.png"/><Relationship Id="rId604" Type="http://schemas.openxmlformats.org/officeDocument/2006/relationships/image" Target="../media/image1066.png"/><Relationship Id="rId646" Type="http://schemas.openxmlformats.org/officeDocument/2006/relationships/customXml" Target="../ink/ink1453.xml"/><Relationship Id="rId201" Type="http://schemas.openxmlformats.org/officeDocument/2006/relationships/image" Target="../media/image866.png"/><Relationship Id="rId243" Type="http://schemas.openxmlformats.org/officeDocument/2006/relationships/customXml" Target="../ink/ink1250.xml"/><Relationship Id="rId285" Type="http://schemas.openxmlformats.org/officeDocument/2006/relationships/image" Target="../media/image907.png"/><Relationship Id="rId450" Type="http://schemas.openxmlformats.org/officeDocument/2006/relationships/customXml" Target="../ink/ink1354.xml"/><Relationship Id="rId506" Type="http://schemas.openxmlformats.org/officeDocument/2006/relationships/customXml" Target="../ink/ink1382.xml"/><Relationship Id="rId38" Type="http://schemas.openxmlformats.org/officeDocument/2006/relationships/customXml" Target="../ink/ink1147.xml"/><Relationship Id="rId103" Type="http://schemas.openxmlformats.org/officeDocument/2006/relationships/image" Target="../media/image818.png"/><Relationship Id="rId310" Type="http://schemas.openxmlformats.org/officeDocument/2006/relationships/customXml" Target="../ink/ink1284.xml"/><Relationship Id="rId492" Type="http://schemas.openxmlformats.org/officeDocument/2006/relationships/customXml" Target="../ink/ink1375.xml"/><Relationship Id="rId548" Type="http://schemas.openxmlformats.org/officeDocument/2006/relationships/customXml" Target="../ink/ink1403.xml"/><Relationship Id="rId91" Type="http://schemas.openxmlformats.org/officeDocument/2006/relationships/image" Target="../media/image812.png"/><Relationship Id="rId145" Type="http://schemas.openxmlformats.org/officeDocument/2006/relationships/image" Target="../media/image839.png"/><Relationship Id="rId187" Type="http://schemas.openxmlformats.org/officeDocument/2006/relationships/image" Target="../media/image859.png"/><Relationship Id="rId352" Type="http://schemas.openxmlformats.org/officeDocument/2006/relationships/customXml" Target="../ink/ink1305.xml"/><Relationship Id="rId394" Type="http://schemas.openxmlformats.org/officeDocument/2006/relationships/customXml" Target="../ink/ink1326.xml"/><Relationship Id="rId408" Type="http://schemas.openxmlformats.org/officeDocument/2006/relationships/customXml" Target="../ink/ink1333.xml"/><Relationship Id="rId615" Type="http://schemas.openxmlformats.org/officeDocument/2006/relationships/image" Target="../media/image1071.png"/><Relationship Id="rId212" Type="http://schemas.openxmlformats.org/officeDocument/2006/relationships/customXml" Target="../ink/ink1234.xml"/><Relationship Id="rId254" Type="http://schemas.openxmlformats.org/officeDocument/2006/relationships/image" Target="../media/image892.png"/><Relationship Id="rId657" Type="http://schemas.openxmlformats.org/officeDocument/2006/relationships/image" Target="../media/image1092.png"/><Relationship Id="rId49" Type="http://schemas.openxmlformats.org/officeDocument/2006/relationships/image" Target="../media/image791.png"/><Relationship Id="rId114" Type="http://schemas.openxmlformats.org/officeDocument/2006/relationships/customXml" Target="../ink/ink1185.xml"/><Relationship Id="rId296" Type="http://schemas.openxmlformats.org/officeDocument/2006/relationships/customXml" Target="../ink/ink1277.xml"/><Relationship Id="rId461" Type="http://schemas.openxmlformats.org/officeDocument/2006/relationships/image" Target="../media/image995.png"/><Relationship Id="rId517" Type="http://schemas.openxmlformats.org/officeDocument/2006/relationships/image" Target="../media/image1023.png"/><Relationship Id="rId559" Type="http://schemas.openxmlformats.org/officeDocument/2006/relationships/image" Target="../media/image1044.png"/><Relationship Id="rId60" Type="http://schemas.openxmlformats.org/officeDocument/2006/relationships/customXml" Target="../ink/ink1158.xml"/><Relationship Id="rId156" Type="http://schemas.openxmlformats.org/officeDocument/2006/relationships/customXml" Target="../ink/ink1206.xml"/><Relationship Id="rId198" Type="http://schemas.openxmlformats.org/officeDocument/2006/relationships/customXml" Target="../ink/ink1227.xml"/><Relationship Id="rId321" Type="http://schemas.openxmlformats.org/officeDocument/2006/relationships/image" Target="../media/image925.png"/><Relationship Id="rId363" Type="http://schemas.openxmlformats.org/officeDocument/2006/relationships/image" Target="../media/image946.png"/><Relationship Id="rId419" Type="http://schemas.openxmlformats.org/officeDocument/2006/relationships/image" Target="../media/image974.png"/><Relationship Id="rId570" Type="http://schemas.openxmlformats.org/officeDocument/2006/relationships/image" Target="../media/image1049.png"/><Relationship Id="rId626" Type="http://schemas.openxmlformats.org/officeDocument/2006/relationships/customXml" Target="../ink/ink1443.xml"/><Relationship Id="rId223" Type="http://schemas.openxmlformats.org/officeDocument/2006/relationships/image" Target="../media/image877.png"/><Relationship Id="rId430" Type="http://schemas.openxmlformats.org/officeDocument/2006/relationships/customXml" Target="../ink/ink1344.xml"/><Relationship Id="rId18" Type="http://schemas.openxmlformats.org/officeDocument/2006/relationships/customXml" Target="../ink/ink1137.xml"/><Relationship Id="rId265" Type="http://schemas.openxmlformats.org/officeDocument/2006/relationships/customXml" Target="../ink/ink1261.xml"/><Relationship Id="rId472" Type="http://schemas.openxmlformats.org/officeDocument/2006/relationships/customXml" Target="../ink/ink1365.xml"/><Relationship Id="rId528" Type="http://schemas.openxmlformats.org/officeDocument/2006/relationships/customXml" Target="../ink/ink1393.xml"/><Relationship Id="rId125" Type="http://schemas.openxmlformats.org/officeDocument/2006/relationships/image" Target="../media/image829.png"/><Relationship Id="rId167" Type="http://schemas.openxmlformats.org/officeDocument/2006/relationships/image" Target="../media/image849.png"/><Relationship Id="rId332" Type="http://schemas.openxmlformats.org/officeDocument/2006/relationships/customXml" Target="../ink/ink1295.xml"/><Relationship Id="rId374" Type="http://schemas.openxmlformats.org/officeDocument/2006/relationships/customXml" Target="../ink/ink1316.xml"/><Relationship Id="rId581" Type="http://schemas.openxmlformats.org/officeDocument/2006/relationships/customXml" Target="../ink/ink1420.xml"/><Relationship Id="rId71" Type="http://schemas.openxmlformats.org/officeDocument/2006/relationships/image" Target="../media/image802.png"/><Relationship Id="rId234" Type="http://schemas.openxmlformats.org/officeDocument/2006/relationships/image" Target="../media/image882.png"/><Relationship Id="rId637" Type="http://schemas.openxmlformats.org/officeDocument/2006/relationships/image" Target="../media/image1082.png"/><Relationship Id="rId2" Type="http://schemas.openxmlformats.org/officeDocument/2006/relationships/customXml" Target="../ink/ink1129.xml"/><Relationship Id="rId29" Type="http://schemas.openxmlformats.org/officeDocument/2006/relationships/image" Target="../media/image781.png"/><Relationship Id="rId276" Type="http://schemas.openxmlformats.org/officeDocument/2006/relationships/image" Target="../media/image903.png"/><Relationship Id="rId441" Type="http://schemas.openxmlformats.org/officeDocument/2006/relationships/image" Target="../media/image985.png"/><Relationship Id="rId483" Type="http://schemas.openxmlformats.org/officeDocument/2006/relationships/image" Target="../media/image1006.png"/><Relationship Id="rId539" Type="http://schemas.openxmlformats.org/officeDocument/2006/relationships/image" Target="../media/image1034.png"/><Relationship Id="rId40" Type="http://schemas.openxmlformats.org/officeDocument/2006/relationships/customXml" Target="../ink/ink1148.xml"/><Relationship Id="rId136" Type="http://schemas.openxmlformats.org/officeDocument/2006/relationships/customXml" Target="../ink/ink1196.xml"/><Relationship Id="rId178" Type="http://schemas.openxmlformats.org/officeDocument/2006/relationships/customXml" Target="../ink/ink1217.xml"/><Relationship Id="rId301" Type="http://schemas.openxmlformats.org/officeDocument/2006/relationships/image" Target="../media/image915.png"/><Relationship Id="rId343" Type="http://schemas.openxmlformats.org/officeDocument/2006/relationships/image" Target="../media/image936.png"/><Relationship Id="rId550" Type="http://schemas.openxmlformats.org/officeDocument/2006/relationships/customXml" Target="../ink/ink1404.xml"/><Relationship Id="rId82" Type="http://schemas.openxmlformats.org/officeDocument/2006/relationships/customXml" Target="../ink/ink1169.xml"/><Relationship Id="rId203" Type="http://schemas.openxmlformats.org/officeDocument/2006/relationships/image" Target="../media/image867.png"/><Relationship Id="rId385" Type="http://schemas.openxmlformats.org/officeDocument/2006/relationships/image" Target="../media/image957.png"/><Relationship Id="rId592" Type="http://schemas.openxmlformats.org/officeDocument/2006/relationships/image" Target="../media/image1060.png"/><Relationship Id="rId606" Type="http://schemas.openxmlformats.org/officeDocument/2006/relationships/image" Target="../media/image1067.png"/><Relationship Id="rId648" Type="http://schemas.openxmlformats.org/officeDocument/2006/relationships/customXml" Target="../ink/ink1454.xml"/><Relationship Id="rId245" Type="http://schemas.openxmlformats.org/officeDocument/2006/relationships/customXml" Target="../ink/ink1251.xml"/><Relationship Id="rId287" Type="http://schemas.openxmlformats.org/officeDocument/2006/relationships/image" Target="../media/image908.png"/><Relationship Id="rId410" Type="http://schemas.openxmlformats.org/officeDocument/2006/relationships/customXml" Target="../ink/ink1334.xml"/><Relationship Id="rId452" Type="http://schemas.openxmlformats.org/officeDocument/2006/relationships/customXml" Target="../ink/ink1355.xml"/><Relationship Id="rId494" Type="http://schemas.openxmlformats.org/officeDocument/2006/relationships/customXml" Target="../ink/ink1376.xml"/><Relationship Id="rId508" Type="http://schemas.openxmlformats.org/officeDocument/2006/relationships/customXml" Target="../ink/ink1383.xml"/><Relationship Id="rId105" Type="http://schemas.openxmlformats.org/officeDocument/2006/relationships/image" Target="../media/image819.png"/><Relationship Id="rId147" Type="http://schemas.openxmlformats.org/officeDocument/2006/relationships/image" Target="../media/image840.png"/><Relationship Id="rId312" Type="http://schemas.openxmlformats.org/officeDocument/2006/relationships/customXml" Target="../ink/ink1285.xml"/><Relationship Id="rId354" Type="http://schemas.openxmlformats.org/officeDocument/2006/relationships/customXml" Target="../ink/ink1306.xml"/><Relationship Id="rId51" Type="http://schemas.openxmlformats.org/officeDocument/2006/relationships/image" Target="../media/image792.png"/><Relationship Id="rId93" Type="http://schemas.openxmlformats.org/officeDocument/2006/relationships/image" Target="../media/image813.png"/><Relationship Id="rId189" Type="http://schemas.openxmlformats.org/officeDocument/2006/relationships/image" Target="../media/image860.png"/><Relationship Id="rId396" Type="http://schemas.openxmlformats.org/officeDocument/2006/relationships/customXml" Target="../ink/ink1327.xml"/><Relationship Id="rId561" Type="http://schemas.openxmlformats.org/officeDocument/2006/relationships/customXml" Target="../ink/ink1410.xml"/><Relationship Id="rId617" Type="http://schemas.openxmlformats.org/officeDocument/2006/relationships/image" Target="../media/image1072.png"/><Relationship Id="rId659" Type="http://schemas.openxmlformats.org/officeDocument/2006/relationships/image" Target="../media/image1093.png"/><Relationship Id="rId214" Type="http://schemas.openxmlformats.org/officeDocument/2006/relationships/customXml" Target="../ink/ink1235.xml"/><Relationship Id="rId256" Type="http://schemas.openxmlformats.org/officeDocument/2006/relationships/image" Target="../media/image893.png"/><Relationship Id="rId298" Type="http://schemas.openxmlformats.org/officeDocument/2006/relationships/customXml" Target="../ink/ink1278.xml"/><Relationship Id="rId421" Type="http://schemas.openxmlformats.org/officeDocument/2006/relationships/image" Target="../media/image975.png"/><Relationship Id="rId463" Type="http://schemas.openxmlformats.org/officeDocument/2006/relationships/image" Target="../media/image996.png"/><Relationship Id="rId519" Type="http://schemas.openxmlformats.org/officeDocument/2006/relationships/image" Target="../media/image1024.png"/><Relationship Id="rId116" Type="http://schemas.openxmlformats.org/officeDocument/2006/relationships/customXml" Target="../ink/ink1186.xml"/><Relationship Id="rId158" Type="http://schemas.openxmlformats.org/officeDocument/2006/relationships/customXml" Target="../ink/ink1207.xml"/><Relationship Id="rId323" Type="http://schemas.openxmlformats.org/officeDocument/2006/relationships/image" Target="../media/image926.png"/><Relationship Id="rId530" Type="http://schemas.openxmlformats.org/officeDocument/2006/relationships/customXml" Target="../ink/ink1394.xml"/><Relationship Id="rId20" Type="http://schemas.openxmlformats.org/officeDocument/2006/relationships/customXml" Target="../ink/ink1138.xml"/><Relationship Id="rId62" Type="http://schemas.openxmlformats.org/officeDocument/2006/relationships/customXml" Target="../ink/ink1159.xml"/><Relationship Id="rId365" Type="http://schemas.openxmlformats.org/officeDocument/2006/relationships/image" Target="../media/image947.png"/><Relationship Id="rId572" Type="http://schemas.openxmlformats.org/officeDocument/2006/relationships/image" Target="../media/image1050.png"/><Relationship Id="rId628" Type="http://schemas.openxmlformats.org/officeDocument/2006/relationships/customXml" Target="../ink/ink1444.xml"/><Relationship Id="rId225" Type="http://schemas.openxmlformats.org/officeDocument/2006/relationships/image" Target="../media/image878.png"/><Relationship Id="rId267" Type="http://schemas.openxmlformats.org/officeDocument/2006/relationships/customXml" Target="../ink/ink1262.xml"/><Relationship Id="rId432" Type="http://schemas.openxmlformats.org/officeDocument/2006/relationships/customXml" Target="../ink/ink1345.xml"/><Relationship Id="rId474" Type="http://schemas.openxmlformats.org/officeDocument/2006/relationships/customXml" Target="../ink/ink1366.xml"/><Relationship Id="rId127" Type="http://schemas.openxmlformats.org/officeDocument/2006/relationships/image" Target="../media/image830.png"/><Relationship Id="rId31" Type="http://schemas.openxmlformats.org/officeDocument/2006/relationships/image" Target="../media/image782.png"/><Relationship Id="rId73" Type="http://schemas.openxmlformats.org/officeDocument/2006/relationships/image" Target="../media/image803.png"/><Relationship Id="rId169" Type="http://schemas.openxmlformats.org/officeDocument/2006/relationships/image" Target="../media/image850.png"/><Relationship Id="rId334" Type="http://schemas.openxmlformats.org/officeDocument/2006/relationships/customXml" Target="../ink/ink1296.xml"/><Relationship Id="rId376" Type="http://schemas.openxmlformats.org/officeDocument/2006/relationships/customXml" Target="../ink/ink1317.xml"/><Relationship Id="rId541" Type="http://schemas.openxmlformats.org/officeDocument/2006/relationships/image" Target="../media/image1035.png"/><Relationship Id="rId583" Type="http://schemas.openxmlformats.org/officeDocument/2006/relationships/customXml" Target="../ink/ink1421.xml"/><Relationship Id="rId639" Type="http://schemas.openxmlformats.org/officeDocument/2006/relationships/image" Target="../media/image1083.png"/><Relationship Id="rId4" Type="http://schemas.openxmlformats.org/officeDocument/2006/relationships/customXml" Target="../ink/ink1130.xml"/><Relationship Id="rId180" Type="http://schemas.openxmlformats.org/officeDocument/2006/relationships/customXml" Target="../ink/ink1218.xml"/><Relationship Id="rId236" Type="http://schemas.openxmlformats.org/officeDocument/2006/relationships/image" Target="../media/image883.png"/><Relationship Id="rId278" Type="http://schemas.openxmlformats.org/officeDocument/2006/relationships/customXml" Target="../ink/ink1268.xml"/><Relationship Id="rId401" Type="http://schemas.openxmlformats.org/officeDocument/2006/relationships/image" Target="../media/image965.png"/><Relationship Id="rId443" Type="http://schemas.openxmlformats.org/officeDocument/2006/relationships/image" Target="../media/image986.png"/><Relationship Id="rId650" Type="http://schemas.openxmlformats.org/officeDocument/2006/relationships/customXml" Target="../ink/ink1455.xml"/><Relationship Id="rId303" Type="http://schemas.openxmlformats.org/officeDocument/2006/relationships/image" Target="../media/image916.png"/><Relationship Id="rId485" Type="http://schemas.openxmlformats.org/officeDocument/2006/relationships/image" Target="../media/image1007.png"/><Relationship Id="rId42" Type="http://schemas.openxmlformats.org/officeDocument/2006/relationships/customXml" Target="../ink/ink1149.xml"/><Relationship Id="rId84" Type="http://schemas.openxmlformats.org/officeDocument/2006/relationships/customXml" Target="../ink/ink1170.xml"/><Relationship Id="rId138" Type="http://schemas.openxmlformats.org/officeDocument/2006/relationships/customXml" Target="../ink/ink1197.xml"/><Relationship Id="rId345" Type="http://schemas.openxmlformats.org/officeDocument/2006/relationships/image" Target="../media/image937.png"/><Relationship Id="rId387" Type="http://schemas.openxmlformats.org/officeDocument/2006/relationships/image" Target="../media/image958.png"/><Relationship Id="rId510" Type="http://schemas.openxmlformats.org/officeDocument/2006/relationships/customXml" Target="../ink/ink1384.xml"/><Relationship Id="rId552" Type="http://schemas.openxmlformats.org/officeDocument/2006/relationships/customXml" Target="../ink/ink1405.xml"/><Relationship Id="rId594" Type="http://schemas.openxmlformats.org/officeDocument/2006/relationships/image" Target="../media/image1061.png"/><Relationship Id="rId608" Type="http://schemas.openxmlformats.org/officeDocument/2006/relationships/customXml" Target="../ink/ink1434.xml"/><Relationship Id="rId191" Type="http://schemas.openxmlformats.org/officeDocument/2006/relationships/image" Target="../media/image861.png"/><Relationship Id="rId205" Type="http://schemas.openxmlformats.org/officeDocument/2006/relationships/image" Target="../media/image868.png"/><Relationship Id="rId247" Type="http://schemas.openxmlformats.org/officeDocument/2006/relationships/customXml" Target="../ink/ink1252.xml"/><Relationship Id="rId412" Type="http://schemas.openxmlformats.org/officeDocument/2006/relationships/customXml" Target="../ink/ink1335.xml"/><Relationship Id="rId107" Type="http://schemas.openxmlformats.org/officeDocument/2006/relationships/image" Target="../media/image820.png"/><Relationship Id="rId289" Type="http://schemas.openxmlformats.org/officeDocument/2006/relationships/image" Target="../media/image909.png"/><Relationship Id="rId454" Type="http://schemas.openxmlformats.org/officeDocument/2006/relationships/customXml" Target="../ink/ink1356.xml"/><Relationship Id="rId496" Type="http://schemas.openxmlformats.org/officeDocument/2006/relationships/customXml" Target="../ink/ink1377.xml"/><Relationship Id="rId661" Type="http://schemas.openxmlformats.org/officeDocument/2006/relationships/image" Target="../media/image1094.png"/><Relationship Id="rId11" Type="http://schemas.openxmlformats.org/officeDocument/2006/relationships/image" Target="../media/image772.png"/><Relationship Id="rId53" Type="http://schemas.openxmlformats.org/officeDocument/2006/relationships/image" Target="../media/image793.png"/><Relationship Id="rId149" Type="http://schemas.openxmlformats.org/officeDocument/2006/relationships/image" Target="../media/image841.png"/><Relationship Id="rId314" Type="http://schemas.openxmlformats.org/officeDocument/2006/relationships/customXml" Target="../ink/ink1286.xml"/><Relationship Id="rId356" Type="http://schemas.openxmlformats.org/officeDocument/2006/relationships/customXml" Target="../ink/ink1307.xml"/><Relationship Id="rId398" Type="http://schemas.openxmlformats.org/officeDocument/2006/relationships/customXml" Target="../ink/ink1328.xml"/><Relationship Id="rId521" Type="http://schemas.openxmlformats.org/officeDocument/2006/relationships/image" Target="../media/image1025.png"/><Relationship Id="rId563" Type="http://schemas.openxmlformats.org/officeDocument/2006/relationships/customXml" Target="../ink/ink1411.xml"/><Relationship Id="rId619" Type="http://schemas.openxmlformats.org/officeDocument/2006/relationships/image" Target="../media/image1073.png"/><Relationship Id="rId95" Type="http://schemas.openxmlformats.org/officeDocument/2006/relationships/image" Target="../media/image814.png"/><Relationship Id="rId160" Type="http://schemas.openxmlformats.org/officeDocument/2006/relationships/customXml" Target="../ink/ink1208.xml"/><Relationship Id="rId216" Type="http://schemas.openxmlformats.org/officeDocument/2006/relationships/customXml" Target="../ink/ink1236.xml"/><Relationship Id="rId423" Type="http://schemas.openxmlformats.org/officeDocument/2006/relationships/image" Target="../media/image976.png"/><Relationship Id="rId258" Type="http://schemas.openxmlformats.org/officeDocument/2006/relationships/image" Target="../media/image894.png"/><Relationship Id="rId465" Type="http://schemas.openxmlformats.org/officeDocument/2006/relationships/image" Target="../media/image997.png"/><Relationship Id="rId630" Type="http://schemas.openxmlformats.org/officeDocument/2006/relationships/customXml" Target="../ink/ink1445.xml"/><Relationship Id="rId22" Type="http://schemas.openxmlformats.org/officeDocument/2006/relationships/customXml" Target="../ink/ink1139.xml"/><Relationship Id="rId64" Type="http://schemas.openxmlformats.org/officeDocument/2006/relationships/customXml" Target="../ink/ink1160.xml"/><Relationship Id="rId118" Type="http://schemas.openxmlformats.org/officeDocument/2006/relationships/customXml" Target="../ink/ink1187.xml"/><Relationship Id="rId325" Type="http://schemas.openxmlformats.org/officeDocument/2006/relationships/image" Target="../media/image927.png"/><Relationship Id="rId367" Type="http://schemas.openxmlformats.org/officeDocument/2006/relationships/image" Target="../media/image948.png"/><Relationship Id="rId532" Type="http://schemas.openxmlformats.org/officeDocument/2006/relationships/customXml" Target="../ink/ink1395.xml"/><Relationship Id="rId574" Type="http://schemas.openxmlformats.org/officeDocument/2006/relationships/image" Target="../media/image1051.png"/><Relationship Id="rId171" Type="http://schemas.openxmlformats.org/officeDocument/2006/relationships/image" Target="../media/image851.png"/><Relationship Id="rId227" Type="http://schemas.openxmlformats.org/officeDocument/2006/relationships/image" Target="../media/image879.png"/><Relationship Id="rId269" Type="http://schemas.openxmlformats.org/officeDocument/2006/relationships/customXml" Target="../ink/ink1263.xml"/><Relationship Id="rId434" Type="http://schemas.openxmlformats.org/officeDocument/2006/relationships/customXml" Target="../ink/ink1346.xml"/><Relationship Id="rId476" Type="http://schemas.openxmlformats.org/officeDocument/2006/relationships/customXml" Target="../ink/ink1367.xml"/><Relationship Id="rId641" Type="http://schemas.openxmlformats.org/officeDocument/2006/relationships/image" Target="../media/image1084.png"/><Relationship Id="rId33" Type="http://schemas.openxmlformats.org/officeDocument/2006/relationships/image" Target="../media/image783.png"/><Relationship Id="rId129" Type="http://schemas.openxmlformats.org/officeDocument/2006/relationships/image" Target="../media/image831.png"/><Relationship Id="rId280" Type="http://schemas.openxmlformats.org/officeDocument/2006/relationships/customXml" Target="../ink/ink1269.xml"/><Relationship Id="rId336" Type="http://schemas.openxmlformats.org/officeDocument/2006/relationships/customXml" Target="../ink/ink1297.xml"/><Relationship Id="rId501" Type="http://schemas.openxmlformats.org/officeDocument/2006/relationships/image" Target="../media/image1015.png"/><Relationship Id="rId543" Type="http://schemas.openxmlformats.org/officeDocument/2006/relationships/image" Target="../media/image1036.png"/><Relationship Id="rId75" Type="http://schemas.openxmlformats.org/officeDocument/2006/relationships/image" Target="../media/image804.png"/><Relationship Id="rId140" Type="http://schemas.openxmlformats.org/officeDocument/2006/relationships/customXml" Target="../ink/ink1198.xml"/><Relationship Id="rId182" Type="http://schemas.openxmlformats.org/officeDocument/2006/relationships/customXml" Target="../ink/ink1219.xml"/><Relationship Id="rId378" Type="http://schemas.openxmlformats.org/officeDocument/2006/relationships/customXml" Target="../ink/ink1318.xml"/><Relationship Id="rId403" Type="http://schemas.openxmlformats.org/officeDocument/2006/relationships/image" Target="../media/image966.png"/><Relationship Id="rId585" Type="http://schemas.openxmlformats.org/officeDocument/2006/relationships/customXml" Target="../ink/ink1422.xml"/><Relationship Id="rId6" Type="http://schemas.openxmlformats.org/officeDocument/2006/relationships/customXml" Target="../ink/ink1131.xml"/><Relationship Id="rId238" Type="http://schemas.openxmlformats.org/officeDocument/2006/relationships/image" Target="../media/image884.png"/><Relationship Id="rId445" Type="http://schemas.openxmlformats.org/officeDocument/2006/relationships/image" Target="../media/image987.png"/><Relationship Id="rId487" Type="http://schemas.openxmlformats.org/officeDocument/2006/relationships/image" Target="../media/image1008.png"/><Relationship Id="rId610" Type="http://schemas.openxmlformats.org/officeDocument/2006/relationships/customXml" Target="../ink/ink1435.xml"/><Relationship Id="rId652" Type="http://schemas.openxmlformats.org/officeDocument/2006/relationships/customXml" Target="../ink/ink1456.xml"/><Relationship Id="rId291" Type="http://schemas.openxmlformats.org/officeDocument/2006/relationships/image" Target="../media/image910.png"/><Relationship Id="rId305" Type="http://schemas.openxmlformats.org/officeDocument/2006/relationships/image" Target="../media/image917.png"/><Relationship Id="rId347" Type="http://schemas.openxmlformats.org/officeDocument/2006/relationships/image" Target="../media/image938.png"/><Relationship Id="rId512" Type="http://schemas.openxmlformats.org/officeDocument/2006/relationships/customXml" Target="../ink/ink1385.xml"/><Relationship Id="rId44" Type="http://schemas.openxmlformats.org/officeDocument/2006/relationships/customXml" Target="../ink/ink1150.xml"/><Relationship Id="rId86" Type="http://schemas.openxmlformats.org/officeDocument/2006/relationships/customXml" Target="../ink/ink1171.xml"/><Relationship Id="rId151" Type="http://schemas.openxmlformats.org/officeDocument/2006/relationships/image" Target="../media/image842.png"/><Relationship Id="rId389" Type="http://schemas.openxmlformats.org/officeDocument/2006/relationships/image" Target="../media/image959.png"/><Relationship Id="rId554" Type="http://schemas.openxmlformats.org/officeDocument/2006/relationships/customXml" Target="../ink/ink1406.xml"/><Relationship Id="rId596" Type="http://schemas.openxmlformats.org/officeDocument/2006/relationships/image" Target="../media/image1062.png"/><Relationship Id="rId193" Type="http://schemas.openxmlformats.org/officeDocument/2006/relationships/image" Target="../media/image862.png"/><Relationship Id="rId207" Type="http://schemas.openxmlformats.org/officeDocument/2006/relationships/image" Target="../media/image869.png"/><Relationship Id="rId249" Type="http://schemas.openxmlformats.org/officeDocument/2006/relationships/customXml" Target="../ink/ink1253.xml"/><Relationship Id="rId414" Type="http://schemas.openxmlformats.org/officeDocument/2006/relationships/customXml" Target="../ink/ink1336.xml"/><Relationship Id="rId456" Type="http://schemas.openxmlformats.org/officeDocument/2006/relationships/customXml" Target="../ink/ink1357.xml"/><Relationship Id="rId498" Type="http://schemas.openxmlformats.org/officeDocument/2006/relationships/customXml" Target="../ink/ink1378.xml"/><Relationship Id="rId621" Type="http://schemas.openxmlformats.org/officeDocument/2006/relationships/image" Target="../media/image1074.png"/><Relationship Id="rId663" Type="http://schemas.openxmlformats.org/officeDocument/2006/relationships/image" Target="../media/image1095.png"/><Relationship Id="rId13" Type="http://schemas.openxmlformats.org/officeDocument/2006/relationships/image" Target="../media/image773.png"/><Relationship Id="rId109" Type="http://schemas.openxmlformats.org/officeDocument/2006/relationships/image" Target="../media/image821.png"/><Relationship Id="rId260" Type="http://schemas.openxmlformats.org/officeDocument/2006/relationships/image" Target="../media/image895.png"/><Relationship Id="rId316" Type="http://schemas.openxmlformats.org/officeDocument/2006/relationships/customXml" Target="../ink/ink1287.xml"/><Relationship Id="rId523" Type="http://schemas.openxmlformats.org/officeDocument/2006/relationships/image" Target="../media/image1026.png"/><Relationship Id="rId55" Type="http://schemas.openxmlformats.org/officeDocument/2006/relationships/image" Target="../media/image794.png"/><Relationship Id="rId97" Type="http://schemas.openxmlformats.org/officeDocument/2006/relationships/image" Target="../media/image815.png"/><Relationship Id="rId120" Type="http://schemas.openxmlformats.org/officeDocument/2006/relationships/customXml" Target="../ink/ink1188.xml"/><Relationship Id="rId358" Type="http://schemas.openxmlformats.org/officeDocument/2006/relationships/customXml" Target="../ink/ink1308.xml"/><Relationship Id="rId565" Type="http://schemas.openxmlformats.org/officeDocument/2006/relationships/customXml" Target="../ink/ink1412.xml"/><Relationship Id="rId162" Type="http://schemas.openxmlformats.org/officeDocument/2006/relationships/customXml" Target="../ink/ink1209.xml"/><Relationship Id="rId218" Type="http://schemas.openxmlformats.org/officeDocument/2006/relationships/customXml" Target="../ink/ink1237.xml"/><Relationship Id="rId425" Type="http://schemas.openxmlformats.org/officeDocument/2006/relationships/image" Target="../media/image977.png"/><Relationship Id="rId467" Type="http://schemas.openxmlformats.org/officeDocument/2006/relationships/image" Target="../media/image998.png"/><Relationship Id="rId632" Type="http://schemas.openxmlformats.org/officeDocument/2006/relationships/customXml" Target="../ink/ink1446.xml"/><Relationship Id="rId271" Type="http://schemas.openxmlformats.org/officeDocument/2006/relationships/customXml" Target="../ink/ink1264.xml"/><Relationship Id="rId24" Type="http://schemas.openxmlformats.org/officeDocument/2006/relationships/customXml" Target="../ink/ink1140.xml"/><Relationship Id="rId66" Type="http://schemas.openxmlformats.org/officeDocument/2006/relationships/customXml" Target="../ink/ink1161.xml"/><Relationship Id="rId131" Type="http://schemas.openxmlformats.org/officeDocument/2006/relationships/image" Target="../media/image832.png"/><Relationship Id="rId327" Type="http://schemas.openxmlformats.org/officeDocument/2006/relationships/image" Target="../media/image928.png"/><Relationship Id="rId369" Type="http://schemas.openxmlformats.org/officeDocument/2006/relationships/image" Target="../media/image949.png"/><Relationship Id="rId534" Type="http://schemas.openxmlformats.org/officeDocument/2006/relationships/customXml" Target="../ink/ink1396.xml"/><Relationship Id="rId576" Type="http://schemas.openxmlformats.org/officeDocument/2006/relationships/image" Target="../media/image1052.png"/><Relationship Id="rId173" Type="http://schemas.openxmlformats.org/officeDocument/2006/relationships/image" Target="../media/image852.png"/><Relationship Id="rId229" Type="http://schemas.openxmlformats.org/officeDocument/2006/relationships/image" Target="../media/image880.png"/><Relationship Id="rId380" Type="http://schemas.openxmlformats.org/officeDocument/2006/relationships/customXml" Target="../ink/ink1319.xml"/><Relationship Id="rId436" Type="http://schemas.openxmlformats.org/officeDocument/2006/relationships/customXml" Target="../ink/ink1347.xml"/><Relationship Id="rId601" Type="http://schemas.openxmlformats.org/officeDocument/2006/relationships/customXml" Target="../ink/ink1430.xml"/><Relationship Id="rId643" Type="http://schemas.openxmlformats.org/officeDocument/2006/relationships/image" Target="../media/image1085.png"/><Relationship Id="rId240" Type="http://schemas.openxmlformats.org/officeDocument/2006/relationships/image" Target="../media/image885.png"/><Relationship Id="rId478" Type="http://schemas.openxmlformats.org/officeDocument/2006/relationships/customXml" Target="../ink/ink1368.xml"/><Relationship Id="rId35" Type="http://schemas.openxmlformats.org/officeDocument/2006/relationships/image" Target="../media/image784.png"/><Relationship Id="rId77" Type="http://schemas.openxmlformats.org/officeDocument/2006/relationships/image" Target="../media/image805.png"/><Relationship Id="rId100" Type="http://schemas.openxmlformats.org/officeDocument/2006/relationships/customXml" Target="../ink/ink1178.xml"/><Relationship Id="rId282" Type="http://schemas.openxmlformats.org/officeDocument/2006/relationships/customXml" Target="../ink/ink1270.xml"/><Relationship Id="rId338" Type="http://schemas.openxmlformats.org/officeDocument/2006/relationships/customXml" Target="../ink/ink1298.xml"/><Relationship Id="rId503" Type="http://schemas.openxmlformats.org/officeDocument/2006/relationships/image" Target="../media/image1016.png"/><Relationship Id="rId545" Type="http://schemas.openxmlformats.org/officeDocument/2006/relationships/image" Target="../media/image1037.png"/><Relationship Id="rId587" Type="http://schemas.openxmlformats.org/officeDocument/2006/relationships/customXml" Target="../ink/ink1423.xml"/><Relationship Id="rId8" Type="http://schemas.openxmlformats.org/officeDocument/2006/relationships/customXml" Target="../ink/ink1132.xml"/><Relationship Id="rId142" Type="http://schemas.openxmlformats.org/officeDocument/2006/relationships/customXml" Target="../ink/ink1199.xml"/><Relationship Id="rId184" Type="http://schemas.openxmlformats.org/officeDocument/2006/relationships/customXml" Target="../ink/ink1220.xml"/><Relationship Id="rId391" Type="http://schemas.openxmlformats.org/officeDocument/2006/relationships/image" Target="../media/image960.png"/><Relationship Id="rId405" Type="http://schemas.openxmlformats.org/officeDocument/2006/relationships/image" Target="../media/image967.png"/><Relationship Id="rId447" Type="http://schemas.openxmlformats.org/officeDocument/2006/relationships/image" Target="../media/image988.png"/><Relationship Id="rId612" Type="http://schemas.openxmlformats.org/officeDocument/2006/relationships/customXml" Target="../ink/ink1436.xml"/><Relationship Id="rId251" Type="http://schemas.openxmlformats.org/officeDocument/2006/relationships/customXml" Target="../ink/ink1254.xml"/><Relationship Id="rId489" Type="http://schemas.openxmlformats.org/officeDocument/2006/relationships/image" Target="../media/image1009.png"/><Relationship Id="rId654" Type="http://schemas.openxmlformats.org/officeDocument/2006/relationships/customXml" Target="../ink/ink1457.xml"/><Relationship Id="rId46" Type="http://schemas.openxmlformats.org/officeDocument/2006/relationships/customXml" Target="../ink/ink1151.xml"/><Relationship Id="rId293" Type="http://schemas.openxmlformats.org/officeDocument/2006/relationships/image" Target="../media/image911.png"/><Relationship Id="rId307" Type="http://schemas.openxmlformats.org/officeDocument/2006/relationships/image" Target="../media/image918.png"/><Relationship Id="rId349" Type="http://schemas.openxmlformats.org/officeDocument/2006/relationships/image" Target="../media/image939.png"/><Relationship Id="rId514" Type="http://schemas.openxmlformats.org/officeDocument/2006/relationships/customXml" Target="../ink/ink1386.xml"/><Relationship Id="rId556" Type="http://schemas.openxmlformats.org/officeDocument/2006/relationships/customXml" Target="../ink/ink1407.xml"/><Relationship Id="rId88" Type="http://schemas.openxmlformats.org/officeDocument/2006/relationships/customXml" Target="../ink/ink1172.xml"/><Relationship Id="rId111" Type="http://schemas.openxmlformats.org/officeDocument/2006/relationships/image" Target="../media/image822.png"/><Relationship Id="rId153" Type="http://schemas.openxmlformats.org/officeDocument/2006/relationships/image" Target="../media/image238.png"/><Relationship Id="rId195" Type="http://schemas.openxmlformats.org/officeDocument/2006/relationships/image" Target="../media/image863.png"/><Relationship Id="rId209" Type="http://schemas.openxmlformats.org/officeDocument/2006/relationships/image" Target="../media/image870.png"/><Relationship Id="rId360" Type="http://schemas.openxmlformats.org/officeDocument/2006/relationships/customXml" Target="../ink/ink1309.xml"/><Relationship Id="rId416" Type="http://schemas.openxmlformats.org/officeDocument/2006/relationships/customXml" Target="../ink/ink1337.xml"/><Relationship Id="rId598" Type="http://schemas.openxmlformats.org/officeDocument/2006/relationships/image" Target="../media/image1063.png"/><Relationship Id="rId220" Type="http://schemas.openxmlformats.org/officeDocument/2006/relationships/customXml" Target="../ink/ink1238.xml"/><Relationship Id="rId458" Type="http://schemas.openxmlformats.org/officeDocument/2006/relationships/customXml" Target="../ink/ink1358.xml"/><Relationship Id="rId623" Type="http://schemas.openxmlformats.org/officeDocument/2006/relationships/image" Target="../media/image1075.png"/><Relationship Id="rId15" Type="http://schemas.openxmlformats.org/officeDocument/2006/relationships/image" Target="../media/image774.png"/><Relationship Id="rId57" Type="http://schemas.openxmlformats.org/officeDocument/2006/relationships/image" Target="../media/image795.png"/><Relationship Id="rId262" Type="http://schemas.openxmlformats.org/officeDocument/2006/relationships/image" Target="../media/image896.png"/><Relationship Id="rId318" Type="http://schemas.openxmlformats.org/officeDocument/2006/relationships/customXml" Target="../ink/ink1288.xml"/><Relationship Id="rId525" Type="http://schemas.openxmlformats.org/officeDocument/2006/relationships/image" Target="../media/image1027.png"/><Relationship Id="rId567" Type="http://schemas.openxmlformats.org/officeDocument/2006/relationships/customXml" Target="../ink/ink1413.xml"/><Relationship Id="rId99" Type="http://schemas.openxmlformats.org/officeDocument/2006/relationships/image" Target="../media/image816.png"/><Relationship Id="rId122" Type="http://schemas.openxmlformats.org/officeDocument/2006/relationships/customXml" Target="../ink/ink1189.xml"/><Relationship Id="rId164" Type="http://schemas.openxmlformats.org/officeDocument/2006/relationships/customXml" Target="../ink/ink1210.xml"/><Relationship Id="rId371" Type="http://schemas.openxmlformats.org/officeDocument/2006/relationships/image" Target="../media/image950.png"/><Relationship Id="rId427" Type="http://schemas.openxmlformats.org/officeDocument/2006/relationships/image" Target="../media/image978.png"/><Relationship Id="rId469" Type="http://schemas.openxmlformats.org/officeDocument/2006/relationships/image" Target="../media/image999.png"/><Relationship Id="rId634" Type="http://schemas.openxmlformats.org/officeDocument/2006/relationships/customXml" Target="../ink/ink1447.xml"/><Relationship Id="rId26" Type="http://schemas.openxmlformats.org/officeDocument/2006/relationships/customXml" Target="../ink/ink1141.xml"/><Relationship Id="rId231" Type="http://schemas.openxmlformats.org/officeDocument/2006/relationships/customXml" Target="../ink/ink1244.xml"/><Relationship Id="rId273" Type="http://schemas.openxmlformats.org/officeDocument/2006/relationships/customXml" Target="../ink/ink1265.xml"/><Relationship Id="rId329" Type="http://schemas.openxmlformats.org/officeDocument/2006/relationships/image" Target="../media/image929.png"/><Relationship Id="rId480" Type="http://schemas.openxmlformats.org/officeDocument/2006/relationships/customXml" Target="../ink/ink1369.xml"/><Relationship Id="rId536" Type="http://schemas.openxmlformats.org/officeDocument/2006/relationships/customXml" Target="../ink/ink1397.xml"/><Relationship Id="rId68" Type="http://schemas.openxmlformats.org/officeDocument/2006/relationships/customXml" Target="../ink/ink1162.xml"/><Relationship Id="rId133" Type="http://schemas.openxmlformats.org/officeDocument/2006/relationships/image" Target="../media/image833.png"/><Relationship Id="rId175" Type="http://schemas.openxmlformats.org/officeDocument/2006/relationships/image" Target="../media/image853.png"/><Relationship Id="rId340" Type="http://schemas.openxmlformats.org/officeDocument/2006/relationships/customXml" Target="../ink/ink1299.xml"/><Relationship Id="rId578" Type="http://schemas.openxmlformats.org/officeDocument/2006/relationships/image" Target="../media/image1053.png"/><Relationship Id="rId200" Type="http://schemas.openxmlformats.org/officeDocument/2006/relationships/customXml" Target="../ink/ink1228.xml"/><Relationship Id="rId382" Type="http://schemas.openxmlformats.org/officeDocument/2006/relationships/customXml" Target="../ink/ink1320.xml"/><Relationship Id="rId438" Type="http://schemas.openxmlformats.org/officeDocument/2006/relationships/customXml" Target="../ink/ink1348.xml"/><Relationship Id="rId603" Type="http://schemas.openxmlformats.org/officeDocument/2006/relationships/customXml" Target="../ink/ink1431.xml"/><Relationship Id="rId645" Type="http://schemas.openxmlformats.org/officeDocument/2006/relationships/image" Target="../media/image1086.png"/><Relationship Id="rId242" Type="http://schemas.openxmlformats.org/officeDocument/2006/relationships/image" Target="../media/image886.png"/><Relationship Id="rId284" Type="http://schemas.openxmlformats.org/officeDocument/2006/relationships/customXml" Target="../ink/ink1271.xml"/><Relationship Id="rId491" Type="http://schemas.openxmlformats.org/officeDocument/2006/relationships/image" Target="../media/image1010.png"/><Relationship Id="rId505" Type="http://schemas.openxmlformats.org/officeDocument/2006/relationships/image" Target="../media/image1017.png"/><Relationship Id="rId37" Type="http://schemas.openxmlformats.org/officeDocument/2006/relationships/image" Target="../media/image785.png"/><Relationship Id="rId79" Type="http://schemas.openxmlformats.org/officeDocument/2006/relationships/image" Target="../media/image806.png"/><Relationship Id="rId102" Type="http://schemas.openxmlformats.org/officeDocument/2006/relationships/customXml" Target="../ink/ink1179.xml"/><Relationship Id="rId144" Type="http://schemas.openxmlformats.org/officeDocument/2006/relationships/customXml" Target="../ink/ink1200.xml"/><Relationship Id="rId547" Type="http://schemas.openxmlformats.org/officeDocument/2006/relationships/image" Target="../media/image1038.png"/><Relationship Id="rId589" Type="http://schemas.openxmlformats.org/officeDocument/2006/relationships/customXml" Target="../ink/ink1424.xml"/><Relationship Id="rId90" Type="http://schemas.openxmlformats.org/officeDocument/2006/relationships/customXml" Target="../ink/ink1173.xml"/><Relationship Id="rId186" Type="http://schemas.openxmlformats.org/officeDocument/2006/relationships/customXml" Target="../ink/ink1221.xml"/><Relationship Id="rId351" Type="http://schemas.openxmlformats.org/officeDocument/2006/relationships/image" Target="../media/image940.png"/><Relationship Id="rId393" Type="http://schemas.openxmlformats.org/officeDocument/2006/relationships/image" Target="../media/image961.png"/><Relationship Id="rId407" Type="http://schemas.openxmlformats.org/officeDocument/2006/relationships/image" Target="../media/image968.png"/><Relationship Id="rId449" Type="http://schemas.openxmlformats.org/officeDocument/2006/relationships/image" Target="../media/image989.png"/><Relationship Id="rId614" Type="http://schemas.openxmlformats.org/officeDocument/2006/relationships/customXml" Target="../ink/ink1437.xml"/><Relationship Id="rId656" Type="http://schemas.openxmlformats.org/officeDocument/2006/relationships/customXml" Target="../ink/ink1458.xml"/><Relationship Id="rId211" Type="http://schemas.openxmlformats.org/officeDocument/2006/relationships/image" Target="../media/image871.png"/><Relationship Id="rId253" Type="http://schemas.openxmlformats.org/officeDocument/2006/relationships/customXml" Target="../ink/ink1255.xml"/><Relationship Id="rId295" Type="http://schemas.openxmlformats.org/officeDocument/2006/relationships/image" Target="../media/image912.png"/><Relationship Id="rId309" Type="http://schemas.openxmlformats.org/officeDocument/2006/relationships/image" Target="../media/image919.png"/><Relationship Id="rId460" Type="http://schemas.openxmlformats.org/officeDocument/2006/relationships/customXml" Target="../ink/ink1359.xml"/><Relationship Id="rId516" Type="http://schemas.openxmlformats.org/officeDocument/2006/relationships/customXml" Target="../ink/ink1387.xml"/><Relationship Id="rId48" Type="http://schemas.openxmlformats.org/officeDocument/2006/relationships/customXml" Target="../ink/ink1152.xml"/><Relationship Id="rId113" Type="http://schemas.openxmlformats.org/officeDocument/2006/relationships/image" Target="../media/image823.png"/><Relationship Id="rId320" Type="http://schemas.openxmlformats.org/officeDocument/2006/relationships/customXml" Target="../ink/ink1289.xml"/><Relationship Id="rId558" Type="http://schemas.openxmlformats.org/officeDocument/2006/relationships/customXml" Target="../ink/ink1408.xml"/><Relationship Id="rId155" Type="http://schemas.openxmlformats.org/officeDocument/2006/relationships/image" Target="../media/image843.png"/><Relationship Id="rId197" Type="http://schemas.openxmlformats.org/officeDocument/2006/relationships/image" Target="../media/image864.png"/><Relationship Id="rId362" Type="http://schemas.openxmlformats.org/officeDocument/2006/relationships/customXml" Target="../ink/ink1310.xml"/><Relationship Id="rId418" Type="http://schemas.openxmlformats.org/officeDocument/2006/relationships/customXml" Target="../ink/ink1338.xml"/><Relationship Id="rId625" Type="http://schemas.openxmlformats.org/officeDocument/2006/relationships/image" Target="../media/image1076.png"/><Relationship Id="rId222" Type="http://schemas.openxmlformats.org/officeDocument/2006/relationships/customXml" Target="../ink/ink1239.xml"/><Relationship Id="rId264" Type="http://schemas.openxmlformats.org/officeDocument/2006/relationships/image" Target="../media/image897.png"/><Relationship Id="rId471" Type="http://schemas.openxmlformats.org/officeDocument/2006/relationships/image" Target="../media/image1000.png"/><Relationship Id="rId17" Type="http://schemas.openxmlformats.org/officeDocument/2006/relationships/image" Target="../media/image775.png"/><Relationship Id="rId59" Type="http://schemas.openxmlformats.org/officeDocument/2006/relationships/image" Target="../media/image796.png"/><Relationship Id="rId124" Type="http://schemas.openxmlformats.org/officeDocument/2006/relationships/customXml" Target="../ink/ink1190.xml"/><Relationship Id="rId527" Type="http://schemas.openxmlformats.org/officeDocument/2006/relationships/image" Target="../media/image1028.png"/><Relationship Id="rId569" Type="http://schemas.openxmlformats.org/officeDocument/2006/relationships/customXml" Target="../ink/ink1414.xml"/><Relationship Id="rId70" Type="http://schemas.openxmlformats.org/officeDocument/2006/relationships/customXml" Target="../ink/ink1163.xml"/><Relationship Id="rId166" Type="http://schemas.openxmlformats.org/officeDocument/2006/relationships/customXml" Target="../ink/ink1211.xml"/><Relationship Id="rId331" Type="http://schemas.openxmlformats.org/officeDocument/2006/relationships/image" Target="../media/image930.png"/><Relationship Id="rId373" Type="http://schemas.openxmlformats.org/officeDocument/2006/relationships/image" Target="../media/image951.png"/><Relationship Id="rId429" Type="http://schemas.openxmlformats.org/officeDocument/2006/relationships/image" Target="../media/image979.png"/><Relationship Id="rId580" Type="http://schemas.openxmlformats.org/officeDocument/2006/relationships/image" Target="../media/image1054.png"/><Relationship Id="rId636" Type="http://schemas.openxmlformats.org/officeDocument/2006/relationships/customXml" Target="../ink/ink1448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245.xml"/><Relationship Id="rId440" Type="http://schemas.openxmlformats.org/officeDocument/2006/relationships/customXml" Target="../ink/ink1349.xml"/><Relationship Id="rId28" Type="http://schemas.openxmlformats.org/officeDocument/2006/relationships/customXml" Target="../ink/ink1142.xml"/><Relationship Id="rId275" Type="http://schemas.openxmlformats.org/officeDocument/2006/relationships/customXml" Target="../ink/ink1266.xml"/><Relationship Id="rId300" Type="http://schemas.openxmlformats.org/officeDocument/2006/relationships/customXml" Target="../ink/ink1279.xml"/><Relationship Id="rId482" Type="http://schemas.openxmlformats.org/officeDocument/2006/relationships/customXml" Target="../ink/ink1370.xml"/><Relationship Id="rId538" Type="http://schemas.openxmlformats.org/officeDocument/2006/relationships/customXml" Target="../ink/ink1398.xml"/><Relationship Id="rId81" Type="http://schemas.openxmlformats.org/officeDocument/2006/relationships/image" Target="../media/image807.png"/><Relationship Id="rId135" Type="http://schemas.openxmlformats.org/officeDocument/2006/relationships/image" Target="../media/image834.png"/><Relationship Id="rId177" Type="http://schemas.openxmlformats.org/officeDocument/2006/relationships/image" Target="../media/image854.png"/><Relationship Id="rId342" Type="http://schemas.openxmlformats.org/officeDocument/2006/relationships/customXml" Target="../ink/ink1300.xml"/><Relationship Id="rId384" Type="http://schemas.openxmlformats.org/officeDocument/2006/relationships/customXml" Target="../ink/ink1321.xml"/><Relationship Id="rId591" Type="http://schemas.openxmlformats.org/officeDocument/2006/relationships/customXml" Target="../ink/ink1425.xml"/><Relationship Id="rId605" Type="http://schemas.openxmlformats.org/officeDocument/2006/relationships/customXml" Target="../ink/ink1432.xml"/><Relationship Id="rId202" Type="http://schemas.openxmlformats.org/officeDocument/2006/relationships/customXml" Target="../ink/ink1229.xml"/><Relationship Id="rId244" Type="http://schemas.openxmlformats.org/officeDocument/2006/relationships/image" Target="../media/image887.png"/><Relationship Id="rId647" Type="http://schemas.openxmlformats.org/officeDocument/2006/relationships/image" Target="../media/image1087.png"/><Relationship Id="rId39" Type="http://schemas.openxmlformats.org/officeDocument/2006/relationships/image" Target="../media/image786.png"/><Relationship Id="rId286" Type="http://schemas.openxmlformats.org/officeDocument/2006/relationships/customXml" Target="../ink/ink1272.xml"/><Relationship Id="rId451" Type="http://schemas.openxmlformats.org/officeDocument/2006/relationships/image" Target="../media/image990.png"/><Relationship Id="rId493" Type="http://schemas.openxmlformats.org/officeDocument/2006/relationships/image" Target="../media/image1011.png"/><Relationship Id="rId507" Type="http://schemas.openxmlformats.org/officeDocument/2006/relationships/image" Target="../media/image1018.png"/><Relationship Id="rId549" Type="http://schemas.openxmlformats.org/officeDocument/2006/relationships/image" Target="../media/image1039.png"/><Relationship Id="rId50" Type="http://schemas.openxmlformats.org/officeDocument/2006/relationships/customXml" Target="../ink/ink1153.xml"/><Relationship Id="rId104" Type="http://schemas.openxmlformats.org/officeDocument/2006/relationships/customXml" Target="../ink/ink1180.xml"/><Relationship Id="rId146" Type="http://schemas.openxmlformats.org/officeDocument/2006/relationships/customXml" Target="../ink/ink1201.xml"/><Relationship Id="rId188" Type="http://schemas.openxmlformats.org/officeDocument/2006/relationships/customXml" Target="../ink/ink1222.xml"/><Relationship Id="rId311" Type="http://schemas.openxmlformats.org/officeDocument/2006/relationships/image" Target="../media/image920.png"/><Relationship Id="rId353" Type="http://schemas.openxmlformats.org/officeDocument/2006/relationships/image" Target="../media/image941.png"/><Relationship Id="rId395" Type="http://schemas.openxmlformats.org/officeDocument/2006/relationships/image" Target="../media/image962.png"/><Relationship Id="rId409" Type="http://schemas.openxmlformats.org/officeDocument/2006/relationships/image" Target="../media/image969.png"/><Relationship Id="rId560" Type="http://schemas.openxmlformats.org/officeDocument/2006/relationships/customXml" Target="../ink/ink1409.xml"/><Relationship Id="rId92" Type="http://schemas.openxmlformats.org/officeDocument/2006/relationships/customXml" Target="../ink/ink1174.xml"/><Relationship Id="rId213" Type="http://schemas.openxmlformats.org/officeDocument/2006/relationships/image" Target="../media/image872.png"/><Relationship Id="rId420" Type="http://schemas.openxmlformats.org/officeDocument/2006/relationships/customXml" Target="../ink/ink1339.xml"/><Relationship Id="rId616" Type="http://schemas.openxmlformats.org/officeDocument/2006/relationships/customXml" Target="../ink/ink1438.xml"/><Relationship Id="rId658" Type="http://schemas.openxmlformats.org/officeDocument/2006/relationships/customXml" Target="../ink/ink1459.xml"/><Relationship Id="rId255" Type="http://schemas.openxmlformats.org/officeDocument/2006/relationships/customXml" Target="../ink/ink1256.xml"/><Relationship Id="rId297" Type="http://schemas.openxmlformats.org/officeDocument/2006/relationships/image" Target="../media/image913.png"/><Relationship Id="rId462" Type="http://schemas.openxmlformats.org/officeDocument/2006/relationships/customXml" Target="../ink/ink1360.xml"/><Relationship Id="rId518" Type="http://schemas.openxmlformats.org/officeDocument/2006/relationships/customXml" Target="../ink/ink1388.xml"/><Relationship Id="rId115" Type="http://schemas.openxmlformats.org/officeDocument/2006/relationships/image" Target="../media/image824.png"/><Relationship Id="rId157" Type="http://schemas.openxmlformats.org/officeDocument/2006/relationships/image" Target="../media/image844.png"/><Relationship Id="rId322" Type="http://schemas.openxmlformats.org/officeDocument/2006/relationships/customXml" Target="../ink/ink1290.xml"/><Relationship Id="rId364" Type="http://schemas.openxmlformats.org/officeDocument/2006/relationships/customXml" Target="../ink/ink1311.xml"/><Relationship Id="rId61" Type="http://schemas.openxmlformats.org/officeDocument/2006/relationships/image" Target="../media/image797.png"/><Relationship Id="rId199" Type="http://schemas.openxmlformats.org/officeDocument/2006/relationships/image" Target="../media/image865.png"/><Relationship Id="rId571" Type="http://schemas.openxmlformats.org/officeDocument/2006/relationships/customXml" Target="../ink/ink1415.xml"/><Relationship Id="rId627" Type="http://schemas.openxmlformats.org/officeDocument/2006/relationships/image" Target="../media/image1077.png"/><Relationship Id="rId19" Type="http://schemas.openxmlformats.org/officeDocument/2006/relationships/image" Target="../media/image776.png"/><Relationship Id="rId224" Type="http://schemas.openxmlformats.org/officeDocument/2006/relationships/customXml" Target="../ink/ink1240.xml"/><Relationship Id="rId266" Type="http://schemas.openxmlformats.org/officeDocument/2006/relationships/image" Target="../media/image898.png"/><Relationship Id="rId431" Type="http://schemas.openxmlformats.org/officeDocument/2006/relationships/image" Target="../media/image980.png"/><Relationship Id="rId473" Type="http://schemas.openxmlformats.org/officeDocument/2006/relationships/image" Target="../media/image1001.png"/><Relationship Id="rId529" Type="http://schemas.openxmlformats.org/officeDocument/2006/relationships/image" Target="../media/image1029.png"/><Relationship Id="rId30" Type="http://schemas.openxmlformats.org/officeDocument/2006/relationships/customXml" Target="../ink/ink1143.xml"/><Relationship Id="rId126" Type="http://schemas.openxmlformats.org/officeDocument/2006/relationships/customXml" Target="../ink/ink1191.xml"/><Relationship Id="rId168" Type="http://schemas.openxmlformats.org/officeDocument/2006/relationships/customXml" Target="../ink/ink1212.xml"/><Relationship Id="rId333" Type="http://schemas.openxmlformats.org/officeDocument/2006/relationships/image" Target="../media/image931.png"/><Relationship Id="rId540" Type="http://schemas.openxmlformats.org/officeDocument/2006/relationships/customXml" Target="../ink/ink1399.xml"/><Relationship Id="rId72" Type="http://schemas.openxmlformats.org/officeDocument/2006/relationships/customXml" Target="../ink/ink1164.xml"/><Relationship Id="rId375" Type="http://schemas.openxmlformats.org/officeDocument/2006/relationships/image" Target="../media/image952.png"/><Relationship Id="rId582" Type="http://schemas.openxmlformats.org/officeDocument/2006/relationships/image" Target="../media/image1055.png"/><Relationship Id="rId638" Type="http://schemas.openxmlformats.org/officeDocument/2006/relationships/customXml" Target="../ink/ink1449.xml"/><Relationship Id="rId3" Type="http://schemas.openxmlformats.org/officeDocument/2006/relationships/image" Target="../media/image769.png"/><Relationship Id="rId235" Type="http://schemas.openxmlformats.org/officeDocument/2006/relationships/customXml" Target="../ink/ink1246.xml"/><Relationship Id="rId277" Type="http://schemas.openxmlformats.org/officeDocument/2006/relationships/customXml" Target="../ink/ink1267.xml"/><Relationship Id="rId400" Type="http://schemas.openxmlformats.org/officeDocument/2006/relationships/customXml" Target="../ink/ink1329.xml"/><Relationship Id="rId442" Type="http://schemas.openxmlformats.org/officeDocument/2006/relationships/customXml" Target="../ink/ink1350.xml"/><Relationship Id="rId484" Type="http://schemas.openxmlformats.org/officeDocument/2006/relationships/customXml" Target="../ink/ink1371.xml"/><Relationship Id="rId137" Type="http://schemas.openxmlformats.org/officeDocument/2006/relationships/image" Target="../media/image835.png"/><Relationship Id="rId302" Type="http://schemas.openxmlformats.org/officeDocument/2006/relationships/customXml" Target="../ink/ink1280.xml"/><Relationship Id="rId344" Type="http://schemas.openxmlformats.org/officeDocument/2006/relationships/customXml" Target="../ink/ink1301.xml"/><Relationship Id="rId41" Type="http://schemas.openxmlformats.org/officeDocument/2006/relationships/image" Target="../media/image787.png"/><Relationship Id="rId83" Type="http://schemas.openxmlformats.org/officeDocument/2006/relationships/image" Target="../media/image808.png"/><Relationship Id="rId179" Type="http://schemas.openxmlformats.org/officeDocument/2006/relationships/image" Target="../media/image855.png"/><Relationship Id="rId386" Type="http://schemas.openxmlformats.org/officeDocument/2006/relationships/customXml" Target="../ink/ink1322.xml"/><Relationship Id="rId551" Type="http://schemas.openxmlformats.org/officeDocument/2006/relationships/image" Target="../media/image1040.png"/><Relationship Id="rId593" Type="http://schemas.openxmlformats.org/officeDocument/2006/relationships/customXml" Target="../ink/ink1426.xml"/><Relationship Id="rId607" Type="http://schemas.openxmlformats.org/officeDocument/2006/relationships/customXml" Target="../ink/ink1433.xml"/><Relationship Id="rId649" Type="http://schemas.openxmlformats.org/officeDocument/2006/relationships/image" Target="../media/image1088.png"/><Relationship Id="rId190" Type="http://schemas.openxmlformats.org/officeDocument/2006/relationships/customXml" Target="../ink/ink1223.xml"/><Relationship Id="rId204" Type="http://schemas.openxmlformats.org/officeDocument/2006/relationships/customXml" Target="../ink/ink1230.xml"/><Relationship Id="rId246" Type="http://schemas.openxmlformats.org/officeDocument/2006/relationships/image" Target="../media/image888.png"/><Relationship Id="rId288" Type="http://schemas.openxmlformats.org/officeDocument/2006/relationships/customXml" Target="../ink/ink1273.xml"/><Relationship Id="rId411" Type="http://schemas.openxmlformats.org/officeDocument/2006/relationships/image" Target="../media/image970.png"/><Relationship Id="rId453" Type="http://schemas.openxmlformats.org/officeDocument/2006/relationships/image" Target="../media/image991.png"/><Relationship Id="rId509" Type="http://schemas.openxmlformats.org/officeDocument/2006/relationships/image" Target="../media/image1019.png"/><Relationship Id="rId660" Type="http://schemas.openxmlformats.org/officeDocument/2006/relationships/customXml" Target="../ink/ink1460.xml"/><Relationship Id="rId106" Type="http://schemas.openxmlformats.org/officeDocument/2006/relationships/customXml" Target="../ink/ink1181.xml"/><Relationship Id="rId313" Type="http://schemas.openxmlformats.org/officeDocument/2006/relationships/image" Target="../media/image921.png"/><Relationship Id="rId495" Type="http://schemas.openxmlformats.org/officeDocument/2006/relationships/image" Target="../media/image1012.png"/><Relationship Id="rId10" Type="http://schemas.openxmlformats.org/officeDocument/2006/relationships/customXml" Target="../ink/ink1133.xml"/><Relationship Id="rId52" Type="http://schemas.openxmlformats.org/officeDocument/2006/relationships/customXml" Target="../ink/ink1154.xml"/><Relationship Id="rId94" Type="http://schemas.openxmlformats.org/officeDocument/2006/relationships/customXml" Target="../ink/ink1175.xml"/><Relationship Id="rId148" Type="http://schemas.openxmlformats.org/officeDocument/2006/relationships/customXml" Target="../ink/ink1202.xml"/><Relationship Id="rId355" Type="http://schemas.openxmlformats.org/officeDocument/2006/relationships/image" Target="../media/image942.png"/><Relationship Id="rId397" Type="http://schemas.openxmlformats.org/officeDocument/2006/relationships/image" Target="../media/image963.png"/><Relationship Id="rId520" Type="http://schemas.openxmlformats.org/officeDocument/2006/relationships/customXml" Target="../ink/ink1389.xml"/><Relationship Id="rId562" Type="http://schemas.openxmlformats.org/officeDocument/2006/relationships/image" Target="../media/image1045.png"/><Relationship Id="rId618" Type="http://schemas.openxmlformats.org/officeDocument/2006/relationships/customXml" Target="../ink/ink1439.xml"/><Relationship Id="rId215" Type="http://schemas.openxmlformats.org/officeDocument/2006/relationships/image" Target="../media/image873.png"/><Relationship Id="rId257" Type="http://schemas.openxmlformats.org/officeDocument/2006/relationships/customXml" Target="../ink/ink1257.xml"/><Relationship Id="rId422" Type="http://schemas.openxmlformats.org/officeDocument/2006/relationships/customXml" Target="../ink/ink1340.xml"/><Relationship Id="rId464" Type="http://schemas.openxmlformats.org/officeDocument/2006/relationships/customXml" Target="../ink/ink1361.xml"/><Relationship Id="rId299" Type="http://schemas.openxmlformats.org/officeDocument/2006/relationships/image" Target="../media/image914.png"/><Relationship Id="rId63" Type="http://schemas.openxmlformats.org/officeDocument/2006/relationships/image" Target="../media/image798.png"/><Relationship Id="rId159" Type="http://schemas.openxmlformats.org/officeDocument/2006/relationships/image" Target="../media/image845.png"/><Relationship Id="rId366" Type="http://schemas.openxmlformats.org/officeDocument/2006/relationships/customXml" Target="../ink/ink1312.xml"/><Relationship Id="rId573" Type="http://schemas.openxmlformats.org/officeDocument/2006/relationships/customXml" Target="../ink/ink1416.xml"/><Relationship Id="rId226" Type="http://schemas.openxmlformats.org/officeDocument/2006/relationships/customXml" Target="../ink/ink1241.xml"/><Relationship Id="rId433" Type="http://schemas.openxmlformats.org/officeDocument/2006/relationships/image" Target="../media/image981.png"/><Relationship Id="rId640" Type="http://schemas.openxmlformats.org/officeDocument/2006/relationships/customXml" Target="../ink/ink1450.xml"/><Relationship Id="rId74" Type="http://schemas.openxmlformats.org/officeDocument/2006/relationships/customXml" Target="../ink/ink1165.xml"/><Relationship Id="rId377" Type="http://schemas.openxmlformats.org/officeDocument/2006/relationships/image" Target="../media/image953.png"/><Relationship Id="rId500" Type="http://schemas.openxmlformats.org/officeDocument/2006/relationships/customXml" Target="../ink/ink1379.xml"/><Relationship Id="rId584" Type="http://schemas.openxmlformats.org/officeDocument/2006/relationships/image" Target="../media/image1056.png"/><Relationship Id="rId5" Type="http://schemas.openxmlformats.org/officeDocument/2006/relationships/image" Target="../media/image770.png"/><Relationship Id="rId237" Type="http://schemas.openxmlformats.org/officeDocument/2006/relationships/customXml" Target="../ink/ink1247.xml"/><Relationship Id="rId444" Type="http://schemas.openxmlformats.org/officeDocument/2006/relationships/customXml" Target="../ink/ink1351.xml"/><Relationship Id="rId651" Type="http://schemas.openxmlformats.org/officeDocument/2006/relationships/image" Target="../media/image1089.png"/><Relationship Id="rId290" Type="http://schemas.openxmlformats.org/officeDocument/2006/relationships/customXml" Target="../ink/ink1274.xml"/><Relationship Id="rId304" Type="http://schemas.openxmlformats.org/officeDocument/2006/relationships/customXml" Target="../ink/ink1281.xml"/><Relationship Id="rId388" Type="http://schemas.openxmlformats.org/officeDocument/2006/relationships/customXml" Target="../ink/ink1323.xml"/><Relationship Id="rId511" Type="http://schemas.openxmlformats.org/officeDocument/2006/relationships/image" Target="../media/image1020.png"/><Relationship Id="rId609" Type="http://schemas.openxmlformats.org/officeDocument/2006/relationships/image" Target="../media/image1068.png"/><Relationship Id="rId85" Type="http://schemas.openxmlformats.org/officeDocument/2006/relationships/image" Target="../media/image809.png"/><Relationship Id="rId150" Type="http://schemas.openxmlformats.org/officeDocument/2006/relationships/customXml" Target="../ink/ink1203.xml"/><Relationship Id="rId595" Type="http://schemas.openxmlformats.org/officeDocument/2006/relationships/customXml" Target="../ink/ink1427.xml"/><Relationship Id="rId248" Type="http://schemas.openxmlformats.org/officeDocument/2006/relationships/image" Target="../media/image889.png"/><Relationship Id="rId455" Type="http://schemas.openxmlformats.org/officeDocument/2006/relationships/image" Target="../media/image992.png"/><Relationship Id="rId662" Type="http://schemas.openxmlformats.org/officeDocument/2006/relationships/customXml" Target="../ink/ink1461.xml"/><Relationship Id="rId12" Type="http://schemas.openxmlformats.org/officeDocument/2006/relationships/customXml" Target="../ink/ink1134.xml"/><Relationship Id="rId108" Type="http://schemas.openxmlformats.org/officeDocument/2006/relationships/customXml" Target="../ink/ink1182.xml"/><Relationship Id="rId315" Type="http://schemas.openxmlformats.org/officeDocument/2006/relationships/image" Target="../media/image922.png"/><Relationship Id="rId522" Type="http://schemas.openxmlformats.org/officeDocument/2006/relationships/customXml" Target="../ink/ink1390.xml"/><Relationship Id="rId96" Type="http://schemas.openxmlformats.org/officeDocument/2006/relationships/customXml" Target="../ink/ink1176.xml"/><Relationship Id="rId161" Type="http://schemas.openxmlformats.org/officeDocument/2006/relationships/image" Target="../media/image846.png"/><Relationship Id="rId399" Type="http://schemas.openxmlformats.org/officeDocument/2006/relationships/image" Target="../media/image964.png"/><Relationship Id="rId259" Type="http://schemas.openxmlformats.org/officeDocument/2006/relationships/customXml" Target="../ink/ink1258.xml"/><Relationship Id="rId466" Type="http://schemas.openxmlformats.org/officeDocument/2006/relationships/customXml" Target="../ink/ink1362.xml"/><Relationship Id="rId23" Type="http://schemas.openxmlformats.org/officeDocument/2006/relationships/image" Target="../media/image778.png"/><Relationship Id="rId119" Type="http://schemas.openxmlformats.org/officeDocument/2006/relationships/image" Target="../media/image826.png"/><Relationship Id="rId326" Type="http://schemas.openxmlformats.org/officeDocument/2006/relationships/customXml" Target="../ink/ink1292.xml"/><Relationship Id="rId533" Type="http://schemas.openxmlformats.org/officeDocument/2006/relationships/image" Target="../media/image1031.png"/><Relationship Id="rId172" Type="http://schemas.openxmlformats.org/officeDocument/2006/relationships/customXml" Target="../ink/ink1214.xml"/><Relationship Id="rId477" Type="http://schemas.openxmlformats.org/officeDocument/2006/relationships/image" Target="../media/image1003.png"/><Relationship Id="rId600" Type="http://schemas.openxmlformats.org/officeDocument/2006/relationships/image" Target="../media/image1064.png"/><Relationship Id="rId337" Type="http://schemas.openxmlformats.org/officeDocument/2006/relationships/image" Target="../media/image933.png"/><Relationship Id="rId34" Type="http://schemas.openxmlformats.org/officeDocument/2006/relationships/customXml" Target="../ink/ink1145.xml"/><Relationship Id="rId544" Type="http://schemas.openxmlformats.org/officeDocument/2006/relationships/customXml" Target="../ink/ink1401.xml"/><Relationship Id="rId183" Type="http://schemas.openxmlformats.org/officeDocument/2006/relationships/image" Target="../media/image857.png"/><Relationship Id="rId390" Type="http://schemas.openxmlformats.org/officeDocument/2006/relationships/customXml" Target="../ink/ink1324.xml"/><Relationship Id="rId404" Type="http://schemas.openxmlformats.org/officeDocument/2006/relationships/customXml" Target="../ink/ink1331.xml"/><Relationship Id="rId611" Type="http://schemas.openxmlformats.org/officeDocument/2006/relationships/image" Target="../media/image1069.png"/><Relationship Id="rId250" Type="http://schemas.openxmlformats.org/officeDocument/2006/relationships/image" Target="../media/image890.png"/><Relationship Id="rId488" Type="http://schemas.openxmlformats.org/officeDocument/2006/relationships/customXml" Target="../ink/ink1373.xml"/><Relationship Id="rId45" Type="http://schemas.openxmlformats.org/officeDocument/2006/relationships/image" Target="../media/image789.png"/><Relationship Id="rId110" Type="http://schemas.openxmlformats.org/officeDocument/2006/relationships/customXml" Target="../ink/ink1183.xml"/><Relationship Id="rId348" Type="http://schemas.openxmlformats.org/officeDocument/2006/relationships/customXml" Target="../ink/ink1303.xml"/><Relationship Id="rId555" Type="http://schemas.openxmlformats.org/officeDocument/2006/relationships/image" Target="../media/image1042.png"/><Relationship Id="rId194" Type="http://schemas.openxmlformats.org/officeDocument/2006/relationships/customXml" Target="../ink/ink1225.xml"/><Relationship Id="rId208" Type="http://schemas.openxmlformats.org/officeDocument/2006/relationships/customXml" Target="../ink/ink1232.xml"/><Relationship Id="rId415" Type="http://schemas.openxmlformats.org/officeDocument/2006/relationships/image" Target="../media/image972.png"/><Relationship Id="rId622" Type="http://schemas.openxmlformats.org/officeDocument/2006/relationships/customXml" Target="../ink/ink1441.xml"/><Relationship Id="rId261" Type="http://schemas.openxmlformats.org/officeDocument/2006/relationships/customXml" Target="../ink/ink1259.xml"/><Relationship Id="rId499" Type="http://schemas.openxmlformats.org/officeDocument/2006/relationships/image" Target="../media/image1014.png"/><Relationship Id="rId56" Type="http://schemas.openxmlformats.org/officeDocument/2006/relationships/customXml" Target="../ink/ink1156.xml"/><Relationship Id="rId359" Type="http://schemas.openxmlformats.org/officeDocument/2006/relationships/image" Target="../media/image944.png"/><Relationship Id="rId566" Type="http://schemas.openxmlformats.org/officeDocument/2006/relationships/image" Target="../media/image1047.png"/><Relationship Id="rId121" Type="http://schemas.openxmlformats.org/officeDocument/2006/relationships/image" Target="../media/image827.png"/><Relationship Id="rId219" Type="http://schemas.openxmlformats.org/officeDocument/2006/relationships/image" Target="../media/image875.png"/><Relationship Id="rId426" Type="http://schemas.openxmlformats.org/officeDocument/2006/relationships/customXml" Target="../ink/ink1342.xml"/><Relationship Id="rId633" Type="http://schemas.openxmlformats.org/officeDocument/2006/relationships/image" Target="../media/image1080.png"/><Relationship Id="rId67" Type="http://schemas.openxmlformats.org/officeDocument/2006/relationships/image" Target="../media/image800.png"/><Relationship Id="rId272" Type="http://schemas.openxmlformats.org/officeDocument/2006/relationships/image" Target="../media/image901.png"/><Relationship Id="rId577" Type="http://schemas.openxmlformats.org/officeDocument/2006/relationships/customXml" Target="../ink/ink1418.xml"/><Relationship Id="rId132" Type="http://schemas.openxmlformats.org/officeDocument/2006/relationships/customXml" Target="../ink/ink1194.xml"/><Relationship Id="rId437" Type="http://schemas.openxmlformats.org/officeDocument/2006/relationships/image" Target="../media/image983.png"/><Relationship Id="rId644" Type="http://schemas.openxmlformats.org/officeDocument/2006/relationships/customXml" Target="../ink/ink1452.xml"/><Relationship Id="rId283" Type="http://schemas.openxmlformats.org/officeDocument/2006/relationships/image" Target="../media/image906.png"/><Relationship Id="rId490" Type="http://schemas.openxmlformats.org/officeDocument/2006/relationships/customXml" Target="../ink/ink1374.xml"/><Relationship Id="rId504" Type="http://schemas.openxmlformats.org/officeDocument/2006/relationships/customXml" Target="../ink/ink1381.xml"/><Relationship Id="rId78" Type="http://schemas.openxmlformats.org/officeDocument/2006/relationships/customXml" Target="../ink/ink1167.xml"/><Relationship Id="rId143" Type="http://schemas.openxmlformats.org/officeDocument/2006/relationships/image" Target="../media/image838.png"/><Relationship Id="rId350" Type="http://schemas.openxmlformats.org/officeDocument/2006/relationships/customXml" Target="../ink/ink1304.xml"/><Relationship Id="rId588" Type="http://schemas.openxmlformats.org/officeDocument/2006/relationships/image" Target="../media/image1058.png"/><Relationship Id="rId9" Type="http://schemas.openxmlformats.org/officeDocument/2006/relationships/image" Target="../media/image129.png"/><Relationship Id="rId210" Type="http://schemas.openxmlformats.org/officeDocument/2006/relationships/customXml" Target="../ink/ink1233.xml"/><Relationship Id="rId448" Type="http://schemas.openxmlformats.org/officeDocument/2006/relationships/customXml" Target="../ink/ink1353.xml"/><Relationship Id="rId655" Type="http://schemas.openxmlformats.org/officeDocument/2006/relationships/image" Target="../media/image1091.png"/><Relationship Id="rId294" Type="http://schemas.openxmlformats.org/officeDocument/2006/relationships/customXml" Target="../ink/ink1276.xml"/><Relationship Id="rId308" Type="http://schemas.openxmlformats.org/officeDocument/2006/relationships/customXml" Target="../ink/ink1283.xml"/><Relationship Id="rId515" Type="http://schemas.openxmlformats.org/officeDocument/2006/relationships/image" Target="../media/image1022.png"/><Relationship Id="rId89" Type="http://schemas.openxmlformats.org/officeDocument/2006/relationships/image" Target="../media/image811.png"/><Relationship Id="rId154" Type="http://schemas.openxmlformats.org/officeDocument/2006/relationships/customXml" Target="../ink/ink1205.xml"/><Relationship Id="rId361" Type="http://schemas.openxmlformats.org/officeDocument/2006/relationships/image" Target="../media/image945.png"/><Relationship Id="rId599" Type="http://schemas.openxmlformats.org/officeDocument/2006/relationships/customXml" Target="../ink/ink1429.xml"/><Relationship Id="rId459" Type="http://schemas.openxmlformats.org/officeDocument/2006/relationships/image" Target="../media/image994.png"/><Relationship Id="rId16" Type="http://schemas.openxmlformats.org/officeDocument/2006/relationships/customXml" Target="../ink/ink1136.xml"/><Relationship Id="rId221" Type="http://schemas.openxmlformats.org/officeDocument/2006/relationships/image" Target="../media/image876.png"/><Relationship Id="rId319" Type="http://schemas.openxmlformats.org/officeDocument/2006/relationships/image" Target="../media/image924.png"/><Relationship Id="rId526" Type="http://schemas.openxmlformats.org/officeDocument/2006/relationships/customXml" Target="../ink/ink1392.xml"/><Relationship Id="rId165" Type="http://schemas.openxmlformats.org/officeDocument/2006/relationships/image" Target="../media/image848.png"/><Relationship Id="rId372" Type="http://schemas.openxmlformats.org/officeDocument/2006/relationships/customXml" Target="../ink/ink13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2C99-71B0-A61E-8B46-95D0ACAAB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9A7F9-1E34-62A2-DC56-2F4EC9736C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318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335A-8264-1BB2-832B-0C144E07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Linear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0C73-E44F-E6F1-FC31-D2E9D0262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Lists</a:t>
            </a:r>
          </a:p>
          <a:p>
            <a:pPr marL="0" indent="0">
              <a:buNone/>
            </a:pPr>
            <a:r>
              <a:rPr lang="en-ZA" dirty="0"/>
              <a:t>Stack</a:t>
            </a:r>
          </a:p>
          <a:p>
            <a:pPr marL="0" indent="0">
              <a:buNone/>
            </a:pPr>
            <a:r>
              <a:rPr lang="en-ZA" dirty="0"/>
              <a:t>Queue</a:t>
            </a:r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2700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0C0E-AACB-F996-C475-67C9AAA7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Non-linear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36354-1B2A-A276-6853-39375CCF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Binary Search Tree</a:t>
            </a:r>
          </a:p>
          <a:p>
            <a:pPr marL="0" indent="0">
              <a:buNone/>
            </a:pPr>
            <a:r>
              <a:rPr lang="en-ZA" dirty="0"/>
              <a:t>Heap</a:t>
            </a:r>
          </a:p>
          <a:p>
            <a:pPr marL="0" indent="0">
              <a:buNone/>
            </a:pPr>
            <a:r>
              <a:rPr lang="en-ZA" dirty="0"/>
              <a:t>Graph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19788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C8A4-84A7-6A43-418A-44756CAD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9CCE-1049-B0F1-FC7D-81FD29623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Basically store and retrieve data from the queue which implements a last-in-first-out queueing discipline.</a:t>
            </a:r>
          </a:p>
          <a:p>
            <a:r>
              <a:rPr lang="en-ZA" dirty="0"/>
              <a:t>Create our own stack implementation.</a:t>
            </a:r>
          </a:p>
          <a:p>
            <a:r>
              <a:rPr lang="en-ZA" dirty="0"/>
              <a:t>Operations:</a:t>
            </a:r>
          </a:p>
          <a:p>
            <a:pPr lvl="1"/>
            <a:r>
              <a:rPr lang="en-ZA" dirty="0"/>
              <a:t>push() – add an item to the stack</a:t>
            </a:r>
          </a:p>
          <a:p>
            <a:pPr lvl="1"/>
            <a:r>
              <a:rPr lang="en-ZA" dirty="0"/>
              <a:t>pop() – remove the topmost item from the stack</a:t>
            </a:r>
          </a:p>
          <a:p>
            <a:pPr lvl="1"/>
            <a:r>
              <a:rPr lang="en-ZA" dirty="0"/>
              <a:t>peek() – look at, but do not modify, the top item in the stack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19872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2B56-48D6-0C05-C6AE-50435982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Calculations using reverse polish notation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0A4316-85BC-5E91-EF7A-08EF5D922867}"/>
              </a:ext>
            </a:extLst>
          </p:cNvPr>
          <p:cNvGrpSpPr/>
          <p:nvPr/>
        </p:nvGrpSpPr>
        <p:grpSpPr>
          <a:xfrm>
            <a:off x="937667" y="1627467"/>
            <a:ext cx="775080" cy="1418040"/>
            <a:chOff x="937667" y="1627467"/>
            <a:chExt cx="775080" cy="141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CC4B99-BE91-B4D8-8A48-0639C6CBDB74}"/>
                    </a:ext>
                  </a:extLst>
                </p14:cNvPr>
                <p14:cNvContentPartPr/>
                <p14:nvPr/>
              </p14:nvContentPartPr>
              <p14:xfrm>
                <a:off x="937667" y="1725747"/>
                <a:ext cx="172080" cy="1310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CC4B99-BE91-B4D8-8A48-0639C6CBDB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33347" y="1721427"/>
                  <a:ext cx="180720" cy="13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804EA8-5F01-4738-EF47-536DF4A6904B}"/>
                    </a:ext>
                  </a:extLst>
                </p14:cNvPr>
                <p14:cNvContentPartPr/>
                <p14:nvPr/>
              </p14:nvContentPartPr>
              <p14:xfrm>
                <a:off x="1072307" y="1627467"/>
                <a:ext cx="640440" cy="1418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804EA8-5F01-4738-EF47-536DF4A690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67987" y="1623147"/>
                  <a:ext cx="649080" cy="14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D0B2A7E-86FF-9E67-59A8-A1CA0CDCA88A}"/>
                    </a:ext>
                  </a:extLst>
                </p14:cNvPr>
                <p14:cNvContentPartPr/>
                <p14:nvPr/>
              </p14:nvContentPartPr>
              <p14:xfrm>
                <a:off x="948107" y="2983587"/>
                <a:ext cx="638280" cy="47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D0B2A7E-86FF-9E67-59A8-A1CA0CDCA8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3787" y="2979267"/>
                  <a:ext cx="646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7D38C7-4B5D-0A3D-174F-0737ADAF4A23}"/>
                    </a:ext>
                  </a:extLst>
                </p14:cNvPr>
                <p14:cNvContentPartPr/>
                <p14:nvPr/>
              </p14:nvContentPartPr>
              <p14:xfrm>
                <a:off x="978707" y="2517747"/>
                <a:ext cx="588960" cy="8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7D38C7-4B5D-0A3D-174F-0737ADAF4A2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4387" y="2513427"/>
                  <a:ext cx="597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BB0E94-E08A-FCFF-5202-FD4C94473ED7}"/>
                    </a:ext>
                  </a:extLst>
                </p14:cNvPr>
                <p14:cNvContentPartPr/>
                <p14:nvPr/>
              </p14:nvContentPartPr>
              <p14:xfrm>
                <a:off x="1035587" y="2039667"/>
                <a:ext cx="604440" cy="47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BB0E94-E08A-FCFF-5202-FD4C94473E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1267" y="2035347"/>
                  <a:ext cx="613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561B81-B8A0-2B73-C114-0ACB510A0737}"/>
                    </a:ext>
                  </a:extLst>
                </p14:cNvPr>
                <p14:cNvContentPartPr/>
                <p14:nvPr/>
              </p14:nvContentPartPr>
              <p14:xfrm>
                <a:off x="1156547" y="2212107"/>
                <a:ext cx="191520" cy="200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561B81-B8A0-2B73-C114-0ACB510A07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2227" y="2207787"/>
                  <a:ext cx="200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A321C7D-0CD4-1043-BAF3-A3D41503D543}"/>
                    </a:ext>
                  </a:extLst>
                </p14:cNvPr>
                <p14:cNvContentPartPr/>
                <p14:nvPr/>
              </p14:nvContentPartPr>
              <p14:xfrm>
                <a:off x="1109387" y="2636187"/>
                <a:ext cx="212760" cy="16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A321C7D-0CD4-1043-BAF3-A3D41503D5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5067" y="2631867"/>
                  <a:ext cx="221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C9C593-1EDC-98EF-0406-23F87DF5B438}"/>
                    </a:ext>
                  </a:extLst>
                </p14:cNvPr>
                <p14:cNvContentPartPr/>
                <p14:nvPr/>
              </p14:nvContentPartPr>
              <p14:xfrm>
                <a:off x="1224587" y="2677947"/>
                <a:ext cx="64440" cy="19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C9C593-1EDC-98EF-0406-23F87DF5B4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20267" y="2673627"/>
                  <a:ext cx="73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BC546B-11D0-EA86-A9BF-9B35A2C478AC}"/>
                    </a:ext>
                  </a:extLst>
                </p14:cNvPr>
                <p14:cNvContentPartPr/>
                <p14:nvPr/>
              </p14:nvContentPartPr>
              <p14:xfrm>
                <a:off x="1306307" y="1750227"/>
                <a:ext cx="21600" cy="213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BC546B-11D0-EA86-A9BF-9B35A2C478A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01987" y="1745907"/>
                  <a:ext cx="302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3FCE4B8-355A-F969-9E9B-0B4A6A33C1C7}"/>
                    </a:ext>
                  </a:extLst>
                </p14:cNvPr>
                <p14:cNvContentPartPr/>
                <p14:nvPr/>
              </p14:nvContentPartPr>
              <p14:xfrm>
                <a:off x="1195067" y="1833027"/>
                <a:ext cx="272880" cy="37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3FCE4B8-355A-F969-9E9B-0B4A6A33C1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90747" y="1828707"/>
                  <a:ext cx="28152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864F3E9-C951-1F6E-E2BD-A1AF6F1445F1}"/>
                  </a:ext>
                </a:extLst>
              </p14:cNvPr>
              <p14:cNvContentPartPr/>
              <p14:nvPr/>
            </p14:nvContentPartPr>
            <p14:xfrm>
              <a:off x="5314547" y="1640427"/>
              <a:ext cx="182880" cy="200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864F3E9-C951-1F6E-E2BD-A1AF6F1445F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310227" y="1636107"/>
                <a:ext cx="191520" cy="20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1C2B7B1-0548-B5D4-4652-65C321195219}"/>
              </a:ext>
            </a:extLst>
          </p:cNvPr>
          <p:cNvGrpSpPr/>
          <p:nvPr/>
        </p:nvGrpSpPr>
        <p:grpSpPr>
          <a:xfrm>
            <a:off x="5668427" y="1609107"/>
            <a:ext cx="188640" cy="202320"/>
            <a:chOff x="5668427" y="1609107"/>
            <a:chExt cx="18864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43C538D-EF23-3035-1336-32E57D247EA8}"/>
                    </a:ext>
                  </a:extLst>
                </p14:cNvPr>
                <p14:cNvContentPartPr/>
                <p14:nvPr/>
              </p14:nvContentPartPr>
              <p14:xfrm>
                <a:off x="5752667" y="1609107"/>
                <a:ext cx="39600" cy="202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43C538D-EF23-3035-1336-32E57D247EA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48347" y="1604787"/>
                  <a:ext cx="48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C421FB-BBD9-7DAB-84B8-BEF999E2D326}"/>
                    </a:ext>
                  </a:extLst>
                </p14:cNvPr>
                <p14:cNvContentPartPr/>
                <p14:nvPr/>
              </p14:nvContentPartPr>
              <p14:xfrm>
                <a:off x="5668427" y="1694427"/>
                <a:ext cx="188640" cy="12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C421FB-BBD9-7DAB-84B8-BEF999E2D32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64107" y="1690107"/>
                  <a:ext cx="1972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397DECB-6001-6F7D-5120-6AD3602B21A1}"/>
              </a:ext>
            </a:extLst>
          </p:cNvPr>
          <p:cNvGrpSpPr/>
          <p:nvPr/>
        </p:nvGrpSpPr>
        <p:grpSpPr>
          <a:xfrm>
            <a:off x="6079907" y="1544667"/>
            <a:ext cx="214560" cy="375120"/>
            <a:chOff x="6079907" y="1544667"/>
            <a:chExt cx="21456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77215C1-BD43-E544-458E-2D267BA98311}"/>
                    </a:ext>
                  </a:extLst>
                </p14:cNvPr>
                <p14:cNvContentPartPr/>
                <p14:nvPr/>
              </p14:nvContentPartPr>
              <p14:xfrm>
                <a:off x="6079907" y="1544667"/>
                <a:ext cx="214560" cy="177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77215C1-BD43-E544-458E-2D267BA983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75587" y="1540347"/>
                  <a:ext cx="223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62A1B39-C959-D002-84AD-C76F986103FC}"/>
                    </a:ext>
                  </a:extLst>
                </p14:cNvPr>
                <p14:cNvContentPartPr/>
                <p14:nvPr/>
              </p14:nvContentPartPr>
              <p14:xfrm>
                <a:off x="6142547" y="1647627"/>
                <a:ext cx="77760" cy="272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62A1B39-C959-D002-84AD-C76F986103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38227" y="1643307"/>
                  <a:ext cx="8640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3F3839-1015-46A6-C4C8-D06C3F2B87AE}"/>
              </a:ext>
            </a:extLst>
          </p:cNvPr>
          <p:cNvGrpSpPr/>
          <p:nvPr/>
        </p:nvGrpSpPr>
        <p:grpSpPr>
          <a:xfrm>
            <a:off x="3691307" y="1537107"/>
            <a:ext cx="1197720" cy="659520"/>
            <a:chOff x="3691307" y="1537107"/>
            <a:chExt cx="119772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89CF0F-3189-C989-BD19-8FE7381CF14D}"/>
                    </a:ext>
                  </a:extLst>
                </p14:cNvPr>
                <p14:cNvContentPartPr/>
                <p14:nvPr/>
              </p14:nvContentPartPr>
              <p14:xfrm>
                <a:off x="3740987" y="1762827"/>
                <a:ext cx="1440" cy="101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89CF0F-3189-C989-BD19-8FE7381CF1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36667" y="1758507"/>
                  <a:ext cx="10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5A9DE3D-4465-7FDA-8334-CF87CA39A556}"/>
                    </a:ext>
                  </a:extLst>
                </p14:cNvPr>
                <p14:cNvContentPartPr/>
                <p14:nvPr/>
              </p14:nvContentPartPr>
              <p14:xfrm>
                <a:off x="3801827" y="1613787"/>
                <a:ext cx="12240" cy="86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5A9DE3D-4465-7FDA-8334-CF87CA39A5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97507" y="1609467"/>
                  <a:ext cx="20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D17429-5B60-4AFD-0266-70F4DF291C1C}"/>
                    </a:ext>
                  </a:extLst>
                </p14:cNvPr>
                <p14:cNvContentPartPr/>
                <p14:nvPr/>
              </p14:nvContentPartPr>
              <p14:xfrm>
                <a:off x="3804347" y="1799907"/>
                <a:ext cx="150840" cy="48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D17429-5B60-4AFD-0266-70F4DF291C1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00027" y="1795587"/>
                  <a:ext cx="159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0B0BBB-7BC1-0BA7-56EF-6F1EC003EA00}"/>
                    </a:ext>
                  </a:extLst>
                </p14:cNvPr>
                <p14:cNvContentPartPr/>
                <p14:nvPr/>
              </p14:nvContentPartPr>
              <p14:xfrm>
                <a:off x="4059947" y="1537107"/>
                <a:ext cx="171360" cy="406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0B0BBB-7BC1-0BA7-56EF-6F1EC003EA0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55627" y="1532787"/>
                  <a:ext cx="1800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35FA20-5F4C-168C-18B7-933B69BCF623}"/>
                    </a:ext>
                  </a:extLst>
                </p14:cNvPr>
                <p14:cNvContentPartPr/>
                <p14:nvPr/>
              </p14:nvContentPartPr>
              <p14:xfrm>
                <a:off x="4043387" y="1759947"/>
                <a:ext cx="110880" cy="1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35FA20-5F4C-168C-18B7-933B69BCF6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39067" y="1755627"/>
                  <a:ext cx="119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914C1A-937F-1D27-BB80-7B1FEEA5F81B}"/>
                    </a:ext>
                  </a:extLst>
                </p14:cNvPr>
                <p14:cNvContentPartPr/>
                <p14:nvPr/>
              </p14:nvContentPartPr>
              <p14:xfrm>
                <a:off x="4199987" y="1755987"/>
                <a:ext cx="8640" cy="74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914C1A-937F-1D27-BB80-7B1FEEA5F81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95667" y="1751667"/>
                  <a:ext cx="17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C7E0C61-1E19-5C12-9E69-1038B40793FB}"/>
                    </a:ext>
                  </a:extLst>
                </p14:cNvPr>
                <p14:cNvContentPartPr/>
                <p14:nvPr/>
              </p14:nvContentPartPr>
              <p14:xfrm>
                <a:off x="4233827" y="1670307"/>
                <a:ext cx="13320" cy="44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C7E0C61-1E19-5C12-9E69-1038B40793F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29507" y="1665987"/>
                  <a:ext cx="21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CDCB0A-D7F5-B431-8151-9355BA6B9E1B}"/>
                    </a:ext>
                  </a:extLst>
                </p14:cNvPr>
                <p14:cNvContentPartPr/>
                <p14:nvPr/>
              </p14:nvContentPartPr>
              <p14:xfrm>
                <a:off x="4277027" y="1729707"/>
                <a:ext cx="81000" cy="12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CDCB0A-D7F5-B431-8151-9355BA6B9E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72707" y="1725387"/>
                  <a:ext cx="89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18C65E-9125-8E6F-29C2-E795CD4128E4}"/>
                    </a:ext>
                  </a:extLst>
                </p14:cNvPr>
                <p14:cNvContentPartPr/>
                <p14:nvPr/>
              </p14:nvContentPartPr>
              <p14:xfrm>
                <a:off x="4282787" y="1762827"/>
                <a:ext cx="95760" cy="98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18C65E-9125-8E6F-29C2-E795CD4128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78467" y="1758507"/>
                  <a:ext cx="104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42B30AA-C3C3-F852-DAC3-EA567AB5F1A7}"/>
                    </a:ext>
                  </a:extLst>
                </p14:cNvPr>
                <p14:cNvContentPartPr/>
                <p14:nvPr/>
              </p14:nvContentPartPr>
              <p14:xfrm>
                <a:off x="3691307" y="2094027"/>
                <a:ext cx="196200" cy="10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42B30AA-C3C3-F852-DAC3-EA567AB5F1A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86987" y="2089707"/>
                  <a:ext cx="204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CDA74D9-FF22-D719-7D18-8528EAAA753D}"/>
                    </a:ext>
                  </a:extLst>
                </p14:cNvPr>
                <p14:cNvContentPartPr/>
                <p14:nvPr/>
              </p14:nvContentPartPr>
              <p14:xfrm>
                <a:off x="3963827" y="2078187"/>
                <a:ext cx="70560" cy="8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CDA74D9-FF22-D719-7D18-8528EAAA753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59507" y="2073867"/>
                  <a:ext cx="79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FE11382-E70B-2CF5-FEA2-53D7780D9E7A}"/>
                    </a:ext>
                  </a:extLst>
                </p14:cNvPr>
                <p14:cNvContentPartPr/>
                <p14:nvPr/>
              </p14:nvContentPartPr>
              <p14:xfrm>
                <a:off x="4173707" y="1990707"/>
                <a:ext cx="7560" cy="189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FE11382-E70B-2CF5-FEA2-53D7780D9E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69387" y="1986387"/>
                  <a:ext cx="16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60D3B8-502C-9DEC-67B3-185CF0AF5233}"/>
                    </a:ext>
                  </a:extLst>
                </p14:cNvPr>
                <p14:cNvContentPartPr/>
                <p14:nvPr/>
              </p14:nvContentPartPr>
              <p14:xfrm>
                <a:off x="4124027" y="2039667"/>
                <a:ext cx="275760" cy="104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60D3B8-502C-9DEC-67B3-185CF0AF52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19707" y="2035347"/>
                  <a:ext cx="284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3CC3D15-B66D-F13D-6C6C-7F6E97EAEFD7}"/>
                    </a:ext>
                  </a:extLst>
                </p14:cNvPr>
                <p14:cNvContentPartPr/>
                <p14:nvPr/>
              </p14:nvContentPartPr>
              <p14:xfrm>
                <a:off x="4444787" y="1922307"/>
                <a:ext cx="39600" cy="239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3CC3D15-B66D-F13D-6C6C-7F6E97EAEF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40467" y="1917987"/>
                  <a:ext cx="48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F820D46-7595-58B6-8EE3-A23D4D65915A}"/>
                    </a:ext>
                  </a:extLst>
                </p14:cNvPr>
                <p14:cNvContentPartPr/>
                <p14:nvPr/>
              </p14:nvContentPartPr>
              <p14:xfrm>
                <a:off x="4371707" y="2077467"/>
                <a:ext cx="170640" cy="68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F820D46-7595-58B6-8EE3-A23D4D65915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367387" y="2073147"/>
                  <a:ext cx="179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6901DD-B955-002A-B598-9FD5F3A4773C}"/>
                    </a:ext>
                  </a:extLst>
                </p14:cNvPr>
                <p14:cNvContentPartPr/>
                <p14:nvPr/>
              </p14:nvContentPartPr>
              <p14:xfrm>
                <a:off x="4584467" y="1947147"/>
                <a:ext cx="7920" cy="2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6901DD-B955-002A-B598-9FD5F3A477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80147" y="1942827"/>
                  <a:ext cx="16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01B665-A190-CB7E-366B-C1BDBCB11F0A}"/>
                    </a:ext>
                  </a:extLst>
                </p14:cNvPr>
                <p14:cNvContentPartPr/>
                <p14:nvPr/>
              </p14:nvContentPartPr>
              <p14:xfrm>
                <a:off x="4623707" y="1990707"/>
                <a:ext cx="84240" cy="129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01B665-A190-CB7E-366B-C1BDBCB11F0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19387" y="1986387"/>
                  <a:ext cx="92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4DC7227-E1D3-40B7-E065-DDC6F8B1CFA5}"/>
                    </a:ext>
                  </a:extLst>
                </p14:cNvPr>
                <p14:cNvContentPartPr/>
                <p14:nvPr/>
              </p14:nvContentPartPr>
              <p14:xfrm>
                <a:off x="4736747" y="2023107"/>
                <a:ext cx="152280" cy="138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4DC7227-E1D3-40B7-E065-DDC6F8B1CF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32427" y="2018787"/>
                  <a:ext cx="16092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CCBA54B-C460-79DC-DCD4-D223C3D54ABE}"/>
              </a:ext>
            </a:extLst>
          </p:cNvPr>
          <p:cNvGrpSpPr/>
          <p:nvPr/>
        </p:nvGrpSpPr>
        <p:grpSpPr>
          <a:xfrm>
            <a:off x="5558987" y="295467"/>
            <a:ext cx="797040" cy="443520"/>
            <a:chOff x="5558987" y="295467"/>
            <a:chExt cx="79704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2CA918-1AB2-817F-82CB-940B12E30325}"/>
                    </a:ext>
                  </a:extLst>
                </p14:cNvPr>
                <p14:cNvContentPartPr/>
                <p14:nvPr/>
              </p14:nvContentPartPr>
              <p14:xfrm>
                <a:off x="5736107" y="391587"/>
                <a:ext cx="166680" cy="270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2CA918-1AB2-817F-82CB-940B12E303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31787" y="387267"/>
                  <a:ext cx="1753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6DC9CF2-081B-1911-DCD4-89E49B982B08}"/>
                    </a:ext>
                  </a:extLst>
                </p14:cNvPr>
                <p14:cNvContentPartPr/>
                <p14:nvPr/>
              </p14:nvContentPartPr>
              <p14:xfrm>
                <a:off x="6041747" y="441267"/>
                <a:ext cx="15480" cy="259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6DC9CF2-081B-1911-DCD4-89E49B982B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37427" y="436947"/>
                  <a:ext cx="24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1868B44-2B83-0E97-86EB-B6F24C7303B7}"/>
                    </a:ext>
                  </a:extLst>
                </p14:cNvPr>
                <p14:cNvContentPartPr/>
                <p14:nvPr/>
              </p14:nvContentPartPr>
              <p14:xfrm>
                <a:off x="6058307" y="360627"/>
                <a:ext cx="110520" cy="109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1868B44-2B83-0E97-86EB-B6F24C7303B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53987" y="356307"/>
                  <a:ext cx="119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CF11A2-ECBD-9866-61FF-7B7AE3192B67}"/>
                    </a:ext>
                  </a:extLst>
                </p14:cNvPr>
                <p14:cNvContentPartPr/>
                <p14:nvPr/>
              </p14:nvContentPartPr>
              <p14:xfrm>
                <a:off x="6180707" y="333627"/>
                <a:ext cx="175320" cy="390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CF11A2-ECBD-9866-61FF-7B7AE3192B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76387" y="329307"/>
                  <a:ext cx="18396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5B24A8-ED6F-2E39-51E5-1E3F7F07B8F8}"/>
                    </a:ext>
                  </a:extLst>
                </p14:cNvPr>
                <p14:cNvContentPartPr/>
                <p14:nvPr/>
              </p14:nvContentPartPr>
              <p14:xfrm>
                <a:off x="5558987" y="295467"/>
                <a:ext cx="138240" cy="443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5B24A8-ED6F-2E39-51E5-1E3F7F07B8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54667" y="291147"/>
                  <a:ext cx="146880" cy="45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D0666B3-6392-DF38-58DB-18806B0B4806}"/>
              </a:ext>
            </a:extLst>
          </p:cNvPr>
          <p:cNvGrpSpPr/>
          <p:nvPr/>
        </p:nvGrpSpPr>
        <p:grpSpPr>
          <a:xfrm>
            <a:off x="3698867" y="2592987"/>
            <a:ext cx="1166040" cy="600120"/>
            <a:chOff x="3698867" y="2592987"/>
            <a:chExt cx="1166040" cy="60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1F07D3F-CECB-70B5-664B-9778FB068652}"/>
                    </a:ext>
                  </a:extLst>
                </p14:cNvPr>
                <p14:cNvContentPartPr/>
                <p14:nvPr/>
              </p14:nvContentPartPr>
              <p14:xfrm>
                <a:off x="3795347" y="2623947"/>
                <a:ext cx="180360" cy="309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1F07D3F-CECB-70B5-664B-9778FB06865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91027" y="2619627"/>
                  <a:ext cx="1890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747AF67-6F61-735B-87DB-601F921B13A1}"/>
                    </a:ext>
                  </a:extLst>
                </p14:cNvPr>
                <p14:cNvContentPartPr/>
                <p14:nvPr/>
              </p14:nvContentPartPr>
              <p14:xfrm>
                <a:off x="4101347" y="2700627"/>
                <a:ext cx="25200" cy="217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747AF67-6F61-735B-87DB-601F921B13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97027" y="2696307"/>
                  <a:ext cx="33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B04702-D076-5B65-1E1C-3222D8488A62}"/>
                    </a:ext>
                  </a:extLst>
                </p14:cNvPr>
                <p14:cNvContentPartPr/>
                <p14:nvPr/>
              </p14:nvContentPartPr>
              <p14:xfrm>
                <a:off x="4126187" y="2592987"/>
                <a:ext cx="122040" cy="138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B04702-D076-5B65-1E1C-3222D8488A6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21867" y="2588667"/>
                  <a:ext cx="130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39DCA1-1BCA-4F15-EF6E-EC8F1A5D34E4}"/>
                    </a:ext>
                  </a:extLst>
                </p14:cNvPr>
                <p14:cNvContentPartPr/>
                <p14:nvPr/>
              </p14:nvContentPartPr>
              <p14:xfrm>
                <a:off x="3698867" y="3129387"/>
                <a:ext cx="197640" cy="63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39DCA1-1BCA-4F15-EF6E-EC8F1A5D34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94547" y="3125067"/>
                  <a:ext cx="206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823DF6-37BD-D6F8-C3B3-753B81D87680}"/>
                    </a:ext>
                  </a:extLst>
                </p14:cNvPr>
                <p14:cNvContentPartPr/>
                <p14:nvPr/>
              </p14:nvContentPartPr>
              <p14:xfrm>
                <a:off x="3929267" y="3053427"/>
                <a:ext cx="68040" cy="90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823DF6-37BD-D6F8-C3B3-753B81D8768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24947" y="3049107"/>
                  <a:ext cx="76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2315B6F-CC8E-8216-7174-9E957139C437}"/>
                    </a:ext>
                  </a:extLst>
                </p14:cNvPr>
                <p14:cNvContentPartPr/>
                <p14:nvPr/>
              </p14:nvContentPartPr>
              <p14:xfrm>
                <a:off x="4079747" y="2969907"/>
                <a:ext cx="25200" cy="210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2315B6F-CC8E-8216-7174-9E957139C43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75427" y="2965587"/>
                  <a:ext cx="33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A98F4E-3A83-BF05-F856-B5ADFACBDCAB}"/>
                    </a:ext>
                  </a:extLst>
                </p14:cNvPr>
                <p14:cNvContentPartPr/>
                <p14:nvPr/>
              </p14:nvContentPartPr>
              <p14:xfrm>
                <a:off x="4070747" y="3043707"/>
                <a:ext cx="243360" cy="108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A98F4E-3A83-BF05-F856-B5ADFACBDCA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66427" y="3039387"/>
                  <a:ext cx="252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1295DB4-0A49-50D9-C8F6-2A3469B9F4F0}"/>
                    </a:ext>
                  </a:extLst>
                </p14:cNvPr>
                <p14:cNvContentPartPr/>
                <p14:nvPr/>
              </p14:nvContentPartPr>
              <p14:xfrm>
                <a:off x="4376027" y="2862267"/>
                <a:ext cx="51480" cy="241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1295DB4-0A49-50D9-C8F6-2A3469B9F4F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71707" y="2857947"/>
                  <a:ext cx="60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E986263-BF51-DEEF-B053-B9D5597337CB}"/>
                    </a:ext>
                  </a:extLst>
                </p14:cNvPr>
                <p14:cNvContentPartPr/>
                <p14:nvPr/>
              </p14:nvContentPartPr>
              <p14:xfrm>
                <a:off x="4346867" y="2995827"/>
                <a:ext cx="152640" cy="100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E986263-BF51-DEEF-B053-B9D5597337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42547" y="2991507"/>
                  <a:ext cx="161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FD0A9A1-B295-C705-FD56-425C01CBE0F8}"/>
                    </a:ext>
                  </a:extLst>
                </p14:cNvPr>
                <p14:cNvContentPartPr/>
                <p14:nvPr/>
              </p14:nvContentPartPr>
              <p14:xfrm>
                <a:off x="4546307" y="2874507"/>
                <a:ext cx="27360" cy="74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FD0A9A1-B295-C705-FD56-425C01CBE0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41987" y="2870187"/>
                  <a:ext cx="36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52D8260-84AE-EF8A-B330-FFE94AAE8C5E}"/>
                    </a:ext>
                  </a:extLst>
                </p14:cNvPr>
                <p14:cNvContentPartPr/>
                <p14:nvPr/>
              </p14:nvContentPartPr>
              <p14:xfrm>
                <a:off x="4606787" y="2955147"/>
                <a:ext cx="258120" cy="1350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52D8260-84AE-EF8A-B330-FFE94AAE8C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02467" y="2950827"/>
                  <a:ext cx="2667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5C61B1F-62E9-4F54-BDF3-12BFA0476789}"/>
              </a:ext>
            </a:extLst>
          </p:cNvPr>
          <p:cNvGrpSpPr/>
          <p:nvPr/>
        </p:nvGrpSpPr>
        <p:grpSpPr>
          <a:xfrm>
            <a:off x="5503187" y="2706387"/>
            <a:ext cx="245880" cy="349920"/>
            <a:chOff x="5503187" y="2706387"/>
            <a:chExt cx="24588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AAF7D77-E812-F69B-580A-D9872B07E33F}"/>
                    </a:ext>
                  </a:extLst>
                </p14:cNvPr>
                <p14:cNvContentPartPr/>
                <p14:nvPr/>
              </p14:nvContentPartPr>
              <p14:xfrm>
                <a:off x="5503187" y="2706387"/>
                <a:ext cx="245880" cy="207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AAF7D77-E812-F69B-580A-D9872B07E33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94547" y="2697747"/>
                  <a:ext cx="263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BEDB636-20F4-AC80-CCF9-0932244359FD}"/>
                    </a:ext>
                  </a:extLst>
                </p14:cNvPr>
                <p14:cNvContentPartPr/>
                <p14:nvPr/>
              </p14:nvContentPartPr>
              <p14:xfrm>
                <a:off x="5620907" y="2836707"/>
                <a:ext cx="43920" cy="219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BEDB636-20F4-AC80-CCF9-0932244359F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12267" y="2828067"/>
                  <a:ext cx="61560" cy="23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13134F4-EFA3-9FEE-6C51-75DF87629B65}"/>
                  </a:ext>
                </a:extLst>
              </p14:cNvPr>
              <p14:cNvContentPartPr/>
              <p14:nvPr/>
            </p14:nvContentPartPr>
            <p14:xfrm>
              <a:off x="5998187" y="2692347"/>
              <a:ext cx="254520" cy="287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13134F4-EFA3-9FEE-6C51-75DF87629B6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989547" y="2683707"/>
                <a:ext cx="272160" cy="30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506D7882-A70E-BA15-8A31-ED4146125FA1}"/>
              </a:ext>
            </a:extLst>
          </p:cNvPr>
          <p:cNvGrpSpPr/>
          <p:nvPr/>
        </p:nvGrpSpPr>
        <p:grpSpPr>
          <a:xfrm>
            <a:off x="6570587" y="2653107"/>
            <a:ext cx="306360" cy="204120"/>
            <a:chOff x="6570587" y="2653107"/>
            <a:chExt cx="30636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B9CB3E1-7EA4-066F-9D5A-C92D1CC9939F}"/>
                    </a:ext>
                  </a:extLst>
                </p14:cNvPr>
                <p14:cNvContentPartPr/>
                <p14:nvPr/>
              </p14:nvContentPartPr>
              <p14:xfrm>
                <a:off x="6691187" y="2653107"/>
                <a:ext cx="25920" cy="204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B9CB3E1-7EA4-066F-9D5A-C92D1CC9939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82187" y="2644467"/>
                  <a:ext cx="435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59C3494-FE38-6796-68F8-D323C8829DC2}"/>
                    </a:ext>
                  </a:extLst>
                </p14:cNvPr>
                <p14:cNvContentPartPr/>
                <p14:nvPr/>
              </p14:nvContentPartPr>
              <p14:xfrm>
                <a:off x="6570587" y="2722947"/>
                <a:ext cx="306360" cy="3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59C3494-FE38-6796-68F8-D323C8829DC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61947" y="2714307"/>
                  <a:ext cx="3240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07AB31E-3EDD-3631-9DC0-EB58A26ABE9B}"/>
              </a:ext>
            </a:extLst>
          </p:cNvPr>
          <p:cNvGrpSpPr/>
          <p:nvPr/>
        </p:nvGrpSpPr>
        <p:grpSpPr>
          <a:xfrm>
            <a:off x="1985987" y="3842187"/>
            <a:ext cx="566640" cy="346680"/>
            <a:chOff x="1985987" y="3842187"/>
            <a:chExt cx="56664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D34E67B-DF86-4930-2A05-319B4C38EF66}"/>
                    </a:ext>
                  </a:extLst>
                </p14:cNvPr>
                <p14:cNvContentPartPr/>
                <p14:nvPr/>
              </p14:nvContentPartPr>
              <p14:xfrm>
                <a:off x="1985987" y="3957747"/>
                <a:ext cx="59400" cy="231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D34E67B-DF86-4930-2A05-319B4C38EF6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77347" y="3948747"/>
                  <a:ext cx="770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9335E69-9DD0-69D9-FB72-408129656496}"/>
                    </a:ext>
                  </a:extLst>
                </p14:cNvPr>
                <p14:cNvContentPartPr/>
                <p14:nvPr/>
              </p14:nvContentPartPr>
              <p14:xfrm>
                <a:off x="2079947" y="3881427"/>
                <a:ext cx="118080" cy="96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9335E69-9DD0-69D9-FB72-40812965649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70947" y="3872787"/>
                  <a:ext cx="135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4BD0387-60BA-C2E9-729C-1AD74F68C72E}"/>
                    </a:ext>
                  </a:extLst>
                </p14:cNvPr>
                <p14:cNvContentPartPr/>
                <p14:nvPr/>
              </p14:nvContentPartPr>
              <p14:xfrm>
                <a:off x="2232947" y="3880347"/>
                <a:ext cx="95400" cy="72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4BD0387-60BA-C2E9-729C-1AD74F68C7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23947" y="3871707"/>
                  <a:ext cx="113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37E8478-83FF-BC79-7B6D-34A5DAED9931}"/>
                    </a:ext>
                  </a:extLst>
                </p14:cNvPr>
                <p14:cNvContentPartPr/>
                <p14:nvPr/>
              </p14:nvContentPartPr>
              <p14:xfrm>
                <a:off x="2387027" y="3907707"/>
                <a:ext cx="52200" cy="217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37E8478-83FF-BC79-7B6D-34A5DAED993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78387" y="3898707"/>
                  <a:ext cx="69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7DD30B4-3898-46B7-C767-BF0C27A8A9DD}"/>
                    </a:ext>
                  </a:extLst>
                </p14:cNvPr>
                <p14:cNvContentPartPr/>
                <p14:nvPr/>
              </p14:nvContentPartPr>
              <p14:xfrm>
                <a:off x="2444627" y="3842187"/>
                <a:ext cx="108000" cy="79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7DD30B4-3898-46B7-C767-BF0C27A8A9D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35987" y="3833187"/>
                  <a:ext cx="1256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24C3703-E392-B204-0256-7BEF910D6790}"/>
              </a:ext>
            </a:extLst>
          </p:cNvPr>
          <p:cNvGrpSpPr/>
          <p:nvPr/>
        </p:nvGrpSpPr>
        <p:grpSpPr>
          <a:xfrm>
            <a:off x="2818667" y="3535827"/>
            <a:ext cx="1533960" cy="474480"/>
            <a:chOff x="2818667" y="3535827"/>
            <a:chExt cx="153396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71AEA2B-64DF-9CF8-CCEB-56D9CFB365AB}"/>
                    </a:ext>
                  </a:extLst>
                </p14:cNvPr>
                <p14:cNvContentPartPr/>
                <p14:nvPr/>
              </p14:nvContentPartPr>
              <p14:xfrm>
                <a:off x="2818667" y="3703587"/>
                <a:ext cx="133200" cy="23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71AEA2B-64DF-9CF8-CCEB-56D9CFB365A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10027" y="3694947"/>
                  <a:ext cx="150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3E6CB9D-1BD5-806B-6323-C9E696C2204C}"/>
                    </a:ext>
                  </a:extLst>
                </p14:cNvPr>
                <p14:cNvContentPartPr/>
                <p14:nvPr/>
              </p14:nvContentPartPr>
              <p14:xfrm>
                <a:off x="3019187" y="3816987"/>
                <a:ext cx="121680" cy="8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3E6CB9D-1BD5-806B-6323-C9E696C2204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10547" y="3808347"/>
                  <a:ext cx="139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22B58A1-3625-133B-6960-07464A71E571}"/>
                    </a:ext>
                  </a:extLst>
                </p14:cNvPr>
                <p14:cNvContentPartPr/>
                <p14:nvPr/>
              </p14:nvContentPartPr>
              <p14:xfrm>
                <a:off x="3155627" y="3831747"/>
                <a:ext cx="77760" cy="178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22B58A1-3625-133B-6960-07464A71E57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46627" y="3822747"/>
                  <a:ext cx="95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BB560EA-91EB-A0B1-1EE7-38A41E87EB0C}"/>
                    </a:ext>
                  </a:extLst>
                </p14:cNvPr>
                <p14:cNvContentPartPr/>
                <p14:nvPr/>
              </p14:nvContentPartPr>
              <p14:xfrm>
                <a:off x="3255347" y="3762987"/>
                <a:ext cx="61920" cy="71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BB560EA-91EB-A0B1-1EE7-38A41E87EB0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46707" y="3753987"/>
                  <a:ext cx="79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AC51859-6174-AC53-B4ED-EB4B83F9C3CA}"/>
                    </a:ext>
                  </a:extLst>
                </p14:cNvPr>
                <p14:cNvContentPartPr/>
                <p14:nvPr/>
              </p14:nvContentPartPr>
              <p14:xfrm>
                <a:off x="3362627" y="3746427"/>
                <a:ext cx="102600" cy="81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AC51859-6174-AC53-B4ED-EB4B83F9C3C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53627" y="3737787"/>
                  <a:ext cx="120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92C0DA9-F26A-A6F9-3ABB-11078CF7A7FE}"/>
                    </a:ext>
                  </a:extLst>
                </p14:cNvPr>
                <p14:cNvContentPartPr/>
                <p14:nvPr/>
              </p14:nvContentPartPr>
              <p14:xfrm>
                <a:off x="3509147" y="3712587"/>
                <a:ext cx="134280" cy="107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92C0DA9-F26A-A6F9-3ABB-11078CF7A7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00147" y="3703947"/>
                  <a:ext cx="151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29D027-E5DF-835D-AEB9-2D57F6A8056F}"/>
                    </a:ext>
                  </a:extLst>
                </p14:cNvPr>
                <p14:cNvContentPartPr/>
                <p14:nvPr/>
              </p14:nvContentPartPr>
              <p14:xfrm>
                <a:off x="3626507" y="3728427"/>
                <a:ext cx="158400" cy="74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29D027-E5DF-835D-AEB9-2D57F6A8056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17867" y="3719787"/>
                  <a:ext cx="176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69B78D7-C0A7-4C6A-925F-C2AF203D3DC5}"/>
                    </a:ext>
                  </a:extLst>
                </p14:cNvPr>
                <p14:cNvContentPartPr/>
                <p14:nvPr/>
              </p14:nvContentPartPr>
              <p14:xfrm>
                <a:off x="3831347" y="3602787"/>
                <a:ext cx="120600" cy="225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69B78D7-C0A7-4C6A-925F-C2AF203D3DC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22347" y="3594147"/>
                  <a:ext cx="138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C3B9148-0D1D-359D-2A33-1EDEB11071C0}"/>
                    </a:ext>
                  </a:extLst>
                </p14:cNvPr>
                <p14:cNvContentPartPr/>
                <p14:nvPr/>
              </p14:nvContentPartPr>
              <p14:xfrm>
                <a:off x="3857627" y="3698187"/>
                <a:ext cx="323280" cy="102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C3B9148-0D1D-359D-2A33-1EDEB11071C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48987" y="3689547"/>
                  <a:ext cx="340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B930B39-6BEE-8B8E-7171-235F81780F84}"/>
                    </a:ext>
                  </a:extLst>
                </p14:cNvPr>
                <p14:cNvContentPartPr/>
                <p14:nvPr/>
              </p14:nvContentPartPr>
              <p14:xfrm>
                <a:off x="4272347" y="3535827"/>
                <a:ext cx="80280" cy="448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B930B39-6BEE-8B8E-7171-235F81780F8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63347" y="3527187"/>
                  <a:ext cx="97920" cy="46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D681CF3-F546-EE20-A0A5-2C2DCD2274B8}"/>
              </a:ext>
            </a:extLst>
          </p:cNvPr>
          <p:cNvGrpSpPr/>
          <p:nvPr/>
        </p:nvGrpSpPr>
        <p:grpSpPr>
          <a:xfrm>
            <a:off x="1891307" y="4351227"/>
            <a:ext cx="527400" cy="356040"/>
            <a:chOff x="1891307" y="4351227"/>
            <a:chExt cx="527400" cy="35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94506EC-A504-1A06-94A5-5664EA351696}"/>
                    </a:ext>
                  </a:extLst>
                </p14:cNvPr>
                <p14:cNvContentPartPr/>
                <p14:nvPr/>
              </p14:nvContentPartPr>
              <p14:xfrm>
                <a:off x="1891307" y="4425387"/>
                <a:ext cx="93600" cy="281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94506EC-A504-1A06-94A5-5664EA35169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82307" y="4416387"/>
                  <a:ext cx="1112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F3AE85F-C6B7-F4FD-0A42-9416C23F7B6C}"/>
                    </a:ext>
                  </a:extLst>
                </p14:cNvPr>
                <p14:cNvContentPartPr/>
                <p14:nvPr/>
              </p14:nvContentPartPr>
              <p14:xfrm>
                <a:off x="2008307" y="4374627"/>
                <a:ext cx="70200" cy="121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F3AE85F-C6B7-F4FD-0A42-9416C23F7B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99307" y="4365987"/>
                  <a:ext cx="87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8B1827F-6F78-A160-1B2C-87D4AF3C53A2}"/>
                    </a:ext>
                  </a:extLst>
                </p14:cNvPr>
                <p14:cNvContentPartPr/>
                <p14:nvPr/>
              </p14:nvContentPartPr>
              <p14:xfrm>
                <a:off x="2160587" y="4373187"/>
                <a:ext cx="98280" cy="104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8B1827F-6F78-A160-1B2C-87D4AF3C53A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151587" y="4364547"/>
                  <a:ext cx="115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4B0D4C-0DFA-27FF-4EB1-AFB642160980}"/>
                    </a:ext>
                  </a:extLst>
                </p14:cNvPr>
                <p14:cNvContentPartPr/>
                <p14:nvPr/>
              </p14:nvContentPartPr>
              <p14:xfrm>
                <a:off x="2249507" y="4469667"/>
                <a:ext cx="53640" cy="217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4B0D4C-0DFA-27FF-4EB1-AFB64216098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240507" y="4461027"/>
                  <a:ext cx="71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D3CCEE6-EB1A-5AE5-4021-D4AD9BBA6A0B}"/>
                    </a:ext>
                  </a:extLst>
                </p14:cNvPr>
                <p14:cNvContentPartPr/>
                <p14:nvPr/>
              </p14:nvContentPartPr>
              <p14:xfrm>
                <a:off x="2342027" y="4351227"/>
                <a:ext cx="76680" cy="109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D3CCEE6-EB1A-5AE5-4021-D4AD9BBA6A0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333027" y="4342587"/>
                  <a:ext cx="9432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CD5EEEA-FD90-83E4-4455-33175F9278B6}"/>
                  </a:ext>
                </a:extLst>
              </p14:cNvPr>
              <p14:cNvContentPartPr/>
              <p14:nvPr/>
            </p14:nvContentPartPr>
            <p14:xfrm>
              <a:off x="2713547" y="4203627"/>
              <a:ext cx="119520" cy="2325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CD5EEEA-FD90-83E4-4455-33175F9278B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704547" y="4194987"/>
                <a:ext cx="13716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83587E8-920C-0637-7C9C-84E943F2E920}"/>
              </a:ext>
            </a:extLst>
          </p:cNvPr>
          <p:cNvGrpSpPr/>
          <p:nvPr/>
        </p:nvGrpSpPr>
        <p:grpSpPr>
          <a:xfrm>
            <a:off x="3677627" y="3998427"/>
            <a:ext cx="1347480" cy="497880"/>
            <a:chOff x="3677627" y="3998427"/>
            <a:chExt cx="1347480" cy="49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1EFD5D7-0EFC-5701-A034-8AA30CDD7ED9}"/>
                    </a:ext>
                  </a:extLst>
                </p14:cNvPr>
                <p14:cNvContentPartPr/>
                <p14:nvPr/>
              </p14:nvContentPartPr>
              <p14:xfrm>
                <a:off x="3677627" y="4224507"/>
                <a:ext cx="86760" cy="87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1EFD5D7-0EFC-5701-A034-8AA30CDD7ED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68987" y="4215507"/>
                  <a:ext cx="104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B3D003E-1DD5-4AF8-CC48-BBA37FEE7F00}"/>
                    </a:ext>
                  </a:extLst>
                </p14:cNvPr>
                <p14:cNvContentPartPr/>
                <p14:nvPr/>
              </p14:nvContentPartPr>
              <p14:xfrm>
                <a:off x="3780947" y="4277067"/>
                <a:ext cx="49320" cy="219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B3D003E-1DD5-4AF8-CC48-BBA37FEE7F0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771947" y="4268427"/>
                  <a:ext cx="66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FE48000-131E-5E90-5C5F-01EA4F8F57A6}"/>
                    </a:ext>
                  </a:extLst>
                </p14:cNvPr>
                <p14:cNvContentPartPr/>
                <p14:nvPr/>
              </p14:nvContentPartPr>
              <p14:xfrm>
                <a:off x="3831347" y="4217307"/>
                <a:ext cx="85680" cy="95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FE48000-131E-5E90-5C5F-01EA4F8F57A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22347" y="4208667"/>
                  <a:ext cx="1033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3E83400-E153-4671-1F5A-3AB9FF78247A}"/>
                    </a:ext>
                  </a:extLst>
                </p14:cNvPr>
                <p14:cNvContentPartPr/>
                <p14:nvPr/>
              </p14:nvContentPartPr>
              <p14:xfrm>
                <a:off x="3951227" y="4216947"/>
                <a:ext cx="109080" cy="99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3E83400-E153-4671-1F5A-3AB9FF78247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42587" y="4207947"/>
                  <a:ext cx="126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A8A405A-E6E3-6153-162E-9A44002C7B57}"/>
                    </a:ext>
                  </a:extLst>
                </p14:cNvPr>
                <p14:cNvContentPartPr/>
                <p14:nvPr/>
              </p14:nvContentPartPr>
              <p14:xfrm>
                <a:off x="4072547" y="4212987"/>
                <a:ext cx="14040" cy="9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A8A405A-E6E3-6153-162E-9A44002C7B5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63907" y="4204347"/>
                  <a:ext cx="31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906BB5F-EAB1-9870-0F8A-989378E3A400}"/>
                    </a:ext>
                  </a:extLst>
                </p14:cNvPr>
                <p14:cNvContentPartPr/>
                <p14:nvPr/>
              </p14:nvContentPartPr>
              <p14:xfrm>
                <a:off x="4139867" y="4247187"/>
                <a:ext cx="97200" cy="36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906BB5F-EAB1-9870-0F8A-989378E3A40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30867" y="4238187"/>
                  <a:ext cx="1148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16EC1D9-D585-DC71-D4D4-43A2B8894B38}"/>
                    </a:ext>
                  </a:extLst>
                </p14:cNvPr>
                <p14:cNvContentPartPr/>
                <p14:nvPr/>
              </p14:nvContentPartPr>
              <p14:xfrm>
                <a:off x="4131947" y="4206507"/>
                <a:ext cx="162360" cy="60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16EC1D9-D585-DC71-D4D4-43A2B8894B3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23307" y="4197507"/>
                  <a:ext cx="1800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F1C62A-0B72-3E50-E27C-11D55F6A329B}"/>
                    </a:ext>
                  </a:extLst>
                </p14:cNvPr>
                <p14:cNvContentPartPr/>
                <p14:nvPr/>
              </p14:nvContentPartPr>
              <p14:xfrm>
                <a:off x="4291067" y="4207947"/>
                <a:ext cx="144720" cy="65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F1C62A-0B72-3E50-E27C-11D55F6A329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82427" y="4198947"/>
                  <a:ext cx="162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AEAF714-13FC-756C-D02D-1B1DB728AA55}"/>
                    </a:ext>
                  </a:extLst>
                </p14:cNvPr>
                <p14:cNvContentPartPr/>
                <p14:nvPr/>
              </p14:nvContentPartPr>
              <p14:xfrm>
                <a:off x="4409507" y="3998427"/>
                <a:ext cx="232560" cy="276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AEAF714-13FC-756C-D02D-1B1DB728AA5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400867" y="3989787"/>
                  <a:ext cx="250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301CD97-81FE-1938-88B9-12257D48826B}"/>
                    </a:ext>
                  </a:extLst>
                </p14:cNvPr>
                <p14:cNvContentPartPr/>
                <p14:nvPr/>
              </p14:nvContentPartPr>
              <p14:xfrm>
                <a:off x="4794707" y="4092747"/>
                <a:ext cx="30600" cy="186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301CD97-81FE-1938-88B9-12257D48826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85707" y="4083747"/>
                  <a:ext cx="48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7EDA15A-7D86-3328-AE21-5F20A5694BD7}"/>
                    </a:ext>
                  </a:extLst>
                </p14:cNvPr>
                <p14:cNvContentPartPr/>
                <p14:nvPr/>
              </p14:nvContentPartPr>
              <p14:xfrm>
                <a:off x="4894067" y="4011387"/>
                <a:ext cx="131040" cy="395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7EDA15A-7D86-3328-AE21-5F20A5694BD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85067" y="4002747"/>
                  <a:ext cx="148680" cy="41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833E070-11B9-6A26-FB13-A25796F3EFCD}"/>
              </a:ext>
            </a:extLst>
          </p:cNvPr>
          <p:cNvGrpSpPr/>
          <p:nvPr/>
        </p:nvGrpSpPr>
        <p:grpSpPr>
          <a:xfrm>
            <a:off x="1793387" y="4868547"/>
            <a:ext cx="532800" cy="362520"/>
            <a:chOff x="1793387" y="4868547"/>
            <a:chExt cx="53280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29B7F09-8B03-0E67-802D-DC31DC273284}"/>
                    </a:ext>
                  </a:extLst>
                </p14:cNvPr>
                <p14:cNvContentPartPr/>
                <p14:nvPr/>
              </p14:nvContentPartPr>
              <p14:xfrm>
                <a:off x="1793387" y="4956747"/>
                <a:ext cx="98280" cy="27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29B7F09-8B03-0E67-802D-DC31DC27328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784747" y="4947747"/>
                  <a:ext cx="1159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AC47A75-9018-E45D-C0EC-493A8635CE74}"/>
                    </a:ext>
                  </a:extLst>
                </p14:cNvPr>
                <p14:cNvContentPartPr/>
                <p14:nvPr/>
              </p14:nvContentPartPr>
              <p14:xfrm>
                <a:off x="1903187" y="4900587"/>
                <a:ext cx="73800" cy="107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AC47A75-9018-E45D-C0EC-493A8635CE7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94547" y="4891947"/>
                  <a:ext cx="914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292894B-2FB2-483E-2CCD-D1F875A4913C}"/>
                    </a:ext>
                  </a:extLst>
                </p14:cNvPr>
                <p14:cNvContentPartPr/>
                <p14:nvPr/>
              </p14:nvContentPartPr>
              <p14:xfrm>
                <a:off x="2065547" y="4892667"/>
                <a:ext cx="60840" cy="97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292894B-2FB2-483E-2CCD-D1F875A4913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56547" y="4883667"/>
                  <a:ext cx="78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78DF330-B8AB-4F16-1C32-FB199D8CE44E}"/>
                    </a:ext>
                  </a:extLst>
                </p14:cNvPr>
                <p14:cNvContentPartPr/>
                <p14:nvPr/>
              </p14:nvContentPartPr>
              <p14:xfrm>
                <a:off x="2168147" y="4989867"/>
                <a:ext cx="41760" cy="175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78DF330-B8AB-4F16-1C32-FB199D8CE4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159507" y="4980867"/>
                  <a:ext cx="594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EDC6C03-4988-AA0D-527A-CDA7C800CBDB}"/>
                    </a:ext>
                  </a:extLst>
                </p14:cNvPr>
                <p14:cNvContentPartPr/>
                <p14:nvPr/>
              </p14:nvContentPartPr>
              <p14:xfrm>
                <a:off x="2244467" y="4868547"/>
                <a:ext cx="81720" cy="85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EDC6C03-4988-AA0D-527A-CDA7C800CBD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35827" y="4859547"/>
                  <a:ext cx="9936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94487D0-83FB-4BB6-74C0-0D7E12632A12}"/>
                  </a:ext>
                </a:extLst>
              </p14:cNvPr>
              <p14:cNvContentPartPr/>
              <p14:nvPr/>
            </p14:nvContentPartPr>
            <p14:xfrm>
              <a:off x="2734787" y="4694667"/>
              <a:ext cx="173520" cy="2944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94487D0-83FB-4BB6-74C0-0D7E12632A1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726147" y="4686027"/>
                <a:ext cx="191160" cy="31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D48D2EBE-B016-453A-0F95-B89F5FD24D01}"/>
              </a:ext>
            </a:extLst>
          </p:cNvPr>
          <p:cNvGrpSpPr/>
          <p:nvPr/>
        </p:nvGrpSpPr>
        <p:grpSpPr>
          <a:xfrm>
            <a:off x="3028187" y="4579467"/>
            <a:ext cx="1206360" cy="548640"/>
            <a:chOff x="3028187" y="4579467"/>
            <a:chExt cx="1206360" cy="54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07767D2-CA3D-0184-8D58-931C0C2AE214}"/>
                    </a:ext>
                  </a:extLst>
                </p14:cNvPr>
                <p14:cNvContentPartPr/>
                <p14:nvPr/>
              </p14:nvContentPartPr>
              <p14:xfrm>
                <a:off x="3028187" y="4794387"/>
                <a:ext cx="120600" cy="138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07767D2-CA3D-0184-8D58-931C0C2AE21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019547" y="4785747"/>
                  <a:ext cx="138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2D226D2-FECF-B3BF-5A3F-869499155671}"/>
                    </a:ext>
                  </a:extLst>
                </p14:cNvPr>
                <p14:cNvContentPartPr/>
                <p14:nvPr/>
              </p14:nvContentPartPr>
              <p14:xfrm>
                <a:off x="3186227" y="4831107"/>
                <a:ext cx="54720" cy="297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2D226D2-FECF-B3BF-5A3F-86949915567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77587" y="4822107"/>
                  <a:ext cx="723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3BC5DF2-26ED-A054-DCA0-5B944E35BFD6}"/>
                    </a:ext>
                  </a:extLst>
                </p14:cNvPr>
                <p14:cNvContentPartPr/>
                <p14:nvPr/>
              </p14:nvContentPartPr>
              <p14:xfrm>
                <a:off x="3257147" y="4788987"/>
                <a:ext cx="53640" cy="97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3BC5DF2-26ED-A054-DCA0-5B944E35BFD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48147" y="4780347"/>
                  <a:ext cx="71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CA78317-29DC-B7C2-AD86-75F53353276C}"/>
                    </a:ext>
                  </a:extLst>
                </p14:cNvPr>
                <p14:cNvContentPartPr/>
                <p14:nvPr/>
              </p14:nvContentPartPr>
              <p14:xfrm>
                <a:off x="3400067" y="4774587"/>
                <a:ext cx="71280" cy="94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CA78317-29DC-B7C2-AD86-75F53353276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391427" y="4765947"/>
                  <a:ext cx="88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168B0FE-6E90-6080-5C6C-D61BE467B08B}"/>
                    </a:ext>
                  </a:extLst>
                </p14:cNvPr>
                <p14:cNvContentPartPr/>
                <p14:nvPr/>
              </p14:nvContentPartPr>
              <p14:xfrm>
                <a:off x="3539027" y="4727067"/>
                <a:ext cx="160200" cy="157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168B0FE-6E90-6080-5C6C-D61BE467B08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530387" y="4718427"/>
                  <a:ext cx="177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5E6B555-EB81-FEF4-FF80-A6A2E4892E79}"/>
                    </a:ext>
                  </a:extLst>
                </p14:cNvPr>
                <p14:cNvContentPartPr/>
                <p14:nvPr/>
              </p14:nvContentPartPr>
              <p14:xfrm>
                <a:off x="3659987" y="4776027"/>
                <a:ext cx="164880" cy="90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5E6B555-EB81-FEF4-FF80-A6A2E4892E7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51347" y="4767027"/>
                  <a:ext cx="182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258795D-4199-8225-A9C4-ED62FBDCA6A6}"/>
                    </a:ext>
                  </a:extLst>
                </p14:cNvPr>
                <p14:cNvContentPartPr/>
                <p14:nvPr/>
              </p14:nvContentPartPr>
              <p14:xfrm>
                <a:off x="3875627" y="4812747"/>
                <a:ext cx="157680" cy="356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258795D-4199-8225-A9C4-ED62FBDCA6A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66987" y="4804107"/>
                  <a:ext cx="175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366DC97-68A0-C56C-3B29-563F016EF14C}"/>
                    </a:ext>
                  </a:extLst>
                </p14:cNvPr>
                <p14:cNvContentPartPr/>
                <p14:nvPr/>
              </p14:nvContentPartPr>
              <p14:xfrm>
                <a:off x="4021067" y="4579467"/>
                <a:ext cx="213480" cy="261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366DC97-68A0-C56C-3B29-563F016EF14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012067" y="4570827"/>
                  <a:ext cx="23112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227DB41-EFBB-5831-C3E3-230C14738D1C}"/>
              </a:ext>
            </a:extLst>
          </p:cNvPr>
          <p:cNvGrpSpPr/>
          <p:nvPr/>
        </p:nvGrpSpPr>
        <p:grpSpPr>
          <a:xfrm>
            <a:off x="4422827" y="4551747"/>
            <a:ext cx="324000" cy="345600"/>
            <a:chOff x="4422827" y="4551747"/>
            <a:chExt cx="324000" cy="34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07F90F4-6D09-8580-5660-CBD767235EBD}"/>
                    </a:ext>
                  </a:extLst>
                </p14:cNvPr>
                <p14:cNvContentPartPr/>
                <p14:nvPr/>
              </p14:nvContentPartPr>
              <p14:xfrm>
                <a:off x="4422827" y="4656867"/>
                <a:ext cx="164520" cy="122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07F90F4-6D09-8580-5660-CBD767235EB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14187" y="4648227"/>
                  <a:ext cx="182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9885AA6-7631-FF3D-485B-B71D38634D79}"/>
                    </a:ext>
                  </a:extLst>
                </p14:cNvPr>
                <p14:cNvContentPartPr/>
                <p14:nvPr/>
              </p14:nvContentPartPr>
              <p14:xfrm>
                <a:off x="4609307" y="4551747"/>
                <a:ext cx="137520" cy="345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9885AA6-7631-FF3D-485B-B71D38634D7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00667" y="4543107"/>
                  <a:ext cx="15516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B05021B-8B2B-1F12-737C-E2BD0A47C5D0}"/>
              </a:ext>
            </a:extLst>
          </p:cNvPr>
          <p:cNvGrpSpPr/>
          <p:nvPr/>
        </p:nvGrpSpPr>
        <p:grpSpPr>
          <a:xfrm>
            <a:off x="1728587" y="5283267"/>
            <a:ext cx="856080" cy="909720"/>
            <a:chOff x="1728587" y="5283267"/>
            <a:chExt cx="856080" cy="90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A280890-06DA-16D4-9B7B-B3AD3CB771E5}"/>
                    </a:ext>
                  </a:extLst>
                </p14:cNvPr>
                <p14:cNvContentPartPr/>
                <p14:nvPr/>
              </p14:nvContentPartPr>
              <p14:xfrm>
                <a:off x="1839467" y="5457507"/>
                <a:ext cx="177120" cy="68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A280890-06DA-16D4-9B7B-B3AD3CB771E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830827" y="5448867"/>
                  <a:ext cx="194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BC15D9C-F970-74B1-852B-21C6BDF90399}"/>
                    </a:ext>
                  </a:extLst>
                </p14:cNvPr>
                <p14:cNvContentPartPr/>
                <p14:nvPr/>
              </p14:nvContentPartPr>
              <p14:xfrm>
                <a:off x="2038547" y="5299107"/>
                <a:ext cx="216360" cy="180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BC15D9C-F970-74B1-852B-21C6BDF9039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029907" y="5290107"/>
                  <a:ext cx="2340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39E949F-20CB-F66F-595B-8E54A69FBF00}"/>
                    </a:ext>
                  </a:extLst>
                </p14:cNvPr>
                <p14:cNvContentPartPr/>
                <p14:nvPr/>
              </p14:nvContentPartPr>
              <p14:xfrm>
                <a:off x="2264987" y="5283267"/>
                <a:ext cx="248040" cy="198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39E949F-20CB-F66F-595B-8E54A69FBF0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56347" y="5274627"/>
                  <a:ext cx="265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197F47D-4FBC-E282-9DC7-D639D9D97EA9}"/>
                    </a:ext>
                  </a:extLst>
                </p14:cNvPr>
                <p14:cNvContentPartPr/>
                <p14:nvPr/>
              </p14:nvContentPartPr>
              <p14:xfrm>
                <a:off x="1728587" y="5996787"/>
                <a:ext cx="62280" cy="196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197F47D-4FBC-E282-9DC7-D639D9D97EA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19947" y="5987787"/>
                  <a:ext cx="79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E0EF0AD-6BBD-6F10-E2DC-8A1052A42F45}"/>
                    </a:ext>
                  </a:extLst>
                </p14:cNvPr>
                <p14:cNvContentPartPr/>
                <p14:nvPr/>
              </p14:nvContentPartPr>
              <p14:xfrm>
                <a:off x="1807067" y="5836587"/>
                <a:ext cx="133920" cy="1130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E0EF0AD-6BBD-6F10-E2DC-8A1052A42F4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98067" y="5827587"/>
                  <a:ext cx="151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45B3EC-820A-0FF9-04B4-E256D9A108DD}"/>
                    </a:ext>
                  </a:extLst>
                </p14:cNvPr>
                <p14:cNvContentPartPr/>
                <p14:nvPr/>
              </p14:nvContentPartPr>
              <p14:xfrm>
                <a:off x="2059787" y="5840187"/>
                <a:ext cx="174240" cy="63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45B3EC-820A-0FF9-04B4-E256D9A108D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051147" y="5831187"/>
                  <a:ext cx="191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029AA96-2ED8-E3C3-11FB-31ACF9B829C1}"/>
                    </a:ext>
                  </a:extLst>
                </p14:cNvPr>
                <p14:cNvContentPartPr/>
                <p14:nvPr/>
              </p14:nvContentPartPr>
              <p14:xfrm>
                <a:off x="2295587" y="5556147"/>
                <a:ext cx="289080" cy="339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029AA96-2ED8-E3C3-11FB-31ACF9B829C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286587" y="5547147"/>
                  <a:ext cx="30672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36FC5B86-45D9-5E48-00A9-A2FFC193B47E}"/>
              </a:ext>
            </a:extLst>
          </p:cNvPr>
          <p:cNvGrpSpPr/>
          <p:nvPr/>
        </p:nvGrpSpPr>
        <p:grpSpPr>
          <a:xfrm>
            <a:off x="2803187" y="5089947"/>
            <a:ext cx="2239560" cy="766440"/>
            <a:chOff x="2803187" y="5089947"/>
            <a:chExt cx="2239560" cy="7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C34DF67-0428-AFCB-DB72-134F43284909}"/>
                    </a:ext>
                  </a:extLst>
                </p14:cNvPr>
                <p14:cNvContentPartPr/>
                <p14:nvPr/>
              </p14:nvContentPartPr>
              <p14:xfrm>
                <a:off x="2808587" y="5236827"/>
                <a:ext cx="118080" cy="231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C34DF67-0428-AFCB-DB72-134F4328490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99947" y="5228187"/>
                  <a:ext cx="1357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F370CC6-3F88-4D47-012E-29B16CB34F3C}"/>
                    </a:ext>
                  </a:extLst>
                </p14:cNvPr>
                <p14:cNvContentPartPr/>
                <p14:nvPr/>
              </p14:nvContentPartPr>
              <p14:xfrm>
                <a:off x="2803187" y="5150787"/>
                <a:ext cx="399240" cy="213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F370CC6-3F88-4D47-012E-29B16CB34F3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94547" y="5142147"/>
                  <a:ext cx="416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34C7ECA-2097-E5E0-72F3-D8916A6750DF}"/>
                    </a:ext>
                  </a:extLst>
                </p14:cNvPr>
                <p14:cNvContentPartPr/>
                <p14:nvPr/>
              </p14:nvContentPartPr>
              <p14:xfrm>
                <a:off x="3122147" y="5290107"/>
                <a:ext cx="105120" cy="55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34C7ECA-2097-E5E0-72F3-D8916A6750D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13507" y="5281467"/>
                  <a:ext cx="122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2764D50-44D3-F5A3-3296-5A22B6B4CC6A}"/>
                    </a:ext>
                  </a:extLst>
                </p14:cNvPr>
                <p14:cNvContentPartPr/>
                <p14:nvPr/>
              </p14:nvContentPartPr>
              <p14:xfrm>
                <a:off x="3519587" y="5278947"/>
                <a:ext cx="170280" cy="62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2764D50-44D3-F5A3-3296-5A22B6B4CC6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10947" y="5270307"/>
                  <a:ext cx="187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09CEE58-27F8-DBEC-356D-5ECE8DF0039C}"/>
                    </a:ext>
                  </a:extLst>
                </p14:cNvPr>
                <p14:cNvContentPartPr/>
                <p14:nvPr/>
              </p14:nvContentPartPr>
              <p14:xfrm>
                <a:off x="3725867" y="5268867"/>
                <a:ext cx="142560" cy="47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09CEE58-27F8-DBEC-356D-5ECE8DF0039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717227" y="5259867"/>
                  <a:ext cx="160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1ACCE89-7198-28DB-579C-AB988ADA51CA}"/>
                    </a:ext>
                  </a:extLst>
                </p14:cNvPr>
                <p14:cNvContentPartPr/>
                <p14:nvPr/>
              </p14:nvContentPartPr>
              <p14:xfrm>
                <a:off x="3911267" y="5277867"/>
                <a:ext cx="280440" cy="34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1ACCE89-7198-28DB-579C-AB988ADA51C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902267" y="5269227"/>
                  <a:ext cx="298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ED1C268-436A-556D-A85C-D6E507BFDEAB}"/>
                    </a:ext>
                  </a:extLst>
                </p14:cNvPr>
                <p14:cNvContentPartPr/>
                <p14:nvPr/>
              </p14:nvContentPartPr>
              <p14:xfrm>
                <a:off x="4266947" y="5089947"/>
                <a:ext cx="266400" cy="230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ED1C268-436A-556D-A85C-D6E507BFDEA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57947" y="5080947"/>
                  <a:ext cx="284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96190FB-14AC-5F42-F721-F5727C3F50CD}"/>
                    </a:ext>
                  </a:extLst>
                </p14:cNvPr>
                <p14:cNvContentPartPr/>
                <p14:nvPr/>
              </p14:nvContentPartPr>
              <p14:xfrm>
                <a:off x="4580867" y="5192907"/>
                <a:ext cx="63000" cy="113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96190FB-14AC-5F42-F721-F5727C3F50C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571867" y="5184267"/>
                  <a:ext cx="80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48FC7B9-5D36-BC60-36AC-BC691B8548AF}"/>
                    </a:ext>
                  </a:extLst>
                </p14:cNvPr>
                <p14:cNvContentPartPr/>
                <p14:nvPr/>
              </p14:nvContentPartPr>
              <p14:xfrm>
                <a:off x="4680227" y="5206947"/>
                <a:ext cx="115560" cy="76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48FC7B9-5D36-BC60-36AC-BC691B8548A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71227" y="5198307"/>
                  <a:ext cx="133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B61E120-D910-8ED3-1D57-80A9C7B74B54}"/>
                    </a:ext>
                  </a:extLst>
                </p14:cNvPr>
                <p14:cNvContentPartPr/>
                <p14:nvPr/>
              </p14:nvContentPartPr>
              <p14:xfrm>
                <a:off x="2948627" y="5624907"/>
                <a:ext cx="193680" cy="231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B61E120-D910-8ED3-1D57-80A9C7B74B5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939627" y="5615907"/>
                  <a:ext cx="211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1EAC933-F7EE-3D7A-1843-B5422A0CE420}"/>
                    </a:ext>
                  </a:extLst>
                </p14:cNvPr>
                <p14:cNvContentPartPr/>
                <p14:nvPr/>
              </p14:nvContentPartPr>
              <p14:xfrm>
                <a:off x="2952227" y="5573427"/>
                <a:ext cx="429480" cy="214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1EAC933-F7EE-3D7A-1843-B5422A0CE42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943587" y="5564427"/>
                  <a:ext cx="4471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F5674F0-334A-B8FD-7CA8-458193A5186D}"/>
                    </a:ext>
                  </a:extLst>
                </p14:cNvPr>
                <p14:cNvContentPartPr/>
                <p14:nvPr/>
              </p14:nvContentPartPr>
              <p14:xfrm>
                <a:off x="3352547" y="5690427"/>
                <a:ext cx="152280" cy="84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F5674F0-334A-B8FD-7CA8-458193A5186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343907" y="5681427"/>
                  <a:ext cx="169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2DD865A-091D-67A8-CCF9-270BB9C4C071}"/>
                    </a:ext>
                  </a:extLst>
                </p14:cNvPr>
                <p14:cNvContentPartPr/>
                <p14:nvPr/>
              </p14:nvContentPartPr>
              <p14:xfrm>
                <a:off x="3974627" y="5638947"/>
                <a:ext cx="216720" cy="121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2DD865A-091D-67A8-CCF9-270BB9C4C07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65987" y="5629947"/>
                  <a:ext cx="234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0798CEB-CA40-E3A5-8009-2784E5D328A6}"/>
                    </a:ext>
                  </a:extLst>
                </p14:cNvPr>
                <p14:cNvContentPartPr/>
                <p14:nvPr/>
              </p14:nvContentPartPr>
              <p14:xfrm>
                <a:off x="4250747" y="5589987"/>
                <a:ext cx="99000" cy="147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0798CEB-CA40-E3A5-8009-2784E5D328A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241747" y="5581347"/>
                  <a:ext cx="1166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DCA7BA8-2493-89D8-B7A0-4D00E8DF606F}"/>
                    </a:ext>
                  </a:extLst>
                </p14:cNvPr>
                <p14:cNvContentPartPr/>
                <p14:nvPr/>
              </p14:nvContentPartPr>
              <p14:xfrm>
                <a:off x="4448387" y="5615907"/>
                <a:ext cx="93600" cy="61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DCA7BA8-2493-89D8-B7A0-4D00E8DF606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439747" y="5606907"/>
                  <a:ext cx="111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E14407E-90F8-7E39-EA31-9A3C45C87CDB}"/>
                    </a:ext>
                  </a:extLst>
                </p14:cNvPr>
                <p14:cNvContentPartPr/>
                <p14:nvPr/>
              </p14:nvContentPartPr>
              <p14:xfrm>
                <a:off x="4630547" y="5470467"/>
                <a:ext cx="94320" cy="164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E14407E-90F8-7E39-EA31-9A3C45C87CD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21547" y="5461827"/>
                  <a:ext cx="1119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1D4158E-8D61-A9FE-7B91-EF1B82C6E4C3}"/>
                    </a:ext>
                  </a:extLst>
                </p14:cNvPr>
                <p14:cNvContentPartPr/>
                <p14:nvPr/>
              </p14:nvContentPartPr>
              <p14:xfrm>
                <a:off x="4858427" y="5305227"/>
                <a:ext cx="106560" cy="271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1D4158E-8D61-A9FE-7B91-EF1B82C6E4C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49787" y="5296227"/>
                  <a:ext cx="1242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EE132E9-A1FB-913B-964D-BEA2063E7862}"/>
                    </a:ext>
                  </a:extLst>
                </p14:cNvPr>
                <p14:cNvContentPartPr/>
                <p14:nvPr/>
              </p14:nvContentPartPr>
              <p14:xfrm>
                <a:off x="4788587" y="5476587"/>
                <a:ext cx="174960" cy="5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EE132E9-A1FB-913B-964D-BEA2063E786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79587" y="5467947"/>
                  <a:ext cx="19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8338B38-BE3D-FFCE-5E0D-EEC59B0CD02F}"/>
                    </a:ext>
                  </a:extLst>
                </p14:cNvPr>
                <p14:cNvContentPartPr/>
                <p14:nvPr/>
              </p14:nvContentPartPr>
              <p14:xfrm>
                <a:off x="5019707" y="5556507"/>
                <a:ext cx="23040" cy="21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8338B38-BE3D-FFCE-5E0D-EEC59B0CD02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010707" y="5547507"/>
                  <a:ext cx="406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0AC92B7-F48B-A8D6-8E9F-FC81EE43F5B5}"/>
                  </a:ext>
                </a:extLst>
              </p14:cNvPr>
              <p14:cNvContentPartPr/>
              <p14:nvPr/>
            </p14:nvContentPartPr>
            <p14:xfrm>
              <a:off x="4036907" y="6078507"/>
              <a:ext cx="360" cy="3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0AC92B7-F48B-A8D6-8E9F-FC81EE43F5B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027907" y="606986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3428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3125-B053-7AC8-97DB-9F2445D8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Reversing a string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DA93095-1C35-BE10-DEDA-732F1043B051}"/>
              </a:ext>
            </a:extLst>
          </p:cNvPr>
          <p:cNvGrpSpPr/>
          <p:nvPr/>
        </p:nvGrpSpPr>
        <p:grpSpPr>
          <a:xfrm>
            <a:off x="6413987" y="1844000"/>
            <a:ext cx="461160" cy="266040"/>
            <a:chOff x="6413987" y="1844000"/>
            <a:chExt cx="46116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6702D4-A5F1-FE7E-D05F-D149D5D80DA4}"/>
                    </a:ext>
                  </a:extLst>
                </p14:cNvPr>
                <p14:cNvContentPartPr/>
                <p14:nvPr/>
              </p14:nvContentPartPr>
              <p14:xfrm>
                <a:off x="6413987" y="2058560"/>
                <a:ext cx="42480" cy="51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6702D4-A5F1-FE7E-D05F-D149D5D80D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05347" y="2049920"/>
                  <a:ext cx="60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82174A0-636E-EFCD-0889-8187EE953849}"/>
                    </a:ext>
                  </a:extLst>
                </p14:cNvPr>
                <p14:cNvContentPartPr/>
                <p14:nvPr/>
              </p14:nvContentPartPr>
              <p14:xfrm>
                <a:off x="6487787" y="1912040"/>
                <a:ext cx="19800" cy="81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82174A0-636E-EFCD-0889-8187EE9538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79147" y="1903040"/>
                  <a:ext cx="37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C6C622-DED1-D109-F982-9DDDC608ADFB}"/>
                    </a:ext>
                  </a:extLst>
                </p14:cNvPr>
                <p14:cNvContentPartPr/>
                <p14:nvPr/>
              </p14:nvContentPartPr>
              <p14:xfrm>
                <a:off x="6517307" y="2044880"/>
                <a:ext cx="59400" cy="27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C6C622-DED1-D109-F982-9DDDC608AD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08307" y="2035880"/>
                  <a:ext cx="77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016086B-2AB5-7DCC-22A1-A1B20D59DD38}"/>
                    </a:ext>
                  </a:extLst>
                </p14:cNvPr>
                <p14:cNvContentPartPr/>
                <p14:nvPr/>
              </p14:nvContentPartPr>
              <p14:xfrm>
                <a:off x="6683627" y="1844000"/>
                <a:ext cx="95760" cy="239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016086B-2AB5-7DCC-22A1-A1B20D59DD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74627" y="1835360"/>
                  <a:ext cx="113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2E5ECAE-624F-D237-F4B6-860611D1377B}"/>
                    </a:ext>
                  </a:extLst>
                </p14:cNvPr>
                <p14:cNvContentPartPr/>
                <p14:nvPr/>
              </p14:nvContentPartPr>
              <p14:xfrm>
                <a:off x="6674627" y="1979720"/>
                <a:ext cx="200520" cy="92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2E5ECAE-624F-D237-F4B6-860611D137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65627" y="1971080"/>
                  <a:ext cx="21816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BF7BD8F-26AB-E6E5-6AB8-48C3766F59D8}"/>
              </a:ext>
            </a:extLst>
          </p:cNvPr>
          <p:cNvGrpSpPr/>
          <p:nvPr/>
        </p:nvGrpSpPr>
        <p:grpSpPr>
          <a:xfrm>
            <a:off x="7248827" y="1756160"/>
            <a:ext cx="457560" cy="339480"/>
            <a:chOff x="7248827" y="1756160"/>
            <a:chExt cx="4575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BB7C08-B20C-3A6D-A973-A2DE9A158426}"/>
                    </a:ext>
                  </a:extLst>
                </p14:cNvPr>
                <p14:cNvContentPartPr/>
                <p14:nvPr/>
              </p14:nvContentPartPr>
              <p14:xfrm>
                <a:off x="7248827" y="1828160"/>
                <a:ext cx="183240" cy="267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BB7C08-B20C-3A6D-A973-A2DE9A1584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39827" y="1819520"/>
                  <a:ext cx="2008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DE08D94-20ED-4549-E715-5D5B3B6A1E68}"/>
                    </a:ext>
                  </a:extLst>
                </p14:cNvPr>
                <p14:cNvContentPartPr/>
                <p14:nvPr/>
              </p14:nvContentPartPr>
              <p14:xfrm>
                <a:off x="7262147" y="1756160"/>
                <a:ext cx="415800" cy="288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DE08D94-20ED-4549-E715-5D5B3B6A1E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53507" y="1747160"/>
                  <a:ext cx="4334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76A19C3-2655-A533-E888-FE3EFF1EE519}"/>
                    </a:ext>
                  </a:extLst>
                </p14:cNvPr>
                <p14:cNvContentPartPr/>
                <p14:nvPr/>
              </p14:nvContentPartPr>
              <p14:xfrm>
                <a:off x="7628627" y="1948760"/>
                <a:ext cx="77760" cy="94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76A19C3-2655-A533-E888-FE3EFF1EE51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19987" y="1939760"/>
                  <a:ext cx="9540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01828D7-8E24-D1AD-2144-38ACC3254190}"/>
              </a:ext>
            </a:extLst>
          </p:cNvPr>
          <p:cNvGrpSpPr/>
          <p:nvPr/>
        </p:nvGrpSpPr>
        <p:grpSpPr>
          <a:xfrm>
            <a:off x="7995467" y="1620800"/>
            <a:ext cx="829440" cy="424440"/>
            <a:chOff x="7995467" y="1620800"/>
            <a:chExt cx="82944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185118-DEE7-241B-A989-1A1B575EB193}"/>
                    </a:ext>
                  </a:extLst>
                </p14:cNvPr>
                <p14:cNvContentPartPr/>
                <p14:nvPr/>
              </p14:nvContentPartPr>
              <p14:xfrm>
                <a:off x="7995467" y="1868840"/>
                <a:ext cx="120240" cy="176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185118-DEE7-241B-A989-1A1B575EB19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86827" y="1860200"/>
                  <a:ext cx="137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BFF2A63-442A-C6D7-5301-940A8E8B8951}"/>
                    </a:ext>
                  </a:extLst>
                </p14:cNvPr>
                <p14:cNvContentPartPr/>
                <p14:nvPr/>
              </p14:nvContentPartPr>
              <p14:xfrm>
                <a:off x="8176547" y="1680920"/>
                <a:ext cx="186120" cy="299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BFF2A63-442A-C6D7-5301-940A8E8B89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67907" y="1671920"/>
                  <a:ext cx="2037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A38B7C8-D590-E83E-DD7F-7A4519BC72AA}"/>
                    </a:ext>
                  </a:extLst>
                </p14:cNvPr>
                <p14:cNvContentPartPr/>
                <p14:nvPr/>
              </p14:nvContentPartPr>
              <p14:xfrm>
                <a:off x="8224067" y="1863800"/>
                <a:ext cx="227520" cy="98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A38B7C8-D590-E83E-DD7F-7A4519BC72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15067" y="1854800"/>
                  <a:ext cx="2451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D3C0513-FC27-6436-3481-45F9772BDC01}"/>
                    </a:ext>
                  </a:extLst>
                </p14:cNvPr>
                <p14:cNvContentPartPr/>
                <p14:nvPr/>
              </p14:nvContentPartPr>
              <p14:xfrm>
                <a:off x="8522867" y="1908800"/>
                <a:ext cx="66600" cy="64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D3C0513-FC27-6436-3481-45F9772BDC0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13867" y="1900160"/>
                  <a:ext cx="84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6660C7D-6E88-6E4F-CCEE-4C2F5F82840A}"/>
                    </a:ext>
                  </a:extLst>
                </p14:cNvPr>
                <p14:cNvContentPartPr/>
                <p14:nvPr/>
              </p14:nvContentPartPr>
              <p14:xfrm>
                <a:off x="8639507" y="1620800"/>
                <a:ext cx="185400" cy="382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6660C7D-6E88-6E4F-CCEE-4C2F5F82840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30507" y="1611800"/>
                  <a:ext cx="20304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862E59E-0B88-3C92-C4B7-D4AA3802AA86}"/>
              </a:ext>
            </a:extLst>
          </p:cNvPr>
          <p:cNvGrpSpPr/>
          <p:nvPr/>
        </p:nvGrpSpPr>
        <p:grpSpPr>
          <a:xfrm>
            <a:off x="644267" y="1480040"/>
            <a:ext cx="5424840" cy="2048040"/>
            <a:chOff x="644267" y="1480040"/>
            <a:chExt cx="5424840" cy="20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9FC974-03BE-F3A5-38E7-AF7CE6B25F19}"/>
                    </a:ext>
                  </a:extLst>
                </p14:cNvPr>
                <p14:cNvContentPartPr/>
                <p14:nvPr/>
              </p14:nvContentPartPr>
              <p14:xfrm>
                <a:off x="1017227" y="1727720"/>
                <a:ext cx="220320" cy="95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9FC974-03BE-F3A5-38E7-AF7CE6B25F1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8227" y="1718720"/>
                  <a:ext cx="2379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982A27-CC91-1D78-5797-E21F2F400421}"/>
                    </a:ext>
                  </a:extLst>
                </p14:cNvPr>
                <p14:cNvContentPartPr/>
                <p14:nvPr/>
              </p14:nvContentPartPr>
              <p14:xfrm>
                <a:off x="1231067" y="1674080"/>
                <a:ext cx="163800" cy="146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982A27-CC91-1D78-5797-E21F2F40042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22067" y="1665080"/>
                  <a:ext cx="181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BB577E-25C4-1E8D-BB7B-B9144AB5F20D}"/>
                    </a:ext>
                  </a:extLst>
                </p14:cNvPr>
                <p14:cNvContentPartPr/>
                <p14:nvPr/>
              </p14:nvContentPartPr>
              <p14:xfrm>
                <a:off x="1420067" y="1531160"/>
                <a:ext cx="91440" cy="311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BB577E-25C4-1E8D-BB7B-B9144AB5F20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11427" y="1522160"/>
                  <a:ext cx="1090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93991D-B230-9D5D-EEBF-87FAF9B9E9D4}"/>
                    </a:ext>
                  </a:extLst>
                </p14:cNvPr>
                <p14:cNvContentPartPr/>
                <p14:nvPr/>
              </p14:nvContentPartPr>
              <p14:xfrm>
                <a:off x="1416467" y="1668680"/>
                <a:ext cx="221760" cy="121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93991D-B230-9D5D-EEBF-87FAF9B9E9D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07467" y="1660040"/>
                  <a:ext cx="239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143EA1E-6B95-0A57-6F22-536FD6A794D4}"/>
                    </a:ext>
                  </a:extLst>
                </p14:cNvPr>
                <p14:cNvContentPartPr/>
                <p14:nvPr/>
              </p14:nvContentPartPr>
              <p14:xfrm>
                <a:off x="1707707" y="1726640"/>
                <a:ext cx="10080" cy="53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143EA1E-6B95-0A57-6F22-536FD6A794D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98707" y="1718000"/>
                  <a:ext cx="277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1124DF-9DB7-AFB3-5514-9C4841B1D0CA}"/>
                    </a:ext>
                  </a:extLst>
                </p14:cNvPr>
                <p14:cNvContentPartPr/>
                <p14:nvPr/>
              </p14:nvContentPartPr>
              <p14:xfrm>
                <a:off x="1780427" y="1516040"/>
                <a:ext cx="10800" cy="12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1124DF-9DB7-AFB3-5514-9C4841B1D0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71787" y="1507040"/>
                  <a:ext cx="284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7B76DEE-181C-687C-53D7-8E3A47A9CDE0}"/>
                    </a:ext>
                  </a:extLst>
                </p14:cNvPr>
                <p14:cNvContentPartPr/>
                <p14:nvPr/>
              </p14:nvContentPartPr>
              <p14:xfrm>
                <a:off x="1843067" y="1679480"/>
                <a:ext cx="179640" cy="66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7B76DEE-181C-687C-53D7-8E3A47A9CDE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34067" y="1670480"/>
                  <a:ext cx="197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4990FBA-4CE7-4175-1FBD-A0DAFE2F693D}"/>
                    </a:ext>
                  </a:extLst>
                </p14:cNvPr>
                <p14:cNvContentPartPr/>
                <p14:nvPr/>
              </p14:nvContentPartPr>
              <p14:xfrm>
                <a:off x="1931267" y="1684520"/>
                <a:ext cx="286200" cy="455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4990FBA-4CE7-4175-1FBD-A0DAFE2F693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22267" y="1675880"/>
                  <a:ext cx="3038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FC0BE11-17E8-920B-F93F-2AD403C22B97}"/>
                    </a:ext>
                  </a:extLst>
                </p14:cNvPr>
                <p14:cNvContentPartPr/>
                <p14:nvPr/>
              </p14:nvContentPartPr>
              <p14:xfrm>
                <a:off x="644267" y="1543040"/>
                <a:ext cx="13680" cy="6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FC0BE11-17E8-920B-F93F-2AD403C22B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5267" y="1534040"/>
                  <a:ext cx="31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95C4DA-22B1-523B-E76A-FF70EEEA05EA}"/>
                    </a:ext>
                  </a:extLst>
                </p14:cNvPr>
                <p14:cNvContentPartPr/>
                <p14:nvPr/>
              </p14:nvContentPartPr>
              <p14:xfrm>
                <a:off x="709787" y="1540160"/>
                <a:ext cx="14760" cy="49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95C4DA-22B1-523B-E76A-FF70EEEA05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0787" y="1531160"/>
                  <a:ext cx="32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AFD1EDD-91F2-F1DC-7E23-942A1944DB0C}"/>
                    </a:ext>
                  </a:extLst>
                </p14:cNvPr>
                <p14:cNvContentPartPr/>
                <p14:nvPr/>
              </p14:nvContentPartPr>
              <p14:xfrm>
                <a:off x="2420147" y="1480040"/>
                <a:ext cx="28800" cy="73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AFD1EDD-91F2-F1DC-7E23-942A1944DB0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11507" y="1471040"/>
                  <a:ext cx="46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13E686-0AB4-B0D2-0547-CEC7A87097BF}"/>
                    </a:ext>
                  </a:extLst>
                </p14:cNvPr>
                <p14:cNvContentPartPr/>
                <p14:nvPr/>
              </p14:nvContentPartPr>
              <p14:xfrm>
                <a:off x="2487827" y="1498040"/>
                <a:ext cx="22320" cy="68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13E686-0AB4-B0D2-0547-CEC7A87097B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79187" y="1489040"/>
                  <a:ext cx="39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A8F3349-00BC-81D1-EE20-2E9B2469994D}"/>
                    </a:ext>
                  </a:extLst>
                </p14:cNvPr>
                <p14:cNvContentPartPr/>
                <p14:nvPr/>
              </p14:nvContentPartPr>
              <p14:xfrm>
                <a:off x="918947" y="2411720"/>
                <a:ext cx="198000" cy="431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A8F3349-00BC-81D1-EE20-2E9B2469994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9947" y="2403080"/>
                  <a:ext cx="2156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802FE6-30C9-9AD6-F090-9B6BE5D37CC2}"/>
                    </a:ext>
                  </a:extLst>
                </p14:cNvPr>
                <p14:cNvContentPartPr/>
                <p14:nvPr/>
              </p14:nvContentPartPr>
              <p14:xfrm>
                <a:off x="805187" y="2531960"/>
                <a:ext cx="497160" cy="172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802FE6-30C9-9AD6-F090-9B6BE5D37C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6547" y="2522960"/>
                  <a:ext cx="514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F5C565-FA03-2C5A-1704-FCA4491894AD}"/>
                    </a:ext>
                  </a:extLst>
                </p14:cNvPr>
                <p14:cNvContentPartPr/>
                <p14:nvPr/>
              </p14:nvContentPartPr>
              <p14:xfrm>
                <a:off x="1659107" y="2480840"/>
                <a:ext cx="133200" cy="115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F5C565-FA03-2C5A-1704-FCA4491894A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50107" y="2471840"/>
                  <a:ext cx="150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49EDAC-B97F-501D-2764-386A9B8879DF}"/>
                    </a:ext>
                  </a:extLst>
                </p14:cNvPr>
                <p14:cNvContentPartPr/>
                <p14:nvPr/>
              </p14:nvContentPartPr>
              <p14:xfrm>
                <a:off x="1848107" y="2276000"/>
                <a:ext cx="172080" cy="302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49EDAC-B97F-501D-2764-386A9B8879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39467" y="2267360"/>
                  <a:ext cx="1897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149963-7B59-E004-8D80-9D6A254F5E69}"/>
                    </a:ext>
                  </a:extLst>
                </p14:cNvPr>
                <p14:cNvContentPartPr/>
                <p14:nvPr/>
              </p14:nvContentPartPr>
              <p14:xfrm>
                <a:off x="2007947" y="2483000"/>
                <a:ext cx="103320" cy="71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149963-7B59-E004-8D80-9D6A254F5E6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98947" y="2474360"/>
                  <a:ext cx="120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DED6EF-48C4-F941-D24B-E79FE1918622}"/>
                    </a:ext>
                  </a:extLst>
                </p14:cNvPr>
                <p14:cNvContentPartPr/>
                <p14:nvPr/>
              </p14:nvContentPartPr>
              <p14:xfrm>
                <a:off x="2137187" y="2456000"/>
                <a:ext cx="61200" cy="100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8DED6EF-48C4-F941-D24B-E79FE191862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28547" y="2447000"/>
                  <a:ext cx="78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F94C3F-9B41-C3BF-8A4F-125C52A7E4A4}"/>
                    </a:ext>
                  </a:extLst>
                </p14:cNvPr>
                <p14:cNvContentPartPr/>
                <p14:nvPr/>
              </p14:nvContentPartPr>
              <p14:xfrm>
                <a:off x="2248787" y="2456000"/>
                <a:ext cx="70920" cy="86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F94C3F-9B41-C3BF-8A4F-125C52A7E4A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39787" y="2447000"/>
                  <a:ext cx="88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FB80518-4180-6097-618D-05C75F8779D0}"/>
                    </a:ext>
                  </a:extLst>
                </p14:cNvPr>
                <p14:cNvContentPartPr/>
                <p14:nvPr/>
              </p14:nvContentPartPr>
              <p14:xfrm>
                <a:off x="2703107" y="2434040"/>
                <a:ext cx="28080" cy="59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FB80518-4180-6097-618D-05C75F8779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94467" y="2425400"/>
                  <a:ext cx="45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F4DBDC3-7F7A-202E-69E1-1CA4CB441419}"/>
                    </a:ext>
                  </a:extLst>
                </p14:cNvPr>
                <p14:cNvContentPartPr/>
                <p14:nvPr/>
              </p14:nvContentPartPr>
              <p14:xfrm>
                <a:off x="2774027" y="2248280"/>
                <a:ext cx="7920" cy="96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F4DBDC3-7F7A-202E-69E1-1CA4CB44141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65027" y="2239280"/>
                  <a:ext cx="25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1659121-B948-C062-058D-C57CE3B94F9A}"/>
                    </a:ext>
                  </a:extLst>
                </p14:cNvPr>
                <p14:cNvContentPartPr/>
                <p14:nvPr/>
              </p14:nvContentPartPr>
              <p14:xfrm>
                <a:off x="2814707" y="2422160"/>
                <a:ext cx="79200" cy="65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1659121-B948-C062-058D-C57CE3B94F9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05707" y="2413160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A5627D-33E3-4D84-157E-0F2A04FEFC99}"/>
                    </a:ext>
                  </a:extLst>
                </p14:cNvPr>
                <p14:cNvContentPartPr/>
                <p14:nvPr/>
              </p14:nvContentPartPr>
              <p14:xfrm>
                <a:off x="3305387" y="2166920"/>
                <a:ext cx="28800" cy="52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A5627D-33E3-4D84-157E-0F2A04FEFC9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96387" y="2158280"/>
                  <a:ext cx="46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5C0BCE-00C3-E598-C1F5-3CB87D258470}"/>
                    </a:ext>
                  </a:extLst>
                </p14:cNvPr>
                <p14:cNvContentPartPr/>
                <p14:nvPr/>
              </p14:nvContentPartPr>
              <p14:xfrm>
                <a:off x="3381347" y="2177360"/>
                <a:ext cx="7920" cy="37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5C0BCE-00C3-E598-C1F5-3CB87D2584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72347" y="2168720"/>
                  <a:ext cx="25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6CB482-EFBC-588A-0D10-3263766E5FAE}"/>
                    </a:ext>
                  </a:extLst>
                </p14:cNvPr>
                <p14:cNvContentPartPr/>
                <p14:nvPr/>
              </p14:nvContentPartPr>
              <p14:xfrm>
                <a:off x="3552347" y="2296160"/>
                <a:ext cx="137880" cy="7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6CB482-EFBC-588A-0D10-3263766E5FA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43347" y="2287520"/>
                  <a:ext cx="155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4F52B97-8841-F393-1AA5-4A2563646DAB}"/>
                    </a:ext>
                  </a:extLst>
                </p14:cNvPr>
                <p14:cNvContentPartPr/>
                <p14:nvPr/>
              </p14:nvContentPartPr>
              <p14:xfrm>
                <a:off x="3745307" y="2234960"/>
                <a:ext cx="114480" cy="133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4F52B97-8841-F393-1AA5-4A2563646DA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36307" y="2225960"/>
                  <a:ext cx="132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B0C2A12-28DC-ACF0-BA7D-1BBC32068FB4}"/>
                    </a:ext>
                  </a:extLst>
                </p14:cNvPr>
                <p14:cNvContentPartPr/>
                <p14:nvPr/>
              </p14:nvContentPartPr>
              <p14:xfrm>
                <a:off x="3877067" y="2102120"/>
                <a:ext cx="147960" cy="24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B0C2A12-28DC-ACF0-BA7D-1BBC32068FB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8427" y="2093480"/>
                  <a:ext cx="165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E7E4A2-E501-8C86-11B2-585B800D77E8}"/>
                    </a:ext>
                  </a:extLst>
                </p14:cNvPr>
                <p14:cNvContentPartPr/>
                <p14:nvPr/>
              </p14:nvContentPartPr>
              <p14:xfrm>
                <a:off x="3922427" y="2201840"/>
                <a:ext cx="156960" cy="112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E7E4A2-E501-8C86-11B2-585B800D77E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13427" y="2193200"/>
                  <a:ext cx="174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2CB3E8-1515-FE89-EFE4-B95AAFB4E660}"/>
                    </a:ext>
                  </a:extLst>
                </p14:cNvPr>
                <p14:cNvContentPartPr/>
                <p14:nvPr/>
              </p14:nvContentPartPr>
              <p14:xfrm>
                <a:off x="4141307" y="2247560"/>
                <a:ext cx="1800" cy="53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A2CB3E8-1515-FE89-EFE4-B95AAFB4E66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32667" y="2238560"/>
                  <a:ext cx="19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7CD751F-0717-E18A-9E30-7B6CAAAE8256}"/>
                    </a:ext>
                  </a:extLst>
                </p14:cNvPr>
                <p14:cNvContentPartPr/>
                <p14:nvPr/>
              </p14:nvContentPartPr>
              <p14:xfrm>
                <a:off x="4250387" y="2124080"/>
                <a:ext cx="8640" cy="72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7CD751F-0717-E18A-9E30-7B6CAAAE825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41747" y="2115440"/>
                  <a:ext cx="26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9581082-778C-8D5F-5B34-D11FA1C9FC9F}"/>
                    </a:ext>
                  </a:extLst>
                </p14:cNvPr>
                <p14:cNvContentPartPr/>
                <p14:nvPr/>
              </p14:nvContentPartPr>
              <p14:xfrm>
                <a:off x="4318427" y="2246120"/>
                <a:ext cx="50760" cy="56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9581082-778C-8D5F-5B34-D11FA1C9FC9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09427" y="2237120"/>
                  <a:ext cx="684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E45D8A7-A359-288A-3773-F9C4AD1E5808}"/>
                    </a:ext>
                  </a:extLst>
                </p14:cNvPr>
                <p14:cNvContentPartPr/>
                <p14:nvPr/>
              </p14:nvContentPartPr>
              <p14:xfrm>
                <a:off x="4231307" y="2244320"/>
                <a:ext cx="246960" cy="293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E45D8A7-A359-288A-3773-F9C4AD1E580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22307" y="2235320"/>
                  <a:ext cx="2646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197E8AC-A5C7-F609-21A2-9B316DBD8F9C}"/>
                    </a:ext>
                  </a:extLst>
                </p14:cNvPr>
                <p14:cNvContentPartPr/>
                <p14:nvPr/>
              </p14:nvContentPartPr>
              <p14:xfrm>
                <a:off x="4667987" y="2000600"/>
                <a:ext cx="19800" cy="60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197E8AC-A5C7-F609-21A2-9B316DBD8F9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59347" y="1991960"/>
                  <a:ext cx="37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9A1AA5C-85E9-5D32-6DA6-5BBAD9B51427}"/>
                    </a:ext>
                  </a:extLst>
                </p14:cNvPr>
                <p14:cNvContentPartPr/>
                <p14:nvPr/>
              </p14:nvContentPartPr>
              <p14:xfrm>
                <a:off x="4732787" y="2035160"/>
                <a:ext cx="11520" cy="80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9A1AA5C-85E9-5D32-6DA6-5BBAD9B5142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24147" y="2026520"/>
                  <a:ext cx="29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3EC127C-AE21-889A-6116-F70066DBFF1D}"/>
                    </a:ext>
                  </a:extLst>
                </p14:cNvPr>
                <p14:cNvContentPartPr/>
                <p14:nvPr/>
              </p14:nvContentPartPr>
              <p14:xfrm>
                <a:off x="5223467" y="2237840"/>
                <a:ext cx="111600" cy="28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3EC127C-AE21-889A-6116-F70066DBFF1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14827" y="2228840"/>
                  <a:ext cx="129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26440E-F4BA-AE30-AF87-32AEF704796A}"/>
                    </a:ext>
                  </a:extLst>
                </p14:cNvPr>
                <p14:cNvContentPartPr/>
                <p14:nvPr/>
              </p14:nvContentPartPr>
              <p14:xfrm>
                <a:off x="5323547" y="2152520"/>
                <a:ext cx="139680" cy="81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26440E-F4BA-AE30-AF87-32AEF70479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14907" y="2143520"/>
                  <a:ext cx="157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E6FDA87-7001-B004-F665-61A0433119E0}"/>
                    </a:ext>
                  </a:extLst>
                </p14:cNvPr>
                <p14:cNvContentPartPr/>
                <p14:nvPr/>
              </p14:nvContentPartPr>
              <p14:xfrm>
                <a:off x="5536667" y="2167280"/>
                <a:ext cx="185400" cy="38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E6FDA87-7001-B004-F665-61A0433119E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527667" y="2158640"/>
                  <a:ext cx="203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7E4B2B2-7160-6EBF-EC8B-E43D7C5043DA}"/>
                    </a:ext>
                  </a:extLst>
                </p14:cNvPr>
                <p14:cNvContentPartPr/>
                <p14:nvPr/>
              </p14:nvContentPartPr>
              <p14:xfrm>
                <a:off x="5750867" y="1881080"/>
                <a:ext cx="318240" cy="355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7E4B2B2-7160-6EBF-EC8B-E43D7C5043D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42227" y="1872080"/>
                  <a:ext cx="3358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D6281C6-3678-32ED-BB2D-1D6A9101A8EC}"/>
                    </a:ext>
                  </a:extLst>
                </p14:cNvPr>
                <p14:cNvContentPartPr/>
                <p14:nvPr/>
              </p14:nvContentPartPr>
              <p14:xfrm>
                <a:off x="909227" y="3262760"/>
                <a:ext cx="78480" cy="265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D6281C6-3678-32ED-BB2D-1D6A9101A8E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0227" y="3253760"/>
                  <a:ext cx="961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A71CA0D-1C18-4354-1127-95B4DBC7C438}"/>
                    </a:ext>
                  </a:extLst>
                </p14:cNvPr>
                <p14:cNvContentPartPr/>
                <p14:nvPr/>
              </p14:nvContentPartPr>
              <p14:xfrm>
                <a:off x="1039187" y="3179240"/>
                <a:ext cx="72000" cy="105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A71CA0D-1C18-4354-1127-95B4DBC7C43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0187" y="3170240"/>
                  <a:ext cx="89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14A3FA-0CBF-7712-9154-56E9F2764710}"/>
                    </a:ext>
                  </a:extLst>
                </p14:cNvPr>
                <p14:cNvContentPartPr/>
                <p14:nvPr/>
              </p14:nvContentPartPr>
              <p14:xfrm>
                <a:off x="1179227" y="3167360"/>
                <a:ext cx="68400" cy="87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14A3FA-0CBF-7712-9154-56E9F276471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70587" y="3158720"/>
                  <a:ext cx="860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905D4FB-8CA4-2770-B355-FBF58AF131B6}"/>
                    </a:ext>
                  </a:extLst>
                </p14:cNvPr>
                <p14:cNvContentPartPr/>
                <p14:nvPr/>
              </p14:nvContentPartPr>
              <p14:xfrm>
                <a:off x="1289387" y="3129560"/>
                <a:ext cx="148320" cy="356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905D4FB-8CA4-2770-B355-FBF58AF131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80747" y="3120560"/>
                  <a:ext cx="1659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D3640A0-BFB2-AC1F-CFF6-45C9C6634FAC}"/>
                    </a:ext>
                  </a:extLst>
                </p14:cNvPr>
                <p14:cNvContentPartPr/>
                <p14:nvPr/>
              </p14:nvContentPartPr>
              <p14:xfrm>
                <a:off x="1755587" y="2981960"/>
                <a:ext cx="147240" cy="227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D3640A0-BFB2-AC1F-CFF6-45C9C6634FA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46947" y="2973320"/>
                  <a:ext cx="164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6C324C4-0C86-D679-D467-26C2D7C5C049}"/>
                    </a:ext>
                  </a:extLst>
                </p14:cNvPr>
                <p14:cNvContentPartPr/>
                <p14:nvPr/>
              </p14:nvContentPartPr>
              <p14:xfrm>
                <a:off x="1755587" y="2889440"/>
                <a:ext cx="394560" cy="2041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6C324C4-0C86-D679-D467-26C2D7C5C04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46947" y="2880800"/>
                  <a:ext cx="412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760D950-975C-6926-7E57-089D4BBCD130}"/>
                    </a:ext>
                  </a:extLst>
                </p14:cNvPr>
                <p14:cNvContentPartPr/>
                <p14:nvPr/>
              </p14:nvContentPartPr>
              <p14:xfrm>
                <a:off x="1807787" y="2948480"/>
                <a:ext cx="245880" cy="280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760D950-975C-6926-7E57-089D4BBCD1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98787" y="2939480"/>
                  <a:ext cx="2635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633CBD1-F84E-C5FA-53C3-0EAAE65FBE6D}"/>
                    </a:ext>
                  </a:extLst>
                </p14:cNvPr>
                <p14:cNvContentPartPr/>
                <p14:nvPr/>
              </p14:nvContentPartPr>
              <p14:xfrm>
                <a:off x="2198387" y="3051080"/>
                <a:ext cx="127440" cy="91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633CBD1-F84E-C5FA-53C3-0EAAE65FBE6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89387" y="3042440"/>
                  <a:ext cx="145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FDA7B9-FF40-C530-0FAC-E97AC9ED21E1}"/>
                    </a:ext>
                  </a:extLst>
                </p14:cNvPr>
                <p14:cNvContentPartPr/>
                <p14:nvPr/>
              </p14:nvContentPartPr>
              <p14:xfrm>
                <a:off x="2429507" y="2906000"/>
                <a:ext cx="162720" cy="18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FDA7B9-FF40-C530-0FAC-E97AC9ED21E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420507" y="2897000"/>
                  <a:ext cx="180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BCF234F-A869-0737-A5BE-D2DD0DCE4CA6}"/>
                    </a:ext>
                  </a:extLst>
                </p14:cNvPr>
                <p14:cNvContentPartPr/>
                <p14:nvPr/>
              </p14:nvContentPartPr>
              <p14:xfrm>
                <a:off x="3022427" y="2809520"/>
                <a:ext cx="200520" cy="253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BCF234F-A869-0737-A5BE-D2DD0DCE4CA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13427" y="2800880"/>
                  <a:ext cx="2181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065FCE3-5B3F-F712-1E5C-8320E2E42398}"/>
                    </a:ext>
                  </a:extLst>
                </p14:cNvPr>
                <p14:cNvContentPartPr/>
                <p14:nvPr/>
              </p14:nvContentPartPr>
              <p14:xfrm>
                <a:off x="3072107" y="2706560"/>
                <a:ext cx="400680" cy="289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065FCE3-5B3F-F712-1E5C-8320E2E4239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63107" y="2697560"/>
                  <a:ext cx="4183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73180A0-0928-B7DD-E14E-31A1F868A6A2}"/>
                    </a:ext>
                  </a:extLst>
                </p14:cNvPr>
                <p14:cNvContentPartPr/>
                <p14:nvPr/>
              </p14:nvContentPartPr>
              <p14:xfrm>
                <a:off x="3437147" y="2894480"/>
                <a:ext cx="104040" cy="69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73180A0-0928-B7DD-E14E-31A1F868A6A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28147" y="2885840"/>
                  <a:ext cx="121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E97E252-4224-D9F7-E0B7-40F238918406}"/>
                    </a:ext>
                  </a:extLst>
                </p14:cNvPr>
                <p14:cNvContentPartPr/>
                <p14:nvPr/>
              </p14:nvContentPartPr>
              <p14:xfrm>
                <a:off x="4005947" y="2848760"/>
                <a:ext cx="126720" cy="110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E97E252-4224-D9F7-E0B7-40F23891840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97307" y="2840120"/>
                  <a:ext cx="144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3944BFA-8E90-7A72-CFAA-FB946623BC59}"/>
                    </a:ext>
                  </a:extLst>
                </p14:cNvPr>
                <p14:cNvContentPartPr/>
                <p14:nvPr/>
              </p14:nvContentPartPr>
              <p14:xfrm>
                <a:off x="4198547" y="2660480"/>
                <a:ext cx="170280" cy="291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3944BFA-8E90-7A72-CFAA-FB946623BC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89907" y="2651840"/>
                  <a:ext cx="1879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F9AE8BB-1C72-7E74-60D1-AE0387AF2A57}"/>
                    </a:ext>
                  </a:extLst>
                </p14:cNvPr>
                <p14:cNvContentPartPr/>
                <p14:nvPr/>
              </p14:nvContentPartPr>
              <p14:xfrm>
                <a:off x="4391147" y="2856320"/>
                <a:ext cx="104040" cy="63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F9AE8BB-1C72-7E74-60D1-AE0387AF2A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82507" y="2847320"/>
                  <a:ext cx="121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A97EAC6-4F2C-EE0C-D7B2-651D89057E00}"/>
                    </a:ext>
                  </a:extLst>
                </p14:cNvPr>
                <p14:cNvContentPartPr/>
                <p14:nvPr/>
              </p14:nvContentPartPr>
              <p14:xfrm>
                <a:off x="4563587" y="2774960"/>
                <a:ext cx="97920" cy="155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A97EAC6-4F2C-EE0C-D7B2-651D89057E0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54947" y="2766320"/>
                  <a:ext cx="115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03AA25-0FEA-E5B3-26A9-E5F304B8B811}"/>
                    </a:ext>
                  </a:extLst>
                </p14:cNvPr>
                <p14:cNvContentPartPr/>
                <p14:nvPr/>
              </p14:nvContentPartPr>
              <p14:xfrm>
                <a:off x="4704347" y="2792960"/>
                <a:ext cx="125280" cy="85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03AA25-0FEA-E5B3-26A9-E5F304B8B81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95347" y="2784320"/>
                  <a:ext cx="142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9F7F6A2-2540-870F-7CA7-02D1848F0D79}"/>
                    </a:ext>
                  </a:extLst>
                </p14:cNvPr>
                <p14:cNvContentPartPr/>
                <p14:nvPr/>
              </p14:nvContentPartPr>
              <p14:xfrm>
                <a:off x="4909907" y="2804480"/>
                <a:ext cx="85320" cy="60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9F7F6A2-2540-870F-7CA7-02D1848F0D7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00907" y="2795840"/>
                  <a:ext cx="102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997C5F4-7DE9-7059-4BCC-8CB5A36C6712}"/>
                    </a:ext>
                  </a:extLst>
                </p14:cNvPr>
                <p14:cNvContentPartPr/>
                <p14:nvPr/>
              </p14:nvContentPartPr>
              <p14:xfrm>
                <a:off x="5030867" y="2620880"/>
                <a:ext cx="141120" cy="2530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997C5F4-7DE9-7059-4BCC-8CB5A36C671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22227" y="2611880"/>
                  <a:ext cx="1587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9782DBA-D5C2-A387-80AF-F08AD4C94D5A}"/>
                    </a:ext>
                  </a:extLst>
                </p14:cNvPr>
                <p14:cNvContentPartPr/>
                <p14:nvPr/>
              </p14:nvContentPartPr>
              <p14:xfrm>
                <a:off x="5039867" y="2749400"/>
                <a:ext cx="215280" cy="83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9782DBA-D5C2-A387-80AF-F08AD4C94D5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031227" y="2740400"/>
                  <a:ext cx="232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745A6B9-D49D-02FF-56F4-1D3B76E89C08}"/>
                    </a:ext>
                  </a:extLst>
                </p14:cNvPr>
                <p14:cNvContentPartPr/>
                <p14:nvPr/>
              </p14:nvContentPartPr>
              <p14:xfrm>
                <a:off x="5324267" y="2689280"/>
                <a:ext cx="87120" cy="131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745A6B9-D49D-02FF-56F4-1D3B76E89C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315627" y="2680280"/>
                  <a:ext cx="104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28F07B1-3428-2F9C-6865-3DBBD24FE958}"/>
                    </a:ext>
                  </a:extLst>
                </p14:cNvPr>
                <p14:cNvContentPartPr/>
                <p14:nvPr/>
              </p14:nvContentPartPr>
              <p14:xfrm>
                <a:off x="5400227" y="2703680"/>
                <a:ext cx="149400" cy="90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28F07B1-3428-2F9C-6865-3DBBD24FE95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91587" y="2694680"/>
                  <a:ext cx="16704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0967F23-3F31-769A-76D4-A9A845377172}"/>
              </a:ext>
            </a:extLst>
          </p:cNvPr>
          <p:cNvGrpSpPr/>
          <p:nvPr/>
        </p:nvGrpSpPr>
        <p:grpSpPr>
          <a:xfrm>
            <a:off x="4159307" y="4180760"/>
            <a:ext cx="353520" cy="727200"/>
            <a:chOff x="4159307" y="4180760"/>
            <a:chExt cx="353520" cy="72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41D7089-E658-1CB4-4695-F8C79555978A}"/>
                    </a:ext>
                  </a:extLst>
                </p14:cNvPr>
                <p14:cNvContentPartPr/>
                <p14:nvPr/>
              </p14:nvContentPartPr>
              <p14:xfrm>
                <a:off x="4263347" y="4808240"/>
                <a:ext cx="249480" cy="99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41D7089-E658-1CB4-4695-F8C79555978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54347" y="4799600"/>
                  <a:ext cx="267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6D9B566-E868-4FAF-8C2A-F5D03FC87B07}"/>
                    </a:ext>
                  </a:extLst>
                </p14:cNvPr>
                <p14:cNvContentPartPr/>
                <p14:nvPr/>
              </p14:nvContentPartPr>
              <p14:xfrm>
                <a:off x="4181267" y="4556240"/>
                <a:ext cx="113040" cy="174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6D9B566-E868-4FAF-8C2A-F5D03FC87B0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72267" y="4547600"/>
                  <a:ext cx="1306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49DD242-4797-02BD-4A62-AE2A1351A7C5}"/>
                    </a:ext>
                  </a:extLst>
                </p14:cNvPr>
                <p14:cNvContentPartPr/>
                <p14:nvPr/>
              </p14:nvContentPartPr>
              <p14:xfrm>
                <a:off x="4200707" y="4180760"/>
                <a:ext cx="109440" cy="281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49DD242-4797-02BD-4A62-AE2A1351A7C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92067" y="4171760"/>
                  <a:ext cx="127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055A702-48FD-5424-A9AF-4EA1472C79F3}"/>
                    </a:ext>
                  </a:extLst>
                </p14:cNvPr>
                <p14:cNvContentPartPr/>
                <p14:nvPr/>
              </p14:nvContentPartPr>
              <p14:xfrm>
                <a:off x="4159307" y="4320080"/>
                <a:ext cx="195120" cy="169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055A702-48FD-5424-A9AF-4EA1472C79F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150667" y="4311080"/>
                  <a:ext cx="21276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C7470A1-45EE-519A-1E11-FFBDA37ACD31}"/>
                  </a:ext>
                </a:extLst>
              </p14:cNvPr>
              <p14:cNvContentPartPr/>
              <p14:nvPr/>
            </p14:nvContentPartPr>
            <p14:xfrm>
              <a:off x="4188107" y="3939200"/>
              <a:ext cx="83160" cy="1162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C7470A1-45EE-519A-1E11-FFBDA37ACD31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179107" y="3930200"/>
                <a:ext cx="10080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AF0BC11-B231-E6EC-3BEA-C1C9A2BBD85A}"/>
              </a:ext>
            </a:extLst>
          </p:cNvPr>
          <p:cNvGrpSpPr/>
          <p:nvPr/>
        </p:nvGrpSpPr>
        <p:grpSpPr>
          <a:xfrm>
            <a:off x="4255067" y="3602960"/>
            <a:ext cx="97560" cy="223200"/>
            <a:chOff x="4255067" y="3602960"/>
            <a:chExt cx="9756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F645C2-4FB4-9BF5-3245-87F74095884B}"/>
                    </a:ext>
                  </a:extLst>
                </p14:cNvPr>
                <p14:cNvContentPartPr/>
                <p14:nvPr/>
              </p14:nvContentPartPr>
              <p14:xfrm>
                <a:off x="4273067" y="3721040"/>
                <a:ext cx="79560" cy="105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F645C2-4FB4-9BF5-3245-87F74095884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64067" y="3712040"/>
                  <a:ext cx="972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47D29C-34CB-0326-F7C3-76EF716781D6}"/>
                    </a:ext>
                  </a:extLst>
                </p14:cNvPr>
                <p14:cNvContentPartPr/>
                <p14:nvPr/>
              </p14:nvContentPartPr>
              <p14:xfrm>
                <a:off x="4255067" y="3602960"/>
                <a:ext cx="15480" cy="30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47D29C-34CB-0326-F7C3-76EF716781D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246067" y="3593960"/>
                  <a:ext cx="3312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F7D58DE-830D-AA95-45F5-5E491AD9E9E4}"/>
              </a:ext>
            </a:extLst>
          </p:cNvPr>
          <p:cNvGrpSpPr/>
          <p:nvPr/>
        </p:nvGrpSpPr>
        <p:grpSpPr>
          <a:xfrm>
            <a:off x="3991907" y="3113000"/>
            <a:ext cx="210600" cy="305640"/>
            <a:chOff x="3991907" y="3113000"/>
            <a:chExt cx="21060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8C7B901-8795-275F-3538-513594F3A619}"/>
                    </a:ext>
                  </a:extLst>
                </p14:cNvPr>
                <p14:cNvContentPartPr/>
                <p14:nvPr/>
              </p14:nvContentPartPr>
              <p14:xfrm>
                <a:off x="4114307" y="3359240"/>
                <a:ext cx="88200" cy="59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8C7B901-8795-275F-3538-513594F3A61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05307" y="3350600"/>
                  <a:ext cx="1058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1C04E39-593D-1F2F-683E-DA2D760B4A31}"/>
                    </a:ext>
                  </a:extLst>
                </p14:cNvPr>
                <p14:cNvContentPartPr/>
                <p14:nvPr/>
              </p14:nvContentPartPr>
              <p14:xfrm>
                <a:off x="3991907" y="3113000"/>
                <a:ext cx="156240" cy="240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1C04E39-593D-1F2F-683E-DA2D760B4A3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982907" y="3104000"/>
                  <a:ext cx="17388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8ABA9A6-1C38-539A-8A91-DC3217186DBF}"/>
              </a:ext>
            </a:extLst>
          </p:cNvPr>
          <p:cNvGrpSpPr/>
          <p:nvPr/>
        </p:nvGrpSpPr>
        <p:grpSpPr>
          <a:xfrm>
            <a:off x="6981347" y="3758480"/>
            <a:ext cx="2108520" cy="647280"/>
            <a:chOff x="6981347" y="3758480"/>
            <a:chExt cx="210852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FB51811-094C-E622-D71A-7CF2AB176132}"/>
                    </a:ext>
                  </a:extLst>
                </p14:cNvPr>
                <p14:cNvContentPartPr/>
                <p14:nvPr/>
              </p14:nvContentPartPr>
              <p14:xfrm>
                <a:off x="6981347" y="4104800"/>
                <a:ext cx="267120" cy="300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FB51811-094C-E622-D71A-7CF2AB17613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72707" y="4095800"/>
                  <a:ext cx="2847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0C359A2-B1E9-622D-1C23-A56C293A6CD9}"/>
                    </a:ext>
                  </a:extLst>
                </p14:cNvPr>
                <p14:cNvContentPartPr/>
                <p14:nvPr/>
              </p14:nvContentPartPr>
              <p14:xfrm>
                <a:off x="7339907" y="4043600"/>
                <a:ext cx="150840" cy="117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0C359A2-B1E9-622D-1C23-A56C293A6C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30907" y="4034600"/>
                  <a:ext cx="168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093924E-633D-97A1-2B51-D83DD680BD33}"/>
                    </a:ext>
                  </a:extLst>
                </p14:cNvPr>
                <p14:cNvContentPartPr/>
                <p14:nvPr/>
              </p14:nvContentPartPr>
              <p14:xfrm>
                <a:off x="7596227" y="4031360"/>
                <a:ext cx="149400" cy="78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093924E-633D-97A1-2B51-D83DD680BD3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87587" y="4022720"/>
                  <a:ext cx="167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025C3A3-670F-357F-AE21-6AAAD9C6E461}"/>
                    </a:ext>
                  </a:extLst>
                </p14:cNvPr>
                <p14:cNvContentPartPr/>
                <p14:nvPr/>
              </p14:nvContentPartPr>
              <p14:xfrm>
                <a:off x="7721867" y="3921200"/>
                <a:ext cx="12240" cy="16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025C3A3-670F-357F-AE21-6AAAD9C6E4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713227" y="3912200"/>
                  <a:ext cx="29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E76F549-552B-3297-5CED-D4A0470C2CFC}"/>
                    </a:ext>
                  </a:extLst>
                </p14:cNvPr>
                <p14:cNvContentPartPr/>
                <p14:nvPr/>
              </p14:nvContentPartPr>
              <p14:xfrm>
                <a:off x="7900427" y="3959720"/>
                <a:ext cx="145440" cy="114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E76F549-552B-3297-5CED-D4A0470C2CF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91427" y="3951080"/>
                  <a:ext cx="163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D4624DF-C5C0-BC8E-3073-551E5C2825FC}"/>
                    </a:ext>
                  </a:extLst>
                </p14:cNvPr>
                <p14:cNvContentPartPr/>
                <p14:nvPr/>
              </p14:nvContentPartPr>
              <p14:xfrm>
                <a:off x="8260067" y="3758480"/>
                <a:ext cx="89280" cy="305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D4624DF-C5C0-BC8E-3073-551E5C2825F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251067" y="3749840"/>
                  <a:ext cx="1069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E8883E-288D-15E0-755F-CDB53B24126F}"/>
                    </a:ext>
                  </a:extLst>
                </p14:cNvPr>
                <p14:cNvContentPartPr/>
                <p14:nvPr/>
              </p14:nvContentPartPr>
              <p14:xfrm>
                <a:off x="8183387" y="3919760"/>
                <a:ext cx="185400" cy="16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E8883E-288D-15E0-755F-CDB53B24126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174387" y="3910760"/>
                  <a:ext cx="203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F178233-12C8-A674-5A3C-1352BAB400A7}"/>
                    </a:ext>
                  </a:extLst>
                </p14:cNvPr>
                <p14:cNvContentPartPr/>
                <p14:nvPr/>
              </p14:nvContentPartPr>
              <p14:xfrm>
                <a:off x="8531147" y="3885560"/>
                <a:ext cx="119880" cy="121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F178233-12C8-A674-5A3C-1352BAB400A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22147" y="3876560"/>
                  <a:ext cx="137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75D4E6C-0C2D-A463-C0AD-881D212CA663}"/>
                    </a:ext>
                  </a:extLst>
                </p14:cNvPr>
                <p14:cNvContentPartPr/>
                <p14:nvPr/>
              </p14:nvContentPartPr>
              <p14:xfrm>
                <a:off x="8766947" y="3882680"/>
                <a:ext cx="322920" cy="127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75D4E6C-0C2D-A463-C0AD-881D212CA66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58307" y="3873680"/>
                  <a:ext cx="3405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34470F2-17FE-C6E0-85F6-63F8535F21CE}"/>
              </a:ext>
            </a:extLst>
          </p:cNvPr>
          <p:cNvGrpSpPr/>
          <p:nvPr/>
        </p:nvGrpSpPr>
        <p:grpSpPr>
          <a:xfrm>
            <a:off x="6835187" y="3287600"/>
            <a:ext cx="1206000" cy="404280"/>
            <a:chOff x="6835187" y="3287600"/>
            <a:chExt cx="120600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64F7C4F-2345-A75A-FBA9-C212C485963A}"/>
                    </a:ext>
                  </a:extLst>
                </p14:cNvPr>
                <p14:cNvContentPartPr/>
                <p14:nvPr/>
              </p14:nvContentPartPr>
              <p14:xfrm>
                <a:off x="6835187" y="3427280"/>
                <a:ext cx="299880" cy="143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64F7C4F-2345-A75A-FBA9-C212C485963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26547" y="3418640"/>
                  <a:ext cx="317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F08470A-9D4F-2E22-257F-31319DC67815}"/>
                    </a:ext>
                  </a:extLst>
                </p14:cNvPr>
                <p14:cNvContentPartPr/>
                <p14:nvPr/>
              </p14:nvContentPartPr>
              <p14:xfrm>
                <a:off x="7248467" y="3287600"/>
                <a:ext cx="89280" cy="206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F08470A-9D4F-2E22-257F-31319DC6781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39827" y="3278600"/>
                  <a:ext cx="1069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C514F8C-2A1B-761E-99FD-3B04C3967559}"/>
                    </a:ext>
                  </a:extLst>
                </p14:cNvPr>
                <p14:cNvContentPartPr/>
                <p14:nvPr/>
              </p14:nvContentPartPr>
              <p14:xfrm>
                <a:off x="7197347" y="3373280"/>
                <a:ext cx="144720" cy="13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C514F8C-2A1B-761E-99FD-3B04C396755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188707" y="3364640"/>
                  <a:ext cx="162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455980D-3908-4353-4AA7-58567E71BC84}"/>
                    </a:ext>
                  </a:extLst>
                </p14:cNvPr>
                <p14:cNvContentPartPr/>
                <p14:nvPr/>
              </p14:nvContentPartPr>
              <p14:xfrm>
                <a:off x="7333427" y="3401720"/>
                <a:ext cx="192600" cy="290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455980D-3908-4353-4AA7-58567E71BC8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324427" y="3393080"/>
                  <a:ext cx="210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AAAE9C0-5C29-C030-3A4A-D829149442A2}"/>
                    </a:ext>
                  </a:extLst>
                </p14:cNvPr>
                <p14:cNvContentPartPr/>
                <p14:nvPr/>
              </p14:nvContentPartPr>
              <p14:xfrm>
                <a:off x="7575707" y="3398120"/>
                <a:ext cx="116640" cy="59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AAAE9C0-5C29-C030-3A4A-D829149442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67067" y="3389480"/>
                  <a:ext cx="134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B0D9828-7CAB-E934-8E9F-4369572761EE}"/>
                    </a:ext>
                  </a:extLst>
                </p14:cNvPr>
                <p14:cNvContentPartPr/>
                <p14:nvPr/>
              </p14:nvContentPartPr>
              <p14:xfrm>
                <a:off x="7758947" y="3289760"/>
                <a:ext cx="53280" cy="167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B0D9828-7CAB-E934-8E9F-4369572761E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749947" y="3281120"/>
                  <a:ext cx="70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A5FC4A3-DEDE-E867-83FD-27C4C2D0DAA9}"/>
                    </a:ext>
                  </a:extLst>
                </p14:cNvPr>
                <p14:cNvContentPartPr/>
                <p14:nvPr/>
              </p14:nvContentPartPr>
              <p14:xfrm>
                <a:off x="7735547" y="3350600"/>
                <a:ext cx="150840" cy="9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A5FC4A3-DEDE-E867-83FD-27C4C2D0DAA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726907" y="3341960"/>
                  <a:ext cx="1684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5EB98A0-35E1-5B04-C852-F42199F0E418}"/>
                    </a:ext>
                  </a:extLst>
                </p14:cNvPr>
                <p14:cNvContentPartPr/>
                <p14:nvPr/>
              </p14:nvContentPartPr>
              <p14:xfrm>
                <a:off x="8028947" y="3304880"/>
                <a:ext cx="12240" cy="40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5EB98A0-35E1-5B04-C852-F42199F0E41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020307" y="3295880"/>
                  <a:ext cx="29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B1DAFB5-1924-A0F9-0D54-A5B73963A362}"/>
                    </a:ext>
                  </a:extLst>
                </p14:cNvPr>
                <p14:cNvContentPartPr/>
                <p14:nvPr/>
              </p14:nvContentPartPr>
              <p14:xfrm>
                <a:off x="7984667" y="3460760"/>
                <a:ext cx="7920" cy="7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B1DAFB5-1924-A0F9-0D54-A5B73963A36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976027" y="3451760"/>
                  <a:ext cx="25560" cy="2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9610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C8AD-5BB5-BF00-B34C-249D4C82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Check for palindrome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22636-F5A8-FE00-9A8F-639C7E2E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2002</a:t>
            </a:r>
          </a:p>
          <a:p>
            <a:r>
              <a:rPr lang="en-ZA" dirty="0"/>
              <a:t>1991</a:t>
            </a:r>
          </a:p>
          <a:p>
            <a:r>
              <a:rPr lang="en-ZA" dirty="0" err="1"/>
              <a:t>amanaplanacanalpanama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8702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5D8FF8-DB37-3D6B-AD1B-FE0D175CDF4A}"/>
                  </a:ext>
                </a:extLst>
              </p14:cNvPr>
              <p14:cNvContentPartPr/>
              <p14:nvPr/>
            </p14:nvContentPartPr>
            <p14:xfrm>
              <a:off x="1400627" y="-4773"/>
              <a:ext cx="114120" cy="100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5D8FF8-DB37-3D6B-AD1B-FE0D175CDF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1627" y="-13773"/>
                <a:ext cx="131760" cy="11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61599CE9-50A6-97EE-0C7F-DF10CE0FF2C0}"/>
              </a:ext>
            </a:extLst>
          </p:cNvPr>
          <p:cNvGrpSpPr/>
          <p:nvPr/>
        </p:nvGrpSpPr>
        <p:grpSpPr>
          <a:xfrm>
            <a:off x="772067" y="338467"/>
            <a:ext cx="891720" cy="367560"/>
            <a:chOff x="772067" y="338467"/>
            <a:chExt cx="89172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7422A90-7CAD-1B55-4B53-45E905D60C21}"/>
                    </a:ext>
                  </a:extLst>
                </p14:cNvPr>
                <p14:cNvContentPartPr/>
                <p14:nvPr/>
              </p14:nvContentPartPr>
              <p14:xfrm>
                <a:off x="772067" y="705667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7422A90-7CAD-1B55-4B53-45E905D60C2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3427" y="69702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AC2AD7-15AD-2A62-B563-0BA78EE90D9A}"/>
                    </a:ext>
                  </a:extLst>
                </p14:cNvPr>
                <p14:cNvContentPartPr/>
                <p14:nvPr/>
              </p14:nvContentPartPr>
              <p14:xfrm>
                <a:off x="785027" y="461227"/>
                <a:ext cx="117000" cy="242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AC2AD7-15AD-2A62-B563-0BA78EE90D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6027" y="452227"/>
                  <a:ext cx="1346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59F4BFA-FE4C-284A-0782-36DB34A40D8E}"/>
                    </a:ext>
                  </a:extLst>
                </p14:cNvPr>
                <p14:cNvContentPartPr/>
                <p14:nvPr/>
              </p14:nvContentPartPr>
              <p14:xfrm>
                <a:off x="1000307" y="377707"/>
                <a:ext cx="111600" cy="27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59F4BFA-FE4C-284A-0782-36DB34A40D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1307" y="368707"/>
                  <a:ext cx="1292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E82A4C7-298C-250B-EFF6-96955CE318EC}"/>
                    </a:ext>
                  </a:extLst>
                </p14:cNvPr>
                <p14:cNvContentPartPr/>
                <p14:nvPr/>
              </p14:nvContentPartPr>
              <p14:xfrm>
                <a:off x="966467" y="533227"/>
                <a:ext cx="317880" cy="78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E82A4C7-298C-250B-EFF6-96955CE318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7467" y="524587"/>
                  <a:ext cx="3355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5AE4BA-CAF7-0DFE-A3C6-7D6E7AF34862}"/>
                    </a:ext>
                  </a:extLst>
                </p14:cNvPr>
                <p14:cNvContentPartPr/>
                <p14:nvPr/>
              </p14:nvContentPartPr>
              <p14:xfrm>
                <a:off x="1313147" y="549787"/>
                <a:ext cx="105840" cy="69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5AE4BA-CAF7-0DFE-A3C6-7D6E7AF348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04507" y="541147"/>
                  <a:ext cx="123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1CAA0F-7A3B-E150-C5AD-5EF807A8BD51}"/>
                    </a:ext>
                  </a:extLst>
                </p14:cNvPr>
                <p14:cNvContentPartPr/>
                <p14:nvPr/>
              </p14:nvContentPartPr>
              <p14:xfrm>
                <a:off x="1471547" y="338467"/>
                <a:ext cx="192240" cy="275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1CAA0F-7A3B-E150-C5AD-5EF807A8BD5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2547" y="329827"/>
                  <a:ext cx="209880" cy="29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7C58A4-05A9-FD76-7F59-485C671586CE}"/>
              </a:ext>
            </a:extLst>
          </p:cNvPr>
          <p:cNvGrpSpPr/>
          <p:nvPr/>
        </p:nvGrpSpPr>
        <p:grpSpPr>
          <a:xfrm>
            <a:off x="1888427" y="304987"/>
            <a:ext cx="353160" cy="336960"/>
            <a:chOff x="1888427" y="304987"/>
            <a:chExt cx="35316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93FC9B-A21C-76F3-468F-FA57042DF258}"/>
                    </a:ext>
                  </a:extLst>
                </p14:cNvPr>
                <p14:cNvContentPartPr/>
                <p14:nvPr/>
              </p14:nvContentPartPr>
              <p14:xfrm>
                <a:off x="1888427" y="530347"/>
                <a:ext cx="60480" cy="73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93FC9B-A21C-76F3-468F-FA57042DF2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79427" y="521707"/>
                  <a:ext cx="78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234EC5-A515-E614-0C0B-9EC5AB599663}"/>
                    </a:ext>
                  </a:extLst>
                </p14:cNvPr>
                <p14:cNvContentPartPr/>
                <p14:nvPr/>
              </p14:nvContentPartPr>
              <p14:xfrm>
                <a:off x="2037107" y="304987"/>
                <a:ext cx="204480" cy="336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234EC5-A515-E614-0C0B-9EC5AB5996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28467" y="295987"/>
                  <a:ext cx="2221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5D0D61-C607-CA73-E435-ECCF43F0FD56}"/>
                    </a:ext>
                  </a:extLst>
                </p14:cNvPr>
                <p14:cNvContentPartPr/>
                <p14:nvPr/>
              </p14:nvContentPartPr>
              <p14:xfrm>
                <a:off x="2025947" y="500467"/>
                <a:ext cx="167400" cy="1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5D0D61-C607-CA73-E435-ECCF43F0FD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6947" y="491467"/>
                  <a:ext cx="18504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C5AF1A-097F-7D10-FE21-7BBAF7B21520}"/>
              </a:ext>
            </a:extLst>
          </p:cNvPr>
          <p:cNvGrpSpPr/>
          <p:nvPr/>
        </p:nvGrpSpPr>
        <p:grpSpPr>
          <a:xfrm>
            <a:off x="2474507" y="339907"/>
            <a:ext cx="945720" cy="208440"/>
            <a:chOff x="2474507" y="339907"/>
            <a:chExt cx="9457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C302685-C716-4C43-C2E4-24A01FCB68E1}"/>
                    </a:ext>
                  </a:extLst>
                </p14:cNvPr>
                <p14:cNvContentPartPr/>
                <p14:nvPr/>
              </p14:nvContentPartPr>
              <p14:xfrm>
                <a:off x="2474507" y="339907"/>
                <a:ext cx="131040" cy="205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C302685-C716-4C43-C2E4-24A01FCB68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65867" y="330907"/>
                  <a:ext cx="148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7B5C028-ECAE-B494-DA34-3A9B1438DE1E}"/>
                    </a:ext>
                  </a:extLst>
                </p14:cNvPr>
                <p14:cNvContentPartPr/>
                <p14:nvPr/>
              </p14:nvContentPartPr>
              <p14:xfrm>
                <a:off x="2635427" y="459427"/>
                <a:ext cx="110880" cy="88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7B5C028-ECAE-B494-DA34-3A9B1438DE1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6787" y="450787"/>
                  <a:ext cx="1285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3D140B-C9A4-E7F8-CE36-6A8CCCEEFA52}"/>
                    </a:ext>
                  </a:extLst>
                </p14:cNvPr>
                <p14:cNvContentPartPr/>
                <p14:nvPr/>
              </p14:nvContentPartPr>
              <p14:xfrm>
                <a:off x="2746307" y="428827"/>
                <a:ext cx="99000" cy="11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3D140B-C9A4-E7F8-CE36-6A8CCCEEFA5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37307" y="419827"/>
                  <a:ext cx="116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3BED04C-C544-ED99-B3DE-F0870F6DB471}"/>
                    </a:ext>
                  </a:extLst>
                </p14:cNvPr>
                <p14:cNvContentPartPr/>
                <p14:nvPr/>
              </p14:nvContentPartPr>
              <p14:xfrm>
                <a:off x="2907227" y="419107"/>
                <a:ext cx="87480" cy="108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3BED04C-C544-ED99-B3DE-F0870F6DB4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98587" y="410467"/>
                  <a:ext cx="105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8F7BD9-AB90-4026-9029-786DE7EA4138}"/>
                    </a:ext>
                  </a:extLst>
                </p14:cNvPr>
                <p14:cNvContentPartPr/>
                <p14:nvPr/>
              </p14:nvContentPartPr>
              <p14:xfrm>
                <a:off x="3018467" y="430267"/>
                <a:ext cx="97560" cy="83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8F7BD9-AB90-4026-9029-786DE7EA413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09467" y="421267"/>
                  <a:ext cx="1152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A142D05-E0BE-AD1A-B93B-567AB335E9DF}"/>
                    </a:ext>
                  </a:extLst>
                </p14:cNvPr>
                <p14:cNvContentPartPr/>
                <p14:nvPr/>
              </p14:nvContentPartPr>
              <p14:xfrm>
                <a:off x="3154907" y="483907"/>
                <a:ext cx="114840" cy="46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142D05-E0BE-AD1A-B93B-567AB335E9D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45907" y="474907"/>
                  <a:ext cx="132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588FED1-6B2C-32E6-4EF6-585A6A25CEE3}"/>
                    </a:ext>
                  </a:extLst>
                </p14:cNvPr>
                <p14:cNvContentPartPr/>
                <p14:nvPr/>
              </p14:nvContentPartPr>
              <p14:xfrm>
                <a:off x="3334907" y="433147"/>
                <a:ext cx="85320" cy="85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588FED1-6B2C-32E6-4EF6-585A6A25CEE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25907" y="424507"/>
                  <a:ext cx="10296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3D6F0DE-C149-902B-8663-3EB5FDA359FB}"/>
              </a:ext>
            </a:extLst>
          </p:cNvPr>
          <p:cNvGrpSpPr/>
          <p:nvPr/>
        </p:nvGrpSpPr>
        <p:grpSpPr>
          <a:xfrm>
            <a:off x="1535987" y="1664707"/>
            <a:ext cx="2379240" cy="1586880"/>
            <a:chOff x="1535987" y="1664707"/>
            <a:chExt cx="2379240" cy="158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D0596BA-3B79-FAD4-1297-E94C3C22BEE0}"/>
                    </a:ext>
                  </a:extLst>
                </p14:cNvPr>
                <p14:cNvContentPartPr/>
                <p14:nvPr/>
              </p14:nvContentPartPr>
              <p14:xfrm>
                <a:off x="1535987" y="1836787"/>
                <a:ext cx="28800" cy="86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D0596BA-3B79-FAD4-1297-E94C3C22BE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27347" y="1828147"/>
                  <a:ext cx="46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D01B09-3BFC-E788-B948-B8D8A6C4E0E3}"/>
                    </a:ext>
                  </a:extLst>
                </p14:cNvPr>
                <p14:cNvContentPartPr/>
                <p14:nvPr/>
              </p14:nvContentPartPr>
              <p14:xfrm>
                <a:off x="1587107" y="1721947"/>
                <a:ext cx="123840" cy="1439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D01B09-3BFC-E788-B948-B8D8A6C4E0E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78467" y="1713307"/>
                  <a:ext cx="141480" cy="14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53BC21-B62B-9F59-4A3F-DE7526456576}"/>
                    </a:ext>
                  </a:extLst>
                </p14:cNvPr>
                <p14:cNvContentPartPr/>
                <p14:nvPr/>
              </p14:nvContentPartPr>
              <p14:xfrm>
                <a:off x="1672427" y="1664707"/>
                <a:ext cx="2242800" cy="1586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53BC21-B62B-9F59-4A3F-DE75264565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63787" y="1656067"/>
                  <a:ext cx="2260440" cy="16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738C31B-164C-20DA-CC1B-E5874B12FB85}"/>
                    </a:ext>
                  </a:extLst>
                </p14:cNvPr>
                <p14:cNvContentPartPr/>
                <p14:nvPr/>
              </p14:nvContentPartPr>
              <p14:xfrm>
                <a:off x="1900667" y="1990147"/>
                <a:ext cx="474840" cy="547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738C31B-164C-20DA-CC1B-E5874B12FB8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91667" y="1981507"/>
                  <a:ext cx="49248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DA8D456-E5F7-BAA0-AB16-E62E04EBAB47}"/>
                    </a:ext>
                  </a:extLst>
                </p14:cNvPr>
                <p14:cNvContentPartPr/>
                <p14:nvPr/>
              </p14:nvContentPartPr>
              <p14:xfrm>
                <a:off x="2377307" y="2102467"/>
                <a:ext cx="342720" cy="457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DA8D456-E5F7-BAA0-AB16-E62E04EBAB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68667" y="2093467"/>
                  <a:ext cx="3603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40FFE4-FD47-8509-3994-567E0C00FBB6}"/>
                    </a:ext>
                  </a:extLst>
                </p14:cNvPr>
                <p14:cNvContentPartPr/>
                <p14:nvPr/>
              </p14:nvContentPartPr>
              <p14:xfrm>
                <a:off x="2796707" y="2191387"/>
                <a:ext cx="395280" cy="446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40FFE4-FD47-8509-3994-567E0C00FB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87707" y="2182387"/>
                  <a:ext cx="4129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03122FF-2BB1-DF19-2F0E-5315EDF44CC7}"/>
                    </a:ext>
                  </a:extLst>
                </p14:cNvPr>
                <p14:cNvContentPartPr/>
                <p14:nvPr/>
              </p14:nvContentPartPr>
              <p14:xfrm>
                <a:off x="3010187" y="2310907"/>
                <a:ext cx="369000" cy="411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03122FF-2BB1-DF19-2F0E-5315EDF44C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01547" y="2301907"/>
                  <a:ext cx="3866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024231-E84B-439C-AED8-78E5B20307E1}"/>
                    </a:ext>
                  </a:extLst>
                </p14:cNvPr>
                <p14:cNvContentPartPr/>
                <p14:nvPr/>
              </p14:nvContentPartPr>
              <p14:xfrm>
                <a:off x="3230867" y="2504227"/>
                <a:ext cx="254880" cy="315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024231-E84B-439C-AED8-78E5B20307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21867" y="2495587"/>
                  <a:ext cx="272520" cy="33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DFBAAE9-0230-3FD9-D34B-E39F32AD4D30}"/>
              </a:ext>
            </a:extLst>
          </p:cNvPr>
          <p:cNvGrpSpPr/>
          <p:nvPr/>
        </p:nvGrpSpPr>
        <p:grpSpPr>
          <a:xfrm>
            <a:off x="5105387" y="1899427"/>
            <a:ext cx="743040" cy="702000"/>
            <a:chOff x="5105387" y="1899427"/>
            <a:chExt cx="743040" cy="70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EEB6CEC-AD91-16DF-5710-BA11D571C3E4}"/>
                    </a:ext>
                  </a:extLst>
                </p14:cNvPr>
                <p14:cNvContentPartPr/>
                <p14:nvPr/>
              </p14:nvContentPartPr>
              <p14:xfrm>
                <a:off x="5105387" y="2277427"/>
                <a:ext cx="32760" cy="324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EEB6CEC-AD91-16DF-5710-BA11D571C3E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96747" y="2268787"/>
                  <a:ext cx="504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3C17262-406E-BFC5-5052-1C00537A5E0E}"/>
                    </a:ext>
                  </a:extLst>
                </p14:cNvPr>
                <p14:cNvContentPartPr/>
                <p14:nvPr/>
              </p14:nvContentPartPr>
              <p14:xfrm>
                <a:off x="5170187" y="2182027"/>
                <a:ext cx="90720" cy="126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3C17262-406E-BFC5-5052-1C00537A5E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61187" y="2173027"/>
                  <a:ext cx="108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88ECA45-03A0-01E8-233D-E8097D921127}"/>
                    </a:ext>
                  </a:extLst>
                </p14:cNvPr>
                <p14:cNvContentPartPr/>
                <p14:nvPr/>
              </p14:nvContentPartPr>
              <p14:xfrm>
                <a:off x="5333987" y="2241067"/>
                <a:ext cx="131400" cy="51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88ECA45-03A0-01E8-233D-E8097D9211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5347" y="2232067"/>
                  <a:ext cx="149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40A29F-BC9B-9059-DF3F-38C8F78BA8C2}"/>
                    </a:ext>
                  </a:extLst>
                </p14:cNvPr>
                <p14:cNvContentPartPr/>
                <p14:nvPr/>
              </p14:nvContentPartPr>
              <p14:xfrm>
                <a:off x="5486267" y="1899427"/>
                <a:ext cx="362160" cy="428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40A29F-BC9B-9059-DF3F-38C8F78BA8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77627" y="1890427"/>
                  <a:ext cx="379800" cy="44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B01F0FC-DCD5-BE7C-8948-BC13DB30BEF1}"/>
              </a:ext>
            </a:extLst>
          </p:cNvPr>
          <p:cNvGrpSpPr/>
          <p:nvPr/>
        </p:nvGrpSpPr>
        <p:grpSpPr>
          <a:xfrm>
            <a:off x="1526267" y="3548947"/>
            <a:ext cx="2135160" cy="1359360"/>
            <a:chOff x="1526267" y="3548947"/>
            <a:chExt cx="2135160" cy="135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68173D-90A7-D586-7D6C-F259381E1CA4}"/>
                    </a:ext>
                  </a:extLst>
                </p14:cNvPr>
                <p14:cNvContentPartPr/>
                <p14:nvPr/>
              </p14:nvContentPartPr>
              <p14:xfrm>
                <a:off x="1526267" y="3838027"/>
                <a:ext cx="162360" cy="905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68173D-90A7-D586-7D6C-F259381E1CA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17267" y="3829027"/>
                  <a:ext cx="18000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A0F70B0-F791-A028-33D0-478BA5B86EB8}"/>
                    </a:ext>
                  </a:extLst>
                </p14:cNvPr>
                <p14:cNvContentPartPr/>
                <p14:nvPr/>
              </p14:nvContentPartPr>
              <p14:xfrm>
                <a:off x="1582427" y="3548947"/>
                <a:ext cx="2079000" cy="135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A0F70B0-F791-A028-33D0-478BA5B86EB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73427" y="3540307"/>
                  <a:ext cx="2096640" cy="13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D4C00B-6AB4-1480-1C12-ACDF3E0689BC}"/>
                    </a:ext>
                  </a:extLst>
                </p14:cNvPr>
                <p14:cNvContentPartPr/>
                <p14:nvPr/>
              </p14:nvContentPartPr>
              <p14:xfrm>
                <a:off x="2002187" y="3940267"/>
                <a:ext cx="361080" cy="50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D4C00B-6AB4-1480-1C12-ACDF3E0689B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993547" y="3931267"/>
                  <a:ext cx="37872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336169E-3BD1-1ADF-5D02-422898587331}"/>
                    </a:ext>
                  </a:extLst>
                </p14:cNvPr>
                <p14:cNvContentPartPr/>
                <p14:nvPr/>
              </p14:nvContentPartPr>
              <p14:xfrm>
                <a:off x="2403587" y="4056187"/>
                <a:ext cx="299880" cy="353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336169E-3BD1-1ADF-5D02-4228985873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94947" y="4047187"/>
                  <a:ext cx="3175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8B55EF8-205F-66BD-88E4-0551E08958CB}"/>
                    </a:ext>
                  </a:extLst>
                </p14:cNvPr>
                <p14:cNvContentPartPr/>
                <p14:nvPr/>
              </p14:nvContentPartPr>
              <p14:xfrm>
                <a:off x="2624267" y="4196587"/>
                <a:ext cx="217080" cy="29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8B55EF8-205F-66BD-88E4-0551E08958C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15267" y="4187947"/>
                  <a:ext cx="2347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F0BD24-4816-8059-5961-702C264C0FB8}"/>
                    </a:ext>
                  </a:extLst>
                </p14:cNvPr>
                <p14:cNvContentPartPr/>
                <p14:nvPr/>
              </p14:nvContentPartPr>
              <p14:xfrm>
                <a:off x="2907947" y="4186867"/>
                <a:ext cx="253800" cy="357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F0BD24-4816-8059-5961-702C264C0FB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98947" y="4178227"/>
                  <a:ext cx="2714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1FBDBAE-3537-C785-F34C-9F4EC55D7649}"/>
                    </a:ext>
                  </a:extLst>
                </p14:cNvPr>
                <p14:cNvContentPartPr/>
                <p14:nvPr/>
              </p14:nvContentPartPr>
              <p14:xfrm>
                <a:off x="2450387" y="4080307"/>
                <a:ext cx="59760" cy="407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1FBDBAE-3537-C785-F34C-9F4EC55D764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41387" y="4071307"/>
                  <a:ext cx="774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868AAE5-49F9-88B5-37AE-5B870ACBD37B}"/>
                    </a:ext>
                  </a:extLst>
                </p14:cNvPr>
                <p14:cNvContentPartPr/>
                <p14:nvPr/>
              </p14:nvContentPartPr>
              <p14:xfrm>
                <a:off x="2395307" y="3970147"/>
                <a:ext cx="727200" cy="546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868AAE5-49F9-88B5-37AE-5B870ACBD37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86667" y="3961507"/>
                  <a:ext cx="74484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6B4BF7-97F2-BACE-092F-D15E84861D04}"/>
                    </a:ext>
                  </a:extLst>
                </p14:cNvPr>
                <p14:cNvContentPartPr/>
                <p14:nvPr/>
              </p14:nvContentPartPr>
              <p14:xfrm>
                <a:off x="2489987" y="4032067"/>
                <a:ext cx="482760" cy="359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6B4BF7-97F2-BACE-092F-D15E84861D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80987" y="4023067"/>
                  <a:ext cx="50040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45896D9-50EE-77E4-7A0B-5DAF848A586B}"/>
              </a:ext>
            </a:extLst>
          </p:cNvPr>
          <p:cNvGrpSpPr/>
          <p:nvPr/>
        </p:nvGrpSpPr>
        <p:grpSpPr>
          <a:xfrm>
            <a:off x="1747307" y="5176507"/>
            <a:ext cx="1938960" cy="1188360"/>
            <a:chOff x="1747307" y="5176507"/>
            <a:chExt cx="1938960" cy="11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FFA5262-04EF-1954-2CC0-BE4B880516F2}"/>
                    </a:ext>
                  </a:extLst>
                </p14:cNvPr>
                <p14:cNvContentPartPr/>
                <p14:nvPr/>
              </p14:nvContentPartPr>
              <p14:xfrm>
                <a:off x="1754867" y="5504467"/>
                <a:ext cx="146880" cy="805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FFA5262-04EF-1954-2CC0-BE4B880516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46227" y="5495467"/>
                  <a:ext cx="164520" cy="82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0EE2E92-E4A6-B6BF-FC13-C3C490B35703}"/>
                    </a:ext>
                  </a:extLst>
                </p14:cNvPr>
                <p14:cNvContentPartPr/>
                <p14:nvPr/>
              </p14:nvContentPartPr>
              <p14:xfrm>
                <a:off x="1747307" y="5303587"/>
                <a:ext cx="50760" cy="20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0EE2E92-E4A6-B6BF-FC13-C3C490B3570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38667" y="5294947"/>
                  <a:ext cx="68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6FA3B4-D277-D7E1-8B46-CC0B56A81205}"/>
                    </a:ext>
                  </a:extLst>
                </p14:cNvPr>
                <p14:cNvContentPartPr/>
                <p14:nvPr/>
              </p14:nvContentPartPr>
              <p14:xfrm>
                <a:off x="1748387" y="5176507"/>
                <a:ext cx="1937880" cy="1188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6FA3B4-D277-D7E1-8B46-CC0B56A8120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39387" y="5167867"/>
                  <a:ext cx="1955520" cy="12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4B0615-79D6-C1E3-A524-57F602A9932D}"/>
                    </a:ext>
                  </a:extLst>
                </p14:cNvPr>
                <p14:cNvContentPartPr/>
                <p14:nvPr/>
              </p14:nvContentPartPr>
              <p14:xfrm>
                <a:off x="2007947" y="5591947"/>
                <a:ext cx="400680" cy="481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4B0615-79D6-C1E3-A524-57F602A9932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98947" y="5583307"/>
                  <a:ext cx="41832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AEEA63F-873B-700A-6A89-AD1DC6ECC626}"/>
                    </a:ext>
                  </a:extLst>
                </p14:cNvPr>
                <p14:cNvContentPartPr/>
                <p14:nvPr/>
              </p14:nvContentPartPr>
              <p14:xfrm>
                <a:off x="2551907" y="5598787"/>
                <a:ext cx="356400" cy="423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AEEA63F-873B-700A-6A89-AD1DC6ECC6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43267" y="5589787"/>
                  <a:ext cx="3740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004C2AF-99A0-DBE5-79AC-F91782B000BA}"/>
                    </a:ext>
                  </a:extLst>
                </p14:cNvPr>
                <p14:cNvContentPartPr/>
                <p14:nvPr/>
              </p14:nvContentPartPr>
              <p14:xfrm>
                <a:off x="2901827" y="5650627"/>
                <a:ext cx="266760" cy="306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004C2AF-99A0-DBE5-79AC-F91782B000B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93187" y="5641987"/>
                  <a:ext cx="2844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3AA323F-7902-9146-6E43-281CEF612865}"/>
                    </a:ext>
                  </a:extLst>
                </p14:cNvPr>
                <p14:cNvContentPartPr/>
                <p14:nvPr/>
              </p14:nvContentPartPr>
              <p14:xfrm>
                <a:off x="3285587" y="5808667"/>
                <a:ext cx="259200" cy="266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3AA323F-7902-9146-6E43-281CEF6128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76947" y="5800027"/>
                  <a:ext cx="27684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F5540A5-1B54-63E2-EB34-B9B219CE6336}"/>
              </a:ext>
            </a:extLst>
          </p:cNvPr>
          <p:cNvGrpSpPr/>
          <p:nvPr/>
        </p:nvGrpSpPr>
        <p:grpSpPr>
          <a:xfrm>
            <a:off x="4747907" y="5421307"/>
            <a:ext cx="659880" cy="529200"/>
            <a:chOff x="4747907" y="5421307"/>
            <a:chExt cx="65988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41E3BE2-89EF-07BB-CA81-ADF91EEBD914}"/>
                    </a:ext>
                  </a:extLst>
                </p14:cNvPr>
                <p14:cNvContentPartPr/>
                <p14:nvPr/>
              </p14:nvContentPartPr>
              <p14:xfrm>
                <a:off x="4747907" y="5607787"/>
                <a:ext cx="85680" cy="342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41E3BE2-89EF-07BB-CA81-ADF91EEBD91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39267" y="5598787"/>
                  <a:ext cx="1033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35656F4-A25E-4BB7-E11F-77ACF67C1DB5}"/>
                    </a:ext>
                  </a:extLst>
                </p14:cNvPr>
                <p14:cNvContentPartPr/>
                <p14:nvPr/>
              </p14:nvContentPartPr>
              <p14:xfrm>
                <a:off x="4864907" y="5469547"/>
                <a:ext cx="84960" cy="124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35656F4-A25E-4BB7-E11F-77ACF67C1DB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56267" y="5460907"/>
                  <a:ext cx="102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CBB38A-F220-3BE7-C139-C947E691E609}"/>
                    </a:ext>
                  </a:extLst>
                </p14:cNvPr>
                <p14:cNvContentPartPr/>
                <p14:nvPr/>
              </p14:nvContentPartPr>
              <p14:xfrm>
                <a:off x="5036987" y="5472787"/>
                <a:ext cx="134280" cy="132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CBB38A-F220-3BE7-C139-C947E691E60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28347" y="5464147"/>
                  <a:ext cx="151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127ACC7-99A1-937F-0F5C-CDBDD08A0198}"/>
                    </a:ext>
                  </a:extLst>
                </p14:cNvPr>
                <p14:cNvContentPartPr/>
                <p14:nvPr/>
              </p14:nvContentPartPr>
              <p14:xfrm>
                <a:off x="5210867" y="5540827"/>
                <a:ext cx="87480" cy="341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127ACC7-99A1-937F-0F5C-CDBDD08A019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01867" y="5531827"/>
                  <a:ext cx="1051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B9A0505-E6A4-A14A-5511-7946203F2BDC}"/>
                    </a:ext>
                  </a:extLst>
                </p14:cNvPr>
                <p14:cNvContentPartPr/>
                <p14:nvPr/>
              </p14:nvContentPartPr>
              <p14:xfrm>
                <a:off x="5280707" y="5421307"/>
                <a:ext cx="127080" cy="117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B9A0505-E6A4-A14A-5511-7946203F2B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72067" y="5412307"/>
                  <a:ext cx="144720" cy="13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1984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8302-8005-262E-2F00-4CFE88722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Build a stack using an array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E9A8ABB-018F-FC75-4824-726C83DBDAA3}"/>
              </a:ext>
            </a:extLst>
          </p:cNvPr>
          <p:cNvGrpSpPr/>
          <p:nvPr/>
        </p:nvGrpSpPr>
        <p:grpSpPr>
          <a:xfrm>
            <a:off x="660107" y="1751480"/>
            <a:ext cx="2951280" cy="4310840"/>
            <a:chOff x="660107" y="1751480"/>
            <a:chExt cx="2951280" cy="43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050A81-66DA-B592-FA66-D555AF08F820}"/>
                    </a:ext>
                  </a:extLst>
                </p14:cNvPr>
                <p14:cNvContentPartPr/>
                <p14:nvPr/>
              </p14:nvContentPartPr>
              <p14:xfrm>
                <a:off x="2295227" y="2700440"/>
                <a:ext cx="23040" cy="10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050A81-66DA-B592-FA66-D555AF08F82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6587" y="2691800"/>
                  <a:ext cx="4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9352CD-1BBC-8C30-173B-C0C7F5A31FFA}"/>
                    </a:ext>
                  </a:extLst>
                </p14:cNvPr>
                <p14:cNvContentPartPr/>
                <p14:nvPr/>
              </p14:nvContentPartPr>
              <p14:xfrm>
                <a:off x="807214" y="5164307"/>
                <a:ext cx="274320" cy="381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9352CD-1BBC-8C30-173B-C0C7F5A31F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8574" y="5155307"/>
                  <a:ext cx="2919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5BD012F-71A2-6B53-0863-F9E29CCD2079}"/>
                    </a:ext>
                  </a:extLst>
                </p14:cNvPr>
                <p14:cNvContentPartPr/>
                <p14:nvPr/>
              </p14:nvContentPartPr>
              <p14:xfrm>
                <a:off x="1100254" y="5381387"/>
                <a:ext cx="134280" cy="97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5BD012F-71A2-6B53-0863-F9E29CCD207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254" y="5372387"/>
                  <a:ext cx="151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AD35125-433A-0B80-3927-9262B17BB932}"/>
                    </a:ext>
                  </a:extLst>
                </p14:cNvPr>
                <p14:cNvContentPartPr/>
                <p14:nvPr/>
              </p14:nvContentPartPr>
              <p14:xfrm>
                <a:off x="1303294" y="5184107"/>
                <a:ext cx="95760" cy="293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AD35125-433A-0B80-3927-9262B17BB9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4654" y="5175467"/>
                  <a:ext cx="113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F962DF-1A5B-AE83-F3E0-E62A73423742}"/>
                    </a:ext>
                  </a:extLst>
                </p14:cNvPr>
                <p14:cNvContentPartPr/>
                <p14:nvPr/>
              </p14:nvContentPartPr>
              <p14:xfrm>
                <a:off x="1325254" y="5331707"/>
                <a:ext cx="297000" cy="14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F962DF-1A5B-AE83-F3E0-E62A734237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6614" y="5322707"/>
                  <a:ext cx="314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01E73BC-D5BC-F957-3D92-E5EAA5A8F83A}"/>
                    </a:ext>
                  </a:extLst>
                </p14:cNvPr>
                <p14:cNvContentPartPr/>
                <p14:nvPr/>
              </p14:nvContentPartPr>
              <p14:xfrm>
                <a:off x="830974" y="5746960"/>
                <a:ext cx="26640" cy="315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01E73BC-D5BC-F957-3D92-E5EAA5A8F83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1974" y="5738320"/>
                  <a:ext cx="44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DD5D71E-EEDD-951F-11EC-6806C640BB5E}"/>
                    </a:ext>
                  </a:extLst>
                </p14:cNvPr>
                <p14:cNvContentPartPr/>
                <p14:nvPr/>
              </p14:nvContentPartPr>
              <p14:xfrm>
                <a:off x="827374" y="5601160"/>
                <a:ext cx="834120" cy="42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DD5D71E-EEDD-951F-11EC-6806C640BB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8374" y="5592160"/>
                  <a:ext cx="851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DFDBE5-5F99-4B2F-459D-A650D73CD8CC}"/>
                    </a:ext>
                  </a:extLst>
                </p14:cNvPr>
                <p14:cNvContentPartPr/>
                <p14:nvPr/>
              </p14:nvContentPartPr>
              <p14:xfrm>
                <a:off x="1947827" y="4965560"/>
                <a:ext cx="23040" cy="1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DFDBE5-5F99-4B2F-459D-A650D73CD8C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8827" y="4956920"/>
                  <a:ext cx="40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E4DB094-3E47-2573-E409-C4C250260453}"/>
                    </a:ext>
                  </a:extLst>
                </p14:cNvPr>
                <p14:cNvContentPartPr/>
                <p14:nvPr/>
              </p14:nvContentPartPr>
              <p14:xfrm>
                <a:off x="1360667" y="5073200"/>
                <a:ext cx="1379880" cy="80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E4DB094-3E47-2573-E409-C4C2502604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52027" y="5064560"/>
                  <a:ext cx="139752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D569F3-E3D2-4F9C-AB45-9F19649A54E8}"/>
                    </a:ext>
                  </a:extLst>
                </p14:cNvPr>
                <p14:cNvContentPartPr/>
                <p14:nvPr/>
              </p14:nvContentPartPr>
              <p14:xfrm>
                <a:off x="2640107" y="4934960"/>
                <a:ext cx="145440" cy="20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D569F3-E3D2-4F9C-AB45-9F19649A54E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1107" y="4925960"/>
                  <a:ext cx="163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9AE746-DAC5-854B-D266-589FCAF52E68}"/>
                    </a:ext>
                  </a:extLst>
                </p14:cNvPr>
                <p14:cNvContentPartPr/>
                <p14:nvPr/>
              </p14:nvContentPartPr>
              <p14:xfrm>
                <a:off x="2402867" y="4870880"/>
                <a:ext cx="63108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9AE746-DAC5-854B-D266-589FCAF52E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4227" y="4861880"/>
                  <a:ext cx="648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D6CEE8-D115-876B-5517-C78312814065}"/>
                    </a:ext>
                  </a:extLst>
                </p14:cNvPr>
                <p14:cNvContentPartPr/>
                <p14:nvPr/>
              </p14:nvContentPartPr>
              <p14:xfrm>
                <a:off x="2243027" y="1751480"/>
                <a:ext cx="1225800" cy="320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D6CEE8-D115-876B-5517-C7831281406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4027" y="1742840"/>
                  <a:ext cx="1243440" cy="32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2F7FD70-6F18-9567-4A88-173D0718BAEA}"/>
                    </a:ext>
                  </a:extLst>
                </p14:cNvPr>
                <p14:cNvContentPartPr/>
                <p14:nvPr/>
              </p14:nvContentPartPr>
              <p14:xfrm>
                <a:off x="2266787" y="4392080"/>
                <a:ext cx="983520" cy="106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2F7FD70-6F18-9567-4A88-173D0718BA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7787" y="4383440"/>
                  <a:ext cx="100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BF08F0-63A9-9F6F-1EF9-9AA94ABE8DE6}"/>
                    </a:ext>
                  </a:extLst>
                </p14:cNvPr>
                <p14:cNvContentPartPr/>
                <p14:nvPr/>
              </p14:nvContentPartPr>
              <p14:xfrm>
                <a:off x="2436707" y="3730760"/>
                <a:ext cx="876960" cy="18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BF08F0-63A9-9F6F-1EF9-9AA94ABE8DE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8067" y="3721760"/>
                  <a:ext cx="894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51A7FA-643A-94E8-D036-9364FBAE83C5}"/>
                    </a:ext>
                  </a:extLst>
                </p14:cNvPr>
                <p14:cNvContentPartPr/>
                <p14:nvPr/>
              </p14:nvContentPartPr>
              <p14:xfrm>
                <a:off x="2395307" y="3185000"/>
                <a:ext cx="74088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51A7FA-643A-94E8-D036-9364FBAE83C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86307" y="3176360"/>
                  <a:ext cx="758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0F85D4-E179-E611-D6EB-221870B439B0}"/>
                    </a:ext>
                  </a:extLst>
                </p14:cNvPr>
                <p14:cNvContentPartPr/>
                <p14:nvPr/>
              </p14:nvContentPartPr>
              <p14:xfrm>
                <a:off x="2171027" y="2592800"/>
                <a:ext cx="1130760" cy="16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0F85D4-E179-E611-D6EB-221870B439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62387" y="2584160"/>
                  <a:ext cx="11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5263740-6369-C28F-0E9A-D8C850B3D6F3}"/>
                    </a:ext>
                  </a:extLst>
                </p14:cNvPr>
                <p14:cNvContentPartPr/>
                <p14:nvPr/>
              </p14:nvContentPartPr>
              <p14:xfrm>
                <a:off x="2275067" y="2164040"/>
                <a:ext cx="1241280" cy="82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5263740-6369-C28F-0E9A-D8C850B3D6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6067" y="2155040"/>
                  <a:ext cx="1258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692E880-5051-207C-1C63-DF99F7C8B4A1}"/>
                    </a:ext>
                  </a:extLst>
                </p14:cNvPr>
                <p14:cNvContentPartPr/>
                <p14:nvPr/>
              </p14:nvContentPartPr>
              <p14:xfrm>
                <a:off x="3326267" y="4599080"/>
                <a:ext cx="114120" cy="100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692E880-5051-207C-1C63-DF99F7C8B4A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7627" y="4590440"/>
                  <a:ext cx="131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CDE678-EC92-EBAA-3C55-C2729CF1F047}"/>
                    </a:ext>
                  </a:extLst>
                </p14:cNvPr>
                <p14:cNvContentPartPr/>
                <p14:nvPr/>
              </p14:nvContentPartPr>
              <p14:xfrm>
                <a:off x="3360107" y="3942800"/>
                <a:ext cx="29880" cy="8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CDE678-EC92-EBAA-3C55-C2729CF1F0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1467" y="3934160"/>
                  <a:ext cx="47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E7566D8-6C43-6FFD-570B-A160A299E6C7}"/>
                    </a:ext>
                  </a:extLst>
                </p14:cNvPr>
                <p14:cNvContentPartPr/>
                <p14:nvPr/>
              </p14:nvContentPartPr>
              <p14:xfrm>
                <a:off x="3385667" y="3326120"/>
                <a:ext cx="138240" cy="94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E7566D8-6C43-6FFD-570B-A160A299E6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77027" y="3317480"/>
                  <a:ext cx="155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04D43C0-09F6-D34F-2BF2-E544913043A3}"/>
                    </a:ext>
                  </a:extLst>
                </p14:cNvPr>
                <p14:cNvContentPartPr/>
                <p14:nvPr/>
              </p14:nvContentPartPr>
              <p14:xfrm>
                <a:off x="3398627" y="2886560"/>
                <a:ext cx="99000" cy="12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04D43C0-09F6-D34F-2BF2-E544913043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89627" y="2877560"/>
                  <a:ext cx="116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730DA95-B46F-2D8E-088F-B36D792699C7}"/>
                    </a:ext>
                  </a:extLst>
                </p14:cNvPr>
                <p14:cNvContentPartPr/>
                <p14:nvPr/>
              </p14:nvContentPartPr>
              <p14:xfrm>
                <a:off x="3458747" y="2374280"/>
                <a:ext cx="152640" cy="119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730DA95-B46F-2D8E-088F-B36D792699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50107" y="2365640"/>
                  <a:ext cx="170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DF464F9-B5DC-1E80-B9A2-CB9EFB272215}"/>
                    </a:ext>
                  </a:extLst>
                </p14:cNvPr>
                <p14:cNvContentPartPr/>
                <p14:nvPr/>
              </p14:nvContentPartPr>
              <p14:xfrm>
                <a:off x="3562067" y="2417480"/>
                <a:ext cx="1476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DF464F9-B5DC-1E80-B9A2-CB9EFB2722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53067" y="2408840"/>
                  <a:ext cx="32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73F358-1D0A-4B53-2813-3EEFC5E4BF90}"/>
                    </a:ext>
                  </a:extLst>
                </p14:cNvPr>
                <p14:cNvContentPartPr/>
                <p14:nvPr/>
              </p14:nvContentPartPr>
              <p14:xfrm>
                <a:off x="735707" y="4065560"/>
                <a:ext cx="38520" cy="39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73F358-1D0A-4B53-2813-3EEFC5E4BF9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707" y="4056920"/>
                  <a:ext cx="56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A0CB00-7678-D569-62D8-9D349AC4ED4F}"/>
                    </a:ext>
                  </a:extLst>
                </p14:cNvPr>
                <p14:cNvContentPartPr/>
                <p14:nvPr/>
              </p14:nvContentPartPr>
              <p14:xfrm>
                <a:off x="701507" y="3917600"/>
                <a:ext cx="655920" cy="51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A0CB00-7678-D569-62D8-9D349AC4ED4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867" y="3908600"/>
                  <a:ext cx="673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86B035E-5153-F439-2973-4F5C1F463F26}"/>
                    </a:ext>
                  </a:extLst>
                </p14:cNvPr>
                <p14:cNvContentPartPr/>
                <p14:nvPr/>
              </p14:nvContentPartPr>
              <p14:xfrm>
                <a:off x="689987" y="3580280"/>
                <a:ext cx="26640" cy="228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86B035E-5153-F439-2973-4F5C1F463F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1347" y="3571280"/>
                  <a:ext cx="44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A4BBF5-9707-590A-4E30-0D00E2FD8547}"/>
                    </a:ext>
                  </a:extLst>
                </p14:cNvPr>
                <p14:cNvContentPartPr/>
                <p14:nvPr/>
              </p14:nvContentPartPr>
              <p14:xfrm>
                <a:off x="660107" y="3679640"/>
                <a:ext cx="274320" cy="83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A4BBF5-9707-590A-4E30-0D00E2FD85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1107" y="3670640"/>
                  <a:ext cx="291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A3020C-356A-9B7F-D15F-C42782FBE20B}"/>
                    </a:ext>
                  </a:extLst>
                </p14:cNvPr>
                <p14:cNvContentPartPr/>
                <p14:nvPr/>
              </p14:nvContentPartPr>
              <p14:xfrm>
                <a:off x="1061867" y="3645080"/>
                <a:ext cx="16920" cy="226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A3020C-356A-9B7F-D15F-C42782FBE20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3227" y="3636080"/>
                  <a:ext cx="34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7D1AF2-8DDC-3BAC-C071-7BA97422F96B}"/>
                    </a:ext>
                  </a:extLst>
                </p14:cNvPr>
                <p14:cNvContentPartPr/>
                <p14:nvPr/>
              </p14:nvContentPartPr>
              <p14:xfrm>
                <a:off x="1066547" y="3559400"/>
                <a:ext cx="104760" cy="10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7D1AF2-8DDC-3BAC-C071-7BA97422F9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547" y="3550400"/>
                  <a:ext cx="122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436790-5DA7-7429-878E-7B1D0C14A57B}"/>
                    </a:ext>
                  </a:extLst>
                </p14:cNvPr>
                <p14:cNvContentPartPr/>
                <p14:nvPr/>
              </p14:nvContentPartPr>
              <p14:xfrm>
                <a:off x="934787" y="4164920"/>
                <a:ext cx="132840" cy="43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436790-5DA7-7429-878E-7B1D0C14A57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5787" y="4156280"/>
                  <a:ext cx="150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CBEF58-A558-38F4-4AED-F331DC1D2929}"/>
                    </a:ext>
                  </a:extLst>
                </p14:cNvPr>
                <p14:cNvContentPartPr/>
                <p14:nvPr/>
              </p14:nvContentPartPr>
              <p14:xfrm>
                <a:off x="1119827" y="4069520"/>
                <a:ext cx="68760" cy="18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ECBEF58-A558-38F4-4AED-F331DC1D29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11187" y="4060520"/>
                  <a:ext cx="8640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C8FA824-E198-7AFE-07CF-264ECD7ADBBC}"/>
              </a:ext>
            </a:extLst>
          </p:cNvPr>
          <p:cNvGrpSpPr/>
          <p:nvPr/>
        </p:nvGrpSpPr>
        <p:grpSpPr>
          <a:xfrm>
            <a:off x="4981907" y="3070160"/>
            <a:ext cx="618480" cy="325800"/>
            <a:chOff x="4981907" y="3070160"/>
            <a:chExt cx="61848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BC77374-7351-B492-EC0A-6602B12CD292}"/>
                    </a:ext>
                  </a:extLst>
                </p14:cNvPr>
                <p14:cNvContentPartPr/>
                <p14:nvPr/>
              </p14:nvContentPartPr>
              <p14:xfrm>
                <a:off x="4981907" y="3293360"/>
                <a:ext cx="28800" cy="102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BC77374-7351-B492-EC0A-6602B12CD29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73267" y="3284720"/>
                  <a:ext cx="46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1990959-8EB0-6E03-1622-B8E898E368FA}"/>
                    </a:ext>
                  </a:extLst>
                </p14:cNvPr>
                <p14:cNvContentPartPr/>
                <p14:nvPr/>
              </p14:nvContentPartPr>
              <p14:xfrm>
                <a:off x="5095667" y="3070160"/>
                <a:ext cx="32760" cy="113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1990959-8EB0-6E03-1622-B8E898E368F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86667" y="3061160"/>
                  <a:ext cx="50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7496EE-133B-9751-D729-22A390D6EEC5}"/>
                    </a:ext>
                  </a:extLst>
                </p14:cNvPr>
                <p14:cNvContentPartPr/>
                <p14:nvPr/>
              </p14:nvContentPartPr>
              <p14:xfrm>
                <a:off x="5152187" y="3243680"/>
                <a:ext cx="159840" cy="94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7496EE-133B-9751-D729-22A390D6EE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43187" y="3235040"/>
                  <a:ext cx="177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4D46E54-704D-C2FA-A572-65827D2F1EFA}"/>
                    </a:ext>
                  </a:extLst>
                </p14:cNvPr>
                <p14:cNvContentPartPr/>
                <p14:nvPr/>
              </p14:nvContentPartPr>
              <p14:xfrm>
                <a:off x="5441267" y="3075920"/>
                <a:ext cx="93240" cy="226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4D46E54-704D-C2FA-A572-65827D2F1E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32627" y="3067280"/>
                  <a:ext cx="110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23C8DAF-F05F-96D0-CADC-E610F30DB8D1}"/>
                    </a:ext>
                  </a:extLst>
                </p14:cNvPr>
                <p14:cNvContentPartPr/>
                <p14:nvPr/>
              </p14:nvContentPartPr>
              <p14:xfrm>
                <a:off x="5379347" y="3195080"/>
                <a:ext cx="221040" cy="2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23C8DAF-F05F-96D0-CADC-E610F30DB8D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70347" y="3186080"/>
                  <a:ext cx="2386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68A44BA-0BCD-AD1B-8674-51AADCD37006}"/>
              </a:ext>
            </a:extLst>
          </p:cNvPr>
          <p:cNvGrpSpPr/>
          <p:nvPr/>
        </p:nvGrpSpPr>
        <p:grpSpPr>
          <a:xfrm>
            <a:off x="5895587" y="2222720"/>
            <a:ext cx="1713600" cy="1229400"/>
            <a:chOff x="5895587" y="2222720"/>
            <a:chExt cx="1713600" cy="122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B93ECDE-C327-CCA6-C7E3-F331BF0E8647}"/>
                    </a:ext>
                  </a:extLst>
                </p14:cNvPr>
                <p14:cNvContentPartPr/>
                <p14:nvPr/>
              </p14:nvContentPartPr>
              <p14:xfrm>
                <a:off x="5895587" y="2566520"/>
                <a:ext cx="73440" cy="333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B93ECDE-C327-CCA6-C7E3-F331BF0E864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86587" y="2557880"/>
                  <a:ext cx="910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EE9B3EE-45B9-B429-45A7-9E21BC04AEF6}"/>
                    </a:ext>
                  </a:extLst>
                </p14:cNvPr>
                <p14:cNvContentPartPr/>
                <p14:nvPr/>
              </p14:nvContentPartPr>
              <p14:xfrm>
                <a:off x="6016547" y="2493080"/>
                <a:ext cx="115560" cy="104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EE9B3EE-45B9-B429-45A7-9E21BC04AEF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07547" y="2484440"/>
                  <a:ext cx="133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CF6DDC4-CD62-88CE-FFC7-50B61DD4A4E9}"/>
                    </a:ext>
                  </a:extLst>
                </p14:cNvPr>
                <p14:cNvContentPartPr/>
                <p14:nvPr/>
              </p14:nvContentPartPr>
              <p14:xfrm>
                <a:off x="6208427" y="2511800"/>
                <a:ext cx="134280" cy="63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CF6DDC4-CD62-88CE-FFC7-50B61DD4A4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99787" y="2502800"/>
                  <a:ext cx="151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2BCC41-46F1-912B-EB01-0B5E66410274}"/>
                    </a:ext>
                  </a:extLst>
                </p14:cNvPr>
                <p14:cNvContentPartPr/>
                <p14:nvPr/>
              </p14:nvContentPartPr>
              <p14:xfrm>
                <a:off x="6345947" y="2449880"/>
                <a:ext cx="158040" cy="149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2BCC41-46F1-912B-EB01-0B5E6641027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37307" y="2441240"/>
                  <a:ext cx="175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AC0331E-E902-5424-7362-B5F3FBAB458C}"/>
                    </a:ext>
                  </a:extLst>
                </p14:cNvPr>
                <p14:cNvContentPartPr/>
                <p14:nvPr/>
              </p14:nvContentPartPr>
              <p14:xfrm>
                <a:off x="6482747" y="2298680"/>
                <a:ext cx="142200" cy="30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AC0331E-E902-5424-7362-B5F3FBAB458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74107" y="2290040"/>
                  <a:ext cx="1598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A842107-FE99-DE1F-B528-EA138573771C}"/>
                    </a:ext>
                  </a:extLst>
                </p14:cNvPr>
                <p14:cNvContentPartPr/>
                <p14:nvPr/>
              </p14:nvContentPartPr>
              <p14:xfrm>
                <a:off x="5963267" y="3200120"/>
                <a:ext cx="36360" cy="252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A842107-FE99-DE1F-B528-EA13857377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54627" y="3191480"/>
                  <a:ext cx="540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3816F4-0C1F-177D-EF76-9D1C9D151CC6}"/>
                    </a:ext>
                  </a:extLst>
                </p14:cNvPr>
                <p14:cNvContentPartPr/>
                <p14:nvPr/>
              </p14:nvContentPartPr>
              <p14:xfrm>
                <a:off x="6052187" y="3070160"/>
                <a:ext cx="77400" cy="89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3816F4-0C1F-177D-EF76-9D1C9D151CC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43187" y="3061520"/>
                  <a:ext cx="950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9504697-DFEA-1C70-E637-BBB1A6E88B3F}"/>
                    </a:ext>
                  </a:extLst>
                </p14:cNvPr>
                <p14:cNvContentPartPr/>
                <p14:nvPr/>
              </p14:nvContentPartPr>
              <p14:xfrm>
                <a:off x="6174587" y="3089600"/>
                <a:ext cx="91800" cy="81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9504697-DFEA-1C70-E637-BBB1A6E88B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65587" y="3080600"/>
                  <a:ext cx="109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8808EC2-7B74-4975-30ED-929F1C20F682}"/>
                    </a:ext>
                  </a:extLst>
                </p14:cNvPr>
                <p14:cNvContentPartPr/>
                <p14:nvPr/>
              </p14:nvContentPartPr>
              <p14:xfrm>
                <a:off x="6329747" y="3115880"/>
                <a:ext cx="19800" cy="270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8808EC2-7B74-4975-30ED-929F1C20F6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21107" y="3107240"/>
                  <a:ext cx="374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45A068-0FB2-824F-95B3-01E2DFA13354}"/>
                    </a:ext>
                  </a:extLst>
                </p14:cNvPr>
                <p14:cNvContentPartPr/>
                <p14:nvPr/>
              </p14:nvContentPartPr>
              <p14:xfrm>
                <a:off x="6386987" y="3040280"/>
                <a:ext cx="78840" cy="111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45A068-0FB2-824F-95B3-01E2DFA133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78347" y="3031280"/>
                  <a:ext cx="96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D82C770-A789-FABC-DA74-8C9E7CE4D1E9}"/>
                    </a:ext>
                  </a:extLst>
                </p14:cNvPr>
                <p14:cNvContentPartPr/>
                <p14:nvPr/>
              </p14:nvContentPartPr>
              <p14:xfrm>
                <a:off x="6761027" y="2265920"/>
                <a:ext cx="160200" cy="361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D82C770-A789-FABC-DA74-8C9E7CE4D1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52027" y="2256920"/>
                  <a:ext cx="1778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D76BF9-E755-09A0-69AC-4521CCE40F55}"/>
                    </a:ext>
                  </a:extLst>
                </p14:cNvPr>
                <p14:cNvContentPartPr/>
                <p14:nvPr/>
              </p14:nvContentPartPr>
              <p14:xfrm>
                <a:off x="6964067" y="2504960"/>
                <a:ext cx="37080" cy="82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D76BF9-E755-09A0-69AC-4521CCE40F5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55427" y="2495960"/>
                  <a:ext cx="54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B8E99A-2A3F-106A-B4FD-01394E4C5482}"/>
                    </a:ext>
                  </a:extLst>
                </p14:cNvPr>
                <p14:cNvContentPartPr/>
                <p14:nvPr/>
              </p14:nvContentPartPr>
              <p14:xfrm>
                <a:off x="7099787" y="2255840"/>
                <a:ext cx="8640" cy="82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B8E99A-2A3F-106A-B4FD-01394E4C548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90787" y="2246840"/>
                  <a:ext cx="26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AAFB45E-0255-180F-86EF-46D0BDCE51B8}"/>
                    </a:ext>
                  </a:extLst>
                </p14:cNvPr>
                <p14:cNvContentPartPr/>
                <p14:nvPr/>
              </p14:nvContentPartPr>
              <p14:xfrm>
                <a:off x="7087547" y="2472560"/>
                <a:ext cx="133560" cy="61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AAFB45E-0255-180F-86EF-46D0BDCE51B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78907" y="2463560"/>
                  <a:ext cx="151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59DAEB2-4CF5-BA35-DB71-6E71ACC335D8}"/>
                    </a:ext>
                  </a:extLst>
                </p14:cNvPr>
                <p14:cNvContentPartPr/>
                <p14:nvPr/>
              </p14:nvContentPartPr>
              <p14:xfrm>
                <a:off x="7340627" y="2297240"/>
                <a:ext cx="87480" cy="21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59DAEB2-4CF5-BA35-DB71-6E71ACC335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31627" y="2288240"/>
                  <a:ext cx="105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2081D5D-5F9F-C3DA-DEC8-2FF047B30A0F}"/>
                    </a:ext>
                  </a:extLst>
                </p14:cNvPr>
                <p14:cNvContentPartPr/>
                <p14:nvPr/>
              </p14:nvContentPartPr>
              <p14:xfrm>
                <a:off x="7270427" y="2409920"/>
                <a:ext cx="143280" cy="9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2081D5D-5F9F-C3DA-DEC8-2FF047B30A0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61787" y="2401280"/>
                  <a:ext cx="160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902B07-8378-CB9F-EA0A-0AF01862DEE9}"/>
                    </a:ext>
                  </a:extLst>
                </p14:cNvPr>
                <p14:cNvContentPartPr/>
                <p14:nvPr/>
              </p14:nvContentPartPr>
              <p14:xfrm>
                <a:off x="7540427" y="2222720"/>
                <a:ext cx="68760" cy="353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902B07-8378-CB9F-EA0A-0AF01862DEE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31787" y="2213720"/>
                  <a:ext cx="864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DEF9FAC-339B-FF24-A29A-20B476A9CBEB}"/>
                    </a:ext>
                  </a:extLst>
                </p14:cNvPr>
                <p14:cNvContentPartPr/>
                <p14:nvPr/>
              </p14:nvContentPartPr>
              <p14:xfrm>
                <a:off x="6616667" y="2969360"/>
                <a:ext cx="123840" cy="228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DEF9FAC-339B-FF24-A29A-20B476A9CBE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607667" y="2960360"/>
                  <a:ext cx="141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34D9F25-CC06-FEDE-B971-66DD79CA906A}"/>
                    </a:ext>
                  </a:extLst>
                </p14:cNvPr>
                <p14:cNvContentPartPr/>
                <p14:nvPr/>
              </p14:nvContentPartPr>
              <p14:xfrm>
                <a:off x="6780467" y="2907440"/>
                <a:ext cx="102600" cy="296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34D9F25-CC06-FEDE-B971-66DD79CA906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71827" y="2898800"/>
                  <a:ext cx="120240" cy="31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01FEFC4-B5E8-0631-05C5-66821D554C7B}"/>
              </a:ext>
            </a:extLst>
          </p:cNvPr>
          <p:cNvGrpSpPr/>
          <p:nvPr/>
        </p:nvGrpSpPr>
        <p:grpSpPr>
          <a:xfrm>
            <a:off x="4916387" y="2432600"/>
            <a:ext cx="798840" cy="288000"/>
            <a:chOff x="4916387" y="2432600"/>
            <a:chExt cx="79884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5C277EA-4ECF-E3B2-93EF-AE78D90D9900}"/>
                    </a:ext>
                  </a:extLst>
                </p14:cNvPr>
                <p14:cNvContentPartPr/>
                <p14:nvPr/>
              </p14:nvContentPartPr>
              <p14:xfrm>
                <a:off x="4916387" y="2572280"/>
                <a:ext cx="138240" cy="148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5C277EA-4ECF-E3B2-93EF-AE78D90D990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07747" y="2563280"/>
                  <a:ext cx="155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C8731FD-9ACF-F5D4-83D4-AC91E9CAC104}"/>
                    </a:ext>
                  </a:extLst>
                </p14:cNvPr>
                <p14:cNvContentPartPr/>
                <p14:nvPr/>
              </p14:nvContentPartPr>
              <p14:xfrm>
                <a:off x="5159027" y="2572640"/>
                <a:ext cx="64440" cy="75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C8731FD-9ACF-F5D4-83D4-AC91E9CAC1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50387" y="2563640"/>
                  <a:ext cx="82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8D43A73-BC1B-7CBD-0695-05F02CF110A3}"/>
                    </a:ext>
                  </a:extLst>
                </p14:cNvPr>
                <p14:cNvContentPartPr/>
                <p14:nvPr/>
              </p14:nvContentPartPr>
              <p14:xfrm>
                <a:off x="5360627" y="2592800"/>
                <a:ext cx="14760" cy="69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8D43A73-BC1B-7CBD-0695-05F02CF110A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51627" y="2584160"/>
                  <a:ext cx="32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4461DA5-C38A-D259-984F-E3262537648C}"/>
                    </a:ext>
                  </a:extLst>
                </p14:cNvPr>
                <p14:cNvContentPartPr/>
                <p14:nvPr/>
              </p14:nvContentPartPr>
              <p14:xfrm>
                <a:off x="5449907" y="2470400"/>
                <a:ext cx="12240" cy="63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4461DA5-C38A-D259-984F-E3262537648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41267" y="2461400"/>
                  <a:ext cx="29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23B0A97-C05F-EDC0-6A82-8CF44A0E3C07}"/>
                    </a:ext>
                  </a:extLst>
                </p14:cNvPr>
                <p14:cNvContentPartPr/>
                <p14:nvPr/>
              </p14:nvContentPartPr>
              <p14:xfrm>
                <a:off x="5528387" y="2432600"/>
                <a:ext cx="186840" cy="237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23B0A97-C05F-EDC0-6A82-8CF44A0E3C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19747" y="2423960"/>
                  <a:ext cx="20448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95458D4-C023-89A9-8B65-085C343CD64C}"/>
              </a:ext>
            </a:extLst>
          </p:cNvPr>
          <p:cNvGrpSpPr/>
          <p:nvPr/>
        </p:nvGrpSpPr>
        <p:grpSpPr>
          <a:xfrm>
            <a:off x="4916387" y="3594680"/>
            <a:ext cx="404640" cy="365040"/>
            <a:chOff x="4916387" y="3594680"/>
            <a:chExt cx="40464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884FA66-6A87-F5C8-4E2F-06B5AC9008C6}"/>
                    </a:ext>
                  </a:extLst>
                </p14:cNvPr>
                <p14:cNvContentPartPr/>
                <p14:nvPr/>
              </p14:nvContentPartPr>
              <p14:xfrm>
                <a:off x="4916387" y="3824000"/>
                <a:ext cx="30600" cy="135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884FA66-6A87-F5C8-4E2F-06B5AC9008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07747" y="3815360"/>
                  <a:ext cx="482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0BB66EE-E4C5-F480-7DA0-4F7399222853}"/>
                    </a:ext>
                  </a:extLst>
                </p14:cNvPr>
                <p14:cNvContentPartPr/>
                <p14:nvPr/>
              </p14:nvContentPartPr>
              <p14:xfrm>
                <a:off x="5012147" y="3594680"/>
                <a:ext cx="10800" cy="85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0BB66EE-E4C5-F480-7DA0-4F73992228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03147" y="3585680"/>
                  <a:ext cx="28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B11F94E-DC9C-1A10-FD67-F74D9E9454CE}"/>
                    </a:ext>
                  </a:extLst>
                </p14:cNvPr>
                <p14:cNvContentPartPr/>
                <p14:nvPr/>
              </p14:nvContentPartPr>
              <p14:xfrm>
                <a:off x="4996307" y="3834440"/>
                <a:ext cx="117720" cy="4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B11F94E-DC9C-1A10-FD67-F74D9E9454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987307" y="3825800"/>
                  <a:ext cx="135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1636AEB-31C7-8D33-0C0A-004488D44A8A}"/>
                    </a:ext>
                  </a:extLst>
                </p14:cNvPr>
                <p14:cNvContentPartPr/>
                <p14:nvPr/>
              </p14:nvContentPartPr>
              <p14:xfrm>
                <a:off x="5202587" y="3703760"/>
                <a:ext cx="43920" cy="150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1636AEB-31C7-8D33-0C0A-004488D44A8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193587" y="3694760"/>
                  <a:ext cx="61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3BDAF92-4B03-C268-5342-A32D71600B86}"/>
                    </a:ext>
                  </a:extLst>
                </p14:cNvPr>
                <p14:cNvContentPartPr/>
                <p14:nvPr/>
              </p14:nvContentPartPr>
              <p14:xfrm>
                <a:off x="5170907" y="3773600"/>
                <a:ext cx="15012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3BDAF92-4B03-C268-5342-A32D71600B8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61907" y="3764960"/>
                  <a:ext cx="1677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43053D9-0463-BB23-6B4A-210ED4D3CA96}"/>
              </a:ext>
            </a:extLst>
          </p:cNvPr>
          <p:cNvGrpSpPr/>
          <p:nvPr/>
        </p:nvGrpSpPr>
        <p:grpSpPr>
          <a:xfrm>
            <a:off x="5809907" y="3531320"/>
            <a:ext cx="728640" cy="514080"/>
            <a:chOff x="5809907" y="3531320"/>
            <a:chExt cx="728640" cy="51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26B9E23-0CC2-7AAC-C639-F6C57153B000}"/>
                    </a:ext>
                  </a:extLst>
                </p14:cNvPr>
                <p14:cNvContentPartPr/>
                <p14:nvPr/>
              </p14:nvContentPartPr>
              <p14:xfrm>
                <a:off x="5809907" y="3788720"/>
                <a:ext cx="12960" cy="256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26B9E23-0CC2-7AAC-C639-F6C57153B00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01267" y="3779720"/>
                  <a:ext cx="306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14F17AF-DF02-E2EB-EC37-D83CB567FE49}"/>
                    </a:ext>
                  </a:extLst>
                </p14:cNvPr>
                <p14:cNvContentPartPr/>
                <p14:nvPr/>
              </p14:nvContentPartPr>
              <p14:xfrm>
                <a:off x="5827187" y="3728240"/>
                <a:ext cx="80280" cy="83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14F17AF-DF02-E2EB-EC37-D83CB567FE4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18187" y="3719240"/>
                  <a:ext cx="97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D1FE0FE-D483-BD70-ACE8-28D6B147BC55}"/>
                    </a:ext>
                  </a:extLst>
                </p14:cNvPr>
                <p14:cNvContentPartPr/>
                <p14:nvPr/>
              </p14:nvContentPartPr>
              <p14:xfrm>
                <a:off x="5988107" y="3723920"/>
                <a:ext cx="143280" cy="96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D1FE0FE-D483-BD70-ACE8-28D6B147BC5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79467" y="3714920"/>
                  <a:ext cx="160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B69FCD6-8002-4779-F38D-C87A84B7D9C0}"/>
                    </a:ext>
                  </a:extLst>
                </p14:cNvPr>
                <p14:cNvContentPartPr/>
                <p14:nvPr/>
              </p14:nvContentPartPr>
              <p14:xfrm>
                <a:off x="6191147" y="3730040"/>
                <a:ext cx="134640" cy="90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B69FCD6-8002-4779-F38D-C87A84B7D9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82147" y="3721040"/>
                  <a:ext cx="152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10439BC-A9EA-3997-5464-A79A3ECC7D15}"/>
                    </a:ext>
                  </a:extLst>
                </p14:cNvPr>
                <p14:cNvContentPartPr/>
                <p14:nvPr/>
              </p14:nvContentPartPr>
              <p14:xfrm>
                <a:off x="6388067" y="3531320"/>
                <a:ext cx="150480" cy="263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10439BC-A9EA-3997-5464-A79A3ECC7D1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379067" y="3522680"/>
                  <a:ext cx="16812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88E7810-0DC0-768F-CE32-97DBF7C3A4B1}"/>
              </a:ext>
            </a:extLst>
          </p:cNvPr>
          <p:cNvGrpSpPr/>
          <p:nvPr/>
        </p:nvGrpSpPr>
        <p:grpSpPr>
          <a:xfrm>
            <a:off x="4293227" y="1604240"/>
            <a:ext cx="1937520" cy="687960"/>
            <a:chOff x="4293227" y="1604240"/>
            <a:chExt cx="1937520" cy="68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C9AFE1F-3BE6-25F0-EC4B-695A3433AFFC}"/>
                    </a:ext>
                  </a:extLst>
                </p14:cNvPr>
                <p14:cNvContentPartPr/>
                <p14:nvPr/>
              </p14:nvContentPartPr>
              <p14:xfrm>
                <a:off x="4409507" y="1778840"/>
                <a:ext cx="177840" cy="349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C9AFE1F-3BE6-25F0-EC4B-695A3433AFF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00507" y="1769840"/>
                  <a:ext cx="195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9B9D022-C02D-8B09-110E-D16B7F888EF6}"/>
                    </a:ext>
                  </a:extLst>
                </p14:cNvPr>
                <p14:cNvContentPartPr/>
                <p14:nvPr/>
              </p14:nvContentPartPr>
              <p14:xfrm>
                <a:off x="4633427" y="2014280"/>
                <a:ext cx="122400" cy="52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9B9D022-C02D-8B09-110E-D16B7F888EF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24787" y="2005280"/>
                  <a:ext cx="140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B58DCE5-20A8-66BF-4ECB-94FF9267BB61}"/>
                    </a:ext>
                  </a:extLst>
                </p14:cNvPr>
                <p14:cNvContentPartPr/>
                <p14:nvPr/>
              </p14:nvContentPartPr>
              <p14:xfrm>
                <a:off x="4865267" y="1767320"/>
                <a:ext cx="99000" cy="275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B58DCE5-20A8-66BF-4ECB-94FF9267BB6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56627" y="1758680"/>
                  <a:ext cx="1166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C5FE4BD-27C6-12E6-FC41-B9997E0CDD5D}"/>
                    </a:ext>
                  </a:extLst>
                </p14:cNvPr>
                <p14:cNvContentPartPr/>
                <p14:nvPr/>
              </p14:nvContentPartPr>
              <p14:xfrm>
                <a:off x="4899107" y="1892240"/>
                <a:ext cx="186840" cy="103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C5FE4BD-27C6-12E6-FC41-B9997E0CDD5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90467" y="1883600"/>
                  <a:ext cx="204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CA91D7B-2BF5-A1CD-6DDE-358140205EFF}"/>
                    </a:ext>
                  </a:extLst>
                </p14:cNvPr>
                <p14:cNvContentPartPr/>
                <p14:nvPr/>
              </p14:nvContentPartPr>
              <p14:xfrm>
                <a:off x="5142467" y="1876400"/>
                <a:ext cx="87480" cy="111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CA91D7B-2BF5-A1CD-6DDE-358140205EF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33827" y="1867760"/>
                  <a:ext cx="105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E11C88-C75B-419C-A1C1-52573629F960}"/>
                    </a:ext>
                  </a:extLst>
                </p14:cNvPr>
                <p14:cNvContentPartPr/>
                <p14:nvPr/>
              </p14:nvContentPartPr>
              <p14:xfrm>
                <a:off x="5239307" y="1604240"/>
                <a:ext cx="293040" cy="473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E11C88-C75B-419C-A1C1-52573629F96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30667" y="1595240"/>
                  <a:ext cx="31068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202B2E6-ACF7-925B-EAB9-8FBACF4A43BC}"/>
                    </a:ext>
                  </a:extLst>
                </p14:cNvPr>
                <p14:cNvContentPartPr/>
                <p14:nvPr/>
              </p14:nvContentPartPr>
              <p14:xfrm>
                <a:off x="5280707" y="1867760"/>
                <a:ext cx="311760" cy="81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202B2E6-ACF7-925B-EAB9-8FBACF4A43B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72067" y="1858760"/>
                  <a:ext cx="329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C736A8E-6B1E-D536-C286-BE5227DEF260}"/>
                    </a:ext>
                  </a:extLst>
                </p14:cNvPr>
                <p14:cNvContentPartPr/>
                <p14:nvPr/>
              </p14:nvContentPartPr>
              <p14:xfrm>
                <a:off x="5625947" y="1845440"/>
                <a:ext cx="120960" cy="86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C736A8E-6B1E-D536-C286-BE5227DEF26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17307" y="1836800"/>
                  <a:ext cx="1386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D0792B4-9528-9F80-B2B3-2987DBED3826}"/>
                    </a:ext>
                  </a:extLst>
                </p14:cNvPr>
                <p14:cNvContentPartPr/>
                <p14:nvPr/>
              </p14:nvContentPartPr>
              <p14:xfrm>
                <a:off x="5794067" y="1840400"/>
                <a:ext cx="147240" cy="110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D0792B4-9528-9F80-B2B3-2987DBED382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785067" y="1831400"/>
                  <a:ext cx="1648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9D8E263-D3C8-854C-DE7E-F9FE086EE7D0}"/>
                    </a:ext>
                  </a:extLst>
                </p14:cNvPr>
                <p14:cNvContentPartPr/>
                <p14:nvPr/>
              </p14:nvContentPartPr>
              <p14:xfrm>
                <a:off x="4293227" y="2067200"/>
                <a:ext cx="1892520" cy="131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9D8E263-D3C8-854C-DE7E-F9FE086EE7D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284587" y="2058200"/>
                  <a:ext cx="1910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9E2D180-81CE-0716-C90E-F52B3C8AE628}"/>
                    </a:ext>
                  </a:extLst>
                </p14:cNvPr>
                <p14:cNvContentPartPr/>
                <p14:nvPr/>
              </p14:nvContentPartPr>
              <p14:xfrm>
                <a:off x="4369907" y="2199320"/>
                <a:ext cx="1860840" cy="92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9E2D180-81CE-0716-C90E-F52B3C8AE62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361267" y="2190680"/>
                  <a:ext cx="187848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93A14CC-8630-926E-922F-C9417D44F34B}"/>
              </a:ext>
            </a:extLst>
          </p:cNvPr>
          <p:cNvGrpSpPr/>
          <p:nvPr/>
        </p:nvGrpSpPr>
        <p:grpSpPr>
          <a:xfrm>
            <a:off x="4880387" y="4120640"/>
            <a:ext cx="1043280" cy="341280"/>
            <a:chOff x="4880387" y="4120640"/>
            <a:chExt cx="1043280" cy="3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30EDCB6-3B02-07C3-1E68-FDBADCA2C947}"/>
                    </a:ext>
                  </a:extLst>
                </p14:cNvPr>
                <p14:cNvContentPartPr/>
                <p14:nvPr/>
              </p14:nvContentPartPr>
              <p14:xfrm>
                <a:off x="4880387" y="4214600"/>
                <a:ext cx="118800" cy="247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30EDCB6-3B02-07C3-1E68-FDBADCA2C94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871387" y="4205960"/>
                  <a:ext cx="136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46EB17B-B6A0-A02D-87DA-2D755A064136}"/>
                    </a:ext>
                  </a:extLst>
                </p14:cNvPr>
                <p14:cNvContentPartPr/>
                <p14:nvPr/>
              </p14:nvContentPartPr>
              <p14:xfrm>
                <a:off x="5105027" y="4316120"/>
                <a:ext cx="60840" cy="100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46EB17B-B6A0-A02D-87DA-2D755A06413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96387" y="4307480"/>
                  <a:ext cx="78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99BCFFC-FF78-FB7C-29D7-05D1F6DAC029}"/>
                    </a:ext>
                  </a:extLst>
                </p14:cNvPr>
                <p14:cNvContentPartPr/>
                <p14:nvPr/>
              </p14:nvContentPartPr>
              <p14:xfrm>
                <a:off x="5266307" y="4294520"/>
                <a:ext cx="73800" cy="101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99BCFFC-FF78-FB7C-29D7-05D1F6DAC02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57307" y="4285520"/>
                  <a:ext cx="91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F344E4C-A4DA-7A4E-853D-07C2722328BE}"/>
                    </a:ext>
                  </a:extLst>
                </p14:cNvPr>
                <p14:cNvContentPartPr/>
                <p14:nvPr/>
              </p14:nvContentPartPr>
              <p14:xfrm>
                <a:off x="5409587" y="4120640"/>
                <a:ext cx="108720" cy="239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F344E4C-A4DA-7A4E-853D-07C2722328B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00587" y="4111640"/>
                  <a:ext cx="1263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244661A-BDE3-AA10-7535-B825D7D53BA2}"/>
                    </a:ext>
                  </a:extLst>
                </p14:cNvPr>
                <p14:cNvContentPartPr/>
                <p14:nvPr/>
              </p14:nvContentPartPr>
              <p14:xfrm>
                <a:off x="5496707" y="4274000"/>
                <a:ext cx="110880" cy="96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244661A-BDE3-AA10-7535-B825D7D53BA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88067" y="4265360"/>
                  <a:ext cx="128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78AF698-6071-239B-BD32-3F3D8C2DA446}"/>
                    </a:ext>
                  </a:extLst>
                </p14:cNvPr>
                <p14:cNvContentPartPr/>
                <p14:nvPr/>
              </p14:nvContentPartPr>
              <p14:xfrm>
                <a:off x="5647187" y="4294520"/>
                <a:ext cx="94680" cy="78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78AF698-6071-239B-BD32-3F3D8C2DA44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38187" y="4285520"/>
                  <a:ext cx="112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907FACA-6A5C-364A-2886-657330BF5C1D}"/>
                    </a:ext>
                  </a:extLst>
                </p14:cNvPr>
                <p14:cNvContentPartPr/>
                <p14:nvPr/>
              </p14:nvContentPartPr>
              <p14:xfrm>
                <a:off x="5790827" y="4312520"/>
                <a:ext cx="132840" cy="56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907FACA-6A5C-364A-2886-657330BF5C1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782187" y="4303520"/>
                  <a:ext cx="15048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8239120-EC76-6157-2F22-BF568FE0E889}"/>
              </a:ext>
            </a:extLst>
          </p:cNvPr>
          <p:cNvGrpSpPr/>
          <p:nvPr/>
        </p:nvGrpSpPr>
        <p:grpSpPr>
          <a:xfrm>
            <a:off x="6588587" y="3890240"/>
            <a:ext cx="1563480" cy="638280"/>
            <a:chOff x="6588587" y="3890240"/>
            <a:chExt cx="1563480" cy="63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368EE32-9548-B056-051D-563B65B6FA67}"/>
                    </a:ext>
                  </a:extLst>
                </p14:cNvPr>
                <p14:cNvContentPartPr/>
                <p14:nvPr/>
              </p14:nvContentPartPr>
              <p14:xfrm>
                <a:off x="6588587" y="4290920"/>
                <a:ext cx="23040" cy="92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368EE32-9548-B056-051D-563B65B6FA6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579947" y="4281920"/>
                  <a:ext cx="40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1086014-2423-1ED4-2CA0-223CA9A88EA1}"/>
                    </a:ext>
                  </a:extLst>
                </p14:cNvPr>
                <p14:cNvContentPartPr/>
                <p14:nvPr/>
              </p14:nvContentPartPr>
              <p14:xfrm>
                <a:off x="6647987" y="4119920"/>
                <a:ext cx="16920" cy="72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1086014-2423-1ED4-2CA0-223CA9A88EA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639347" y="4110920"/>
                  <a:ext cx="34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C6C3326-03C8-9220-27CB-335E3BA7DBBC}"/>
                    </a:ext>
                  </a:extLst>
                </p14:cNvPr>
                <p14:cNvContentPartPr/>
                <p14:nvPr/>
              </p14:nvContentPartPr>
              <p14:xfrm>
                <a:off x="6687587" y="4241600"/>
                <a:ext cx="66240" cy="96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C6C3326-03C8-9220-27CB-335E3BA7DB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678587" y="4232960"/>
                  <a:ext cx="83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9B868C4-9AF3-FCFF-9FED-4476A04AFD67}"/>
                    </a:ext>
                  </a:extLst>
                </p14:cNvPr>
                <p14:cNvContentPartPr/>
                <p14:nvPr/>
              </p14:nvContentPartPr>
              <p14:xfrm>
                <a:off x="6925187" y="4059440"/>
                <a:ext cx="149400" cy="261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9B868C4-9AF3-FCFF-9FED-4476A04AFD6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16187" y="4050800"/>
                  <a:ext cx="1670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EF40DE4-D37A-1379-A4D8-679BA0D808DB}"/>
                    </a:ext>
                  </a:extLst>
                </p14:cNvPr>
                <p14:cNvContentPartPr/>
                <p14:nvPr/>
              </p14:nvContentPartPr>
              <p14:xfrm>
                <a:off x="6961907" y="4037120"/>
                <a:ext cx="184680" cy="25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F40DE4-D37A-1379-A4D8-679BA0D808D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953267" y="4028120"/>
                  <a:ext cx="202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15C23C7-C277-5863-6D8B-B15D15EF82D4}"/>
                    </a:ext>
                  </a:extLst>
                </p14:cNvPr>
                <p14:cNvContentPartPr/>
                <p14:nvPr/>
              </p14:nvContentPartPr>
              <p14:xfrm>
                <a:off x="6897107" y="4180760"/>
                <a:ext cx="203400" cy="20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15C23C7-C277-5863-6D8B-B15D15EF82D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888467" y="4172120"/>
                  <a:ext cx="221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8CA318-697A-EAB6-89E3-C35EC09ABBE3}"/>
                    </a:ext>
                  </a:extLst>
                </p14:cNvPr>
                <p14:cNvContentPartPr/>
                <p14:nvPr/>
              </p14:nvContentPartPr>
              <p14:xfrm>
                <a:off x="7055867" y="4235120"/>
                <a:ext cx="263160" cy="59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8CA318-697A-EAB6-89E3-C35EC09ABBE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047227" y="4226120"/>
                  <a:ext cx="280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97F0985-324D-1BD1-C57D-C2BF92518560}"/>
                    </a:ext>
                  </a:extLst>
                </p14:cNvPr>
                <p14:cNvContentPartPr/>
                <p14:nvPr/>
              </p14:nvContentPartPr>
              <p14:xfrm>
                <a:off x="7323707" y="4165280"/>
                <a:ext cx="124920" cy="312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97F0985-324D-1BD1-C57D-C2BF9251856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315067" y="4156280"/>
                  <a:ext cx="1425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912B714-38C6-4911-E51A-407E8B72C3FF}"/>
                    </a:ext>
                  </a:extLst>
                </p14:cNvPr>
                <p14:cNvContentPartPr/>
                <p14:nvPr/>
              </p14:nvContentPartPr>
              <p14:xfrm>
                <a:off x="7596227" y="3921200"/>
                <a:ext cx="87120" cy="3009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912B714-38C6-4911-E51A-407E8B72C3F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87227" y="3912200"/>
                  <a:ext cx="1047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EF44D4A-F70E-D8D9-DE5E-9416BE5C578F}"/>
                    </a:ext>
                  </a:extLst>
                </p14:cNvPr>
                <p14:cNvContentPartPr/>
                <p14:nvPr/>
              </p14:nvContentPartPr>
              <p14:xfrm>
                <a:off x="7495427" y="4112360"/>
                <a:ext cx="145440" cy="1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EF44D4A-F70E-D8D9-DE5E-9416BE5C578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486787" y="4103360"/>
                  <a:ext cx="163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30E00C6-ED28-E58A-B079-AC9F066A599A}"/>
                    </a:ext>
                  </a:extLst>
                </p14:cNvPr>
                <p14:cNvContentPartPr/>
                <p14:nvPr/>
              </p14:nvContentPartPr>
              <p14:xfrm>
                <a:off x="7666427" y="4149080"/>
                <a:ext cx="68040" cy="31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30E00C6-ED28-E58A-B079-AC9F066A599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657427" y="4140440"/>
                  <a:ext cx="856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2A1E799-1884-D93A-CC61-DA45DE425E43}"/>
                    </a:ext>
                  </a:extLst>
                </p14:cNvPr>
                <p14:cNvContentPartPr/>
                <p14:nvPr/>
              </p14:nvContentPartPr>
              <p14:xfrm>
                <a:off x="7511987" y="4144760"/>
                <a:ext cx="257760" cy="38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2A1E799-1884-D93A-CC61-DA45DE425E4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03347" y="4136120"/>
                  <a:ext cx="2754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1ABC785-EF87-B4F7-F13D-54ABE360F62A}"/>
                    </a:ext>
                  </a:extLst>
                </p14:cNvPr>
                <p14:cNvContentPartPr/>
                <p14:nvPr/>
              </p14:nvContentPartPr>
              <p14:xfrm>
                <a:off x="7936787" y="3925880"/>
                <a:ext cx="118440" cy="249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1ABC785-EF87-B4F7-F13D-54ABE360F62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27787" y="3917240"/>
                  <a:ext cx="1360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A56E95C-71CA-C7D9-91C3-4F13F5B145E4}"/>
                    </a:ext>
                  </a:extLst>
                </p14:cNvPr>
                <p14:cNvContentPartPr/>
                <p14:nvPr/>
              </p14:nvContentPartPr>
              <p14:xfrm>
                <a:off x="8052347" y="3890240"/>
                <a:ext cx="99720" cy="286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A56E95C-71CA-C7D9-91C3-4F13F5B145E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43707" y="3881600"/>
                  <a:ext cx="11736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3F826FC-10E0-34DD-E492-C172B638624F}"/>
              </a:ext>
            </a:extLst>
          </p:cNvPr>
          <p:cNvGrpSpPr/>
          <p:nvPr/>
        </p:nvGrpSpPr>
        <p:grpSpPr>
          <a:xfrm>
            <a:off x="6676787" y="3445640"/>
            <a:ext cx="275760" cy="317880"/>
            <a:chOff x="6676787" y="3445640"/>
            <a:chExt cx="27576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3AC95B0-79C5-EEA9-3A7C-CD71C9D80A73}"/>
                    </a:ext>
                  </a:extLst>
                </p14:cNvPr>
                <p14:cNvContentPartPr/>
                <p14:nvPr/>
              </p14:nvContentPartPr>
              <p14:xfrm>
                <a:off x="6676787" y="3490640"/>
                <a:ext cx="136440" cy="236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3AC95B0-79C5-EEA9-3A7C-CD71C9D80A7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67787" y="3482000"/>
                  <a:ext cx="154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2F313AD-BD94-D989-BB0D-02C74DA68A67}"/>
                    </a:ext>
                  </a:extLst>
                </p14:cNvPr>
                <p14:cNvContentPartPr/>
                <p14:nvPr/>
              </p14:nvContentPartPr>
              <p14:xfrm>
                <a:off x="6821147" y="3445640"/>
                <a:ext cx="131400" cy="317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2F313AD-BD94-D989-BB0D-02C74DA68A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12507" y="3436640"/>
                  <a:ext cx="149040" cy="335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389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4134E-F2B2-699B-E0B8-90611E624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A121-10EB-8941-8B47-CF611545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Build a stack using an array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E034A79-DA4F-4AB6-B6D5-0582D9B4C85A}"/>
              </a:ext>
            </a:extLst>
          </p:cNvPr>
          <p:cNvGrpSpPr/>
          <p:nvPr/>
        </p:nvGrpSpPr>
        <p:grpSpPr>
          <a:xfrm>
            <a:off x="660107" y="1751480"/>
            <a:ext cx="2951280" cy="4310840"/>
            <a:chOff x="660107" y="1751480"/>
            <a:chExt cx="2951280" cy="43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3242353-771B-6DCF-AA6C-B49451E49F63}"/>
                    </a:ext>
                  </a:extLst>
                </p14:cNvPr>
                <p14:cNvContentPartPr/>
                <p14:nvPr/>
              </p14:nvContentPartPr>
              <p14:xfrm>
                <a:off x="2295227" y="2700440"/>
                <a:ext cx="23040" cy="10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3242353-771B-6DCF-AA6C-B49451E49F6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6587" y="2691800"/>
                  <a:ext cx="4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69A010D-C95D-09EC-479F-B4AF52E23891}"/>
                    </a:ext>
                  </a:extLst>
                </p14:cNvPr>
                <p14:cNvContentPartPr/>
                <p14:nvPr/>
              </p14:nvContentPartPr>
              <p14:xfrm>
                <a:off x="807214" y="5164307"/>
                <a:ext cx="274320" cy="381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69A010D-C95D-09EC-479F-B4AF52E238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8574" y="5155307"/>
                  <a:ext cx="2919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858ECD9-F9AE-B2FE-C597-988B9ADA6854}"/>
                    </a:ext>
                  </a:extLst>
                </p14:cNvPr>
                <p14:cNvContentPartPr/>
                <p14:nvPr/>
              </p14:nvContentPartPr>
              <p14:xfrm>
                <a:off x="1100254" y="5381387"/>
                <a:ext cx="134280" cy="97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858ECD9-F9AE-B2FE-C597-988B9ADA68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254" y="5372387"/>
                  <a:ext cx="151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79C9537-173F-5D64-5B27-6BBCBB91CDEA}"/>
                    </a:ext>
                  </a:extLst>
                </p14:cNvPr>
                <p14:cNvContentPartPr/>
                <p14:nvPr/>
              </p14:nvContentPartPr>
              <p14:xfrm>
                <a:off x="1303294" y="5184107"/>
                <a:ext cx="95760" cy="293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79C9537-173F-5D64-5B27-6BBCBB91CD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4654" y="5175467"/>
                  <a:ext cx="113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71493F3-4575-FAC6-6941-F8B736AD0D1E}"/>
                    </a:ext>
                  </a:extLst>
                </p14:cNvPr>
                <p14:cNvContentPartPr/>
                <p14:nvPr/>
              </p14:nvContentPartPr>
              <p14:xfrm>
                <a:off x="1325254" y="5331707"/>
                <a:ext cx="297000" cy="14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71493F3-4575-FAC6-6941-F8B736AD0D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6614" y="5322707"/>
                  <a:ext cx="314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4BDC07B-4B2C-B2C3-31A4-B3C76FB51242}"/>
                    </a:ext>
                  </a:extLst>
                </p14:cNvPr>
                <p14:cNvContentPartPr/>
                <p14:nvPr/>
              </p14:nvContentPartPr>
              <p14:xfrm>
                <a:off x="830974" y="5746960"/>
                <a:ext cx="26640" cy="315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4BDC07B-4B2C-B2C3-31A4-B3C76FB512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1974" y="5738320"/>
                  <a:ext cx="44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B434DB-A7A5-1165-DCDC-233904DE872D}"/>
                    </a:ext>
                  </a:extLst>
                </p14:cNvPr>
                <p14:cNvContentPartPr/>
                <p14:nvPr/>
              </p14:nvContentPartPr>
              <p14:xfrm>
                <a:off x="827374" y="5601160"/>
                <a:ext cx="834120" cy="42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B434DB-A7A5-1165-DCDC-233904DE87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8374" y="5592160"/>
                  <a:ext cx="851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94FF9AB-C7FF-02D4-7D8A-9EBBD960376B}"/>
                    </a:ext>
                  </a:extLst>
                </p14:cNvPr>
                <p14:cNvContentPartPr/>
                <p14:nvPr/>
              </p14:nvContentPartPr>
              <p14:xfrm>
                <a:off x="1947827" y="4965560"/>
                <a:ext cx="23040" cy="1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94FF9AB-C7FF-02D4-7D8A-9EBBD96037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8827" y="4956920"/>
                  <a:ext cx="40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A45E35-D16C-F1C4-F838-68DADD60580D}"/>
                    </a:ext>
                  </a:extLst>
                </p14:cNvPr>
                <p14:cNvContentPartPr/>
                <p14:nvPr/>
              </p14:nvContentPartPr>
              <p14:xfrm>
                <a:off x="1360667" y="5073200"/>
                <a:ext cx="1379880" cy="80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A45E35-D16C-F1C4-F838-68DADD6058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52027" y="5064560"/>
                  <a:ext cx="139752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EC50954-515B-5F01-376D-F90EC1DB64B6}"/>
                    </a:ext>
                  </a:extLst>
                </p14:cNvPr>
                <p14:cNvContentPartPr/>
                <p14:nvPr/>
              </p14:nvContentPartPr>
              <p14:xfrm>
                <a:off x="2640107" y="4934960"/>
                <a:ext cx="145440" cy="20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EC50954-515B-5F01-376D-F90EC1DB64B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1107" y="4925960"/>
                  <a:ext cx="163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DDDA290-590D-9067-B8AA-9CAB59068D68}"/>
                    </a:ext>
                  </a:extLst>
                </p14:cNvPr>
                <p14:cNvContentPartPr/>
                <p14:nvPr/>
              </p14:nvContentPartPr>
              <p14:xfrm>
                <a:off x="2402867" y="4870880"/>
                <a:ext cx="63108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DDDA290-590D-9067-B8AA-9CAB59068D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4227" y="4861880"/>
                  <a:ext cx="648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40FB7A-72EF-93F4-DF51-739EF4F30013}"/>
                    </a:ext>
                  </a:extLst>
                </p14:cNvPr>
                <p14:cNvContentPartPr/>
                <p14:nvPr/>
              </p14:nvContentPartPr>
              <p14:xfrm>
                <a:off x="2243027" y="1751480"/>
                <a:ext cx="1225800" cy="320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40FB7A-72EF-93F4-DF51-739EF4F300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4027" y="1742840"/>
                  <a:ext cx="1243440" cy="32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36AD71-F6E0-530F-5FBA-30797FB893ED}"/>
                    </a:ext>
                  </a:extLst>
                </p14:cNvPr>
                <p14:cNvContentPartPr/>
                <p14:nvPr/>
              </p14:nvContentPartPr>
              <p14:xfrm>
                <a:off x="2266787" y="4392080"/>
                <a:ext cx="983520" cy="106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36AD71-F6E0-530F-5FBA-30797FB893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7787" y="4383440"/>
                  <a:ext cx="100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1CAE5B7-87D6-1D7E-AE29-24569ED66029}"/>
                    </a:ext>
                  </a:extLst>
                </p14:cNvPr>
                <p14:cNvContentPartPr/>
                <p14:nvPr/>
              </p14:nvContentPartPr>
              <p14:xfrm>
                <a:off x="2436707" y="3730760"/>
                <a:ext cx="876960" cy="18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1CAE5B7-87D6-1D7E-AE29-24569ED660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8067" y="3721760"/>
                  <a:ext cx="894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F07C805-E763-BB0F-9A44-C19A2DCE4F34}"/>
                    </a:ext>
                  </a:extLst>
                </p14:cNvPr>
                <p14:cNvContentPartPr/>
                <p14:nvPr/>
              </p14:nvContentPartPr>
              <p14:xfrm>
                <a:off x="2395307" y="3185000"/>
                <a:ext cx="74088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F07C805-E763-BB0F-9A44-C19A2DCE4F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86307" y="3176360"/>
                  <a:ext cx="758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894E743-5507-5FCB-9260-685A3139BB71}"/>
                    </a:ext>
                  </a:extLst>
                </p14:cNvPr>
                <p14:cNvContentPartPr/>
                <p14:nvPr/>
              </p14:nvContentPartPr>
              <p14:xfrm>
                <a:off x="2171027" y="2592800"/>
                <a:ext cx="1130760" cy="16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894E743-5507-5FCB-9260-685A3139BB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62387" y="2584160"/>
                  <a:ext cx="11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883DA1A-BA34-E070-E7F9-5AE498E26740}"/>
                    </a:ext>
                  </a:extLst>
                </p14:cNvPr>
                <p14:cNvContentPartPr/>
                <p14:nvPr/>
              </p14:nvContentPartPr>
              <p14:xfrm>
                <a:off x="2275067" y="2164040"/>
                <a:ext cx="1241280" cy="82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883DA1A-BA34-E070-E7F9-5AE498E2674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6067" y="2155040"/>
                  <a:ext cx="1258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EDA8E9F-D2A3-3D79-6CB2-06375879F140}"/>
                    </a:ext>
                  </a:extLst>
                </p14:cNvPr>
                <p14:cNvContentPartPr/>
                <p14:nvPr/>
              </p14:nvContentPartPr>
              <p14:xfrm>
                <a:off x="3326267" y="4599080"/>
                <a:ext cx="114120" cy="100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EDA8E9F-D2A3-3D79-6CB2-06375879F1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7627" y="4590440"/>
                  <a:ext cx="131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B83514-7C8D-D5DA-A713-2162F261ED39}"/>
                    </a:ext>
                  </a:extLst>
                </p14:cNvPr>
                <p14:cNvContentPartPr/>
                <p14:nvPr/>
              </p14:nvContentPartPr>
              <p14:xfrm>
                <a:off x="3360107" y="3942800"/>
                <a:ext cx="29880" cy="8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B83514-7C8D-D5DA-A713-2162F261ED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1467" y="3934160"/>
                  <a:ext cx="47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BC54D10-7E01-CC5D-3EA3-951183FFCA40}"/>
                    </a:ext>
                  </a:extLst>
                </p14:cNvPr>
                <p14:cNvContentPartPr/>
                <p14:nvPr/>
              </p14:nvContentPartPr>
              <p14:xfrm>
                <a:off x="3385667" y="3326120"/>
                <a:ext cx="138240" cy="94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BC54D10-7E01-CC5D-3EA3-951183FFCA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77027" y="3317480"/>
                  <a:ext cx="155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758B00-E2A3-F851-23AE-C8AAD37B6942}"/>
                    </a:ext>
                  </a:extLst>
                </p14:cNvPr>
                <p14:cNvContentPartPr/>
                <p14:nvPr/>
              </p14:nvContentPartPr>
              <p14:xfrm>
                <a:off x="3398627" y="2886560"/>
                <a:ext cx="99000" cy="12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758B00-E2A3-F851-23AE-C8AAD37B69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89627" y="2877560"/>
                  <a:ext cx="116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295A7EE-CB0E-0663-2B39-2E64E9148909}"/>
                    </a:ext>
                  </a:extLst>
                </p14:cNvPr>
                <p14:cNvContentPartPr/>
                <p14:nvPr/>
              </p14:nvContentPartPr>
              <p14:xfrm>
                <a:off x="3458747" y="2374280"/>
                <a:ext cx="152640" cy="119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295A7EE-CB0E-0663-2B39-2E64E91489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50107" y="2365640"/>
                  <a:ext cx="170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54CC49-20AD-C3E6-5B97-9551C1263DE8}"/>
                    </a:ext>
                  </a:extLst>
                </p14:cNvPr>
                <p14:cNvContentPartPr/>
                <p14:nvPr/>
              </p14:nvContentPartPr>
              <p14:xfrm>
                <a:off x="3562067" y="2417480"/>
                <a:ext cx="1476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54CC49-20AD-C3E6-5B97-9551C1263D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53067" y="2408840"/>
                  <a:ext cx="32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A3500E-DC7A-0F5F-96F1-6E964889F5AA}"/>
                    </a:ext>
                  </a:extLst>
                </p14:cNvPr>
                <p14:cNvContentPartPr/>
                <p14:nvPr/>
              </p14:nvContentPartPr>
              <p14:xfrm>
                <a:off x="735707" y="4065560"/>
                <a:ext cx="38520" cy="39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A3500E-DC7A-0F5F-96F1-6E964889F5A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707" y="4056920"/>
                  <a:ext cx="56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60D3944-9E84-2904-D47D-3B6AB3958B53}"/>
                    </a:ext>
                  </a:extLst>
                </p14:cNvPr>
                <p14:cNvContentPartPr/>
                <p14:nvPr/>
              </p14:nvContentPartPr>
              <p14:xfrm>
                <a:off x="701507" y="3917600"/>
                <a:ext cx="655920" cy="51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60D3944-9E84-2904-D47D-3B6AB3958B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867" y="3908600"/>
                  <a:ext cx="673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F692995-5B49-8F88-CA6B-CA45B80019FA}"/>
                    </a:ext>
                  </a:extLst>
                </p14:cNvPr>
                <p14:cNvContentPartPr/>
                <p14:nvPr/>
              </p14:nvContentPartPr>
              <p14:xfrm>
                <a:off x="689987" y="3580280"/>
                <a:ext cx="26640" cy="228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F692995-5B49-8F88-CA6B-CA45B80019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1347" y="3571280"/>
                  <a:ext cx="44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AD27090-1915-669D-C949-C20053DFBB48}"/>
                    </a:ext>
                  </a:extLst>
                </p14:cNvPr>
                <p14:cNvContentPartPr/>
                <p14:nvPr/>
              </p14:nvContentPartPr>
              <p14:xfrm>
                <a:off x="660107" y="3679640"/>
                <a:ext cx="274320" cy="83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AD27090-1915-669D-C949-C20053DFBB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1107" y="3670640"/>
                  <a:ext cx="291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B586CA8-F220-8686-8284-4B85BEDBBB61}"/>
                    </a:ext>
                  </a:extLst>
                </p14:cNvPr>
                <p14:cNvContentPartPr/>
                <p14:nvPr/>
              </p14:nvContentPartPr>
              <p14:xfrm>
                <a:off x="1061867" y="3645080"/>
                <a:ext cx="16920" cy="226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B586CA8-F220-8686-8284-4B85BEDBBB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3227" y="3636080"/>
                  <a:ext cx="34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CCD3DC5-A6B6-3FFD-EFF4-1500719D40D7}"/>
                    </a:ext>
                  </a:extLst>
                </p14:cNvPr>
                <p14:cNvContentPartPr/>
                <p14:nvPr/>
              </p14:nvContentPartPr>
              <p14:xfrm>
                <a:off x="1066547" y="3559400"/>
                <a:ext cx="104760" cy="10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CCD3DC5-A6B6-3FFD-EFF4-1500719D40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547" y="3550400"/>
                  <a:ext cx="122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C2E4119-9C8A-B102-D30B-24A6433A734B}"/>
                    </a:ext>
                  </a:extLst>
                </p14:cNvPr>
                <p14:cNvContentPartPr/>
                <p14:nvPr/>
              </p14:nvContentPartPr>
              <p14:xfrm>
                <a:off x="934787" y="4164920"/>
                <a:ext cx="132840" cy="43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2E4119-9C8A-B102-D30B-24A6433A73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5787" y="4156280"/>
                  <a:ext cx="150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540AD2D-D087-CBF8-C829-AF89FF9025E4}"/>
                    </a:ext>
                  </a:extLst>
                </p14:cNvPr>
                <p14:cNvContentPartPr/>
                <p14:nvPr/>
              </p14:nvContentPartPr>
              <p14:xfrm>
                <a:off x="1119827" y="4069520"/>
                <a:ext cx="68760" cy="18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540AD2D-D087-CBF8-C829-AF89FF9025E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11187" y="4060520"/>
                  <a:ext cx="86400" cy="20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0495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D575-E4AB-DDF1-3FCB-E55B3870D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FA51-CC7F-3B24-A484-99EF917F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Build a stack using a static array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BAC774A-AE02-4E18-ECEE-B5A1089C33DB}"/>
              </a:ext>
            </a:extLst>
          </p:cNvPr>
          <p:cNvGrpSpPr/>
          <p:nvPr/>
        </p:nvGrpSpPr>
        <p:grpSpPr>
          <a:xfrm>
            <a:off x="660107" y="1751480"/>
            <a:ext cx="2951280" cy="4310840"/>
            <a:chOff x="660107" y="1751480"/>
            <a:chExt cx="2951280" cy="43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CD71DBE-0F27-518C-2585-894147910161}"/>
                    </a:ext>
                  </a:extLst>
                </p14:cNvPr>
                <p14:cNvContentPartPr/>
                <p14:nvPr/>
              </p14:nvContentPartPr>
              <p14:xfrm>
                <a:off x="2295227" y="2700440"/>
                <a:ext cx="23040" cy="10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CD71DBE-0F27-518C-2585-89414791016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6587" y="2691800"/>
                  <a:ext cx="4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02B995-EF88-6A04-F507-CA24BD2E4343}"/>
                    </a:ext>
                  </a:extLst>
                </p14:cNvPr>
                <p14:cNvContentPartPr/>
                <p14:nvPr/>
              </p14:nvContentPartPr>
              <p14:xfrm>
                <a:off x="807214" y="5164307"/>
                <a:ext cx="274320" cy="381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02B995-EF88-6A04-F507-CA24BD2E43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8574" y="5155307"/>
                  <a:ext cx="2919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6E6FB7B-34A4-2F58-0580-499164195822}"/>
                    </a:ext>
                  </a:extLst>
                </p14:cNvPr>
                <p14:cNvContentPartPr/>
                <p14:nvPr/>
              </p14:nvContentPartPr>
              <p14:xfrm>
                <a:off x="1100254" y="5381387"/>
                <a:ext cx="134280" cy="97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6E6FB7B-34A4-2F58-0580-4991641958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254" y="5372387"/>
                  <a:ext cx="151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CDB281-B178-1B16-C16F-0EEFBA325D4E}"/>
                    </a:ext>
                  </a:extLst>
                </p14:cNvPr>
                <p14:cNvContentPartPr/>
                <p14:nvPr/>
              </p14:nvContentPartPr>
              <p14:xfrm>
                <a:off x="1303294" y="5184107"/>
                <a:ext cx="95760" cy="293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CDB281-B178-1B16-C16F-0EEFBA325D4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4654" y="5175467"/>
                  <a:ext cx="113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82810B6-6BD8-53C6-2FC9-9FF1790CEE76}"/>
                    </a:ext>
                  </a:extLst>
                </p14:cNvPr>
                <p14:cNvContentPartPr/>
                <p14:nvPr/>
              </p14:nvContentPartPr>
              <p14:xfrm>
                <a:off x="1325254" y="5331707"/>
                <a:ext cx="297000" cy="14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82810B6-6BD8-53C6-2FC9-9FF1790CEE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6614" y="5322707"/>
                  <a:ext cx="314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8D5CA8-82A8-39C8-EAA9-44C561BE596C}"/>
                    </a:ext>
                  </a:extLst>
                </p14:cNvPr>
                <p14:cNvContentPartPr/>
                <p14:nvPr/>
              </p14:nvContentPartPr>
              <p14:xfrm>
                <a:off x="830974" y="5746960"/>
                <a:ext cx="26640" cy="315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8D5CA8-82A8-39C8-EAA9-44C561BE59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1974" y="5738320"/>
                  <a:ext cx="44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08AD77-CCB9-80ED-9F34-CF31E5FFFDC1}"/>
                    </a:ext>
                  </a:extLst>
                </p14:cNvPr>
                <p14:cNvContentPartPr/>
                <p14:nvPr/>
              </p14:nvContentPartPr>
              <p14:xfrm>
                <a:off x="827374" y="5601160"/>
                <a:ext cx="834120" cy="42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08AD77-CCB9-80ED-9F34-CF31E5FFFD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8374" y="5592160"/>
                  <a:ext cx="851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50614E-BEA4-E559-3FD4-85314960B100}"/>
                    </a:ext>
                  </a:extLst>
                </p14:cNvPr>
                <p14:cNvContentPartPr/>
                <p14:nvPr/>
              </p14:nvContentPartPr>
              <p14:xfrm>
                <a:off x="1947827" y="4965560"/>
                <a:ext cx="23040" cy="1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050614E-BEA4-E559-3FD4-85314960B10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8827" y="4956920"/>
                  <a:ext cx="40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2EE7F2-F790-9235-71B8-390FB4565786}"/>
                    </a:ext>
                  </a:extLst>
                </p14:cNvPr>
                <p14:cNvContentPartPr/>
                <p14:nvPr/>
              </p14:nvContentPartPr>
              <p14:xfrm>
                <a:off x="1360667" y="5073200"/>
                <a:ext cx="1379880" cy="80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2EE7F2-F790-9235-71B8-390FB456578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52027" y="5064560"/>
                  <a:ext cx="139752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678E0A-0A70-908E-9E08-27258938D4FD}"/>
                    </a:ext>
                  </a:extLst>
                </p14:cNvPr>
                <p14:cNvContentPartPr/>
                <p14:nvPr/>
              </p14:nvContentPartPr>
              <p14:xfrm>
                <a:off x="2640107" y="4934960"/>
                <a:ext cx="145440" cy="20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678E0A-0A70-908E-9E08-27258938D4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1107" y="4925960"/>
                  <a:ext cx="163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9F823F-E5EC-4F4D-5EEE-78E73BC5D547}"/>
                    </a:ext>
                  </a:extLst>
                </p14:cNvPr>
                <p14:cNvContentPartPr/>
                <p14:nvPr/>
              </p14:nvContentPartPr>
              <p14:xfrm>
                <a:off x="2402867" y="4870880"/>
                <a:ext cx="63108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9F823F-E5EC-4F4D-5EEE-78E73BC5D5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4227" y="4861880"/>
                  <a:ext cx="648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35A4E4C-7EA8-D648-E7C8-02279DF55A8C}"/>
                    </a:ext>
                  </a:extLst>
                </p14:cNvPr>
                <p14:cNvContentPartPr/>
                <p14:nvPr/>
              </p14:nvContentPartPr>
              <p14:xfrm>
                <a:off x="2243027" y="1751480"/>
                <a:ext cx="1225800" cy="320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35A4E4C-7EA8-D648-E7C8-02279DF55A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4027" y="1742840"/>
                  <a:ext cx="1243440" cy="32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678D6A-F2C2-C704-EB07-78033232ACC7}"/>
                    </a:ext>
                  </a:extLst>
                </p14:cNvPr>
                <p14:cNvContentPartPr/>
                <p14:nvPr/>
              </p14:nvContentPartPr>
              <p14:xfrm>
                <a:off x="2266787" y="4392080"/>
                <a:ext cx="983520" cy="106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678D6A-F2C2-C704-EB07-78033232AC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7787" y="4383440"/>
                  <a:ext cx="100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33A7A3-23E9-E746-EDDA-410FEF8F42DB}"/>
                    </a:ext>
                  </a:extLst>
                </p14:cNvPr>
                <p14:cNvContentPartPr/>
                <p14:nvPr/>
              </p14:nvContentPartPr>
              <p14:xfrm>
                <a:off x="2436707" y="3730760"/>
                <a:ext cx="876960" cy="18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33A7A3-23E9-E746-EDDA-410FEF8F42D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8067" y="3721760"/>
                  <a:ext cx="894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71D6413-8E76-B670-DDD3-9637EE03C49E}"/>
                    </a:ext>
                  </a:extLst>
                </p14:cNvPr>
                <p14:cNvContentPartPr/>
                <p14:nvPr/>
              </p14:nvContentPartPr>
              <p14:xfrm>
                <a:off x="2395307" y="3185000"/>
                <a:ext cx="74088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71D6413-8E76-B670-DDD3-9637EE03C49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86307" y="3176360"/>
                  <a:ext cx="758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9CE9337-1BDC-C256-E6C4-00D0B9FF1643}"/>
                    </a:ext>
                  </a:extLst>
                </p14:cNvPr>
                <p14:cNvContentPartPr/>
                <p14:nvPr/>
              </p14:nvContentPartPr>
              <p14:xfrm>
                <a:off x="2171027" y="2592800"/>
                <a:ext cx="1130760" cy="16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9CE9337-1BDC-C256-E6C4-00D0B9FF16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62387" y="2584160"/>
                  <a:ext cx="11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C4D832-0D48-11DB-04E7-7C7785EC3443}"/>
                    </a:ext>
                  </a:extLst>
                </p14:cNvPr>
                <p14:cNvContentPartPr/>
                <p14:nvPr/>
              </p14:nvContentPartPr>
              <p14:xfrm>
                <a:off x="2275067" y="2164040"/>
                <a:ext cx="1241280" cy="82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C4D832-0D48-11DB-04E7-7C7785EC34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6067" y="2155040"/>
                  <a:ext cx="1258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032725-8E41-2191-6094-4EB2CDF380D5}"/>
                    </a:ext>
                  </a:extLst>
                </p14:cNvPr>
                <p14:cNvContentPartPr/>
                <p14:nvPr/>
              </p14:nvContentPartPr>
              <p14:xfrm>
                <a:off x="3326267" y="4599080"/>
                <a:ext cx="114120" cy="100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032725-8E41-2191-6094-4EB2CDF380D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7627" y="4590440"/>
                  <a:ext cx="131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B2EB3A-A9AF-AEC3-3C72-EEB2FC7F6392}"/>
                    </a:ext>
                  </a:extLst>
                </p14:cNvPr>
                <p14:cNvContentPartPr/>
                <p14:nvPr/>
              </p14:nvContentPartPr>
              <p14:xfrm>
                <a:off x="3360107" y="3942800"/>
                <a:ext cx="29880" cy="8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B2EB3A-A9AF-AEC3-3C72-EEB2FC7F63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1467" y="3934160"/>
                  <a:ext cx="47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E432806-F33B-CA22-DD59-8AB4ACF42375}"/>
                    </a:ext>
                  </a:extLst>
                </p14:cNvPr>
                <p14:cNvContentPartPr/>
                <p14:nvPr/>
              </p14:nvContentPartPr>
              <p14:xfrm>
                <a:off x="3385667" y="3326120"/>
                <a:ext cx="138240" cy="94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432806-F33B-CA22-DD59-8AB4ACF4237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77027" y="3317480"/>
                  <a:ext cx="155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01DE537-C79C-5740-440A-DC0A1D5B93ED}"/>
                    </a:ext>
                  </a:extLst>
                </p14:cNvPr>
                <p14:cNvContentPartPr/>
                <p14:nvPr/>
              </p14:nvContentPartPr>
              <p14:xfrm>
                <a:off x="3398627" y="2886560"/>
                <a:ext cx="99000" cy="12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01DE537-C79C-5740-440A-DC0A1D5B93E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89627" y="2877560"/>
                  <a:ext cx="116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568279-A9E3-6D14-F3F3-8B9FD84DD14D}"/>
                    </a:ext>
                  </a:extLst>
                </p14:cNvPr>
                <p14:cNvContentPartPr/>
                <p14:nvPr/>
              </p14:nvContentPartPr>
              <p14:xfrm>
                <a:off x="3458747" y="2374280"/>
                <a:ext cx="152640" cy="119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568279-A9E3-6D14-F3F3-8B9FD84DD1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50107" y="2365640"/>
                  <a:ext cx="170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DB4DA4-1F7D-EF26-AC00-DBA7FFEF3E1A}"/>
                    </a:ext>
                  </a:extLst>
                </p14:cNvPr>
                <p14:cNvContentPartPr/>
                <p14:nvPr/>
              </p14:nvContentPartPr>
              <p14:xfrm>
                <a:off x="3562067" y="2417480"/>
                <a:ext cx="1476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DB4DA4-1F7D-EF26-AC00-DBA7FFEF3E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53067" y="2408840"/>
                  <a:ext cx="32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4A416C-0D79-6CB6-E037-B77717CFD1A7}"/>
                    </a:ext>
                  </a:extLst>
                </p14:cNvPr>
                <p14:cNvContentPartPr/>
                <p14:nvPr/>
              </p14:nvContentPartPr>
              <p14:xfrm>
                <a:off x="735707" y="4065560"/>
                <a:ext cx="38520" cy="39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4A416C-0D79-6CB6-E037-B77717CFD1A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707" y="4056920"/>
                  <a:ext cx="56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586C90-2BBF-3F6C-E8F1-6EBC8F8C1ABD}"/>
                    </a:ext>
                  </a:extLst>
                </p14:cNvPr>
                <p14:cNvContentPartPr/>
                <p14:nvPr/>
              </p14:nvContentPartPr>
              <p14:xfrm>
                <a:off x="701507" y="3917600"/>
                <a:ext cx="655920" cy="51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586C90-2BBF-3F6C-E8F1-6EBC8F8C1AB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867" y="3908600"/>
                  <a:ext cx="673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297028E-2787-CF44-DFCE-4325A5986C67}"/>
                    </a:ext>
                  </a:extLst>
                </p14:cNvPr>
                <p14:cNvContentPartPr/>
                <p14:nvPr/>
              </p14:nvContentPartPr>
              <p14:xfrm>
                <a:off x="689987" y="3580280"/>
                <a:ext cx="26640" cy="228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297028E-2787-CF44-DFCE-4325A5986C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1347" y="3571280"/>
                  <a:ext cx="44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F92DCB3-389E-7384-CDFC-EAB5297E0294}"/>
                    </a:ext>
                  </a:extLst>
                </p14:cNvPr>
                <p14:cNvContentPartPr/>
                <p14:nvPr/>
              </p14:nvContentPartPr>
              <p14:xfrm>
                <a:off x="660107" y="3679640"/>
                <a:ext cx="274320" cy="83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F92DCB3-389E-7384-CDFC-EAB5297E029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1107" y="3670640"/>
                  <a:ext cx="291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AB21AD8-9DB4-707D-DE95-A4277215FABB}"/>
                    </a:ext>
                  </a:extLst>
                </p14:cNvPr>
                <p14:cNvContentPartPr/>
                <p14:nvPr/>
              </p14:nvContentPartPr>
              <p14:xfrm>
                <a:off x="1061867" y="3645080"/>
                <a:ext cx="16920" cy="226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AB21AD8-9DB4-707D-DE95-A4277215FA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3227" y="3636080"/>
                  <a:ext cx="34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34E10C-614C-89C4-ACB9-B8B7D65C6C92}"/>
                    </a:ext>
                  </a:extLst>
                </p14:cNvPr>
                <p14:cNvContentPartPr/>
                <p14:nvPr/>
              </p14:nvContentPartPr>
              <p14:xfrm>
                <a:off x="1066547" y="3559400"/>
                <a:ext cx="104760" cy="10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34E10C-614C-89C4-ACB9-B8B7D65C6C9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547" y="3550400"/>
                  <a:ext cx="1224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86B8461-D77C-6BDA-C301-0F0F78618E5D}"/>
              </a:ext>
            </a:extLst>
          </p:cNvPr>
          <p:cNvGrpSpPr/>
          <p:nvPr/>
        </p:nvGrpSpPr>
        <p:grpSpPr>
          <a:xfrm>
            <a:off x="5998907" y="1634840"/>
            <a:ext cx="1361520" cy="613800"/>
            <a:chOff x="5998907" y="1634840"/>
            <a:chExt cx="1361520" cy="6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074C87-E84A-A3C1-E79A-1AF63E4B9A46}"/>
                    </a:ext>
                  </a:extLst>
                </p14:cNvPr>
                <p14:cNvContentPartPr/>
                <p14:nvPr/>
              </p14:nvContentPartPr>
              <p14:xfrm>
                <a:off x="5998907" y="1907720"/>
                <a:ext cx="68760" cy="340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074C87-E84A-A3C1-E79A-1AF63E4B9A4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89907" y="1899080"/>
                  <a:ext cx="864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2360C54-8A20-082E-447D-449149DBCDF9}"/>
                    </a:ext>
                  </a:extLst>
                </p14:cNvPr>
                <p14:cNvContentPartPr/>
                <p14:nvPr/>
              </p14:nvContentPartPr>
              <p14:xfrm>
                <a:off x="6086747" y="1835000"/>
                <a:ext cx="157680" cy="83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2360C54-8A20-082E-447D-449149DBCD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77747" y="1826360"/>
                  <a:ext cx="1753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283A9D9-B23A-9A52-4A55-70895E8EF160}"/>
                    </a:ext>
                  </a:extLst>
                </p14:cNvPr>
                <p14:cNvContentPartPr/>
                <p14:nvPr/>
              </p14:nvContentPartPr>
              <p14:xfrm>
                <a:off x="6307787" y="1847240"/>
                <a:ext cx="117360" cy="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283A9D9-B23A-9A52-4A55-70895E8EF1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98787" y="1838240"/>
                  <a:ext cx="135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36DAF1-0A0F-CE4F-01F0-1E74ACC78BEC}"/>
                    </a:ext>
                  </a:extLst>
                </p14:cNvPr>
                <p14:cNvContentPartPr/>
                <p14:nvPr/>
              </p14:nvContentPartPr>
              <p14:xfrm>
                <a:off x="6440627" y="1634840"/>
                <a:ext cx="302760" cy="29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36DAF1-0A0F-CE4F-01F0-1E74ACC78BE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31987" y="1625840"/>
                  <a:ext cx="3204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7F2019-74A2-489C-DD23-50C26BE964A1}"/>
                    </a:ext>
                  </a:extLst>
                </p14:cNvPr>
                <p14:cNvContentPartPr/>
                <p14:nvPr/>
              </p14:nvContentPartPr>
              <p14:xfrm>
                <a:off x="6821507" y="1675520"/>
                <a:ext cx="198720" cy="295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7F2019-74A2-489C-DD23-50C26BE964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12867" y="1666880"/>
                  <a:ext cx="2163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09E2AFA-82FF-34D1-99DA-D9111BBFD5B4}"/>
                    </a:ext>
                  </a:extLst>
                </p14:cNvPr>
                <p14:cNvContentPartPr/>
                <p14:nvPr/>
              </p14:nvContentPartPr>
              <p14:xfrm>
                <a:off x="7029587" y="1754000"/>
                <a:ext cx="123840" cy="20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09E2AFA-82FF-34D1-99DA-D9111BBFD5B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20947" y="1745000"/>
                  <a:ext cx="141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6606A5-8599-13B2-2E22-BB00B07423C5}"/>
                    </a:ext>
                  </a:extLst>
                </p14:cNvPr>
                <p14:cNvContentPartPr/>
                <p14:nvPr/>
              </p14:nvContentPartPr>
              <p14:xfrm>
                <a:off x="7126067" y="1712600"/>
                <a:ext cx="167400" cy="1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6606A5-8599-13B2-2E22-BB00B07423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17067" y="1703600"/>
                  <a:ext cx="185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62A49B-2BD3-714D-EC98-54E9C51EABF6}"/>
                    </a:ext>
                  </a:extLst>
                </p14:cNvPr>
                <p14:cNvContentPartPr/>
                <p14:nvPr/>
              </p14:nvContentPartPr>
              <p14:xfrm>
                <a:off x="7240547" y="1638800"/>
                <a:ext cx="119880" cy="447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62A49B-2BD3-714D-EC98-54E9C51EAB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31907" y="1629800"/>
                  <a:ext cx="137520" cy="46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666ED4-A593-663D-FF94-C1ADC7EFECD8}"/>
                  </a:ext>
                </a:extLst>
              </p14:cNvPr>
              <p14:cNvContentPartPr/>
              <p14:nvPr/>
            </p14:nvContentPartPr>
            <p14:xfrm>
              <a:off x="977987" y="4115240"/>
              <a:ext cx="127800" cy="164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666ED4-A593-663D-FF94-C1ADC7EFECD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69347" y="4106240"/>
                <a:ext cx="145440" cy="18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48C281BF-7B1C-5408-A2B9-3FD78607EE8F}"/>
              </a:ext>
            </a:extLst>
          </p:cNvPr>
          <p:cNvGrpSpPr/>
          <p:nvPr/>
        </p:nvGrpSpPr>
        <p:grpSpPr>
          <a:xfrm>
            <a:off x="2663147" y="4541120"/>
            <a:ext cx="186840" cy="205920"/>
            <a:chOff x="2663147" y="4541120"/>
            <a:chExt cx="18684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D1A844-6F3A-FBBF-E946-E6361915BEA2}"/>
                    </a:ext>
                  </a:extLst>
                </p14:cNvPr>
                <p14:cNvContentPartPr/>
                <p14:nvPr/>
              </p14:nvContentPartPr>
              <p14:xfrm>
                <a:off x="2663147" y="4571360"/>
                <a:ext cx="118080" cy="175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D1A844-6F3A-FBBF-E946-E6361915BEA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54147" y="4562720"/>
                  <a:ext cx="135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BC54739-EDAC-33FC-7DE3-783CF0677BE4}"/>
                    </a:ext>
                  </a:extLst>
                </p14:cNvPr>
                <p14:cNvContentPartPr/>
                <p14:nvPr/>
              </p14:nvContentPartPr>
              <p14:xfrm>
                <a:off x="2707787" y="4541120"/>
                <a:ext cx="142200" cy="1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BC54739-EDAC-33FC-7DE3-783CF0677B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98787" y="4532120"/>
                  <a:ext cx="159840" cy="3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1051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FE90-A04E-9AE1-FF60-4FB73D84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DD9B-8969-0502-B6EF-5D84B3D5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Build a stack using an array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AAC5389-654F-7CB0-6FD6-BD01C9853766}"/>
              </a:ext>
            </a:extLst>
          </p:cNvPr>
          <p:cNvGrpSpPr/>
          <p:nvPr/>
        </p:nvGrpSpPr>
        <p:grpSpPr>
          <a:xfrm>
            <a:off x="660107" y="1751480"/>
            <a:ext cx="2951280" cy="4310840"/>
            <a:chOff x="660107" y="1751480"/>
            <a:chExt cx="2951280" cy="43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C42D656-DFE9-A5B9-3627-1EAFD99E41BC}"/>
                    </a:ext>
                  </a:extLst>
                </p14:cNvPr>
                <p14:cNvContentPartPr/>
                <p14:nvPr/>
              </p14:nvContentPartPr>
              <p14:xfrm>
                <a:off x="2295227" y="2700440"/>
                <a:ext cx="23040" cy="10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C42D656-DFE9-A5B9-3627-1EAFD99E41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6587" y="2691800"/>
                  <a:ext cx="4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46CD72-43AC-63A1-BAE4-2E0F2CF52F26}"/>
                    </a:ext>
                  </a:extLst>
                </p14:cNvPr>
                <p14:cNvContentPartPr/>
                <p14:nvPr/>
              </p14:nvContentPartPr>
              <p14:xfrm>
                <a:off x="807214" y="5164307"/>
                <a:ext cx="274320" cy="381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46CD72-43AC-63A1-BAE4-2E0F2CF52F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8574" y="5155307"/>
                  <a:ext cx="2919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55D379C-1308-A0FB-085E-400AEDC42D98}"/>
                    </a:ext>
                  </a:extLst>
                </p14:cNvPr>
                <p14:cNvContentPartPr/>
                <p14:nvPr/>
              </p14:nvContentPartPr>
              <p14:xfrm>
                <a:off x="1100254" y="5381387"/>
                <a:ext cx="134280" cy="97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55D379C-1308-A0FB-085E-400AEDC42D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254" y="5372387"/>
                  <a:ext cx="151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6C24833-6AD0-BC80-0B86-4E281DCCB1B1}"/>
                    </a:ext>
                  </a:extLst>
                </p14:cNvPr>
                <p14:cNvContentPartPr/>
                <p14:nvPr/>
              </p14:nvContentPartPr>
              <p14:xfrm>
                <a:off x="1303294" y="5184107"/>
                <a:ext cx="95760" cy="293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6C24833-6AD0-BC80-0B86-4E281DCCB1B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4654" y="5175467"/>
                  <a:ext cx="113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150244-C616-D4C5-E6BE-8E1EBE82281A}"/>
                    </a:ext>
                  </a:extLst>
                </p14:cNvPr>
                <p14:cNvContentPartPr/>
                <p14:nvPr/>
              </p14:nvContentPartPr>
              <p14:xfrm>
                <a:off x="1325254" y="5331707"/>
                <a:ext cx="297000" cy="14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150244-C616-D4C5-E6BE-8E1EBE82281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6614" y="5322707"/>
                  <a:ext cx="314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753302-BA45-8BDE-EA07-C16D0F3B58F3}"/>
                    </a:ext>
                  </a:extLst>
                </p14:cNvPr>
                <p14:cNvContentPartPr/>
                <p14:nvPr/>
              </p14:nvContentPartPr>
              <p14:xfrm>
                <a:off x="830974" y="5746960"/>
                <a:ext cx="26640" cy="315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753302-BA45-8BDE-EA07-C16D0F3B58F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1974" y="5738320"/>
                  <a:ext cx="44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9D7571F-B2A3-D9C2-9689-974A330C52CE}"/>
                    </a:ext>
                  </a:extLst>
                </p14:cNvPr>
                <p14:cNvContentPartPr/>
                <p14:nvPr/>
              </p14:nvContentPartPr>
              <p14:xfrm>
                <a:off x="827374" y="5601160"/>
                <a:ext cx="834120" cy="42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9D7571F-B2A3-D9C2-9689-974A330C52C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8374" y="5592160"/>
                  <a:ext cx="851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6F4EF23-E8EE-7240-86CC-5938F62290E6}"/>
                    </a:ext>
                  </a:extLst>
                </p14:cNvPr>
                <p14:cNvContentPartPr/>
                <p14:nvPr/>
              </p14:nvContentPartPr>
              <p14:xfrm>
                <a:off x="1947827" y="4965560"/>
                <a:ext cx="23040" cy="1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6F4EF23-E8EE-7240-86CC-5938F62290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8827" y="4956920"/>
                  <a:ext cx="40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92B33CA-D00C-87E6-76D3-7624C37F06FB}"/>
                    </a:ext>
                  </a:extLst>
                </p14:cNvPr>
                <p14:cNvContentPartPr/>
                <p14:nvPr/>
              </p14:nvContentPartPr>
              <p14:xfrm>
                <a:off x="1360667" y="5073200"/>
                <a:ext cx="1379880" cy="80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92B33CA-D00C-87E6-76D3-7624C37F06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52027" y="5064560"/>
                  <a:ext cx="139752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A6B93CC-FD2A-5C1A-7EBF-BDC59856E390}"/>
                    </a:ext>
                  </a:extLst>
                </p14:cNvPr>
                <p14:cNvContentPartPr/>
                <p14:nvPr/>
              </p14:nvContentPartPr>
              <p14:xfrm>
                <a:off x="2640107" y="4934960"/>
                <a:ext cx="145440" cy="20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6B93CC-FD2A-5C1A-7EBF-BDC59856E39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1107" y="4925960"/>
                  <a:ext cx="163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010D5AA-FEB5-5A38-2B5E-58700673B927}"/>
                    </a:ext>
                  </a:extLst>
                </p14:cNvPr>
                <p14:cNvContentPartPr/>
                <p14:nvPr/>
              </p14:nvContentPartPr>
              <p14:xfrm>
                <a:off x="2402867" y="4870880"/>
                <a:ext cx="63108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010D5AA-FEB5-5A38-2B5E-58700673B92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4227" y="4861880"/>
                  <a:ext cx="648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07318D-557D-9EB5-D84F-67380EEF6E99}"/>
                    </a:ext>
                  </a:extLst>
                </p14:cNvPr>
                <p14:cNvContentPartPr/>
                <p14:nvPr/>
              </p14:nvContentPartPr>
              <p14:xfrm>
                <a:off x="2243027" y="1751480"/>
                <a:ext cx="1225800" cy="320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07318D-557D-9EB5-D84F-67380EEF6E9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4027" y="1742840"/>
                  <a:ext cx="1243440" cy="32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43AF47-2E0F-4380-1B6C-AC5E65A839F7}"/>
                    </a:ext>
                  </a:extLst>
                </p14:cNvPr>
                <p14:cNvContentPartPr/>
                <p14:nvPr/>
              </p14:nvContentPartPr>
              <p14:xfrm>
                <a:off x="2266787" y="4392080"/>
                <a:ext cx="983520" cy="106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43AF47-2E0F-4380-1B6C-AC5E65A839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7787" y="4383440"/>
                  <a:ext cx="100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5B97D3-F419-0315-ADAF-6A9F07AA7D0A}"/>
                    </a:ext>
                  </a:extLst>
                </p14:cNvPr>
                <p14:cNvContentPartPr/>
                <p14:nvPr/>
              </p14:nvContentPartPr>
              <p14:xfrm>
                <a:off x="2436707" y="3730760"/>
                <a:ext cx="876960" cy="18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5B97D3-F419-0315-ADAF-6A9F07AA7D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8067" y="3721760"/>
                  <a:ext cx="894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994749-27C0-2FC7-596F-B3E7D014252C}"/>
                    </a:ext>
                  </a:extLst>
                </p14:cNvPr>
                <p14:cNvContentPartPr/>
                <p14:nvPr/>
              </p14:nvContentPartPr>
              <p14:xfrm>
                <a:off x="2395307" y="3185000"/>
                <a:ext cx="74088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994749-27C0-2FC7-596F-B3E7D01425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86307" y="3176360"/>
                  <a:ext cx="758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D3CB93-4F53-CE2A-D52E-81BA0F1E322A}"/>
                    </a:ext>
                  </a:extLst>
                </p14:cNvPr>
                <p14:cNvContentPartPr/>
                <p14:nvPr/>
              </p14:nvContentPartPr>
              <p14:xfrm>
                <a:off x="2171027" y="2592800"/>
                <a:ext cx="1130760" cy="16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D3CB93-4F53-CE2A-D52E-81BA0F1E32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62387" y="2584160"/>
                  <a:ext cx="11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A370BDB-02F8-D50E-0F51-C0F777EF6781}"/>
                    </a:ext>
                  </a:extLst>
                </p14:cNvPr>
                <p14:cNvContentPartPr/>
                <p14:nvPr/>
              </p14:nvContentPartPr>
              <p14:xfrm>
                <a:off x="2275067" y="2164040"/>
                <a:ext cx="1241280" cy="82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A370BDB-02F8-D50E-0F51-C0F777EF67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6067" y="2155040"/>
                  <a:ext cx="1258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953CB3-D794-2358-F476-7AC6495AAA9D}"/>
                    </a:ext>
                  </a:extLst>
                </p14:cNvPr>
                <p14:cNvContentPartPr/>
                <p14:nvPr/>
              </p14:nvContentPartPr>
              <p14:xfrm>
                <a:off x="3326267" y="4599080"/>
                <a:ext cx="114120" cy="100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953CB3-D794-2358-F476-7AC6495AAA9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7627" y="4590440"/>
                  <a:ext cx="131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3FDBF4B-D494-D265-BB3C-B93FCD267F11}"/>
                    </a:ext>
                  </a:extLst>
                </p14:cNvPr>
                <p14:cNvContentPartPr/>
                <p14:nvPr/>
              </p14:nvContentPartPr>
              <p14:xfrm>
                <a:off x="3360107" y="3942800"/>
                <a:ext cx="29880" cy="8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3FDBF4B-D494-D265-BB3C-B93FCD267F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1467" y="3934160"/>
                  <a:ext cx="47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874EDE-8F60-54EA-741F-6350E5D2FEBC}"/>
                    </a:ext>
                  </a:extLst>
                </p14:cNvPr>
                <p14:cNvContentPartPr/>
                <p14:nvPr/>
              </p14:nvContentPartPr>
              <p14:xfrm>
                <a:off x="3385667" y="3326120"/>
                <a:ext cx="138240" cy="94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874EDE-8F60-54EA-741F-6350E5D2FE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77027" y="3317480"/>
                  <a:ext cx="155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97C14A7-6B04-4D4D-B74B-F26B22DB896B}"/>
                    </a:ext>
                  </a:extLst>
                </p14:cNvPr>
                <p14:cNvContentPartPr/>
                <p14:nvPr/>
              </p14:nvContentPartPr>
              <p14:xfrm>
                <a:off x="3398627" y="2886560"/>
                <a:ext cx="99000" cy="12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97C14A7-6B04-4D4D-B74B-F26B22DB896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89627" y="2877560"/>
                  <a:ext cx="116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C18E39D-BD9D-5D78-2820-0AD896B0BF44}"/>
                    </a:ext>
                  </a:extLst>
                </p14:cNvPr>
                <p14:cNvContentPartPr/>
                <p14:nvPr/>
              </p14:nvContentPartPr>
              <p14:xfrm>
                <a:off x="3458747" y="2374280"/>
                <a:ext cx="152640" cy="119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18E39D-BD9D-5D78-2820-0AD896B0BF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50107" y="2365640"/>
                  <a:ext cx="170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C723AF9-34EB-15DA-CD55-E68B1F72352A}"/>
                    </a:ext>
                  </a:extLst>
                </p14:cNvPr>
                <p14:cNvContentPartPr/>
                <p14:nvPr/>
              </p14:nvContentPartPr>
              <p14:xfrm>
                <a:off x="3562067" y="2417480"/>
                <a:ext cx="1476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C723AF9-34EB-15DA-CD55-E68B1F72352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53067" y="2408840"/>
                  <a:ext cx="32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28A81EA-A6C4-A574-36C9-1D717EE5981A}"/>
                    </a:ext>
                  </a:extLst>
                </p14:cNvPr>
                <p14:cNvContentPartPr/>
                <p14:nvPr/>
              </p14:nvContentPartPr>
              <p14:xfrm>
                <a:off x="735707" y="4065560"/>
                <a:ext cx="38520" cy="39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28A81EA-A6C4-A574-36C9-1D717EE5981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707" y="4056920"/>
                  <a:ext cx="56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A25939-2F64-DCEE-4E3A-28132622672E}"/>
                    </a:ext>
                  </a:extLst>
                </p14:cNvPr>
                <p14:cNvContentPartPr/>
                <p14:nvPr/>
              </p14:nvContentPartPr>
              <p14:xfrm>
                <a:off x="701507" y="3917600"/>
                <a:ext cx="655920" cy="51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A25939-2F64-DCEE-4E3A-2813262267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867" y="3908600"/>
                  <a:ext cx="673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756718-D927-E6E8-5D69-A10F718FB38B}"/>
                    </a:ext>
                  </a:extLst>
                </p14:cNvPr>
                <p14:cNvContentPartPr/>
                <p14:nvPr/>
              </p14:nvContentPartPr>
              <p14:xfrm>
                <a:off x="689987" y="3580280"/>
                <a:ext cx="26640" cy="228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756718-D927-E6E8-5D69-A10F718FB38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1347" y="3571280"/>
                  <a:ext cx="44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787C6E3-F133-85D3-93C2-78A42CA9F20B}"/>
                    </a:ext>
                  </a:extLst>
                </p14:cNvPr>
                <p14:cNvContentPartPr/>
                <p14:nvPr/>
              </p14:nvContentPartPr>
              <p14:xfrm>
                <a:off x="660107" y="3679640"/>
                <a:ext cx="274320" cy="83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787C6E3-F133-85D3-93C2-78A42CA9F20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1107" y="3670640"/>
                  <a:ext cx="291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A44D266-7F19-478B-C92F-147CCD1D3925}"/>
                    </a:ext>
                  </a:extLst>
                </p14:cNvPr>
                <p14:cNvContentPartPr/>
                <p14:nvPr/>
              </p14:nvContentPartPr>
              <p14:xfrm>
                <a:off x="1061867" y="3645080"/>
                <a:ext cx="16920" cy="226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A44D266-7F19-478B-C92F-147CCD1D392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3227" y="3636080"/>
                  <a:ext cx="34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A3E87B-6B5F-EEE5-6D85-805B082467B0}"/>
                    </a:ext>
                  </a:extLst>
                </p14:cNvPr>
                <p14:cNvContentPartPr/>
                <p14:nvPr/>
              </p14:nvContentPartPr>
              <p14:xfrm>
                <a:off x="1066547" y="3559400"/>
                <a:ext cx="104760" cy="10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A3E87B-6B5F-EEE5-6D85-805B082467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547" y="3550400"/>
                  <a:ext cx="1224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368F574-D593-0326-FF36-F2C9AEDDBD40}"/>
              </a:ext>
            </a:extLst>
          </p:cNvPr>
          <p:cNvGrpSpPr/>
          <p:nvPr/>
        </p:nvGrpSpPr>
        <p:grpSpPr>
          <a:xfrm>
            <a:off x="5998907" y="1634840"/>
            <a:ext cx="1361520" cy="613800"/>
            <a:chOff x="5998907" y="1634840"/>
            <a:chExt cx="1361520" cy="6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CD9041-C48F-B296-D027-8EB26CFEFC42}"/>
                    </a:ext>
                  </a:extLst>
                </p14:cNvPr>
                <p14:cNvContentPartPr/>
                <p14:nvPr/>
              </p14:nvContentPartPr>
              <p14:xfrm>
                <a:off x="5998907" y="1907720"/>
                <a:ext cx="68760" cy="340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CD9041-C48F-B296-D027-8EB26CFEFC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89907" y="1899080"/>
                  <a:ext cx="864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55F0CB0-5A2B-FF83-7EBA-285D391F5CDF}"/>
                    </a:ext>
                  </a:extLst>
                </p14:cNvPr>
                <p14:cNvContentPartPr/>
                <p14:nvPr/>
              </p14:nvContentPartPr>
              <p14:xfrm>
                <a:off x="6086747" y="1835000"/>
                <a:ext cx="157680" cy="83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55F0CB0-5A2B-FF83-7EBA-285D391F5C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77747" y="1826360"/>
                  <a:ext cx="1753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342429-AD5B-3CE8-69DD-3E1880209CDE}"/>
                    </a:ext>
                  </a:extLst>
                </p14:cNvPr>
                <p14:cNvContentPartPr/>
                <p14:nvPr/>
              </p14:nvContentPartPr>
              <p14:xfrm>
                <a:off x="6307787" y="1847240"/>
                <a:ext cx="117360" cy="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342429-AD5B-3CE8-69DD-3E1880209C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98787" y="1838240"/>
                  <a:ext cx="135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9DB753-F16D-659F-FD25-00263D872E9B}"/>
                    </a:ext>
                  </a:extLst>
                </p14:cNvPr>
                <p14:cNvContentPartPr/>
                <p14:nvPr/>
              </p14:nvContentPartPr>
              <p14:xfrm>
                <a:off x="6440627" y="1634840"/>
                <a:ext cx="302760" cy="29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9DB753-F16D-659F-FD25-00263D872E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31987" y="1625840"/>
                  <a:ext cx="3204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1481DA-9DFE-7CCA-6AF8-A9F2FE2B22D3}"/>
                    </a:ext>
                  </a:extLst>
                </p14:cNvPr>
                <p14:cNvContentPartPr/>
                <p14:nvPr/>
              </p14:nvContentPartPr>
              <p14:xfrm>
                <a:off x="6821507" y="1675520"/>
                <a:ext cx="198720" cy="295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1481DA-9DFE-7CCA-6AF8-A9F2FE2B22D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12867" y="1666880"/>
                  <a:ext cx="2163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811C13-608C-B41C-7C6C-7BBD2018761B}"/>
                    </a:ext>
                  </a:extLst>
                </p14:cNvPr>
                <p14:cNvContentPartPr/>
                <p14:nvPr/>
              </p14:nvContentPartPr>
              <p14:xfrm>
                <a:off x="7029587" y="1754000"/>
                <a:ext cx="123840" cy="20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811C13-608C-B41C-7C6C-7BBD201876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20947" y="1745000"/>
                  <a:ext cx="141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B7B97E5-68FB-338E-CA1A-B9FA4E879078}"/>
                    </a:ext>
                  </a:extLst>
                </p14:cNvPr>
                <p14:cNvContentPartPr/>
                <p14:nvPr/>
              </p14:nvContentPartPr>
              <p14:xfrm>
                <a:off x="7126067" y="1712600"/>
                <a:ext cx="167400" cy="1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B7B97E5-68FB-338E-CA1A-B9FA4E87907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17067" y="1703600"/>
                  <a:ext cx="185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083DA2F-F363-0ACC-DE21-5DDA0EDE06B7}"/>
                    </a:ext>
                  </a:extLst>
                </p14:cNvPr>
                <p14:cNvContentPartPr/>
                <p14:nvPr/>
              </p14:nvContentPartPr>
              <p14:xfrm>
                <a:off x="7240547" y="1638800"/>
                <a:ext cx="119880" cy="447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083DA2F-F363-0ACC-DE21-5DDA0EDE06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31907" y="1629800"/>
                  <a:ext cx="13752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6BB7E34-B9C6-2806-00E2-7B8A87B56988}"/>
              </a:ext>
            </a:extLst>
          </p:cNvPr>
          <p:cNvGrpSpPr/>
          <p:nvPr/>
        </p:nvGrpSpPr>
        <p:grpSpPr>
          <a:xfrm>
            <a:off x="2663147" y="4541120"/>
            <a:ext cx="186840" cy="205920"/>
            <a:chOff x="2663147" y="4541120"/>
            <a:chExt cx="18684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5B7595A-B685-9C4D-A2FE-9B71AF986B95}"/>
                    </a:ext>
                  </a:extLst>
                </p14:cNvPr>
                <p14:cNvContentPartPr/>
                <p14:nvPr/>
              </p14:nvContentPartPr>
              <p14:xfrm>
                <a:off x="2663147" y="4571360"/>
                <a:ext cx="118080" cy="175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5B7595A-B685-9C4D-A2FE-9B71AF986B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54147" y="4562720"/>
                  <a:ext cx="135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B9DD9C-B116-F3F0-B70F-7688DA642717}"/>
                    </a:ext>
                  </a:extLst>
                </p14:cNvPr>
                <p14:cNvContentPartPr/>
                <p14:nvPr/>
              </p14:nvContentPartPr>
              <p14:xfrm>
                <a:off x="2707787" y="4541120"/>
                <a:ext cx="142200" cy="1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B9DD9C-B116-F3F0-B70F-7688DA6427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98787" y="4532120"/>
                  <a:ext cx="1598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C7CAE6D-7DFF-4112-5C5D-1C22B9BE7B53}"/>
              </a:ext>
            </a:extLst>
          </p:cNvPr>
          <p:cNvGrpSpPr/>
          <p:nvPr/>
        </p:nvGrpSpPr>
        <p:grpSpPr>
          <a:xfrm>
            <a:off x="5943107" y="2162600"/>
            <a:ext cx="1445400" cy="559440"/>
            <a:chOff x="5943107" y="2162600"/>
            <a:chExt cx="144540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28E44D8-ADB3-2577-6DA6-DF0E2BE6C1CF}"/>
                    </a:ext>
                  </a:extLst>
                </p14:cNvPr>
                <p14:cNvContentPartPr/>
                <p14:nvPr/>
              </p14:nvContentPartPr>
              <p14:xfrm>
                <a:off x="5943107" y="2422160"/>
                <a:ext cx="86040" cy="29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28E44D8-ADB3-2577-6DA6-DF0E2BE6C1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34107" y="2413160"/>
                  <a:ext cx="1036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574BA8F-711B-9C3A-EF29-271BF6CD141B}"/>
                    </a:ext>
                  </a:extLst>
                </p14:cNvPr>
                <p14:cNvContentPartPr/>
                <p14:nvPr/>
              </p14:nvContentPartPr>
              <p14:xfrm>
                <a:off x="6048947" y="2392280"/>
                <a:ext cx="92160" cy="99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574BA8F-711B-9C3A-EF29-271BF6CD141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40307" y="2383640"/>
                  <a:ext cx="109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F0BB67-E391-3BF1-EDB4-C70B01B3665F}"/>
                    </a:ext>
                  </a:extLst>
                </p14:cNvPr>
                <p14:cNvContentPartPr/>
                <p14:nvPr/>
              </p14:nvContentPartPr>
              <p14:xfrm>
                <a:off x="6235067" y="2409920"/>
                <a:ext cx="145440" cy="7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F0BB67-E391-3BF1-EDB4-C70B01B366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26067" y="2401280"/>
                  <a:ext cx="163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E3BE42-4C61-938D-B03F-169208BDC3B9}"/>
                    </a:ext>
                  </a:extLst>
                </p14:cNvPr>
                <p14:cNvContentPartPr/>
                <p14:nvPr/>
              </p14:nvContentPartPr>
              <p14:xfrm>
                <a:off x="6407507" y="2379320"/>
                <a:ext cx="139320" cy="113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E3BE42-4C61-938D-B03F-169208BDC3B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98867" y="2370320"/>
                  <a:ext cx="156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E96F3F-34CF-8949-B3DD-44B321EEF6C2}"/>
                    </a:ext>
                  </a:extLst>
                </p14:cNvPr>
                <p14:cNvContentPartPr/>
                <p14:nvPr/>
              </p14:nvContentPartPr>
              <p14:xfrm>
                <a:off x="6589307" y="2162600"/>
                <a:ext cx="163080" cy="257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E96F3F-34CF-8949-B3DD-44B321EEF6C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80667" y="2153960"/>
                  <a:ext cx="180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3FF167-903A-B0DE-3F15-B816E9952D9E}"/>
                    </a:ext>
                  </a:extLst>
                </p14:cNvPr>
                <p14:cNvContentPartPr/>
                <p14:nvPr/>
              </p14:nvContentPartPr>
              <p14:xfrm>
                <a:off x="6831587" y="2198600"/>
                <a:ext cx="146520" cy="262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3FF167-903A-B0DE-3F15-B816E9952D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22947" y="2189600"/>
                  <a:ext cx="1641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5CC657-EAC2-34C7-71F7-E838607AE21A}"/>
                    </a:ext>
                  </a:extLst>
                </p14:cNvPr>
                <p14:cNvContentPartPr/>
                <p14:nvPr/>
              </p14:nvContentPartPr>
              <p14:xfrm>
                <a:off x="7016987" y="2256560"/>
                <a:ext cx="182880" cy="127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5CC657-EAC2-34C7-71F7-E838607AE21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07987" y="2247560"/>
                  <a:ext cx="200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ECA124-5132-9DE5-74BB-CB629264A99C}"/>
                    </a:ext>
                  </a:extLst>
                </p14:cNvPr>
                <p14:cNvContentPartPr/>
                <p14:nvPr/>
              </p14:nvContentPartPr>
              <p14:xfrm>
                <a:off x="7116347" y="2314520"/>
                <a:ext cx="49320" cy="168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ECA124-5132-9DE5-74BB-CB629264A9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07347" y="2305520"/>
                  <a:ext cx="66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400DE71-5279-E70A-31DA-5C6D47FBF178}"/>
                    </a:ext>
                  </a:extLst>
                </p14:cNvPr>
                <p14:cNvContentPartPr/>
                <p14:nvPr/>
              </p14:nvContentPartPr>
              <p14:xfrm>
                <a:off x="7236587" y="2256560"/>
                <a:ext cx="151920" cy="338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400DE71-5279-E70A-31DA-5C6D47FBF17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27947" y="2247560"/>
                  <a:ext cx="169560" cy="35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C392943-7BDD-2D3D-63AE-6D7033DC8144}"/>
                  </a:ext>
                </a:extLst>
              </p14:cNvPr>
              <p14:cNvContentPartPr/>
              <p14:nvPr/>
            </p14:nvContentPartPr>
            <p14:xfrm>
              <a:off x="1046387" y="4088960"/>
              <a:ext cx="13680" cy="186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C392943-7BDD-2D3D-63AE-6D7033DC814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37387" y="4079960"/>
                <a:ext cx="31320" cy="20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4A2D4833-1872-1A39-5966-947E24E56400}"/>
              </a:ext>
            </a:extLst>
          </p:cNvPr>
          <p:cNvGrpSpPr/>
          <p:nvPr/>
        </p:nvGrpSpPr>
        <p:grpSpPr>
          <a:xfrm>
            <a:off x="2721467" y="4064480"/>
            <a:ext cx="207000" cy="293040"/>
            <a:chOff x="2721467" y="4064480"/>
            <a:chExt cx="20700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B492E61-D41A-B5DF-FDBB-7EAAAFB9D2C2}"/>
                    </a:ext>
                  </a:extLst>
                </p14:cNvPr>
                <p14:cNvContentPartPr/>
                <p14:nvPr/>
              </p14:nvContentPartPr>
              <p14:xfrm>
                <a:off x="2721467" y="4064480"/>
                <a:ext cx="207000" cy="137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B492E61-D41A-B5DF-FDBB-7EAAAFB9D2C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12467" y="4055840"/>
                  <a:ext cx="224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8C9373-FDBC-7AA5-C2C0-4891F272CCAE}"/>
                    </a:ext>
                  </a:extLst>
                </p14:cNvPr>
                <p14:cNvContentPartPr/>
                <p14:nvPr/>
              </p14:nvContentPartPr>
              <p14:xfrm>
                <a:off x="2811467" y="4110200"/>
                <a:ext cx="64440" cy="24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8C9373-FDBC-7AA5-C2C0-4891F272CC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02827" y="4101200"/>
                  <a:ext cx="82080" cy="26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63824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07689-8818-46AC-BAFF-1EB7347B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C506-5669-27FC-E26F-174C2E62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Build a stack using an array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0C27CA6-0855-FB80-B742-94C4D39E2B42}"/>
              </a:ext>
            </a:extLst>
          </p:cNvPr>
          <p:cNvGrpSpPr/>
          <p:nvPr/>
        </p:nvGrpSpPr>
        <p:grpSpPr>
          <a:xfrm>
            <a:off x="660107" y="1751480"/>
            <a:ext cx="2951280" cy="4310840"/>
            <a:chOff x="660107" y="1751480"/>
            <a:chExt cx="2951280" cy="43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7CF7DF-E419-4D64-396E-F44B235B928B}"/>
                    </a:ext>
                  </a:extLst>
                </p14:cNvPr>
                <p14:cNvContentPartPr/>
                <p14:nvPr/>
              </p14:nvContentPartPr>
              <p14:xfrm>
                <a:off x="2295227" y="2700440"/>
                <a:ext cx="23040" cy="10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7CF7DF-E419-4D64-396E-F44B235B928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6587" y="2691800"/>
                  <a:ext cx="4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D2472B3-72CF-FB3F-9D17-C8A2135FDAB8}"/>
                    </a:ext>
                  </a:extLst>
                </p14:cNvPr>
                <p14:cNvContentPartPr/>
                <p14:nvPr/>
              </p14:nvContentPartPr>
              <p14:xfrm>
                <a:off x="807214" y="5164307"/>
                <a:ext cx="274320" cy="381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D2472B3-72CF-FB3F-9D17-C8A2135FDA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8574" y="5155307"/>
                  <a:ext cx="2919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6C1C5F-99BD-2D2F-0376-DD1045C8B9B7}"/>
                    </a:ext>
                  </a:extLst>
                </p14:cNvPr>
                <p14:cNvContentPartPr/>
                <p14:nvPr/>
              </p14:nvContentPartPr>
              <p14:xfrm>
                <a:off x="1100254" y="5381387"/>
                <a:ext cx="134280" cy="97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6C1C5F-99BD-2D2F-0376-DD1045C8B9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254" y="5372387"/>
                  <a:ext cx="151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50E9E4E-50CB-3C0C-D779-D05D6EBA5F8D}"/>
                    </a:ext>
                  </a:extLst>
                </p14:cNvPr>
                <p14:cNvContentPartPr/>
                <p14:nvPr/>
              </p14:nvContentPartPr>
              <p14:xfrm>
                <a:off x="1303294" y="5184107"/>
                <a:ext cx="95760" cy="293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50E9E4E-50CB-3C0C-D779-D05D6EBA5F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4654" y="5175467"/>
                  <a:ext cx="113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4AE2005-9279-445E-DF32-B97BB57C4EF0}"/>
                    </a:ext>
                  </a:extLst>
                </p14:cNvPr>
                <p14:cNvContentPartPr/>
                <p14:nvPr/>
              </p14:nvContentPartPr>
              <p14:xfrm>
                <a:off x="1325254" y="5331707"/>
                <a:ext cx="297000" cy="14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4AE2005-9279-445E-DF32-B97BB57C4E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6614" y="5322707"/>
                  <a:ext cx="314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9AA4E7-71E2-38E1-AB00-03D743E8ABAD}"/>
                    </a:ext>
                  </a:extLst>
                </p14:cNvPr>
                <p14:cNvContentPartPr/>
                <p14:nvPr/>
              </p14:nvContentPartPr>
              <p14:xfrm>
                <a:off x="830974" y="5746960"/>
                <a:ext cx="26640" cy="315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9AA4E7-71E2-38E1-AB00-03D743E8ABA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1974" y="5738320"/>
                  <a:ext cx="44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12077B2-C373-FB67-8EC3-4E52B663D643}"/>
                    </a:ext>
                  </a:extLst>
                </p14:cNvPr>
                <p14:cNvContentPartPr/>
                <p14:nvPr/>
              </p14:nvContentPartPr>
              <p14:xfrm>
                <a:off x="827374" y="5601160"/>
                <a:ext cx="834120" cy="42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12077B2-C373-FB67-8EC3-4E52B663D6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8374" y="5592160"/>
                  <a:ext cx="851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3734549-F4F0-BC85-AB84-39B6DC7B8C52}"/>
                    </a:ext>
                  </a:extLst>
                </p14:cNvPr>
                <p14:cNvContentPartPr/>
                <p14:nvPr/>
              </p14:nvContentPartPr>
              <p14:xfrm>
                <a:off x="1947827" y="4965560"/>
                <a:ext cx="23040" cy="1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3734549-F4F0-BC85-AB84-39B6DC7B8C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8827" y="4956920"/>
                  <a:ext cx="40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7B8BC47-5837-990E-170F-EAA6BE001F92}"/>
                    </a:ext>
                  </a:extLst>
                </p14:cNvPr>
                <p14:cNvContentPartPr/>
                <p14:nvPr/>
              </p14:nvContentPartPr>
              <p14:xfrm>
                <a:off x="1360667" y="5073200"/>
                <a:ext cx="1379880" cy="80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7B8BC47-5837-990E-170F-EAA6BE001F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52027" y="5064560"/>
                  <a:ext cx="139752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07FFA60-AD32-9BF1-BAFA-7E41B5A55B27}"/>
                    </a:ext>
                  </a:extLst>
                </p14:cNvPr>
                <p14:cNvContentPartPr/>
                <p14:nvPr/>
              </p14:nvContentPartPr>
              <p14:xfrm>
                <a:off x="2640107" y="4934960"/>
                <a:ext cx="145440" cy="20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07FFA60-AD32-9BF1-BAFA-7E41B5A55B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1107" y="4925960"/>
                  <a:ext cx="163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3869FE3-1018-0B6B-5C1D-E5B5DECD4AAD}"/>
                    </a:ext>
                  </a:extLst>
                </p14:cNvPr>
                <p14:cNvContentPartPr/>
                <p14:nvPr/>
              </p14:nvContentPartPr>
              <p14:xfrm>
                <a:off x="2402867" y="4870880"/>
                <a:ext cx="63108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3869FE3-1018-0B6B-5C1D-E5B5DECD4AA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4227" y="4861880"/>
                  <a:ext cx="648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03FFD09-85D4-9D6E-9A3B-B09AF7A908CB}"/>
                    </a:ext>
                  </a:extLst>
                </p14:cNvPr>
                <p14:cNvContentPartPr/>
                <p14:nvPr/>
              </p14:nvContentPartPr>
              <p14:xfrm>
                <a:off x="2243027" y="1751480"/>
                <a:ext cx="1225800" cy="320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03FFD09-85D4-9D6E-9A3B-B09AF7A908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4027" y="1742840"/>
                  <a:ext cx="1243440" cy="32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19C915F-0255-5151-0B8F-F557D3FD6886}"/>
                    </a:ext>
                  </a:extLst>
                </p14:cNvPr>
                <p14:cNvContentPartPr/>
                <p14:nvPr/>
              </p14:nvContentPartPr>
              <p14:xfrm>
                <a:off x="2266787" y="4392080"/>
                <a:ext cx="983520" cy="106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19C915F-0255-5151-0B8F-F557D3FD68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7787" y="4383440"/>
                  <a:ext cx="100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D58CE5-6DCF-8141-EB29-10B5E51DBE57}"/>
                    </a:ext>
                  </a:extLst>
                </p14:cNvPr>
                <p14:cNvContentPartPr/>
                <p14:nvPr/>
              </p14:nvContentPartPr>
              <p14:xfrm>
                <a:off x="2436707" y="3730760"/>
                <a:ext cx="876960" cy="18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D58CE5-6DCF-8141-EB29-10B5E51DBE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8067" y="3721760"/>
                  <a:ext cx="894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A3B2994-C42E-1402-4A00-8376A07DC489}"/>
                    </a:ext>
                  </a:extLst>
                </p14:cNvPr>
                <p14:cNvContentPartPr/>
                <p14:nvPr/>
              </p14:nvContentPartPr>
              <p14:xfrm>
                <a:off x="2395307" y="3185000"/>
                <a:ext cx="74088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A3B2994-C42E-1402-4A00-8376A07DC4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86307" y="3176360"/>
                  <a:ext cx="758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5EF5A0-2094-DD21-7FB4-91643B5C3615}"/>
                    </a:ext>
                  </a:extLst>
                </p14:cNvPr>
                <p14:cNvContentPartPr/>
                <p14:nvPr/>
              </p14:nvContentPartPr>
              <p14:xfrm>
                <a:off x="2171027" y="2592800"/>
                <a:ext cx="1130760" cy="16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5EF5A0-2094-DD21-7FB4-91643B5C36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62387" y="2584160"/>
                  <a:ext cx="11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C5150D6-9257-C57C-3D3F-FAA8C9E94321}"/>
                    </a:ext>
                  </a:extLst>
                </p14:cNvPr>
                <p14:cNvContentPartPr/>
                <p14:nvPr/>
              </p14:nvContentPartPr>
              <p14:xfrm>
                <a:off x="2275067" y="2164040"/>
                <a:ext cx="1241280" cy="82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C5150D6-9257-C57C-3D3F-FAA8C9E943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6067" y="2155040"/>
                  <a:ext cx="1258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A43C173-22E1-99DC-6E80-6337F6944F21}"/>
                    </a:ext>
                  </a:extLst>
                </p14:cNvPr>
                <p14:cNvContentPartPr/>
                <p14:nvPr/>
              </p14:nvContentPartPr>
              <p14:xfrm>
                <a:off x="3326267" y="4599080"/>
                <a:ext cx="114120" cy="100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A43C173-22E1-99DC-6E80-6337F6944F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7627" y="4590440"/>
                  <a:ext cx="131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3C7A215-2B1B-2099-1754-D87588EDF89A}"/>
                    </a:ext>
                  </a:extLst>
                </p14:cNvPr>
                <p14:cNvContentPartPr/>
                <p14:nvPr/>
              </p14:nvContentPartPr>
              <p14:xfrm>
                <a:off x="3360107" y="3942800"/>
                <a:ext cx="29880" cy="8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3C7A215-2B1B-2099-1754-D87588EDF89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1467" y="3934160"/>
                  <a:ext cx="47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FDB00EA-5687-590A-AF6F-A479A6152580}"/>
                    </a:ext>
                  </a:extLst>
                </p14:cNvPr>
                <p14:cNvContentPartPr/>
                <p14:nvPr/>
              </p14:nvContentPartPr>
              <p14:xfrm>
                <a:off x="3385667" y="3326120"/>
                <a:ext cx="138240" cy="94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FDB00EA-5687-590A-AF6F-A479A61525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77027" y="3317480"/>
                  <a:ext cx="155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C0CEF8-16E3-A2C6-0353-B537BB7CC84E}"/>
                    </a:ext>
                  </a:extLst>
                </p14:cNvPr>
                <p14:cNvContentPartPr/>
                <p14:nvPr/>
              </p14:nvContentPartPr>
              <p14:xfrm>
                <a:off x="3398627" y="2886560"/>
                <a:ext cx="99000" cy="12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C0CEF8-16E3-A2C6-0353-B537BB7CC8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89627" y="2877560"/>
                  <a:ext cx="116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5634A6-AB4D-9BAE-1A8E-E7A4F0DED950}"/>
                    </a:ext>
                  </a:extLst>
                </p14:cNvPr>
                <p14:cNvContentPartPr/>
                <p14:nvPr/>
              </p14:nvContentPartPr>
              <p14:xfrm>
                <a:off x="3458747" y="2374280"/>
                <a:ext cx="152640" cy="119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5634A6-AB4D-9BAE-1A8E-E7A4F0DED95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50107" y="2365640"/>
                  <a:ext cx="170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C73BD2-96D5-BC85-7999-4D2F01E73DB4}"/>
                    </a:ext>
                  </a:extLst>
                </p14:cNvPr>
                <p14:cNvContentPartPr/>
                <p14:nvPr/>
              </p14:nvContentPartPr>
              <p14:xfrm>
                <a:off x="3562067" y="2417480"/>
                <a:ext cx="1476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C73BD2-96D5-BC85-7999-4D2F01E73D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53067" y="2408840"/>
                  <a:ext cx="32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0D27A2E-16FD-37C6-4981-B88E661A4065}"/>
                    </a:ext>
                  </a:extLst>
                </p14:cNvPr>
                <p14:cNvContentPartPr/>
                <p14:nvPr/>
              </p14:nvContentPartPr>
              <p14:xfrm>
                <a:off x="735707" y="4065560"/>
                <a:ext cx="38520" cy="39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0D27A2E-16FD-37C6-4981-B88E661A40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707" y="4056920"/>
                  <a:ext cx="56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40ACCEE-E3F6-B8CF-EC63-231B0B4E8A3B}"/>
                    </a:ext>
                  </a:extLst>
                </p14:cNvPr>
                <p14:cNvContentPartPr/>
                <p14:nvPr/>
              </p14:nvContentPartPr>
              <p14:xfrm>
                <a:off x="701507" y="3917600"/>
                <a:ext cx="655920" cy="51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40ACCEE-E3F6-B8CF-EC63-231B0B4E8A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867" y="3908600"/>
                  <a:ext cx="673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378213-B4FA-6F9D-82AD-962C4AA51B12}"/>
                    </a:ext>
                  </a:extLst>
                </p14:cNvPr>
                <p14:cNvContentPartPr/>
                <p14:nvPr/>
              </p14:nvContentPartPr>
              <p14:xfrm>
                <a:off x="689987" y="3580280"/>
                <a:ext cx="26640" cy="228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378213-B4FA-6F9D-82AD-962C4AA51B1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1347" y="3571280"/>
                  <a:ext cx="44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AC17ADF-B8C7-8011-DD89-58B5890DD176}"/>
                    </a:ext>
                  </a:extLst>
                </p14:cNvPr>
                <p14:cNvContentPartPr/>
                <p14:nvPr/>
              </p14:nvContentPartPr>
              <p14:xfrm>
                <a:off x="660107" y="3679640"/>
                <a:ext cx="274320" cy="83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AC17ADF-B8C7-8011-DD89-58B5890DD17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1107" y="3670640"/>
                  <a:ext cx="291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38E4C67-7BB8-8263-ACD5-160E126E98DF}"/>
                    </a:ext>
                  </a:extLst>
                </p14:cNvPr>
                <p14:cNvContentPartPr/>
                <p14:nvPr/>
              </p14:nvContentPartPr>
              <p14:xfrm>
                <a:off x="1061867" y="3645080"/>
                <a:ext cx="16920" cy="226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38E4C67-7BB8-8263-ACD5-160E126E98D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3227" y="3636080"/>
                  <a:ext cx="34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2BCBE5-000E-55F1-44FC-D443D2538D94}"/>
                    </a:ext>
                  </a:extLst>
                </p14:cNvPr>
                <p14:cNvContentPartPr/>
                <p14:nvPr/>
              </p14:nvContentPartPr>
              <p14:xfrm>
                <a:off x="1066547" y="3559400"/>
                <a:ext cx="104760" cy="10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2BCBE5-000E-55F1-44FC-D443D2538D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547" y="3550400"/>
                  <a:ext cx="1224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5BF0E3-4FF0-347F-C9A7-2F56715E8DF2}"/>
              </a:ext>
            </a:extLst>
          </p:cNvPr>
          <p:cNvGrpSpPr/>
          <p:nvPr/>
        </p:nvGrpSpPr>
        <p:grpSpPr>
          <a:xfrm>
            <a:off x="5998907" y="1634840"/>
            <a:ext cx="1361520" cy="613800"/>
            <a:chOff x="5998907" y="1634840"/>
            <a:chExt cx="1361520" cy="6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CEAADCF-08DB-ED47-CCFC-CEE971D87978}"/>
                    </a:ext>
                  </a:extLst>
                </p14:cNvPr>
                <p14:cNvContentPartPr/>
                <p14:nvPr/>
              </p14:nvContentPartPr>
              <p14:xfrm>
                <a:off x="5998907" y="1907720"/>
                <a:ext cx="68760" cy="340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CEAADCF-08DB-ED47-CCFC-CEE971D879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89907" y="1899080"/>
                  <a:ext cx="864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94CFB8-E28A-FCDA-8306-B7C65DF6DEE9}"/>
                    </a:ext>
                  </a:extLst>
                </p14:cNvPr>
                <p14:cNvContentPartPr/>
                <p14:nvPr/>
              </p14:nvContentPartPr>
              <p14:xfrm>
                <a:off x="6086747" y="1835000"/>
                <a:ext cx="157680" cy="83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94CFB8-E28A-FCDA-8306-B7C65DF6DE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77747" y="1826360"/>
                  <a:ext cx="1753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5B684E9-0EDF-5731-3EDC-46AA38893349}"/>
                    </a:ext>
                  </a:extLst>
                </p14:cNvPr>
                <p14:cNvContentPartPr/>
                <p14:nvPr/>
              </p14:nvContentPartPr>
              <p14:xfrm>
                <a:off x="6307787" y="1847240"/>
                <a:ext cx="117360" cy="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5B684E9-0EDF-5731-3EDC-46AA388933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98787" y="1838240"/>
                  <a:ext cx="135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77306F5-BDA2-7C55-DA8F-11D1CE17E6DD}"/>
                    </a:ext>
                  </a:extLst>
                </p14:cNvPr>
                <p14:cNvContentPartPr/>
                <p14:nvPr/>
              </p14:nvContentPartPr>
              <p14:xfrm>
                <a:off x="6440627" y="1634840"/>
                <a:ext cx="302760" cy="29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77306F5-BDA2-7C55-DA8F-11D1CE17E6D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31987" y="1625840"/>
                  <a:ext cx="3204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E6E8F7-4063-A13A-AA44-79A21CCEEC37}"/>
                    </a:ext>
                  </a:extLst>
                </p14:cNvPr>
                <p14:cNvContentPartPr/>
                <p14:nvPr/>
              </p14:nvContentPartPr>
              <p14:xfrm>
                <a:off x="6821507" y="1675520"/>
                <a:ext cx="198720" cy="295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E6E8F7-4063-A13A-AA44-79A21CCEEC3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12867" y="1666880"/>
                  <a:ext cx="2163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EDF5F2F-057F-DB61-1478-B74656A33737}"/>
                    </a:ext>
                  </a:extLst>
                </p14:cNvPr>
                <p14:cNvContentPartPr/>
                <p14:nvPr/>
              </p14:nvContentPartPr>
              <p14:xfrm>
                <a:off x="7029587" y="1754000"/>
                <a:ext cx="123840" cy="20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EDF5F2F-057F-DB61-1478-B74656A3373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20947" y="1745000"/>
                  <a:ext cx="141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182FD2-936F-8A28-F265-68A64924524D}"/>
                    </a:ext>
                  </a:extLst>
                </p14:cNvPr>
                <p14:cNvContentPartPr/>
                <p14:nvPr/>
              </p14:nvContentPartPr>
              <p14:xfrm>
                <a:off x="7126067" y="1712600"/>
                <a:ext cx="167400" cy="1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182FD2-936F-8A28-F265-68A6492452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17067" y="1703600"/>
                  <a:ext cx="185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AD5C0B-4493-850D-ABF1-B9F4360C584E}"/>
                    </a:ext>
                  </a:extLst>
                </p14:cNvPr>
                <p14:cNvContentPartPr/>
                <p14:nvPr/>
              </p14:nvContentPartPr>
              <p14:xfrm>
                <a:off x="7240547" y="1638800"/>
                <a:ext cx="119880" cy="447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AD5C0B-4493-850D-ABF1-B9F4360C584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31907" y="1629800"/>
                  <a:ext cx="13752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68DC5B8-EA9D-206D-9CCF-332A7EC63E83}"/>
              </a:ext>
            </a:extLst>
          </p:cNvPr>
          <p:cNvGrpSpPr/>
          <p:nvPr/>
        </p:nvGrpSpPr>
        <p:grpSpPr>
          <a:xfrm>
            <a:off x="2663147" y="4541120"/>
            <a:ext cx="186840" cy="205920"/>
            <a:chOff x="2663147" y="4541120"/>
            <a:chExt cx="18684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47C26F5-A572-56F6-F7CA-6FB6532042AA}"/>
                    </a:ext>
                  </a:extLst>
                </p14:cNvPr>
                <p14:cNvContentPartPr/>
                <p14:nvPr/>
              </p14:nvContentPartPr>
              <p14:xfrm>
                <a:off x="2663147" y="4571360"/>
                <a:ext cx="118080" cy="175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47C26F5-A572-56F6-F7CA-6FB6532042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54147" y="4562720"/>
                  <a:ext cx="135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A6B596-F4B4-6CD0-7164-665D9079F485}"/>
                    </a:ext>
                  </a:extLst>
                </p14:cNvPr>
                <p14:cNvContentPartPr/>
                <p14:nvPr/>
              </p14:nvContentPartPr>
              <p14:xfrm>
                <a:off x="2707787" y="4541120"/>
                <a:ext cx="142200" cy="1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A6B596-F4B4-6CD0-7164-665D9079F48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98787" y="4532120"/>
                  <a:ext cx="1598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4D05EDA-AEEA-3FE8-6C52-427A36CAC858}"/>
              </a:ext>
            </a:extLst>
          </p:cNvPr>
          <p:cNvGrpSpPr/>
          <p:nvPr/>
        </p:nvGrpSpPr>
        <p:grpSpPr>
          <a:xfrm>
            <a:off x="5943107" y="2162600"/>
            <a:ext cx="1445400" cy="559440"/>
            <a:chOff x="5943107" y="2162600"/>
            <a:chExt cx="144540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67064E-1E9F-758B-64EC-28BB92E9E005}"/>
                    </a:ext>
                  </a:extLst>
                </p14:cNvPr>
                <p14:cNvContentPartPr/>
                <p14:nvPr/>
              </p14:nvContentPartPr>
              <p14:xfrm>
                <a:off x="5943107" y="2422160"/>
                <a:ext cx="86040" cy="29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67064E-1E9F-758B-64EC-28BB92E9E00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34107" y="2413160"/>
                  <a:ext cx="1036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8026597-CE94-643A-E9A5-8AB84468C886}"/>
                    </a:ext>
                  </a:extLst>
                </p14:cNvPr>
                <p14:cNvContentPartPr/>
                <p14:nvPr/>
              </p14:nvContentPartPr>
              <p14:xfrm>
                <a:off x="6048947" y="2392280"/>
                <a:ext cx="92160" cy="99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8026597-CE94-643A-E9A5-8AB84468C88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40307" y="2383640"/>
                  <a:ext cx="109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873681-CF91-23EC-5E63-ACA81B4CED46}"/>
                    </a:ext>
                  </a:extLst>
                </p14:cNvPr>
                <p14:cNvContentPartPr/>
                <p14:nvPr/>
              </p14:nvContentPartPr>
              <p14:xfrm>
                <a:off x="6235067" y="2409920"/>
                <a:ext cx="145440" cy="7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873681-CF91-23EC-5E63-ACA81B4CED4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26067" y="2401280"/>
                  <a:ext cx="163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09788FF-1173-C73E-6575-2FD39B60E2BE}"/>
                    </a:ext>
                  </a:extLst>
                </p14:cNvPr>
                <p14:cNvContentPartPr/>
                <p14:nvPr/>
              </p14:nvContentPartPr>
              <p14:xfrm>
                <a:off x="6407507" y="2379320"/>
                <a:ext cx="139320" cy="113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09788FF-1173-C73E-6575-2FD39B60E2B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98867" y="2370320"/>
                  <a:ext cx="156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C730F8F-BAD8-29DE-79E9-3DF015AC84A7}"/>
                    </a:ext>
                  </a:extLst>
                </p14:cNvPr>
                <p14:cNvContentPartPr/>
                <p14:nvPr/>
              </p14:nvContentPartPr>
              <p14:xfrm>
                <a:off x="6589307" y="2162600"/>
                <a:ext cx="163080" cy="257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C730F8F-BAD8-29DE-79E9-3DF015AC84A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80667" y="2153960"/>
                  <a:ext cx="180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65B37A-AB08-07A8-D975-227F80E97ADB}"/>
                    </a:ext>
                  </a:extLst>
                </p14:cNvPr>
                <p14:cNvContentPartPr/>
                <p14:nvPr/>
              </p14:nvContentPartPr>
              <p14:xfrm>
                <a:off x="6831587" y="2198600"/>
                <a:ext cx="146520" cy="262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65B37A-AB08-07A8-D975-227F80E97AD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22947" y="2189600"/>
                  <a:ext cx="1641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B372914-B823-6B3E-C13F-D27078189F39}"/>
                    </a:ext>
                  </a:extLst>
                </p14:cNvPr>
                <p14:cNvContentPartPr/>
                <p14:nvPr/>
              </p14:nvContentPartPr>
              <p14:xfrm>
                <a:off x="7016987" y="2256560"/>
                <a:ext cx="182880" cy="127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B372914-B823-6B3E-C13F-D27078189F3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07987" y="2247560"/>
                  <a:ext cx="200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9BF5DB-DB68-4F1B-0388-C76108D15697}"/>
                    </a:ext>
                  </a:extLst>
                </p14:cNvPr>
                <p14:cNvContentPartPr/>
                <p14:nvPr/>
              </p14:nvContentPartPr>
              <p14:xfrm>
                <a:off x="7116347" y="2314520"/>
                <a:ext cx="49320" cy="168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59BF5DB-DB68-4F1B-0388-C76108D1569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07347" y="2305520"/>
                  <a:ext cx="66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CC07B4D-DAEE-5B8A-0A6F-0CF03882F497}"/>
                    </a:ext>
                  </a:extLst>
                </p14:cNvPr>
                <p14:cNvContentPartPr/>
                <p14:nvPr/>
              </p14:nvContentPartPr>
              <p14:xfrm>
                <a:off x="7236587" y="2256560"/>
                <a:ext cx="151920" cy="338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CC07B4D-DAEE-5B8A-0A6F-0CF03882F49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27947" y="2247560"/>
                  <a:ext cx="16956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F1A44CB-35E4-B20B-2182-659EF8CC8CF4}"/>
              </a:ext>
            </a:extLst>
          </p:cNvPr>
          <p:cNvGrpSpPr/>
          <p:nvPr/>
        </p:nvGrpSpPr>
        <p:grpSpPr>
          <a:xfrm>
            <a:off x="2721467" y="4064480"/>
            <a:ext cx="207000" cy="293040"/>
            <a:chOff x="2721467" y="4064480"/>
            <a:chExt cx="20700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A9E6D3B-28C1-368F-E86C-40784CAE0093}"/>
                    </a:ext>
                  </a:extLst>
                </p14:cNvPr>
                <p14:cNvContentPartPr/>
                <p14:nvPr/>
              </p14:nvContentPartPr>
              <p14:xfrm>
                <a:off x="2721467" y="4064480"/>
                <a:ext cx="207000" cy="137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A9E6D3B-28C1-368F-E86C-40784CAE009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12467" y="4055840"/>
                  <a:ext cx="224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A55FDD8-87B9-AF56-5316-952A77BA4DDF}"/>
                    </a:ext>
                  </a:extLst>
                </p14:cNvPr>
                <p14:cNvContentPartPr/>
                <p14:nvPr/>
              </p14:nvContentPartPr>
              <p14:xfrm>
                <a:off x="2811467" y="4110200"/>
                <a:ext cx="64440" cy="24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A55FDD8-87B9-AF56-5316-952A77BA4DD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02827" y="4101200"/>
                  <a:ext cx="8208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9440E27-9285-57C4-8C80-741EE5FA7AF7}"/>
              </a:ext>
            </a:extLst>
          </p:cNvPr>
          <p:cNvGrpSpPr/>
          <p:nvPr/>
        </p:nvGrpSpPr>
        <p:grpSpPr>
          <a:xfrm>
            <a:off x="5867147" y="2770640"/>
            <a:ext cx="1452600" cy="600840"/>
            <a:chOff x="5867147" y="2770640"/>
            <a:chExt cx="145260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CCBDE1D-2716-BC07-36D6-2CA5605838CC}"/>
                    </a:ext>
                  </a:extLst>
                </p14:cNvPr>
                <p14:cNvContentPartPr/>
                <p14:nvPr/>
              </p14:nvContentPartPr>
              <p14:xfrm>
                <a:off x="5867147" y="3028400"/>
                <a:ext cx="53280" cy="343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CCBDE1D-2716-BC07-36D6-2CA5605838C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58147" y="3019760"/>
                  <a:ext cx="709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84F0B0-DF10-0955-F6C4-D32CEC3A4B24}"/>
                    </a:ext>
                  </a:extLst>
                </p14:cNvPr>
                <p14:cNvContentPartPr/>
                <p14:nvPr/>
              </p14:nvContentPartPr>
              <p14:xfrm>
                <a:off x="5955707" y="2973680"/>
                <a:ext cx="97560" cy="109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84F0B0-DF10-0955-F6C4-D32CEC3A4B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47067" y="2965040"/>
                  <a:ext cx="115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C39D1D8-A10F-CD47-5CE5-752510F1BCD8}"/>
                    </a:ext>
                  </a:extLst>
                </p14:cNvPr>
                <p14:cNvContentPartPr/>
                <p14:nvPr/>
              </p14:nvContentPartPr>
              <p14:xfrm>
                <a:off x="6127427" y="2996000"/>
                <a:ext cx="163800" cy="60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C39D1D8-A10F-CD47-5CE5-752510F1BCD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18427" y="2987000"/>
                  <a:ext cx="181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5EAE340-17B3-6B78-F43A-F3FFBC9E0D45}"/>
                    </a:ext>
                  </a:extLst>
                </p14:cNvPr>
                <p14:cNvContentPartPr/>
                <p14:nvPr/>
              </p14:nvContentPartPr>
              <p14:xfrm>
                <a:off x="6338027" y="2781800"/>
                <a:ext cx="310680" cy="311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5EAE340-17B3-6B78-F43A-F3FFBC9E0D4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29027" y="2773160"/>
                  <a:ext cx="3283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5B7491F-8D07-0EBC-456C-B510A79F3777}"/>
                    </a:ext>
                  </a:extLst>
                </p14:cNvPr>
                <p14:cNvContentPartPr/>
                <p14:nvPr/>
              </p14:nvContentPartPr>
              <p14:xfrm>
                <a:off x="6770747" y="2774240"/>
                <a:ext cx="149760" cy="29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5B7491F-8D07-0EBC-456C-B510A79F377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61747" y="2765600"/>
                  <a:ext cx="167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36A91C-482E-4475-8DB4-A58A649FF6E2}"/>
                    </a:ext>
                  </a:extLst>
                </p14:cNvPr>
                <p14:cNvContentPartPr/>
                <p14:nvPr/>
              </p14:nvContentPartPr>
              <p14:xfrm>
                <a:off x="7004027" y="2826080"/>
                <a:ext cx="89640" cy="203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36A91C-482E-4475-8DB4-A58A649FF6E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95387" y="2817080"/>
                  <a:ext cx="107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E044F28-5BAC-DA1A-AC1B-B322D1AB63BA}"/>
                    </a:ext>
                  </a:extLst>
                </p14:cNvPr>
                <p14:cNvContentPartPr/>
                <p14:nvPr/>
              </p14:nvContentPartPr>
              <p14:xfrm>
                <a:off x="7190867" y="2770640"/>
                <a:ext cx="128880" cy="348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E044F28-5BAC-DA1A-AC1B-B322D1AB63B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81867" y="2761640"/>
                  <a:ext cx="146520" cy="36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E4ADDB4-B19A-6A75-934A-5D0FDDF14138}"/>
                  </a:ext>
                </a:extLst>
              </p14:cNvPr>
              <p14:cNvContentPartPr/>
              <p14:nvPr/>
            </p14:nvContentPartPr>
            <p14:xfrm>
              <a:off x="963947" y="4114160"/>
              <a:ext cx="196920" cy="1663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E4ADDB4-B19A-6A75-934A-5D0FDDF1413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55307" y="4105520"/>
                <a:ext cx="2145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3AE97A0-8BA8-DC5A-B92C-E97613496DB1}"/>
                  </a:ext>
                </a:extLst>
              </p14:cNvPr>
              <p14:cNvContentPartPr/>
              <p14:nvPr/>
            </p14:nvContentPartPr>
            <p14:xfrm>
              <a:off x="2612747" y="3491360"/>
              <a:ext cx="228240" cy="2275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3AE97A0-8BA8-DC5A-B92C-E97613496DB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604107" y="3482720"/>
                <a:ext cx="245880" cy="2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0386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A9286-8D62-AEA2-8922-FAD93FFF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5574-891D-7343-3AAD-CD58908F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Build a stack using an array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1655112-2EE3-34A4-58DB-873CBEC6A411}"/>
              </a:ext>
            </a:extLst>
          </p:cNvPr>
          <p:cNvGrpSpPr/>
          <p:nvPr/>
        </p:nvGrpSpPr>
        <p:grpSpPr>
          <a:xfrm>
            <a:off x="660107" y="1751480"/>
            <a:ext cx="2951280" cy="4310840"/>
            <a:chOff x="660107" y="1751480"/>
            <a:chExt cx="2951280" cy="43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173F76-8EC3-FAED-6179-E57EE9798C8F}"/>
                    </a:ext>
                  </a:extLst>
                </p14:cNvPr>
                <p14:cNvContentPartPr/>
                <p14:nvPr/>
              </p14:nvContentPartPr>
              <p14:xfrm>
                <a:off x="2295227" y="2700440"/>
                <a:ext cx="23040" cy="10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173F76-8EC3-FAED-6179-E57EE9798C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86587" y="2691800"/>
                  <a:ext cx="4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C4C9360-D681-8D13-A088-78DB57484027}"/>
                    </a:ext>
                  </a:extLst>
                </p14:cNvPr>
                <p14:cNvContentPartPr/>
                <p14:nvPr/>
              </p14:nvContentPartPr>
              <p14:xfrm>
                <a:off x="807214" y="5164307"/>
                <a:ext cx="274320" cy="381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C4C9360-D681-8D13-A088-78DB5748402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8574" y="5155307"/>
                  <a:ext cx="2919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B19AB4-BE0A-3175-CBFD-1DA2A3253C13}"/>
                    </a:ext>
                  </a:extLst>
                </p14:cNvPr>
                <p14:cNvContentPartPr/>
                <p14:nvPr/>
              </p14:nvContentPartPr>
              <p14:xfrm>
                <a:off x="1100254" y="5381387"/>
                <a:ext cx="134280" cy="97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B19AB4-BE0A-3175-CBFD-1DA2A3253C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254" y="5372387"/>
                  <a:ext cx="151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C30AB6C-B873-1DD6-46B7-BB1FB551D7AD}"/>
                    </a:ext>
                  </a:extLst>
                </p14:cNvPr>
                <p14:cNvContentPartPr/>
                <p14:nvPr/>
              </p14:nvContentPartPr>
              <p14:xfrm>
                <a:off x="1303294" y="5184107"/>
                <a:ext cx="95760" cy="293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30AB6C-B873-1DD6-46B7-BB1FB551D7A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4654" y="5175467"/>
                  <a:ext cx="113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BD8D1B-CAA8-A8B2-2759-614FCB2CD1A5}"/>
                    </a:ext>
                  </a:extLst>
                </p14:cNvPr>
                <p14:cNvContentPartPr/>
                <p14:nvPr/>
              </p14:nvContentPartPr>
              <p14:xfrm>
                <a:off x="1325254" y="5331707"/>
                <a:ext cx="297000" cy="14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BD8D1B-CAA8-A8B2-2759-614FCB2CD1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6614" y="5322707"/>
                  <a:ext cx="314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A18AAF4-716D-1549-B718-829C36AF042D}"/>
                    </a:ext>
                  </a:extLst>
                </p14:cNvPr>
                <p14:cNvContentPartPr/>
                <p14:nvPr/>
              </p14:nvContentPartPr>
              <p14:xfrm>
                <a:off x="830974" y="5746960"/>
                <a:ext cx="26640" cy="315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A18AAF4-716D-1549-B718-829C36AF042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1974" y="5738320"/>
                  <a:ext cx="442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6293066-C856-0C25-62FB-85D91BC55358}"/>
                    </a:ext>
                  </a:extLst>
                </p14:cNvPr>
                <p14:cNvContentPartPr/>
                <p14:nvPr/>
              </p14:nvContentPartPr>
              <p14:xfrm>
                <a:off x="827374" y="5601160"/>
                <a:ext cx="834120" cy="42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6293066-C856-0C25-62FB-85D91BC553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8374" y="5592160"/>
                  <a:ext cx="851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1BE5428-C805-5D3F-565A-4ADF308D2D4F}"/>
                    </a:ext>
                  </a:extLst>
                </p14:cNvPr>
                <p14:cNvContentPartPr/>
                <p14:nvPr/>
              </p14:nvContentPartPr>
              <p14:xfrm>
                <a:off x="1947827" y="4965560"/>
                <a:ext cx="23040" cy="19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1BE5428-C805-5D3F-565A-4ADF308D2D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38827" y="4956920"/>
                  <a:ext cx="40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8D7CAD-26AC-5EC1-73DF-95CF1934E416}"/>
                    </a:ext>
                  </a:extLst>
                </p14:cNvPr>
                <p14:cNvContentPartPr/>
                <p14:nvPr/>
              </p14:nvContentPartPr>
              <p14:xfrm>
                <a:off x="1360667" y="5073200"/>
                <a:ext cx="1379880" cy="80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8D7CAD-26AC-5EC1-73DF-95CF1934E4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52027" y="5064560"/>
                  <a:ext cx="139752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9ACA4D-4FC0-A68B-E600-B0FBA88ED4D1}"/>
                    </a:ext>
                  </a:extLst>
                </p14:cNvPr>
                <p14:cNvContentPartPr/>
                <p14:nvPr/>
              </p14:nvContentPartPr>
              <p14:xfrm>
                <a:off x="2640107" y="4934960"/>
                <a:ext cx="145440" cy="20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9ACA4D-4FC0-A68B-E600-B0FBA88ED4D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31107" y="4925960"/>
                  <a:ext cx="163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724D02E-63DF-FD95-0CEB-01133C65649E}"/>
                    </a:ext>
                  </a:extLst>
                </p14:cNvPr>
                <p14:cNvContentPartPr/>
                <p14:nvPr/>
              </p14:nvContentPartPr>
              <p14:xfrm>
                <a:off x="2402867" y="4870880"/>
                <a:ext cx="631080" cy="103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724D02E-63DF-FD95-0CEB-01133C6564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94227" y="4861880"/>
                  <a:ext cx="648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5610347-26A4-44AF-7A94-2B1B1CE0D36B}"/>
                    </a:ext>
                  </a:extLst>
                </p14:cNvPr>
                <p14:cNvContentPartPr/>
                <p14:nvPr/>
              </p14:nvContentPartPr>
              <p14:xfrm>
                <a:off x="2243027" y="1751480"/>
                <a:ext cx="1225800" cy="320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5610347-26A4-44AF-7A94-2B1B1CE0D3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4027" y="1742840"/>
                  <a:ext cx="1243440" cy="32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BEAB181-218C-0334-3CBA-5C8E59A1E368}"/>
                    </a:ext>
                  </a:extLst>
                </p14:cNvPr>
                <p14:cNvContentPartPr/>
                <p14:nvPr/>
              </p14:nvContentPartPr>
              <p14:xfrm>
                <a:off x="2266787" y="4392080"/>
                <a:ext cx="983520" cy="106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BEAB181-218C-0334-3CBA-5C8E59A1E3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57787" y="4383440"/>
                  <a:ext cx="1001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6322E7-E8FA-7FC8-122B-CDCB5D5AE4B8}"/>
                    </a:ext>
                  </a:extLst>
                </p14:cNvPr>
                <p14:cNvContentPartPr/>
                <p14:nvPr/>
              </p14:nvContentPartPr>
              <p14:xfrm>
                <a:off x="2436707" y="3730760"/>
                <a:ext cx="876960" cy="18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6322E7-E8FA-7FC8-122B-CDCB5D5AE4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8067" y="3721760"/>
                  <a:ext cx="894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C6E6678-2C48-85F6-04A7-712523ADF166}"/>
                    </a:ext>
                  </a:extLst>
                </p14:cNvPr>
                <p14:cNvContentPartPr/>
                <p14:nvPr/>
              </p14:nvContentPartPr>
              <p14:xfrm>
                <a:off x="2395307" y="3185000"/>
                <a:ext cx="74088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C6E6678-2C48-85F6-04A7-712523ADF16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86307" y="3176360"/>
                  <a:ext cx="758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DC223F-DD3F-E924-C170-D65CE5B654E9}"/>
                    </a:ext>
                  </a:extLst>
                </p14:cNvPr>
                <p14:cNvContentPartPr/>
                <p14:nvPr/>
              </p14:nvContentPartPr>
              <p14:xfrm>
                <a:off x="2171027" y="2592800"/>
                <a:ext cx="1130760" cy="166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DC223F-DD3F-E924-C170-D65CE5B654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62387" y="2584160"/>
                  <a:ext cx="11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2EB8CA9-B5F6-A2D9-13CE-55007FD258A3}"/>
                    </a:ext>
                  </a:extLst>
                </p14:cNvPr>
                <p14:cNvContentPartPr/>
                <p14:nvPr/>
              </p14:nvContentPartPr>
              <p14:xfrm>
                <a:off x="2275067" y="2164040"/>
                <a:ext cx="1241280" cy="82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2EB8CA9-B5F6-A2D9-13CE-55007FD25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6067" y="2155040"/>
                  <a:ext cx="1258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1C2C13-9A91-273B-94A8-029B7D77CFA5}"/>
                    </a:ext>
                  </a:extLst>
                </p14:cNvPr>
                <p14:cNvContentPartPr/>
                <p14:nvPr/>
              </p14:nvContentPartPr>
              <p14:xfrm>
                <a:off x="3326267" y="4599080"/>
                <a:ext cx="114120" cy="100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1C2C13-9A91-273B-94A8-029B7D77CFA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7627" y="4590440"/>
                  <a:ext cx="131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0A6F89F-B494-F07C-2905-C7BF33F1F704}"/>
                    </a:ext>
                  </a:extLst>
                </p14:cNvPr>
                <p14:cNvContentPartPr/>
                <p14:nvPr/>
              </p14:nvContentPartPr>
              <p14:xfrm>
                <a:off x="3360107" y="3942800"/>
                <a:ext cx="29880" cy="8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0A6F89F-B494-F07C-2905-C7BF33F1F7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1467" y="3934160"/>
                  <a:ext cx="47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3906AFA-03C3-BFD3-5812-02AB7C8E7FF0}"/>
                    </a:ext>
                  </a:extLst>
                </p14:cNvPr>
                <p14:cNvContentPartPr/>
                <p14:nvPr/>
              </p14:nvContentPartPr>
              <p14:xfrm>
                <a:off x="3385667" y="3326120"/>
                <a:ext cx="138240" cy="94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3906AFA-03C3-BFD3-5812-02AB7C8E7F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77027" y="3317480"/>
                  <a:ext cx="155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B055D87-1407-AAE0-FEBB-22B21CE45EB6}"/>
                    </a:ext>
                  </a:extLst>
                </p14:cNvPr>
                <p14:cNvContentPartPr/>
                <p14:nvPr/>
              </p14:nvContentPartPr>
              <p14:xfrm>
                <a:off x="3398627" y="2886560"/>
                <a:ext cx="99000" cy="12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B055D87-1407-AAE0-FEBB-22B21CE45E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89627" y="2877560"/>
                  <a:ext cx="116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3D929F2-D96E-4C61-17AA-898D69A29A80}"/>
                    </a:ext>
                  </a:extLst>
                </p14:cNvPr>
                <p14:cNvContentPartPr/>
                <p14:nvPr/>
              </p14:nvContentPartPr>
              <p14:xfrm>
                <a:off x="3458747" y="2374280"/>
                <a:ext cx="152640" cy="119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3D929F2-D96E-4C61-17AA-898D69A29A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50107" y="2365640"/>
                  <a:ext cx="1702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620474A-B9DA-EB77-F661-8F3F249D400C}"/>
                    </a:ext>
                  </a:extLst>
                </p14:cNvPr>
                <p14:cNvContentPartPr/>
                <p14:nvPr/>
              </p14:nvContentPartPr>
              <p14:xfrm>
                <a:off x="3562067" y="2417480"/>
                <a:ext cx="14760" cy="16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620474A-B9DA-EB77-F661-8F3F249D400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53067" y="2408840"/>
                  <a:ext cx="32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229AF1-AD64-A891-B0F0-627EA7AF7973}"/>
                    </a:ext>
                  </a:extLst>
                </p14:cNvPr>
                <p14:cNvContentPartPr/>
                <p14:nvPr/>
              </p14:nvContentPartPr>
              <p14:xfrm>
                <a:off x="735707" y="4065560"/>
                <a:ext cx="38520" cy="39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229AF1-AD64-A891-B0F0-627EA7AF79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6707" y="4056920"/>
                  <a:ext cx="56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AC13C0C-97D2-3AAC-1418-0962B9427991}"/>
                    </a:ext>
                  </a:extLst>
                </p14:cNvPr>
                <p14:cNvContentPartPr/>
                <p14:nvPr/>
              </p14:nvContentPartPr>
              <p14:xfrm>
                <a:off x="701507" y="3917600"/>
                <a:ext cx="655920" cy="51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AC13C0C-97D2-3AAC-1418-0962B94279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867" y="3908600"/>
                  <a:ext cx="673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1B21322-0B6D-7354-8275-85CDA14EE638}"/>
                    </a:ext>
                  </a:extLst>
                </p14:cNvPr>
                <p14:cNvContentPartPr/>
                <p14:nvPr/>
              </p14:nvContentPartPr>
              <p14:xfrm>
                <a:off x="689987" y="3580280"/>
                <a:ext cx="26640" cy="228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1B21322-0B6D-7354-8275-85CDA14EE63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1347" y="3571280"/>
                  <a:ext cx="44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3CC9F83-101F-8930-60FE-51CEAACD550C}"/>
                    </a:ext>
                  </a:extLst>
                </p14:cNvPr>
                <p14:cNvContentPartPr/>
                <p14:nvPr/>
              </p14:nvContentPartPr>
              <p14:xfrm>
                <a:off x="660107" y="3679640"/>
                <a:ext cx="274320" cy="83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3CC9F83-101F-8930-60FE-51CEAACD550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51107" y="3670640"/>
                  <a:ext cx="291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78F9686-6E2B-246D-51EA-E1DAAB903EB5}"/>
                    </a:ext>
                  </a:extLst>
                </p14:cNvPr>
                <p14:cNvContentPartPr/>
                <p14:nvPr/>
              </p14:nvContentPartPr>
              <p14:xfrm>
                <a:off x="1061867" y="3645080"/>
                <a:ext cx="16920" cy="226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78F9686-6E2B-246D-51EA-E1DAAB903E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3227" y="3636080"/>
                  <a:ext cx="34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217086-8890-DE0F-ED1B-B45F60943823}"/>
                    </a:ext>
                  </a:extLst>
                </p14:cNvPr>
                <p14:cNvContentPartPr/>
                <p14:nvPr/>
              </p14:nvContentPartPr>
              <p14:xfrm>
                <a:off x="1066547" y="3559400"/>
                <a:ext cx="104760" cy="10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217086-8890-DE0F-ED1B-B45F6094382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7547" y="3550400"/>
                  <a:ext cx="1224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9B99C7-C533-0001-A6D2-4E4BC99E7E94}"/>
              </a:ext>
            </a:extLst>
          </p:cNvPr>
          <p:cNvGrpSpPr/>
          <p:nvPr/>
        </p:nvGrpSpPr>
        <p:grpSpPr>
          <a:xfrm>
            <a:off x="5998907" y="1634840"/>
            <a:ext cx="1361520" cy="613800"/>
            <a:chOff x="5998907" y="1634840"/>
            <a:chExt cx="1361520" cy="6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CAFEB5-786B-D3C5-4A15-CB145E196224}"/>
                    </a:ext>
                  </a:extLst>
                </p14:cNvPr>
                <p14:cNvContentPartPr/>
                <p14:nvPr/>
              </p14:nvContentPartPr>
              <p14:xfrm>
                <a:off x="5998907" y="1907720"/>
                <a:ext cx="68760" cy="340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CAFEB5-786B-D3C5-4A15-CB145E19622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89907" y="1899080"/>
                  <a:ext cx="864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0764A17-012C-104D-BEE1-91F36AC55292}"/>
                    </a:ext>
                  </a:extLst>
                </p14:cNvPr>
                <p14:cNvContentPartPr/>
                <p14:nvPr/>
              </p14:nvContentPartPr>
              <p14:xfrm>
                <a:off x="6086747" y="1835000"/>
                <a:ext cx="157680" cy="83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0764A17-012C-104D-BEE1-91F36AC5529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77747" y="1826360"/>
                  <a:ext cx="1753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A00140-0F2E-105A-E901-C8093DC31E2D}"/>
                    </a:ext>
                  </a:extLst>
                </p14:cNvPr>
                <p14:cNvContentPartPr/>
                <p14:nvPr/>
              </p14:nvContentPartPr>
              <p14:xfrm>
                <a:off x="6307787" y="1847240"/>
                <a:ext cx="117360" cy="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A00140-0F2E-105A-E901-C8093DC31E2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98787" y="1838240"/>
                  <a:ext cx="135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9E3A48-233A-62A3-9EB4-CC428F4373AA}"/>
                    </a:ext>
                  </a:extLst>
                </p14:cNvPr>
                <p14:cNvContentPartPr/>
                <p14:nvPr/>
              </p14:nvContentPartPr>
              <p14:xfrm>
                <a:off x="6440627" y="1634840"/>
                <a:ext cx="302760" cy="299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9E3A48-233A-62A3-9EB4-CC428F4373A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31987" y="1625840"/>
                  <a:ext cx="3204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E19110-81D3-028E-2464-4CB71ACFC959}"/>
                    </a:ext>
                  </a:extLst>
                </p14:cNvPr>
                <p14:cNvContentPartPr/>
                <p14:nvPr/>
              </p14:nvContentPartPr>
              <p14:xfrm>
                <a:off x="6821507" y="1675520"/>
                <a:ext cx="198720" cy="295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E19110-81D3-028E-2464-4CB71ACFC9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12867" y="1666880"/>
                  <a:ext cx="2163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D3C2640-5A4C-BCAE-4814-D8F1E3C786A7}"/>
                    </a:ext>
                  </a:extLst>
                </p14:cNvPr>
                <p14:cNvContentPartPr/>
                <p14:nvPr/>
              </p14:nvContentPartPr>
              <p14:xfrm>
                <a:off x="7029587" y="1754000"/>
                <a:ext cx="123840" cy="204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D3C2640-5A4C-BCAE-4814-D8F1E3C786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20947" y="1745000"/>
                  <a:ext cx="141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9298876-6F50-A594-6498-70B1B8BC802F}"/>
                    </a:ext>
                  </a:extLst>
                </p14:cNvPr>
                <p14:cNvContentPartPr/>
                <p14:nvPr/>
              </p14:nvContentPartPr>
              <p14:xfrm>
                <a:off x="7126067" y="1712600"/>
                <a:ext cx="167400" cy="1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9298876-6F50-A594-6498-70B1B8BC802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17067" y="1703600"/>
                  <a:ext cx="185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DDD8720-4979-C715-D6AA-54DF75EE453E}"/>
                    </a:ext>
                  </a:extLst>
                </p14:cNvPr>
                <p14:cNvContentPartPr/>
                <p14:nvPr/>
              </p14:nvContentPartPr>
              <p14:xfrm>
                <a:off x="7240547" y="1638800"/>
                <a:ext cx="119880" cy="447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DDD8720-4979-C715-D6AA-54DF75EE453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31907" y="1629800"/>
                  <a:ext cx="13752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9EE2B3-90C0-6965-A5D5-059399D4755D}"/>
              </a:ext>
            </a:extLst>
          </p:cNvPr>
          <p:cNvGrpSpPr/>
          <p:nvPr/>
        </p:nvGrpSpPr>
        <p:grpSpPr>
          <a:xfrm>
            <a:off x="2663147" y="4541120"/>
            <a:ext cx="186840" cy="205920"/>
            <a:chOff x="2663147" y="4541120"/>
            <a:chExt cx="18684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79829A-5AB4-2738-13E5-8D472EE5788F}"/>
                    </a:ext>
                  </a:extLst>
                </p14:cNvPr>
                <p14:cNvContentPartPr/>
                <p14:nvPr/>
              </p14:nvContentPartPr>
              <p14:xfrm>
                <a:off x="2663147" y="4571360"/>
                <a:ext cx="118080" cy="175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79829A-5AB4-2738-13E5-8D472EE578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54147" y="4562720"/>
                  <a:ext cx="135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F23F4E1-7555-6D37-FBE3-878F3A4D1085}"/>
                    </a:ext>
                  </a:extLst>
                </p14:cNvPr>
                <p14:cNvContentPartPr/>
                <p14:nvPr/>
              </p14:nvContentPartPr>
              <p14:xfrm>
                <a:off x="2707787" y="4541120"/>
                <a:ext cx="142200" cy="1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F23F4E1-7555-6D37-FBE3-878F3A4D108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98787" y="4532120"/>
                  <a:ext cx="1598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D58DEB6-39F5-31AD-0E7F-24C7E7AE1317}"/>
              </a:ext>
            </a:extLst>
          </p:cNvPr>
          <p:cNvGrpSpPr/>
          <p:nvPr/>
        </p:nvGrpSpPr>
        <p:grpSpPr>
          <a:xfrm>
            <a:off x="5943107" y="2162600"/>
            <a:ext cx="1445400" cy="559440"/>
            <a:chOff x="5943107" y="2162600"/>
            <a:chExt cx="144540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E11634-568E-E936-17BD-DAA4CE204933}"/>
                    </a:ext>
                  </a:extLst>
                </p14:cNvPr>
                <p14:cNvContentPartPr/>
                <p14:nvPr/>
              </p14:nvContentPartPr>
              <p14:xfrm>
                <a:off x="5943107" y="2422160"/>
                <a:ext cx="86040" cy="29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E11634-568E-E936-17BD-DAA4CE20493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34107" y="2413160"/>
                  <a:ext cx="1036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D33502-90F8-DCAD-B80A-FACDE7DF7A48}"/>
                    </a:ext>
                  </a:extLst>
                </p14:cNvPr>
                <p14:cNvContentPartPr/>
                <p14:nvPr/>
              </p14:nvContentPartPr>
              <p14:xfrm>
                <a:off x="6048947" y="2392280"/>
                <a:ext cx="92160" cy="99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D33502-90F8-DCAD-B80A-FACDE7DF7A4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40307" y="2383640"/>
                  <a:ext cx="109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9D0C055-2042-5CE2-503B-DC299CA36AB6}"/>
                    </a:ext>
                  </a:extLst>
                </p14:cNvPr>
                <p14:cNvContentPartPr/>
                <p14:nvPr/>
              </p14:nvContentPartPr>
              <p14:xfrm>
                <a:off x="6235067" y="2409920"/>
                <a:ext cx="145440" cy="74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9D0C055-2042-5CE2-503B-DC299CA36AB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26067" y="2401280"/>
                  <a:ext cx="163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5AEAF47-FECA-5878-D266-04E4D802BCCE}"/>
                    </a:ext>
                  </a:extLst>
                </p14:cNvPr>
                <p14:cNvContentPartPr/>
                <p14:nvPr/>
              </p14:nvContentPartPr>
              <p14:xfrm>
                <a:off x="6407507" y="2379320"/>
                <a:ext cx="139320" cy="113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5AEAF47-FECA-5878-D266-04E4D802BCC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98867" y="2370320"/>
                  <a:ext cx="156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6084BD0-6266-6925-1BEA-907EF9381C3F}"/>
                    </a:ext>
                  </a:extLst>
                </p14:cNvPr>
                <p14:cNvContentPartPr/>
                <p14:nvPr/>
              </p14:nvContentPartPr>
              <p14:xfrm>
                <a:off x="6589307" y="2162600"/>
                <a:ext cx="163080" cy="257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6084BD0-6266-6925-1BEA-907EF9381C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80667" y="2153960"/>
                  <a:ext cx="180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D94A237-B422-6A91-B386-E1AFF2CC5F01}"/>
                    </a:ext>
                  </a:extLst>
                </p14:cNvPr>
                <p14:cNvContentPartPr/>
                <p14:nvPr/>
              </p14:nvContentPartPr>
              <p14:xfrm>
                <a:off x="6831587" y="2198600"/>
                <a:ext cx="146520" cy="262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D94A237-B422-6A91-B386-E1AFF2CC5F0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22947" y="2189600"/>
                  <a:ext cx="1641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10854B-DFA8-BCBB-2161-3A02EC5EB29C}"/>
                    </a:ext>
                  </a:extLst>
                </p14:cNvPr>
                <p14:cNvContentPartPr/>
                <p14:nvPr/>
              </p14:nvContentPartPr>
              <p14:xfrm>
                <a:off x="7016987" y="2256560"/>
                <a:ext cx="182880" cy="127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10854B-DFA8-BCBB-2161-3A02EC5EB29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07987" y="2247560"/>
                  <a:ext cx="200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8C87CD-A0FE-56B2-DE18-14BC11120161}"/>
                    </a:ext>
                  </a:extLst>
                </p14:cNvPr>
                <p14:cNvContentPartPr/>
                <p14:nvPr/>
              </p14:nvContentPartPr>
              <p14:xfrm>
                <a:off x="7116347" y="2314520"/>
                <a:ext cx="49320" cy="168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8C87CD-A0FE-56B2-DE18-14BC1112016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07347" y="2305520"/>
                  <a:ext cx="66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5F75C2-59A0-028F-FA34-7B85C47DA2FB}"/>
                    </a:ext>
                  </a:extLst>
                </p14:cNvPr>
                <p14:cNvContentPartPr/>
                <p14:nvPr/>
              </p14:nvContentPartPr>
              <p14:xfrm>
                <a:off x="7236587" y="2256560"/>
                <a:ext cx="151920" cy="338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5F75C2-59A0-028F-FA34-7B85C47DA2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27947" y="2247560"/>
                  <a:ext cx="16956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61E7334-7125-6276-0730-FF311DFC1691}"/>
              </a:ext>
            </a:extLst>
          </p:cNvPr>
          <p:cNvGrpSpPr/>
          <p:nvPr/>
        </p:nvGrpSpPr>
        <p:grpSpPr>
          <a:xfrm>
            <a:off x="2721467" y="4064480"/>
            <a:ext cx="207000" cy="293040"/>
            <a:chOff x="2721467" y="4064480"/>
            <a:chExt cx="20700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92A8A91-2D37-8B07-62C1-CBA4E6414578}"/>
                    </a:ext>
                  </a:extLst>
                </p14:cNvPr>
                <p14:cNvContentPartPr/>
                <p14:nvPr/>
              </p14:nvContentPartPr>
              <p14:xfrm>
                <a:off x="2721467" y="4064480"/>
                <a:ext cx="207000" cy="137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92A8A91-2D37-8B07-62C1-CBA4E641457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12467" y="4055840"/>
                  <a:ext cx="224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C15BC33-26E6-2FD2-BE51-70845B7AEB79}"/>
                    </a:ext>
                  </a:extLst>
                </p14:cNvPr>
                <p14:cNvContentPartPr/>
                <p14:nvPr/>
              </p14:nvContentPartPr>
              <p14:xfrm>
                <a:off x="2811467" y="4110200"/>
                <a:ext cx="64440" cy="24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C15BC33-26E6-2FD2-BE51-70845B7AEB7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02827" y="4101200"/>
                  <a:ext cx="8208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3A4D001-7984-AF25-F38E-322ABD1D6676}"/>
              </a:ext>
            </a:extLst>
          </p:cNvPr>
          <p:cNvGrpSpPr/>
          <p:nvPr/>
        </p:nvGrpSpPr>
        <p:grpSpPr>
          <a:xfrm>
            <a:off x="5867147" y="2770640"/>
            <a:ext cx="1452600" cy="600840"/>
            <a:chOff x="5867147" y="2770640"/>
            <a:chExt cx="145260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39F5318-F379-AFDF-14B1-4807E8841380}"/>
                    </a:ext>
                  </a:extLst>
                </p14:cNvPr>
                <p14:cNvContentPartPr/>
                <p14:nvPr/>
              </p14:nvContentPartPr>
              <p14:xfrm>
                <a:off x="5867147" y="3028400"/>
                <a:ext cx="53280" cy="343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39F5318-F379-AFDF-14B1-4807E88413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58147" y="3019760"/>
                  <a:ext cx="709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FE18D7D-090E-5588-933B-641A37299539}"/>
                    </a:ext>
                  </a:extLst>
                </p14:cNvPr>
                <p14:cNvContentPartPr/>
                <p14:nvPr/>
              </p14:nvContentPartPr>
              <p14:xfrm>
                <a:off x="5955707" y="2973680"/>
                <a:ext cx="97560" cy="109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FE18D7D-090E-5588-933B-641A372995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47067" y="2965040"/>
                  <a:ext cx="115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BFA3D57-CC9F-68A0-A3D8-B0752C6E06BD}"/>
                    </a:ext>
                  </a:extLst>
                </p14:cNvPr>
                <p14:cNvContentPartPr/>
                <p14:nvPr/>
              </p14:nvContentPartPr>
              <p14:xfrm>
                <a:off x="6127427" y="2996000"/>
                <a:ext cx="163800" cy="60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BFA3D57-CC9F-68A0-A3D8-B0752C6E06B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18427" y="2987000"/>
                  <a:ext cx="181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45B7307-C08D-F765-D268-8D4D7886A103}"/>
                    </a:ext>
                  </a:extLst>
                </p14:cNvPr>
                <p14:cNvContentPartPr/>
                <p14:nvPr/>
              </p14:nvContentPartPr>
              <p14:xfrm>
                <a:off x="6338027" y="2781800"/>
                <a:ext cx="310680" cy="311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45B7307-C08D-F765-D268-8D4D7886A1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29027" y="2773160"/>
                  <a:ext cx="3283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EE3D178-BE47-CC48-806A-A668691E38A9}"/>
                    </a:ext>
                  </a:extLst>
                </p14:cNvPr>
                <p14:cNvContentPartPr/>
                <p14:nvPr/>
              </p14:nvContentPartPr>
              <p14:xfrm>
                <a:off x="6770747" y="2774240"/>
                <a:ext cx="149760" cy="29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EE3D178-BE47-CC48-806A-A668691E38A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61747" y="2765600"/>
                  <a:ext cx="1674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BE6EF10-10D8-244B-749A-E352C969E85C}"/>
                    </a:ext>
                  </a:extLst>
                </p14:cNvPr>
                <p14:cNvContentPartPr/>
                <p14:nvPr/>
              </p14:nvContentPartPr>
              <p14:xfrm>
                <a:off x="7004027" y="2826080"/>
                <a:ext cx="89640" cy="203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BE6EF10-10D8-244B-749A-E352C969E85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95387" y="2817080"/>
                  <a:ext cx="107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04C2A5C-A266-494B-94E1-4C02DC4E48E5}"/>
                    </a:ext>
                  </a:extLst>
                </p14:cNvPr>
                <p14:cNvContentPartPr/>
                <p14:nvPr/>
              </p14:nvContentPartPr>
              <p14:xfrm>
                <a:off x="7190867" y="2770640"/>
                <a:ext cx="128880" cy="348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04C2A5C-A266-494B-94E1-4C02DC4E48E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81867" y="2761640"/>
                  <a:ext cx="146520" cy="36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398818D-9672-AAD8-D6EC-B60652A5DB5D}"/>
                  </a:ext>
                </a:extLst>
              </p14:cNvPr>
              <p14:cNvContentPartPr/>
              <p14:nvPr/>
            </p14:nvContentPartPr>
            <p14:xfrm>
              <a:off x="2612747" y="3491360"/>
              <a:ext cx="228240" cy="2275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398818D-9672-AAD8-D6EC-B60652A5DB5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604107" y="3482720"/>
                <a:ext cx="2458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93B4A89-D176-CE55-1C8A-C13B015D4518}"/>
                  </a:ext>
                </a:extLst>
              </p14:cNvPr>
              <p14:cNvContentPartPr/>
              <p14:nvPr/>
            </p14:nvContentPartPr>
            <p14:xfrm>
              <a:off x="2195867" y="3395787"/>
              <a:ext cx="432360" cy="741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93B4A89-D176-CE55-1C8A-C13B015D451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187227" y="3387147"/>
                <a:ext cx="45000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A07D0838-DD18-8607-4CE5-27857BE8980C}"/>
              </a:ext>
            </a:extLst>
          </p:cNvPr>
          <p:cNvGrpSpPr/>
          <p:nvPr/>
        </p:nvGrpSpPr>
        <p:grpSpPr>
          <a:xfrm>
            <a:off x="5886947" y="3479307"/>
            <a:ext cx="913680" cy="585720"/>
            <a:chOff x="5886947" y="3479307"/>
            <a:chExt cx="913680" cy="58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219D1F4-1E3A-FCEA-9AF3-04E8241EC13B}"/>
                    </a:ext>
                  </a:extLst>
                </p14:cNvPr>
                <p14:cNvContentPartPr/>
                <p14:nvPr/>
              </p14:nvContentPartPr>
              <p14:xfrm>
                <a:off x="5886947" y="3791787"/>
                <a:ext cx="51840" cy="273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219D1F4-1E3A-FCEA-9AF3-04E8241EC13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78307" y="3782787"/>
                  <a:ext cx="69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8C0D6F-56A1-13D7-A147-AF54B2EE55A4}"/>
                    </a:ext>
                  </a:extLst>
                </p14:cNvPr>
                <p14:cNvContentPartPr/>
                <p14:nvPr/>
              </p14:nvContentPartPr>
              <p14:xfrm>
                <a:off x="5957867" y="3703227"/>
                <a:ext cx="136080" cy="108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E8C0D6F-56A1-13D7-A147-AF54B2EE55A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48867" y="3694587"/>
                  <a:ext cx="153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F95F35-CA59-53FA-F6BE-75BD70E990B3}"/>
                    </a:ext>
                  </a:extLst>
                </p14:cNvPr>
                <p14:cNvContentPartPr/>
                <p14:nvPr/>
              </p14:nvContentPartPr>
              <p14:xfrm>
                <a:off x="6097547" y="3712587"/>
                <a:ext cx="123120" cy="74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F95F35-CA59-53FA-F6BE-75BD70E990B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88547" y="3703947"/>
                  <a:ext cx="1407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28307BC-1349-0BF9-B197-94B87B81E704}"/>
                    </a:ext>
                  </a:extLst>
                </p14:cNvPr>
                <p14:cNvContentPartPr/>
                <p14:nvPr/>
              </p14:nvContentPartPr>
              <p14:xfrm>
                <a:off x="6277187" y="3682707"/>
                <a:ext cx="80280" cy="290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28307BC-1349-0BF9-B197-94B87B81E7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68187" y="3673707"/>
                  <a:ext cx="979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BC7FFC4-EB64-BBD4-5FA9-928E030DBA97}"/>
                    </a:ext>
                  </a:extLst>
                </p14:cNvPr>
                <p14:cNvContentPartPr/>
                <p14:nvPr/>
              </p14:nvContentPartPr>
              <p14:xfrm>
                <a:off x="6349547" y="3600627"/>
                <a:ext cx="83160" cy="103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BC7FFC4-EB64-BBD4-5FA9-928E030DBA9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40907" y="3591627"/>
                  <a:ext cx="100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687BA2-17BB-4F61-132D-ABDBD770ADCC}"/>
                    </a:ext>
                  </a:extLst>
                </p14:cNvPr>
                <p14:cNvContentPartPr/>
                <p14:nvPr/>
              </p14:nvContentPartPr>
              <p14:xfrm>
                <a:off x="6548267" y="3528987"/>
                <a:ext cx="140760" cy="215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D687BA2-17BB-4F61-132D-ABDBD770ADC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39627" y="3520347"/>
                  <a:ext cx="1584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E2D8EB7-0BC3-0DE2-AE01-E90AF572B38A}"/>
                    </a:ext>
                  </a:extLst>
                </p14:cNvPr>
                <p14:cNvContentPartPr/>
                <p14:nvPr/>
              </p14:nvContentPartPr>
              <p14:xfrm>
                <a:off x="6739787" y="3479307"/>
                <a:ext cx="60840" cy="273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E2D8EB7-0BC3-0DE2-AE01-E90AF572B38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31147" y="3470667"/>
                  <a:ext cx="784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71C6814-7197-C7CC-F928-CC1FE1F4DBB6}"/>
              </a:ext>
            </a:extLst>
          </p:cNvPr>
          <p:cNvGrpSpPr/>
          <p:nvPr/>
        </p:nvGrpSpPr>
        <p:grpSpPr>
          <a:xfrm>
            <a:off x="7849307" y="3427467"/>
            <a:ext cx="1059840" cy="444960"/>
            <a:chOff x="7849307" y="3427467"/>
            <a:chExt cx="1059840" cy="44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6703231-A979-E183-2A32-188223732BF2}"/>
                    </a:ext>
                  </a:extLst>
                </p14:cNvPr>
                <p14:cNvContentPartPr/>
                <p14:nvPr/>
              </p14:nvContentPartPr>
              <p14:xfrm>
                <a:off x="7849307" y="3479307"/>
                <a:ext cx="212400" cy="194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6703231-A979-E183-2A32-188223732BF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40307" y="3470307"/>
                  <a:ext cx="230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FBDD43D-DD47-3371-10A3-ED4D4EA0EB47}"/>
                    </a:ext>
                  </a:extLst>
                </p14:cNvPr>
                <p14:cNvContentPartPr/>
                <p14:nvPr/>
              </p14:nvContentPartPr>
              <p14:xfrm>
                <a:off x="8086187" y="3604227"/>
                <a:ext cx="150840" cy="52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FBDD43D-DD47-3371-10A3-ED4D4EA0EB4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77547" y="3595587"/>
                  <a:ext cx="16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3F4087-EB72-C1B6-9B1B-6EAE6CA8C49B}"/>
                    </a:ext>
                  </a:extLst>
                </p14:cNvPr>
                <p14:cNvContentPartPr/>
                <p14:nvPr/>
              </p14:nvContentPartPr>
              <p14:xfrm>
                <a:off x="8278067" y="3465267"/>
                <a:ext cx="75600" cy="184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3F4087-EB72-C1B6-9B1B-6EAE6CA8C49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69427" y="3456267"/>
                  <a:ext cx="93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FE6B777-05A1-659E-ABD3-B6A94C42497F}"/>
                    </a:ext>
                  </a:extLst>
                </p14:cNvPr>
                <p14:cNvContentPartPr/>
                <p14:nvPr/>
              </p14:nvContentPartPr>
              <p14:xfrm>
                <a:off x="8258627" y="3501267"/>
                <a:ext cx="185400" cy="35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FE6B777-05A1-659E-ABD3-B6A94C42497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249627" y="3492267"/>
                  <a:ext cx="203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6097D87-E1C2-2DE4-5059-C4E362B1ACCE}"/>
                    </a:ext>
                  </a:extLst>
                </p14:cNvPr>
                <p14:cNvContentPartPr/>
                <p14:nvPr/>
              </p14:nvContentPartPr>
              <p14:xfrm>
                <a:off x="8353307" y="3634467"/>
                <a:ext cx="59760" cy="237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6097D87-E1C2-2DE4-5059-C4E362B1ACC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44667" y="3625467"/>
                  <a:ext cx="77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513D0B5-9F96-8946-C773-E1756260B17F}"/>
                    </a:ext>
                  </a:extLst>
                </p14:cNvPr>
                <p14:cNvContentPartPr/>
                <p14:nvPr/>
              </p14:nvContentPartPr>
              <p14:xfrm>
                <a:off x="8440067" y="3574347"/>
                <a:ext cx="65880" cy="80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513D0B5-9F96-8946-C773-E1756260B17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31067" y="3565347"/>
                  <a:ext cx="83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85D671-5B57-B5CD-E8B9-9E12F4BFBF10}"/>
                    </a:ext>
                  </a:extLst>
                </p14:cNvPr>
                <p14:cNvContentPartPr/>
                <p14:nvPr/>
              </p14:nvContentPartPr>
              <p14:xfrm>
                <a:off x="8576507" y="3595227"/>
                <a:ext cx="128160" cy="34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85D671-5B57-B5CD-E8B9-9E12F4BFBF1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67507" y="3586587"/>
                  <a:ext cx="145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9802CBA-F395-1EE7-2826-96D885916B1E}"/>
                    </a:ext>
                  </a:extLst>
                </p14:cNvPr>
                <p14:cNvContentPartPr/>
                <p14:nvPr/>
              </p14:nvContentPartPr>
              <p14:xfrm>
                <a:off x="8782427" y="3427467"/>
                <a:ext cx="34200" cy="19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9802CBA-F395-1EE7-2826-96D885916B1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73427" y="3418827"/>
                  <a:ext cx="51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FF66A93-7AC1-6C4E-D7AF-B63747064531}"/>
                    </a:ext>
                  </a:extLst>
                </p14:cNvPr>
                <p14:cNvContentPartPr/>
                <p14:nvPr/>
              </p14:nvContentPartPr>
              <p14:xfrm>
                <a:off x="8725187" y="3515667"/>
                <a:ext cx="183960" cy="6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FF66A93-7AC1-6C4E-D7AF-B6374706453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16547" y="3506667"/>
                  <a:ext cx="20160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40BB48D-F4A4-01B4-B56E-AAF4663FC237}"/>
                  </a:ext>
                </a:extLst>
              </p14:cNvPr>
              <p14:cNvContentPartPr/>
              <p14:nvPr/>
            </p14:nvContentPartPr>
            <p14:xfrm>
              <a:off x="9356627" y="3353667"/>
              <a:ext cx="98640" cy="1944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40BB48D-F4A4-01B4-B56E-AAF4663FC23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347987" y="3345027"/>
                <a:ext cx="116280" cy="21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1016ACD9-25FE-267D-DDB8-EB8089BF7845}"/>
              </a:ext>
            </a:extLst>
          </p:cNvPr>
          <p:cNvGrpSpPr/>
          <p:nvPr/>
        </p:nvGrpSpPr>
        <p:grpSpPr>
          <a:xfrm>
            <a:off x="9623747" y="3310107"/>
            <a:ext cx="343440" cy="266040"/>
            <a:chOff x="9623747" y="3310107"/>
            <a:chExt cx="34344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0E74DE5-A636-3DE8-C0AE-4ACDD2D26DDF}"/>
                    </a:ext>
                  </a:extLst>
                </p14:cNvPr>
                <p14:cNvContentPartPr/>
                <p14:nvPr/>
              </p14:nvContentPartPr>
              <p14:xfrm>
                <a:off x="9623747" y="3359067"/>
                <a:ext cx="131760" cy="1771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0E74DE5-A636-3DE8-C0AE-4ACDD2D26DD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615107" y="3350067"/>
                  <a:ext cx="149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CD3775E-79A9-FA08-04D0-327BA55E9835}"/>
                    </a:ext>
                  </a:extLst>
                </p14:cNvPr>
                <p14:cNvContentPartPr/>
                <p14:nvPr/>
              </p14:nvContentPartPr>
              <p14:xfrm>
                <a:off x="9846587" y="3310107"/>
                <a:ext cx="120600" cy="266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CD3775E-79A9-FA08-04D0-327BA55E983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837587" y="3301107"/>
                  <a:ext cx="13824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75AF1EB-757B-5F33-19F1-27BC02F16E1D}"/>
                  </a:ext>
                </a:extLst>
              </p14:cNvPr>
              <p14:cNvContentPartPr/>
              <p14:nvPr/>
            </p14:nvContentPartPr>
            <p14:xfrm>
              <a:off x="1057547" y="4121360"/>
              <a:ext cx="34920" cy="1936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75AF1EB-757B-5F33-19F1-27BC02F16E1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48547" y="4112720"/>
                <a:ext cx="52560" cy="21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076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3F786-AD8B-D396-4731-3C65DF23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Stack using a linked structure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F32B83-0392-53FF-24B1-0E78E844E83E}"/>
              </a:ext>
            </a:extLst>
          </p:cNvPr>
          <p:cNvGrpSpPr/>
          <p:nvPr/>
        </p:nvGrpSpPr>
        <p:grpSpPr>
          <a:xfrm>
            <a:off x="694667" y="1732040"/>
            <a:ext cx="1294920" cy="1086480"/>
            <a:chOff x="694667" y="1732040"/>
            <a:chExt cx="1294920" cy="10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CBB56C-A8A0-19D5-2EC1-0A9916957C73}"/>
                    </a:ext>
                  </a:extLst>
                </p14:cNvPr>
                <p14:cNvContentPartPr/>
                <p14:nvPr/>
              </p14:nvContentPartPr>
              <p14:xfrm>
                <a:off x="849107" y="2274560"/>
                <a:ext cx="1127520" cy="56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CBB56C-A8A0-19D5-2EC1-0A9916957C7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0107" y="2265560"/>
                  <a:ext cx="1145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B3065A-E7C2-0195-1A4A-D40C5E3483BA}"/>
                    </a:ext>
                  </a:extLst>
                </p14:cNvPr>
                <p14:cNvContentPartPr/>
                <p14:nvPr/>
              </p14:nvContentPartPr>
              <p14:xfrm>
                <a:off x="819947" y="2364200"/>
                <a:ext cx="1169640" cy="454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B3065A-E7C2-0195-1A4A-D40C5E3483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1307" y="2355200"/>
                  <a:ext cx="118728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22AA7E-D07D-3869-7682-EC2E56FF6778}"/>
                    </a:ext>
                  </a:extLst>
                </p14:cNvPr>
                <p14:cNvContentPartPr/>
                <p14:nvPr/>
              </p14:nvContentPartPr>
              <p14:xfrm>
                <a:off x="1881587" y="2315240"/>
                <a:ext cx="83160" cy="410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22AA7E-D07D-3869-7682-EC2E56FF677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72587" y="2306240"/>
                  <a:ext cx="10080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4AED61-594F-27F9-0511-8DF41AF2A5D9}"/>
                    </a:ext>
                  </a:extLst>
                </p14:cNvPr>
                <p14:cNvContentPartPr/>
                <p14:nvPr/>
              </p14:nvContentPartPr>
              <p14:xfrm>
                <a:off x="694667" y="2052080"/>
                <a:ext cx="228240" cy="144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4AED61-594F-27F9-0511-8DF41AF2A5D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5667" y="2043440"/>
                  <a:ext cx="245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A4438C-6A7B-F919-D1D2-BC843A8E8B87}"/>
                    </a:ext>
                  </a:extLst>
                </p14:cNvPr>
                <p14:cNvContentPartPr/>
                <p14:nvPr/>
              </p14:nvContentPartPr>
              <p14:xfrm>
                <a:off x="962507" y="2039120"/>
                <a:ext cx="91440" cy="38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A4438C-6A7B-F919-D1D2-BC843A8E8B8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3867" y="2030120"/>
                  <a:ext cx="109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885F44-EC69-9DD0-C594-05BD21658C4E}"/>
                    </a:ext>
                  </a:extLst>
                </p14:cNvPr>
                <p14:cNvContentPartPr/>
                <p14:nvPr/>
              </p14:nvContentPartPr>
              <p14:xfrm>
                <a:off x="921827" y="2024000"/>
                <a:ext cx="162000" cy="17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885F44-EC69-9DD0-C594-05BD21658C4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3187" y="2015000"/>
                  <a:ext cx="179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47FD85-1933-492E-A875-7036000C4E6F}"/>
                    </a:ext>
                  </a:extLst>
                </p14:cNvPr>
                <p14:cNvContentPartPr/>
                <p14:nvPr/>
              </p14:nvContentPartPr>
              <p14:xfrm>
                <a:off x="1147187" y="1877840"/>
                <a:ext cx="180720" cy="235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47FD85-1933-492E-A875-7036000C4E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38187" y="1869200"/>
                  <a:ext cx="1983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6E74DB-AAE8-3304-0762-0576B3D0B686}"/>
                    </a:ext>
                  </a:extLst>
                </p14:cNvPr>
                <p14:cNvContentPartPr/>
                <p14:nvPr/>
              </p14:nvContentPartPr>
              <p14:xfrm>
                <a:off x="1322867" y="1844000"/>
                <a:ext cx="117000" cy="256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6E74DB-AAE8-3304-0762-0576B3D0B68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4227" y="1835360"/>
                  <a:ext cx="134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66A9D0-C479-E278-E9A5-D1AB0A66802C}"/>
                    </a:ext>
                  </a:extLst>
                </p14:cNvPr>
                <p14:cNvContentPartPr/>
                <p14:nvPr/>
              </p14:nvContentPartPr>
              <p14:xfrm>
                <a:off x="1344107" y="1953080"/>
                <a:ext cx="277920" cy="119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66A9D0-C479-E278-E9A5-D1AB0A66802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35467" y="1944440"/>
                  <a:ext cx="295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06324A3-B027-CD6D-A5DB-85B03871A940}"/>
                    </a:ext>
                  </a:extLst>
                </p14:cNvPr>
                <p14:cNvContentPartPr/>
                <p14:nvPr/>
              </p14:nvContentPartPr>
              <p14:xfrm>
                <a:off x="1663067" y="1980440"/>
                <a:ext cx="83880" cy="67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06324A3-B027-CD6D-A5DB-85B03871A9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54427" y="1971440"/>
                  <a:ext cx="101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16821DA-44BD-DEB7-9A69-B9BBB248C016}"/>
                    </a:ext>
                  </a:extLst>
                </p14:cNvPr>
                <p14:cNvContentPartPr/>
                <p14:nvPr/>
              </p14:nvContentPartPr>
              <p14:xfrm>
                <a:off x="1776827" y="1732040"/>
                <a:ext cx="145440" cy="328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16821DA-44BD-DEB7-9A69-B9BBB248C0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68187" y="1723040"/>
                  <a:ext cx="1630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B9837B-B2BB-00F9-2B82-341DDB297704}"/>
                    </a:ext>
                  </a:extLst>
                </p14:cNvPr>
                <p14:cNvContentPartPr/>
                <p14:nvPr/>
              </p14:nvContentPartPr>
              <p14:xfrm>
                <a:off x="1760987" y="2462120"/>
                <a:ext cx="4248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B9837B-B2BB-00F9-2B82-341DDB29770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52347" y="2453120"/>
                  <a:ext cx="60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F1B297F-3E91-FE4E-EDEA-0E840986E8E4}"/>
                    </a:ext>
                  </a:extLst>
                </p14:cNvPr>
                <p14:cNvContentPartPr/>
                <p14:nvPr/>
              </p14:nvContentPartPr>
              <p14:xfrm>
                <a:off x="1332947" y="2448800"/>
                <a:ext cx="113400" cy="89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F1B297F-3E91-FE4E-EDEA-0E840986E8E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24307" y="2439800"/>
                  <a:ext cx="1310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067DA88-2557-2B93-3CCE-F0DF7C0836D7}"/>
              </a:ext>
            </a:extLst>
          </p:cNvPr>
          <p:cNvGrpSpPr/>
          <p:nvPr/>
        </p:nvGrpSpPr>
        <p:grpSpPr>
          <a:xfrm>
            <a:off x="5105747" y="2360960"/>
            <a:ext cx="348480" cy="94680"/>
            <a:chOff x="5105747" y="2360960"/>
            <a:chExt cx="348480" cy="9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7DA0BAA-7B5E-B6C5-1814-69C21821A1FD}"/>
                    </a:ext>
                  </a:extLst>
                </p14:cNvPr>
                <p14:cNvContentPartPr/>
                <p14:nvPr/>
              </p14:nvContentPartPr>
              <p14:xfrm>
                <a:off x="5105747" y="2385800"/>
                <a:ext cx="130680" cy="69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7DA0BAA-7B5E-B6C5-1814-69C21821A1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7107" y="2377160"/>
                  <a:ext cx="148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7284B64-8123-A7E7-8089-C59641562989}"/>
                    </a:ext>
                  </a:extLst>
                </p14:cNvPr>
                <p14:cNvContentPartPr/>
                <p14:nvPr/>
              </p14:nvContentPartPr>
              <p14:xfrm>
                <a:off x="5306987" y="2360960"/>
                <a:ext cx="147240" cy="6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7284B64-8123-A7E7-8089-C5964156298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98347" y="2351960"/>
                  <a:ext cx="16488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DF0A1C-29CC-4925-E936-884502396589}"/>
              </a:ext>
            </a:extLst>
          </p:cNvPr>
          <p:cNvGrpSpPr/>
          <p:nvPr/>
        </p:nvGrpSpPr>
        <p:grpSpPr>
          <a:xfrm>
            <a:off x="5985587" y="2105360"/>
            <a:ext cx="928440" cy="586440"/>
            <a:chOff x="5985587" y="2105360"/>
            <a:chExt cx="928440" cy="58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38B8439-B011-1EDE-36A8-41C6BE2BB323}"/>
                    </a:ext>
                  </a:extLst>
                </p14:cNvPr>
                <p14:cNvContentPartPr/>
                <p14:nvPr/>
              </p14:nvContentPartPr>
              <p14:xfrm>
                <a:off x="5985587" y="2313800"/>
                <a:ext cx="105840" cy="100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38B8439-B011-1EDE-36A8-41C6BE2BB3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76947" y="2305160"/>
                  <a:ext cx="123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E83784-C511-2939-DB2C-7EE64F53ABBE}"/>
                    </a:ext>
                  </a:extLst>
                </p14:cNvPr>
                <p14:cNvContentPartPr/>
                <p14:nvPr/>
              </p14:nvContentPartPr>
              <p14:xfrm>
                <a:off x="6161267" y="2325320"/>
                <a:ext cx="267480" cy="59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E83784-C511-2939-DB2C-7EE64F53ABB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52267" y="2316680"/>
                  <a:ext cx="285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881EB52-D8C3-BBBA-62E9-F981D4009B0B}"/>
                    </a:ext>
                  </a:extLst>
                </p14:cNvPr>
                <p14:cNvContentPartPr/>
                <p14:nvPr/>
              </p14:nvContentPartPr>
              <p14:xfrm>
                <a:off x="6427667" y="2329640"/>
                <a:ext cx="52200" cy="224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881EB52-D8C3-BBBA-62E9-F981D4009B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19027" y="2320640"/>
                  <a:ext cx="69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12BA244-51BF-4282-B64D-48807EC0221B}"/>
                    </a:ext>
                  </a:extLst>
                </p14:cNvPr>
                <p14:cNvContentPartPr/>
                <p14:nvPr/>
              </p14:nvContentPartPr>
              <p14:xfrm>
                <a:off x="6487787" y="2297960"/>
                <a:ext cx="65880" cy="7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12BA244-51BF-4282-B64D-48807EC0221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79147" y="2288960"/>
                  <a:ext cx="835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C0CBF5-49F4-EF8D-C828-F7001F988C44}"/>
                    </a:ext>
                  </a:extLst>
                </p14:cNvPr>
                <p14:cNvContentPartPr/>
                <p14:nvPr/>
              </p14:nvContentPartPr>
              <p14:xfrm>
                <a:off x="6683627" y="2105360"/>
                <a:ext cx="86760" cy="265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C0CBF5-49F4-EF8D-C828-F7001F988C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74627" y="2096360"/>
                  <a:ext cx="104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E459661-41B9-1E36-6A74-BFEC08471F7C}"/>
                    </a:ext>
                  </a:extLst>
                </p14:cNvPr>
                <p14:cNvContentPartPr/>
                <p14:nvPr/>
              </p14:nvContentPartPr>
              <p14:xfrm>
                <a:off x="6601547" y="2262680"/>
                <a:ext cx="162000" cy="23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E459661-41B9-1E36-6A74-BFEC08471F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92547" y="2253680"/>
                  <a:ext cx="179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0891B03-DDDB-2E74-ADDF-EEA14504FC5A}"/>
                    </a:ext>
                  </a:extLst>
                </p14:cNvPr>
                <p14:cNvContentPartPr/>
                <p14:nvPr/>
              </p14:nvContentPartPr>
              <p14:xfrm>
                <a:off x="6809987" y="2303360"/>
                <a:ext cx="71280" cy="25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0891B03-DDDB-2E74-ADDF-EEA14504FC5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00987" y="2294360"/>
                  <a:ext cx="889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71A1711-B313-5B7A-29A3-300B966C1E83}"/>
                    </a:ext>
                  </a:extLst>
                </p14:cNvPr>
                <p14:cNvContentPartPr/>
                <p14:nvPr/>
              </p14:nvContentPartPr>
              <p14:xfrm>
                <a:off x="6711347" y="2295800"/>
                <a:ext cx="202680" cy="396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71A1711-B313-5B7A-29A3-300B966C1E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02707" y="2286800"/>
                  <a:ext cx="220320" cy="41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5704370-49D0-B82E-1263-CE0B79B88EE4}"/>
              </a:ext>
            </a:extLst>
          </p:cNvPr>
          <p:cNvGrpSpPr/>
          <p:nvPr/>
        </p:nvGrpSpPr>
        <p:grpSpPr>
          <a:xfrm>
            <a:off x="7335947" y="1938320"/>
            <a:ext cx="857880" cy="409320"/>
            <a:chOff x="7335947" y="1938320"/>
            <a:chExt cx="85788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C32AF6-8816-FE41-2C56-7730E33CC003}"/>
                    </a:ext>
                  </a:extLst>
                </p14:cNvPr>
                <p14:cNvContentPartPr/>
                <p14:nvPr/>
              </p14:nvContentPartPr>
              <p14:xfrm>
                <a:off x="7335947" y="2196800"/>
                <a:ext cx="127440" cy="150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C32AF6-8816-FE41-2C56-7730E33CC00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27307" y="2188160"/>
                  <a:ext cx="145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D973656-6F30-07C0-5108-E21CEC309D6D}"/>
                    </a:ext>
                  </a:extLst>
                </p14:cNvPr>
                <p14:cNvContentPartPr/>
                <p14:nvPr/>
              </p14:nvContentPartPr>
              <p14:xfrm>
                <a:off x="7531067" y="2042000"/>
                <a:ext cx="107280" cy="274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D973656-6F30-07C0-5108-E21CEC309D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22067" y="2033360"/>
                  <a:ext cx="124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EF56D27-C8F3-4638-21A6-2D20DF3BABC8}"/>
                    </a:ext>
                  </a:extLst>
                </p14:cNvPr>
                <p14:cNvContentPartPr/>
                <p14:nvPr/>
              </p14:nvContentPartPr>
              <p14:xfrm>
                <a:off x="7480307" y="2166200"/>
                <a:ext cx="335160" cy="92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EF56D27-C8F3-4638-21A6-2D20DF3BAB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71667" y="2157560"/>
                  <a:ext cx="352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5B6D397-CB26-5AB3-BB78-DCCD84AD16E5}"/>
                    </a:ext>
                  </a:extLst>
                </p14:cNvPr>
                <p14:cNvContentPartPr/>
                <p14:nvPr/>
              </p14:nvContentPartPr>
              <p14:xfrm>
                <a:off x="7843907" y="2186360"/>
                <a:ext cx="98280" cy="84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5B6D397-CB26-5AB3-BB78-DCCD84AD16E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35267" y="2177360"/>
                  <a:ext cx="115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13B31C6-5C83-1296-B46C-4AE2830E83BB}"/>
                    </a:ext>
                  </a:extLst>
                </p14:cNvPr>
                <p14:cNvContentPartPr/>
                <p14:nvPr/>
              </p14:nvContentPartPr>
              <p14:xfrm>
                <a:off x="8023907" y="1938320"/>
                <a:ext cx="169920" cy="337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13B31C6-5C83-1296-B46C-4AE2830E83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15267" y="1929320"/>
                  <a:ext cx="187560" cy="35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272701C-0D41-6F2F-673A-41F09F37F116}"/>
                  </a:ext>
                </a:extLst>
              </p14:cNvPr>
              <p14:cNvContentPartPr/>
              <p14:nvPr/>
            </p14:nvContentPartPr>
            <p14:xfrm>
              <a:off x="800867" y="3613400"/>
              <a:ext cx="27360" cy="306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272701C-0D41-6F2F-673A-41F09F37F11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1867" y="3604400"/>
                <a:ext cx="450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1E67F98-03E7-2A61-437A-3F3A0B6AFA7F}"/>
                  </a:ext>
                </a:extLst>
              </p14:cNvPr>
              <p14:cNvContentPartPr/>
              <p14:nvPr/>
            </p14:nvContentPartPr>
            <p14:xfrm>
              <a:off x="813467" y="3514040"/>
              <a:ext cx="974880" cy="411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1E67F98-03E7-2A61-437A-3F3A0B6AFA7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4467" y="3505040"/>
                <a:ext cx="99252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8CE204D-31F3-47FE-F20D-354373AF72A0}"/>
                  </a:ext>
                </a:extLst>
              </p14:cNvPr>
              <p14:cNvContentPartPr/>
              <p14:nvPr/>
            </p14:nvContentPartPr>
            <p14:xfrm>
              <a:off x="623747" y="3381920"/>
              <a:ext cx="222480" cy="781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8CE204D-31F3-47FE-F20D-354373AF72A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5107" y="3372920"/>
                <a:ext cx="2401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B877CC4-DCB0-1319-A8F0-3E83A02FFFEF}"/>
                  </a:ext>
                </a:extLst>
              </p14:cNvPr>
              <p14:cNvContentPartPr/>
              <p14:nvPr/>
            </p14:nvContentPartPr>
            <p14:xfrm>
              <a:off x="889427" y="3363560"/>
              <a:ext cx="73440" cy="266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B877CC4-DCB0-1319-A8F0-3E83A02FFFE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80787" y="3354560"/>
                <a:ext cx="910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81FFC5A-B95B-B2D7-5C58-C94ACF368F74}"/>
                  </a:ext>
                </a:extLst>
              </p14:cNvPr>
              <p14:cNvContentPartPr/>
              <p14:nvPr/>
            </p14:nvContentPartPr>
            <p14:xfrm>
              <a:off x="872147" y="3353840"/>
              <a:ext cx="127440" cy="1612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81FFC5A-B95B-B2D7-5C58-C94ACF368F7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3507" y="3344840"/>
                <a:ext cx="1450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20F3E71-EEF4-4826-CE38-5744AB667ADA}"/>
                  </a:ext>
                </a:extLst>
              </p14:cNvPr>
              <p14:cNvContentPartPr/>
              <p14:nvPr/>
            </p14:nvContentPartPr>
            <p14:xfrm>
              <a:off x="1113707" y="3224600"/>
              <a:ext cx="96120" cy="2034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20F3E71-EEF4-4826-CE38-5744AB667AD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04707" y="3215960"/>
                <a:ext cx="11376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A85D368-0076-BE1B-344B-30D0E3675DAB}"/>
                  </a:ext>
                </a:extLst>
              </p14:cNvPr>
              <p14:cNvContentPartPr/>
              <p14:nvPr/>
            </p14:nvContentPartPr>
            <p14:xfrm>
              <a:off x="1268147" y="3132440"/>
              <a:ext cx="68760" cy="256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A85D368-0076-BE1B-344B-30D0E3675DA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259147" y="3123800"/>
                <a:ext cx="8640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08E29F4-714C-108E-B6B3-3353C11C2D78}"/>
                  </a:ext>
                </a:extLst>
              </p14:cNvPr>
              <p14:cNvContentPartPr/>
              <p14:nvPr/>
            </p14:nvContentPartPr>
            <p14:xfrm>
              <a:off x="1255907" y="3267800"/>
              <a:ext cx="314280" cy="91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08E29F4-714C-108E-B6B3-3353C11C2D7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47267" y="3259160"/>
                <a:ext cx="3319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DE7252D-7476-B990-50C0-CC428373E740}"/>
                  </a:ext>
                </a:extLst>
              </p14:cNvPr>
              <p14:cNvContentPartPr/>
              <p14:nvPr/>
            </p14:nvContentPartPr>
            <p14:xfrm>
              <a:off x="1579547" y="3299480"/>
              <a:ext cx="89280" cy="61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DE7252D-7476-B990-50C0-CC428373E74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70907" y="3290840"/>
                <a:ext cx="1069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23859BD-35EA-A2FC-98B0-5AF2E2A3636A}"/>
                  </a:ext>
                </a:extLst>
              </p14:cNvPr>
              <p14:cNvContentPartPr/>
              <p14:nvPr/>
            </p14:nvContentPartPr>
            <p14:xfrm>
              <a:off x="1684307" y="3089600"/>
              <a:ext cx="156960" cy="266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23859BD-35EA-A2FC-98B0-5AF2E2A3636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675667" y="3080600"/>
                <a:ext cx="174600" cy="28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339A4CC1-B54A-03D7-C19C-FA783BFA9983}"/>
              </a:ext>
            </a:extLst>
          </p:cNvPr>
          <p:cNvGrpSpPr/>
          <p:nvPr/>
        </p:nvGrpSpPr>
        <p:grpSpPr>
          <a:xfrm>
            <a:off x="5762387" y="3280040"/>
            <a:ext cx="1386360" cy="640080"/>
            <a:chOff x="5762387" y="3280040"/>
            <a:chExt cx="1386360" cy="64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DFCDBA-2EA9-9824-6CC1-C5E824A7AE1E}"/>
                    </a:ext>
                  </a:extLst>
                </p14:cNvPr>
                <p14:cNvContentPartPr/>
                <p14:nvPr/>
              </p14:nvContentPartPr>
              <p14:xfrm>
                <a:off x="5762387" y="3638960"/>
                <a:ext cx="47520" cy="281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DFCDBA-2EA9-9824-6CC1-C5E824A7AE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53387" y="3630320"/>
                  <a:ext cx="65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709DAAD-BE0E-8D28-600C-E84225E6AD72}"/>
                    </a:ext>
                  </a:extLst>
                </p14:cNvPr>
                <p14:cNvContentPartPr/>
                <p14:nvPr/>
              </p14:nvContentPartPr>
              <p14:xfrm>
                <a:off x="5820347" y="3510800"/>
                <a:ext cx="112320" cy="132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709DAAD-BE0E-8D28-600C-E84225E6AD7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11347" y="3502160"/>
                  <a:ext cx="129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A6F704-48FC-E867-C040-05D9ED28A2CC}"/>
                    </a:ext>
                  </a:extLst>
                </p14:cNvPr>
                <p14:cNvContentPartPr/>
                <p14:nvPr/>
              </p14:nvContentPartPr>
              <p14:xfrm>
                <a:off x="6012947" y="3567680"/>
                <a:ext cx="157680" cy="68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A6F704-48FC-E867-C040-05D9ED28A2C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04307" y="3559040"/>
                  <a:ext cx="175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21F703D-0969-C031-2DD3-BC22DE51970F}"/>
                    </a:ext>
                  </a:extLst>
                </p14:cNvPr>
                <p14:cNvContentPartPr/>
                <p14:nvPr/>
              </p14:nvContentPartPr>
              <p14:xfrm>
                <a:off x="6190787" y="3334760"/>
                <a:ext cx="296640" cy="316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21F703D-0969-C031-2DD3-BC22DE51970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81787" y="3325760"/>
                  <a:ext cx="3142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B8A20DA-BE32-803D-8078-5424A812978A}"/>
                    </a:ext>
                  </a:extLst>
                </p14:cNvPr>
                <p14:cNvContentPartPr/>
                <p14:nvPr/>
              </p14:nvContentPartPr>
              <p14:xfrm>
                <a:off x="6609107" y="3367160"/>
                <a:ext cx="145440" cy="240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B8A20DA-BE32-803D-8078-5424A81297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00107" y="3358520"/>
                  <a:ext cx="1630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CC61F5-1BFF-5CB9-33FF-FDDF573D6075}"/>
                    </a:ext>
                  </a:extLst>
                </p14:cNvPr>
                <p14:cNvContentPartPr/>
                <p14:nvPr/>
              </p14:nvContentPartPr>
              <p14:xfrm>
                <a:off x="6791267" y="3387680"/>
                <a:ext cx="125640" cy="168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CC61F5-1BFF-5CB9-33FF-FDDF573D607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82267" y="3378680"/>
                  <a:ext cx="143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75D1CB2-D246-8384-9FC3-B0BBAEE5C1E2}"/>
                    </a:ext>
                  </a:extLst>
                </p14:cNvPr>
                <p14:cNvContentPartPr/>
                <p14:nvPr/>
              </p14:nvContentPartPr>
              <p14:xfrm>
                <a:off x="6906107" y="3340880"/>
                <a:ext cx="111600" cy="10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75D1CB2-D246-8384-9FC3-B0BBAEE5C1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97467" y="3332240"/>
                  <a:ext cx="129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AE70EC-52E0-219E-5D29-03094B62C4B1}"/>
                    </a:ext>
                  </a:extLst>
                </p14:cNvPr>
                <p14:cNvContentPartPr/>
                <p14:nvPr/>
              </p14:nvContentPartPr>
              <p14:xfrm>
                <a:off x="6983147" y="3280040"/>
                <a:ext cx="165600" cy="407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AE70EC-52E0-219E-5D29-03094B62C4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974147" y="3271040"/>
                  <a:ext cx="183240" cy="42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7CA3A9D-0B0C-C6B1-5BA3-5DB701922421}"/>
              </a:ext>
            </a:extLst>
          </p:cNvPr>
          <p:cNvGrpSpPr/>
          <p:nvPr/>
        </p:nvGrpSpPr>
        <p:grpSpPr>
          <a:xfrm>
            <a:off x="1475147" y="3572720"/>
            <a:ext cx="2025720" cy="1423800"/>
            <a:chOff x="1475147" y="3572720"/>
            <a:chExt cx="2025720" cy="14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405FD5-A8F1-7A4F-77F1-D3ACBE54A5A0}"/>
                    </a:ext>
                  </a:extLst>
                </p14:cNvPr>
                <p14:cNvContentPartPr/>
                <p14:nvPr/>
              </p14:nvContentPartPr>
              <p14:xfrm>
                <a:off x="1475147" y="3572720"/>
                <a:ext cx="1264320" cy="545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405FD5-A8F1-7A4F-77F1-D3ACBE54A5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466147" y="3563720"/>
                  <a:ext cx="128196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DA6472A-E5E7-4FF0-A609-90E8CAAADD75}"/>
                    </a:ext>
                  </a:extLst>
                </p14:cNvPr>
                <p14:cNvContentPartPr/>
                <p14:nvPr/>
              </p14:nvContentPartPr>
              <p14:xfrm>
                <a:off x="2546867" y="4032440"/>
                <a:ext cx="111960" cy="100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DA6472A-E5E7-4FF0-A609-90E8CAAADD7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37867" y="4023800"/>
                  <a:ext cx="129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92250C0-F459-B595-C7B5-89D1F0DCEE96}"/>
                    </a:ext>
                  </a:extLst>
                </p14:cNvPr>
                <p14:cNvContentPartPr/>
                <p14:nvPr/>
              </p14:nvContentPartPr>
              <p14:xfrm>
                <a:off x="2660987" y="4049000"/>
                <a:ext cx="138960" cy="109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92250C0-F459-B595-C7B5-89D1F0DCEE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51987" y="4040360"/>
                  <a:ext cx="156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E8FD281-990F-2CE4-ADD2-A60E3D62FEA5}"/>
                    </a:ext>
                  </a:extLst>
                </p14:cNvPr>
                <p14:cNvContentPartPr/>
                <p14:nvPr/>
              </p14:nvContentPartPr>
              <p14:xfrm>
                <a:off x="2116307" y="4225760"/>
                <a:ext cx="50040" cy="680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E8FD281-990F-2CE4-ADD2-A60E3D62FE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07307" y="4216760"/>
                  <a:ext cx="6768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F039CE-3E71-AD8C-7DC6-B885DDB76FBB}"/>
                    </a:ext>
                  </a:extLst>
                </p14:cNvPr>
                <p14:cNvContentPartPr/>
                <p14:nvPr/>
              </p14:nvContentPartPr>
              <p14:xfrm>
                <a:off x="2121347" y="4205960"/>
                <a:ext cx="1379520" cy="42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F039CE-3E71-AD8C-7DC6-B885DDB76FB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112707" y="4197320"/>
                  <a:ext cx="1397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9806AA7-A06B-3F0E-BFF1-A319D89FA045}"/>
                    </a:ext>
                  </a:extLst>
                </p14:cNvPr>
                <p14:cNvContentPartPr/>
                <p14:nvPr/>
              </p14:nvContentPartPr>
              <p14:xfrm>
                <a:off x="3352547" y="4213160"/>
                <a:ext cx="81000" cy="747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9806AA7-A06B-3F0E-BFF1-A319D89FA04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343907" y="4204160"/>
                  <a:ext cx="98640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E87D0C2-35B5-0D30-ED28-32E677D4DF8F}"/>
                    </a:ext>
                  </a:extLst>
                </p14:cNvPr>
                <p14:cNvContentPartPr/>
                <p14:nvPr/>
              </p14:nvContentPartPr>
              <p14:xfrm>
                <a:off x="2063027" y="4942160"/>
                <a:ext cx="1407960" cy="54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E87D0C2-35B5-0D30-ED28-32E677D4DF8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54027" y="4933160"/>
                  <a:ext cx="1425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1D3D229-60B2-0488-3FF8-1844C64D0619}"/>
                    </a:ext>
                  </a:extLst>
                </p14:cNvPr>
                <p14:cNvContentPartPr/>
                <p14:nvPr/>
              </p14:nvContentPartPr>
              <p14:xfrm>
                <a:off x="2137907" y="4583960"/>
                <a:ext cx="1314720" cy="58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1D3D229-60B2-0488-3FF8-1844C64D061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129267" y="4574960"/>
                  <a:ext cx="1332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C84F827-B10A-9FF1-64B0-BE9EEB2FE099}"/>
                    </a:ext>
                  </a:extLst>
                </p14:cNvPr>
                <p14:cNvContentPartPr/>
                <p14:nvPr/>
              </p14:nvContentPartPr>
              <p14:xfrm>
                <a:off x="2639387" y="4729760"/>
                <a:ext cx="128520" cy="106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C84F827-B10A-9FF1-64B0-BE9EEB2FE09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630387" y="4721120"/>
                  <a:ext cx="146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3638A5B-D2EE-EEB9-5670-4435266F1198}"/>
                    </a:ext>
                  </a:extLst>
                </p14:cNvPr>
                <p14:cNvContentPartPr/>
                <p14:nvPr/>
              </p14:nvContentPartPr>
              <p14:xfrm>
                <a:off x="2657387" y="4289120"/>
                <a:ext cx="129600" cy="184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3638A5B-D2EE-EEB9-5670-4435266F11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48387" y="4280480"/>
                  <a:ext cx="147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9DCCC8-462A-2B9F-B544-EB4D662EC4A7}"/>
                    </a:ext>
                  </a:extLst>
                </p14:cNvPr>
                <p14:cNvContentPartPr/>
                <p14:nvPr/>
              </p14:nvContentPartPr>
              <p14:xfrm>
                <a:off x="2677547" y="4293800"/>
                <a:ext cx="177120" cy="19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9DCCC8-462A-2B9F-B544-EB4D662EC4A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68907" y="4284800"/>
                  <a:ext cx="194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02BB9CE-0C55-EF1A-33D0-022E6DECBA86}"/>
                    </a:ext>
                  </a:extLst>
                </p14:cNvPr>
                <p14:cNvContentPartPr/>
                <p14:nvPr/>
              </p14:nvContentPartPr>
              <p14:xfrm>
                <a:off x="2116307" y="4907600"/>
                <a:ext cx="16920" cy="79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02BB9CE-0C55-EF1A-33D0-022E6DECBA8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07307" y="4898960"/>
                  <a:ext cx="34560" cy="96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9969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7702E6D-F067-5A51-2F73-E9460E38DF15}"/>
              </a:ext>
            </a:extLst>
          </p:cNvPr>
          <p:cNvGrpSpPr/>
          <p:nvPr/>
        </p:nvGrpSpPr>
        <p:grpSpPr>
          <a:xfrm>
            <a:off x="579467" y="231387"/>
            <a:ext cx="1362960" cy="896400"/>
            <a:chOff x="579467" y="231387"/>
            <a:chExt cx="136296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1BFC0FC-464E-EA46-0CAD-52BB558F3D56}"/>
                    </a:ext>
                  </a:extLst>
                </p14:cNvPr>
                <p14:cNvContentPartPr/>
                <p14:nvPr/>
              </p14:nvContentPartPr>
              <p14:xfrm>
                <a:off x="579467" y="592467"/>
                <a:ext cx="260640" cy="126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1BFC0FC-464E-EA46-0CAD-52BB558F3D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0827" y="583467"/>
                  <a:ext cx="278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111A18-83FE-78CC-837B-AAC0FC907323}"/>
                    </a:ext>
                  </a:extLst>
                </p14:cNvPr>
                <p14:cNvContentPartPr/>
                <p14:nvPr/>
              </p14:nvContentPartPr>
              <p14:xfrm>
                <a:off x="927227" y="576267"/>
                <a:ext cx="74880" cy="24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111A18-83FE-78CC-837B-AAC0FC9073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8227" y="567267"/>
                  <a:ext cx="92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D07FB77-2F62-3239-D338-DFB7F37D5F4B}"/>
                    </a:ext>
                  </a:extLst>
                </p14:cNvPr>
                <p14:cNvContentPartPr/>
                <p14:nvPr/>
              </p14:nvContentPartPr>
              <p14:xfrm>
                <a:off x="903827" y="572307"/>
                <a:ext cx="125280" cy="195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D07FB77-2F62-3239-D338-DFB7F37D5F4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5187" y="563667"/>
                  <a:ext cx="14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B23C3D0-0969-DE27-0A64-51E4951AE5A9}"/>
                    </a:ext>
                  </a:extLst>
                </p14:cNvPr>
                <p14:cNvContentPartPr/>
                <p14:nvPr/>
              </p14:nvContentPartPr>
              <p14:xfrm>
                <a:off x="1068347" y="374307"/>
                <a:ext cx="167760" cy="24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B23C3D0-0969-DE27-0A64-51E4951AE5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9707" y="365307"/>
                  <a:ext cx="185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1D31BD7-F94D-4317-2DEA-9BBD4CAFED7F}"/>
                    </a:ext>
                  </a:extLst>
                </p14:cNvPr>
                <p14:cNvContentPartPr/>
                <p14:nvPr/>
              </p14:nvContentPartPr>
              <p14:xfrm>
                <a:off x="1299107" y="350187"/>
                <a:ext cx="47160" cy="234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1D31BD7-F94D-4317-2DEA-9BBD4CAFED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0107" y="341547"/>
                  <a:ext cx="64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56A414-2DBE-1D10-0881-1680C24561E4}"/>
                    </a:ext>
                  </a:extLst>
                </p14:cNvPr>
                <p14:cNvContentPartPr/>
                <p14:nvPr/>
              </p14:nvContentPartPr>
              <p14:xfrm>
                <a:off x="1254467" y="486627"/>
                <a:ext cx="328320" cy="5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56A414-2DBE-1D10-0881-1680C24561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5827" y="477627"/>
                  <a:ext cx="345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7042F77-E025-F258-757E-2DA001AA2700}"/>
                    </a:ext>
                  </a:extLst>
                </p14:cNvPr>
                <p14:cNvContentPartPr/>
                <p14:nvPr/>
              </p14:nvContentPartPr>
              <p14:xfrm>
                <a:off x="1624187" y="475107"/>
                <a:ext cx="126000" cy="78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7042F77-E025-F258-757E-2DA001AA27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15547" y="466107"/>
                  <a:ext cx="143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0A3416-4465-65AD-6932-EB198A2D713C}"/>
                    </a:ext>
                  </a:extLst>
                </p14:cNvPr>
                <p14:cNvContentPartPr/>
                <p14:nvPr/>
              </p14:nvContentPartPr>
              <p14:xfrm>
                <a:off x="1785467" y="231387"/>
                <a:ext cx="156960" cy="36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0A3416-4465-65AD-6932-EB198A2D71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6827" y="222747"/>
                  <a:ext cx="1746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9414E8-99E1-E4C6-04D5-3A60A4FA251B}"/>
                    </a:ext>
                  </a:extLst>
                </p14:cNvPr>
                <p14:cNvContentPartPr/>
                <p14:nvPr/>
              </p14:nvContentPartPr>
              <p14:xfrm>
                <a:off x="1061507" y="800547"/>
                <a:ext cx="19800" cy="327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9414E8-99E1-E4C6-04D5-3A60A4FA25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2507" y="791547"/>
                  <a:ext cx="374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671618C-D6D7-E670-2160-16A84F905AD9}"/>
                    </a:ext>
                  </a:extLst>
                </p14:cNvPr>
                <p14:cNvContentPartPr/>
                <p14:nvPr/>
              </p14:nvContentPartPr>
              <p14:xfrm>
                <a:off x="973667" y="634947"/>
                <a:ext cx="774000" cy="47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671618C-D6D7-E670-2160-16A84F905A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027" y="625947"/>
                  <a:ext cx="79164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2FBE4D-6E38-C19A-432D-2B1197861279}"/>
                    </a:ext>
                  </a:extLst>
                </p14:cNvPr>
                <p14:cNvContentPartPr/>
                <p14:nvPr/>
              </p14:nvContentPartPr>
              <p14:xfrm>
                <a:off x="1322507" y="908907"/>
                <a:ext cx="75600" cy="36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2FBE4D-6E38-C19A-432D-2B11978612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13507" y="899907"/>
                  <a:ext cx="93240" cy="5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83F4BED-E221-D603-34C4-BA8FCEEA4C0A}"/>
                  </a:ext>
                </a:extLst>
              </p14:cNvPr>
              <p14:cNvContentPartPr/>
              <p14:nvPr/>
            </p14:nvContentPartPr>
            <p14:xfrm>
              <a:off x="2085347" y="3412520"/>
              <a:ext cx="51840" cy="72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83F4BED-E221-D603-34C4-BA8FCEEA4C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81027" y="3408200"/>
                <a:ext cx="6048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A780ACE-8853-8566-5B2B-A2A25A64109C}"/>
              </a:ext>
            </a:extLst>
          </p:cNvPr>
          <p:cNvGrpSpPr/>
          <p:nvPr/>
        </p:nvGrpSpPr>
        <p:grpSpPr>
          <a:xfrm>
            <a:off x="1322867" y="99800"/>
            <a:ext cx="9591840" cy="3654360"/>
            <a:chOff x="1322867" y="99800"/>
            <a:chExt cx="9591840" cy="36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DC7528-471F-28B6-C5DF-F3F4838E6EAE}"/>
                    </a:ext>
                  </a:extLst>
                </p14:cNvPr>
                <p14:cNvContentPartPr/>
                <p14:nvPr/>
              </p14:nvContentPartPr>
              <p14:xfrm>
                <a:off x="5462867" y="632600"/>
                <a:ext cx="9360" cy="27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DC7528-471F-28B6-C5DF-F3F4838E6E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58547" y="628280"/>
                  <a:ext cx="18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BB51B3-86B3-A919-7CDB-255CE71A137A}"/>
                    </a:ext>
                  </a:extLst>
                </p14:cNvPr>
                <p14:cNvContentPartPr/>
                <p14:nvPr/>
              </p14:nvContentPartPr>
              <p14:xfrm>
                <a:off x="5461067" y="405080"/>
                <a:ext cx="794160" cy="577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BB51B3-86B3-A919-7CDB-255CE71A13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56747" y="400760"/>
                  <a:ext cx="80280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07A58F-35C5-6911-BC85-3659B4C5E7F3}"/>
                    </a:ext>
                  </a:extLst>
                </p14:cNvPr>
                <p14:cNvContentPartPr/>
                <p14:nvPr/>
              </p14:nvContentPartPr>
              <p14:xfrm>
                <a:off x="5525147" y="183680"/>
                <a:ext cx="34200" cy="259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07A58F-35C5-6911-BC85-3659B4C5E7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20827" y="179360"/>
                  <a:ext cx="42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A4BB34F-39EA-84F5-B295-5A8FBD3B385D}"/>
                    </a:ext>
                  </a:extLst>
                </p14:cNvPr>
                <p14:cNvContentPartPr/>
                <p14:nvPr/>
              </p14:nvContentPartPr>
              <p14:xfrm>
                <a:off x="5439467" y="268280"/>
                <a:ext cx="206640" cy="38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A4BB34F-39EA-84F5-B295-5A8FBD3B385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35147" y="263960"/>
                  <a:ext cx="215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05498C9-55A4-FF7F-048A-0D405B2F27ED}"/>
                    </a:ext>
                  </a:extLst>
                </p14:cNvPr>
                <p14:cNvContentPartPr/>
                <p14:nvPr/>
              </p14:nvContentPartPr>
              <p14:xfrm>
                <a:off x="5677067" y="272960"/>
                <a:ext cx="114480" cy="147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05498C9-55A4-FF7F-048A-0D405B2F27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72747" y="268640"/>
                  <a:ext cx="123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0436C24-A7EA-9745-0FDC-E4235EF102C5}"/>
                    </a:ext>
                  </a:extLst>
                </p14:cNvPr>
                <p14:cNvContentPartPr/>
                <p14:nvPr/>
              </p14:nvContentPartPr>
              <p14:xfrm>
                <a:off x="5814947" y="299240"/>
                <a:ext cx="288720" cy="79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0436C24-A7EA-9745-0FDC-E4235EF102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10627" y="294920"/>
                  <a:ext cx="297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93F3562-9FAD-CC9A-BA97-2AE721490BD7}"/>
                    </a:ext>
                  </a:extLst>
                </p14:cNvPr>
                <p14:cNvContentPartPr/>
                <p14:nvPr/>
              </p14:nvContentPartPr>
              <p14:xfrm>
                <a:off x="6226787" y="127520"/>
                <a:ext cx="14760" cy="254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93F3562-9FAD-CC9A-BA97-2AE721490B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22467" y="123200"/>
                  <a:ext cx="234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DA6D6C6-027A-AC16-FB46-A5AD59F607D0}"/>
                    </a:ext>
                  </a:extLst>
                </p14:cNvPr>
                <p14:cNvContentPartPr/>
                <p14:nvPr/>
              </p14:nvContentPartPr>
              <p14:xfrm>
                <a:off x="6220667" y="99800"/>
                <a:ext cx="120960" cy="132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DA6D6C6-027A-AC16-FB46-A5AD59F607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16347" y="95480"/>
                  <a:ext cx="129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1B207B-D8BC-9CAB-BEBE-0E2B16D2A257}"/>
                    </a:ext>
                  </a:extLst>
                </p14:cNvPr>
                <p14:cNvContentPartPr/>
                <p14:nvPr/>
              </p14:nvContentPartPr>
              <p14:xfrm>
                <a:off x="3109547" y="803960"/>
                <a:ext cx="2494440" cy="1827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1B207B-D8BC-9CAB-BEBE-0E2B16D2A2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05227" y="799640"/>
                  <a:ext cx="2503080" cy="18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EA156A-9CD8-DF7A-3A13-4CC368FE5B5F}"/>
                    </a:ext>
                  </a:extLst>
                </p14:cNvPr>
                <p14:cNvContentPartPr/>
                <p14:nvPr/>
              </p14:nvContentPartPr>
              <p14:xfrm>
                <a:off x="3023867" y="2479400"/>
                <a:ext cx="10080" cy="25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EA156A-9CD8-DF7A-3A13-4CC368FE5B5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19547" y="2475080"/>
                  <a:ext cx="18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5E1F4B-DA3D-BFFB-349F-7E9FE242A251}"/>
                    </a:ext>
                  </a:extLst>
                </p14:cNvPr>
                <p14:cNvContentPartPr/>
                <p14:nvPr/>
              </p14:nvContentPartPr>
              <p14:xfrm>
                <a:off x="3023867" y="2479400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5E1F4B-DA3D-BFFB-349F-7E9FE242A2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19547" y="247508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0654DC8-AEA2-A00F-CA6F-34C45ACC34AC}"/>
                    </a:ext>
                  </a:extLst>
                </p14:cNvPr>
                <p14:cNvContentPartPr/>
                <p14:nvPr/>
              </p14:nvContentPartPr>
              <p14:xfrm>
                <a:off x="2922707" y="2432600"/>
                <a:ext cx="317880" cy="346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0654DC8-AEA2-A00F-CA6F-34C45ACC34A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18387" y="2428280"/>
                  <a:ext cx="3265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C6D330-BF8A-008E-4F37-50119438176F}"/>
                    </a:ext>
                  </a:extLst>
                </p14:cNvPr>
                <p14:cNvContentPartPr/>
                <p14:nvPr/>
              </p14:nvContentPartPr>
              <p14:xfrm>
                <a:off x="1456067" y="2913560"/>
                <a:ext cx="68400" cy="840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5C6D330-BF8A-008E-4F37-50119438176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51747" y="2909240"/>
                  <a:ext cx="7704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2C3D08-730B-A1A2-E386-5BBFED395CA9}"/>
                    </a:ext>
                  </a:extLst>
                </p14:cNvPr>
                <p14:cNvContentPartPr/>
                <p14:nvPr/>
              </p14:nvContentPartPr>
              <p14:xfrm>
                <a:off x="1406747" y="2732840"/>
                <a:ext cx="1474560" cy="1007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2C3D08-730B-A1A2-E386-5BBFED395CA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02427" y="2728520"/>
                  <a:ext cx="1483200" cy="10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76DCEC-9B2B-1ACC-B5E6-4AA9A179F0E6}"/>
                    </a:ext>
                  </a:extLst>
                </p14:cNvPr>
                <p14:cNvContentPartPr/>
                <p14:nvPr/>
              </p14:nvContentPartPr>
              <p14:xfrm>
                <a:off x="1438067" y="3170960"/>
                <a:ext cx="1599120" cy="205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76DCEC-9B2B-1ACC-B5E6-4AA9A179F0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33747" y="3166640"/>
                  <a:ext cx="1607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AEE8DE2-5946-9584-87B8-E12ED73CFA77}"/>
                    </a:ext>
                  </a:extLst>
                </p14:cNvPr>
                <p14:cNvContentPartPr/>
                <p14:nvPr/>
              </p14:nvContentPartPr>
              <p14:xfrm>
                <a:off x="2030267" y="2969360"/>
                <a:ext cx="173520" cy="199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AEE8DE2-5946-9584-87B8-E12ED73CFA7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25947" y="2965040"/>
                  <a:ext cx="182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D24FCF-5764-42FC-0FFF-FEE1D88C558C}"/>
                    </a:ext>
                  </a:extLst>
                </p14:cNvPr>
                <p14:cNvContentPartPr/>
                <p14:nvPr/>
              </p14:nvContentPartPr>
              <p14:xfrm>
                <a:off x="2070227" y="2974400"/>
                <a:ext cx="182880" cy="23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D24FCF-5764-42FC-0FFF-FEE1D88C558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65907" y="2970080"/>
                  <a:ext cx="191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0438465-F2ED-C9FD-36C2-15ABDE448CDB}"/>
                    </a:ext>
                  </a:extLst>
                </p14:cNvPr>
                <p14:cNvContentPartPr/>
                <p14:nvPr/>
              </p14:nvContentPartPr>
              <p14:xfrm>
                <a:off x="5776067" y="1601000"/>
                <a:ext cx="141840" cy="363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438465-F2ED-C9FD-36C2-15ABDE448C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71747" y="1596680"/>
                  <a:ext cx="1504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13DE678-D237-457E-44C1-CA2FEC488D1A}"/>
                    </a:ext>
                  </a:extLst>
                </p14:cNvPr>
                <p14:cNvContentPartPr/>
                <p14:nvPr/>
              </p14:nvContentPartPr>
              <p14:xfrm>
                <a:off x="5780387" y="1762280"/>
                <a:ext cx="152280" cy="29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13DE678-D237-457E-44C1-CA2FEC488D1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76067" y="1757960"/>
                  <a:ext cx="1609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B81C8B4-E843-382C-0416-CBC1B9E9E2B4}"/>
                    </a:ext>
                  </a:extLst>
                </p14:cNvPr>
                <p14:cNvContentPartPr/>
                <p14:nvPr/>
              </p14:nvContentPartPr>
              <p14:xfrm>
                <a:off x="5900987" y="1792160"/>
                <a:ext cx="126000" cy="120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B81C8B4-E843-382C-0416-CBC1B9E9E2B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96667" y="1787840"/>
                  <a:ext cx="134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0D7E7CB-5D8D-EA50-964A-849ECA4E6AAA}"/>
                    </a:ext>
                  </a:extLst>
                </p14:cNvPr>
                <p14:cNvContentPartPr/>
                <p14:nvPr/>
              </p14:nvContentPartPr>
              <p14:xfrm>
                <a:off x="6091427" y="1809080"/>
                <a:ext cx="201240" cy="70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0D7E7CB-5D8D-EA50-964A-849ECA4E6AA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87107" y="1804760"/>
                  <a:ext cx="209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4E30DFA-0C10-F3E0-E8D9-78AEF6D13EDF}"/>
                    </a:ext>
                  </a:extLst>
                </p14:cNvPr>
                <p14:cNvContentPartPr/>
                <p14:nvPr/>
              </p14:nvContentPartPr>
              <p14:xfrm>
                <a:off x="6275027" y="1817000"/>
                <a:ext cx="59040" cy="30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4E30DFA-0C10-F3E0-E8D9-78AEF6D13E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70707" y="1812680"/>
                  <a:ext cx="676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808719-3934-4AA5-41B1-5C5007259D88}"/>
                    </a:ext>
                  </a:extLst>
                </p14:cNvPr>
                <p14:cNvContentPartPr/>
                <p14:nvPr/>
              </p14:nvContentPartPr>
              <p14:xfrm>
                <a:off x="6356027" y="1738880"/>
                <a:ext cx="85680" cy="125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808719-3934-4AA5-41B1-5C5007259D8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51707" y="1734560"/>
                  <a:ext cx="94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F793A9F-0414-3AB1-4C2B-AFA0177C2FD2}"/>
                    </a:ext>
                  </a:extLst>
                </p14:cNvPr>
                <p14:cNvContentPartPr/>
                <p14:nvPr/>
              </p14:nvContentPartPr>
              <p14:xfrm>
                <a:off x="6732587" y="1758320"/>
                <a:ext cx="148680" cy="11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F793A9F-0414-3AB1-4C2B-AFA0177C2FD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28267" y="1754000"/>
                  <a:ext cx="157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8E7BA20-113D-F5CD-5D13-937BA319A960}"/>
                    </a:ext>
                  </a:extLst>
                </p14:cNvPr>
                <p14:cNvContentPartPr/>
                <p14:nvPr/>
              </p14:nvContentPartPr>
              <p14:xfrm>
                <a:off x="6745187" y="1812680"/>
                <a:ext cx="144720" cy="47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8E7BA20-113D-F5CD-5D13-937BA319A9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40867" y="1808360"/>
                  <a:ext cx="1533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2177A2C-E482-4A98-1841-4106C13542AC}"/>
                    </a:ext>
                  </a:extLst>
                </p14:cNvPr>
                <p14:cNvContentPartPr/>
                <p14:nvPr/>
              </p14:nvContentPartPr>
              <p14:xfrm>
                <a:off x="7123907" y="1740320"/>
                <a:ext cx="127440" cy="91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2177A2C-E482-4A98-1841-4106C13542A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19587" y="1736000"/>
                  <a:ext cx="1360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9DC4B39-A51D-E9E9-333A-C54051800D0D}"/>
                    </a:ext>
                  </a:extLst>
                </p14:cNvPr>
                <p14:cNvContentPartPr/>
                <p14:nvPr/>
              </p14:nvContentPartPr>
              <p14:xfrm>
                <a:off x="7326947" y="1696760"/>
                <a:ext cx="124560" cy="123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9DC4B39-A51D-E9E9-333A-C54051800D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22627" y="1692440"/>
                  <a:ext cx="133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1DB13A-5D75-26B7-8D70-BE70473825C4}"/>
                    </a:ext>
                  </a:extLst>
                </p14:cNvPr>
                <p14:cNvContentPartPr/>
                <p14:nvPr/>
              </p14:nvContentPartPr>
              <p14:xfrm>
                <a:off x="7544387" y="1665080"/>
                <a:ext cx="175680" cy="124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1DB13A-5D75-26B7-8D70-BE70473825C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40067" y="1660760"/>
                  <a:ext cx="184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9D6BBEC-2B62-77AB-6FC2-9D839C952720}"/>
                    </a:ext>
                  </a:extLst>
                </p14:cNvPr>
                <p14:cNvContentPartPr/>
                <p14:nvPr/>
              </p14:nvContentPartPr>
              <p14:xfrm>
                <a:off x="7972067" y="1463840"/>
                <a:ext cx="430200" cy="392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9D6BBEC-2B62-77AB-6FC2-9D839C95272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67747" y="1459520"/>
                  <a:ext cx="4388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C971A61-006C-A1CC-39A9-1C7346594B1F}"/>
                    </a:ext>
                  </a:extLst>
                </p14:cNvPr>
                <p14:cNvContentPartPr/>
                <p14:nvPr/>
              </p14:nvContentPartPr>
              <p14:xfrm>
                <a:off x="8466347" y="1631960"/>
                <a:ext cx="126720" cy="47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C971A61-006C-A1CC-39A9-1C7346594B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62027" y="1627640"/>
                  <a:ext cx="1353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50E68EE-18FA-F624-9189-DF5B19FCDD56}"/>
                    </a:ext>
                  </a:extLst>
                </p14:cNvPr>
                <p14:cNvContentPartPr/>
                <p14:nvPr/>
              </p14:nvContentPartPr>
              <p14:xfrm>
                <a:off x="8381387" y="1629800"/>
                <a:ext cx="240120" cy="250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50E68EE-18FA-F624-9189-DF5B19FCDD5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77067" y="1625480"/>
                  <a:ext cx="2487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301E6B9-7D0A-44B5-B092-6C7365F7B996}"/>
                    </a:ext>
                  </a:extLst>
                </p14:cNvPr>
                <p14:cNvContentPartPr/>
                <p14:nvPr/>
              </p14:nvContentPartPr>
              <p14:xfrm>
                <a:off x="8735627" y="1480400"/>
                <a:ext cx="123840" cy="235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301E6B9-7D0A-44B5-B092-6C7365F7B99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31307" y="1476080"/>
                  <a:ext cx="1324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8DE8562-A3AE-68D8-AB79-1A987639DFE1}"/>
                    </a:ext>
                  </a:extLst>
                </p14:cNvPr>
                <p14:cNvContentPartPr/>
                <p14:nvPr/>
              </p14:nvContentPartPr>
              <p14:xfrm>
                <a:off x="8896907" y="1423520"/>
                <a:ext cx="97560" cy="329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8DE8562-A3AE-68D8-AB79-1A987639DF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92587" y="1419200"/>
                  <a:ext cx="1062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3A80B2-FE3A-919B-7857-AC649F6CB69C}"/>
                    </a:ext>
                  </a:extLst>
                </p14:cNvPr>
                <p14:cNvContentPartPr/>
                <p14:nvPr/>
              </p14:nvContentPartPr>
              <p14:xfrm>
                <a:off x="8868107" y="1571120"/>
                <a:ext cx="327600" cy="9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3A80B2-FE3A-919B-7857-AC649F6CB69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63787" y="1566800"/>
                  <a:ext cx="336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2D04CF6-0D55-D905-860A-A347BA3D3C3A}"/>
                    </a:ext>
                  </a:extLst>
                </p14:cNvPr>
                <p14:cNvContentPartPr/>
                <p14:nvPr/>
              </p14:nvContentPartPr>
              <p14:xfrm>
                <a:off x="9262307" y="1567160"/>
                <a:ext cx="102600" cy="93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2D04CF6-0D55-D905-860A-A347BA3D3C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57987" y="1562840"/>
                  <a:ext cx="111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FC930A4-5E66-CCC3-7258-A82F8220967C}"/>
                    </a:ext>
                  </a:extLst>
                </p14:cNvPr>
                <p14:cNvContentPartPr/>
                <p14:nvPr/>
              </p14:nvContentPartPr>
              <p14:xfrm>
                <a:off x="9358067" y="1285640"/>
                <a:ext cx="178560" cy="39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FC930A4-5E66-CCC3-7258-A82F8220967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53747" y="1281320"/>
                  <a:ext cx="1872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E6710A-5A16-5639-EA45-EF35FB8110F4}"/>
                    </a:ext>
                  </a:extLst>
                </p14:cNvPr>
                <p14:cNvContentPartPr/>
                <p14:nvPr/>
              </p14:nvContentPartPr>
              <p14:xfrm>
                <a:off x="9605747" y="1409120"/>
                <a:ext cx="283320" cy="227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E6710A-5A16-5639-EA45-EF35FB8110F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01427" y="1404800"/>
                  <a:ext cx="291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77888F-9143-ABD0-74D5-022ADC35EAD8}"/>
                    </a:ext>
                  </a:extLst>
                </p14:cNvPr>
                <p14:cNvContentPartPr/>
                <p14:nvPr/>
              </p14:nvContentPartPr>
              <p14:xfrm>
                <a:off x="9908867" y="1527920"/>
                <a:ext cx="56160" cy="42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77888F-9143-ABD0-74D5-022ADC35EA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04547" y="1523600"/>
                  <a:ext cx="64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907C00-FCDC-894D-C03E-FF4E0ABBA46F}"/>
                    </a:ext>
                  </a:extLst>
                </p14:cNvPr>
                <p14:cNvContentPartPr/>
                <p14:nvPr/>
              </p14:nvContentPartPr>
              <p14:xfrm>
                <a:off x="9995987" y="1332440"/>
                <a:ext cx="254880" cy="259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907C00-FCDC-894D-C03E-FF4E0ABBA46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91667" y="1328120"/>
                  <a:ext cx="263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ED54091-6E8F-07F2-BDFB-9AF0D82E33A1}"/>
                    </a:ext>
                  </a:extLst>
                </p14:cNvPr>
                <p14:cNvContentPartPr/>
                <p14:nvPr/>
              </p14:nvContentPartPr>
              <p14:xfrm>
                <a:off x="10179227" y="1503800"/>
                <a:ext cx="129960" cy="138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ED54091-6E8F-07F2-BDFB-9AF0D82E33A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74907" y="1499480"/>
                  <a:ext cx="1386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A1211D9-E30F-3D92-FE95-E8C27F5B1C39}"/>
                    </a:ext>
                  </a:extLst>
                </p14:cNvPr>
                <p14:cNvContentPartPr/>
                <p14:nvPr/>
              </p14:nvContentPartPr>
              <p14:xfrm>
                <a:off x="10397747" y="1269080"/>
                <a:ext cx="195480" cy="338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A1211D9-E30F-3D92-FE95-E8C27F5B1C3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93427" y="1264760"/>
                  <a:ext cx="2041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1AA3DB-FAD8-BC10-4103-53A61D2214E8}"/>
                    </a:ext>
                  </a:extLst>
                </p14:cNvPr>
                <p14:cNvContentPartPr/>
                <p14:nvPr/>
              </p14:nvContentPartPr>
              <p14:xfrm>
                <a:off x="10624547" y="1242440"/>
                <a:ext cx="200160" cy="425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1AA3DB-FAD8-BC10-4103-53A61D2214E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20227" y="1238120"/>
                  <a:ext cx="2088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2501C4D-04EE-28C2-0A11-0AED5A28AB48}"/>
                    </a:ext>
                  </a:extLst>
                </p14:cNvPr>
                <p14:cNvContentPartPr/>
                <p14:nvPr/>
              </p14:nvContentPartPr>
              <p14:xfrm>
                <a:off x="5665187" y="2375720"/>
                <a:ext cx="79200" cy="295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2501C4D-04EE-28C2-0A11-0AED5A28AB4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60867" y="2371400"/>
                  <a:ext cx="878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3654CA-EEA6-57EA-3E3C-F77EFA055C87}"/>
                    </a:ext>
                  </a:extLst>
                </p14:cNvPr>
                <p14:cNvContentPartPr/>
                <p14:nvPr/>
              </p14:nvContentPartPr>
              <p14:xfrm>
                <a:off x="5694707" y="2513960"/>
                <a:ext cx="549000" cy="115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3654CA-EEA6-57EA-3E3C-F77EFA055C8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90387" y="2509640"/>
                  <a:ext cx="557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27C14A-6541-D458-48A3-23FF97996D02}"/>
                    </a:ext>
                  </a:extLst>
                </p14:cNvPr>
                <p14:cNvContentPartPr/>
                <p14:nvPr/>
              </p14:nvContentPartPr>
              <p14:xfrm>
                <a:off x="6241187" y="2525120"/>
                <a:ext cx="78480" cy="281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27C14A-6541-D458-48A3-23FF97996D0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36507" y="2520800"/>
                  <a:ext cx="871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79056B-9CFF-CF93-2F01-0CBC9840764F}"/>
                    </a:ext>
                  </a:extLst>
                </p14:cNvPr>
                <p14:cNvContentPartPr/>
                <p14:nvPr/>
              </p14:nvContentPartPr>
              <p14:xfrm>
                <a:off x="6353147" y="2443760"/>
                <a:ext cx="79560" cy="117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79056B-9CFF-CF93-2F01-0CBC984076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48827" y="2439440"/>
                  <a:ext cx="88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89A6F28-4902-2FA4-C724-395F354F1353}"/>
                    </a:ext>
                  </a:extLst>
                </p14:cNvPr>
                <p14:cNvContentPartPr/>
                <p14:nvPr/>
              </p14:nvContentPartPr>
              <p14:xfrm>
                <a:off x="6546467" y="2525120"/>
                <a:ext cx="5760" cy="1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89A6F28-4902-2FA4-C724-395F354F13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42147" y="2520800"/>
                  <a:ext cx="1440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BD56FF6-F12D-763C-0F51-2E22B250A673}"/>
                    </a:ext>
                  </a:extLst>
                </p14:cNvPr>
                <p14:cNvContentPartPr/>
                <p14:nvPr/>
              </p14:nvContentPartPr>
              <p14:xfrm>
                <a:off x="6827627" y="2409920"/>
                <a:ext cx="166320" cy="127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BD56FF6-F12D-763C-0F51-2E22B250A67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23307" y="2405600"/>
                  <a:ext cx="174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5E4CEE-6C92-EDF8-A153-445D3C7EADE3}"/>
                    </a:ext>
                  </a:extLst>
                </p14:cNvPr>
                <p14:cNvContentPartPr/>
                <p14:nvPr/>
              </p14:nvContentPartPr>
              <p14:xfrm>
                <a:off x="7024547" y="2421800"/>
                <a:ext cx="168120" cy="81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B5E4CEE-6C92-EDF8-A153-445D3C7EADE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20227" y="2417480"/>
                  <a:ext cx="176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500E0E-283C-A781-0548-1330A066617C}"/>
                    </a:ext>
                  </a:extLst>
                </p14:cNvPr>
                <p14:cNvContentPartPr/>
                <p14:nvPr/>
              </p14:nvContentPartPr>
              <p14:xfrm>
                <a:off x="7294907" y="2211200"/>
                <a:ext cx="139320" cy="312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500E0E-283C-A781-0548-1330A066617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90587" y="2206880"/>
                  <a:ext cx="1479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BADCF98-50A2-DAFF-F7F6-D5758ED2DC10}"/>
                    </a:ext>
                  </a:extLst>
                </p14:cNvPr>
                <p14:cNvContentPartPr/>
                <p14:nvPr/>
              </p14:nvContentPartPr>
              <p14:xfrm>
                <a:off x="7271867" y="2300120"/>
                <a:ext cx="185400" cy="3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BADCF98-50A2-DAFF-F7F6-D5758ED2DC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67547" y="2295800"/>
                  <a:ext cx="194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56006AD-1E13-8B7C-6BDE-8AC2E6D38482}"/>
                    </a:ext>
                  </a:extLst>
                </p14:cNvPr>
                <p14:cNvContentPartPr/>
                <p14:nvPr/>
              </p14:nvContentPartPr>
              <p14:xfrm>
                <a:off x="7527827" y="2196800"/>
                <a:ext cx="272520" cy="226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56006AD-1E13-8B7C-6BDE-8AC2E6D3848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23507" y="2192480"/>
                  <a:ext cx="281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4F341CB-4DE6-EDFF-5539-916325DD1FB8}"/>
                    </a:ext>
                  </a:extLst>
                </p14:cNvPr>
                <p14:cNvContentPartPr/>
                <p14:nvPr/>
              </p14:nvContentPartPr>
              <p14:xfrm>
                <a:off x="7788827" y="2291840"/>
                <a:ext cx="122400" cy="118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4F341CB-4DE6-EDFF-5539-916325DD1FB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84507" y="2287520"/>
                  <a:ext cx="131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B2A5F0D-E848-BF7F-5EDF-131C7D0C406A}"/>
                    </a:ext>
                  </a:extLst>
                </p14:cNvPr>
                <p14:cNvContentPartPr/>
                <p14:nvPr/>
              </p14:nvContentPartPr>
              <p14:xfrm>
                <a:off x="7904747" y="2279960"/>
                <a:ext cx="148680" cy="136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B2A5F0D-E848-BF7F-5EDF-131C7D0C406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00427" y="2275640"/>
                  <a:ext cx="157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35CD94F-DA39-50E3-6211-2A8160219DD1}"/>
                    </a:ext>
                  </a:extLst>
                </p14:cNvPr>
                <p14:cNvContentPartPr/>
                <p14:nvPr/>
              </p14:nvContentPartPr>
              <p14:xfrm>
                <a:off x="7959107" y="2319920"/>
                <a:ext cx="128160" cy="45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35CD94F-DA39-50E3-6211-2A8160219DD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54787" y="2315600"/>
                  <a:ext cx="136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C3B899D-1385-BB97-8B01-B5B4AB358673}"/>
                    </a:ext>
                  </a:extLst>
                </p14:cNvPr>
                <p14:cNvContentPartPr/>
                <p14:nvPr/>
              </p14:nvContentPartPr>
              <p14:xfrm>
                <a:off x="8178707" y="2139200"/>
                <a:ext cx="97560" cy="251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C3B899D-1385-BB97-8B01-B5B4AB35867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74387" y="2134880"/>
                  <a:ext cx="1062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DAAEA11-F351-4835-5365-C27A53864045}"/>
                    </a:ext>
                  </a:extLst>
                </p14:cNvPr>
                <p14:cNvContentPartPr/>
                <p14:nvPr/>
              </p14:nvContentPartPr>
              <p14:xfrm>
                <a:off x="8123267" y="2249000"/>
                <a:ext cx="201240" cy="19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DAAEA11-F351-4835-5365-C27A5386404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18947" y="2244680"/>
                  <a:ext cx="209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994F3BA-0D43-D33A-A57F-5E3D13F79F10}"/>
                    </a:ext>
                  </a:extLst>
                </p14:cNvPr>
                <p14:cNvContentPartPr/>
                <p14:nvPr/>
              </p14:nvContentPartPr>
              <p14:xfrm>
                <a:off x="8410187" y="2012840"/>
                <a:ext cx="292320" cy="531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994F3BA-0D43-D33A-A57F-5E3D13F79F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05867" y="2008520"/>
                  <a:ext cx="30096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6CAE03-35D7-2824-6044-91B99B72195F}"/>
                    </a:ext>
                  </a:extLst>
                </p14:cNvPr>
                <p14:cNvContentPartPr/>
                <p14:nvPr/>
              </p14:nvContentPartPr>
              <p14:xfrm>
                <a:off x="8699627" y="2268800"/>
                <a:ext cx="201960" cy="77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6CAE03-35D7-2824-6044-91B99B72195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95307" y="2264480"/>
                  <a:ext cx="210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53C981-7EF5-AAD0-C8C8-AC2F92B7EEFA}"/>
                    </a:ext>
                  </a:extLst>
                </p14:cNvPr>
                <p14:cNvContentPartPr/>
                <p14:nvPr/>
              </p14:nvContentPartPr>
              <p14:xfrm>
                <a:off x="8979707" y="2257280"/>
                <a:ext cx="89280" cy="26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53C981-7EF5-AAD0-C8C8-AC2F92B7EEF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75387" y="2252960"/>
                  <a:ext cx="97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FC78493-91D3-66A2-1686-D4D6834980A6}"/>
                    </a:ext>
                  </a:extLst>
                </p14:cNvPr>
                <p14:cNvContentPartPr/>
                <p14:nvPr/>
              </p14:nvContentPartPr>
              <p14:xfrm>
                <a:off x="8896907" y="2231000"/>
                <a:ext cx="253800" cy="289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FC78493-91D3-66A2-1686-D4D6834980A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892587" y="2226680"/>
                  <a:ext cx="2624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B0690A2-169C-F3EA-E37A-E5621AFD482E}"/>
                    </a:ext>
                  </a:extLst>
                </p14:cNvPr>
                <p14:cNvContentPartPr/>
                <p14:nvPr/>
              </p14:nvContentPartPr>
              <p14:xfrm>
                <a:off x="9252587" y="2078720"/>
                <a:ext cx="165240" cy="235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B0690A2-169C-F3EA-E37A-E5621AFD482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248267" y="2074400"/>
                  <a:ext cx="173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FF9D0A6-D6A4-5F97-E9AE-1CE1E9160827}"/>
                    </a:ext>
                  </a:extLst>
                </p14:cNvPr>
                <p14:cNvContentPartPr/>
                <p14:nvPr/>
              </p14:nvContentPartPr>
              <p14:xfrm>
                <a:off x="9422147" y="2031560"/>
                <a:ext cx="117000" cy="259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FF9D0A6-D6A4-5F97-E9AE-1CE1E916082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417827" y="2027240"/>
                  <a:ext cx="1256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CE87A0B-FDD9-0FF6-13B0-34EADEE95F99}"/>
                    </a:ext>
                  </a:extLst>
                </p14:cNvPr>
                <p14:cNvContentPartPr/>
                <p14:nvPr/>
              </p14:nvContentPartPr>
              <p14:xfrm>
                <a:off x="9477587" y="2162600"/>
                <a:ext cx="242640" cy="83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CE87A0B-FDD9-0FF6-13B0-34EADEE95F9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73267" y="2158280"/>
                  <a:ext cx="251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9D78ED3-E7F3-A475-086E-7580894BF41A}"/>
                    </a:ext>
                  </a:extLst>
                </p14:cNvPr>
                <p14:cNvContentPartPr/>
                <p14:nvPr/>
              </p14:nvContentPartPr>
              <p14:xfrm>
                <a:off x="9772067" y="2173760"/>
                <a:ext cx="89280" cy="64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9D78ED3-E7F3-A475-086E-7580894BF41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767747" y="2169440"/>
                  <a:ext cx="97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DCE5367-CDCF-F384-C167-ED4838E18E99}"/>
                    </a:ext>
                  </a:extLst>
                </p14:cNvPr>
                <p14:cNvContentPartPr/>
                <p14:nvPr/>
              </p14:nvContentPartPr>
              <p14:xfrm>
                <a:off x="9921827" y="1897640"/>
                <a:ext cx="186480" cy="336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DCE5367-CDCF-F384-C167-ED4838E18E9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17507" y="1893320"/>
                  <a:ext cx="1951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83FDF25-5627-1FB4-9CA2-2AB623FD4DF8}"/>
                    </a:ext>
                  </a:extLst>
                </p14:cNvPr>
                <p14:cNvContentPartPr/>
                <p14:nvPr/>
              </p14:nvContentPartPr>
              <p14:xfrm>
                <a:off x="10128827" y="1940480"/>
                <a:ext cx="119880" cy="405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83FDF25-5627-1FB4-9CA2-2AB623FD4DF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24507" y="1936160"/>
                  <a:ext cx="1285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D31ECC9-26BB-6848-5362-DF4D6F290F77}"/>
                    </a:ext>
                  </a:extLst>
                </p14:cNvPr>
                <p14:cNvContentPartPr/>
                <p14:nvPr/>
              </p14:nvContentPartPr>
              <p14:xfrm>
                <a:off x="10433387" y="2190320"/>
                <a:ext cx="3240" cy="21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D31ECC9-26BB-6848-5362-DF4D6F290F7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29067" y="2186000"/>
                  <a:ext cx="11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05B552B-B433-C9FD-9394-D25A8027C1E1}"/>
                    </a:ext>
                  </a:extLst>
                </p14:cNvPr>
                <p14:cNvContentPartPr/>
                <p14:nvPr/>
              </p14:nvContentPartPr>
              <p14:xfrm>
                <a:off x="10142867" y="2382920"/>
                <a:ext cx="183960" cy="230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05B552B-B433-C9FD-9394-D25A8027C1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38547" y="2378600"/>
                  <a:ext cx="192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144697-38DA-CCAC-80CD-A7309774A081}"/>
                    </a:ext>
                  </a:extLst>
                </p14:cNvPr>
                <p14:cNvContentPartPr/>
                <p14:nvPr/>
              </p14:nvContentPartPr>
              <p14:xfrm>
                <a:off x="10911467" y="1449800"/>
                <a:ext cx="3240" cy="19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144697-38DA-CCAC-80CD-A7309774A08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907147" y="1445480"/>
                  <a:ext cx="11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2CDFA52-8ED0-FB17-38C4-7FFA9B669468}"/>
                    </a:ext>
                  </a:extLst>
                </p14:cNvPr>
                <p14:cNvContentPartPr/>
                <p14:nvPr/>
              </p14:nvContentPartPr>
              <p14:xfrm>
                <a:off x="10785827" y="1631240"/>
                <a:ext cx="114840" cy="220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2CDFA52-8ED0-FB17-38C4-7FFA9B66946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781507" y="1626920"/>
                  <a:ext cx="1234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8C46ADD-1CB6-C2C4-16F8-69D77EA5B045}"/>
                    </a:ext>
                  </a:extLst>
                </p14:cNvPr>
                <p14:cNvContentPartPr/>
                <p14:nvPr/>
              </p14:nvContentPartPr>
              <p14:xfrm>
                <a:off x="5426147" y="3380480"/>
                <a:ext cx="264600" cy="131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8C46ADD-1CB6-C2C4-16F8-69D77EA5B04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421827" y="3376160"/>
                  <a:ext cx="273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ABBEA5C-EBC7-9DE3-03F0-B98FA55517ED}"/>
                    </a:ext>
                  </a:extLst>
                </p14:cNvPr>
                <p14:cNvContentPartPr/>
                <p14:nvPr/>
              </p14:nvContentPartPr>
              <p14:xfrm>
                <a:off x="5734667" y="3363560"/>
                <a:ext cx="100440" cy="58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ABBEA5C-EBC7-9DE3-03F0-B98FA55517E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30347" y="3359240"/>
                  <a:ext cx="109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BDFED91-F5DB-F33F-6999-319D85863087}"/>
                    </a:ext>
                  </a:extLst>
                </p14:cNvPr>
                <p14:cNvContentPartPr/>
                <p14:nvPr/>
              </p14:nvContentPartPr>
              <p14:xfrm>
                <a:off x="5765987" y="3323600"/>
                <a:ext cx="151560" cy="288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BDFED91-F5DB-F33F-6999-319D8586308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61667" y="3319280"/>
                  <a:ext cx="16020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3884EA-E108-1FFD-C549-9ABC030A6828}"/>
                    </a:ext>
                  </a:extLst>
                </p14:cNvPr>
                <p14:cNvContentPartPr/>
                <p14:nvPr/>
              </p14:nvContentPartPr>
              <p14:xfrm>
                <a:off x="5977667" y="3181040"/>
                <a:ext cx="201960" cy="298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3884EA-E108-1FFD-C549-9ABC030A682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73347" y="3176720"/>
                  <a:ext cx="2106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AC86B8-F3DE-66BB-9298-836381494425}"/>
                    </a:ext>
                  </a:extLst>
                </p14:cNvPr>
                <p14:cNvContentPartPr/>
                <p14:nvPr/>
              </p14:nvContentPartPr>
              <p14:xfrm>
                <a:off x="6215267" y="3174560"/>
                <a:ext cx="66600" cy="237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AC86B8-F3DE-66BB-9298-83638149442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10947" y="3170240"/>
                  <a:ext cx="75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379315-1D33-F8F9-9A63-7649FD21B03E}"/>
                    </a:ext>
                  </a:extLst>
                </p14:cNvPr>
                <p14:cNvContentPartPr/>
                <p14:nvPr/>
              </p14:nvContentPartPr>
              <p14:xfrm>
                <a:off x="6175667" y="3270320"/>
                <a:ext cx="281880" cy="107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379315-1D33-F8F9-9A63-7649FD21B03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71347" y="3266000"/>
                  <a:ext cx="290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04A0400-0D2F-A167-2B15-C3C332C14392}"/>
                    </a:ext>
                  </a:extLst>
                </p14:cNvPr>
                <p14:cNvContentPartPr/>
                <p14:nvPr/>
              </p14:nvContentPartPr>
              <p14:xfrm>
                <a:off x="6526307" y="3288320"/>
                <a:ext cx="71280" cy="74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04A0400-0D2F-A167-2B15-C3C332C143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21987" y="3284000"/>
                  <a:ext cx="79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2B42253-D837-9780-D8BB-4A558ACEF172}"/>
                    </a:ext>
                  </a:extLst>
                </p14:cNvPr>
                <p14:cNvContentPartPr/>
                <p14:nvPr/>
              </p14:nvContentPartPr>
              <p14:xfrm>
                <a:off x="6656627" y="3012200"/>
                <a:ext cx="192240" cy="334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2B42253-D837-9780-D8BB-4A558ACEF17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652307" y="3007880"/>
                  <a:ext cx="2008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62FB26D-2B0D-6887-C31C-6A6219F80279}"/>
                    </a:ext>
                  </a:extLst>
                </p14:cNvPr>
                <p14:cNvContentPartPr/>
                <p14:nvPr/>
              </p14:nvContentPartPr>
              <p14:xfrm>
                <a:off x="6979187" y="3211640"/>
                <a:ext cx="123840" cy="7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62FB26D-2B0D-6887-C31C-6A6219F8027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74867" y="3207320"/>
                  <a:ext cx="1324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0EA9007-5F22-A3F0-0465-5995CAB8016F}"/>
                    </a:ext>
                  </a:extLst>
                </p14:cNvPr>
                <p14:cNvContentPartPr/>
                <p14:nvPr/>
              </p14:nvContentPartPr>
              <p14:xfrm>
                <a:off x="7007987" y="3294440"/>
                <a:ext cx="109440" cy="10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0EA9007-5F22-A3F0-0465-5995CAB8016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003667" y="3290120"/>
                  <a:ext cx="1180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00DFA77-DD1E-9B04-0B7D-13FA4EA8EA21}"/>
                    </a:ext>
                  </a:extLst>
                </p14:cNvPr>
                <p14:cNvContentPartPr/>
                <p14:nvPr/>
              </p14:nvContentPartPr>
              <p14:xfrm>
                <a:off x="7442147" y="2945240"/>
                <a:ext cx="131400" cy="339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00DFA77-DD1E-9B04-0B7D-13FA4EA8EA2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437827" y="2940920"/>
                  <a:ext cx="140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F44391A-4783-EAB0-D1F6-215EBBBB386C}"/>
                    </a:ext>
                  </a:extLst>
                </p14:cNvPr>
                <p14:cNvContentPartPr/>
                <p14:nvPr/>
              </p14:nvContentPartPr>
              <p14:xfrm>
                <a:off x="7438907" y="3097880"/>
                <a:ext cx="343440" cy="136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F44391A-4783-EAB0-D1F6-215EBBBB386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34587" y="3093560"/>
                  <a:ext cx="352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136B0A5-9119-3492-F789-9CC4B0AB402A}"/>
                    </a:ext>
                  </a:extLst>
                </p14:cNvPr>
                <p14:cNvContentPartPr/>
                <p14:nvPr/>
              </p14:nvContentPartPr>
              <p14:xfrm>
                <a:off x="7884587" y="3133160"/>
                <a:ext cx="343440" cy="50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136B0A5-9119-3492-F789-9CC4B0AB402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80267" y="3128840"/>
                  <a:ext cx="352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13DCD8E-56D5-097E-81B8-EE746B7256FC}"/>
                    </a:ext>
                  </a:extLst>
                </p14:cNvPr>
                <p14:cNvContentPartPr/>
                <p14:nvPr/>
              </p14:nvContentPartPr>
              <p14:xfrm>
                <a:off x="8289587" y="3082760"/>
                <a:ext cx="41760" cy="307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13DCD8E-56D5-097E-81B8-EE746B7256F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285267" y="3078440"/>
                  <a:ext cx="50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A23F191-29B1-D1C7-E4B3-6D28EC83FBD6}"/>
                    </a:ext>
                  </a:extLst>
                </p14:cNvPr>
                <p14:cNvContentPartPr/>
                <p14:nvPr/>
              </p14:nvContentPartPr>
              <p14:xfrm>
                <a:off x="8327747" y="2981240"/>
                <a:ext cx="156600" cy="113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A23F191-29B1-D1C7-E4B3-6D28EC83FBD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23427" y="2976920"/>
                  <a:ext cx="165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1731DD4-36B2-1853-F76B-919BEC073C7D}"/>
                    </a:ext>
                  </a:extLst>
                </p14:cNvPr>
                <p14:cNvContentPartPr/>
                <p14:nvPr/>
              </p14:nvContentPartPr>
              <p14:xfrm>
                <a:off x="8679467" y="2991680"/>
                <a:ext cx="6480" cy="59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1731DD4-36B2-1853-F76B-919BEC073C7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75147" y="2987360"/>
                  <a:ext cx="15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D97AB16-0153-6AFA-F2E2-EBDC854E4A16}"/>
                    </a:ext>
                  </a:extLst>
                </p14:cNvPr>
                <p14:cNvContentPartPr/>
                <p14:nvPr/>
              </p14:nvContentPartPr>
              <p14:xfrm>
                <a:off x="8478227" y="3240080"/>
                <a:ext cx="190800" cy="219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D97AB16-0153-6AFA-F2E2-EBDC854E4A1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73907" y="3235760"/>
                  <a:ext cx="1994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6796629-EA9A-C37D-E05F-7D237D5F3525}"/>
                    </a:ext>
                  </a:extLst>
                </p14:cNvPr>
                <p14:cNvContentPartPr/>
                <p14:nvPr/>
              </p14:nvContentPartPr>
              <p14:xfrm>
                <a:off x="1322867" y="594440"/>
                <a:ext cx="1613160" cy="2176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6796629-EA9A-C37D-E05F-7D237D5F352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318547" y="590120"/>
                  <a:ext cx="1621800" cy="21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60886C-E0A1-E2B0-5F72-5B1D649DEF65}"/>
                    </a:ext>
                  </a:extLst>
                </p14:cNvPr>
                <p14:cNvContentPartPr/>
                <p14:nvPr/>
              </p14:nvContentPartPr>
              <p14:xfrm>
                <a:off x="2307107" y="2600000"/>
                <a:ext cx="125640" cy="118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60886C-E0A1-E2B0-5F72-5B1D649DEF6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302787" y="2595680"/>
                  <a:ext cx="134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012977A-902C-5F38-FDA4-DA6EB4EB0580}"/>
                    </a:ext>
                  </a:extLst>
                </p14:cNvPr>
                <p14:cNvContentPartPr/>
                <p14:nvPr/>
              </p14:nvContentPartPr>
              <p14:xfrm>
                <a:off x="2390987" y="2605040"/>
                <a:ext cx="169200" cy="164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012977A-902C-5F38-FDA4-DA6EB4EB058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86667" y="2600720"/>
                  <a:ext cx="177840" cy="17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01313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78651-39D1-1469-7E4E-8B3FEAC1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D47C940-40C2-9FD3-8B58-086D9C904B04}"/>
              </a:ext>
            </a:extLst>
          </p:cNvPr>
          <p:cNvGrpSpPr/>
          <p:nvPr/>
        </p:nvGrpSpPr>
        <p:grpSpPr>
          <a:xfrm>
            <a:off x="579467" y="231387"/>
            <a:ext cx="1362960" cy="896400"/>
            <a:chOff x="579467" y="231387"/>
            <a:chExt cx="136296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34B6042-7E82-AE1D-16F5-89FB9C95E52A}"/>
                    </a:ext>
                  </a:extLst>
                </p14:cNvPr>
                <p14:cNvContentPartPr/>
                <p14:nvPr/>
              </p14:nvContentPartPr>
              <p14:xfrm>
                <a:off x="579467" y="592467"/>
                <a:ext cx="260640" cy="126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34B6042-7E82-AE1D-16F5-89FB9C95E5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0827" y="583467"/>
                  <a:ext cx="278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B043961-74AF-FAA7-61F0-302B319FC639}"/>
                    </a:ext>
                  </a:extLst>
                </p14:cNvPr>
                <p14:cNvContentPartPr/>
                <p14:nvPr/>
              </p14:nvContentPartPr>
              <p14:xfrm>
                <a:off x="927227" y="576267"/>
                <a:ext cx="74880" cy="24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B043961-74AF-FAA7-61F0-302B319FC6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8227" y="567267"/>
                  <a:ext cx="92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716E9D-B910-2F2F-C06A-825D75BC20EA}"/>
                    </a:ext>
                  </a:extLst>
                </p14:cNvPr>
                <p14:cNvContentPartPr/>
                <p14:nvPr/>
              </p14:nvContentPartPr>
              <p14:xfrm>
                <a:off x="903827" y="572307"/>
                <a:ext cx="125280" cy="195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716E9D-B910-2F2F-C06A-825D75BC20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5187" y="563667"/>
                  <a:ext cx="14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CFCF4D0-BD8B-2149-B280-83082594F316}"/>
                    </a:ext>
                  </a:extLst>
                </p14:cNvPr>
                <p14:cNvContentPartPr/>
                <p14:nvPr/>
              </p14:nvContentPartPr>
              <p14:xfrm>
                <a:off x="1068347" y="374307"/>
                <a:ext cx="167760" cy="24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CFCF4D0-BD8B-2149-B280-83082594F3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9707" y="365307"/>
                  <a:ext cx="185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0376F10-37A3-FBDD-377D-D4B23B3B7BF0}"/>
                    </a:ext>
                  </a:extLst>
                </p14:cNvPr>
                <p14:cNvContentPartPr/>
                <p14:nvPr/>
              </p14:nvContentPartPr>
              <p14:xfrm>
                <a:off x="1299107" y="350187"/>
                <a:ext cx="47160" cy="234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0376F10-37A3-FBDD-377D-D4B23B3B7BF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0107" y="341547"/>
                  <a:ext cx="64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762E98-B6AD-E817-D2F4-040B2E8F9C03}"/>
                    </a:ext>
                  </a:extLst>
                </p14:cNvPr>
                <p14:cNvContentPartPr/>
                <p14:nvPr/>
              </p14:nvContentPartPr>
              <p14:xfrm>
                <a:off x="1254467" y="486627"/>
                <a:ext cx="328320" cy="5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762E98-B6AD-E817-D2F4-040B2E8F9C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5827" y="477627"/>
                  <a:ext cx="345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77CB66-A6F7-5735-16DC-C9F3C29AEAC5}"/>
                    </a:ext>
                  </a:extLst>
                </p14:cNvPr>
                <p14:cNvContentPartPr/>
                <p14:nvPr/>
              </p14:nvContentPartPr>
              <p14:xfrm>
                <a:off x="1624187" y="475107"/>
                <a:ext cx="126000" cy="78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77CB66-A6F7-5735-16DC-C9F3C29AEAC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15547" y="466107"/>
                  <a:ext cx="143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6933F37-51B0-CDDB-BDA5-50DADE830E46}"/>
                    </a:ext>
                  </a:extLst>
                </p14:cNvPr>
                <p14:cNvContentPartPr/>
                <p14:nvPr/>
              </p14:nvContentPartPr>
              <p14:xfrm>
                <a:off x="1785467" y="231387"/>
                <a:ext cx="156960" cy="36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6933F37-51B0-CDDB-BDA5-50DADE830E4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6827" y="222747"/>
                  <a:ext cx="1746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807EBF-FF91-4C39-C31F-172DE8E774F8}"/>
                    </a:ext>
                  </a:extLst>
                </p14:cNvPr>
                <p14:cNvContentPartPr/>
                <p14:nvPr/>
              </p14:nvContentPartPr>
              <p14:xfrm>
                <a:off x="1061507" y="800547"/>
                <a:ext cx="19800" cy="327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807EBF-FF91-4C39-C31F-172DE8E774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2507" y="791547"/>
                  <a:ext cx="374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1A99B6-DD92-26BD-F03A-DEA40724CD42}"/>
                    </a:ext>
                  </a:extLst>
                </p14:cNvPr>
                <p14:cNvContentPartPr/>
                <p14:nvPr/>
              </p14:nvContentPartPr>
              <p14:xfrm>
                <a:off x="973667" y="634947"/>
                <a:ext cx="774000" cy="47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1A99B6-DD92-26BD-F03A-DEA40724CD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027" y="625947"/>
                  <a:ext cx="79164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133C1C4-CA02-D3D1-420E-2C7AAD4964C0}"/>
                    </a:ext>
                  </a:extLst>
                </p14:cNvPr>
                <p14:cNvContentPartPr/>
                <p14:nvPr/>
              </p14:nvContentPartPr>
              <p14:xfrm>
                <a:off x="1322507" y="908907"/>
                <a:ext cx="75600" cy="36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133C1C4-CA02-D3D1-420E-2C7AAD4964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13507" y="899907"/>
                  <a:ext cx="932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3201FC-596A-901B-02BE-A346A1ADB9D0}"/>
              </a:ext>
            </a:extLst>
          </p:cNvPr>
          <p:cNvGrpSpPr/>
          <p:nvPr/>
        </p:nvGrpSpPr>
        <p:grpSpPr>
          <a:xfrm>
            <a:off x="5997107" y="252267"/>
            <a:ext cx="775080" cy="662040"/>
            <a:chOff x="5997107" y="252267"/>
            <a:chExt cx="77508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84FE6A3-6D5E-0EC5-A52A-7F6E93D74A0F}"/>
                    </a:ext>
                  </a:extLst>
                </p14:cNvPr>
                <p14:cNvContentPartPr/>
                <p14:nvPr/>
              </p14:nvContentPartPr>
              <p14:xfrm>
                <a:off x="5997107" y="558267"/>
                <a:ext cx="38160" cy="356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84FE6A3-6D5E-0EC5-A52A-7F6E93D74A0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88467" y="549267"/>
                  <a:ext cx="558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39333B-1814-4CC3-02A5-F6BDAC25AA98}"/>
                    </a:ext>
                  </a:extLst>
                </p14:cNvPr>
                <p14:cNvContentPartPr/>
                <p14:nvPr/>
              </p14:nvContentPartPr>
              <p14:xfrm>
                <a:off x="6073787" y="456747"/>
                <a:ext cx="126000" cy="11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039333B-1814-4CC3-02A5-F6BDAC25AA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65147" y="447747"/>
                  <a:ext cx="143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2D7EBE1-5349-381D-78D8-6F687B27F5B7}"/>
                    </a:ext>
                  </a:extLst>
                </p14:cNvPr>
                <p14:cNvContentPartPr/>
                <p14:nvPr/>
              </p14:nvContentPartPr>
              <p14:xfrm>
                <a:off x="6290507" y="486987"/>
                <a:ext cx="165960" cy="8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2D7EBE1-5349-381D-78D8-6F687B27F5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1867" y="477987"/>
                  <a:ext cx="183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DA51FF-5E72-9A21-6FA2-2F381911ACDD}"/>
                    </a:ext>
                  </a:extLst>
                </p14:cNvPr>
                <p14:cNvContentPartPr/>
                <p14:nvPr/>
              </p14:nvContentPartPr>
              <p14:xfrm>
                <a:off x="6494987" y="470787"/>
                <a:ext cx="99360" cy="109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DA51FF-5E72-9A21-6FA2-2F381911ACD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85987" y="461787"/>
                  <a:ext cx="117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1FE1F59-0204-D123-73BD-F12CCB989D02}"/>
                    </a:ext>
                  </a:extLst>
                </p14:cNvPr>
                <p14:cNvContentPartPr/>
                <p14:nvPr/>
              </p14:nvContentPartPr>
              <p14:xfrm>
                <a:off x="6667067" y="252267"/>
                <a:ext cx="105120" cy="284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1FE1F59-0204-D123-73BD-F12CCB989D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58067" y="243627"/>
                  <a:ext cx="12276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2BC650-67CD-BF2B-2435-A755E2D707CF}"/>
              </a:ext>
            </a:extLst>
          </p:cNvPr>
          <p:cNvGrpSpPr/>
          <p:nvPr/>
        </p:nvGrpSpPr>
        <p:grpSpPr>
          <a:xfrm>
            <a:off x="6909347" y="292587"/>
            <a:ext cx="471600" cy="347760"/>
            <a:chOff x="6909347" y="292587"/>
            <a:chExt cx="47160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6DFA00-7A86-39EE-216A-4E2D749FA7DE}"/>
                    </a:ext>
                  </a:extLst>
                </p14:cNvPr>
                <p14:cNvContentPartPr/>
                <p14:nvPr/>
              </p14:nvContentPartPr>
              <p14:xfrm>
                <a:off x="6909347" y="327147"/>
                <a:ext cx="122400" cy="240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6DFA00-7A86-39EE-216A-4E2D749FA7D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00347" y="318507"/>
                  <a:ext cx="140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705C67-FD44-31A2-293C-5EAB1600AD31}"/>
                    </a:ext>
                  </a:extLst>
                </p14:cNvPr>
                <p14:cNvContentPartPr/>
                <p14:nvPr/>
              </p14:nvContentPartPr>
              <p14:xfrm>
                <a:off x="7072067" y="390507"/>
                <a:ext cx="94320" cy="157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705C67-FD44-31A2-293C-5EAB1600AD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63067" y="381507"/>
                  <a:ext cx="111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66FB8E-B324-7E27-A27F-FF2F6C1FEE1D}"/>
                    </a:ext>
                  </a:extLst>
                </p14:cNvPr>
                <p14:cNvContentPartPr/>
                <p14:nvPr/>
              </p14:nvContentPartPr>
              <p14:xfrm>
                <a:off x="7153067" y="315627"/>
                <a:ext cx="11556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66FB8E-B324-7E27-A27F-FF2F6C1FEE1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44427" y="306987"/>
                  <a:ext cx="133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814658D-F7AF-936D-5719-A07616AA53E4}"/>
                    </a:ext>
                  </a:extLst>
                </p14:cNvPr>
                <p14:cNvContentPartPr/>
                <p14:nvPr/>
              </p14:nvContentPartPr>
              <p14:xfrm>
                <a:off x="7248467" y="292587"/>
                <a:ext cx="132480" cy="347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814658D-F7AF-936D-5719-A07616AA53E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39827" y="283587"/>
                  <a:ext cx="15012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B74F498-2084-5BDA-CE20-2105CAB87838}"/>
                  </a:ext>
                </a:extLst>
              </p14:cNvPr>
              <p14:cNvContentPartPr/>
              <p14:nvPr/>
            </p14:nvContentPartPr>
            <p14:xfrm>
              <a:off x="1318907" y="845547"/>
              <a:ext cx="1082160" cy="12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B74F498-2084-5BDA-CE20-2105CAB8783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10267" y="836547"/>
                <a:ext cx="109980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C263C0EB-B213-D5D8-8264-B4C09CF264AE}"/>
              </a:ext>
            </a:extLst>
          </p:cNvPr>
          <p:cNvGrpSpPr/>
          <p:nvPr/>
        </p:nvGrpSpPr>
        <p:grpSpPr>
          <a:xfrm>
            <a:off x="1657307" y="880827"/>
            <a:ext cx="1505160" cy="5026680"/>
            <a:chOff x="1657307" y="880827"/>
            <a:chExt cx="1505160" cy="50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7BE6E7-5754-D614-CB64-4A285C5C3B14}"/>
                    </a:ext>
                  </a:extLst>
                </p14:cNvPr>
                <p14:cNvContentPartPr/>
                <p14:nvPr/>
              </p14:nvContentPartPr>
              <p14:xfrm>
                <a:off x="2172107" y="880827"/>
                <a:ext cx="243360" cy="4455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7BE6E7-5754-D614-CB64-4A285C5C3B1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63107" y="872187"/>
                  <a:ext cx="261000" cy="447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8B1347-4823-FFB2-7D41-8323D850D321}"/>
                    </a:ext>
                  </a:extLst>
                </p14:cNvPr>
                <p14:cNvContentPartPr/>
                <p14:nvPr/>
              </p14:nvContentPartPr>
              <p14:xfrm>
                <a:off x="1924427" y="5213787"/>
                <a:ext cx="208080" cy="122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8B1347-4823-FFB2-7D41-8323D850D32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15427" y="5204787"/>
                  <a:ext cx="225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467F22-FF97-9C3E-15C7-1CC291FF480A}"/>
                    </a:ext>
                  </a:extLst>
                </p14:cNvPr>
                <p14:cNvContentPartPr/>
                <p14:nvPr/>
              </p14:nvContentPartPr>
              <p14:xfrm>
                <a:off x="2109467" y="5182467"/>
                <a:ext cx="154800" cy="178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467F22-FF97-9C3E-15C7-1CC291FF480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00467" y="5173827"/>
                  <a:ext cx="172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25348B-1DA2-671F-BDF6-B641567A3A53}"/>
                    </a:ext>
                  </a:extLst>
                </p14:cNvPr>
                <p14:cNvContentPartPr/>
                <p14:nvPr/>
              </p14:nvContentPartPr>
              <p14:xfrm>
                <a:off x="1892747" y="5404587"/>
                <a:ext cx="56160" cy="44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25348B-1DA2-671F-BDF6-B641567A3A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83747" y="5395587"/>
                  <a:ext cx="738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2ADF28-1CCD-A244-AC13-4518016F2EEC}"/>
                    </a:ext>
                  </a:extLst>
                </p14:cNvPr>
                <p14:cNvContentPartPr/>
                <p14:nvPr/>
              </p14:nvContentPartPr>
              <p14:xfrm>
                <a:off x="1657307" y="5300547"/>
                <a:ext cx="1479240" cy="606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2ADF28-1CCD-A244-AC13-4518016F2E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48307" y="5291547"/>
                  <a:ext cx="149688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B67CB38-582C-41D6-30DE-CF65CF025B01}"/>
                    </a:ext>
                  </a:extLst>
                </p14:cNvPr>
                <p14:cNvContentPartPr/>
                <p14:nvPr/>
              </p14:nvContentPartPr>
              <p14:xfrm>
                <a:off x="1819307" y="5500347"/>
                <a:ext cx="1343160" cy="83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B67CB38-582C-41D6-30DE-CF65CF025B0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10667" y="5491707"/>
                  <a:ext cx="1360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A4B296-ADBD-FB3E-E0CC-9B1ED5D97C19}"/>
                    </a:ext>
                  </a:extLst>
                </p14:cNvPr>
                <p14:cNvContentPartPr/>
                <p14:nvPr/>
              </p14:nvContentPartPr>
              <p14:xfrm>
                <a:off x="2448947" y="5439147"/>
                <a:ext cx="102600" cy="103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A4B296-ADBD-FB3E-E0CC-9B1ED5D97C1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40307" y="5430147"/>
                  <a:ext cx="120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62A7FA-BB92-050B-B6F1-5179EDC091D4}"/>
                    </a:ext>
                  </a:extLst>
                </p14:cNvPr>
                <p14:cNvContentPartPr/>
                <p14:nvPr/>
              </p14:nvContentPartPr>
              <p14:xfrm>
                <a:off x="2494667" y="5386947"/>
                <a:ext cx="81000" cy="20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62A7FA-BB92-050B-B6F1-5179EDC091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86027" y="5378307"/>
                  <a:ext cx="98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8D9C9B4-ACC3-DE93-C2F4-A2A26CD39558}"/>
                    </a:ext>
                  </a:extLst>
                </p14:cNvPr>
                <p14:cNvContentPartPr/>
                <p14:nvPr/>
              </p14:nvContentPartPr>
              <p14:xfrm>
                <a:off x="2424467" y="5691867"/>
                <a:ext cx="72360" cy="51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8D9C9B4-ACC3-DE93-C2F4-A2A26CD395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15827" y="5682867"/>
                  <a:ext cx="9000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ED8650A-A456-D21F-B3C6-DEA5E24AE81E}"/>
                  </a:ext>
                </a:extLst>
              </p14:cNvPr>
              <p14:cNvContentPartPr/>
              <p14:nvPr/>
            </p14:nvContentPartPr>
            <p14:xfrm>
              <a:off x="5776067" y="1601000"/>
              <a:ext cx="141840" cy="3632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ED8650A-A456-D21F-B3C6-DEA5E24AE81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71747" y="1596680"/>
                <a:ext cx="15048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5453B46-8D67-8423-C96C-51BBFDEFAE58}"/>
                  </a:ext>
                </a:extLst>
              </p14:cNvPr>
              <p14:cNvContentPartPr/>
              <p14:nvPr/>
            </p14:nvContentPartPr>
            <p14:xfrm>
              <a:off x="5780387" y="1762280"/>
              <a:ext cx="152280" cy="298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5453B46-8D67-8423-C96C-51BBFDEFAE5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76067" y="1757960"/>
                <a:ext cx="1609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50B8065-3B82-8421-4A90-1E7372D887B8}"/>
                  </a:ext>
                </a:extLst>
              </p14:cNvPr>
              <p14:cNvContentPartPr/>
              <p14:nvPr/>
            </p14:nvContentPartPr>
            <p14:xfrm>
              <a:off x="5900987" y="1792160"/>
              <a:ext cx="126000" cy="1206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50B8065-3B82-8421-4A90-1E7372D887B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896667" y="1787840"/>
                <a:ext cx="1346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07ECFFF-68C2-E18B-44B0-DD9C0DB322D8}"/>
                  </a:ext>
                </a:extLst>
              </p14:cNvPr>
              <p14:cNvContentPartPr/>
              <p14:nvPr/>
            </p14:nvContentPartPr>
            <p14:xfrm>
              <a:off x="6091427" y="1809080"/>
              <a:ext cx="201240" cy="70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07ECFFF-68C2-E18B-44B0-DD9C0DB322D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087107" y="1804760"/>
                <a:ext cx="2098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7213DC61-A904-7182-0B18-1AE2F1AE162D}"/>
                  </a:ext>
                </a:extLst>
              </p14:cNvPr>
              <p14:cNvContentPartPr/>
              <p14:nvPr/>
            </p14:nvContentPartPr>
            <p14:xfrm>
              <a:off x="6275027" y="1817000"/>
              <a:ext cx="59040" cy="3052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7213DC61-A904-7182-0B18-1AE2F1AE162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270707" y="1812680"/>
                <a:ext cx="676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FFC60649-F682-4D68-C300-727D5E559F85}"/>
                  </a:ext>
                </a:extLst>
              </p14:cNvPr>
              <p14:cNvContentPartPr/>
              <p14:nvPr/>
            </p14:nvContentPartPr>
            <p14:xfrm>
              <a:off x="6356027" y="1738880"/>
              <a:ext cx="85680" cy="1252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FFC60649-F682-4D68-C300-727D5E559F8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351707" y="1734560"/>
                <a:ext cx="943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2F493D2-01F2-4D9F-700A-17F196C4D564}"/>
                  </a:ext>
                </a:extLst>
              </p14:cNvPr>
              <p14:cNvContentPartPr/>
              <p14:nvPr/>
            </p14:nvContentPartPr>
            <p14:xfrm>
              <a:off x="6732587" y="1758320"/>
              <a:ext cx="148680" cy="115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2F493D2-01F2-4D9F-700A-17F196C4D56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728267" y="1754000"/>
                <a:ext cx="1573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01A95CA2-8082-082C-19E2-9A5479F2A9E7}"/>
                  </a:ext>
                </a:extLst>
              </p14:cNvPr>
              <p14:cNvContentPartPr/>
              <p14:nvPr/>
            </p14:nvContentPartPr>
            <p14:xfrm>
              <a:off x="6745187" y="1812680"/>
              <a:ext cx="144720" cy="478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01A95CA2-8082-082C-19E2-9A5479F2A9E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740867" y="1808360"/>
                <a:ext cx="1533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D194CE8-1631-18F6-1DEA-366A59BA0A20}"/>
                  </a:ext>
                </a:extLst>
              </p14:cNvPr>
              <p14:cNvContentPartPr/>
              <p14:nvPr/>
            </p14:nvContentPartPr>
            <p14:xfrm>
              <a:off x="7123907" y="1740320"/>
              <a:ext cx="127440" cy="914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D194CE8-1631-18F6-1DEA-366A59BA0A2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119587" y="1736000"/>
                <a:ext cx="1360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E38C91F-5E95-F3CF-167F-23460283D9D5}"/>
                  </a:ext>
                </a:extLst>
              </p14:cNvPr>
              <p14:cNvContentPartPr/>
              <p14:nvPr/>
            </p14:nvContentPartPr>
            <p14:xfrm>
              <a:off x="7326947" y="1696760"/>
              <a:ext cx="124560" cy="1231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E38C91F-5E95-F3CF-167F-23460283D9D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322627" y="1692440"/>
                <a:ext cx="1332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7F535BA-D679-8945-7C23-2B5A7A8DA161}"/>
                  </a:ext>
                </a:extLst>
              </p14:cNvPr>
              <p14:cNvContentPartPr/>
              <p14:nvPr/>
            </p14:nvContentPartPr>
            <p14:xfrm>
              <a:off x="7544387" y="1665080"/>
              <a:ext cx="175680" cy="1245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7F535BA-D679-8945-7C23-2B5A7A8DA16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540067" y="1660760"/>
                <a:ext cx="18432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6D0C8A8-3E68-4A9B-5B6F-846A2F8B2F74}"/>
                  </a:ext>
                </a:extLst>
              </p14:cNvPr>
              <p14:cNvContentPartPr/>
              <p14:nvPr/>
            </p14:nvContentPartPr>
            <p14:xfrm>
              <a:off x="7972067" y="1463840"/>
              <a:ext cx="430200" cy="3927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6D0C8A8-3E68-4A9B-5B6F-846A2F8B2F7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967747" y="1459520"/>
                <a:ext cx="43884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2F0CC3C9-8CB8-5765-9944-4D51BD6FB64D}"/>
                  </a:ext>
                </a:extLst>
              </p14:cNvPr>
              <p14:cNvContentPartPr/>
              <p14:nvPr/>
            </p14:nvContentPartPr>
            <p14:xfrm>
              <a:off x="8466347" y="1631960"/>
              <a:ext cx="126720" cy="471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2F0CC3C9-8CB8-5765-9944-4D51BD6FB64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462027" y="1627640"/>
                <a:ext cx="1353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C5B9EC9-1549-529D-7952-B563CF6398BB}"/>
                  </a:ext>
                </a:extLst>
              </p14:cNvPr>
              <p14:cNvContentPartPr/>
              <p14:nvPr/>
            </p14:nvContentPartPr>
            <p14:xfrm>
              <a:off x="8381387" y="1629800"/>
              <a:ext cx="240120" cy="2502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C5B9EC9-1549-529D-7952-B563CF6398B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377067" y="1625480"/>
                <a:ext cx="2487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7195DFF-657C-AD66-E29B-A89BE0EBCF66}"/>
                  </a:ext>
                </a:extLst>
              </p14:cNvPr>
              <p14:cNvContentPartPr/>
              <p14:nvPr/>
            </p14:nvContentPartPr>
            <p14:xfrm>
              <a:off x="8735627" y="1480400"/>
              <a:ext cx="123840" cy="2358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7195DFF-657C-AD66-E29B-A89BE0EBCF6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731307" y="1476080"/>
                <a:ext cx="1324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DD01822-613A-413F-D7C7-C438BDAD7135}"/>
                  </a:ext>
                </a:extLst>
              </p14:cNvPr>
              <p14:cNvContentPartPr/>
              <p14:nvPr/>
            </p14:nvContentPartPr>
            <p14:xfrm>
              <a:off x="8896907" y="1423520"/>
              <a:ext cx="97560" cy="3290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DD01822-613A-413F-D7C7-C438BDAD713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892587" y="1419200"/>
                <a:ext cx="10620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9AED038-6E62-86A8-E475-64C9B0F0EAF6}"/>
                  </a:ext>
                </a:extLst>
              </p14:cNvPr>
              <p14:cNvContentPartPr/>
              <p14:nvPr/>
            </p14:nvContentPartPr>
            <p14:xfrm>
              <a:off x="8868107" y="1571120"/>
              <a:ext cx="327600" cy="997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9AED038-6E62-86A8-E475-64C9B0F0EAF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863787" y="1566800"/>
                <a:ext cx="3362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421A982-3D6C-C60B-380A-4BB19B297773}"/>
                  </a:ext>
                </a:extLst>
              </p14:cNvPr>
              <p14:cNvContentPartPr/>
              <p14:nvPr/>
            </p14:nvContentPartPr>
            <p14:xfrm>
              <a:off x="9262307" y="1567160"/>
              <a:ext cx="102600" cy="939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421A982-3D6C-C60B-380A-4BB19B29777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257987" y="1562840"/>
                <a:ext cx="1112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CBE2835-CA5E-30CC-3954-32C6AF40D9AE}"/>
                  </a:ext>
                </a:extLst>
              </p14:cNvPr>
              <p14:cNvContentPartPr/>
              <p14:nvPr/>
            </p14:nvContentPartPr>
            <p14:xfrm>
              <a:off x="9358067" y="1285640"/>
              <a:ext cx="178560" cy="3952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CBE2835-CA5E-30CC-3954-32C6AF40D9A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353747" y="1281320"/>
                <a:ext cx="18720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281E7B31-D482-F5F6-9B94-11CFBBEC8C6D}"/>
                  </a:ext>
                </a:extLst>
              </p14:cNvPr>
              <p14:cNvContentPartPr/>
              <p14:nvPr/>
            </p14:nvContentPartPr>
            <p14:xfrm>
              <a:off x="9605747" y="1409120"/>
              <a:ext cx="283320" cy="2278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281E7B31-D482-F5F6-9B94-11CFBBEC8C6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01427" y="1404800"/>
                <a:ext cx="2919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4842036-93E5-A696-99CB-F1D0186C21F0}"/>
                  </a:ext>
                </a:extLst>
              </p14:cNvPr>
              <p14:cNvContentPartPr/>
              <p14:nvPr/>
            </p14:nvContentPartPr>
            <p14:xfrm>
              <a:off x="9908867" y="1527920"/>
              <a:ext cx="56160" cy="421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4842036-93E5-A696-99CB-F1D0186C21F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904547" y="1523600"/>
                <a:ext cx="648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9CF23965-5DFC-FA60-E726-3C152065441C}"/>
                  </a:ext>
                </a:extLst>
              </p14:cNvPr>
              <p14:cNvContentPartPr/>
              <p14:nvPr/>
            </p14:nvContentPartPr>
            <p14:xfrm>
              <a:off x="9995987" y="1332440"/>
              <a:ext cx="254880" cy="2595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9CF23965-5DFC-FA60-E726-3C152065441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991667" y="1328120"/>
                <a:ext cx="2635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B47C8892-354E-76D3-DD35-3976251EDBA8}"/>
                  </a:ext>
                </a:extLst>
              </p14:cNvPr>
              <p14:cNvContentPartPr/>
              <p14:nvPr/>
            </p14:nvContentPartPr>
            <p14:xfrm>
              <a:off x="10179227" y="1503800"/>
              <a:ext cx="129960" cy="1389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B47C8892-354E-76D3-DD35-3976251EDBA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74907" y="1499480"/>
                <a:ext cx="1386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B964B62D-1A78-EE36-555C-98B99BE536B9}"/>
                  </a:ext>
                </a:extLst>
              </p14:cNvPr>
              <p14:cNvContentPartPr/>
              <p14:nvPr/>
            </p14:nvContentPartPr>
            <p14:xfrm>
              <a:off x="10397747" y="1269080"/>
              <a:ext cx="195480" cy="3387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B964B62D-1A78-EE36-555C-98B99BE536B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393427" y="1264760"/>
                <a:ext cx="20412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126C3F5-200C-7406-8D9C-FC0C07B3C629}"/>
                  </a:ext>
                </a:extLst>
              </p14:cNvPr>
              <p14:cNvContentPartPr/>
              <p14:nvPr/>
            </p14:nvContentPartPr>
            <p14:xfrm>
              <a:off x="10624547" y="1242440"/>
              <a:ext cx="200160" cy="4251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126C3F5-200C-7406-8D9C-FC0C07B3C62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620227" y="1238120"/>
                <a:ext cx="20880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7BBA239-496C-4088-6E06-76F01CC0CAA3}"/>
                  </a:ext>
                </a:extLst>
              </p14:cNvPr>
              <p14:cNvContentPartPr/>
              <p14:nvPr/>
            </p14:nvContentPartPr>
            <p14:xfrm>
              <a:off x="5665187" y="2375720"/>
              <a:ext cx="79200" cy="2952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7BBA239-496C-4088-6E06-76F01CC0CAA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660867" y="2371400"/>
                <a:ext cx="8784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E4F7B351-F4C6-DCA4-3882-3487EFE29DA8}"/>
                  </a:ext>
                </a:extLst>
              </p14:cNvPr>
              <p14:cNvContentPartPr/>
              <p14:nvPr/>
            </p14:nvContentPartPr>
            <p14:xfrm>
              <a:off x="5694707" y="2513960"/>
              <a:ext cx="549000" cy="1155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E4F7B351-F4C6-DCA4-3882-3487EFE29DA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690387" y="2509640"/>
                <a:ext cx="5576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0FF074D-8CBF-1AB2-2DF9-D433C030928E}"/>
                  </a:ext>
                </a:extLst>
              </p14:cNvPr>
              <p14:cNvContentPartPr/>
              <p14:nvPr/>
            </p14:nvContentPartPr>
            <p14:xfrm>
              <a:off x="6241187" y="2525120"/>
              <a:ext cx="78480" cy="2818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0FF074D-8CBF-1AB2-2DF9-D433C030928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236507" y="2520800"/>
                <a:ext cx="871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AE47E7D8-14E4-554B-D87E-224926F2C2C8}"/>
                  </a:ext>
                </a:extLst>
              </p14:cNvPr>
              <p14:cNvContentPartPr/>
              <p14:nvPr/>
            </p14:nvContentPartPr>
            <p14:xfrm>
              <a:off x="6353147" y="2443760"/>
              <a:ext cx="79560" cy="1170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AE47E7D8-14E4-554B-D87E-224926F2C2C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348827" y="2439440"/>
                <a:ext cx="882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9B75D8CF-0FE7-2A20-D573-7E00527A2951}"/>
                  </a:ext>
                </a:extLst>
              </p14:cNvPr>
              <p14:cNvContentPartPr/>
              <p14:nvPr/>
            </p14:nvContentPartPr>
            <p14:xfrm>
              <a:off x="6546467" y="2525120"/>
              <a:ext cx="5760" cy="10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9B75D8CF-0FE7-2A20-D573-7E00527A295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542147" y="2520800"/>
                <a:ext cx="144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07AABC7-FDCD-67E3-C5A5-3A27E63DF62C}"/>
                  </a:ext>
                </a:extLst>
              </p14:cNvPr>
              <p14:cNvContentPartPr/>
              <p14:nvPr/>
            </p14:nvContentPartPr>
            <p14:xfrm>
              <a:off x="6827627" y="2409920"/>
              <a:ext cx="166320" cy="127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07AABC7-FDCD-67E3-C5A5-3A27E63DF62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823307" y="2405600"/>
                <a:ext cx="1749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112076D3-1205-51D8-EA82-223B5AE0390B}"/>
                  </a:ext>
                </a:extLst>
              </p14:cNvPr>
              <p14:cNvContentPartPr/>
              <p14:nvPr/>
            </p14:nvContentPartPr>
            <p14:xfrm>
              <a:off x="7024547" y="2421800"/>
              <a:ext cx="168120" cy="817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112076D3-1205-51D8-EA82-223B5AE0390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020227" y="2417480"/>
                <a:ext cx="1767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606C213-E48E-2A47-01A8-6021B2FB1D1D}"/>
                  </a:ext>
                </a:extLst>
              </p14:cNvPr>
              <p14:cNvContentPartPr/>
              <p14:nvPr/>
            </p14:nvContentPartPr>
            <p14:xfrm>
              <a:off x="7294907" y="2211200"/>
              <a:ext cx="139320" cy="3124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606C213-E48E-2A47-01A8-6021B2FB1D1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290587" y="2206880"/>
                <a:ext cx="14796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A6B7FA3A-1186-6BFC-9B07-340D81D7B80B}"/>
                  </a:ext>
                </a:extLst>
              </p14:cNvPr>
              <p14:cNvContentPartPr/>
              <p14:nvPr/>
            </p14:nvContentPartPr>
            <p14:xfrm>
              <a:off x="7271867" y="2300120"/>
              <a:ext cx="185400" cy="39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A6B7FA3A-1186-6BFC-9B07-340D81D7B80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267547" y="2295800"/>
                <a:ext cx="194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2FB4F3D4-A0D2-FEDF-FBF1-4A7B7903196A}"/>
                  </a:ext>
                </a:extLst>
              </p14:cNvPr>
              <p14:cNvContentPartPr/>
              <p14:nvPr/>
            </p14:nvContentPartPr>
            <p14:xfrm>
              <a:off x="7527827" y="2196800"/>
              <a:ext cx="272520" cy="2268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2FB4F3D4-A0D2-FEDF-FBF1-4A7B7903196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523507" y="2192480"/>
                <a:ext cx="28116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9CBDCF08-1D1F-B382-4610-F8D08E680308}"/>
                  </a:ext>
                </a:extLst>
              </p14:cNvPr>
              <p14:cNvContentPartPr/>
              <p14:nvPr/>
            </p14:nvContentPartPr>
            <p14:xfrm>
              <a:off x="7788827" y="2291840"/>
              <a:ext cx="122400" cy="1184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9CBDCF08-1D1F-B382-4610-F8D08E68030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84507" y="2287520"/>
                <a:ext cx="1310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D8F73373-406D-A2B4-C4A8-47BF8D075CA4}"/>
                  </a:ext>
                </a:extLst>
              </p14:cNvPr>
              <p14:cNvContentPartPr/>
              <p14:nvPr/>
            </p14:nvContentPartPr>
            <p14:xfrm>
              <a:off x="7904747" y="2279960"/>
              <a:ext cx="148680" cy="1364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D8F73373-406D-A2B4-C4A8-47BF8D075CA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900427" y="2275640"/>
                <a:ext cx="1573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FF01C88C-4F90-1B6E-D356-EF2F9B54F5C6}"/>
                  </a:ext>
                </a:extLst>
              </p14:cNvPr>
              <p14:cNvContentPartPr/>
              <p14:nvPr/>
            </p14:nvContentPartPr>
            <p14:xfrm>
              <a:off x="7959107" y="2319920"/>
              <a:ext cx="128160" cy="453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FF01C88C-4F90-1B6E-D356-EF2F9B54F5C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954787" y="2315600"/>
                <a:ext cx="136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5A8C74EA-37D7-38D1-E0D5-7393DF65946F}"/>
                  </a:ext>
                </a:extLst>
              </p14:cNvPr>
              <p14:cNvContentPartPr/>
              <p14:nvPr/>
            </p14:nvContentPartPr>
            <p14:xfrm>
              <a:off x="8178707" y="2139200"/>
              <a:ext cx="97560" cy="2516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5A8C74EA-37D7-38D1-E0D5-7393DF65946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174387" y="2134880"/>
                <a:ext cx="1062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8AA0F457-6D31-A2C9-216C-F69A0ABD343B}"/>
                  </a:ext>
                </a:extLst>
              </p14:cNvPr>
              <p14:cNvContentPartPr/>
              <p14:nvPr/>
            </p14:nvContentPartPr>
            <p14:xfrm>
              <a:off x="8123267" y="2249000"/>
              <a:ext cx="201240" cy="198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8AA0F457-6D31-A2C9-216C-F69A0ABD343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118947" y="2244680"/>
                <a:ext cx="209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A190AEC8-0BED-2CF0-48AB-19BD4AE91F5B}"/>
                  </a:ext>
                </a:extLst>
              </p14:cNvPr>
              <p14:cNvContentPartPr/>
              <p14:nvPr/>
            </p14:nvContentPartPr>
            <p14:xfrm>
              <a:off x="8410187" y="2012840"/>
              <a:ext cx="292320" cy="5310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A190AEC8-0BED-2CF0-48AB-19BD4AE91F5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405867" y="2008520"/>
                <a:ext cx="300960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2D0AC1C-D8BB-D950-5A6B-645839AD2948}"/>
                  </a:ext>
                </a:extLst>
              </p14:cNvPr>
              <p14:cNvContentPartPr/>
              <p14:nvPr/>
            </p14:nvContentPartPr>
            <p14:xfrm>
              <a:off x="8699627" y="2268800"/>
              <a:ext cx="201960" cy="770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2D0AC1C-D8BB-D950-5A6B-645839AD294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695307" y="2264480"/>
                <a:ext cx="2106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FAC41E6-6F44-4EB9-E236-699C1FBC514D}"/>
                  </a:ext>
                </a:extLst>
              </p14:cNvPr>
              <p14:cNvContentPartPr/>
              <p14:nvPr/>
            </p14:nvContentPartPr>
            <p14:xfrm>
              <a:off x="8979707" y="2257280"/>
              <a:ext cx="89280" cy="266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FAC41E6-6F44-4EB9-E236-699C1FBC514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975387" y="2252960"/>
                <a:ext cx="979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9152C758-101E-682C-15DD-203B9DA18F0F}"/>
                  </a:ext>
                </a:extLst>
              </p14:cNvPr>
              <p14:cNvContentPartPr/>
              <p14:nvPr/>
            </p14:nvContentPartPr>
            <p14:xfrm>
              <a:off x="8896907" y="2231000"/>
              <a:ext cx="253800" cy="2894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9152C758-101E-682C-15DD-203B9DA18F0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892587" y="2226680"/>
                <a:ext cx="2624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B678B3F-9F3F-D534-6B35-AE7928053264}"/>
                  </a:ext>
                </a:extLst>
              </p14:cNvPr>
              <p14:cNvContentPartPr/>
              <p14:nvPr/>
            </p14:nvContentPartPr>
            <p14:xfrm>
              <a:off x="9252587" y="2078720"/>
              <a:ext cx="165240" cy="2350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B678B3F-9F3F-D534-6B35-AE792805326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248267" y="2074400"/>
                <a:ext cx="1738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7DA8FF3-ECE6-2323-5AC7-CDD3A7F860FC}"/>
                  </a:ext>
                </a:extLst>
              </p14:cNvPr>
              <p14:cNvContentPartPr/>
              <p14:nvPr/>
            </p14:nvContentPartPr>
            <p14:xfrm>
              <a:off x="9422147" y="2031560"/>
              <a:ext cx="117000" cy="2599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7DA8FF3-ECE6-2323-5AC7-CDD3A7F860F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417827" y="2027240"/>
                <a:ext cx="1256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C160EA14-F084-71F6-ECE8-B52FD313C787}"/>
                  </a:ext>
                </a:extLst>
              </p14:cNvPr>
              <p14:cNvContentPartPr/>
              <p14:nvPr/>
            </p14:nvContentPartPr>
            <p14:xfrm>
              <a:off x="9477587" y="2162600"/>
              <a:ext cx="242640" cy="8352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C160EA14-F084-71F6-ECE8-B52FD313C78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473267" y="2158280"/>
                <a:ext cx="2512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4D7152AA-5B74-1C41-768C-3A4052C7A9BB}"/>
                  </a:ext>
                </a:extLst>
              </p14:cNvPr>
              <p14:cNvContentPartPr/>
              <p14:nvPr/>
            </p14:nvContentPartPr>
            <p14:xfrm>
              <a:off x="9772067" y="2173760"/>
              <a:ext cx="89280" cy="644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4D7152AA-5B74-1C41-768C-3A4052C7A9B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767747" y="2169440"/>
                <a:ext cx="979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C6FBC85-396D-9F06-5232-EAC22D162D2C}"/>
                  </a:ext>
                </a:extLst>
              </p14:cNvPr>
              <p14:cNvContentPartPr/>
              <p14:nvPr/>
            </p14:nvContentPartPr>
            <p14:xfrm>
              <a:off x="9921827" y="1897640"/>
              <a:ext cx="186480" cy="3366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C6FBC85-396D-9F06-5232-EAC22D162D2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917507" y="1893320"/>
                <a:ext cx="1951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EDEDAF2C-327C-591D-A2C7-D0AB66926C15}"/>
                  </a:ext>
                </a:extLst>
              </p14:cNvPr>
              <p14:cNvContentPartPr/>
              <p14:nvPr/>
            </p14:nvContentPartPr>
            <p14:xfrm>
              <a:off x="10128827" y="1940480"/>
              <a:ext cx="119880" cy="4053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EDEDAF2C-327C-591D-A2C7-D0AB66926C1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124507" y="1936160"/>
                <a:ext cx="12852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4AC314EF-612F-0C58-4BA8-1F6C456BA210}"/>
                  </a:ext>
                </a:extLst>
              </p14:cNvPr>
              <p14:cNvContentPartPr/>
              <p14:nvPr/>
            </p14:nvContentPartPr>
            <p14:xfrm>
              <a:off x="10433387" y="2190320"/>
              <a:ext cx="3240" cy="216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4AC314EF-612F-0C58-4BA8-1F6C456BA21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429067" y="2186000"/>
                <a:ext cx="118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B00650BF-8491-C71E-F81D-5D5238C00C22}"/>
                  </a:ext>
                </a:extLst>
              </p14:cNvPr>
              <p14:cNvContentPartPr/>
              <p14:nvPr/>
            </p14:nvContentPartPr>
            <p14:xfrm>
              <a:off x="10142867" y="2382920"/>
              <a:ext cx="183960" cy="230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B00650BF-8491-C71E-F81D-5D5238C00C2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138547" y="2378600"/>
                <a:ext cx="1926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40BA9FC-B12E-8DA7-7DCD-F3FF9FD805DD}"/>
                  </a:ext>
                </a:extLst>
              </p14:cNvPr>
              <p14:cNvContentPartPr/>
              <p14:nvPr/>
            </p14:nvContentPartPr>
            <p14:xfrm>
              <a:off x="10911467" y="1449800"/>
              <a:ext cx="3240" cy="190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40BA9FC-B12E-8DA7-7DCD-F3FF9FD805D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907147" y="1445480"/>
                <a:ext cx="118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79CE9A9-C6D2-F1D5-97DF-D6071A906CC0}"/>
                  </a:ext>
                </a:extLst>
              </p14:cNvPr>
              <p14:cNvContentPartPr/>
              <p14:nvPr/>
            </p14:nvContentPartPr>
            <p14:xfrm>
              <a:off x="10785827" y="1631240"/>
              <a:ext cx="114840" cy="2206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79CE9A9-C6D2-F1D5-97DF-D6071A906CC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781507" y="1626920"/>
                <a:ext cx="1234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F52722B5-F7EF-DC9A-F831-27C8B49DCF09}"/>
                  </a:ext>
                </a:extLst>
              </p14:cNvPr>
              <p14:cNvContentPartPr/>
              <p14:nvPr/>
            </p14:nvContentPartPr>
            <p14:xfrm>
              <a:off x="5426147" y="3380480"/>
              <a:ext cx="264600" cy="1317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F52722B5-F7EF-DC9A-F831-27C8B49DCF0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421827" y="3376160"/>
                <a:ext cx="27324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79CEE83B-1B3B-A0AF-86B1-2E841FB5687E}"/>
                  </a:ext>
                </a:extLst>
              </p14:cNvPr>
              <p14:cNvContentPartPr/>
              <p14:nvPr/>
            </p14:nvContentPartPr>
            <p14:xfrm>
              <a:off x="5734667" y="3363560"/>
              <a:ext cx="100440" cy="583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79CEE83B-1B3B-A0AF-86B1-2E841FB5687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730347" y="3359240"/>
                <a:ext cx="1090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818FE8D8-E885-4CDC-1F3E-85032B5A46B6}"/>
                  </a:ext>
                </a:extLst>
              </p14:cNvPr>
              <p14:cNvContentPartPr/>
              <p14:nvPr/>
            </p14:nvContentPartPr>
            <p14:xfrm>
              <a:off x="5765987" y="3323600"/>
              <a:ext cx="151560" cy="28800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818FE8D8-E885-4CDC-1F3E-85032B5A46B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761667" y="3319280"/>
                <a:ext cx="1602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E44105C3-BF44-5FC0-19C5-50852142A460}"/>
                  </a:ext>
                </a:extLst>
              </p14:cNvPr>
              <p14:cNvContentPartPr/>
              <p14:nvPr/>
            </p14:nvContentPartPr>
            <p14:xfrm>
              <a:off x="5977667" y="3181040"/>
              <a:ext cx="201960" cy="2988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E44105C3-BF44-5FC0-19C5-50852142A46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973347" y="3176720"/>
                <a:ext cx="21060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FD8A6757-6805-C98E-B781-294D57DB8244}"/>
                  </a:ext>
                </a:extLst>
              </p14:cNvPr>
              <p14:cNvContentPartPr/>
              <p14:nvPr/>
            </p14:nvContentPartPr>
            <p14:xfrm>
              <a:off x="6215267" y="3174560"/>
              <a:ext cx="66600" cy="23724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FD8A6757-6805-C98E-B781-294D57DB824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210947" y="3170240"/>
                <a:ext cx="752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00336FFB-EEE0-8EC8-A3E9-F5A6F5F12DB7}"/>
                  </a:ext>
                </a:extLst>
              </p14:cNvPr>
              <p14:cNvContentPartPr/>
              <p14:nvPr/>
            </p14:nvContentPartPr>
            <p14:xfrm>
              <a:off x="6175667" y="3270320"/>
              <a:ext cx="281880" cy="1072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00336FFB-EEE0-8EC8-A3E9-F5A6F5F12DB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171347" y="3266000"/>
                <a:ext cx="29052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088FB05A-7990-1D18-D58E-1D67B858E4E5}"/>
                  </a:ext>
                </a:extLst>
              </p14:cNvPr>
              <p14:cNvContentPartPr/>
              <p14:nvPr/>
            </p14:nvContentPartPr>
            <p14:xfrm>
              <a:off x="6526307" y="3288320"/>
              <a:ext cx="71280" cy="741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088FB05A-7990-1D18-D58E-1D67B858E4E5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521987" y="3284000"/>
                <a:ext cx="799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C06DF23-85D7-A107-FEDF-E60C8A7599D6}"/>
                  </a:ext>
                </a:extLst>
              </p14:cNvPr>
              <p14:cNvContentPartPr/>
              <p14:nvPr/>
            </p14:nvContentPartPr>
            <p14:xfrm>
              <a:off x="6656627" y="3012200"/>
              <a:ext cx="192240" cy="3340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C06DF23-85D7-A107-FEDF-E60C8A7599D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652307" y="3007880"/>
                <a:ext cx="20088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A64B9AA9-27F0-3EDC-8F6D-B6152FBDDDFE}"/>
                  </a:ext>
                </a:extLst>
              </p14:cNvPr>
              <p14:cNvContentPartPr/>
              <p14:nvPr/>
            </p14:nvContentPartPr>
            <p14:xfrm>
              <a:off x="6979187" y="3211640"/>
              <a:ext cx="123840" cy="72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A64B9AA9-27F0-3EDC-8F6D-B6152FBDDDF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974867" y="3207320"/>
                <a:ext cx="13248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256E57C4-1614-0BCE-03E0-0FAA9BBD501B}"/>
                  </a:ext>
                </a:extLst>
              </p14:cNvPr>
              <p14:cNvContentPartPr/>
              <p14:nvPr/>
            </p14:nvContentPartPr>
            <p14:xfrm>
              <a:off x="7007987" y="3294440"/>
              <a:ext cx="109440" cy="100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256E57C4-1614-0BCE-03E0-0FAA9BBD501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003667" y="3290120"/>
                <a:ext cx="1180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E1E1D9F-5A83-F083-0981-2AE55E1FACBC}"/>
                  </a:ext>
                </a:extLst>
              </p14:cNvPr>
              <p14:cNvContentPartPr/>
              <p14:nvPr/>
            </p14:nvContentPartPr>
            <p14:xfrm>
              <a:off x="7442147" y="2945240"/>
              <a:ext cx="131400" cy="33984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E1E1D9F-5A83-F083-0981-2AE55E1FACB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437827" y="2940920"/>
                <a:ext cx="1400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F02B19C-4772-9CE9-E1EE-3171363D1E52}"/>
                  </a:ext>
                </a:extLst>
              </p14:cNvPr>
              <p14:cNvContentPartPr/>
              <p14:nvPr/>
            </p14:nvContentPartPr>
            <p14:xfrm>
              <a:off x="7438907" y="3097880"/>
              <a:ext cx="343440" cy="13680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F02B19C-4772-9CE9-E1EE-3171363D1E52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434587" y="3093560"/>
                <a:ext cx="35208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BAA64781-B367-C69D-DB99-54B8C0A7051F}"/>
                  </a:ext>
                </a:extLst>
              </p14:cNvPr>
              <p14:cNvContentPartPr/>
              <p14:nvPr/>
            </p14:nvContentPartPr>
            <p14:xfrm>
              <a:off x="7884587" y="3133160"/>
              <a:ext cx="343440" cy="504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BAA64781-B367-C69D-DB99-54B8C0A7051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880267" y="3128840"/>
                <a:ext cx="3520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964B1599-BD6E-DC38-B5E5-F0B5CED6D56A}"/>
                  </a:ext>
                </a:extLst>
              </p14:cNvPr>
              <p14:cNvContentPartPr/>
              <p14:nvPr/>
            </p14:nvContentPartPr>
            <p14:xfrm>
              <a:off x="8289587" y="3082760"/>
              <a:ext cx="41760" cy="3074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964B1599-BD6E-DC38-B5E5-F0B5CED6D56A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285267" y="3078440"/>
                <a:ext cx="5040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72BF6F6B-7024-5D78-9AC5-6CD37F95F5CA}"/>
                  </a:ext>
                </a:extLst>
              </p14:cNvPr>
              <p14:cNvContentPartPr/>
              <p14:nvPr/>
            </p14:nvContentPartPr>
            <p14:xfrm>
              <a:off x="8327747" y="2981240"/>
              <a:ext cx="156600" cy="1134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72BF6F6B-7024-5D78-9AC5-6CD37F95F5C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323427" y="2976920"/>
                <a:ext cx="1652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53198402-CF65-F909-A4B6-253DE1949CAF}"/>
                  </a:ext>
                </a:extLst>
              </p14:cNvPr>
              <p14:cNvContentPartPr/>
              <p14:nvPr/>
            </p14:nvContentPartPr>
            <p14:xfrm>
              <a:off x="8679467" y="2991680"/>
              <a:ext cx="6480" cy="597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53198402-CF65-F909-A4B6-253DE1949CA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675147" y="2987360"/>
                <a:ext cx="151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36EBCE91-7B5E-5F20-B7D5-1B11AA3E007D}"/>
                  </a:ext>
                </a:extLst>
              </p14:cNvPr>
              <p14:cNvContentPartPr/>
              <p14:nvPr/>
            </p14:nvContentPartPr>
            <p14:xfrm>
              <a:off x="8478227" y="3240080"/>
              <a:ext cx="190800" cy="2192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36EBCE91-7B5E-5F20-B7D5-1B11AA3E007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473907" y="3235760"/>
                <a:ext cx="1994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0FC21180-FEC1-60A3-89EB-62A8DD80F9DE}"/>
                  </a:ext>
                </a:extLst>
              </p14:cNvPr>
              <p14:cNvContentPartPr/>
              <p14:nvPr/>
            </p14:nvContentPartPr>
            <p14:xfrm>
              <a:off x="6605147" y="5061320"/>
              <a:ext cx="17640" cy="100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0FC21180-FEC1-60A3-89EB-62A8DD80F9D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600827" y="5057000"/>
                <a:ext cx="262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1A9B798D-565F-C503-E9BA-956EA1B23D58}"/>
                  </a:ext>
                </a:extLst>
              </p14:cNvPr>
              <p14:cNvContentPartPr/>
              <p14:nvPr/>
            </p14:nvContentPartPr>
            <p14:xfrm>
              <a:off x="2556587" y="4544360"/>
              <a:ext cx="101880" cy="7750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1A9B798D-565F-C503-E9BA-956EA1B23D5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552267" y="4540040"/>
                <a:ext cx="110520" cy="78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AA80D88-49B9-2A45-E2A3-546424A4F5F1}"/>
                  </a:ext>
                </a:extLst>
              </p14:cNvPr>
              <p14:cNvContentPartPr/>
              <p14:nvPr/>
            </p14:nvContentPartPr>
            <p14:xfrm>
              <a:off x="2476667" y="5168960"/>
              <a:ext cx="86040" cy="1479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AA80D88-49B9-2A45-E2A3-546424A4F5F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472347" y="5164640"/>
                <a:ext cx="946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6E996321-309F-2F95-ABBA-1401DD4DB93F}"/>
                  </a:ext>
                </a:extLst>
              </p14:cNvPr>
              <p14:cNvContentPartPr/>
              <p14:nvPr/>
            </p14:nvContentPartPr>
            <p14:xfrm>
              <a:off x="2517347" y="5223320"/>
              <a:ext cx="144000" cy="1332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6E996321-309F-2F95-ABBA-1401DD4DB93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513027" y="5219000"/>
                <a:ext cx="152640" cy="14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422CD88C-8A7F-C1E7-2081-F0E986CFE165}"/>
              </a:ext>
            </a:extLst>
          </p:cNvPr>
          <p:cNvGrpSpPr/>
          <p:nvPr/>
        </p:nvGrpSpPr>
        <p:grpSpPr>
          <a:xfrm>
            <a:off x="1569107" y="581480"/>
            <a:ext cx="6197760" cy="4195440"/>
            <a:chOff x="1569107" y="581480"/>
            <a:chExt cx="6197760" cy="419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D1EA76C-26BC-3112-A6F2-B69EA0D7423F}"/>
                    </a:ext>
                  </a:extLst>
                </p14:cNvPr>
                <p14:cNvContentPartPr/>
                <p14:nvPr/>
              </p14:nvContentPartPr>
              <p14:xfrm>
                <a:off x="5932307" y="4298120"/>
                <a:ext cx="55800" cy="322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D1EA76C-26BC-3112-A6F2-B69EA0D7423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927987" y="4293800"/>
                  <a:ext cx="644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8EBD907-9343-B743-BCFC-050F31DDA3B0}"/>
                    </a:ext>
                  </a:extLst>
                </p14:cNvPr>
                <p14:cNvContentPartPr/>
                <p14:nvPr/>
              </p14:nvContentPartPr>
              <p14:xfrm>
                <a:off x="5814587" y="4106240"/>
                <a:ext cx="983520" cy="6706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8EBD907-9343-B743-BCFC-050F31DDA3B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10267" y="4101920"/>
                  <a:ext cx="99216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E392C0A-57E4-4D6C-9C51-085B1BEFA822}"/>
                    </a:ext>
                  </a:extLst>
                </p14:cNvPr>
                <p14:cNvContentPartPr/>
                <p14:nvPr/>
              </p14:nvContentPartPr>
              <p14:xfrm>
                <a:off x="7020587" y="4040720"/>
                <a:ext cx="200520" cy="379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E392C0A-57E4-4D6C-9C51-085B1BEFA82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16267" y="4036400"/>
                  <a:ext cx="2091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B57F9E1-0D64-4AFF-6109-5024F8DDB695}"/>
                    </a:ext>
                  </a:extLst>
                </p14:cNvPr>
                <p14:cNvContentPartPr/>
                <p14:nvPr/>
              </p14:nvContentPartPr>
              <p14:xfrm>
                <a:off x="6964067" y="4256720"/>
                <a:ext cx="241560" cy="79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B57F9E1-0D64-4AFF-6109-5024F8DDB69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959747" y="4252400"/>
                  <a:ext cx="2502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6643556-C80E-DD1A-E90A-DE222B20DC24}"/>
                    </a:ext>
                  </a:extLst>
                </p14:cNvPr>
                <p14:cNvContentPartPr/>
                <p14:nvPr/>
              </p14:nvContentPartPr>
              <p14:xfrm>
                <a:off x="7288427" y="4269680"/>
                <a:ext cx="232920" cy="741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6643556-C80E-DD1A-E90A-DE222B20DC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284107" y="4265360"/>
                  <a:ext cx="241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7CF5C81-E22F-A293-906D-AC092CF7D9FC}"/>
                    </a:ext>
                  </a:extLst>
                </p14:cNvPr>
                <p14:cNvContentPartPr/>
                <p14:nvPr/>
              </p14:nvContentPartPr>
              <p14:xfrm>
                <a:off x="7587947" y="4283000"/>
                <a:ext cx="69480" cy="342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7CF5C81-E22F-A293-906D-AC092CF7D9F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583627" y="4278680"/>
                  <a:ext cx="781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AA3C15F-57EB-7BB9-3070-F19F17CC1BBA}"/>
                    </a:ext>
                  </a:extLst>
                </p14:cNvPr>
                <p14:cNvContentPartPr/>
                <p14:nvPr/>
              </p14:nvContentPartPr>
              <p14:xfrm>
                <a:off x="7569227" y="4264280"/>
                <a:ext cx="197640" cy="126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AA3C15F-57EB-7BB9-3070-F19F17CC1BB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64907" y="4259960"/>
                  <a:ext cx="2062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B4BFBAA-E2E4-49B8-A808-1D87C3BC5524}"/>
                    </a:ext>
                  </a:extLst>
                </p14:cNvPr>
                <p14:cNvContentPartPr/>
                <p14:nvPr/>
              </p14:nvContentPartPr>
              <p14:xfrm>
                <a:off x="3020987" y="3967280"/>
                <a:ext cx="3179160" cy="4726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B4BFBAA-E2E4-49B8-A808-1D87C3BC552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16667" y="3962960"/>
                  <a:ext cx="31878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75B741E-B679-4C56-ADB1-DFF7CCE1CCB4}"/>
                    </a:ext>
                  </a:extLst>
                </p14:cNvPr>
                <p14:cNvContentPartPr/>
                <p14:nvPr/>
              </p14:nvContentPartPr>
              <p14:xfrm>
                <a:off x="3014147" y="3898520"/>
                <a:ext cx="20520" cy="7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75B741E-B679-4C56-ADB1-DFF7CCE1CCB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09827" y="3894200"/>
                  <a:ext cx="291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18CC292-9239-148E-83C3-D2AB2947CD00}"/>
                    </a:ext>
                  </a:extLst>
                </p14:cNvPr>
                <p14:cNvContentPartPr/>
                <p14:nvPr/>
              </p14:nvContentPartPr>
              <p14:xfrm>
                <a:off x="2886707" y="3890960"/>
                <a:ext cx="163800" cy="160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18CC292-9239-148E-83C3-D2AB2947CD0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882387" y="3886640"/>
                  <a:ext cx="172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43C8740-3B71-1943-300E-D72D90DFA2A8}"/>
                    </a:ext>
                  </a:extLst>
                </p14:cNvPr>
                <p14:cNvContentPartPr/>
                <p14:nvPr/>
              </p14:nvContentPartPr>
              <p14:xfrm>
                <a:off x="2392427" y="3878360"/>
                <a:ext cx="39960" cy="532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43C8740-3B71-1943-300E-D72D90DFA2A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388107" y="3874040"/>
                  <a:ext cx="4860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C4EA078-396F-F7D0-8F6C-FF509AE51DE2}"/>
                    </a:ext>
                  </a:extLst>
                </p14:cNvPr>
                <p14:cNvContentPartPr/>
                <p14:nvPr/>
              </p14:nvContentPartPr>
              <p14:xfrm>
                <a:off x="2306747" y="3858560"/>
                <a:ext cx="676080" cy="807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C4EA078-396F-F7D0-8F6C-FF509AE51DE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302427" y="3854240"/>
                  <a:ext cx="684720" cy="8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45EF1ED-02B0-5CC5-2DD7-7D9D1548E73E}"/>
                    </a:ext>
                  </a:extLst>
                </p14:cNvPr>
                <p14:cNvContentPartPr/>
                <p14:nvPr/>
              </p14:nvContentPartPr>
              <p14:xfrm>
                <a:off x="2348867" y="4333400"/>
                <a:ext cx="661680" cy="252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45EF1ED-02B0-5CC5-2DD7-7D9D1548E73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344547" y="4329080"/>
                  <a:ext cx="670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FC7B513-A850-345A-D5DC-978F0108AF1E}"/>
                    </a:ext>
                  </a:extLst>
                </p14:cNvPr>
                <p14:cNvContentPartPr/>
                <p14:nvPr/>
              </p14:nvContentPartPr>
              <p14:xfrm>
                <a:off x="2556587" y="4004720"/>
                <a:ext cx="186480" cy="1058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FC7B513-A850-345A-D5DC-978F0108AF1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552267" y="4000400"/>
                  <a:ext cx="195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18BA75A-B75A-A814-0104-7F5660A1694F}"/>
                    </a:ext>
                  </a:extLst>
                </p14:cNvPr>
                <p14:cNvContentPartPr/>
                <p14:nvPr/>
              </p14:nvContentPartPr>
              <p14:xfrm>
                <a:off x="2639387" y="4034600"/>
                <a:ext cx="48600" cy="231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18BA75A-B75A-A814-0104-7F5660A1694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635067" y="4030280"/>
                  <a:ext cx="572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0A9C088-EC7F-DE69-0ACD-430724508F8E}"/>
                    </a:ext>
                  </a:extLst>
                </p14:cNvPr>
                <p14:cNvContentPartPr/>
                <p14:nvPr/>
              </p14:nvContentPartPr>
              <p14:xfrm>
                <a:off x="6420107" y="2537360"/>
                <a:ext cx="68040" cy="18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0A9C088-EC7F-DE69-0ACD-430724508F8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415787" y="2533040"/>
                  <a:ext cx="76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73117D0-ED5F-C31E-BB00-FE9AD659DE16}"/>
                    </a:ext>
                  </a:extLst>
                </p14:cNvPr>
                <p14:cNvContentPartPr/>
                <p14:nvPr/>
              </p14:nvContentPartPr>
              <p14:xfrm>
                <a:off x="6559787" y="2485880"/>
                <a:ext cx="101520" cy="78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73117D0-ED5F-C31E-BB00-FE9AD659DE1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555467" y="2481560"/>
                  <a:ext cx="110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176CEC8-FFF3-FFB1-3420-D7585B933448}"/>
                    </a:ext>
                  </a:extLst>
                </p14:cNvPr>
                <p14:cNvContentPartPr/>
                <p14:nvPr/>
              </p14:nvContentPartPr>
              <p14:xfrm>
                <a:off x="1569107" y="581480"/>
                <a:ext cx="1772640" cy="31276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176CEC8-FFF3-FFB1-3420-D7585B93344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564787" y="577160"/>
                  <a:ext cx="1781280" cy="31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C46D16A-E0A7-958B-C5B6-4CBDF92C28D8}"/>
                    </a:ext>
                  </a:extLst>
                </p14:cNvPr>
                <p14:cNvContentPartPr/>
                <p14:nvPr/>
              </p14:nvContentPartPr>
              <p14:xfrm>
                <a:off x="2476667" y="3521600"/>
                <a:ext cx="185400" cy="1587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C46D16A-E0A7-958B-C5B6-4CBDF92C28D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72347" y="3517280"/>
                  <a:ext cx="194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93A9226-64C4-4988-A797-63C49ABAA74B}"/>
                    </a:ext>
                  </a:extLst>
                </p14:cNvPr>
                <p14:cNvContentPartPr/>
                <p14:nvPr/>
              </p14:nvContentPartPr>
              <p14:xfrm>
                <a:off x="2540027" y="3590720"/>
                <a:ext cx="190080" cy="189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93A9226-64C4-4988-A797-63C49ABAA74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35707" y="3586400"/>
                  <a:ext cx="198720" cy="19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6495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1E4E-73EC-2562-EFA3-25FA1A61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14D90F5-C4E3-065C-E9FF-CBE7793216DC}"/>
              </a:ext>
            </a:extLst>
          </p:cNvPr>
          <p:cNvGrpSpPr/>
          <p:nvPr/>
        </p:nvGrpSpPr>
        <p:grpSpPr>
          <a:xfrm>
            <a:off x="579467" y="231387"/>
            <a:ext cx="1362960" cy="896400"/>
            <a:chOff x="579467" y="231387"/>
            <a:chExt cx="136296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0D07CD-8397-21AB-B414-4D99EE0E3948}"/>
                    </a:ext>
                  </a:extLst>
                </p14:cNvPr>
                <p14:cNvContentPartPr/>
                <p14:nvPr/>
              </p14:nvContentPartPr>
              <p14:xfrm>
                <a:off x="579467" y="592467"/>
                <a:ext cx="260640" cy="126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0D07CD-8397-21AB-B414-4D99EE0E39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0827" y="583467"/>
                  <a:ext cx="278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CD91814-8E74-6679-DC03-A8AE39B48FED}"/>
                    </a:ext>
                  </a:extLst>
                </p14:cNvPr>
                <p14:cNvContentPartPr/>
                <p14:nvPr/>
              </p14:nvContentPartPr>
              <p14:xfrm>
                <a:off x="927227" y="576267"/>
                <a:ext cx="74880" cy="24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CD91814-8E74-6679-DC03-A8AE39B48F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8227" y="567267"/>
                  <a:ext cx="92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B32BDF-D81C-BA7E-D864-F1FF08C2DF38}"/>
                    </a:ext>
                  </a:extLst>
                </p14:cNvPr>
                <p14:cNvContentPartPr/>
                <p14:nvPr/>
              </p14:nvContentPartPr>
              <p14:xfrm>
                <a:off x="903827" y="572307"/>
                <a:ext cx="125280" cy="195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B32BDF-D81C-BA7E-D864-F1FF08C2DF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5187" y="563667"/>
                  <a:ext cx="14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18C82AA-E7AD-D4D4-5D35-67552C655261}"/>
                    </a:ext>
                  </a:extLst>
                </p14:cNvPr>
                <p14:cNvContentPartPr/>
                <p14:nvPr/>
              </p14:nvContentPartPr>
              <p14:xfrm>
                <a:off x="1068347" y="374307"/>
                <a:ext cx="167760" cy="24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18C82AA-E7AD-D4D4-5D35-67552C6552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9707" y="365307"/>
                  <a:ext cx="185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EED880-DC40-842B-DFF0-A279E4D3CB9B}"/>
                    </a:ext>
                  </a:extLst>
                </p14:cNvPr>
                <p14:cNvContentPartPr/>
                <p14:nvPr/>
              </p14:nvContentPartPr>
              <p14:xfrm>
                <a:off x="1299107" y="350187"/>
                <a:ext cx="47160" cy="234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EED880-DC40-842B-DFF0-A279E4D3CB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0107" y="341547"/>
                  <a:ext cx="64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F15A0E-7747-DBC2-531C-8914D3152467}"/>
                    </a:ext>
                  </a:extLst>
                </p14:cNvPr>
                <p14:cNvContentPartPr/>
                <p14:nvPr/>
              </p14:nvContentPartPr>
              <p14:xfrm>
                <a:off x="1254467" y="486627"/>
                <a:ext cx="328320" cy="5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F15A0E-7747-DBC2-531C-8914D31524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5827" y="477627"/>
                  <a:ext cx="345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897A88F-C198-6E95-F7B2-D617AF4C17CF}"/>
                    </a:ext>
                  </a:extLst>
                </p14:cNvPr>
                <p14:cNvContentPartPr/>
                <p14:nvPr/>
              </p14:nvContentPartPr>
              <p14:xfrm>
                <a:off x="1624187" y="475107"/>
                <a:ext cx="126000" cy="78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897A88F-C198-6E95-F7B2-D617AF4C17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15547" y="466107"/>
                  <a:ext cx="143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405495-2AAC-DBD2-3543-F06E3126D1A9}"/>
                    </a:ext>
                  </a:extLst>
                </p14:cNvPr>
                <p14:cNvContentPartPr/>
                <p14:nvPr/>
              </p14:nvContentPartPr>
              <p14:xfrm>
                <a:off x="1785467" y="231387"/>
                <a:ext cx="156960" cy="36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405495-2AAC-DBD2-3543-F06E3126D1A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6827" y="222747"/>
                  <a:ext cx="1746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5A16EC-4781-85BC-9005-7328EDDD1B2F}"/>
                    </a:ext>
                  </a:extLst>
                </p14:cNvPr>
                <p14:cNvContentPartPr/>
                <p14:nvPr/>
              </p14:nvContentPartPr>
              <p14:xfrm>
                <a:off x="1061507" y="800547"/>
                <a:ext cx="19800" cy="327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5A16EC-4781-85BC-9005-7328EDDD1B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2507" y="791547"/>
                  <a:ext cx="374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26C34A-6B03-3126-4347-729E478D3D3B}"/>
                    </a:ext>
                  </a:extLst>
                </p14:cNvPr>
                <p14:cNvContentPartPr/>
                <p14:nvPr/>
              </p14:nvContentPartPr>
              <p14:xfrm>
                <a:off x="973667" y="634947"/>
                <a:ext cx="774000" cy="47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26C34A-6B03-3126-4347-729E478D3D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027" y="625947"/>
                  <a:ext cx="79164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3355359-1730-927C-3BFC-7FAB19BA5585}"/>
                    </a:ext>
                  </a:extLst>
                </p14:cNvPr>
                <p14:cNvContentPartPr/>
                <p14:nvPr/>
              </p14:nvContentPartPr>
              <p14:xfrm>
                <a:off x="1322507" y="908907"/>
                <a:ext cx="75600" cy="36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3355359-1730-927C-3BFC-7FAB19BA55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13507" y="899907"/>
                  <a:ext cx="932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BEF7B28-47FC-9104-1E5E-4DEEA07E517E}"/>
              </a:ext>
            </a:extLst>
          </p:cNvPr>
          <p:cNvGrpSpPr/>
          <p:nvPr/>
        </p:nvGrpSpPr>
        <p:grpSpPr>
          <a:xfrm>
            <a:off x="5997107" y="252267"/>
            <a:ext cx="775080" cy="662040"/>
            <a:chOff x="5997107" y="252267"/>
            <a:chExt cx="77508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E8B8DA9-843C-2FDA-350A-3B7D9B8FF270}"/>
                    </a:ext>
                  </a:extLst>
                </p14:cNvPr>
                <p14:cNvContentPartPr/>
                <p14:nvPr/>
              </p14:nvContentPartPr>
              <p14:xfrm>
                <a:off x="5997107" y="558267"/>
                <a:ext cx="38160" cy="356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E8B8DA9-843C-2FDA-350A-3B7D9B8FF2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88467" y="549267"/>
                  <a:ext cx="558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D77200A-0CFB-E5C3-5812-E29CB9E2F5FA}"/>
                    </a:ext>
                  </a:extLst>
                </p14:cNvPr>
                <p14:cNvContentPartPr/>
                <p14:nvPr/>
              </p14:nvContentPartPr>
              <p14:xfrm>
                <a:off x="6073787" y="456747"/>
                <a:ext cx="126000" cy="11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D77200A-0CFB-E5C3-5812-E29CB9E2F5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65147" y="447747"/>
                  <a:ext cx="143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7CE4E1-9226-4586-3186-2B4F9B6CC841}"/>
                    </a:ext>
                  </a:extLst>
                </p14:cNvPr>
                <p14:cNvContentPartPr/>
                <p14:nvPr/>
              </p14:nvContentPartPr>
              <p14:xfrm>
                <a:off x="6290507" y="486987"/>
                <a:ext cx="165960" cy="8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7CE4E1-9226-4586-3186-2B4F9B6CC8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1867" y="477987"/>
                  <a:ext cx="183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5D2937-33EB-DAB8-0BA2-EFFCA726C990}"/>
                    </a:ext>
                  </a:extLst>
                </p14:cNvPr>
                <p14:cNvContentPartPr/>
                <p14:nvPr/>
              </p14:nvContentPartPr>
              <p14:xfrm>
                <a:off x="6494987" y="470787"/>
                <a:ext cx="99360" cy="109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5D2937-33EB-DAB8-0BA2-EFFCA726C99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85987" y="461787"/>
                  <a:ext cx="117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16215F-1A89-A953-F2C3-026A5EF368D6}"/>
                    </a:ext>
                  </a:extLst>
                </p14:cNvPr>
                <p14:cNvContentPartPr/>
                <p14:nvPr/>
              </p14:nvContentPartPr>
              <p14:xfrm>
                <a:off x="6667067" y="252267"/>
                <a:ext cx="105120" cy="284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16215F-1A89-A953-F2C3-026A5EF368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58067" y="243627"/>
                  <a:ext cx="12276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E5421F-B0C7-4D6B-A1C9-5E60C3D3B1E8}"/>
              </a:ext>
            </a:extLst>
          </p:cNvPr>
          <p:cNvGrpSpPr/>
          <p:nvPr/>
        </p:nvGrpSpPr>
        <p:grpSpPr>
          <a:xfrm>
            <a:off x="6909347" y="292587"/>
            <a:ext cx="471600" cy="347760"/>
            <a:chOff x="6909347" y="292587"/>
            <a:chExt cx="47160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B823FB-050A-B42B-6CFF-9036FF7145CF}"/>
                    </a:ext>
                  </a:extLst>
                </p14:cNvPr>
                <p14:cNvContentPartPr/>
                <p14:nvPr/>
              </p14:nvContentPartPr>
              <p14:xfrm>
                <a:off x="6909347" y="327147"/>
                <a:ext cx="122400" cy="240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B823FB-050A-B42B-6CFF-9036FF7145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00347" y="318507"/>
                  <a:ext cx="140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02F46C-0D93-6A62-8F7F-0DD6EB8C6B91}"/>
                    </a:ext>
                  </a:extLst>
                </p14:cNvPr>
                <p14:cNvContentPartPr/>
                <p14:nvPr/>
              </p14:nvContentPartPr>
              <p14:xfrm>
                <a:off x="7072067" y="390507"/>
                <a:ext cx="94320" cy="157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02F46C-0D93-6A62-8F7F-0DD6EB8C6B9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63067" y="381507"/>
                  <a:ext cx="111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0044AFB-AD8B-E595-EBC7-FE0919B225BF}"/>
                    </a:ext>
                  </a:extLst>
                </p14:cNvPr>
                <p14:cNvContentPartPr/>
                <p14:nvPr/>
              </p14:nvContentPartPr>
              <p14:xfrm>
                <a:off x="7153067" y="315627"/>
                <a:ext cx="11556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0044AFB-AD8B-E595-EBC7-FE0919B225B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44427" y="306987"/>
                  <a:ext cx="133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7BA746-4DF6-BCD3-AE6E-EBA9D45AEC21}"/>
                    </a:ext>
                  </a:extLst>
                </p14:cNvPr>
                <p14:cNvContentPartPr/>
                <p14:nvPr/>
              </p14:nvContentPartPr>
              <p14:xfrm>
                <a:off x="7248467" y="292587"/>
                <a:ext cx="132480" cy="347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7BA746-4DF6-BCD3-AE6E-EBA9D45AEC2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39827" y="283587"/>
                  <a:ext cx="15012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ACCDF0B-A4DE-A495-E2AF-ADBE76B9DF48}"/>
                  </a:ext>
                </a:extLst>
              </p14:cNvPr>
              <p14:cNvContentPartPr/>
              <p14:nvPr/>
            </p14:nvContentPartPr>
            <p14:xfrm>
              <a:off x="1318907" y="845547"/>
              <a:ext cx="1082160" cy="12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ACCDF0B-A4DE-A495-E2AF-ADBE76B9DF4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10267" y="836547"/>
                <a:ext cx="109980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E146DAF-BF83-EBA9-EDB1-53FECAA7D56A}"/>
              </a:ext>
            </a:extLst>
          </p:cNvPr>
          <p:cNvGrpSpPr/>
          <p:nvPr/>
        </p:nvGrpSpPr>
        <p:grpSpPr>
          <a:xfrm>
            <a:off x="1657307" y="5300547"/>
            <a:ext cx="1505160" cy="606960"/>
            <a:chOff x="1657307" y="5300547"/>
            <a:chExt cx="1505160" cy="6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96B944-58D3-42BB-EC6E-2570938BCBE7}"/>
                    </a:ext>
                  </a:extLst>
                </p14:cNvPr>
                <p14:cNvContentPartPr/>
                <p14:nvPr/>
              </p14:nvContentPartPr>
              <p14:xfrm>
                <a:off x="1892747" y="5404587"/>
                <a:ext cx="56160" cy="44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96B944-58D3-42BB-EC6E-2570938BCBE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83747" y="5395587"/>
                  <a:ext cx="738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C891659-0A6C-3F56-11B6-546B61A7BF08}"/>
                    </a:ext>
                  </a:extLst>
                </p14:cNvPr>
                <p14:cNvContentPartPr/>
                <p14:nvPr/>
              </p14:nvContentPartPr>
              <p14:xfrm>
                <a:off x="1657307" y="5300547"/>
                <a:ext cx="1479240" cy="606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C891659-0A6C-3F56-11B6-546B61A7BF0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48307" y="5291547"/>
                  <a:ext cx="149688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2C14711-816D-2E01-CAAE-3EA007DF3EA9}"/>
                    </a:ext>
                  </a:extLst>
                </p14:cNvPr>
                <p14:cNvContentPartPr/>
                <p14:nvPr/>
              </p14:nvContentPartPr>
              <p14:xfrm>
                <a:off x="1819307" y="5500347"/>
                <a:ext cx="1343160" cy="83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2C14711-816D-2E01-CAAE-3EA007DF3E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10667" y="5491707"/>
                  <a:ext cx="1360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0229AA-5920-4121-51A6-D9AE6536E857}"/>
                    </a:ext>
                  </a:extLst>
                </p14:cNvPr>
                <p14:cNvContentPartPr/>
                <p14:nvPr/>
              </p14:nvContentPartPr>
              <p14:xfrm>
                <a:off x="2448947" y="5439147"/>
                <a:ext cx="102600" cy="103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0229AA-5920-4121-51A6-D9AE6536E8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40307" y="5430147"/>
                  <a:ext cx="120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40497CE-9D48-2AB6-A16B-36D176139E9B}"/>
                    </a:ext>
                  </a:extLst>
                </p14:cNvPr>
                <p14:cNvContentPartPr/>
                <p14:nvPr/>
              </p14:nvContentPartPr>
              <p14:xfrm>
                <a:off x="2494667" y="5386947"/>
                <a:ext cx="81000" cy="20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40497CE-9D48-2AB6-A16B-36D176139E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86027" y="5378307"/>
                  <a:ext cx="98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F551A16-FAE8-8EE4-8CE0-BFF5A0E0B0E3}"/>
                    </a:ext>
                  </a:extLst>
                </p14:cNvPr>
                <p14:cNvContentPartPr/>
                <p14:nvPr/>
              </p14:nvContentPartPr>
              <p14:xfrm>
                <a:off x="2424467" y="5691867"/>
                <a:ext cx="72360" cy="51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F551A16-FAE8-8EE4-8CE0-BFF5A0E0B0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5827" y="5682867"/>
                  <a:ext cx="9000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E3E4B01-51CF-033E-777D-10FDCF9571B2}"/>
              </a:ext>
            </a:extLst>
          </p:cNvPr>
          <p:cNvGrpSpPr/>
          <p:nvPr/>
        </p:nvGrpSpPr>
        <p:grpSpPr>
          <a:xfrm>
            <a:off x="6030947" y="930507"/>
            <a:ext cx="694440" cy="648360"/>
            <a:chOff x="6030947" y="930507"/>
            <a:chExt cx="694440" cy="64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053B2E-8A82-2381-44A6-F69F216A0ABE}"/>
                    </a:ext>
                  </a:extLst>
                </p14:cNvPr>
                <p14:cNvContentPartPr/>
                <p14:nvPr/>
              </p14:nvContentPartPr>
              <p14:xfrm>
                <a:off x="6030947" y="1295547"/>
                <a:ext cx="59760" cy="283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053B2E-8A82-2381-44A6-F69F216A0AB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22307" y="1286547"/>
                  <a:ext cx="77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0197119-72D6-7CC2-1D5A-165AB415A34D}"/>
                    </a:ext>
                  </a:extLst>
                </p14:cNvPr>
                <p14:cNvContentPartPr/>
                <p14:nvPr/>
              </p14:nvContentPartPr>
              <p14:xfrm>
                <a:off x="6050387" y="1213467"/>
                <a:ext cx="120240" cy="132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0197119-72D6-7CC2-1D5A-165AB415A3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41387" y="1204827"/>
                  <a:ext cx="137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80738E-C728-3BE3-DF38-3EE72D089457}"/>
                    </a:ext>
                  </a:extLst>
                </p14:cNvPr>
                <p14:cNvContentPartPr/>
                <p14:nvPr/>
              </p14:nvContentPartPr>
              <p14:xfrm>
                <a:off x="6244067" y="1239027"/>
                <a:ext cx="147240" cy="61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80738E-C728-3BE3-DF38-3EE72D0894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35067" y="1230387"/>
                  <a:ext cx="164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3856B32-E3B3-A7A7-E77A-8CCB4044E5C4}"/>
                    </a:ext>
                  </a:extLst>
                </p14:cNvPr>
                <p14:cNvContentPartPr/>
                <p14:nvPr/>
              </p14:nvContentPartPr>
              <p14:xfrm>
                <a:off x="6452147" y="930507"/>
                <a:ext cx="273240" cy="372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3856B32-E3B3-A7A7-E77A-8CCB4044E5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43147" y="921507"/>
                  <a:ext cx="290880" cy="39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7133FB-9CB8-0058-9A26-BE912C7D9AFE}"/>
              </a:ext>
            </a:extLst>
          </p:cNvPr>
          <p:cNvGrpSpPr/>
          <p:nvPr/>
        </p:nvGrpSpPr>
        <p:grpSpPr>
          <a:xfrm>
            <a:off x="6929867" y="970467"/>
            <a:ext cx="474480" cy="417600"/>
            <a:chOff x="6929867" y="970467"/>
            <a:chExt cx="47448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2162EAE-4626-86E6-CCA5-A638E06AACEE}"/>
                    </a:ext>
                  </a:extLst>
                </p14:cNvPr>
                <p14:cNvContentPartPr/>
                <p14:nvPr/>
              </p14:nvContentPartPr>
              <p14:xfrm>
                <a:off x="6929867" y="970467"/>
                <a:ext cx="133920" cy="282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2162EAE-4626-86E6-CCA5-A638E06AACE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21227" y="961467"/>
                  <a:ext cx="151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00C6EC-3D6E-5717-8355-1B71F9926506}"/>
                    </a:ext>
                  </a:extLst>
                </p14:cNvPr>
                <p14:cNvContentPartPr/>
                <p14:nvPr/>
              </p14:nvContentPartPr>
              <p14:xfrm>
                <a:off x="7070987" y="1051107"/>
                <a:ext cx="149760" cy="149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00C6EC-3D6E-5717-8355-1B71F99265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62347" y="1042107"/>
                  <a:ext cx="167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74C4518-2E5E-85B5-FE71-0BCCBFD8E576}"/>
                    </a:ext>
                  </a:extLst>
                </p14:cNvPr>
                <p14:cNvContentPartPr/>
                <p14:nvPr/>
              </p14:nvContentPartPr>
              <p14:xfrm>
                <a:off x="7158467" y="1134627"/>
                <a:ext cx="30600" cy="14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74C4518-2E5E-85B5-FE71-0BCCBFD8E57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49467" y="1125627"/>
                  <a:ext cx="48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90E154-4345-0620-78A8-D3315397F6E3}"/>
                    </a:ext>
                  </a:extLst>
                </p14:cNvPr>
                <p14:cNvContentPartPr/>
                <p14:nvPr/>
              </p14:nvContentPartPr>
              <p14:xfrm>
                <a:off x="7217867" y="995307"/>
                <a:ext cx="186480" cy="392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90E154-4345-0620-78A8-D3315397F6E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08867" y="986307"/>
                  <a:ext cx="204120" cy="41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F188845-BC53-1224-3020-327BE4FF9C7C}"/>
              </a:ext>
            </a:extLst>
          </p:cNvPr>
          <p:cNvGrpSpPr/>
          <p:nvPr/>
        </p:nvGrpSpPr>
        <p:grpSpPr>
          <a:xfrm>
            <a:off x="1771787" y="843560"/>
            <a:ext cx="1534320" cy="4470840"/>
            <a:chOff x="1771787" y="843560"/>
            <a:chExt cx="1534320" cy="447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35DEBF-4B01-45D5-C2E9-62923FC86F54}"/>
                    </a:ext>
                  </a:extLst>
                </p14:cNvPr>
                <p14:cNvContentPartPr/>
                <p14:nvPr/>
              </p14:nvContentPartPr>
              <p14:xfrm>
                <a:off x="1886627" y="4320080"/>
                <a:ext cx="30600" cy="703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35DEBF-4B01-45D5-C2E9-62923FC86F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77987" y="4311080"/>
                  <a:ext cx="4824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03C99E6-1EF2-C2C8-B5B0-578B0283C2AF}"/>
                    </a:ext>
                  </a:extLst>
                </p14:cNvPr>
                <p14:cNvContentPartPr/>
                <p14:nvPr/>
              </p14:nvContentPartPr>
              <p14:xfrm>
                <a:off x="1858907" y="4181120"/>
                <a:ext cx="1420200" cy="791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03C99E6-1EF2-C2C8-B5B0-578B0283C2A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49907" y="4172120"/>
                  <a:ext cx="143784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FBBF6A-EC53-9D36-8214-C63B2C7A0DE5}"/>
                    </a:ext>
                  </a:extLst>
                </p14:cNvPr>
                <p14:cNvContentPartPr/>
                <p14:nvPr/>
              </p14:nvContentPartPr>
              <p14:xfrm>
                <a:off x="1771787" y="4617080"/>
                <a:ext cx="1534320" cy="3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FBBF6A-EC53-9D36-8214-C63B2C7A0DE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63147" y="4608080"/>
                  <a:ext cx="1551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618AF50-A9F5-66D6-57C8-60F0512DED30}"/>
                    </a:ext>
                  </a:extLst>
                </p14:cNvPr>
                <p14:cNvContentPartPr/>
                <p14:nvPr/>
              </p14:nvContentPartPr>
              <p14:xfrm>
                <a:off x="2459027" y="4309640"/>
                <a:ext cx="288000" cy="158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618AF50-A9F5-66D6-57C8-60F0512DED3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50387" y="4301000"/>
                  <a:ext cx="305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C8EB22-604E-ECDE-C97B-661FD0B33401}"/>
                    </a:ext>
                  </a:extLst>
                </p14:cNvPr>
                <p14:cNvContentPartPr/>
                <p14:nvPr/>
              </p14:nvContentPartPr>
              <p14:xfrm>
                <a:off x="2617427" y="4373360"/>
                <a:ext cx="52200" cy="195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C8EB22-604E-ECDE-C97B-661FD0B3340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08787" y="4364720"/>
                  <a:ext cx="69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0EFE3B6-2615-457D-76CA-BCD3C4874954}"/>
                    </a:ext>
                  </a:extLst>
                </p14:cNvPr>
                <p14:cNvContentPartPr/>
                <p14:nvPr/>
              </p14:nvContentPartPr>
              <p14:xfrm>
                <a:off x="2522747" y="4708880"/>
                <a:ext cx="38880" cy="603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0EFE3B6-2615-457D-76CA-BCD3C487495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13747" y="4700240"/>
                  <a:ext cx="5652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05F2A39-76BA-FEE4-C5E8-7A2BBCD83245}"/>
                    </a:ext>
                  </a:extLst>
                </p14:cNvPr>
                <p14:cNvContentPartPr/>
                <p14:nvPr/>
              </p14:nvContentPartPr>
              <p14:xfrm>
                <a:off x="2377307" y="5204960"/>
                <a:ext cx="177840" cy="10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05F2A39-76BA-FEE4-C5E8-7A2BBCD8324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68667" y="5196320"/>
                  <a:ext cx="195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6B623F8-AE3A-F23B-0102-84EC008E869B}"/>
                    </a:ext>
                  </a:extLst>
                </p14:cNvPr>
                <p14:cNvContentPartPr/>
                <p14:nvPr/>
              </p14:nvContentPartPr>
              <p14:xfrm>
                <a:off x="2513747" y="5207840"/>
                <a:ext cx="144720" cy="105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6B623F8-AE3A-F23B-0102-84EC008E869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04747" y="5199200"/>
                  <a:ext cx="162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FB38BE7-1A88-F8A6-26DE-6EF08CDA1A53}"/>
                    </a:ext>
                  </a:extLst>
                </p14:cNvPr>
                <p14:cNvContentPartPr/>
                <p14:nvPr/>
              </p14:nvContentPartPr>
              <p14:xfrm>
                <a:off x="2298107" y="843560"/>
                <a:ext cx="73440" cy="3287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FB38BE7-1A88-F8A6-26DE-6EF08CDA1A5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89467" y="834920"/>
                  <a:ext cx="91080" cy="33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DDD051-FECF-F135-63CA-BF1E6A601069}"/>
                    </a:ext>
                  </a:extLst>
                </p14:cNvPr>
                <p14:cNvContentPartPr/>
                <p14:nvPr/>
              </p14:nvContentPartPr>
              <p14:xfrm>
                <a:off x="2186867" y="4047200"/>
                <a:ext cx="138240" cy="170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DDD051-FECF-F135-63CA-BF1E6A60106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78227" y="4038560"/>
                  <a:ext cx="1558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36630A8-AC84-9126-0738-64224C541657}"/>
                    </a:ext>
                  </a:extLst>
                </p14:cNvPr>
                <p14:cNvContentPartPr/>
                <p14:nvPr/>
              </p14:nvContentPartPr>
              <p14:xfrm>
                <a:off x="2273267" y="4049000"/>
                <a:ext cx="251280" cy="15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36630A8-AC84-9126-0738-64224C54165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264267" y="4040360"/>
                  <a:ext cx="268920" cy="17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4165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DB92-0715-A7F6-4675-DBFD6E69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E9DD69E-8A97-AFA5-D6D1-6308F298DF34}"/>
              </a:ext>
            </a:extLst>
          </p:cNvPr>
          <p:cNvGrpSpPr/>
          <p:nvPr/>
        </p:nvGrpSpPr>
        <p:grpSpPr>
          <a:xfrm>
            <a:off x="579467" y="231387"/>
            <a:ext cx="1362960" cy="896400"/>
            <a:chOff x="579467" y="231387"/>
            <a:chExt cx="136296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B9BD170-1689-6A88-E398-E25165690AB0}"/>
                    </a:ext>
                  </a:extLst>
                </p14:cNvPr>
                <p14:cNvContentPartPr/>
                <p14:nvPr/>
              </p14:nvContentPartPr>
              <p14:xfrm>
                <a:off x="579467" y="592467"/>
                <a:ext cx="260640" cy="126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B9BD170-1689-6A88-E398-E25165690A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0827" y="583467"/>
                  <a:ext cx="278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446F97A-E8D0-4A73-1FCB-04D28B30DBE7}"/>
                    </a:ext>
                  </a:extLst>
                </p14:cNvPr>
                <p14:cNvContentPartPr/>
                <p14:nvPr/>
              </p14:nvContentPartPr>
              <p14:xfrm>
                <a:off x="927227" y="576267"/>
                <a:ext cx="74880" cy="24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446F97A-E8D0-4A73-1FCB-04D28B30DB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8227" y="567267"/>
                  <a:ext cx="92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6AF2313-5267-83E9-DC3C-E455CE315D00}"/>
                    </a:ext>
                  </a:extLst>
                </p14:cNvPr>
                <p14:cNvContentPartPr/>
                <p14:nvPr/>
              </p14:nvContentPartPr>
              <p14:xfrm>
                <a:off x="903827" y="572307"/>
                <a:ext cx="125280" cy="195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6AF2313-5267-83E9-DC3C-E455CE315D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5187" y="563667"/>
                  <a:ext cx="14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8E7A194-7352-DF7D-20C9-C5F47A176891}"/>
                    </a:ext>
                  </a:extLst>
                </p14:cNvPr>
                <p14:cNvContentPartPr/>
                <p14:nvPr/>
              </p14:nvContentPartPr>
              <p14:xfrm>
                <a:off x="1068347" y="374307"/>
                <a:ext cx="167760" cy="24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8E7A194-7352-DF7D-20C9-C5F47A1768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9707" y="365307"/>
                  <a:ext cx="185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FCF9CBE-5F84-EA27-4EA5-3CBD6BBA9030}"/>
                    </a:ext>
                  </a:extLst>
                </p14:cNvPr>
                <p14:cNvContentPartPr/>
                <p14:nvPr/>
              </p14:nvContentPartPr>
              <p14:xfrm>
                <a:off x="1299107" y="350187"/>
                <a:ext cx="47160" cy="234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FCF9CBE-5F84-EA27-4EA5-3CBD6BBA90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0107" y="341547"/>
                  <a:ext cx="64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789E0C-8504-06B0-0976-AA87C3894BE3}"/>
                    </a:ext>
                  </a:extLst>
                </p14:cNvPr>
                <p14:cNvContentPartPr/>
                <p14:nvPr/>
              </p14:nvContentPartPr>
              <p14:xfrm>
                <a:off x="1254467" y="486627"/>
                <a:ext cx="328320" cy="5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789E0C-8504-06B0-0976-AA87C3894B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45827" y="477627"/>
                  <a:ext cx="345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55B72C8-3C44-1103-0C27-9929F1FC7464}"/>
                    </a:ext>
                  </a:extLst>
                </p14:cNvPr>
                <p14:cNvContentPartPr/>
                <p14:nvPr/>
              </p14:nvContentPartPr>
              <p14:xfrm>
                <a:off x="1624187" y="475107"/>
                <a:ext cx="126000" cy="78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5B72C8-3C44-1103-0C27-9929F1FC74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15547" y="466107"/>
                  <a:ext cx="143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879ECDD-A3DB-8E7C-6516-93A59956627D}"/>
                    </a:ext>
                  </a:extLst>
                </p14:cNvPr>
                <p14:cNvContentPartPr/>
                <p14:nvPr/>
              </p14:nvContentPartPr>
              <p14:xfrm>
                <a:off x="1785467" y="231387"/>
                <a:ext cx="156960" cy="360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879ECDD-A3DB-8E7C-6516-93A5995662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6827" y="222747"/>
                  <a:ext cx="1746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7CA20B-51AF-13F3-0F66-FF749B1ECB6F}"/>
                    </a:ext>
                  </a:extLst>
                </p14:cNvPr>
                <p14:cNvContentPartPr/>
                <p14:nvPr/>
              </p14:nvContentPartPr>
              <p14:xfrm>
                <a:off x="1061507" y="800547"/>
                <a:ext cx="19800" cy="327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7CA20B-51AF-13F3-0F66-FF749B1ECB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2507" y="791547"/>
                  <a:ext cx="374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208E5F-FB08-4000-AE62-4BF014A674D4}"/>
                    </a:ext>
                  </a:extLst>
                </p14:cNvPr>
                <p14:cNvContentPartPr/>
                <p14:nvPr/>
              </p14:nvContentPartPr>
              <p14:xfrm>
                <a:off x="973667" y="634947"/>
                <a:ext cx="774000" cy="47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208E5F-FB08-4000-AE62-4BF014A674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027" y="625947"/>
                  <a:ext cx="79164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C2332E-E6E6-8411-0A75-DE2C8D86ED55}"/>
                    </a:ext>
                  </a:extLst>
                </p14:cNvPr>
                <p14:cNvContentPartPr/>
                <p14:nvPr/>
              </p14:nvContentPartPr>
              <p14:xfrm>
                <a:off x="1322507" y="908907"/>
                <a:ext cx="75600" cy="36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C2332E-E6E6-8411-0A75-DE2C8D86ED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13507" y="899907"/>
                  <a:ext cx="932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0A16925-6DD0-3356-5938-26C91A8E550F}"/>
              </a:ext>
            </a:extLst>
          </p:cNvPr>
          <p:cNvGrpSpPr/>
          <p:nvPr/>
        </p:nvGrpSpPr>
        <p:grpSpPr>
          <a:xfrm>
            <a:off x="5997107" y="252267"/>
            <a:ext cx="775080" cy="662040"/>
            <a:chOff x="5997107" y="252267"/>
            <a:chExt cx="77508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B51042E-6EF0-80CB-BE94-46E1BCD8ED60}"/>
                    </a:ext>
                  </a:extLst>
                </p14:cNvPr>
                <p14:cNvContentPartPr/>
                <p14:nvPr/>
              </p14:nvContentPartPr>
              <p14:xfrm>
                <a:off x="5997107" y="558267"/>
                <a:ext cx="38160" cy="356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B51042E-6EF0-80CB-BE94-46E1BCD8ED6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88467" y="549267"/>
                  <a:ext cx="558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601DE67-6D25-A2DE-58A5-FFF6968AA09A}"/>
                    </a:ext>
                  </a:extLst>
                </p14:cNvPr>
                <p14:cNvContentPartPr/>
                <p14:nvPr/>
              </p14:nvContentPartPr>
              <p14:xfrm>
                <a:off x="6073787" y="456747"/>
                <a:ext cx="126000" cy="119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601DE67-6D25-A2DE-58A5-FFF6968AA0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65147" y="447747"/>
                  <a:ext cx="143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D898758-962A-1574-19B4-98A8BEA534B9}"/>
                    </a:ext>
                  </a:extLst>
                </p14:cNvPr>
                <p14:cNvContentPartPr/>
                <p14:nvPr/>
              </p14:nvContentPartPr>
              <p14:xfrm>
                <a:off x="6290507" y="486987"/>
                <a:ext cx="165960" cy="8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D898758-962A-1574-19B4-98A8BEA534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1867" y="477987"/>
                  <a:ext cx="183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D3BACF0-CF63-01BA-A2E4-62D216CFE66F}"/>
                    </a:ext>
                  </a:extLst>
                </p14:cNvPr>
                <p14:cNvContentPartPr/>
                <p14:nvPr/>
              </p14:nvContentPartPr>
              <p14:xfrm>
                <a:off x="6494987" y="470787"/>
                <a:ext cx="99360" cy="109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D3BACF0-CF63-01BA-A2E4-62D216CFE66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85987" y="461787"/>
                  <a:ext cx="117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7D3C6B-66FB-8759-CD5F-808A98FD94CE}"/>
                    </a:ext>
                  </a:extLst>
                </p14:cNvPr>
                <p14:cNvContentPartPr/>
                <p14:nvPr/>
              </p14:nvContentPartPr>
              <p14:xfrm>
                <a:off x="6667067" y="252267"/>
                <a:ext cx="105120" cy="284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7D3C6B-66FB-8759-CD5F-808A98FD94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58067" y="243627"/>
                  <a:ext cx="12276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B0051E5-3E2C-9862-D78E-FDC177DD454E}"/>
              </a:ext>
            </a:extLst>
          </p:cNvPr>
          <p:cNvGrpSpPr/>
          <p:nvPr/>
        </p:nvGrpSpPr>
        <p:grpSpPr>
          <a:xfrm>
            <a:off x="6909347" y="292587"/>
            <a:ext cx="471600" cy="347760"/>
            <a:chOff x="6909347" y="292587"/>
            <a:chExt cx="47160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4FA596-FD33-62D5-635E-B260D2CFE49A}"/>
                    </a:ext>
                  </a:extLst>
                </p14:cNvPr>
                <p14:cNvContentPartPr/>
                <p14:nvPr/>
              </p14:nvContentPartPr>
              <p14:xfrm>
                <a:off x="6909347" y="327147"/>
                <a:ext cx="122400" cy="240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4FA596-FD33-62D5-635E-B260D2CFE4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00347" y="318507"/>
                  <a:ext cx="140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5E5DDE4-B296-462C-8625-AE7EF01A6D5B}"/>
                    </a:ext>
                  </a:extLst>
                </p14:cNvPr>
                <p14:cNvContentPartPr/>
                <p14:nvPr/>
              </p14:nvContentPartPr>
              <p14:xfrm>
                <a:off x="7072067" y="390507"/>
                <a:ext cx="94320" cy="157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5E5DDE4-B296-462C-8625-AE7EF01A6D5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63067" y="381507"/>
                  <a:ext cx="111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B514C3D-BB4A-AFD9-823C-26E88D79571A}"/>
                    </a:ext>
                  </a:extLst>
                </p14:cNvPr>
                <p14:cNvContentPartPr/>
                <p14:nvPr/>
              </p14:nvContentPartPr>
              <p14:xfrm>
                <a:off x="7153067" y="315627"/>
                <a:ext cx="11556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B514C3D-BB4A-AFD9-823C-26E88D7957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44427" y="306987"/>
                  <a:ext cx="1332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10ACA13-EC47-8CA5-81E3-E174D73A4CEC}"/>
                    </a:ext>
                  </a:extLst>
                </p14:cNvPr>
                <p14:cNvContentPartPr/>
                <p14:nvPr/>
              </p14:nvContentPartPr>
              <p14:xfrm>
                <a:off x="7248467" y="292587"/>
                <a:ext cx="132480" cy="347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10ACA13-EC47-8CA5-81E3-E174D73A4C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39827" y="283587"/>
                  <a:ext cx="15012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2FC05C2-BEA2-269B-EA24-7D0017FB54D6}"/>
                  </a:ext>
                </a:extLst>
              </p14:cNvPr>
              <p14:cNvContentPartPr/>
              <p14:nvPr/>
            </p14:nvContentPartPr>
            <p14:xfrm>
              <a:off x="1318907" y="845547"/>
              <a:ext cx="1082160" cy="123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2FC05C2-BEA2-269B-EA24-7D0017FB54D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310267" y="836547"/>
                <a:ext cx="109980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4DCFEBA9-749E-3481-B9B7-AC3CF631F0C9}"/>
              </a:ext>
            </a:extLst>
          </p:cNvPr>
          <p:cNvGrpSpPr/>
          <p:nvPr/>
        </p:nvGrpSpPr>
        <p:grpSpPr>
          <a:xfrm>
            <a:off x="1657307" y="5300547"/>
            <a:ext cx="1505160" cy="606960"/>
            <a:chOff x="1657307" y="5300547"/>
            <a:chExt cx="1505160" cy="6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0A8D90-4116-290C-357A-1E9D930AA31E}"/>
                    </a:ext>
                  </a:extLst>
                </p14:cNvPr>
                <p14:cNvContentPartPr/>
                <p14:nvPr/>
              </p14:nvContentPartPr>
              <p14:xfrm>
                <a:off x="1892747" y="5404587"/>
                <a:ext cx="56160" cy="448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E0A8D90-4116-290C-357A-1E9D930AA3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83747" y="5395587"/>
                  <a:ext cx="738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FBD53AA-F492-D8B5-3901-66BADB2B9A4D}"/>
                    </a:ext>
                  </a:extLst>
                </p14:cNvPr>
                <p14:cNvContentPartPr/>
                <p14:nvPr/>
              </p14:nvContentPartPr>
              <p14:xfrm>
                <a:off x="1657307" y="5300547"/>
                <a:ext cx="1479240" cy="606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FBD53AA-F492-D8B5-3901-66BADB2B9A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48307" y="5291547"/>
                  <a:ext cx="149688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A4DE954-D895-C2DB-AE91-245ACD9123CB}"/>
                    </a:ext>
                  </a:extLst>
                </p14:cNvPr>
                <p14:cNvContentPartPr/>
                <p14:nvPr/>
              </p14:nvContentPartPr>
              <p14:xfrm>
                <a:off x="1819307" y="5500347"/>
                <a:ext cx="1343160" cy="83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A4DE954-D895-C2DB-AE91-245ACD9123C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10667" y="5491707"/>
                  <a:ext cx="1360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5F99EA-5691-8776-BD9E-58B4CBA163A3}"/>
                    </a:ext>
                  </a:extLst>
                </p14:cNvPr>
                <p14:cNvContentPartPr/>
                <p14:nvPr/>
              </p14:nvContentPartPr>
              <p14:xfrm>
                <a:off x="2448947" y="5439147"/>
                <a:ext cx="102600" cy="103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5F99EA-5691-8776-BD9E-58B4CBA163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40307" y="5430147"/>
                  <a:ext cx="120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226BB3-94AF-2200-4E17-073F62BE44CC}"/>
                    </a:ext>
                  </a:extLst>
                </p14:cNvPr>
                <p14:cNvContentPartPr/>
                <p14:nvPr/>
              </p14:nvContentPartPr>
              <p14:xfrm>
                <a:off x="2494667" y="5386947"/>
                <a:ext cx="81000" cy="20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226BB3-94AF-2200-4E17-073F62BE44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86027" y="5378307"/>
                  <a:ext cx="98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B3AE274-7E69-B3AD-72C5-18C4F7FC1AA8}"/>
                    </a:ext>
                  </a:extLst>
                </p14:cNvPr>
                <p14:cNvContentPartPr/>
                <p14:nvPr/>
              </p14:nvContentPartPr>
              <p14:xfrm>
                <a:off x="2424467" y="5691867"/>
                <a:ext cx="72360" cy="51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B3AE274-7E69-B3AD-72C5-18C4F7FC1A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5827" y="5682867"/>
                  <a:ext cx="9000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3EB6A40-6A92-585D-F2B5-943EC3A0FB1C}"/>
              </a:ext>
            </a:extLst>
          </p:cNvPr>
          <p:cNvGrpSpPr/>
          <p:nvPr/>
        </p:nvGrpSpPr>
        <p:grpSpPr>
          <a:xfrm>
            <a:off x="6030947" y="930507"/>
            <a:ext cx="694440" cy="648360"/>
            <a:chOff x="6030947" y="930507"/>
            <a:chExt cx="694440" cy="64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8980E1-FB0F-D885-9D3B-6E9A2AB34A07}"/>
                    </a:ext>
                  </a:extLst>
                </p14:cNvPr>
                <p14:cNvContentPartPr/>
                <p14:nvPr/>
              </p14:nvContentPartPr>
              <p14:xfrm>
                <a:off x="6030947" y="1295547"/>
                <a:ext cx="59760" cy="283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8980E1-FB0F-D885-9D3B-6E9A2AB34A0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22307" y="1286547"/>
                  <a:ext cx="77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3CA2A95-27A3-C93D-43DC-0792CE2147FF}"/>
                    </a:ext>
                  </a:extLst>
                </p14:cNvPr>
                <p14:cNvContentPartPr/>
                <p14:nvPr/>
              </p14:nvContentPartPr>
              <p14:xfrm>
                <a:off x="6050387" y="1213467"/>
                <a:ext cx="120240" cy="132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3CA2A95-27A3-C93D-43DC-0792CE2147F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41387" y="1204827"/>
                  <a:ext cx="137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521833C-4338-BD8A-AF65-FD24036C6DE4}"/>
                    </a:ext>
                  </a:extLst>
                </p14:cNvPr>
                <p14:cNvContentPartPr/>
                <p14:nvPr/>
              </p14:nvContentPartPr>
              <p14:xfrm>
                <a:off x="6244067" y="1239027"/>
                <a:ext cx="147240" cy="61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521833C-4338-BD8A-AF65-FD24036C6DE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35067" y="1230387"/>
                  <a:ext cx="164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6E483D8-F0EA-F16C-2C71-700C157245D5}"/>
                    </a:ext>
                  </a:extLst>
                </p14:cNvPr>
                <p14:cNvContentPartPr/>
                <p14:nvPr/>
              </p14:nvContentPartPr>
              <p14:xfrm>
                <a:off x="6452147" y="930507"/>
                <a:ext cx="273240" cy="372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6E483D8-F0EA-F16C-2C71-700C157245D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43147" y="921507"/>
                  <a:ext cx="290880" cy="39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3D77EC0-955E-B826-8BDC-7BAD96CF1DBA}"/>
              </a:ext>
            </a:extLst>
          </p:cNvPr>
          <p:cNvGrpSpPr/>
          <p:nvPr/>
        </p:nvGrpSpPr>
        <p:grpSpPr>
          <a:xfrm>
            <a:off x="6929867" y="970467"/>
            <a:ext cx="474480" cy="417600"/>
            <a:chOff x="6929867" y="970467"/>
            <a:chExt cx="47448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86F92D8-2F2A-89C2-6AB8-510F08A00D05}"/>
                    </a:ext>
                  </a:extLst>
                </p14:cNvPr>
                <p14:cNvContentPartPr/>
                <p14:nvPr/>
              </p14:nvContentPartPr>
              <p14:xfrm>
                <a:off x="6929867" y="970467"/>
                <a:ext cx="133920" cy="282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86F92D8-2F2A-89C2-6AB8-510F08A00D0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21227" y="961467"/>
                  <a:ext cx="151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D469D5-5CEE-8676-BA5F-E94192D99113}"/>
                    </a:ext>
                  </a:extLst>
                </p14:cNvPr>
                <p14:cNvContentPartPr/>
                <p14:nvPr/>
              </p14:nvContentPartPr>
              <p14:xfrm>
                <a:off x="7070987" y="1051107"/>
                <a:ext cx="149760" cy="149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D469D5-5CEE-8676-BA5F-E94192D9911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62347" y="1042107"/>
                  <a:ext cx="167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74D8B71-9E44-F41E-8CBA-F3753F4BA6D9}"/>
                    </a:ext>
                  </a:extLst>
                </p14:cNvPr>
                <p14:cNvContentPartPr/>
                <p14:nvPr/>
              </p14:nvContentPartPr>
              <p14:xfrm>
                <a:off x="7158467" y="1134627"/>
                <a:ext cx="30600" cy="14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74D8B71-9E44-F41E-8CBA-F3753F4BA6D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49467" y="1125627"/>
                  <a:ext cx="48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21D361B-922F-3945-A38A-7122DF34E860}"/>
                    </a:ext>
                  </a:extLst>
                </p14:cNvPr>
                <p14:cNvContentPartPr/>
                <p14:nvPr/>
              </p14:nvContentPartPr>
              <p14:xfrm>
                <a:off x="7217867" y="995307"/>
                <a:ext cx="186480" cy="392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21D361B-922F-3945-A38A-7122DF34E8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08867" y="986307"/>
                  <a:ext cx="204120" cy="41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AF848D-4FF0-CBFB-03EB-53DA8A123097}"/>
              </a:ext>
            </a:extLst>
          </p:cNvPr>
          <p:cNvGrpSpPr/>
          <p:nvPr/>
        </p:nvGrpSpPr>
        <p:grpSpPr>
          <a:xfrm>
            <a:off x="1771787" y="4181120"/>
            <a:ext cx="1534320" cy="1133280"/>
            <a:chOff x="1771787" y="4181120"/>
            <a:chExt cx="1534320" cy="11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08423EE-3A1E-AB10-16A0-19003EE5E6EE}"/>
                    </a:ext>
                  </a:extLst>
                </p14:cNvPr>
                <p14:cNvContentPartPr/>
                <p14:nvPr/>
              </p14:nvContentPartPr>
              <p14:xfrm>
                <a:off x="1886627" y="4320080"/>
                <a:ext cx="30600" cy="703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8423EE-3A1E-AB10-16A0-19003EE5E6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77987" y="4311080"/>
                  <a:ext cx="4824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17BDE42-3317-5B02-0A7C-D7D4370FDF02}"/>
                    </a:ext>
                  </a:extLst>
                </p14:cNvPr>
                <p14:cNvContentPartPr/>
                <p14:nvPr/>
              </p14:nvContentPartPr>
              <p14:xfrm>
                <a:off x="1858907" y="4181120"/>
                <a:ext cx="1420200" cy="791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17BDE42-3317-5B02-0A7C-D7D4370FDF0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49907" y="4172120"/>
                  <a:ext cx="143784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F0BEB8-A1CD-1CBA-3696-F1E6D8A52EA8}"/>
                    </a:ext>
                  </a:extLst>
                </p14:cNvPr>
                <p14:cNvContentPartPr/>
                <p14:nvPr/>
              </p14:nvContentPartPr>
              <p14:xfrm>
                <a:off x="1771787" y="4617080"/>
                <a:ext cx="1534320" cy="3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F0BEB8-A1CD-1CBA-3696-F1E6D8A52E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63147" y="4608080"/>
                  <a:ext cx="1551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5032B59-7E92-C11C-6FA7-CAEEFB4F993D}"/>
                    </a:ext>
                  </a:extLst>
                </p14:cNvPr>
                <p14:cNvContentPartPr/>
                <p14:nvPr/>
              </p14:nvContentPartPr>
              <p14:xfrm>
                <a:off x="2459027" y="4309640"/>
                <a:ext cx="288000" cy="158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5032B59-7E92-C11C-6FA7-CAEEFB4F993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50387" y="4301000"/>
                  <a:ext cx="305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A2E55F8-79CB-8B31-0590-2C274948D783}"/>
                    </a:ext>
                  </a:extLst>
                </p14:cNvPr>
                <p14:cNvContentPartPr/>
                <p14:nvPr/>
              </p14:nvContentPartPr>
              <p14:xfrm>
                <a:off x="2617427" y="4373360"/>
                <a:ext cx="52200" cy="195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A2E55F8-79CB-8B31-0590-2C274948D7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08787" y="4364720"/>
                  <a:ext cx="69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4CD69C-C871-8A8E-69CA-3607F7F54904}"/>
                    </a:ext>
                  </a:extLst>
                </p14:cNvPr>
                <p14:cNvContentPartPr/>
                <p14:nvPr/>
              </p14:nvContentPartPr>
              <p14:xfrm>
                <a:off x="2522747" y="4708880"/>
                <a:ext cx="38880" cy="603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4CD69C-C871-8A8E-69CA-3607F7F5490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13747" y="4700240"/>
                  <a:ext cx="5652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D54B5C5-57E7-B20C-1DC8-23D668AC8121}"/>
                    </a:ext>
                  </a:extLst>
                </p14:cNvPr>
                <p14:cNvContentPartPr/>
                <p14:nvPr/>
              </p14:nvContentPartPr>
              <p14:xfrm>
                <a:off x="2377307" y="5204960"/>
                <a:ext cx="177840" cy="109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D54B5C5-57E7-B20C-1DC8-23D668AC81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68667" y="5196320"/>
                  <a:ext cx="195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399F4D0-51C3-013F-99B7-3080EA82FE2B}"/>
                    </a:ext>
                  </a:extLst>
                </p14:cNvPr>
                <p14:cNvContentPartPr/>
                <p14:nvPr/>
              </p14:nvContentPartPr>
              <p14:xfrm>
                <a:off x="2513747" y="5207840"/>
                <a:ext cx="144720" cy="105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399F4D0-51C3-013F-99B7-3080EA82FE2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04747" y="5199200"/>
                  <a:ext cx="16236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78859D2-46A9-C150-80DE-2C7E53E6CC45}"/>
              </a:ext>
            </a:extLst>
          </p:cNvPr>
          <p:cNvGrpSpPr/>
          <p:nvPr/>
        </p:nvGrpSpPr>
        <p:grpSpPr>
          <a:xfrm>
            <a:off x="5932307" y="1715480"/>
            <a:ext cx="1574280" cy="708480"/>
            <a:chOff x="5932307" y="1715480"/>
            <a:chExt cx="1574280" cy="7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3AAAB3C-6327-D143-97C1-4D9AF15D8823}"/>
                    </a:ext>
                  </a:extLst>
                </p14:cNvPr>
                <p14:cNvContentPartPr/>
                <p14:nvPr/>
              </p14:nvContentPartPr>
              <p14:xfrm>
                <a:off x="5932307" y="2087360"/>
                <a:ext cx="68040" cy="336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3AAAB3C-6327-D143-97C1-4D9AF15D88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23667" y="2078360"/>
                  <a:ext cx="856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F668574-598B-DD30-75FF-FE2EF0FB35D5}"/>
                    </a:ext>
                  </a:extLst>
                </p14:cNvPr>
                <p14:cNvContentPartPr/>
                <p14:nvPr/>
              </p14:nvContentPartPr>
              <p14:xfrm>
                <a:off x="6044267" y="1979000"/>
                <a:ext cx="116640" cy="74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F668574-598B-DD30-75FF-FE2EF0FB35D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35627" y="1970360"/>
                  <a:ext cx="134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1AB9170-730C-9D12-61CC-351262EE456D}"/>
                    </a:ext>
                  </a:extLst>
                </p14:cNvPr>
                <p14:cNvContentPartPr/>
                <p14:nvPr/>
              </p14:nvContentPartPr>
              <p14:xfrm>
                <a:off x="6249107" y="1989440"/>
                <a:ext cx="120600" cy="50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1AB9170-730C-9D12-61CC-351262EE456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40467" y="1980440"/>
                  <a:ext cx="138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0F3DC8-7FF6-02EB-3E26-C5569AEECF92}"/>
                    </a:ext>
                  </a:extLst>
                </p14:cNvPr>
                <p14:cNvContentPartPr/>
                <p14:nvPr/>
              </p14:nvContentPartPr>
              <p14:xfrm>
                <a:off x="6470507" y="1767320"/>
                <a:ext cx="246960" cy="246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0F3DC8-7FF6-02EB-3E26-C5569AEECF9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61867" y="1758680"/>
                  <a:ext cx="2646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752CE00-FC7C-C11E-9BAE-81D7A56E9145}"/>
                    </a:ext>
                  </a:extLst>
                </p14:cNvPr>
                <p14:cNvContentPartPr/>
                <p14:nvPr/>
              </p14:nvContentPartPr>
              <p14:xfrm>
                <a:off x="6892067" y="1715480"/>
                <a:ext cx="207360" cy="301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752CE00-FC7C-C11E-9BAE-81D7A56E914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83067" y="1706480"/>
                  <a:ext cx="2250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44D9BFC-06F5-1D80-3B15-6EB5D4422945}"/>
                    </a:ext>
                  </a:extLst>
                </p14:cNvPr>
                <p14:cNvContentPartPr/>
                <p14:nvPr/>
              </p14:nvContentPartPr>
              <p14:xfrm>
                <a:off x="7158467" y="1778480"/>
                <a:ext cx="126360" cy="174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44D9BFC-06F5-1D80-3B15-6EB5D442294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49467" y="1769840"/>
                  <a:ext cx="144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69F4C51-2C95-0F1A-926E-9B525F8C96FC}"/>
                    </a:ext>
                  </a:extLst>
                </p14:cNvPr>
                <p14:cNvContentPartPr/>
                <p14:nvPr/>
              </p14:nvContentPartPr>
              <p14:xfrm>
                <a:off x="7261427" y="1719800"/>
                <a:ext cx="245160" cy="309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69F4C51-2C95-0F1A-926E-9B525F8C96F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252787" y="1711160"/>
                  <a:ext cx="262800" cy="32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E2840B0-7A29-DE72-AEB6-AFEBD8BCC8F4}"/>
              </a:ext>
            </a:extLst>
          </p:cNvPr>
          <p:cNvGrpSpPr/>
          <p:nvPr/>
        </p:nvGrpSpPr>
        <p:grpSpPr>
          <a:xfrm>
            <a:off x="1762427" y="873440"/>
            <a:ext cx="1634040" cy="3251160"/>
            <a:chOff x="1762427" y="873440"/>
            <a:chExt cx="1634040" cy="325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8EDFB9-52C1-B978-EF57-003445DD4C60}"/>
                    </a:ext>
                  </a:extLst>
                </p14:cNvPr>
                <p14:cNvContentPartPr/>
                <p14:nvPr/>
              </p14:nvContentPartPr>
              <p14:xfrm>
                <a:off x="1810667" y="2803040"/>
                <a:ext cx="59400" cy="762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8EDFB9-52C1-B978-EF57-003445DD4C6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01667" y="2794400"/>
                  <a:ext cx="7704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7DFC29C-1B06-4A42-B58A-26E90A784C88}"/>
                    </a:ext>
                  </a:extLst>
                </p14:cNvPr>
                <p14:cNvContentPartPr/>
                <p14:nvPr/>
              </p14:nvContentPartPr>
              <p14:xfrm>
                <a:off x="1895987" y="2610080"/>
                <a:ext cx="1500480" cy="996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7DFC29C-1B06-4A42-B58A-26E90A784C8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87347" y="2601440"/>
                  <a:ext cx="151812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7B27B67-C1D1-C62D-12FC-8496AB747AE0}"/>
                    </a:ext>
                  </a:extLst>
                </p14:cNvPr>
                <p14:cNvContentPartPr/>
                <p14:nvPr/>
              </p14:nvContentPartPr>
              <p14:xfrm>
                <a:off x="1762427" y="3126320"/>
                <a:ext cx="1384200" cy="58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7B27B67-C1D1-C62D-12FC-8496AB747A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53787" y="3117320"/>
                  <a:ext cx="14018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35A2DAE-EBDA-3B15-FB8D-DD551FEC6A58}"/>
                    </a:ext>
                  </a:extLst>
                </p14:cNvPr>
                <p14:cNvContentPartPr/>
                <p14:nvPr/>
              </p14:nvContentPartPr>
              <p14:xfrm>
                <a:off x="2530667" y="3388040"/>
                <a:ext cx="56160" cy="716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35A2DAE-EBDA-3B15-FB8D-DD551FEC6A5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22027" y="3379040"/>
                  <a:ext cx="7380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638BB5-6DB0-0DD2-A0DE-28A9ABC1C805}"/>
                    </a:ext>
                  </a:extLst>
                </p14:cNvPr>
                <p14:cNvContentPartPr/>
                <p14:nvPr/>
              </p14:nvContentPartPr>
              <p14:xfrm>
                <a:off x="2397107" y="3953600"/>
                <a:ext cx="183600" cy="131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5638BB5-6DB0-0DD2-A0DE-28A9ABC1C80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388107" y="3944600"/>
                  <a:ext cx="201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0B71E8E-E2DA-6D45-E8AE-497858C4C44C}"/>
                    </a:ext>
                  </a:extLst>
                </p14:cNvPr>
                <p14:cNvContentPartPr/>
                <p14:nvPr/>
              </p14:nvContentPartPr>
              <p14:xfrm>
                <a:off x="2533187" y="4000760"/>
                <a:ext cx="122760" cy="123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0B71E8E-E2DA-6D45-E8AE-497858C4C44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24187" y="3992120"/>
                  <a:ext cx="140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8921BE-CEF3-87E1-4B41-6831CF919D65}"/>
                    </a:ext>
                  </a:extLst>
                </p14:cNvPr>
                <p14:cNvContentPartPr/>
                <p14:nvPr/>
              </p14:nvContentPartPr>
              <p14:xfrm>
                <a:off x="2537507" y="2811320"/>
                <a:ext cx="153360" cy="208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8921BE-CEF3-87E1-4B41-6831CF919D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28507" y="2802320"/>
                  <a:ext cx="171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0F4D60F-2795-4499-0CD7-00DDCA9ADA56}"/>
                    </a:ext>
                  </a:extLst>
                </p14:cNvPr>
                <p14:cNvContentPartPr/>
                <p14:nvPr/>
              </p14:nvContentPartPr>
              <p14:xfrm>
                <a:off x="2208827" y="873440"/>
                <a:ext cx="151560" cy="1819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0F4D60F-2795-4499-0CD7-00DDCA9ADA5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99827" y="864800"/>
                  <a:ext cx="169200" cy="18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6F659E-6B65-66B4-F231-81B6D039DA2E}"/>
                    </a:ext>
                  </a:extLst>
                </p14:cNvPr>
                <p14:cNvContentPartPr/>
                <p14:nvPr/>
              </p14:nvContentPartPr>
              <p14:xfrm>
                <a:off x="2057627" y="2517560"/>
                <a:ext cx="203400" cy="161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6F659E-6B65-66B4-F231-81B6D039DA2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48627" y="2508920"/>
                  <a:ext cx="221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401A49-68D4-76C1-2550-5CA378B36F34}"/>
                    </a:ext>
                  </a:extLst>
                </p14:cNvPr>
                <p14:cNvContentPartPr/>
                <p14:nvPr/>
              </p14:nvContentPartPr>
              <p14:xfrm>
                <a:off x="2195147" y="2550680"/>
                <a:ext cx="175680" cy="156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401A49-68D4-76C1-2550-5CA378B36F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86507" y="2542040"/>
                  <a:ext cx="19332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5951865-58B9-A22B-597B-13DEA5C029D9}"/>
              </a:ext>
            </a:extLst>
          </p:cNvPr>
          <p:cNvGrpSpPr/>
          <p:nvPr/>
        </p:nvGrpSpPr>
        <p:grpSpPr>
          <a:xfrm>
            <a:off x="3902987" y="2659040"/>
            <a:ext cx="3513960" cy="971280"/>
            <a:chOff x="3902987" y="2659040"/>
            <a:chExt cx="3513960" cy="97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B842804-A432-48BB-7248-00F04D3207CF}"/>
                    </a:ext>
                  </a:extLst>
                </p14:cNvPr>
                <p14:cNvContentPartPr/>
                <p14:nvPr/>
              </p14:nvContentPartPr>
              <p14:xfrm>
                <a:off x="3902987" y="2659040"/>
                <a:ext cx="433080" cy="971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B842804-A432-48BB-7248-00F04D3207C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98667" y="2654720"/>
                  <a:ext cx="441720" cy="9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96316E4-9D8B-9E61-2276-A488F485BB4B}"/>
                    </a:ext>
                  </a:extLst>
                </p14:cNvPr>
                <p14:cNvContentPartPr/>
                <p14:nvPr/>
              </p14:nvContentPartPr>
              <p14:xfrm>
                <a:off x="4512107" y="3186440"/>
                <a:ext cx="2001240" cy="321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96316E4-9D8B-9E61-2276-A488F485BB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07787" y="3182120"/>
                  <a:ext cx="20098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AE2E113-3AF1-D953-234A-BDE49F5BCAE2}"/>
                    </a:ext>
                  </a:extLst>
                </p14:cNvPr>
                <p14:cNvContentPartPr/>
                <p14:nvPr/>
              </p14:nvContentPartPr>
              <p14:xfrm>
                <a:off x="6793427" y="3278600"/>
                <a:ext cx="153720" cy="294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AE2E113-3AF1-D953-234A-BDE49F5BCAE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89107" y="3274280"/>
                  <a:ext cx="1623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7011ACA-1FE7-C4B2-A698-80A6F1FE08E8}"/>
                    </a:ext>
                  </a:extLst>
                </p14:cNvPr>
                <p14:cNvContentPartPr/>
                <p14:nvPr/>
              </p14:nvContentPartPr>
              <p14:xfrm>
                <a:off x="6691187" y="3110480"/>
                <a:ext cx="636120" cy="385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7011ACA-1FE7-C4B2-A698-80A6F1FE08E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86867" y="3106160"/>
                  <a:ext cx="64476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82AF1C6-67FB-FBDB-2701-90C134057BE0}"/>
                    </a:ext>
                  </a:extLst>
                </p14:cNvPr>
                <p14:cNvContentPartPr/>
                <p14:nvPr/>
              </p14:nvContentPartPr>
              <p14:xfrm>
                <a:off x="7219307" y="3444200"/>
                <a:ext cx="29880" cy="39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82AF1C6-67FB-FBDB-2701-90C134057BE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14987" y="3439880"/>
                  <a:ext cx="38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3900F44-CCBE-1A0C-9DE6-73DEF03903AB}"/>
                    </a:ext>
                  </a:extLst>
                </p14:cNvPr>
                <p14:cNvContentPartPr/>
                <p14:nvPr/>
              </p14:nvContentPartPr>
              <p14:xfrm>
                <a:off x="7331627" y="3304880"/>
                <a:ext cx="32760" cy="59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3900F44-CCBE-1A0C-9DE6-73DEF03903A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27307" y="3300560"/>
                  <a:ext cx="41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625381-86AC-DD98-0374-CDB20AD76DF2}"/>
                    </a:ext>
                  </a:extLst>
                </p14:cNvPr>
                <p14:cNvContentPartPr/>
                <p14:nvPr/>
              </p14:nvContentPartPr>
              <p14:xfrm>
                <a:off x="7335227" y="3405680"/>
                <a:ext cx="81720" cy="92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625381-86AC-DD98-0374-CDB20AD76DF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30907" y="3401360"/>
                  <a:ext cx="9036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AC95935-5E0C-E2B0-3E63-FF868CEEDD78}"/>
                  </a:ext>
                </a:extLst>
              </p14:cNvPr>
              <p14:cNvContentPartPr/>
              <p14:nvPr/>
            </p14:nvContentPartPr>
            <p14:xfrm>
              <a:off x="7745987" y="3389840"/>
              <a:ext cx="150840" cy="92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AC95935-5E0C-E2B0-3E63-FF868CEEDD7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741667" y="3385520"/>
                <a:ext cx="15948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11D7AC4-E492-BACF-3992-2234F4D8DB7A}"/>
              </a:ext>
            </a:extLst>
          </p:cNvPr>
          <p:cNvGrpSpPr/>
          <p:nvPr/>
        </p:nvGrpSpPr>
        <p:grpSpPr>
          <a:xfrm>
            <a:off x="8288867" y="2921840"/>
            <a:ext cx="2596680" cy="883440"/>
            <a:chOff x="8288867" y="2921840"/>
            <a:chExt cx="2596680" cy="88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988E58F-5A12-6F20-17AE-280CED85BB19}"/>
                    </a:ext>
                  </a:extLst>
                </p14:cNvPr>
                <p14:cNvContentPartPr/>
                <p14:nvPr/>
              </p14:nvContentPartPr>
              <p14:xfrm>
                <a:off x="8288867" y="3162680"/>
                <a:ext cx="394200" cy="344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988E58F-5A12-6F20-17AE-280CED85BB1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84547" y="3158360"/>
                  <a:ext cx="4028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368A9B-4671-D65A-FBCE-A8E99354A996}"/>
                    </a:ext>
                  </a:extLst>
                </p14:cNvPr>
                <p14:cNvContentPartPr/>
                <p14:nvPr/>
              </p14:nvContentPartPr>
              <p14:xfrm>
                <a:off x="8738867" y="3331880"/>
                <a:ext cx="54720" cy="88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368A9B-4671-D65A-FBCE-A8E99354A99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34547" y="3327560"/>
                  <a:ext cx="63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153991C-2059-9954-F82A-63C04ACBC9E0}"/>
                    </a:ext>
                  </a:extLst>
                </p14:cNvPr>
                <p14:cNvContentPartPr/>
                <p14:nvPr/>
              </p14:nvContentPartPr>
              <p14:xfrm>
                <a:off x="8504867" y="3320000"/>
                <a:ext cx="360000" cy="485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153991C-2059-9954-F82A-63C04ACBC9E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00547" y="3315680"/>
                  <a:ext cx="36864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750CD3-88D1-0642-5351-6CE43987D8B6}"/>
                    </a:ext>
                  </a:extLst>
                </p14:cNvPr>
                <p14:cNvContentPartPr/>
                <p14:nvPr/>
              </p14:nvContentPartPr>
              <p14:xfrm>
                <a:off x="8971067" y="3154760"/>
                <a:ext cx="225720" cy="257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750CD3-88D1-0642-5351-6CE43987D8B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66747" y="3150440"/>
                  <a:ext cx="2343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053A771-0D97-A700-7B69-2F6CC1EA638A}"/>
                    </a:ext>
                  </a:extLst>
                </p14:cNvPr>
                <p14:cNvContentPartPr/>
                <p14:nvPr/>
              </p14:nvContentPartPr>
              <p14:xfrm>
                <a:off x="9182027" y="3168440"/>
                <a:ext cx="81720" cy="233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053A771-0D97-A700-7B69-2F6CC1EA638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77707" y="3164120"/>
                  <a:ext cx="903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7BC91B2-7672-7706-C220-DD31DA1DF15F}"/>
                    </a:ext>
                  </a:extLst>
                </p14:cNvPr>
                <p14:cNvContentPartPr/>
                <p14:nvPr/>
              </p14:nvContentPartPr>
              <p14:xfrm>
                <a:off x="9121907" y="3254480"/>
                <a:ext cx="397800" cy="117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7BC91B2-7672-7706-C220-DD31DA1DF15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117587" y="3250160"/>
                  <a:ext cx="406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5DD010-D08A-6490-5007-C5150FA44795}"/>
                    </a:ext>
                  </a:extLst>
                </p14:cNvPr>
                <p14:cNvContentPartPr/>
                <p14:nvPr/>
              </p14:nvContentPartPr>
              <p14:xfrm>
                <a:off x="9558947" y="3278600"/>
                <a:ext cx="136440" cy="98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5DD010-D08A-6490-5007-C5150FA4479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554627" y="3274280"/>
                  <a:ext cx="1450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6646633-3F9C-E6E0-44C6-8DAB11009EAF}"/>
                    </a:ext>
                  </a:extLst>
                </p14:cNvPr>
                <p14:cNvContentPartPr/>
                <p14:nvPr/>
              </p14:nvContentPartPr>
              <p14:xfrm>
                <a:off x="9683867" y="3051080"/>
                <a:ext cx="208800" cy="333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6646633-3F9C-E6E0-44C6-8DAB11009EA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79547" y="3046760"/>
                  <a:ext cx="2174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8D4C92F-8BCF-D68F-66E9-3C3D75BEA93F}"/>
                    </a:ext>
                  </a:extLst>
                </p14:cNvPr>
                <p14:cNvContentPartPr/>
                <p14:nvPr/>
              </p14:nvContentPartPr>
              <p14:xfrm>
                <a:off x="9906707" y="3105440"/>
                <a:ext cx="157680" cy="248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8D4C92F-8BCF-D68F-66E9-3C3D75BEA93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02387" y="3101120"/>
                  <a:ext cx="166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9A550EC-387A-81E6-05E8-DCFF55A5D22A}"/>
                    </a:ext>
                  </a:extLst>
                </p14:cNvPr>
                <p14:cNvContentPartPr/>
                <p14:nvPr/>
              </p14:nvContentPartPr>
              <p14:xfrm>
                <a:off x="10024067" y="3001760"/>
                <a:ext cx="219960" cy="331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9A550EC-387A-81E6-05E8-DCFF55A5D22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019747" y="2997440"/>
                  <a:ext cx="2286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D842E33-D03D-2356-956E-9433ED5FAFAE}"/>
                    </a:ext>
                  </a:extLst>
                </p14:cNvPr>
                <p14:cNvContentPartPr/>
                <p14:nvPr/>
              </p14:nvContentPartPr>
              <p14:xfrm>
                <a:off x="10251587" y="3174920"/>
                <a:ext cx="90720" cy="95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D842E33-D03D-2356-956E-9433ED5FAFA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47267" y="3170600"/>
                  <a:ext cx="99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9F85221-F70C-A167-0A47-A12CE90F39C5}"/>
                    </a:ext>
                  </a:extLst>
                </p14:cNvPr>
                <p14:cNvContentPartPr/>
                <p14:nvPr/>
              </p14:nvContentPartPr>
              <p14:xfrm>
                <a:off x="10391987" y="2921840"/>
                <a:ext cx="282600" cy="350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9F85221-F70C-A167-0A47-A12CE90F39C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87667" y="2917520"/>
                  <a:ext cx="2912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6FE57D1-AAFF-8BEB-EFC2-0C1F8E3D4F69}"/>
                    </a:ext>
                  </a:extLst>
                </p14:cNvPr>
                <p14:cNvContentPartPr/>
                <p14:nvPr/>
              </p14:nvContentPartPr>
              <p14:xfrm>
                <a:off x="10666667" y="3178520"/>
                <a:ext cx="218880" cy="14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6FE57D1-AAFF-8BEB-EFC2-0C1F8E3D4F6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62347" y="3174200"/>
                  <a:ext cx="2275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8F05544-0E01-7EE2-CBD1-FB4A5300AD6E}"/>
              </a:ext>
            </a:extLst>
          </p:cNvPr>
          <p:cNvGrpSpPr/>
          <p:nvPr/>
        </p:nvGrpSpPr>
        <p:grpSpPr>
          <a:xfrm>
            <a:off x="6147587" y="3991400"/>
            <a:ext cx="1105200" cy="388080"/>
            <a:chOff x="6147587" y="3991400"/>
            <a:chExt cx="110520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056F6ED-41FD-EA03-C549-3B80019C9625}"/>
                    </a:ext>
                  </a:extLst>
                </p14:cNvPr>
                <p14:cNvContentPartPr/>
                <p14:nvPr/>
              </p14:nvContentPartPr>
              <p14:xfrm>
                <a:off x="6147587" y="4277960"/>
                <a:ext cx="18360" cy="101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056F6ED-41FD-EA03-C549-3B80019C962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143267" y="4273640"/>
                  <a:ext cx="27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BAC8334-2005-E2CB-11B1-3FCDED95D5FE}"/>
                    </a:ext>
                  </a:extLst>
                </p14:cNvPr>
                <p14:cNvContentPartPr/>
                <p14:nvPr/>
              </p14:nvContentPartPr>
              <p14:xfrm>
                <a:off x="6224627" y="4083560"/>
                <a:ext cx="22320" cy="72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BAC8334-2005-E2CB-11B1-3FCDED95D5F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20307" y="4079240"/>
                  <a:ext cx="30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6E05D7C-4EDF-D964-20AC-AADC40D2D317}"/>
                    </a:ext>
                  </a:extLst>
                </p14:cNvPr>
                <p14:cNvContentPartPr/>
                <p14:nvPr/>
              </p14:nvContentPartPr>
              <p14:xfrm>
                <a:off x="6253067" y="4293800"/>
                <a:ext cx="95040" cy="68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6E05D7C-4EDF-D964-20AC-AADC40D2D31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48747" y="4289480"/>
                  <a:ext cx="1036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8D0E9E4-CC35-AEF6-7BD9-B26EAF3FDCCC}"/>
                    </a:ext>
                  </a:extLst>
                </p14:cNvPr>
                <p14:cNvContentPartPr/>
                <p14:nvPr/>
              </p14:nvContentPartPr>
              <p14:xfrm>
                <a:off x="6425507" y="4182200"/>
                <a:ext cx="65880" cy="162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8D0E9E4-CC35-AEF6-7BD9-B26EAF3FDCC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21187" y="4177880"/>
                  <a:ext cx="74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C7F9B82-F027-209B-7636-EBC6076B7769}"/>
                    </a:ext>
                  </a:extLst>
                </p14:cNvPr>
                <p14:cNvContentPartPr/>
                <p14:nvPr/>
              </p14:nvContentPartPr>
              <p14:xfrm>
                <a:off x="6431267" y="4245560"/>
                <a:ext cx="77760" cy="15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C7F9B82-F027-209B-7636-EBC6076B776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26947" y="4241240"/>
                  <a:ext cx="864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52C5162-C694-1F8E-AED9-BFFA9C821DAB}"/>
                    </a:ext>
                  </a:extLst>
                </p14:cNvPr>
                <p14:cNvContentPartPr/>
                <p14:nvPr/>
              </p14:nvContentPartPr>
              <p14:xfrm>
                <a:off x="6746627" y="4163480"/>
                <a:ext cx="138240" cy="132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52C5162-C694-1F8E-AED9-BFFA9C821DA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742307" y="4159160"/>
                  <a:ext cx="146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34AE364-9559-0366-CB50-FA384FDDA849}"/>
                    </a:ext>
                  </a:extLst>
                </p14:cNvPr>
                <p14:cNvContentPartPr/>
                <p14:nvPr/>
              </p14:nvContentPartPr>
              <p14:xfrm>
                <a:off x="6929867" y="4192640"/>
                <a:ext cx="163440" cy="61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34AE364-9559-0366-CB50-FA384FDDA84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25547" y="4188320"/>
                  <a:ext cx="172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B887D72-B1AE-146A-A477-1BB6F6A9986A}"/>
                    </a:ext>
                  </a:extLst>
                </p14:cNvPr>
                <p14:cNvContentPartPr/>
                <p14:nvPr/>
              </p14:nvContentPartPr>
              <p14:xfrm>
                <a:off x="7157747" y="3991400"/>
                <a:ext cx="95040" cy="218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B887D72-B1AE-146A-A477-1BB6F6A9986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53427" y="3987080"/>
                  <a:ext cx="10368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898C6BB-F2F7-897A-5689-62CB811A5B8F}"/>
              </a:ext>
            </a:extLst>
          </p:cNvPr>
          <p:cNvGrpSpPr/>
          <p:nvPr/>
        </p:nvGrpSpPr>
        <p:grpSpPr>
          <a:xfrm>
            <a:off x="7570667" y="4112360"/>
            <a:ext cx="169200" cy="59040"/>
            <a:chOff x="7570667" y="4112360"/>
            <a:chExt cx="169200" cy="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A6ECAA5-874A-F5BD-36E1-39A550004308}"/>
                    </a:ext>
                  </a:extLst>
                </p14:cNvPr>
                <p14:cNvContentPartPr/>
                <p14:nvPr/>
              </p14:nvContentPartPr>
              <p14:xfrm>
                <a:off x="7570667" y="4112360"/>
                <a:ext cx="99000" cy="20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A6ECAA5-874A-F5BD-36E1-39A55000430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66347" y="4108040"/>
                  <a:ext cx="107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60DC37E-1014-0D13-85B2-FEEF58FDB7FA}"/>
                    </a:ext>
                  </a:extLst>
                </p14:cNvPr>
                <p14:cNvContentPartPr/>
                <p14:nvPr/>
              </p14:nvContentPartPr>
              <p14:xfrm>
                <a:off x="7582187" y="4156640"/>
                <a:ext cx="157680" cy="14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60DC37E-1014-0D13-85B2-FEEF58FDB7F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77867" y="4152320"/>
                  <a:ext cx="16632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83A2F42-6857-809F-A58E-A272BA0182E0}"/>
              </a:ext>
            </a:extLst>
          </p:cNvPr>
          <p:cNvGrpSpPr/>
          <p:nvPr/>
        </p:nvGrpSpPr>
        <p:grpSpPr>
          <a:xfrm>
            <a:off x="6217787" y="5256800"/>
            <a:ext cx="865080" cy="348120"/>
            <a:chOff x="6217787" y="5256800"/>
            <a:chExt cx="86508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10C6882-6E38-75A5-6195-E8CCDB786C4D}"/>
                    </a:ext>
                  </a:extLst>
                </p14:cNvPr>
                <p14:cNvContentPartPr/>
                <p14:nvPr/>
              </p14:nvContentPartPr>
              <p14:xfrm>
                <a:off x="6217787" y="5463800"/>
                <a:ext cx="200520" cy="141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10C6882-6E38-75A5-6195-E8CCDB786C4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213467" y="5459480"/>
                  <a:ext cx="209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EDCF9DF-D205-6EC8-DFCE-9ACAEB39061E}"/>
                    </a:ext>
                  </a:extLst>
                </p14:cNvPr>
                <p14:cNvContentPartPr/>
                <p14:nvPr/>
              </p14:nvContentPartPr>
              <p14:xfrm>
                <a:off x="6537467" y="5256800"/>
                <a:ext cx="68040" cy="309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EDCF9DF-D205-6EC8-DFCE-9ACAEB39061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33147" y="5252480"/>
                  <a:ext cx="766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C9D2358-15EA-98DB-0EB1-E1A3B6A1F706}"/>
                    </a:ext>
                  </a:extLst>
                </p14:cNvPr>
                <p14:cNvContentPartPr/>
                <p14:nvPr/>
              </p14:nvContentPartPr>
              <p14:xfrm>
                <a:off x="6473387" y="5470640"/>
                <a:ext cx="281160" cy="72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C9D2358-15EA-98DB-0EB1-E1A3B6A1F70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69067" y="5466320"/>
                  <a:ext cx="289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FD64B6C-61AD-75C9-09FD-5DA2C1A3410D}"/>
                    </a:ext>
                  </a:extLst>
                </p14:cNvPr>
                <p14:cNvContentPartPr/>
                <p14:nvPr/>
              </p14:nvContentPartPr>
              <p14:xfrm>
                <a:off x="6850667" y="5422400"/>
                <a:ext cx="35640" cy="95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FD64B6C-61AD-75C9-09FD-5DA2C1A3410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846347" y="5418080"/>
                  <a:ext cx="44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0BD5FCF-D2AD-E705-287B-8BA4B9792B05}"/>
                    </a:ext>
                  </a:extLst>
                </p14:cNvPr>
                <p14:cNvContentPartPr/>
                <p14:nvPr/>
              </p14:nvContentPartPr>
              <p14:xfrm>
                <a:off x="6952187" y="5453360"/>
                <a:ext cx="130680" cy="68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0BD5FCF-D2AD-E705-287B-8BA4B9792B0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947867" y="5449040"/>
                  <a:ext cx="13932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8D7AAB3-1D2B-B2CE-6736-23B66D4441EF}"/>
              </a:ext>
            </a:extLst>
          </p:cNvPr>
          <p:cNvGrpSpPr/>
          <p:nvPr/>
        </p:nvGrpSpPr>
        <p:grpSpPr>
          <a:xfrm>
            <a:off x="7515947" y="5113880"/>
            <a:ext cx="600120" cy="342360"/>
            <a:chOff x="7515947" y="5113880"/>
            <a:chExt cx="60012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74D881E-19BF-4714-61B1-B2E143D82C63}"/>
                    </a:ext>
                  </a:extLst>
                </p14:cNvPr>
                <p14:cNvContentPartPr/>
                <p14:nvPr/>
              </p14:nvContentPartPr>
              <p14:xfrm>
                <a:off x="7515947" y="5310080"/>
                <a:ext cx="199080" cy="146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74D881E-19BF-4714-61B1-B2E143D82C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11627" y="5305760"/>
                  <a:ext cx="207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5DEDE53-A461-348C-1041-ECA0E87C6224}"/>
                    </a:ext>
                  </a:extLst>
                </p14:cNvPr>
                <p14:cNvContentPartPr/>
                <p14:nvPr/>
              </p14:nvContentPartPr>
              <p14:xfrm>
                <a:off x="7722227" y="5113880"/>
                <a:ext cx="393840" cy="331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5DEDE53-A461-348C-1041-ECA0E87C622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717907" y="5109560"/>
                  <a:ext cx="40248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6C77AEA-AA04-21AC-EC9F-BCB8AA5BA528}"/>
              </a:ext>
            </a:extLst>
          </p:cNvPr>
          <p:cNvGrpSpPr/>
          <p:nvPr/>
        </p:nvGrpSpPr>
        <p:grpSpPr>
          <a:xfrm>
            <a:off x="6105467" y="4494680"/>
            <a:ext cx="1696680" cy="511560"/>
            <a:chOff x="6105467" y="4494680"/>
            <a:chExt cx="169668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91A9696-888B-A8D1-7A05-3EDFEC4AD52F}"/>
                    </a:ext>
                  </a:extLst>
                </p14:cNvPr>
                <p14:cNvContentPartPr/>
                <p14:nvPr/>
              </p14:nvContentPartPr>
              <p14:xfrm>
                <a:off x="6105467" y="4872320"/>
                <a:ext cx="255600" cy="820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91A9696-888B-A8D1-7A05-3EDFEC4AD52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01147" y="4868000"/>
                  <a:ext cx="2642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EACBE57-6EC9-7993-02BB-46E7874E82A7}"/>
                    </a:ext>
                  </a:extLst>
                </p14:cNvPr>
                <p14:cNvContentPartPr/>
                <p14:nvPr/>
              </p14:nvContentPartPr>
              <p14:xfrm>
                <a:off x="6408227" y="4859720"/>
                <a:ext cx="68760" cy="230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EACBE57-6EC9-7993-02BB-46E7874E82A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03907" y="4855400"/>
                  <a:ext cx="77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4B2422B-48D6-5B81-09B8-59AB717F4974}"/>
                    </a:ext>
                  </a:extLst>
                </p14:cNvPr>
                <p14:cNvContentPartPr/>
                <p14:nvPr/>
              </p14:nvContentPartPr>
              <p14:xfrm>
                <a:off x="6426947" y="4826600"/>
                <a:ext cx="110880" cy="179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4B2422B-48D6-5B81-09B8-59AB717F497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422627" y="4822280"/>
                  <a:ext cx="119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80EDE7B-7F22-78F5-3E10-FCDD1D54DA8D}"/>
                    </a:ext>
                  </a:extLst>
                </p14:cNvPr>
                <p14:cNvContentPartPr/>
                <p14:nvPr/>
              </p14:nvContentPartPr>
              <p14:xfrm>
                <a:off x="6584627" y="4701680"/>
                <a:ext cx="116280" cy="244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80EDE7B-7F22-78F5-3E10-FCDD1D54DA8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80307" y="4697360"/>
                  <a:ext cx="124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B3938B2-5D37-43D7-7039-559738AF2ECD}"/>
                    </a:ext>
                  </a:extLst>
                </p14:cNvPr>
                <p14:cNvContentPartPr/>
                <p14:nvPr/>
              </p14:nvContentPartPr>
              <p14:xfrm>
                <a:off x="6812867" y="4659560"/>
                <a:ext cx="53640" cy="218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B3938B2-5D37-43D7-7039-559738AF2EC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808547" y="4655240"/>
                  <a:ext cx="622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C37F137-AC4B-961C-BFDC-B928DAA2C70E}"/>
                    </a:ext>
                  </a:extLst>
                </p14:cNvPr>
                <p14:cNvContentPartPr/>
                <p14:nvPr/>
              </p14:nvContentPartPr>
              <p14:xfrm>
                <a:off x="6818267" y="4740560"/>
                <a:ext cx="279720" cy="108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C37F137-AC4B-961C-BFDC-B928DAA2C70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13947" y="4736240"/>
                  <a:ext cx="288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87BBF4A-EE6F-D902-E0E8-3BDEF95BBF55}"/>
                    </a:ext>
                  </a:extLst>
                </p14:cNvPr>
                <p14:cNvContentPartPr/>
                <p14:nvPr/>
              </p14:nvContentPartPr>
              <p14:xfrm>
                <a:off x="7130387" y="4781240"/>
                <a:ext cx="98280" cy="67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87BBF4A-EE6F-D902-E0E8-3BDEF95BBF5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126067" y="4776920"/>
                  <a:ext cx="106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DCAE8D5-38CD-AA8A-AB78-CF7490B53792}"/>
                    </a:ext>
                  </a:extLst>
                </p14:cNvPr>
                <p14:cNvContentPartPr/>
                <p14:nvPr/>
              </p14:nvContentPartPr>
              <p14:xfrm>
                <a:off x="7334147" y="4494680"/>
                <a:ext cx="186840" cy="381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DCAE8D5-38CD-AA8A-AB78-CF7490B5379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29827" y="4490360"/>
                  <a:ext cx="1954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BE32916-5E40-DF43-AF9F-939C8CCD0A38}"/>
                    </a:ext>
                  </a:extLst>
                </p14:cNvPr>
                <p14:cNvContentPartPr/>
                <p14:nvPr/>
              </p14:nvContentPartPr>
              <p14:xfrm>
                <a:off x="7630067" y="4724000"/>
                <a:ext cx="95040" cy="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BE32916-5E40-DF43-AF9F-939C8CCD0A3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25747" y="4719680"/>
                  <a:ext cx="103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B7231AC-A266-BBD1-1692-B9B37E692AEC}"/>
                    </a:ext>
                  </a:extLst>
                </p14:cNvPr>
                <p14:cNvContentPartPr/>
                <p14:nvPr/>
              </p14:nvContentPartPr>
              <p14:xfrm>
                <a:off x="7649867" y="4748120"/>
                <a:ext cx="152280" cy="1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B7231AC-A266-BBD1-1692-B9B37E692AE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645547" y="4743800"/>
                  <a:ext cx="1609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4FAE7E7-4C6C-7D4A-CA3A-FC4E9B073BE7}"/>
              </a:ext>
            </a:extLst>
          </p:cNvPr>
          <p:cNvGrpSpPr/>
          <p:nvPr/>
        </p:nvGrpSpPr>
        <p:grpSpPr>
          <a:xfrm>
            <a:off x="8004827" y="3724640"/>
            <a:ext cx="3201120" cy="1185840"/>
            <a:chOff x="8004827" y="3724640"/>
            <a:chExt cx="3201120" cy="11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9EB0B76-0303-6D5B-98E0-E7A91E77C228}"/>
                    </a:ext>
                  </a:extLst>
                </p14:cNvPr>
                <p14:cNvContentPartPr/>
                <p14:nvPr/>
              </p14:nvContentPartPr>
              <p14:xfrm>
                <a:off x="8004827" y="4026320"/>
                <a:ext cx="169560" cy="100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9EB0B76-0303-6D5B-98E0-E7A91E77C22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000507" y="4022000"/>
                  <a:ext cx="178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31BD37F-0FC7-A725-E528-3E9FEF5856D3}"/>
                    </a:ext>
                  </a:extLst>
                </p14:cNvPr>
                <p14:cNvContentPartPr/>
                <p14:nvPr/>
              </p14:nvContentPartPr>
              <p14:xfrm>
                <a:off x="8253947" y="4033160"/>
                <a:ext cx="36360" cy="30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31BD37F-0FC7-A725-E528-3E9FEF5856D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49627" y="4028840"/>
                  <a:ext cx="45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FC6FEFC-35BC-7236-D7CB-C9AA758DD751}"/>
                    </a:ext>
                  </a:extLst>
                </p14:cNvPr>
                <p14:cNvContentPartPr/>
                <p14:nvPr/>
              </p14:nvContentPartPr>
              <p14:xfrm>
                <a:off x="8177987" y="4026320"/>
                <a:ext cx="163080" cy="228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FC6FEFC-35BC-7236-D7CB-C9AA758DD75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173667" y="4022000"/>
                  <a:ext cx="171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AE476C6-C301-549E-973A-ACD960A6D676}"/>
                    </a:ext>
                  </a:extLst>
                </p14:cNvPr>
                <p14:cNvContentPartPr/>
                <p14:nvPr/>
              </p14:nvContentPartPr>
              <p14:xfrm>
                <a:off x="8368427" y="3917240"/>
                <a:ext cx="174240" cy="20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AE476C6-C301-549E-973A-ACD960A6D67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364107" y="3912920"/>
                  <a:ext cx="182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77D2B1A-4370-665F-423F-E8239502AB09}"/>
                    </a:ext>
                  </a:extLst>
                </p14:cNvPr>
                <p14:cNvContentPartPr/>
                <p14:nvPr/>
              </p14:nvContentPartPr>
              <p14:xfrm>
                <a:off x="8626547" y="3870080"/>
                <a:ext cx="75600" cy="2358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77D2B1A-4370-665F-423F-E8239502AB0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622227" y="3865760"/>
                  <a:ext cx="84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D4D2992-981A-CF2C-6C70-F9CAE45E9A1E}"/>
                    </a:ext>
                  </a:extLst>
                </p14:cNvPr>
                <p14:cNvContentPartPr/>
                <p14:nvPr/>
              </p14:nvContentPartPr>
              <p14:xfrm>
                <a:off x="8643107" y="3979520"/>
                <a:ext cx="221760" cy="91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D4D2992-981A-CF2C-6C70-F9CAE45E9A1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38787" y="3975200"/>
                  <a:ext cx="230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EC4103-9390-35D4-FEEB-E38197DA6C5D}"/>
                    </a:ext>
                  </a:extLst>
                </p14:cNvPr>
                <p14:cNvContentPartPr/>
                <p14:nvPr/>
              </p14:nvContentPartPr>
              <p14:xfrm>
                <a:off x="8877827" y="4021280"/>
                <a:ext cx="75600" cy="50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EC4103-9390-35D4-FEEB-E38197DA6C5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73507" y="4016960"/>
                  <a:ext cx="84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BE5179D-7250-7CF9-D135-0EBCE67A82FE}"/>
                    </a:ext>
                  </a:extLst>
                </p14:cNvPr>
                <p14:cNvContentPartPr/>
                <p14:nvPr/>
              </p14:nvContentPartPr>
              <p14:xfrm>
                <a:off x="9027587" y="3776480"/>
                <a:ext cx="125280" cy="290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BE5179D-7250-7CF9-D135-0EBCE67A82F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023267" y="3772160"/>
                  <a:ext cx="1339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5B7EC2A-BAC6-F458-24D4-41FCDF58107B}"/>
                    </a:ext>
                  </a:extLst>
                </p14:cNvPr>
                <p14:cNvContentPartPr/>
                <p14:nvPr/>
              </p14:nvContentPartPr>
              <p14:xfrm>
                <a:off x="9254387" y="4013000"/>
                <a:ext cx="19800" cy="14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5B7EC2A-BAC6-F458-24D4-41FCDF58107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50067" y="4008680"/>
                  <a:ext cx="2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1DD4A89-C4A7-3248-3E3F-68E3B1232FF6}"/>
                    </a:ext>
                  </a:extLst>
                </p14:cNvPr>
                <p14:cNvContentPartPr/>
                <p14:nvPr/>
              </p14:nvContentPartPr>
              <p14:xfrm>
                <a:off x="9354467" y="3931280"/>
                <a:ext cx="189720" cy="262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1DD4A89-C4A7-3248-3E3F-68E3B1232FF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50147" y="3926960"/>
                  <a:ext cx="198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24186BD-27C7-A021-9035-FDC111F982C0}"/>
                    </a:ext>
                  </a:extLst>
                </p14:cNvPr>
                <p14:cNvContentPartPr/>
                <p14:nvPr/>
              </p14:nvContentPartPr>
              <p14:xfrm>
                <a:off x="9710147" y="3817880"/>
                <a:ext cx="61200" cy="228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24186BD-27C7-A021-9035-FDC111F982C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705827" y="3813560"/>
                  <a:ext cx="69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351EBAE-677E-9CAA-25BE-B5E7A81A6D37}"/>
                    </a:ext>
                  </a:extLst>
                </p14:cNvPr>
                <p14:cNvContentPartPr/>
                <p14:nvPr/>
              </p14:nvContentPartPr>
              <p14:xfrm>
                <a:off x="9638147" y="3919040"/>
                <a:ext cx="203400" cy="13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351EBAE-677E-9CAA-25BE-B5E7A81A6D3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633827" y="3914720"/>
                  <a:ext cx="2120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6CA9BDF-6B11-11B2-F0EF-E91F40168582}"/>
                    </a:ext>
                  </a:extLst>
                </p14:cNvPr>
                <p14:cNvContentPartPr/>
                <p14:nvPr/>
              </p14:nvContentPartPr>
              <p14:xfrm>
                <a:off x="9994907" y="3864680"/>
                <a:ext cx="12240" cy="119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6CA9BDF-6B11-11B2-F0EF-E91F4016858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990587" y="3860360"/>
                  <a:ext cx="208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D53CC16-037D-758E-9648-4773B8D1381B}"/>
                    </a:ext>
                  </a:extLst>
                </p14:cNvPr>
                <p14:cNvContentPartPr/>
                <p14:nvPr/>
              </p14:nvContentPartPr>
              <p14:xfrm>
                <a:off x="9893027" y="3797720"/>
                <a:ext cx="193680" cy="257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D53CC16-037D-758E-9648-4773B8D1381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88707" y="3793400"/>
                  <a:ext cx="202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0A723E1-CD56-1A9D-84AE-0DF3DF348571}"/>
                    </a:ext>
                  </a:extLst>
                </p14:cNvPr>
                <p14:cNvContentPartPr/>
                <p14:nvPr/>
              </p14:nvContentPartPr>
              <p14:xfrm>
                <a:off x="10121987" y="3905360"/>
                <a:ext cx="129240" cy="135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0A723E1-CD56-1A9D-84AE-0DF3DF34857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117667" y="3901040"/>
                  <a:ext cx="1378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4594E34-20DF-7E9E-7FC3-7FD02501BDD2}"/>
                    </a:ext>
                  </a:extLst>
                </p14:cNvPr>
                <p14:cNvContentPartPr/>
                <p14:nvPr/>
              </p14:nvContentPartPr>
              <p14:xfrm>
                <a:off x="10282187" y="3790160"/>
                <a:ext cx="101160" cy="232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4594E34-20DF-7E9E-7FC3-7FD02501BDD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277867" y="3785840"/>
                  <a:ext cx="109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A0A98B8-BCE2-B098-FE0A-CA7D5BD48745}"/>
                    </a:ext>
                  </a:extLst>
                </p14:cNvPr>
                <p14:cNvContentPartPr/>
                <p14:nvPr/>
              </p14:nvContentPartPr>
              <p14:xfrm>
                <a:off x="10282187" y="3923360"/>
                <a:ext cx="272880" cy="88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A0A98B8-BCE2-B098-FE0A-CA7D5BD4874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277867" y="3919040"/>
                  <a:ext cx="281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B068EE5-5883-FB08-F780-CCC53ABD81B0}"/>
                    </a:ext>
                  </a:extLst>
                </p14:cNvPr>
                <p14:cNvContentPartPr/>
                <p14:nvPr/>
              </p14:nvContentPartPr>
              <p14:xfrm>
                <a:off x="10640387" y="3790160"/>
                <a:ext cx="108000" cy="233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B068EE5-5883-FB08-F780-CCC53ABD81B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636067" y="3785840"/>
                  <a:ext cx="1166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0C8EF76-7185-377C-CFF4-6DF78A7DA1C3}"/>
                    </a:ext>
                  </a:extLst>
                </p14:cNvPr>
                <p14:cNvContentPartPr/>
                <p14:nvPr/>
              </p14:nvContentPartPr>
              <p14:xfrm>
                <a:off x="10781147" y="3724640"/>
                <a:ext cx="194400" cy="339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0C8EF76-7185-377C-CFF4-6DF78A7DA1C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776827" y="3720320"/>
                  <a:ext cx="2030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6ECC8FD-10DB-9146-D638-754D720170F4}"/>
                    </a:ext>
                  </a:extLst>
                </p14:cNvPr>
                <p14:cNvContentPartPr/>
                <p14:nvPr/>
              </p14:nvContentPartPr>
              <p14:xfrm>
                <a:off x="8013827" y="4643720"/>
                <a:ext cx="203040" cy="93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6ECC8FD-10DB-9146-D638-754D720170F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09507" y="4639400"/>
                  <a:ext cx="211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C5B14D9-C069-CA04-6A36-9374C0C84415}"/>
                    </a:ext>
                  </a:extLst>
                </p14:cNvPr>
                <p14:cNvContentPartPr/>
                <p14:nvPr/>
              </p14:nvContentPartPr>
              <p14:xfrm>
                <a:off x="8266907" y="4644440"/>
                <a:ext cx="42840" cy="45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C5B14D9-C069-CA04-6A36-9374C0C8441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62587" y="4640120"/>
                  <a:ext cx="51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668733F-4C36-8949-A2D7-BEEF086DAC15}"/>
                    </a:ext>
                  </a:extLst>
                </p14:cNvPr>
                <p14:cNvContentPartPr/>
                <p14:nvPr/>
              </p14:nvContentPartPr>
              <p14:xfrm>
                <a:off x="8153507" y="4636160"/>
                <a:ext cx="200520" cy="274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668733F-4C36-8949-A2D7-BEEF086DAC1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49187" y="4631840"/>
                  <a:ext cx="209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D368417-4E01-104D-3B62-451A8D098D8C}"/>
                    </a:ext>
                  </a:extLst>
                </p14:cNvPr>
                <p14:cNvContentPartPr/>
                <p14:nvPr/>
              </p14:nvContentPartPr>
              <p14:xfrm>
                <a:off x="8383187" y="4513040"/>
                <a:ext cx="178920" cy="249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D368417-4E01-104D-3B62-451A8D098D8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378867" y="4508720"/>
                  <a:ext cx="1875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ED5BF25-38BB-150A-F64B-3DD572DEFF09}"/>
                    </a:ext>
                  </a:extLst>
                </p14:cNvPr>
                <p14:cNvContentPartPr/>
                <p14:nvPr/>
              </p14:nvContentPartPr>
              <p14:xfrm>
                <a:off x="8643107" y="4436720"/>
                <a:ext cx="68040" cy="277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ED5BF25-38BB-150A-F64B-3DD572DEFF0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638787" y="4432400"/>
                  <a:ext cx="766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675864F-2878-D3C9-2CF4-2BC1098A13A9}"/>
                    </a:ext>
                  </a:extLst>
                </p14:cNvPr>
                <p14:cNvContentPartPr/>
                <p14:nvPr/>
              </p14:nvContentPartPr>
              <p14:xfrm>
                <a:off x="8607107" y="4563080"/>
                <a:ext cx="302760" cy="792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675864F-2878-D3C9-2CF4-2BC1098A13A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602787" y="4558760"/>
                  <a:ext cx="311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342C704-BF7F-476B-AF6D-A3BE811A62A7}"/>
                    </a:ext>
                  </a:extLst>
                </p14:cNvPr>
                <p14:cNvContentPartPr/>
                <p14:nvPr/>
              </p14:nvContentPartPr>
              <p14:xfrm>
                <a:off x="8921747" y="4596200"/>
                <a:ext cx="89280" cy="720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342C704-BF7F-476B-AF6D-A3BE811A62A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917427" y="4591880"/>
                  <a:ext cx="97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73938E9-2E1D-6259-55D7-9B18A14A18A6}"/>
                    </a:ext>
                  </a:extLst>
                </p14:cNvPr>
                <p14:cNvContentPartPr/>
                <p14:nvPr/>
              </p14:nvContentPartPr>
              <p14:xfrm>
                <a:off x="9068627" y="4324400"/>
                <a:ext cx="140760" cy="346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73938E9-2E1D-6259-55D7-9B18A14A18A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064307" y="4320080"/>
                  <a:ext cx="1494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1120366-07A7-F15F-4F42-A443A0F12031}"/>
                    </a:ext>
                  </a:extLst>
                </p14:cNvPr>
                <p14:cNvContentPartPr/>
                <p14:nvPr/>
              </p14:nvContentPartPr>
              <p14:xfrm>
                <a:off x="9293987" y="4621040"/>
                <a:ext cx="7200" cy="10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1120366-07A7-F15F-4F42-A443A0F1203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289667" y="4616720"/>
                  <a:ext cx="158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5BBC0AC-A570-2139-6173-A7A70FD28FD6}"/>
                    </a:ext>
                  </a:extLst>
                </p14:cNvPr>
                <p14:cNvContentPartPr/>
                <p14:nvPr/>
              </p14:nvContentPartPr>
              <p14:xfrm>
                <a:off x="9426467" y="4506920"/>
                <a:ext cx="230400" cy="2235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5BBC0AC-A570-2139-6173-A7A70FD28FD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422147" y="4502600"/>
                  <a:ext cx="239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46578A-41B5-E42E-7E90-15C1D3EE0DF8}"/>
                    </a:ext>
                  </a:extLst>
                </p14:cNvPr>
                <p14:cNvContentPartPr/>
                <p14:nvPr/>
              </p14:nvContentPartPr>
              <p14:xfrm>
                <a:off x="9806627" y="4353920"/>
                <a:ext cx="68760" cy="221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46578A-41B5-E42E-7E90-15C1D3EE0DF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802307" y="4349600"/>
                  <a:ext cx="77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0DB55B1-1D44-F7D7-D11D-8E428A4A33F9}"/>
                    </a:ext>
                  </a:extLst>
                </p14:cNvPr>
                <p14:cNvContentPartPr/>
                <p14:nvPr/>
              </p14:nvContentPartPr>
              <p14:xfrm>
                <a:off x="9778907" y="4467320"/>
                <a:ext cx="135720" cy="5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0DB55B1-1D44-F7D7-D11D-8E428A4A33F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774587" y="4463000"/>
                  <a:ext cx="1443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3EB6D71-6994-6147-B6C1-5B993BF4139C}"/>
                    </a:ext>
                  </a:extLst>
                </p14:cNvPr>
                <p14:cNvContentPartPr/>
                <p14:nvPr/>
              </p14:nvContentPartPr>
              <p14:xfrm>
                <a:off x="9974747" y="4329080"/>
                <a:ext cx="238320" cy="2426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3EB6D71-6994-6147-B6C1-5B993BF4139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70427" y="4324760"/>
                  <a:ext cx="246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1A670F2-2283-18F3-7A57-CDDD6D8A9AB7}"/>
                    </a:ext>
                  </a:extLst>
                </p14:cNvPr>
                <p14:cNvContentPartPr/>
                <p14:nvPr/>
              </p14:nvContentPartPr>
              <p14:xfrm>
                <a:off x="10252307" y="4441040"/>
                <a:ext cx="90000" cy="121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1A670F2-2283-18F3-7A57-CDDD6D8A9AB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247987" y="4436720"/>
                  <a:ext cx="98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11320AF-9A03-941E-2FBA-890A49CAD713}"/>
                    </a:ext>
                  </a:extLst>
                </p14:cNvPr>
                <p14:cNvContentPartPr/>
                <p14:nvPr/>
              </p14:nvContentPartPr>
              <p14:xfrm>
                <a:off x="10370387" y="4402160"/>
                <a:ext cx="128160" cy="135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11320AF-9A03-941E-2FBA-890A49CAD71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366067" y="4397840"/>
                  <a:ext cx="136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D4AE463-6FF3-0FF8-94CA-4923EDDACFDA}"/>
                    </a:ext>
                  </a:extLst>
                </p14:cNvPr>
                <p14:cNvContentPartPr/>
                <p14:nvPr/>
              </p14:nvContentPartPr>
              <p14:xfrm>
                <a:off x="10389107" y="4446440"/>
                <a:ext cx="110160" cy="52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D4AE463-6FF3-0FF8-94CA-4923EDDACFD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384787" y="4442120"/>
                  <a:ext cx="118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BE193BC-454C-D225-2941-7182CC406737}"/>
                    </a:ext>
                  </a:extLst>
                </p14:cNvPr>
                <p14:cNvContentPartPr/>
                <p14:nvPr/>
              </p14:nvContentPartPr>
              <p14:xfrm>
                <a:off x="10613387" y="4316840"/>
                <a:ext cx="58320" cy="236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BE193BC-454C-D225-2941-7182CC40673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609067" y="4312520"/>
                  <a:ext cx="66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A873216-2D99-97CA-E469-C8AB541A9DE3}"/>
                    </a:ext>
                  </a:extLst>
                </p14:cNvPr>
                <p14:cNvContentPartPr/>
                <p14:nvPr/>
              </p14:nvContentPartPr>
              <p14:xfrm>
                <a:off x="10599707" y="4425200"/>
                <a:ext cx="144000" cy="6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A873216-2D99-97CA-E469-C8AB541A9DE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595387" y="4420880"/>
                  <a:ext cx="1526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46BA468-FDB6-CD85-1EDF-7604A3E39C78}"/>
                    </a:ext>
                  </a:extLst>
                </p14:cNvPr>
                <p14:cNvContentPartPr/>
                <p14:nvPr/>
              </p14:nvContentPartPr>
              <p14:xfrm>
                <a:off x="10844507" y="4332680"/>
                <a:ext cx="93600" cy="197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46BA468-FDB6-CD85-1EDF-7604A3E39C7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840187" y="4328360"/>
                  <a:ext cx="102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00DA134-B12D-E1F7-04ED-935EA0759D2B}"/>
                    </a:ext>
                  </a:extLst>
                </p14:cNvPr>
                <p14:cNvContentPartPr/>
                <p14:nvPr/>
              </p14:nvContentPartPr>
              <p14:xfrm>
                <a:off x="11007587" y="4265000"/>
                <a:ext cx="77760" cy="2394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00DA134-B12D-E1F7-04ED-935EA0759D2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003267" y="4260680"/>
                  <a:ext cx="86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465EBE0-1FF7-D858-314B-72583446AF06}"/>
                    </a:ext>
                  </a:extLst>
                </p14:cNvPr>
                <p14:cNvContentPartPr/>
                <p14:nvPr/>
              </p14:nvContentPartPr>
              <p14:xfrm>
                <a:off x="11191187" y="4329800"/>
                <a:ext cx="14760" cy="16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465EBE0-1FF7-D858-314B-72583446AF0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186867" y="4325480"/>
                  <a:ext cx="23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1A467FA-FF67-4F71-691C-33D54A35A231}"/>
                    </a:ext>
                  </a:extLst>
                </p14:cNvPr>
                <p14:cNvContentPartPr/>
                <p14:nvPr/>
              </p14:nvContentPartPr>
              <p14:xfrm>
                <a:off x="11054387" y="4574240"/>
                <a:ext cx="84600" cy="88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1A467FA-FF67-4F71-691C-33D54A35A23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050067" y="4569920"/>
                  <a:ext cx="932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CEB196C-2C76-FAE0-90E5-502E81929C6A}"/>
                    </a:ext>
                  </a:extLst>
                </p14:cNvPr>
                <p14:cNvContentPartPr/>
                <p14:nvPr/>
              </p14:nvContentPartPr>
              <p14:xfrm>
                <a:off x="11146907" y="3776480"/>
                <a:ext cx="5760" cy="59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CEB196C-2C76-FAE0-90E5-502E81929C6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142587" y="3772160"/>
                  <a:ext cx="14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CDE0A0F-E711-422B-F4C5-5EBE340046D1}"/>
                    </a:ext>
                  </a:extLst>
                </p14:cNvPr>
                <p14:cNvContentPartPr/>
                <p14:nvPr/>
              </p14:nvContentPartPr>
              <p14:xfrm>
                <a:off x="11005427" y="4000760"/>
                <a:ext cx="134280" cy="194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CDE0A0F-E711-422B-F4C5-5EBE340046D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001107" y="3996440"/>
                  <a:ext cx="142920" cy="20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27652BD0-6C2F-1952-6323-A65143382EFB}"/>
                  </a:ext>
                </a:extLst>
              </p14:cNvPr>
              <p14:cNvContentPartPr/>
              <p14:nvPr/>
            </p14:nvContentPartPr>
            <p14:xfrm>
              <a:off x="8132987" y="5339600"/>
              <a:ext cx="19800" cy="568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27652BD0-6C2F-1952-6323-A65143382EFB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128667" y="5335280"/>
                <a:ext cx="284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D6A17865-CAE3-3B34-56BC-A2BCD35FFF20}"/>
                  </a:ext>
                </a:extLst>
              </p14:cNvPr>
              <p14:cNvContentPartPr/>
              <p14:nvPr/>
            </p14:nvContentPartPr>
            <p14:xfrm>
              <a:off x="8008787" y="5549480"/>
              <a:ext cx="165960" cy="18180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D6A17865-CAE3-3B34-56BC-A2BCD35FFF20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8004467" y="5545160"/>
                <a:ext cx="174600" cy="19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0063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12FD45F-BAA2-7000-C88E-3799950B97C8}"/>
                  </a:ext>
                </a:extLst>
              </p14:cNvPr>
              <p14:cNvContentPartPr/>
              <p14:nvPr/>
            </p14:nvContentPartPr>
            <p14:xfrm>
              <a:off x="5103947" y="256400"/>
              <a:ext cx="159840" cy="3139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12FD45F-BAA2-7000-C88E-3799950B97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4947" y="247400"/>
                <a:ext cx="177480" cy="31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023CFE0-6EA4-98FE-FD06-4BD33BAF2556}"/>
                  </a:ext>
                </a:extLst>
              </p14:cNvPr>
              <p14:cNvContentPartPr/>
              <p14:nvPr/>
            </p14:nvContentPartPr>
            <p14:xfrm>
              <a:off x="5417867" y="1279160"/>
              <a:ext cx="222480" cy="22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023CFE0-6EA4-98FE-FD06-4BD33BAF25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8867" y="1270160"/>
                <a:ext cx="2401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B95CB619-C0F0-DB82-957A-99439F62EEBE}"/>
                  </a:ext>
                </a:extLst>
              </p14:cNvPr>
              <p14:cNvContentPartPr/>
              <p14:nvPr/>
            </p14:nvContentPartPr>
            <p14:xfrm>
              <a:off x="4778867" y="2517560"/>
              <a:ext cx="146520" cy="198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B95CB619-C0F0-DB82-957A-99439F62EE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69867" y="2508920"/>
                <a:ext cx="16416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4" name="Group 373">
            <a:extLst>
              <a:ext uri="{FF2B5EF4-FFF2-40B4-BE49-F238E27FC236}">
                <a16:creationId xmlns:a16="http://schemas.microsoft.com/office/drawing/2014/main" id="{14DE3A6C-7D23-73DE-23FB-6CDD76EC2330}"/>
              </a:ext>
            </a:extLst>
          </p:cNvPr>
          <p:cNvGrpSpPr/>
          <p:nvPr/>
        </p:nvGrpSpPr>
        <p:grpSpPr>
          <a:xfrm>
            <a:off x="381467" y="185120"/>
            <a:ext cx="9055440" cy="4996440"/>
            <a:chOff x="381467" y="185120"/>
            <a:chExt cx="9055440" cy="49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80C71D4-752E-6A76-BD0D-DCAA72CD4786}"/>
                    </a:ext>
                  </a:extLst>
                </p14:cNvPr>
                <p14:cNvContentPartPr/>
                <p14:nvPr/>
              </p14:nvContentPartPr>
              <p14:xfrm>
                <a:off x="1607627" y="679040"/>
                <a:ext cx="108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80C71D4-752E-6A76-BD0D-DCAA72CD47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8627" y="670400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00512DD-DF34-0133-897F-BC47993BB34E}"/>
                    </a:ext>
                  </a:extLst>
                </p14:cNvPr>
                <p14:cNvContentPartPr/>
                <p14:nvPr/>
              </p14:nvContentPartPr>
              <p14:xfrm>
                <a:off x="5992067" y="353240"/>
                <a:ext cx="215640" cy="176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00512DD-DF34-0133-897F-BC47993BB34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83067" y="344240"/>
                  <a:ext cx="233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28E8B4D-66C4-B79E-09D4-0E30C55A7014}"/>
                    </a:ext>
                  </a:extLst>
                </p14:cNvPr>
                <p14:cNvContentPartPr/>
                <p14:nvPr/>
              </p14:nvContentPartPr>
              <p14:xfrm>
                <a:off x="6302747" y="282680"/>
                <a:ext cx="174240" cy="276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28E8B4D-66C4-B79E-09D4-0E30C55A701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93747" y="273680"/>
                  <a:ext cx="191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A3B13B-5723-2CB1-C7ED-D65B741742EF}"/>
                    </a:ext>
                  </a:extLst>
                </p14:cNvPr>
                <p14:cNvContentPartPr/>
                <p14:nvPr/>
              </p14:nvContentPartPr>
              <p14:xfrm>
                <a:off x="6271067" y="400040"/>
                <a:ext cx="329400" cy="159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A3B13B-5723-2CB1-C7ED-D65B741742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262427" y="391040"/>
                  <a:ext cx="347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2F204A-DC1C-5868-0418-013EC44FB26B}"/>
                    </a:ext>
                  </a:extLst>
                </p14:cNvPr>
                <p14:cNvContentPartPr/>
                <p14:nvPr/>
              </p14:nvContentPartPr>
              <p14:xfrm>
                <a:off x="6644027" y="473120"/>
                <a:ext cx="84960" cy="100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2F204A-DC1C-5868-0418-013EC44FB2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35387" y="464480"/>
                  <a:ext cx="102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A739CD-08D0-1DD3-7C80-547605965184}"/>
                    </a:ext>
                  </a:extLst>
                </p14:cNvPr>
                <p14:cNvContentPartPr/>
                <p14:nvPr/>
              </p14:nvContentPartPr>
              <p14:xfrm>
                <a:off x="6802787" y="225440"/>
                <a:ext cx="179280" cy="299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A739CD-08D0-1DD3-7C80-5476059651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93787" y="216440"/>
                  <a:ext cx="1969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3000DC-28D2-BC16-BA75-A5854C83CC53}"/>
                    </a:ext>
                  </a:extLst>
                </p14:cNvPr>
                <p14:cNvContentPartPr/>
                <p14:nvPr/>
              </p14:nvContentPartPr>
              <p14:xfrm>
                <a:off x="7034267" y="319400"/>
                <a:ext cx="97560" cy="204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3000DC-28D2-BC16-BA75-A5854C83CC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25267" y="310760"/>
                  <a:ext cx="115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A465CCB-E0B5-9FF4-BD5C-D1B1DC964D93}"/>
                    </a:ext>
                  </a:extLst>
                </p14:cNvPr>
                <p14:cNvContentPartPr/>
                <p14:nvPr/>
              </p14:nvContentPartPr>
              <p14:xfrm>
                <a:off x="7162067" y="256400"/>
                <a:ext cx="166680" cy="242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A465CCB-E0B5-9FF4-BD5C-D1B1DC964D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53427" y="247760"/>
                  <a:ext cx="184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FE21652-CB8A-21C3-9274-83679CFF7E2B}"/>
                    </a:ext>
                  </a:extLst>
                </p14:cNvPr>
                <p14:cNvContentPartPr/>
                <p14:nvPr/>
              </p14:nvContentPartPr>
              <p14:xfrm>
                <a:off x="7306427" y="400040"/>
                <a:ext cx="84600" cy="67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FE21652-CB8A-21C3-9274-83679CFF7E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97427" y="391040"/>
                  <a:ext cx="1022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DCB2D1-203C-DB9C-7FE2-30D804157059}"/>
                    </a:ext>
                  </a:extLst>
                </p14:cNvPr>
                <p14:cNvContentPartPr/>
                <p14:nvPr/>
              </p14:nvContentPartPr>
              <p14:xfrm>
                <a:off x="7454747" y="185120"/>
                <a:ext cx="227520" cy="31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DCB2D1-203C-DB9C-7FE2-30D8041570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46107" y="176480"/>
                  <a:ext cx="2451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3CC5B0B-A4FA-0DCA-B82F-F544D1594D69}"/>
                    </a:ext>
                  </a:extLst>
                </p14:cNvPr>
                <p14:cNvContentPartPr/>
                <p14:nvPr/>
              </p14:nvContentPartPr>
              <p14:xfrm>
                <a:off x="7673987" y="418760"/>
                <a:ext cx="81720" cy="127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3CC5B0B-A4FA-0DCA-B82F-F544D1594D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64987" y="409760"/>
                  <a:ext cx="99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8853210-577B-9437-542D-01556F67B25F}"/>
                    </a:ext>
                  </a:extLst>
                </p14:cNvPr>
                <p14:cNvContentPartPr/>
                <p14:nvPr/>
              </p14:nvContentPartPr>
              <p14:xfrm>
                <a:off x="5404187" y="296360"/>
                <a:ext cx="393120" cy="291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8853210-577B-9437-542D-01556F67B2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95187" y="287360"/>
                  <a:ext cx="4107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2C3107-AC75-C83E-9982-D281B0491FA6}"/>
                    </a:ext>
                  </a:extLst>
                </p14:cNvPr>
                <p14:cNvContentPartPr/>
                <p14:nvPr/>
              </p14:nvContentPartPr>
              <p14:xfrm>
                <a:off x="5859587" y="457280"/>
                <a:ext cx="83160" cy="29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2C3107-AC75-C83E-9982-D281B0491F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50587" y="448280"/>
                  <a:ext cx="100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9A2C485-1DB9-663B-E638-BADECFD8DB82}"/>
                    </a:ext>
                  </a:extLst>
                </p14:cNvPr>
                <p14:cNvContentPartPr/>
                <p14:nvPr/>
              </p14:nvContentPartPr>
              <p14:xfrm>
                <a:off x="5738267" y="452600"/>
                <a:ext cx="232200" cy="297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9A2C485-1DB9-663B-E638-BADECFD8DB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29627" y="443960"/>
                  <a:ext cx="2498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D5876A-297B-9B6E-3CDD-7224464EDB96}"/>
                    </a:ext>
                  </a:extLst>
                </p14:cNvPr>
                <p14:cNvContentPartPr/>
                <p14:nvPr/>
              </p14:nvContentPartPr>
              <p14:xfrm>
                <a:off x="5260547" y="229400"/>
                <a:ext cx="2703960" cy="78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D5876A-297B-9B6E-3CDD-7224464EDB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51547" y="220400"/>
                  <a:ext cx="27216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60EF80-8BCB-56A5-B3A4-44D6548A70C4}"/>
                    </a:ext>
                  </a:extLst>
                </p14:cNvPr>
                <p14:cNvContentPartPr/>
                <p14:nvPr/>
              </p14:nvContentPartPr>
              <p14:xfrm>
                <a:off x="5207627" y="925280"/>
                <a:ext cx="2971800" cy="103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60EF80-8BCB-56A5-B3A4-44D6548A70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98987" y="916640"/>
                  <a:ext cx="2989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6E6BED-F37C-ED82-19CF-5B5A56BB2922}"/>
                    </a:ext>
                  </a:extLst>
                </p14:cNvPr>
                <p14:cNvContentPartPr/>
                <p14:nvPr/>
              </p14:nvContentPartPr>
              <p14:xfrm>
                <a:off x="5854187" y="1064600"/>
                <a:ext cx="263880" cy="246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6E6BED-F37C-ED82-19CF-5B5A56BB29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45187" y="1055960"/>
                  <a:ext cx="2815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799769-D54D-C93F-AB50-05C0D34DB880}"/>
                    </a:ext>
                  </a:extLst>
                </p14:cNvPr>
                <p14:cNvContentPartPr/>
                <p14:nvPr/>
              </p14:nvContentPartPr>
              <p14:xfrm>
                <a:off x="6151907" y="1181240"/>
                <a:ext cx="120240" cy="127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799769-D54D-C93F-AB50-05C0D34DB88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42907" y="1172600"/>
                  <a:ext cx="137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93317E6-986A-7077-FFB1-2EE6671447A5}"/>
                    </a:ext>
                  </a:extLst>
                </p14:cNvPr>
                <p14:cNvContentPartPr/>
                <p14:nvPr/>
              </p14:nvContentPartPr>
              <p14:xfrm>
                <a:off x="6366107" y="995120"/>
                <a:ext cx="93600" cy="262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93317E6-986A-7077-FFB1-2EE6671447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57107" y="986480"/>
                  <a:ext cx="1112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5C86F67-E5A7-D3AA-0597-4CB973B45734}"/>
                    </a:ext>
                  </a:extLst>
                </p14:cNvPr>
                <p14:cNvContentPartPr/>
                <p14:nvPr/>
              </p14:nvContentPartPr>
              <p14:xfrm>
                <a:off x="6375107" y="1106000"/>
                <a:ext cx="306000" cy="154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5C86F67-E5A7-D3AA-0597-4CB973B4573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66107" y="1097000"/>
                  <a:ext cx="323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5FB8A9-6632-E754-1EFB-04D50E189B38}"/>
                    </a:ext>
                  </a:extLst>
                </p14:cNvPr>
                <p14:cNvContentPartPr/>
                <p14:nvPr/>
              </p14:nvContentPartPr>
              <p14:xfrm>
                <a:off x="6871547" y="1141280"/>
                <a:ext cx="30600" cy="72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5FB8A9-6632-E754-1EFB-04D50E189B3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62907" y="1132280"/>
                  <a:ext cx="48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DA8081C-1C19-97EA-2336-A0DD86EDEF4A}"/>
                    </a:ext>
                  </a:extLst>
                </p14:cNvPr>
                <p14:cNvContentPartPr/>
                <p14:nvPr/>
              </p14:nvContentPartPr>
              <p14:xfrm>
                <a:off x="6875507" y="1278080"/>
                <a:ext cx="360" cy="12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DA8081C-1C19-97EA-2336-A0DD86EDEF4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66507" y="1269440"/>
                  <a:ext cx="18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C26C7CE-2071-3225-E392-11962C02A592}"/>
                    </a:ext>
                  </a:extLst>
                </p14:cNvPr>
                <p14:cNvContentPartPr/>
                <p14:nvPr/>
              </p14:nvContentPartPr>
              <p14:xfrm>
                <a:off x="7172507" y="1225520"/>
                <a:ext cx="19800" cy="65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C26C7CE-2071-3225-E392-11962C02A5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63867" y="1216880"/>
                  <a:ext cx="374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D08512-456E-287C-22F4-58BAFDAC4E5E}"/>
                    </a:ext>
                  </a:extLst>
                </p14:cNvPr>
                <p14:cNvContentPartPr/>
                <p14:nvPr/>
              </p14:nvContentPartPr>
              <p14:xfrm>
                <a:off x="7284107" y="1058480"/>
                <a:ext cx="5040" cy="74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D08512-456E-287C-22F4-58BAFDAC4E5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75107" y="1049840"/>
                  <a:ext cx="22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2E5D1E0-55B5-8A10-43E3-9A86F91454E4}"/>
                    </a:ext>
                  </a:extLst>
                </p14:cNvPr>
                <p14:cNvContentPartPr/>
                <p14:nvPr/>
              </p14:nvContentPartPr>
              <p14:xfrm>
                <a:off x="7315427" y="1184120"/>
                <a:ext cx="122760" cy="56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2E5D1E0-55B5-8A10-43E3-9A86F91454E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06427" y="1175480"/>
                  <a:ext cx="140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F4D5C6-5087-62AB-14DB-92D0530AE5A6}"/>
                    </a:ext>
                  </a:extLst>
                </p14:cNvPr>
                <p14:cNvContentPartPr/>
                <p14:nvPr/>
              </p14:nvContentPartPr>
              <p14:xfrm>
                <a:off x="7542947" y="1065320"/>
                <a:ext cx="55440" cy="204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F4D5C6-5087-62AB-14DB-92D0530AE5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33947" y="1056320"/>
                  <a:ext cx="73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A333A2-BDE0-CD94-7CD2-C902E5E2BD62}"/>
                    </a:ext>
                  </a:extLst>
                </p14:cNvPr>
                <p14:cNvContentPartPr/>
                <p14:nvPr/>
              </p14:nvContentPartPr>
              <p14:xfrm>
                <a:off x="7525667" y="1135880"/>
                <a:ext cx="167400" cy="59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A333A2-BDE0-CD94-7CD2-C902E5E2BD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16667" y="1127240"/>
                  <a:ext cx="185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8A9A457-E274-F417-4649-A728F244510F}"/>
                    </a:ext>
                  </a:extLst>
                </p14:cNvPr>
                <p14:cNvContentPartPr/>
                <p14:nvPr/>
              </p14:nvContentPartPr>
              <p14:xfrm>
                <a:off x="5356667" y="1663640"/>
                <a:ext cx="266760" cy="44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8A9A457-E274-F417-4649-A728F244510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48027" y="1654640"/>
                  <a:ext cx="284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0732CA-BFEA-D74F-6CFD-B37EA37C3139}"/>
                    </a:ext>
                  </a:extLst>
                </p14:cNvPr>
                <p14:cNvContentPartPr/>
                <p14:nvPr/>
              </p14:nvContentPartPr>
              <p14:xfrm>
                <a:off x="5864627" y="1582280"/>
                <a:ext cx="109440" cy="98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0732CA-BFEA-D74F-6CFD-B37EA37C313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55987" y="1573280"/>
                  <a:ext cx="127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58E8616-A215-BFDC-240A-A4654D7A548D}"/>
                    </a:ext>
                  </a:extLst>
                </p14:cNvPr>
                <p14:cNvContentPartPr/>
                <p14:nvPr/>
              </p14:nvContentPartPr>
              <p14:xfrm>
                <a:off x="6071627" y="1560320"/>
                <a:ext cx="104040" cy="81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58E8616-A215-BFDC-240A-A4654D7A548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62987" y="1551320"/>
                  <a:ext cx="1216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BDAA17D-A2C9-DFBC-7182-247CC4E0DD88}"/>
                    </a:ext>
                  </a:extLst>
                </p14:cNvPr>
                <p14:cNvContentPartPr/>
                <p14:nvPr/>
              </p14:nvContentPartPr>
              <p14:xfrm>
                <a:off x="6277187" y="1544480"/>
                <a:ext cx="128160" cy="131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BDAA17D-A2C9-DFBC-7182-247CC4E0DD8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68187" y="1535840"/>
                  <a:ext cx="145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AE70510-2FDB-9A7C-003F-B135A127D27C}"/>
                    </a:ext>
                  </a:extLst>
                </p14:cNvPr>
                <p14:cNvContentPartPr/>
                <p14:nvPr/>
              </p14:nvContentPartPr>
              <p14:xfrm>
                <a:off x="6318587" y="1558160"/>
                <a:ext cx="108720" cy="83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AE70510-2FDB-9A7C-003F-B135A127D2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09587" y="1549520"/>
                  <a:ext cx="126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F9946FB-E1EE-4A3D-8ECA-5C0597B30DF0}"/>
                    </a:ext>
                  </a:extLst>
                </p14:cNvPr>
                <p14:cNvContentPartPr/>
                <p14:nvPr/>
              </p14:nvContentPartPr>
              <p14:xfrm>
                <a:off x="6512627" y="1476080"/>
                <a:ext cx="104040" cy="200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F9946FB-E1EE-4A3D-8ECA-5C0597B30D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03987" y="1467440"/>
                  <a:ext cx="1216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651EFB4-AC8B-1EBF-67A6-AC9AD0CCA187}"/>
                    </a:ext>
                  </a:extLst>
                </p14:cNvPr>
                <p14:cNvContentPartPr/>
                <p14:nvPr/>
              </p14:nvContentPartPr>
              <p14:xfrm>
                <a:off x="6476627" y="1576880"/>
                <a:ext cx="208080" cy="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651EFB4-AC8B-1EBF-67A6-AC9AD0CCA1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67627" y="1568240"/>
                  <a:ext cx="225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1F789AB-5885-0B09-C416-CFC1E7EFF9CB}"/>
                    </a:ext>
                  </a:extLst>
                </p14:cNvPr>
                <p14:cNvContentPartPr/>
                <p14:nvPr/>
              </p14:nvContentPartPr>
              <p14:xfrm>
                <a:off x="6896387" y="1553840"/>
                <a:ext cx="1080" cy="33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1F789AB-5885-0B09-C416-CFC1E7EFF9C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87747" y="1544840"/>
                  <a:ext cx="18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6CC32B7-5705-73A9-4B46-D33C9B0CAD94}"/>
                    </a:ext>
                  </a:extLst>
                </p14:cNvPr>
                <p14:cNvContentPartPr/>
                <p14:nvPr/>
              </p14:nvContentPartPr>
              <p14:xfrm>
                <a:off x="6903227" y="1647800"/>
                <a:ext cx="1080" cy="1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6CC32B7-5705-73A9-4B46-D33C9B0CAD9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94587" y="1638800"/>
                  <a:ext cx="18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74A320C-E57F-75B6-555B-CF88D8DEFD80}"/>
                    </a:ext>
                  </a:extLst>
                </p14:cNvPr>
                <p14:cNvContentPartPr/>
                <p14:nvPr/>
              </p14:nvContentPartPr>
              <p14:xfrm>
                <a:off x="7104827" y="1411280"/>
                <a:ext cx="324000" cy="261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74A320C-E57F-75B6-555B-CF88D8DEFD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96187" y="1402280"/>
                  <a:ext cx="3416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9ED3D5-0CB3-F083-0F8C-73080C61118E}"/>
                    </a:ext>
                  </a:extLst>
                </p14:cNvPr>
                <p14:cNvContentPartPr/>
                <p14:nvPr/>
              </p14:nvContentPartPr>
              <p14:xfrm>
                <a:off x="7508387" y="1519640"/>
                <a:ext cx="85320" cy="34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9ED3D5-0CB3-F083-0F8C-73080C6111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99387" y="1511000"/>
                  <a:ext cx="102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70EF40B-FCFB-4087-FB0E-8E9585EF27EF}"/>
                    </a:ext>
                  </a:extLst>
                </p14:cNvPr>
                <p14:cNvContentPartPr/>
                <p14:nvPr/>
              </p14:nvContentPartPr>
              <p14:xfrm>
                <a:off x="7420907" y="1507040"/>
                <a:ext cx="208080" cy="242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70EF40B-FCFB-4087-FB0E-8E9585EF27E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12267" y="1498040"/>
                  <a:ext cx="225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35AFA49-256B-6B50-E369-7B3D07C95F0C}"/>
                    </a:ext>
                  </a:extLst>
                </p14:cNvPr>
                <p14:cNvContentPartPr/>
                <p14:nvPr/>
              </p14:nvContentPartPr>
              <p14:xfrm>
                <a:off x="7725107" y="1381400"/>
                <a:ext cx="152280" cy="204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35AFA49-256B-6B50-E369-7B3D07C95F0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16467" y="1372400"/>
                  <a:ext cx="1699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DFDE46E-46B4-A1B2-CBBD-6ECEF6DA068D}"/>
                    </a:ext>
                  </a:extLst>
                </p14:cNvPr>
                <p14:cNvContentPartPr/>
                <p14:nvPr/>
              </p14:nvContentPartPr>
              <p14:xfrm>
                <a:off x="7932827" y="1318760"/>
                <a:ext cx="109440" cy="273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DFDE46E-46B4-A1B2-CBBD-6ECEF6DA068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23827" y="1310120"/>
                  <a:ext cx="1270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3C2593-F2BB-E2B3-1D52-38D7028B1204}"/>
                    </a:ext>
                  </a:extLst>
                </p14:cNvPr>
                <p14:cNvContentPartPr/>
                <p14:nvPr/>
              </p14:nvContentPartPr>
              <p14:xfrm>
                <a:off x="7932107" y="1440800"/>
                <a:ext cx="296280" cy="78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3C2593-F2BB-E2B3-1D52-38D7028B120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23107" y="1432160"/>
                  <a:ext cx="313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0EF2FF6-A282-9026-010A-5B4C5912EC12}"/>
                    </a:ext>
                  </a:extLst>
                </p14:cNvPr>
                <p14:cNvContentPartPr/>
                <p14:nvPr/>
              </p14:nvContentPartPr>
              <p14:xfrm>
                <a:off x="8266907" y="1464920"/>
                <a:ext cx="56160" cy="91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0EF2FF6-A282-9026-010A-5B4C5912EC1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57907" y="1455920"/>
                  <a:ext cx="73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6D9E4A-FF37-7B6B-73F9-08E5E89A07B0}"/>
                    </a:ext>
                  </a:extLst>
                </p14:cNvPr>
                <p14:cNvContentPartPr/>
                <p14:nvPr/>
              </p14:nvContentPartPr>
              <p14:xfrm>
                <a:off x="8361587" y="1270880"/>
                <a:ext cx="149400" cy="288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6D9E4A-FF37-7B6B-73F9-08E5E89A07B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52947" y="1261880"/>
                  <a:ext cx="1670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F96B3B7-C9D7-2943-70E0-B9A008D7990A}"/>
                    </a:ext>
                  </a:extLst>
                </p14:cNvPr>
                <p14:cNvContentPartPr/>
                <p14:nvPr/>
              </p14:nvContentPartPr>
              <p14:xfrm>
                <a:off x="8603507" y="1336400"/>
                <a:ext cx="267120" cy="19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F96B3B7-C9D7-2943-70E0-B9A008D7990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94867" y="1327760"/>
                  <a:ext cx="284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99A4429-9015-D50F-7BC5-087C40F44FC7}"/>
                    </a:ext>
                  </a:extLst>
                </p14:cNvPr>
                <p14:cNvContentPartPr/>
                <p14:nvPr/>
              </p14:nvContentPartPr>
              <p14:xfrm>
                <a:off x="8929307" y="1469600"/>
                <a:ext cx="68040" cy="45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99A4429-9015-D50F-7BC5-087C40F44FC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20307" y="1460600"/>
                  <a:ext cx="85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825157-908B-82A9-2908-817207CD4484}"/>
                    </a:ext>
                  </a:extLst>
                </p14:cNvPr>
                <p14:cNvContentPartPr/>
                <p14:nvPr/>
              </p14:nvContentPartPr>
              <p14:xfrm>
                <a:off x="9086267" y="1244600"/>
                <a:ext cx="250920" cy="287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825157-908B-82A9-2908-817207CD448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77627" y="1235600"/>
                  <a:ext cx="2685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F88E745-0754-DC95-979E-6584F468F2F5}"/>
                    </a:ext>
                  </a:extLst>
                </p14:cNvPr>
                <p14:cNvContentPartPr/>
                <p14:nvPr/>
              </p14:nvContentPartPr>
              <p14:xfrm>
                <a:off x="9333947" y="1457360"/>
                <a:ext cx="102960" cy="130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F88E745-0754-DC95-979E-6584F468F2F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325307" y="1448360"/>
                  <a:ext cx="120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02C74E4-0723-6046-D58D-836B14D0866F}"/>
                    </a:ext>
                  </a:extLst>
                </p14:cNvPr>
                <p14:cNvContentPartPr/>
                <p14:nvPr/>
              </p14:nvContentPartPr>
              <p14:xfrm>
                <a:off x="8141987" y="1000520"/>
                <a:ext cx="1172880" cy="72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02C74E4-0723-6046-D58D-836B14D0866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32987" y="991880"/>
                  <a:ext cx="1190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EA14E18-0DA3-3511-37B4-BD81968A9340}"/>
                    </a:ext>
                  </a:extLst>
                </p14:cNvPr>
                <p14:cNvContentPartPr/>
                <p14:nvPr/>
              </p14:nvContentPartPr>
              <p14:xfrm>
                <a:off x="7835627" y="284120"/>
                <a:ext cx="1506960" cy="150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EA14E18-0DA3-3511-37B4-BD81968A934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26987" y="275480"/>
                  <a:ext cx="15246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49A4F6C-D5D1-7C5C-063A-A9957AABB1F6}"/>
                    </a:ext>
                  </a:extLst>
                </p14:cNvPr>
                <p14:cNvContentPartPr/>
                <p14:nvPr/>
              </p14:nvContentPartPr>
              <p14:xfrm>
                <a:off x="4997747" y="1993760"/>
                <a:ext cx="4066560" cy="261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49A4F6C-D5D1-7C5C-063A-A9957AABB1F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89107" y="1985120"/>
                  <a:ext cx="4084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4055DB8-4A5A-A7C4-4B54-6F1E9F89642C}"/>
                    </a:ext>
                  </a:extLst>
                </p14:cNvPr>
                <p14:cNvContentPartPr/>
                <p14:nvPr/>
              </p14:nvContentPartPr>
              <p14:xfrm>
                <a:off x="9065387" y="265400"/>
                <a:ext cx="300600" cy="4006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4055DB8-4A5A-A7C4-4B54-6F1E9F89642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56387" y="256400"/>
                  <a:ext cx="318240" cy="40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D3E2F49-125B-34B5-B247-54E0D2DBF35B}"/>
                    </a:ext>
                  </a:extLst>
                </p14:cNvPr>
                <p14:cNvContentPartPr/>
                <p14:nvPr/>
              </p14:nvContentPartPr>
              <p14:xfrm>
                <a:off x="5080547" y="3353840"/>
                <a:ext cx="4025880" cy="1253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D3E2F49-125B-34B5-B247-54E0D2DBF35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71907" y="3344840"/>
                  <a:ext cx="4043520" cy="12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64EB8E3-65C5-B283-CF0D-5B672E293F28}"/>
                    </a:ext>
                  </a:extLst>
                </p14:cNvPr>
                <p14:cNvContentPartPr/>
                <p14:nvPr/>
              </p14:nvContentPartPr>
              <p14:xfrm>
                <a:off x="5335787" y="2273120"/>
                <a:ext cx="18720" cy="148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64EB8E3-65C5-B283-CF0D-5B672E293F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326787" y="2264120"/>
                  <a:ext cx="36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F1F0ED5-EB34-5526-0625-3D01D83E23D0}"/>
                    </a:ext>
                  </a:extLst>
                </p14:cNvPr>
                <p14:cNvContentPartPr/>
                <p14:nvPr/>
              </p14:nvContentPartPr>
              <p14:xfrm>
                <a:off x="5295107" y="2318840"/>
                <a:ext cx="163080" cy="17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F1F0ED5-EB34-5526-0625-3D01D83E23D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86107" y="2310200"/>
                  <a:ext cx="180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DE92A68-4D0D-67E7-7F3A-50DA5982312F}"/>
                    </a:ext>
                  </a:extLst>
                </p14:cNvPr>
                <p14:cNvContentPartPr/>
                <p14:nvPr/>
              </p14:nvContentPartPr>
              <p14:xfrm>
                <a:off x="5612627" y="2201480"/>
                <a:ext cx="305640" cy="254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DE92A68-4D0D-67E7-7F3A-50DA5982312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03627" y="2192480"/>
                  <a:ext cx="3232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856E9C-A0A9-4827-7166-20BEF86232FB}"/>
                    </a:ext>
                  </a:extLst>
                </p14:cNvPr>
                <p14:cNvContentPartPr/>
                <p14:nvPr/>
              </p14:nvContentPartPr>
              <p14:xfrm>
                <a:off x="5957147" y="2309120"/>
                <a:ext cx="93600" cy="30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856E9C-A0A9-4827-7166-20BEF86232F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48507" y="2300480"/>
                  <a:ext cx="111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8A9FFE-FF9B-6DF8-5064-B6D0E022A110}"/>
                    </a:ext>
                  </a:extLst>
                </p14:cNvPr>
                <p14:cNvContentPartPr/>
                <p14:nvPr/>
              </p14:nvContentPartPr>
              <p14:xfrm>
                <a:off x="5918267" y="2297960"/>
                <a:ext cx="199080" cy="212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8A9FFE-FF9B-6DF8-5064-B6D0E022A11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09267" y="2288960"/>
                  <a:ext cx="216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16EDF85-6168-4A3C-96B4-68A2DB985EA9}"/>
                    </a:ext>
                  </a:extLst>
                </p14:cNvPr>
                <p14:cNvContentPartPr/>
                <p14:nvPr/>
              </p14:nvContentPartPr>
              <p14:xfrm>
                <a:off x="6119507" y="2190320"/>
                <a:ext cx="187560" cy="195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16EDF85-6168-4A3C-96B4-68A2DB985EA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10507" y="2181680"/>
                  <a:ext cx="205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9307576-F5BC-3BC5-3168-EE99EA41F180}"/>
                    </a:ext>
                  </a:extLst>
                </p14:cNvPr>
                <p14:cNvContentPartPr/>
                <p14:nvPr/>
              </p14:nvContentPartPr>
              <p14:xfrm>
                <a:off x="6347747" y="2151800"/>
                <a:ext cx="103320" cy="238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9307576-F5BC-3BC5-3168-EE99EA41F18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39107" y="2143160"/>
                  <a:ext cx="1209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0E28695-37C4-1DF0-E27E-4CC6E1FB1818}"/>
                    </a:ext>
                  </a:extLst>
                </p14:cNvPr>
                <p14:cNvContentPartPr/>
                <p14:nvPr/>
              </p14:nvContentPartPr>
              <p14:xfrm>
                <a:off x="6385547" y="2263400"/>
                <a:ext cx="278640" cy="106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0E28695-37C4-1DF0-E27E-4CC6E1FB18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76547" y="2254400"/>
                  <a:ext cx="296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69BE073-44FA-5190-29C5-A4A22D54B489}"/>
                    </a:ext>
                  </a:extLst>
                </p14:cNvPr>
                <p14:cNvContentPartPr/>
                <p14:nvPr/>
              </p14:nvContentPartPr>
              <p14:xfrm>
                <a:off x="6716747" y="2281400"/>
                <a:ext cx="119880" cy="84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69BE073-44FA-5190-29C5-A4A22D54B4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07747" y="2272400"/>
                  <a:ext cx="1375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569BF97-B7A7-DE24-AD01-A0A32EDE94A1}"/>
                    </a:ext>
                  </a:extLst>
                </p14:cNvPr>
                <p14:cNvContentPartPr/>
                <p14:nvPr/>
              </p14:nvContentPartPr>
              <p14:xfrm>
                <a:off x="6903947" y="2117960"/>
                <a:ext cx="156960" cy="259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569BF97-B7A7-DE24-AD01-A0A32EDE94A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94947" y="2109320"/>
                  <a:ext cx="1746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7A81153-8CB3-AAC3-A8DC-C8A935312989}"/>
                    </a:ext>
                  </a:extLst>
                </p14:cNvPr>
                <p14:cNvContentPartPr/>
                <p14:nvPr/>
              </p14:nvContentPartPr>
              <p14:xfrm>
                <a:off x="7137947" y="2159360"/>
                <a:ext cx="322560" cy="224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7A81153-8CB3-AAC3-A8DC-C8A93531298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29307" y="2150360"/>
                  <a:ext cx="340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9DA30FA-8DC3-932C-6023-1F0FCF380D76}"/>
                    </a:ext>
                  </a:extLst>
                </p14:cNvPr>
                <p14:cNvContentPartPr/>
                <p14:nvPr/>
              </p14:nvContentPartPr>
              <p14:xfrm>
                <a:off x="7476347" y="2272040"/>
                <a:ext cx="97560" cy="59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9DA30FA-8DC3-932C-6023-1F0FCF380D7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67707" y="2263040"/>
                  <a:ext cx="1152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0DD0C73-39F2-7BBC-ACB5-8C4CE7523441}"/>
                    </a:ext>
                  </a:extLst>
                </p14:cNvPr>
                <p14:cNvContentPartPr/>
                <p14:nvPr/>
              </p14:nvContentPartPr>
              <p14:xfrm>
                <a:off x="7623227" y="2155040"/>
                <a:ext cx="248040" cy="212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0DD0C73-39F2-7BBC-ACB5-8C4CE752344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14587" y="2146400"/>
                  <a:ext cx="265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472CA31-852C-EBB9-0510-41622D5B39F8}"/>
                    </a:ext>
                  </a:extLst>
                </p14:cNvPr>
                <p14:cNvContentPartPr/>
                <p14:nvPr/>
              </p14:nvContentPartPr>
              <p14:xfrm>
                <a:off x="7809347" y="2288960"/>
                <a:ext cx="114840" cy="109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472CA31-852C-EBB9-0510-41622D5B39F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00347" y="2279960"/>
                  <a:ext cx="132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34A972D-0CD5-225D-159A-3084DF60EAEC}"/>
                    </a:ext>
                  </a:extLst>
                </p14:cNvPr>
                <p14:cNvContentPartPr/>
                <p14:nvPr/>
              </p14:nvContentPartPr>
              <p14:xfrm>
                <a:off x="7999067" y="2213000"/>
                <a:ext cx="141840" cy="227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34A972D-0CD5-225D-159A-3084DF60EAE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90067" y="2204000"/>
                  <a:ext cx="159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8CD9D0D-DE9E-F8F3-0EEE-5F41802DC94F}"/>
                    </a:ext>
                  </a:extLst>
                </p14:cNvPr>
                <p14:cNvContentPartPr/>
                <p14:nvPr/>
              </p14:nvContentPartPr>
              <p14:xfrm>
                <a:off x="8465627" y="2256560"/>
                <a:ext cx="231480" cy="315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8CD9D0D-DE9E-F8F3-0EEE-5F41802DC94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56627" y="2247560"/>
                  <a:ext cx="2491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CCA9699-49A5-183E-A4D4-47567D34F508}"/>
                    </a:ext>
                  </a:extLst>
                </p14:cNvPr>
                <p14:cNvContentPartPr/>
                <p14:nvPr/>
              </p14:nvContentPartPr>
              <p14:xfrm>
                <a:off x="5301947" y="2756240"/>
                <a:ext cx="181080" cy="25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CCA9699-49A5-183E-A4D4-47567D34F50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92947" y="2747240"/>
                  <a:ext cx="198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768A41D-B02E-3565-074E-C6EADC2D4288}"/>
                    </a:ext>
                  </a:extLst>
                </p14:cNvPr>
                <p14:cNvContentPartPr/>
                <p14:nvPr/>
              </p14:nvContentPartPr>
              <p14:xfrm>
                <a:off x="5688587" y="2669120"/>
                <a:ext cx="270000" cy="25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768A41D-B02E-3565-074E-C6EADC2D428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679587" y="2660120"/>
                  <a:ext cx="2876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4B3D415-365E-A0CA-1141-0113000D693E}"/>
                    </a:ext>
                  </a:extLst>
                </p14:cNvPr>
                <p14:cNvContentPartPr/>
                <p14:nvPr/>
              </p14:nvContentPartPr>
              <p14:xfrm>
                <a:off x="6037067" y="2562920"/>
                <a:ext cx="100440" cy="226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4B3D415-365E-A0CA-1141-0113000D693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028067" y="2553920"/>
                  <a:ext cx="118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C0FBC46-43B1-0672-ED44-7DDE4FC7B198}"/>
                    </a:ext>
                  </a:extLst>
                </p14:cNvPr>
                <p14:cNvContentPartPr/>
                <p14:nvPr/>
              </p14:nvContentPartPr>
              <p14:xfrm>
                <a:off x="6058307" y="2656880"/>
                <a:ext cx="166680" cy="1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C0FBC46-43B1-0672-ED44-7DDE4FC7B19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49307" y="2647880"/>
                  <a:ext cx="184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72FCD9D-3AEC-095B-5E0F-35E24CA18081}"/>
                    </a:ext>
                  </a:extLst>
                </p14:cNvPr>
                <p14:cNvContentPartPr/>
                <p14:nvPr/>
              </p14:nvContentPartPr>
              <p14:xfrm>
                <a:off x="6352427" y="2614760"/>
                <a:ext cx="49320" cy="128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72FCD9D-3AEC-095B-5E0F-35E24CA1808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43427" y="2605760"/>
                  <a:ext cx="66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149DD2-D363-A693-4E0C-FAD26536C9B2}"/>
                    </a:ext>
                  </a:extLst>
                </p14:cNvPr>
                <p14:cNvContentPartPr/>
                <p14:nvPr/>
              </p14:nvContentPartPr>
              <p14:xfrm>
                <a:off x="6277907" y="2565080"/>
                <a:ext cx="243360" cy="241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149DD2-D363-A693-4E0C-FAD26536C9B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68907" y="2556080"/>
                  <a:ext cx="261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E8C7C7F-24AB-6181-8BBE-C1686C08BF15}"/>
                    </a:ext>
                  </a:extLst>
                </p14:cNvPr>
                <p14:cNvContentPartPr/>
                <p14:nvPr/>
              </p14:nvContentPartPr>
              <p14:xfrm>
                <a:off x="6533507" y="2687120"/>
                <a:ext cx="104400" cy="91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E8C7C7F-24AB-6181-8BBE-C1686C08BF1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24507" y="2678120"/>
                  <a:ext cx="122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A94FAC5-474F-5829-B7ED-24C912803D13}"/>
                    </a:ext>
                  </a:extLst>
                </p14:cNvPr>
                <p14:cNvContentPartPr/>
                <p14:nvPr/>
              </p14:nvContentPartPr>
              <p14:xfrm>
                <a:off x="6759587" y="2532680"/>
                <a:ext cx="52200" cy="262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A94FAC5-474F-5829-B7ED-24C912803D1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50587" y="2524040"/>
                  <a:ext cx="698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BC528F6-B5F9-438C-9796-706FB4A2C9E1}"/>
                    </a:ext>
                  </a:extLst>
                </p14:cNvPr>
                <p14:cNvContentPartPr/>
                <p14:nvPr/>
              </p14:nvContentPartPr>
              <p14:xfrm>
                <a:off x="6755627" y="2663000"/>
                <a:ext cx="270360" cy="84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BC528F6-B5F9-438C-9796-706FB4A2C9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46987" y="2654000"/>
                  <a:ext cx="288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A6A235A-A7A5-7585-CCB3-8038AF86FFD0}"/>
                    </a:ext>
                  </a:extLst>
                </p14:cNvPr>
                <p14:cNvContentPartPr/>
                <p14:nvPr/>
              </p14:nvContentPartPr>
              <p14:xfrm>
                <a:off x="7092227" y="2562200"/>
                <a:ext cx="110160" cy="232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A6A235A-A7A5-7585-CCB3-8038AF86FFD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83227" y="2553560"/>
                  <a:ext cx="127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CE2926-60E5-3FFD-7C62-3701E2B1E661}"/>
                    </a:ext>
                  </a:extLst>
                </p14:cNvPr>
                <p14:cNvContentPartPr/>
                <p14:nvPr/>
              </p14:nvContentPartPr>
              <p14:xfrm>
                <a:off x="7273667" y="2551400"/>
                <a:ext cx="102960" cy="277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CE2926-60E5-3FFD-7C62-3701E2B1E66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65027" y="2542760"/>
                  <a:ext cx="1206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2EC6B8-FBE8-D81E-10BD-EA115CB6EAA2}"/>
                    </a:ext>
                  </a:extLst>
                </p14:cNvPr>
                <p14:cNvContentPartPr/>
                <p14:nvPr/>
              </p14:nvContentPartPr>
              <p14:xfrm>
                <a:off x="7514507" y="2671280"/>
                <a:ext cx="28800" cy="52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2EC6B8-FBE8-D81E-10BD-EA115CB6EAA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05507" y="2662280"/>
                  <a:ext cx="46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E64A4C1-3B4C-71D0-E03F-DA763820F5DB}"/>
                    </a:ext>
                  </a:extLst>
                </p14:cNvPr>
                <p14:cNvContentPartPr/>
                <p14:nvPr/>
              </p14:nvContentPartPr>
              <p14:xfrm>
                <a:off x="7508387" y="2794760"/>
                <a:ext cx="3960" cy="14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E64A4C1-3B4C-71D0-E03F-DA763820F5D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499387" y="2785760"/>
                  <a:ext cx="21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37944D8-6BA7-FA08-C00B-AE3263A7F484}"/>
                    </a:ext>
                  </a:extLst>
                </p14:cNvPr>
                <p14:cNvContentPartPr/>
                <p14:nvPr/>
              </p14:nvContentPartPr>
              <p14:xfrm>
                <a:off x="7811507" y="2757680"/>
                <a:ext cx="9360" cy="64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37944D8-6BA7-FA08-C00B-AE3263A7F48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802867" y="2749040"/>
                  <a:ext cx="27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1BA9E52-1C86-ACD3-3123-6C66D6A5F09B}"/>
                    </a:ext>
                  </a:extLst>
                </p14:cNvPr>
                <p14:cNvContentPartPr/>
                <p14:nvPr/>
              </p14:nvContentPartPr>
              <p14:xfrm>
                <a:off x="7937867" y="2573360"/>
                <a:ext cx="6480" cy="116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1BA9E52-1C86-ACD3-3123-6C66D6A5F09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29227" y="2564360"/>
                  <a:ext cx="24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DB49289-B856-E09E-6B25-3BDFAAC4E807}"/>
                    </a:ext>
                  </a:extLst>
                </p14:cNvPr>
                <p14:cNvContentPartPr/>
                <p14:nvPr/>
              </p14:nvContentPartPr>
              <p14:xfrm>
                <a:off x="7964147" y="2726000"/>
                <a:ext cx="196920" cy="68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DB49289-B856-E09E-6B25-3BDFAAC4E80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955147" y="2717360"/>
                  <a:ext cx="214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5FC154-A452-D210-D083-6B8C95DD0C02}"/>
                    </a:ext>
                  </a:extLst>
                </p14:cNvPr>
                <p14:cNvContentPartPr/>
                <p14:nvPr/>
              </p14:nvContentPartPr>
              <p14:xfrm>
                <a:off x="8265467" y="2615480"/>
                <a:ext cx="65160" cy="191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5FC154-A452-D210-D083-6B8C95DD0C0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56467" y="2606840"/>
                  <a:ext cx="82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0886D1C-CEA4-49B8-A425-5C19218A575E}"/>
                    </a:ext>
                  </a:extLst>
                </p14:cNvPr>
                <p14:cNvContentPartPr/>
                <p14:nvPr/>
              </p14:nvContentPartPr>
              <p14:xfrm>
                <a:off x="8230907" y="2682440"/>
                <a:ext cx="214200" cy="32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0886D1C-CEA4-49B8-A425-5C19218A575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221907" y="2673800"/>
                  <a:ext cx="2318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6F50DEB-9063-E6B2-DE14-980578ACD944}"/>
                    </a:ext>
                  </a:extLst>
                </p14:cNvPr>
                <p14:cNvContentPartPr/>
                <p14:nvPr/>
              </p14:nvContentPartPr>
              <p14:xfrm>
                <a:off x="5285387" y="3137840"/>
                <a:ext cx="222480" cy="27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6F50DEB-9063-E6B2-DE14-980578ACD94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76387" y="3128840"/>
                  <a:ext cx="240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B78AF8B-031A-60BC-11C2-76BEEC7A063F}"/>
                    </a:ext>
                  </a:extLst>
                </p14:cNvPr>
                <p14:cNvContentPartPr/>
                <p14:nvPr/>
              </p14:nvContentPartPr>
              <p14:xfrm>
                <a:off x="5636387" y="3083840"/>
                <a:ext cx="119520" cy="128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B78AF8B-031A-60BC-11C2-76BEEC7A063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627747" y="3074840"/>
                  <a:ext cx="137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0655025-8629-029D-DC17-C5BBB416CC4F}"/>
                    </a:ext>
                  </a:extLst>
                </p14:cNvPr>
                <p14:cNvContentPartPr/>
                <p14:nvPr/>
              </p14:nvContentPartPr>
              <p14:xfrm>
                <a:off x="5811347" y="3082760"/>
                <a:ext cx="108720" cy="117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0655025-8629-029D-DC17-C5BBB416CC4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02347" y="3074120"/>
                  <a:ext cx="126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C9282AF-14AB-70C9-8787-0CF6C635EE62}"/>
                    </a:ext>
                  </a:extLst>
                </p14:cNvPr>
                <p14:cNvContentPartPr/>
                <p14:nvPr/>
              </p14:nvContentPartPr>
              <p14:xfrm>
                <a:off x="5991347" y="2963960"/>
                <a:ext cx="135000" cy="211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C9282AF-14AB-70C9-8787-0CF6C635EE6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982347" y="2954960"/>
                  <a:ext cx="1526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F4624DD-E7E5-6F34-2DE5-908475E801D2}"/>
                    </a:ext>
                  </a:extLst>
                </p14:cNvPr>
                <p14:cNvContentPartPr/>
                <p14:nvPr/>
              </p14:nvContentPartPr>
              <p14:xfrm>
                <a:off x="6055067" y="3048920"/>
                <a:ext cx="116280" cy="5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F4624DD-E7E5-6F34-2DE5-908475E801D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046427" y="3040280"/>
                  <a:ext cx="1339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E370441-5BED-B7C1-6A9F-59F17803962C}"/>
                    </a:ext>
                  </a:extLst>
                </p14:cNvPr>
                <p14:cNvContentPartPr/>
                <p14:nvPr/>
              </p14:nvContentPartPr>
              <p14:xfrm>
                <a:off x="6341987" y="3019760"/>
                <a:ext cx="61200" cy="83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E370441-5BED-B7C1-6A9F-59F17803962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332987" y="3010760"/>
                  <a:ext cx="788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9A2308D-6BFA-00CA-542C-FA81D8A055AF}"/>
                    </a:ext>
                  </a:extLst>
                </p14:cNvPr>
                <p14:cNvContentPartPr/>
                <p14:nvPr/>
              </p14:nvContentPartPr>
              <p14:xfrm>
                <a:off x="6229307" y="2930120"/>
                <a:ext cx="252000" cy="243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9A2308D-6BFA-00CA-542C-FA81D8A055A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20667" y="2921120"/>
                  <a:ext cx="269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3EA7458-C94D-2013-6355-A7F07862B6BA}"/>
                    </a:ext>
                  </a:extLst>
                </p14:cNvPr>
                <p14:cNvContentPartPr/>
                <p14:nvPr/>
              </p14:nvContentPartPr>
              <p14:xfrm>
                <a:off x="6483467" y="3064040"/>
                <a:ext cx="91440" cy="65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3EA7458-C94D-2013-6355-A7F07862B6B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474467" y="3055040"/>
                  <a:ext cx="1090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9E93519-5C67-1029-6F9A-34C0E24CAFC2}"/>
                    </a:ext>
                  </a:extLst>
                </p14:cNvPr>
                <p14:cNvContentPartPr/>
                <p14:nvPr/>
              </p14:nvContentPartPr>
              <p14:xfrm>
                <a:off x="6646547" y="2933000"/>
                <a:ext cx="81000" cy="243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9E93519-5C67-1029-6F9A-34C0E24CAFC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37907" y="2924360"/>
                  <a:ext cx="98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9204A50-A079-1543-DE59-33DCF16C6F35}"/>
                    </a:ext>
                  </a:extLst>
                </p14:cNvPr>
                <p14:cNvContentPartPr/>
                <p14:nvPr/>
              </p14:nvContentPartPr>
              <p14:xfrm>
                <a:off x="6642227" y="3056480"/>
                <a:ext cx="230760" cy="104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9204A50-A079-1543-DE59-33DCF16C6F3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633227" y="3047840"/>
                  <a:ext cx="2484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FC92D6C-3713-06A2-9A0D-773AF6BF55DC}"/>
                    </a:ext>
                  </a:extLst>
                </p14:cNvPr>
                <p14:cNvContentPartPr/>
                <p14:nvPr/>
              </p14:nvContentPartPr>
              <p14:xfrm>
                <a:off x="6959027" y="2909600"/>
                <a:ext cx="150840" cy="281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FC92D6C-3713-06A2-9A0D-773AF6BF55D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50027" y="2900960"/>
                  <a:ext cx="1684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9BEFCC3-EC9B-32AD-C2BC-D8062F823893}"/>
                    </a:ext>
                  </a:extLst>
                </p14:cNvPr>
                <p14:cNvContentPartPr/>
                <p14:nvPr/>
              </p14:nvContentPartPr>
              <p14:xfrm>
                <a:off x="7169627" y="3074480"/>
                <a:ext cx="34200" cy="75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9BEFCC3-EC9B-32AD-C2BC-D8062F82389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160987" y="3065840"/>
                  <a:ext cx="51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754C4D5-4464-E59A-6C48-51F48F45B03A}"/>
                    </a:ext>
                  </a:extLst>
                </p14:cNvPr>
                <p14:cNvContentPartPr/>
                <p14:nvPr/>
              </p14:nvContentPartPr>
              <p14:xfrm>
                <a:off x="7273667" y="2953520"/>
                <a:ext cx="360" cy="138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754C4D5-4464-E59A-6C48-51F48F45B03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264667" y="2944520"/>
                  <a:ext cx="18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153834A-9AC3-4CFC-5F13-A3D19C6083AF}"/>
                    </a:ext>
                  </a:extLst>
                </p14:cNvPr>
                <p14:cNvContentPartPr/>
                <p14:nvPr/>
              </p14:nvContentPartPr>
              <p14:xfrm>
                <a:off x="7305707" y="3097160"/>
                <a:ext cx="125280" cy="43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153834A-9AC3-4CFC-5F13-A3D19C6083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297067" y="3088160"/>
                  <a:ext cx="142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5D23029-71C1-B268-7A1B-5F2EA348020C}"/>
                    </a:ext>
                  </a:extLst>
                </p14:cNvPr>
                <p14:cNvContentPartPr/>
                <p14:nvPr/>
              </p14:nvContentPartPr>
              <p14:xfrm>
                <a:off x="7542227" y="2963960"/>
                <a:ext cx="49320" cy="205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5D23029-71C1-B268-7A1B-5F2EA348020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33227" y="2954960"/>
                  <a:ext cx="66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4843335-BA59-8F16-2195-A99E1B227328}"/>
                    </a:ext>
                  </a:extLst>
                </p14:cNvPr>
                <p14:cNvContentPartPr/>
                <p14:nvPr/>
              </p14:nvContentPartPr>
              <p14:xfrm>
                <a:off x="7529987" y="3061160"/>
                <a:ext cx="109440" cy="14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4843335-BA59-8F16-2195-A99E1B22732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521347" y="3052160"/>
                  <a:ext cx="127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6491B5-E9AC-E431-1130-4D24CF50E245}"/>
                    </a:ext>
                  </a:extLst>
                </p14:cNvPr>
                <p14:cNvContentPartPr/>
                <p14:nvPr/>
              </p14:nvContentPartPr>
              <p14:xfrm>
                <a:off x="7690187" y="2924720"/>
                <a:ext cx="58680" cy="312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6491B5-E9AC-E431-1130-4D24CF50E24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81547" y="2916080"/>
                  <a:ext cx="763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805E813-547B-9EF6-82B1-3856CA1BF139}"/>
                    </a:ext>
                  </a:extLst>
                </p14:cNvPr>
                <p14:cNvContentPartPr/>
                <p14:nvPr/>
              </p14:nvContentPartPr>
              <p14:xfrm>
                <a:off x="7965227" y="3042080"/>
                <a:ext cx="13320" cy="45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805E813-547B-9EF6-82B1-3856CA1BF13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56227" y="3033440"/>
                  <a:ext cx="30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3EC6C5C-C901-0763-C231-D340C85DE15A}"/>
                    </a:ext>
                  </a:extLst>
                </p14:cNvPr>
                <p14:cNvContentPartPr/>
                <p14:nvPr/>
              </p14:nvContentPartPr>
              <p14:xfrm>
                <a:off x="7934267" y="3148280"/>
                <a:ext cx="10080" cy="20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3EC6C5C-C901-0763-C231-D340C85DE15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925267" y="3139640"/>
                  <a:ext cx="27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D59DCA1-5BB7-51FF-A758-2CA486EBF949}"/>
                    </a:ext>
                  </a:extLst>
                </p14:cNvPr>
                <p14:cNvContentPartPr/>
                <p14:nvPr/>
              </p14:nvContentPartPr>
              <p14:xfrm>
                <a:off x="8182307" y="3038480"/>
                <a:ext cx="196560" cy="145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D59DCA1-5BB7-51FF-A758-2CA486EBF94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173307" y="3029480"/>
                  <a:ext cx="214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E5F9144-97AB-0241-7F81-5EEBCC718752}"/>
                    </a:ext>
                  </a:extLst>
                </p14:cNvPr>
                <p14:cNvContentPartPr/>
                <p14:nvPr/>
              </p14:nvContentPartPr>
              <p14:xfrm>
                <a:off x="8392187" y="3065480"/>
                <a:ext cx="107640" cy="100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E5F9144-97AB-0241-7F81-5EEBCC71875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383547" y="3056840"/>
                  <a:ext cx="125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D050BB9-7F8A-E2F2-5F06-F39AD75BE4A3}"/>
                    </a:ext>
                  </a:extLst>
                </p14:cNvPr>
                <p14:cNvContentPartPr/>
                <p14:nvPr/>
              </p14:nvContentPartPr>
              <p14:xfrm>
                <a:off x="8592707" y="3082760"/>
                <a:ext cx="38160" cy="64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D050BB9-7F8A-E2F2-5F06-F39AD75BE4A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584067" y="3074120"/>
                  <a:ext cx="55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59DBF38-63AB-5EB1-1A6D-9DF3A9BD6833}"/>
                    </a:ext>
                  </a:extLst>
                </p14:cNvPr>
                <p14:cNvContentPartPr/>
                <p14:nvPr/>
              </p14:nvContentPartPr>
              <p14:xfrm>
                <a:off x="8670107" y="2994920"/>
                <a:ext cx="24480" cy="49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59DBF38-63AB-5EB1-1A6D-9DF3A9BD68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661467" y="2985920"/>
                  <a:ext cx="42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D016FAD-8E13-4745-7619-45F11389EA7A}"/>
                    </a:ext>
                  </a:extLst>
                </p14:cNvPr>
                <p14:cNvContentPartPr/>
                <p14:nvPr/>
              </p14:nvContentPartPr>
              <p14:xfrm>
                <a:off x="8744627" y="2868560"/>
                <a:ext cx="193680" cy="314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D016FAD-8E13-4745-7619-45F11389EA7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735987" y="2859920"/>
                  <a:ext cx="2113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7A5C82B-3E39-34B2-9DF5-5AB0CD7FA0EC}"/>
                    </a:ext>
                  </a:extLst>
                </p14:cNvPr>
                <p14:cNvContentPartPr/>
                <p14:nvPr/>
              </p14:nvContentPartPr>
              <p14:xfrm>
                <a:off x="5271707" y="3532040"/>
                <a:ext cx="163800" cy="1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7A5C82B-3E39-34B2-9DF5-5AB0CD7FA0E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63067" y="3523400"/>
                  <a:ext cx="181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F431A75-99E1-9F0A-D070-E4AB7D63DEE9}"/>
                    </a:ext>
                  </a:extLst>
                </p14:cNvPr>
                <p14:cNvContentPartPr/>
                <p14:nvPr/>
              </p14:nvContentPartPr>
              <p14:xfrm>
                <a:off x="5655827" y="3429440"/>
                <a:ext cx="244440" cy="230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F431A75-99E1-9F0A-D070-E4AB7D63DEE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646827" y="3420440"/>
                  <a:ext cx="262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5CCE94B-A525-95B7-CB1C-E74B2D8F4603}"/>
                    </a:ext>
                  </a:extLst>
                </p14:cNvPr>
                <p14:cNvContentPartPr/>
                <p14:nvPr/>
              </p14:nvContentPartPr>
              <p14:xfrm>
                <a:off x="5994587" y="3327560"/>
                <a:ext cx="128520" cy="212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5CCE94B-A525-95B7-CB1C-E74B2D8F460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985587" y="3318560"/>
                  <a:ext cx="1461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C74DE4B-B1C6-DF71-E423-EA4ED6CCA3F8}"/>
                    </a:ext>
                  </a:extLst>
                </p14:cNvPr>
                <p14:cNvContentPartPr/>
                <p14:nvPr/>
              </p14:nvContentPartPr>
              <p14:xfrm>
                <a:off x="6011507" y="3421520"/>
                <a:ext cx="96840" cy="1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C74DE4B-B1C6-DF71-E423-EA4ED6CCA3F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002507" y="3412520"/>
                  <a:ext cx="1144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4C64B8B-08FE-50AA-AE38-076260CAD4C9}"/>
                    </a:ext>
                  </a:extLst>
                </p14:cNvPr>
                <p14:cNvContentPartPr/>
                <p14:nvPr/>
              </p14:nvContentPartPr>
              <p14:xfrm>
                <a:off x="6211667" y="3319280"/>
                <a:ext cx="250920" cy="198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4C64B8B-08FE-50AA-AE38-076260CAD4C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203027" y="3310280"/>
                  <a:ext cx="268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829089A-D40A-F5A0-EB0C-FD1792EE3408}"/>
                    </a:ext>
                  </a:extLst>
                </p14:cNvPr>
                <p14:cNvContentPartPr/>
                <p14:nvPr/>
              </p14:nvContentPartPr>
              <p14:xfrm>
                <a:off x="6501107" y="3437360"/>
                <a:ext cx="97920" cy="986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829089A-D40A-F5A0-EB0C-FD1792EE340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492467" y="3428720"/>
                  <a:ext cx="1155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92E8753-4FBD-3462-6B1F-8219EBB20F36}"/>
                    </a:ext>
                  </a:extLst>
                </p14:cNvPr>
                <p14:cNvContentPartPr/>
                <p14:nvPr/>
              </p14:nvContentPartPr>
              <p14:xfrm>
                <a:off x="6598307" y="3425840"/>
                <a:ext cx="156240" cy="108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92E8753-4FBD-3462-6B1F-8219EBB20F3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589667" y="3417200"/>
                  <a:ext cx="173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D3AAB2B-B2FA-5FD1-5F3D-57C0B7A02686}"/>
                    </a:ext>
                  </a:extLst>
                </p14:cNvPr>
                <p14:cNvContentPartPr/>
                <p14:nvPr/>
              </p14:nvContentPartPr>
              <p14:xfrm>
                <a:off x="6666347" y="3473360"/>
                <a:ext cx="134280" cy="44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D3AAB2B-B2FA-5FD1-5F3D-57C0B7A0268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57347" y="3464720"/>
                  <a:ext cx="151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F6B113F-B29D-9DDC-23CE-C3A90E942A58}"/>
                    </a:ext>
                  </a:extLst>
                </p14:cNvPr>
                <p14:cNvContentPartPr/>
                <p14:nvPr/>
              </p14:nvContentPartPr>
              <p14:xfrm>
                <a:off x="6888827" y="3333320"/>
                <a:ext cx="65880" cy="200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F6B113F-B29D-9DDC-23CE-C3A90E942A5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879827" y="3324680"/>
                  <a:ext cx="83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877A56D-AD69-ADB2-D8BC-48E59D9959A5}"/>
                    </a:ext>
                  </a:extLst>
                </p14:cNvPr>
                <p14:cNvContentPartPr/>
                <p14:nvPr/>
              </p14:nvContentPartPr>
              <p14:xfrm>
                <a:off x="6848147" y="3407840"/>
                <a:ext cx="176400" cy="6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877A56D-AD69-ADB2-D8BC-48E59D9959A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839507" y="3399200"/>
                  <a:ext cx="194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C3E8972-6926-143B-0F18-9CD61A9D3DFB}"/>
                    </a:ext>
                  </a:extLst>
                </p14:cNvPr>
                <p14:cNvContentPartPr/>
                <p14:nvPr/>
              </p14:nvContentPartPr>
              <p14:xfrm>
                <a:off x="7084667" y="3363560"/>
                <a:ext cx="113400" cy="182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C3E8972-6926-143B-0F18-9CD61A9D3DF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075667" y="3354560"/>
                  <a:ext cx="131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0ECE928-809C-48F8-A251-BBBB9BB887E8}"/>
                    </a:ext>
                  </a:extLst>
                </p14:cNvPr>
                <p14:cNvContentPartPr/>
                <p14:nvPr/>
              </p14:nvContentPartPr>
              <p14:xfrm>
                <a:off x="7242347" y="3330440"/>
                <a:ext cx="92520" cy="209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0ECE928-809C-48F8-A251-BBBB9BB887E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233347" y="3321440"/>
                  <a:ext cx="110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501EE03-0324-730A-548F-A308F9E802BD}"/>
                    </a:ext>
                  </a:extLst>
                </p14:cNvPr>
                <p14:cNvContentPartPr/>
                <p14:nvPr/>
              </p14:nvContentPartPr>
              <p14:xfrm>
                <a:off x="7501547" y="3401720"/>
                <a:ext cx="10800" cy="478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501EE03-0324-730A-548F-A308F9E802B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492547" y="3393080"/>
                  <a:ext cx="28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AE44F8F-F410-58AE-3C49-F0763F7A3720}"/>
                    </a:ext>
                  </a:extLst>
                </p14:cNvPr>
                <p14:cNvContentPartPr/>
                <p14:nvPr/>
              </p14:nvContentPartPr>
              <p14:xfrm>
                <a:off x="7464827" y="3531320"/>
                <a:ext cx="7920" cy="33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AE44F8F-F410-58AE-3C49-F0763F7A372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455827" y="3522680"/>
                  <a:ext cx="25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AE54511-4041-9C79-8307-0B3193463814}"/>
                    </a:ext>
                  </a:extLst>
                </p14:cNvPr>
                <p14:cNvContentPartPr/>
                <p14:nvPr/>
              </p14:nvContentPartPr>
              <p14:xfrm>
                <a:off x="7593347" y="3390560"/>
                <a:ext cx="444960" cy="212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AE54511-4041-9C79-8307-0B3193463814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584707" y="3381920"/>
                  <a:ext cx="462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E9027F4-8F08-E1EC-D0BD-BA3860FEB09E}"/>
                    </a:ext>
                  </a:extLst>
                </p14:cNvPr>
                <p14:cNvContentPartPr/>
                <p14:nvPr/>
              </p14:nvContentPartPr>
              <p14:xfrm>
                <a:off x="7990427" y="3446360"/>
                <a:ext cx="284400" cy="240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E9027F4-8F08-E1EC-D0BD-BA3860FEB09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81427" y="3437360"/>
                  <a:ext cx="302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106E0AE-E602-E51A-1F39-F33E70D096EA}"/>
                    </a:ext>
                  </a:extLst>
                </p14:cNvPr>
                <p14:cNvContentPartPr/>
                <p14:nvPr/>
              </p14:nvContentPartPr>
              <p14:xfrm>
                <a:off x="8245667" y="3317120"/>
                <a:ext cx="124560" cy="217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106E0AE-E602-E51A-1F39-F33E70D096E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237027" y="3308480"/>
                  <a:ext cx="142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C1839E7-6B59-8E22-E3A3-861C6C9B36A4}"/>
                    </a:ext>
                  </a:extLst>
                </p14:cNvPr>
                <p14:cNvContentPartPr/>
                <p14:nvPr/>
              </p14:nvContentPartPr>
              <p14:xfrm>
                <a:off x="8408387" y="3318200"/>
                <a:ext cx="87480" cy="235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C1839E7-6B59-8E22-E3A3-861C6C9B36A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399387" y="3309560"/>
                  <a:ext cx="1051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5815376-899A-4DC1-4837-03440403F5B4}"/>
                    </a:ext>
                  </a:extLst>
                </p14:cNvPr>
                <p14:cNvContentPartPr/>
                <p14:nvPr/>
              </p14:nvContentPartPr>
              <p14:xfrm>
                <a:off x="8393987" y="3399560"/>
                <a:ext cx="211680" cy="83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5815376-899A-4DC1-4837-03440403F5B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385347" y="3390920"/>
                  <a:ext cx="229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4D283FD-F9DD-3A42-103D-077028C31099}"/>
                    </a:ext>
                  </a:extLst>
                </p14:cNvPr>
                <p14:cNvContentPartPr/>
                <p14:nvPr/>
              </p14:nvContentPartPr>
              <p14:xfrm>
                <a:off x="8603507" y="3432680"/>
                <a:ext cx="105480" cy="558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4D283FD-F9DD-3A42-103D-077028C3109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594507" y="3423680"/>
                  <a:ext cx="123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0A40F0E-54BA-A959-D3AD-34A9642A8E8A}"/>
                    </a:ext>
                  </a:extLst>
                </p14:cNvPr>
                <p14:cNvContentPartPr/>
                <p14:nvPr/>
              </p14:nvContentPartPr>
              <p14:xfrm>
                <a:off x="8705387" y="3237920"/>
                <a:ext cx="122760" cy="258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0A40F0E-54BA-A959-D3AD-34A9642A8E8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696387" y="3228920"/>
                  <a:ext cx="1404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13C0FD8-DFA4-4B33-2AE3-3AC4831987F7}"/>
                    </a:ext>
                  </a:extLst>
                </p14:cNvPr>
                <p14:cNvContentPartPr/>
                <p14:nvPr/>
              </p14:nvContentPartPr>
              <p14:xfrm>
                <a:off x="8858027" y="3312440"/>
                <a:ext cx="139320" cy="170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13C0FD8-DFA4-4B33-2AE3-3AC4831987F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849027" y="3303440"/>
                  <a:ext cx="156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17DDAD5-8F0D-1011-B7C5-7D988403CD11}"/>
                    </a:ext>
                  </a:extLst>
                </p14:cNvPr>
                <p14:cNvContentPartPr/>
                <p14:nvPr/>
              </p14:nvContentPartPr>
              <p14:xfrm>
                <a:off x="8953427" y="3421520"/>
                <a:ext cx="70920" cy="522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17DDAD5-8F0D-1011-B7C5-7D988403CD1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944787" y="3412520"/>
                  <a:ext cx="885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099A1D1-775B-068D-5346-C5A9C8E42A17}"/>
                    </a:ext>
                  </a:extLst>
                </p14:cNvPr>
                <p14:cNvContentPartPr/>
                <p14:nvPr/>
              </p14:nvContentPartPr>
              <p14:xfrm>
                <a:off x="9008147" y="3261680"/>
                <a:ext cx="164880" cy="2300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099A1D1-775B-068D-5346-C5A9C8E42A1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999507" y="3252680"/>
                  <a:ext cx="1825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667D79A-0BE1-41B4-744C-DAA192C0688A}"/>
                    </a:ext>
                  </a:extLst>
                </p14:cNvPr>
                <p14:cNvContentPartPr/>
                <p14:nvPr/>
              </p14:nvContentPartPr>
              <p14:xfrm>
                <a:off x="9106787" y="3455360"/>
                <a:ext cx="360" cy="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667D79A-0BE1-41B4-744C-DAA192C068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97787" y="3446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F2B80F2-1A7F-F4A6-D7E7-D894FAAA8189}"/>
                    </a:ext>
                  </a:extLst>
                </p14:cNvPr>
                <p14:cNvContentPartPr/>
                <p14:nvPr/>
              </p14:nvContentPartPr>
              <p14:xfrm>
                <a:off x="9106787" y="3400280"/>
                <a:ext cx="99720" cy="118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F2B80F2-1A7F-F4A6-D7E7-D894FAAA818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097787" y="3391280"/>
                  <a:ext cx="1173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933FDFB-AE8F-D728-362E-AEDBEA881AD1}"/>
                    </a:ext>
                  </a:extLst>
                </p14:cNvPr>
                <p14:cNvContentPartPr/>
                <p14:nvPr/>
              </p14:nvContentPartPr>
              <p14:xfrm>
                <a:off x="5038427" y="3915080"/>
                <a:ext cx="259920" cy="10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933FDFB-AE8F-D728-362E-AEDBEA881AD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029427" y="3906440"/>
                  <a:ext cx="277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9AA2CB8-5804-1BA4-1BF1-2D615C4541A2}"/>
                    </a:ext>
                  </a:extLst>
                </p14:cNvPr>
                <p14:cNvContentPartPr/>
                <p14:nvPr/>
              </p14:nvContentPartPr>
              <p14:xfrm>
                <a:off x="5398067" y="3893120"/>
                <a:ext cx="223920" cy="1224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9AA2CB8-5804-1BA4-1BF1-2D615C4541A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389067" y="3884480"/>
                  <a:ext cx="2415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EBF82A2-5D2C-3806-6FD2-639B0B79A5E1}"/>
                    </a:ext>
                  </a:extLst>
                </p14:cNvPr>
                <p14:cNvContentPartPr/>
                <p14:nvPr/>
              </p14:nvContentPartPr>
              <p14:xfrm>
                <a:off x="5748707" y="3799880"/>
                <a:ext cx="63000" cy="204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EBF82A2-5D2C-3806-6FD2-639B0B79A5E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740067" y="3791240"/>
                  <a:ext cx="80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8F0FB18-AE35-593B-8D62-8B1537B75020}"/>
                    </a:ext>
                  </a:extLst>
                </p14:cNvPr>
                <p14:cNvContentPartPr/>
                <p14:nvPr/>
              </p14:nvContentPartPr>
              <p14:xfrm>
                <a:off x="5762387" y="3883400"/>
                <a:ext cx="137160" cy="3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8F0FB18-AE35-593B-8D62-8B1537B7502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753387" y="3874760"/>
                  <a:ext cx="1548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09CE8F8-6C74-CD46-B0D2-0F99873B5739}"/>
                    </a:ext>
                  </a:extLst>
                </p14:cNvPr>
                <p14:cNvContentPartPr/>
                <p14:nvPr/>
              </p14:nvContentPartPr>
              <p14:xfrm>
                <a:off x="5943467" y="3767840"/>
                <a:ext cx="238320" cy="198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09CE8F8-6C74-CD46-B0D2-0F99873B573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934827" y="3759200"/>
                  <a:ext cx="255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B694F11-7C36-61D3-BED7-2B0C32378E26}"/>
                    </a:ext>
                  </a:extLst>
                </p14:cNvPr>
                <p14:cNvContentPartPr/>
                <p14:nvPr/>
              </p14:nvContentPartPr>
              <p14:xfrm>
                <a:off x="6213827" y="3869000"/>
                <a:ext cx="99720" cy="87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B694F11-7C36-61D3-BED7-2B0C32378E2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205187" y="3860360"/>
                  <a:ext cx="117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9216BC2-A616-C13F-95AB-A0386099E12C}"/>
                    </a:ext>
                  </a:extLst>
                </p14:cNvPr>
                <p14:cNvContentPartPr/>
                <p14:nvPr/>
              </p14:nvContentPartPr>
              <p14:xfrm>
                <a:off x="6349547" y="3863960"/>
                <a:ext cx="115560" cy="90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9216BC2-A616-C13F-95AB-A0386099E12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40547" y="3854960"/>
                  <a:ext cx="133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3F11D3B-C77D-767D-0C4E-B8FF7B19EA07}"/>
                    </a:ext>
                  </a:extLst>
                </p14:cNvPr>
                <p14:cNvContentPartPr/>
                <p14:nvPr/>
              </p14:nvContentPartPr>
              <p14:xfrm>
                <a:off x="6378707" y="3882680"/>
                <a:ext cx="121680" cy="81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3F11D3B-C77D-767D-0C4E-B8FF7B19EA0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370067" y="3874040"/>
                  <a:ext cx="139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43FDC70-04EB-0CE7-DCBE-74530F82E09B}"/>
                    </a:ext>
                  </a:extLst>
                </p14:cNvPr>
                <p14:cNvContentPartPr/>
                <p14:nvPr/>
              </p14:nvContentPartPr>
              <p14:xfrm>
                <a:off x="6560867" y="3789440"/>
                <a:ext cx="66600" cy="155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43FDC70-04EB-0CE7-DCBE-74530F82E09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551867" y="3780800"/>
                  <a:ext cx="84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68B4ACC-8A1B-792E-C6DC-6BF143593662}"/>
                    </a:ext>
                  </a:extLst>
                </p14:cNvPr>
                <p14:cNvContentPartPr/>
                <p14:nvPr/>
              </p14:nvContentPartPr>
              <p14:xfrm>
                <a:off x="6538907" y="3867560"/>
                <a:ext cx="129960" cy="16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68B4ACC-8A1B-792E-C6DC-6BF14359366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530267" y="3858920"/>
                  <a:ext cx="147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BD9EE4E-8954-02F6-10F8-A939F5A99BEC}"/>
                    </a:ext>
                  </a:extLst>
                </p14:cNvPr>
                <p14:cNvContentPartPr/>
                <p14:nvPr/>
              </p14:nvContentPartPr>
              <p14:xfrm>
                <a:off x="6712067" y="3722480"/>
                <a:ext cx="278280" cy="308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BD9EE4E-8954-02F6-10F8-A939F5A99BE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703067" y="3713480"/>
                  <a:ext cx="2959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342D37F-044C-90D6-B3BD-4197B566756B}"/>
                    </a:ext>
                  </a:extLst>
                </p14:cNvPr>
                <p14:cNvContentPartPr/>
                <p14:nvPr/>
              </p14:nvContentPartPr>
              <p14:xfrm>
                <a:off x="6922667" y="3750560"/>
                <a:ext cx="222840" cy="181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342D37F-044C-90D6-B3BD-4197B566756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914027" y="3741920"/>
                  <a:ext cx="240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136376F-47B8-DD96-CC3D-9D152BC54989}"/>
                    </a:ext>
                  </a:extLst>
                </p14:cNvPr>
                <p14:cNvContentPartPr/>
                <p14:nvPr/>
              </p14:nvContentPartPr>
              <p14:xfrm>
                <a:off x="7211747" y="3836240"/>
                <a:ext cx="79200" cy="50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136376F-47B8-DD96-CC3D-9D152BC5498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203107" y="3827240"/>
                  <a:ext cx="96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85906FA-1709-BA5B-AFD5-613FACAD9C44}"/>
                    </a:ext>
                  </a:extLst>
                </p14:cNvPr>
                <p14:cNvContentPartPr/>
                <p14:nvPr/>
              </p14:nvContentPartPr>
              <p14:xfrm>
                <a:off x="7112387" y="3848120"/>
                <a:ext cx="215640" cy="1832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85906FA-1709-BA5B-AFD5-613FACAD9C4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03747" y="3839480"/>
                  <a:ext cx="233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622DF1A-38FC-3C51-97A1-C33072EC16AD}"/>
                    </a:ext>
                  </a:extLst>
                </p14:cNvPr>
                <p14:cNvContentPartPr/>
                <p14:nvPr/>
              </p14:nvContentPartPr>
              <p14:xfrm>
                <a:off x="7299947" y="3685400"/>
                <a:ext cx="177120" cy="189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622DF1A-38FC-3C51-97A1-C33072EC16A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291307" y="3676760"/>
                  <a:ext cx="194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1630DBA-B0F4-6902-609C-7F5847CBD1CC}"/>
                    </a:ext>
                  </a:extLst>
                </p14:cNvPr>
                <p14:cNvContentPartPr/>
                <p14:nvPr/>
              </p14:nvContentPartPr>
              <p14:xfrm>
                <a:off x="7445027" y="3669200"/>
                <a:ext cx="128880" cy="263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1630DBA-B0F4-6902-609C-7F5847CBD1C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36387" y="3660200"/>
                  <a:ext cx="1465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06CAB5-617D-1E8B-527E-CBB6F6CBDDB8}"/>
                    </a:ext>
                  </a:extLst>
                </p14:cNvPr>
                <p14:cNvContentPartPr/>
                <p14:nvPr/>
              </p14:nvContentPartPr>
              <p14:xfrm>
                <a:off x="7517387" y="3770000"/>
                <a:ext cx="110160" cy="106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06CAB5-617D-1E8B-527E-CBB6F6CBDDB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508387" y="3761000"/>
                  <a:ext cx="127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8F21BE4-D0B4-37B6-48BC-E75F615573C5}"/>
                    </a:ext>
                  </a:extLst>
                </p14:cNvPr>
                <p14:cNvContentPartPr/>
                <p14:nvPr/>
              </p14:nvContentPartPr>
              <p14:xfrm>
                <a:off x="7646627" y="3827960"/>
                <a:ext cx="83880" cy="59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8F21BE4-D0B4-37B6-48BC-E75F615573C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637987" y="3818960"/>
                  <a:ext cx="101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25B31B2-F548-677D-E642-DA1219DE7416}"/>
                    </a:ext>
                  </a:extLst>
                </p14:cNvPr>
                <p14:cNvContentPartPr/>
                <p14:nvPr/>
              </p14:nvContentPartPr>
              <p14:xfrm>
                <a:off x="7789907" y="3604400"/>
                <a:ext cx="138600" cy="298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25B31B2-F548-677D-E642-DA1219DE741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780907" y="3595400"/>
                  <a:ext cx="1562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4D0355E-C18C-0112-1E29-C31E52D5B2FE}"/>
                    </a:ext>
                  </a:extLst>
                </p14:cNvPr>
                <p14:cNvContentPartPr/>
                <p14:nvPr/>
              </p14:nvContentPartPr>
              <p14:xfrm>
                <a:off x="7951907" y="3700160"/>
                <a:ext cx="235080" cy="181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4D0355E-C18C-0112-1E29-C31E52D5B2F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942907" y="3691160"/>
                  <a:ext cx="252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16CFC51-DF96-8304-1FD6-4C53E6F89720}"/>
                    </a:ext>
                  </a:extLst>
                </p14:cNvPr>
                <p14:cNvContentPartPr/>
                <p14:nvPr/>
              </p14:nvContentPartPr>
              <p14:xfrm>
                <a:off x="8166467" y="3817520"/>
                <a:ext cx="56520" cy="28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16CFC51-DF96-8304-1FD6-4C53E6F8972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57827" y="3808520"/>
                  <a:ext cx="741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7C1C083-A06E-B394-6B41-B1CC5FEFD95B}"/>
                    </a:ext>
                  </a:extLst>
                </p14:cNvPr>
                <p14:cNvContentPartPr/>
                <p14:nvPr/>
              </p14:nvContentPartPr>
              <p14:xfrm>
                <a:off x="8208227" y="3613760"/>
                <a:ext cx="288360" cy="281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7C1C083-A06E-B394-6B41-B1CC5FEFD95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199227" y="3605120"/>
                  <a:ext cx="3060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D333262-8758-0A67-A44D-41C2FFB6612D}"/>
                    </a:ext>
                  </a:extLst>
                </p14:cNvPr>
                <p14:cNvContentPartPr/>
                <p14:nvPr/>
              </p14:nvContentPartPr>
              <p14:xfrm>
                <a:off x="8406227" y="3822560"/>
                <a:ext cx="99720" cy="63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D333262-8758-0A67-A44D-41C2FFB6612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397227" y="3813560"/>
                  <a:ext cx="117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2A08C91-32ED-D4BD-2089-15F4A8597312}"/>
                    </a:ext>
                  </a:extLst>
                </p14:cNvPr>
                <p14:cNvContentPartPr/>
                <p14:nvPr/>
              </p14:nvContentPartPr>
              <p14:xfrm>
                <a:off x="8441147" y="3705920"/>
                <a:ext cx="124920" cy="329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2A08C91-32ED-D4BD-2089-15F4A859731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432147" y="3696920"/>
                  <a:ext cx="1425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C7AE33B-B346-5DEA-BB69-28B3245EB47F}"/>
                    </a:ext>
                  </a:extLst>
                </p14:cNvPr>
                <p14:cNvContentPartPr/>
                <p14:nvPr/>
              </p14:nvContentPartPr>
              <p14:xfrm>
                <a:off x="8643107" y="3856400"/>
                <a:ext cx="32040" cy="40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C7AE33B-B346-5DEA-BB69-28B3245EB47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634467" y="3847760"/>
                  <a:ext cx="49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297F844-7E72-CBDD-377D-858942C4DA2A}"/>
                    </a:ext>
                  </a:extLst>
                </p14:cNvPr>
                <p14:cNvContentPartPr/>
                <p14:nvPr/>
              </p14:nvContentPartPr>
              <p14:xfrm>
                <a:off x="8617547" y="3931640"/>
                <a:ext cx="16200" cy="198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297F844-7E72-CBDD-377D-858942C4DA2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608907" y="3923000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2E2C958-4DDA-C91C-2F4C-0E2310BDF97B}"/>
                    </a:ext>
                  </a:extLst>
                </p14:cNvPr>
                <p14:cNvContentPartPr/>
                <p14:nvPr/>
              </p14:nvContentPartPr>
              <p14:xfrm>
                <a:off x="8764427" y="3779720"/>
                <a:ext cx="106560" cy="186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2E2C958-4DDA-C91C-2F4C-0E2310BDF97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755427" y="3770720"/>
                  <a:ext cx="124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6DF8273-4135-B563-FA86-F2AEAD81B44B}"/>
                    </a:ext>
                  </a:extLst>
                </p14:cNvPr>
                <p14:cNvContentPartPr/>
                <p14:nvPr/>
              </p14:nvContentPartPr>
              <p14:xfrm>
                <a:off x="8882147" y="3836240"/>
                <a:ext cx="60840" cy="84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6DF8273-4135-B563-FA86-F2AEAD81B44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873147" y="3827240"/>
                  <a:ext cx="784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666DC69-5082-BE89-9C6C-47EAAFBF5A41}"/>
                    </a:ext>
                  </a:extLst>
                </p14:cNvPr>
                <p14:cNvContentPartPr/>
                <p14:nvPr/>
              </p14:nvContentPartPr>
              <p14:xfrm>
                <a:off x="8974307" y="3897080"/>
                <a:ext cx="36360" cy="47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666DC69-5082-BE89-9C6C-47EAAFBF5A4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965307" y="3888080"/>
                  <a:ext cx="54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FCC3056-49F0-64D6-E5EF-6E4E1153DDB6}"/>
                    </a:ext>
                  </a:extLst>
                </p14:cNvPr>
                <p14:cNvContentPartPr/>
                <p14:nvPr/>
              </p14:nvContentPartPr>
              <p14:xfrm>
                <a:off x="9058547" y="3758480"/>
                <a:ext cx="31320" cy="57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FCC3056-49F0-64D6-E5EF-6E4E1153DDB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049907" y="3749840"/>
                  <a:ext cx="48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D8F71DB-BBEB-148B-902B-B3420837B6FC}"/>
                    </a:ext>
                  </a:extLst>
                </p14:cNvPr>
                <p14:cNvContentPartPr/>
                <p14:nvPr/>
              </p14:nvContentPartPr>
              <p14:xfrm>
                <a:off x="9023627" y="3728600"/>
                <a:ext cx="226080" cy="2329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D8F71DB-BBEB-148B-902B-B3420837B6F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014987" y="3719600"/>
                  <a:ext cx="243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495BF3-FAFD-6738-C22F-E90BD3F2C84E}"/>
                    </a:ext>
                  </a:extLst>
                </p14:cNvPr>
                <p14:cNvContentPartPr/>
                <p14:nvPr/>
              </p14:nvContentPartPr>
              <p14:xfrm>
                <a:off x="605387" y="891440"/>
                <a:ext cx="318960" cy="259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495BF3-FAFD-6738-C22F-E90BD3F2C8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96747" y="882440"/>
                  <a:ext cx="3366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95B5A26-3DC3-A29C-6AB4-DBCF895F4316}"/>
                    </a:ext>
                  </a:extLst>
                </p14:cNvPr>
                <p14:cNvContentPartPr/>
                <p14:nvPr/>
              </p14:nvContentPartPr>
              <p14:xfrm>
                <a:off x="905267" y="786680"/>
                <a:ext cx="54720" cy="303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95B5A26-3DC3-A29C-6AB4-DBCF895F431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96627" y="778040"/>
                  <a:ext cx="723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FDEF2FB-EAAE-A5EF-41A8-4CC9AE4FD183}"/>
                    </a:ext>
                  </a:extLst>
                </p14:cNvPr>
                <p14:cNvContentPartPr/>
                <p14:nvPr/>
              </p14:nvContentPartPr>
              <p14:xfrm>
                <a:off x="892667" y="954440"/>
                <a:ext cx="288720" cy="93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FDEF2FB-EAAE-A5EF-41A8-4CC9AE4FD18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83667" y="945800"/>
                  <a:ext cx="306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257596-5E07-454B-271F-A90520F9C3CA}"/>
                    </a:ext>
                  </a:extLst>
                </p14:cNvPr>
                <p14:cNvContentPartPr/>
                <p14:nvPr/>
              </p14:nvContentPartPr>
              <p14:xfrm>
                <a:off x="1206227" y="969560"/>
                <a:ext cx="99000" cy="529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257596-5E07-454B-271F-A90520F9C3C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97587" y="960920"/>
                  <a:ext cx="1166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FD6F109-34E5-D408-BBBA-A2AAD5045ABB}"/>
                    </a:ext>
                  </a:extLst>
                </p14:cNvPr>
                <p14:cNvContentPartPr/>
                <p14:nvPr/>
              </p14:nvContentPartPr>
              <p14:xfrm>
                <a:off x="1389107" y="659600"/>
                <a:ext cx="122400" cy="358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FD6F109-34E5-D408-BBBA-A2AAD5045AB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380107" y="650960"/>
                  <a:ext cx="1400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20C02E9-04C8-7763-4AAD-C48B0F088C99}"/>
                    </a:ext>
                  </a:extLst>
                </p14:cNvPr>
                <p14:cNvContentPartPr/>
                <p14:nvPr/>
              </p14:nvContentPartPr>
              <p14:xfrm>
                <a:off x="1572347" y="798920"/>
                <a:ext cx="134280" cy="201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20C02E9-04C8-7763-4AAD-C48B0F088C9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563707" y="789920"/>
                  <a:ext cx="151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0421FF0-0C9E-0822-89B4-3C3B63A65171}"/>
                    </a:ext>
                  </a:extLst>
                </p14:cNvPr>
                <p14:cNvContentPartPr/>
                <p14:nvPr/>
              </p14:nvContentPartPr>
              <p14:xfrm>
                <a:off x="1721027" y="695960"/>
                <a:ext cx="214200" cy="385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0421FF0-0C9E-0822-89B4-3C3B63A6517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712387" y="687320"/>
                  <a:ext cx="2318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F533BFF-0593-08BC-5061-9868CD839DB9}"/>
                    </a:ext>
                  </a:extLst>
                </p14:cNvPr>
                <p14:cNvContentPartPr/>
                <p14:nvPr/>
              </p14:nvContentPartPr>
              <p14:xfrm>
                <a:off x="1749827" y="926720"/>
                <a:ext cx="135720" cy="15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F533BFF-0593-08BC-5061-9868CD839DB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740827" y="918080"/>
                  <a:ext cx="153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4C0E0E8-6813-5932-9FDD-ACA816EE4D59}"/>
                    </a:ext>
                  </a:extLst>
                </p14:cNvPr>
                <p14:cNvContentPartPr/>
                <p14:nvPr/>
              </p14:nvContentPartPr>
              <p14:xfrm>
                <a:off x="1881587" y="661040"/>
                <a:ext cx="157680" cy="3510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4C0E0E8-6813-5932-9FDD-ACA816EE4D5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872587" y="652400"/>
                  <a:ext cx="1753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EE3D2D3-F9D6-3367-E487-12E5C3AAF7C5}"/>
                    </a:ext>
                  </a:extLst>
                </p14:cNvPr>
                <p14:cNvContentPartPr/>
                <p14:nvPr/>
              </p14:nvContentPartPr>
              <p14:xfrm>
                <a:off x="1961867" y="883880"/>
                <a:ext cx="114840" cy="11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EE3D2D3-F9D6-3367-E487-12E5C3AAF7C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953227" y="875240"/>
                  <a:ext cx="132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9449CD1-9150-9D74-EEFC-AB7866344678}"/>
                    </a:ext>
                  </a:extLst>
                </p14:cNvPr>
                <p14:cNvContentPartPr/>
                <p14:nvPr/>
              </p14:nvContentPartPr>
              <p14:xfrm>
                <a:off x="2095067" y="906560"/>
                <a:ext cx="106560" cy="529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9449CD1-9150-9D74-EEFC-AB786634467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086427" y="897560"/>
                  <a:ext cx="1242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E285DC1-D944-3BB6-4157-3CF393E230BC}"/>
                    </a:ext>
                  </a:extLst>
                </p14:cNvPr>
                <p14:cNvContentPartPr/>
                <p14:nvPr/>
              </p14:nvContentPartPr>
              <p14:xfrm>
                <a:off x="2220707" y="890720"/>
                <a:ext cx="77400" cy="532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E285DC1-D944-3BB6-4157-3CF393E230B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211707" y="881720"/>
                  <a:ext cx="950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B5926FE-916F-662A-D2EE-DFE525486A59}"/>
                    </a:ext>
                  </a:extLst>
                </p14:cNvPr>
                <p14:cNvContentPartPr/>
                <p14:nvPr/>
              </p14:nvContentPartPr>
              <p14:xfrm>
                <a:off x="2330867" y="702440"/>
                <a:ext cx="80280" cy="288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B5926FE-916F-662A-D2EE-DFE525486A5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321867" y="693800"/>
                  <a:ext cx="97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3B23000-AE85-BF1F-07DD-1D832D46D5E2}"/>
                    </a:ext>
                  </a:extLst>
                </p14:cNvPr>
                <p14:cNvContentPartPr/>
                <p14:nvPr/>
              </p14:nvContentPartPr>
              <p14:xfrm>
                <a:off x="2344907" y="703520"/>
                <a:ext cx="258120" cy="235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3B23000-AE85-BF1F-07DD-1D832D46D5E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336267" y="694520"/>
                  <a:ext cx="275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CBDADAF-8856-DF63-65F3-EF94BBBD4E2F}"/>
                    </a:ext>
                  </a:extLst>
                </p14:cNvPr>
                <p14:cNvContentPartPr/>
                <p14:nvPr/>
              </p14:nvContentPartPr>
              <p14:xfrm>
                <a:off x="2614547" y="856520"/>
                <a:ext cx="70200" cy="87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CBDADAF-8856-DF63-65F3-EF94BBBD4E2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605547" y="847880"/>
                  <a:ext cx="878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C08FE42-D567-237F-AB4D-B0243AB2A6F4}"/>
                    </a:ext>
                  </a:extLst>
                </p14:cNvPr>
                <p14:cNvContentPartPr/>
                <p14:nvPr/>
              </p14:nvContentPartPr>
              <p14:xfrm>
                <a:off x="2696267" y="876320"/>
                <a:ext cx="59760" cy="88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C08FE42-D567-237F-AB4D-B0243AB2A6F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687267" y="867680"/>
                  <a:ext cx="77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22BB1C6-6A5F-77CA-8324-ABD28DCA5C7A}"/>
                    </a:ext>
                  </a:extLst>
                </p14:cNvPr>
                <p14:cNvContentPartPr/>
                <p14:nvPr/>
              </p14:nvContentPartPr>
              <p14:xfrm>
                <a:off x="2900387" y="689840"/>
                <a:ext cx="21600" cy="225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22BB1C6-6A5F-77CA-8324-ABD28DCA5C7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891747" y="680840"/>
                  <a:ext cx="39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6B5D93A-A328-56D3-1AA3-E294C2381195}"/>
                    </a:ext>
                  </a:extLst>
                </p14:cNvPr>
                <p14:cNvContentPartPr/>
                <p14:nvPr/>
              </p14:nvContentPartPr>
              <p14:xfrm>
                <a:off x="2821547" y="705680"/>
                <a:ext cx="239040" cy="2851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6B5D93A-A328-56D3-1AA3-E294C238119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812547" y="696680"/>
                  <a:ext cx="2566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3660C87-013F-00DF-2488-D42293688802}"/>
                    </a:ext>
                  </a:extLst>
                </p14:cNvPr>
                <p14:cNvContentPartPr/>
                <p14:nvPr/>
              </p14:nvContentPartPr>
              <p14:xfrm>
                <a:off x="3102707" y="836000"/>
                <a:ext cx="77400" cy="1062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3660C87-013F-00DF-2488-D4229368880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094067" y="827000"/>
                  <a:ext cx="95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6BDD6C0-28C8-DD0E-94E8-61A6A4BA426D}"/>
                    </a:ext>
                  </a:extLst>
                </p14:cNvPr>
                <p14:cNvContentPartPr/>
                <p14:nvPr/>
              </p14:nvContentPartPr>
              <p14:xfrm>
                <a:off x="3195947" y="810800"/>
                <a:ext cx="64440" cy="1285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6BDD6C0-28C8-DD0E-94E8-61A6A4BA426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187307" y="801800"/>
                  <a:ext cx="82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48CDCF6-572B-F33B-C376-871640FE5BC6}"/>
                    </a:ext>
                  </a:extLst>
                </p14:cNvPr>
                <p14:cNvContentPartPr/>
                <p14:nvPr/>
              </p14:nvContentPartPr>
              <p14:xfrm>
                <a:off x="3315107" y="892160"/>
                <a:ext cx="13320" cy="53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48CDCF6-572B-F33B-C376-871640FE5BC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306107" y="883520"/>
                  <a:ext cx="30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7EB9A93-CF85-C9C5-ED17-92724694B099}"/>
                    </a:ext>
                  </a:extLst>
                </p14:cNvPr>
                <p14:cNvContentPartPr/>
                <p14:nvPr/>
              </p14:nvContentPartPr>
              <p14:xfrm>
                <a:off x="3341387" y="729800"/>
                <a:ext cx="10080" cy="45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7EB9A93-CF85-C9C5-ED17-92724694B09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332747" y="720800"/>
                  <a:ext cx="277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583AA9D-F323-CEE6-5640-8D91AE7079DC}"/>
                    </a:ext>
                  </a:extLst>
                </p14:cNvPr>
                <p14:cNvContentPartPr/>
                <p14:nvPr/>
              </p14:nvContentPartPr>
              <p14:xfrm>
                <a:off x="3389627" y="776240"/>
                <a:ext cx="333000" cy="2840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583AA9D-F323-CEE6-5640-8D91AE7079D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380627" y="767600"/>
                  <a:ext cx="3506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4388BEE-71F8-236F-92C5-EC49EF3E1A78}"/>
                    </a:ext>
                  </a:extLst>
                </p14:cNvPr>
                <p14:cNvContentPartPr/>
                <p14:nvPr/>
              </p14:nvContentPartPr>
              <p14:xfrm>
                <a:off x="480467" y="789920"/>
                <a:ext cx="158760" cy="1854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4388BEE-71F8-236F-92C5-EC49EF3E1A7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71467" y="780920"/>
                  <a:ext cx="176400" cy="18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DCBBC2B-1BA0-E581-CB2C-54EF416068AB}"/>
                    </a:ext>
                  </a:extLst>
                </p14:cNvPr>
                <p14:cNvContentPartPr/>
                <p14:nvPr/>
              </p14:nvContentPartPr>
              <p14:xfrm>
                <a:off x="451667" y="524240"/>
                <a:ext cx="3267000" cy="1988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DCBBC2B-1BA0-E581-CB2C-54EF416068A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42667" y="515240"/>
                  <a:ext cx="3284640" cy="20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9926642-E73E-E1E1-67D8-DE2183EF0BF2}"/>
                    </a:ext>
                  </a:extLst>
                </p14:cNvPr>
                <p14:cNvContentPartPr/>
                <p14:nvPr/>
              </p14:nvContentPartPr>
              <p14:xfrm>
                <a:off x="3667187" y="1561040"/>
                <a:ext cx="195120" cy="115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9926642-E73E-E1E1-67D8-DE2183EF0BF2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658187" y="1552400"/>
                  <a:ext cx="212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CB2DF2E-8E28-F7CC-F56D-357C4808497F}"/>
                    </a:ext>
                  </a:extLst>
                </p14:cNvPr>
                <p14:cNvContentPartPr/>
                <p14:nvPr/>
              </p14:nvContentPartPr>
              <p14:xfrm>
                <a:off x="3659627" y="1632680"/>
                <a:ext cx="234360" cy="155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CB2DF2E-8E28-F7CC-F56D-357C4808497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650627" y="1623680"/>
                  <a:ext cx="252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42E3802-A933-9A53-618E-0D9806E85456}"/>
                    </a:ext>
                  </a:extLst>
                </p14:cNvPr>
                <p14:cNvContentPartPr/>
                <p14:nvPr/>
              </p14:nvContentPartPr>
              <p14:xfrm>
                <a:off x="3873467" y="1525760"/>
                <a:ext cx="213840" cy="1886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42E3802-A933-9A53-618E-0D9806E8545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864467" y="1516760"/>
                  <a:ext cx="231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83BFFC7-3184-D809-106B-5EFBAAEAAC54}"/>
                    </a:ext>
                  </a:extLst>
                </p14:cNvPr>
                <p14:cNvContentPartPr/>
                <p14:nvPr/>
              </p14:nvContentPartPr>
              <p14:xfrm>
                <a:off x="3896147" y="1656440"/>
                <a:ext cx="190080" cy="1580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83BFFC7-3184-D809-106B-5EFBAAEAAC5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887147" y="1647440"/>
                  <a:ext cx="2077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09EBA9A-700D-88FC-F26D-BD20488F552F}"/>
                    </a:ext>
                  </a:extLst>
                </p14:cNvPr>
                <p14:cNvContentPartPr/>
                <p14:nvPr/>
              </p14:nvContentPartPr>
              <p14:xfrm>
                <a:off x="4045187" y="1660400"/>
                <a:ext cx="1135080" cy="493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09EBA9A-700D-88FC-F26D-BD20488F552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036187" y="1651760"/>
                  <a:ext cx="1152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FFA1208-61EE-C89B-0E50-AD212360AD5E}"/>
                    </a:ext>
                  </a:extLst>
                </p14:cNvPr>
                <p14:cNvContentPartPr/>
                <p14:nvPr/>
              </p14:nvContentPartPr>
              <p14:xfrm>
                <a:off x="531947" y="1287440"/>
                <a:ext cx="3145320" cy="1494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FFA1208-61EE-C89B-0E50-AD212360AD5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23307" y="1278440"/>
                  <a:ext cx="31629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535108D-D0BF-7CD5-4E1C-05EE94E02FBD}"/>
                    </a:ext>
                  </a:extLst>
                </p14:cNvPr>
                <p14:cNvContentPartPr/>
                <p14:nvPr/>
              </p14:nvContentPartPr>
              <p14:xfrm>
                <a:off x="785747" y="1694240"/>
                <a:ext cx="196200" cy="561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535108D-D0BF-7CD5-4E1C-05EE94E02FB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76747" y="1685600"/>
                  <a:ext cx="213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E82A197-60BF-327E-AED2-1CA23DFBF6E4}"/>
                    </a:ext>
                  </a:extLst>
                </p14:cNvPr>
                <p14:cNvContentPartPr/>
                <p14:nvPr/>
              </p14:nvContentPartPr>
              <p14:xfrm>
                <a:off x="1076267" y="1647800"/>
                <a:ext cx="221760" cy="810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E82A197-60BF-327E-AED2-1CA23DFBF6E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67267" y="1638800"/>
                  <a:ext cx="239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599AD73-C762-455B-D421-D9B6AC3A38BF}"/>
                    </a:ext>
                  </a:extLst>
                </p14:cNvPr>
                <p14:cNvContentPartPr/>
                <p14:nvPr/>
              </p14:nvContentPartPr>
              <p14:xfrm>
                <a:off x="1326827" y="1620800"/>
                <a:ext cx="74160" cy="190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599AD73-C762-455B-D421-D9B6AC3A38B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317827" y="1611800"/>
                  <a:ext cx="91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9AC7F63-8ED7-842F-5866-97340A953F64}"/>
                    </a:ext>
                  </a:extLst>
                </p14:cNvPr>
                <p14:cNvContentPartPr/>
                <p14:nvPr/>
              </p14:nvContentPartPr>
              <p14:xfrm>
                <a:off x="1317107" y="1591280"/>
                <a:ext cx="153720" cy="2786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9AC7F63-8ED7-842F-5866-97340A953F6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308107" y="1582640"/>
                  <a:ext cx="171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1B2623D-0170-E816-40C0-D2B5447AB8C4}"/>
                    </a:ext>
                  </a:extLst>
                </p14:cNvPr>
                <p14:cNvContentPartPr/>
                <p14:nvPr/>
              </p14:nvContentPartPr>
              <p14:xfrm>
                <a:off x="1510067" y="1472120"/>
                <a:ext cx="182160" cy="197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1B2623D-0170-E816-40C0-D2B5447AB8C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501427" y="1463120"/>
                  <a:ext cx="199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E46B9F4-B96C-0F9C-13CA-74CD1DC64DFB}"/>
                    </a:ext>
                  </a:extLst>
                </p14:cNvPr>
                <p14:cNvContentPartPr/>
                <p14:nvPr/>
              </p14:nvContentPartPr>
              <p14:xfrm>
                <a:off x="1712027" y="1440800"/>
                <a:ext cx="87480" cy="2156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E46B9F4-B96C-0F9C-13CA-74CD1DC64DF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703387" y="1431800"/>
                  <a:ext cx="105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DE5A46D-3B15-2701-819A-8C3958FDF353}"/>
                    </a:ext>
                  </a:extLst>
                </p14:cNvPr>
                <p14:cNvContentPartPr/>
                <p14:nvPr/>
              </p14:nvContentPartPr>
              <p14:xfrm>
                <a:off x="1616627" y="1515320"/>
                <a:ext cx="302040" cy="385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DE5A46D-3B15-2701-819A-8C3958FDF35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607627" y="1506320"/>
                  <a:ext cx="319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87EFB46-A1F2-3A9F-98C5-2740FB2467A0}"/>
                    </a:ext>
                  </a:extLst>
                </p14:cNvPr>
                <p14:cNvContentPartPr/>
                <p14:nvPr/>
              </p14:nvContentPartPr>
              <p14:xfrm>
                <a:off x="1863587" y="1555280"/>
                <a:ext cx="134640" cy="928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87EFB46-A1F2-3A9F-98C5-2740FB2467A0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854947" y="1546640"/>
                  <a:ext cx="152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BCB816B-414E-B35D-A40E-BCEA3899575A}"/>
                    </a:ext>
                  </a:extLst>
                </p14:cNvPr>
                <p14:cNvContentPartPr/>
                <p14:nvPr/>
              </p14:nvContentPartPr>
              <p14:xfrm>
                <a:off x="2020547" y="1581560"/>
                <a:ext cx="89280" cy="792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BCB816B-414E-B35D-A40E-BCEA3899575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011907" y="1572560"/>
                  <a:ext cx="106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0FF812E-387E-D0D5-9455-6CFFF871D7CE}"/>
                    </a:ext>
                  </a:extLst>
                </p14:cNvPr>
                <p14:cNvContentPartPr/>
                <p14:nvPr/>
              </p14:nvContentPartPr>
              <p14:xfrm>
                <a:off x="2137907" y="1402280"/>
                <a:ext cx="135000" cy="263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0FF812E-387E-D0D5-9455-6CFFF871D7C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129267" y="1393640"/>
                  <a:ext cx="152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B13E977-D4AC-364E-9B73-7A43157E3C17}"/>
                    </a:ext>
                  </a:extLst>
                </p14:cNvPr>
                <p14:cNvContentPartPr/>
                <p14:nvPr/>
              </p14:nvContentPartPr>
              <p14:xfrm>
                <a:off x="2355707" y="1579400"/>
                <a:ext cx="13320" cy="32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B13E977-D4AC-364E-9B73-7A43157E3C1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346707" y="1570400"/>
                  <a:ext cx="30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78AF563-3CD2-0F21-8F8F-684F4191FD80}"/>
                    </a:ext>
                  </a:extLst>
                </p14:cNvPr>
                <p14:cNvContentPartPr/>
                <p14:nvPr/>
              </p14:nvContentPartPr>
              <p14:xfrm>
                <a:off x="2319347" y="1660400"/>
                <a:ext cx="29880" cy="18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78AF563-3CD2-0F21-8F8F-684F4191FD8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310707" y="1651760"/>
                  <a:ext cx="47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1AB8C24-BF4D-393A-91B0-FB2FD216FEA1}"/>
                    </a:ext>
                  </a:extLst>
                </p14:cNvPr>
                <p14:cNvContentPartPr/>
                <p14:nvPr/>
              </p14:nvContentPartPr>
              <p14:xfrm>
                <a:off x="2440667" y="1521800"/>
                <a:ext cx="217800" cy="179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1AB8C24-BF4D-393A-91B0-FB2FD216FEA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431667" y="1513160"/>
                  <a:ext cx="235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6211AB0-9897-DE19-E03B-3E21BBF3956C}"/>
                    </a:ext>
                  </a:extLst>
                </p14:cNvPr>
                <p14:cNvContentPartPr/>
                <p14:nvPr/>
              </p14:nvContentPartPr>
              <p14:xfrm>
                <a:off x="2694107" y="1602440"/>
                <a:ext cx="84600" cy="140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6211AB0-9897-DE19-E03B-3E21BBF3956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685467" y="1593800"/>
                  <a:ext cx="102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D8A9E7D-DA5F-E75D-01B6-FF3621593E71}"/>
                    </a:ext>
                  </a:extLst>
                </p14:cNvPr>
                <p14:cNvContentPartPr/>
                <p14:nvPr/>
              </p14:nvContentPartPr>
              <p14:xfrm>
                <a:off x="2658107" y="1585880"/>
                <a:ext cx="137160" cy="210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D8A9E7D-DA5F-E75D-01B6-FF3621593E7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649107" y="1577240"/>
                  <a:ext cx="154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D61B39C-55AA-609E-D187-894A720BDAFB}"/>
                    </a:ext>
                  </a:extLst>
                </p14:cNvPr>
                <p14:cNvContentPartPr/>
                <p14:nvPr/>
              </p14:nvContentPartPr>
              <p14:xfrm>
                <a:off x="2793467" y="1435760"/>
                <a:ext cx="119880" cy="235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D61B39C-55AA-609E-D187-894A720BDAF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2784827" y="1427120"/>
                  <a:ext cx="137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A9FBD8A-4B05-AD24-40CC-737B4BC27182}"/>
                    </a:ext>
                  </a:extLst>
                </p14:cNvPr>
                <p14:cNvContentPartPr/>
                <p14:nvPr/>
              </p14:nvContentPartPr>
              <p14:xfrm>
                <a:off x="2901107" y="1447640"/>
                <a:ext cx="51480" cy="216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A9FBD8A-4B05-AD24-40CC-737B4BC2718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892467" y="1438640"/>
                  <a:ext cx="69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2502525-5888-3E32-8D97-D35AB8F07B46}"/>
                    </a:ext>
                  </a:extLst>
                </p14:cNvPr>
                <p14:cNvContentPartPr/>
                <p14:nvPr/>
              </p14:nvContentPartPr>
              <p14:xfrm>
                <a:off x="2892827" y="1540160"/>
                <a:ext cx="181800" cy="799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2502525-5888-3E32-8D97-D35AB8F07B4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884187" y="1531160"/>
                  <a:ext cx="199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188540E-C967-0829-2A5C-5D6F4B798B9B}"/>
                    </a:ext>
                  </a:extLst>
                </p14:cNvPr>
                <p14:cNvContentPartPr/>
                <p14:nvPr/>
              </p14:nvContentPartPr>
              <p14:xfrm>
                <a:off x="3075707" y="1568600"/>
                <a:ext cx="73440" cy="529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188540E-C967-0829-2A5C-5D6F4B798B9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067067" y="1559960"/>
                  <a:ext cx="91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9FB22D8-ECF1-A812-A3B1-2DC00D7594C3}"/>
                    </a:ext>
                  </a:extLst>
                </p14:cNvPr>
                <p14:cNvContentPartPr/>
                <p14:nvPr/>
              </p14:nvContentPartPr>
              <p14:xfrm>
                <a:off x="3155627" y="1372400"/>
                <a:ext cx="112680" cy="241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9FB22D8-ECF1-A812-A3B1-2DC00D7594C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146627" y="1363400"/>
                  <a:ext cx="130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D6AD748-0529-A157-3443-B9AFBA0BEF99}"/>
                    </a:ext>
                  </a:extLst>
                </p14:cNvPr>
                <p14:cNvContentPartPr/>
                <p14:nvPr/>
              </p14:nvContentPartPr>
              <p14:xfrm>
                <a:off x="3275867" y="1428920"/>
                <a:ext cx="158400" cy="168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D6AD748-0529-A157-3443-B9AFBA0BEF9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267227" y="1419920"/>
                  <a:ext cx="1760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E704501-D2B0-00AB-B7AF-91ACEDE367C6}"/>
                    </a:ext>
                  </a:extLst>
                </p14:cNvPr>
                <p14:cNvContentPartPr/>
                <p14:nvPr/>
              </p14:nvContentPartPr>
              <p14:xfrm>
                <a:off x="3427067" y="1506320"/>
                <a:ext cx="46440" cy="59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E704501-D2B0-00AB-B7AF-91ACEDE367C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418067" y="1497320"/>
                  <a:ext cx="64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55DF267-9766-9AD8-AF1B-CBA032B43138}"/>
                    </a:ext>
                  </a:extLst>
                </p14:cNvPr>
                <p14:cNvContentPartPr/>
                <p14:nvPr/>
              </p14:nvContentPartPr>
              <p14:xfrm>
                <a:off x="3500867" y="1338200"/>
                <a:ext cx="97560" cy="219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55DF267-9766-9AD8-AF1B-CBA032B4313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491867" y="1329200"/>
                  <a:ext cx="115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86753E4-863A-E719-57AC-53E190E5AD75}"/>
                    </a:ext>
                  </a:extLst>
                </p14:cNvPr>
                <p14:cNvContentPartPr/>
                <p14:nvPr/>
              </p14:nvContentPartPr>
              <p14:xfrm>
                <a:off x="3598787" y="1420640"/>
                <a:ext cx="69120" cy="932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86753E4-863A-E719-57AC-53E190E5AD7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589787" y="1412000"/>
                  <a:ext cx="86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7ED0B85-96BD-F8C7-BA74-95D94DDBFDA1}"/>
                    </a:ext>
                  </a:extLst>
                </p14:cNvPr>
                <p14:cNvContentPartPr/>
                <p14:nvPr/>
              </p14:nvContentPartPr>
              <p14:xfrm>
                <a:off x="495227" y="1823840"/>
                <a:ext cx="3233160" cy="330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7ED0B85-96BD-F8C7-BA74-95D94DDBFDA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86587" y="1815200"/>
                  <a:ext cx="32508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33B080B-C1A3-A548-7D1D-AA0C2AD8377B}"/>
                    </a:ext>
                  </a:extLst>
                </p14:cNvPr>
                <p14:cNvContentPartPr/>
                <p14:nvPr/>
              </p14:nvContentPartPr>
              <p14:xfrm>
                <a:off x="763787" y="2367440"/>
                <a:ext cx="14400" cy="1360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33B080B-C1A3-A548-7D1D-AA0C2AD8377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55147" y="2358440"/>
                  <a:ext cx="32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CDDCDB1-D1AD-B20F-D5BA-863BB883FA23}"/>
                    </a:ext>
                  </a:extLst>
                </p14:cNvPr>
                <p14:cNvContentPartPr/>
                <p14:nvPr/>
              </p14:nvContentPartPr>
              <p14:xfrm>
                <a:off x="716627" y="2407760"/>
                <a:ext cx="190800" cy="38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CDDCDB1-D1AD-B20F-D5BA-863BB883FA2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07627" y="2399120"/>
                  <a:ext cx="208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8547B92-0F7E-4ED7-68BC-EFEEBF033A81}"/>
                    </a:ext>
                  </a:extLst>
                </p14:cNvPr>
                <p14:cNvContentPartPr/>
                <p14:nvPr/>
              </p14:nvContentPartPr>
              <p14:xfrm>
                <a:off x="967907" y="2278880"/>
                <a:ext cx="129600" cy="207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8547B92-0F7E-4ED7-68BC-EFEEBF033A8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59267" y="2270240"/>
                  <a:ext cx="147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C3B7458-63BB-90D8-28F7-DDFEA96C794E}"/>
                    </a:ext>
                  </a:extLst>
                </p14:cNvPr>
                <p14:cNvContentPartPr/>
                <p14:nvPr/>
              </p14:nvContentPartPr>
              <p14:xfrm>
                <a:off x="1213067" y="2236040"/>
                <a:ext cx="63000" cy="2052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C3B7458-63BB-90D8-28F7-DDFEA96C794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204427" y="2227400"/>
                  <a:ext cx="806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CC6D170-1863-A2BB-5B0B-C828AAE19ECD}"/>
                    </a:ext>
                  </a:extLst>
                </p14:cNvPr>
                <p14:cNvContentPartPr/>
                <p14:nvPr/>
              </p14:nvContentPartPr>
              <p14:xfrm>
                <a:off x="1180667" y="2315600"/>
                <a:ext cx="228240" cy="1000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CC6D170-1863-A2BB-5B0B-C828AAE19EC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72027" y="2306960"/>
                  <a:ext cx="245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19D3F76-286C-95E9-01DD-EDD2FCDFC608}"/>
                    </a:ext>
                  </a:extLst>
                </p14:cNvPr>
                <p14:cNvContentPartPr/>
                <p14:nvPr/>
              </p14:nvContentPartPr>
              <p14:xfrm>
                <a:off x="1463267" y="2328200"/>
                <a:ext cx="101880" cy="94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19D3F76-286C-95E9-01DD-EDD2FCDFC60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454267" y="2319200"/>
                  <a:ext cx="119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F11B26B-B075-C075-349E-FB7C1F037D6F}"/>
                    </a:ext>
                  </a:extLst>
                </p14:cNvPr>
                <p14:cNvContentPartPr/>
                <p14:nvPr/>
              </p14:nvContentPartPr>
              <p14:xfrm>
                <a:off x="1617707" y="2155760"/>
                <a:ext cx="178920" cy="2750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F11B26B-B075-C075-349E-FB7C1F037D6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609067" y="2146760"/>
                  <a:ext cx="196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020AD30-A125-242A-6CC6-9DCF1C269B55}"/>
                    </a:ext>
                  </a:extLst>
                </p14:cNvPr>
                <p14:cNvContentPartPr/>
                <p14:nvPr/>
              </p14:nvContentPartPr>
              <p14:xfrm>
                <a:off x="1834787" y="2190320"/>
                <a:ext cx="86760" cy="167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020AD30-A125-242A-6CC6-9DCF1C269B5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825787" y="2181320"/>
                  <a:ext cx="104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4841AF5-979B-82F9-C647-66CEB273DCB6}"/>
                    </a:ext>
                  </a:extLst>
                </p14:cNvPr>
                <p14:cNvContentPartPr/>
                <p14:nvPr/>
              </p14:nvContentPartPr>
              <p14:xfrm>
                <a:off x="2025947" y="2097440"/>
                <a:ext cx="182520" cy="3646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4841AF5-979B-82F9-C647-66CEB273DCB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016947" y="2088800"/>
                  <a:ext cx="2001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AEFDC07-9647-B1D2-95BA-01447A9BB98A}"/>
                    </a:ext>
                  </a:extLst>
                </p14:cNvPr>
                <p14:cNvContentPartPr/>
                <p14:nvPr/>
              </p14:nvContentPartPr>
              <p14:xfrm>
                <a:off x="2035667" y="2303360"/>
                <a:ext cx="74160" cy="334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AEFDC07-9647-B1D2-95BA-01447A9BB98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027027" y="2294360"/>
                  <a:ext cx="91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34DCC83-1270-9810-B620-064C1497522C}"/>
                    </a:ext>
                  </a:extLst>
                </p14:cNvPr>
                <p14:cNvContentPartPr/>
                <p14:nvPr/>
              </p14:nvContentPartPr>
              <p14:xfrm>
                <a:off x="2159147" y="2012840"/>
                <a:ext cx="177840" cy="461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34DCC83-1270-9810-B620-064C1497522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150147" y="2003840"/>
                  <a:ext cx="1954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2459D99-C24B-7B68-4CBE-4512AF200FE7}"/>
                    </a:ext>
                  </a:extLst>
                </p14:cNvPr>
                <p14:cNvContentPartPr/>
                <p14:nvPr/>
              </p14:nvContentPartPr>
              <p14:xfrm>
                <a:off x="2220707" y="2280680"/>
                <a:ext cx="396360" cy="651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2459D99-C24B-7B68-4CBE-4512AF200FE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212067" y="2271680"/>
                  <a:ext cx="414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FA42968-DD16-7ED2-C815-41DE87963425}"/>
                    </a:ext>
                  </a:extLst>
                </p14:cNvPr>
                <p14:cNvContentPartPr/>
                <p14:nvPr/>
              </p14:nvContentPartPr>
              <p14:xfrm>
                <a:off x="2648747" y="2206160"/>
                <a:ext cx="54720" cy="972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FA42968-DD16-7ED2-C815-41DE8796342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640107" y="2197160"/>
                  <a:ext cx="72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4396899-2210-F0FC-DCAF-ED179BAD6A8D}"/>
                    </a:ext>
                  </a:extLst>
                </p14:cNvPr>
                <p14:cNvContentPartPr/>
                <p14:nvPr/>
              </p14:nvContentPartPr>
              <p14:xfrm>
                <a:off x="2727227" y="2065400"/>
                <a:ext cx="126720" cy="276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4396899-2210-F0FC-DCAF-ED179BAD6A8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718587" y="2056400"/>
                  <a:ext cx="144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C030C94-2987-4346-7638-A4FED2BC5E31}"/>
                    </a:ext>
                  </a:extLst>
                </p14:cNvPr>
                <p14:cNvContentPartPr/>
                <p14:nvPr/>
              </p14:nvContentPartPr>
              <p14:xfrm>
                <a:off x="2764307" y="2099960"/>
                <a:ext cx="190080" cy="1864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C030C94-2987-4346-7638-A4FED2BC5E3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755307" y="2091320"/>
                  <a:ext cx="207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E7FE99E-4EAA-CB91-79F9-1F9971600B81}"/>
                    </a:ext>
                  </a:extLst>
                </p14:cNvPr>
                <p14:cNvContentPartPr/>
                <p14:nvPr/>
              </p14:nvContentPartPr>
              <p14:xfrm>
                <a:off x="2975627" y="2207240"/>
                <a:ext cx="51120" cy="698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E7FE99E-4EAA-CB91-79F9-1F9971600B8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966627" y="2198600"/>
                  <a:ext cx="68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1D65909-3AF0-0BFF-81D7-7B7AF5D3E6DC}"/>
                    </a:ext>
                  </a:extLst>
                </p14:cNvPr>
                <p14:cNvContentPartPr/>
                <p14:nvPr/>
              </p14:nvContentPartPr>
              <p14:xfrm>
                <a:off x="3054827" y="2203280"/>
                <a:ext cx="16200" cy="885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1D65909-3AF0-0BFF-81D7-7B7AF5D3E6D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045827" y="2194280"/>
                  <a:ext cx="33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A87B277-BB12-D7A1-2578-0D7FB0D9EF04}"/>
                    </a:ext>
                  </a:extLst>
                </p14:cNvPr>
                <p14:cNvContentPartPr/>
                <p14:nvPr/>
              </p14:nvContentPartPr>
              <p14:xfrm>
                <a:off x="3156347" y="2139920"/>
                <a:ext cx="48600" cy="100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A87B277-BB12-D7A1-2578-0D7FB0D9EF04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147347" y="2130920"/>
                  <a:ext cx="66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79ADBB5-FC11-6519-2FDB-29A477231C0C}"/>
                    </a:ext>
                  </a:extLst>
                </p14:cNvPr>
                <p14:cNvContentPartPr/>
                <p14:nvPr/>
              </p14:nvContentPartPr>
              <p14:xfrm>
                <a:off x="3083987" y="2058560"/>
                <a:ext cx="150840" cy="2530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79ADBB5-FC11-6519-2FDB-29A477231C0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075347" y="2049920"/>
                  <a:ext cx="1684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927161D-0222-CA42-BC85-438A475E135C}"/>
                    </a:ext>
                  </a:extLst>
                </p14:cNvPr>
                <p14:cNvContentPartPr/>
                <p14:nvPr/>
              </p14:nvContentPartPr>
              <p14:xfrm>
                <a:off x="3269747" y="2157560"/>
                <a:ext cx="47520" cy="910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927161D-0222-CA42-BC85-438A475E135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261107" y="2148920"/>
                  <a:ext cx="65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EF22789-FFB3-3C7F-70C6-D5593176C016}"/>
                    </a:ext>
                  </a:extLst>
                </p14:cNvPr>
                <p14:cNvContentPartPr/>
                <p14:nvPr/>
              </p14:nvContentPartPr>
              <p14:xfrm>
                <a:off x="3311507" y="2165480"/>
                <a:ext cx="56520" cy="1357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EF22789-FFB3-3C7F-70C6-D5593176C016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302867" y="2156480"/>
                  <a:ext cx="74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A1C9A67-1E8E-3CC2-0BD0-DD4F0DF27B88}"/>
                    </a:ext>
                  </a:extLst>
                </p14:cNvPr>
                <p14:cNvContentPartPr/>
                <p14:nvPr/>
              </p14:nvContentPartPr>
              <p14:xfrm>
                <a:off x="3418067" y="2208320"/>
                <a:ext cx="23760" cy="583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A1C9A67-1E8E-3CC2-0BD0-DD4F0DF27B8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409427" y="2199680"/>
                  <a:ext cx="41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491D179-3C11-F836-B2CC-8FE2AE97B725}"/>
                    </a:ext>
                  </a:extLst>
                </p14:cNvPr>
                <p14:cNvContentPartPr/>
                <p14:nvPr/>
              </p14:nvContentPartPr>
              <p14:xfrm>
                <a:off x="3458027" y="2070800"/>
                <a:ext cx="3240" cy="266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491D179-3C11-F836-B2CC-8FE2AE97B72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449387" y="2061800"/>
                  <a:ext cx="20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C8749094-B754-F375-09C8-8D3EB99325F8}"/>
                    </a:ext>
                  </a:extLst>
                </p14:cNvPr>
                <p14:cNvContentPartPr/>
                <p14:nvPr/>
              </p14:nvContentPartPr>
              <p14:xfrm>
                <a:off x="3463067" y="2155040"/>
                <a:ext cx="191880" cy="2372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C8749094-B754-F375-09C8-8D3EB99325F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454067" y="2146040"/>
                  <a:ext cx="209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1934CFE-B7BA-7338-77C0-93C4E41BF66F}"/>
                    </a:ext>
                  </a:extLst>
                </p14:cNvPr>
                <p14:cNvContentPartPr/>
                <p14:nvPr/>
              </p14:nvContentPartPr>
              <p14:xfrm>
                <a:off x="664427" y="2821040"/>
                <a:ext cx="34200" cy="142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1934CFE-B7BA-7338-77C0-93C4E41BF66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55787" y="2812400"/>
                  <a:ext cx="518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8EA9D0D-C2EF-0264-4186-4884F440DB29}"/>
                    </a:ext>
                  </a:extLst>
                </p14:cNvPr>
                <p14:cNvContentPartPr/>
                <p14:nvPr/>
              </p14:nvContentPartPr>
              <p14:xfrm>
                <a:off x="608987" y="2909600"/>
                <a:ext cx="108000" cy="86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8EA9D0D-C2EF-0264-4186-4884F440DB2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599987" y="2900960"/>
                  <a:ext cx="125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9233AD1-8CA4-6CBD-C61A-C73E79789A7B}"/>
                    </a:ext>
                  </a:extLst>
                </p14:cNvPr>
                <p14:cNvContentPartPr/>
                <p14:nvPr/>
              </p14:nvContentPartPr>
              <p14:xfrm>
                <a:off x="847307" y="2900600"/>
                <a:ext cx="29880" cy="2523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9233AD1-8CA4-6CBD-C61A-C73E79789A7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38667" y="2891960"/>
                  <a:ext cx="47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00B8224-B76B-9186-EABD-28AD260BE55E}"/>
                    </a:ext>
                  </a:extLst>
                </p14:cNvPr>
                <p14:cNvContentPartPr/>
                <p14:nvPr/>
              </p14:nvContentPartPr>
              <p14:xfrm>
                <a:off x="871427" y="2836520"/>
                <a:ext cx="90000" cy="885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00B8224-B76B-9186-EABD-28AD260BE55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62427" y="2827880"/>
                  <a:ext cx="107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A3EA63F-6A5F-FAA3-3EE6-E4CE12C16C1E}"/>
                    </a:ext>
                  </a:extLst>
                </p14:cNvPr>
                <p14:cNvContentPartPr/>
                <p14:nvPr/>
              </p14:nvContentPartPr>
              <p14:xfrm>
                <a:off x="1037747" y="2843360"/>
                <a:ext cx="127440" cy="698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A3EA63F-6A5F-FAA3-3EE6-E4CE12C16C1E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29107" y="2834720"/>
                  <a:ext cx="145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9B11C4E-6F07-EC0E-26E8-2611D3FFCB30}"/>
                    </a:ext>
                  </a:extLst>
                </p14:cNvPr>
                <p14:cNvContentPartPr/>
                <p14:nvPr/>
              </p14:nvContentPartPr>
              <p14:xfrm>
                <a:off x="1190747" y="2609000"/>
                <a:ext cx="298800" cy="315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9B11C4E-6F07-EC0E-26E8-2611D3FFCB3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82107" y="2600000"/>
                  <a:ext cx="3164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29DA752-AC02-E309-1FAF-4F67FA3B2CFB}"/>
                    </a:ext>
                  </a:extLst>
                </p14:cNvPr>
                <p14:cNvContentPartPr/>
                <p14:nvPr/>
              </p14:nvContentPartPr>
              <p14:xfrm>
                <a:off x="1544267" y="2674880"/>
                <a:ext cx="147960" cy="2772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29DA752-AC02-E309-1FAF-4F67FA3B2CF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535267" y="2666240"/>
                  <a:ext cx="1656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FD4C3A6-508E-FB0D-B4D7-20E986564006}"/>
                    </a:ext>
                  </a:extLst>
                </p14:cNvPr>
                <p14:cNvContentPartPr/>
                <p14:nvPr/>
              </p14:nvContentPartPr>
              <p14:xfrm>
                <a:off x="1773227" y="2805200"/>
                <a:ext cx="1080" cy="680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FD4C3A6-508E-FB0D-B4D7-20E986564006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764227" y="2796200"/>
                  <a:ext cx="18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183C138-6E2B-EC45-E1FF-B84807B59552}"/>
                    </a:ext>
                  </a:extLst>
                </p14:cNvPr>
                <p14:cNvContentPartPr/>
                <p14:nvPr/>
              </p14:nvContentPartPr>
              <p14:xfrm>
                <a:off x="1853507" y="2628440"/>
                <a:ext cx="13320" cy="680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183C138-6E2B-EC45-E1FF-B84807B5955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844867" y="2619440"/>
                  <a:ext cx="30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2D0904F-2345-DA73-DBD7-C16CE2F6646B}"/>
                    </a:ext>
                  </a:extLst>
                </p14:cNvPr>
                <p14:cNvContentPartPr/>
                <p14:nvPr/>
              </p14:nvContentPartPr>
              <p14:xfrm>
                <a:off x="1888067" y="2774240"/>
                <a:ext cx="132120" cy="68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2D0904F-2345-DA73-DBD7-C16CE2F6646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879427" y="2765600"/>
                  <a:ext cx="149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D962166-7522-F3F1-88C1-5F0154740306}"/>
                    </a:ext>
                  </a:extLst>
                </p14:cNvPr>
                <p14:cNvContentPartPr/>
                <p14:nvPr/>
              </p14:nvContentPartPr>
              <p14:xfrm>
                <a:off x="2113067" y="2664440"/>
                <a:ext cx="49320" cy="1555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D962166-7522-F3F1-88C1-5F015474030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104427" y="2655440"/>
                  <a:ext cx="66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54B9D9F-981C-DCBE-FE46-2E56A98DBC4A}"/>
                    </a:ext>
                  </a:extLst>
                </p14:cNvPr>
                <p14:cNvContentPartPr/>
                <p14:nvPr/>
              </p14:nvContentPartPr>
              <p14:xfrm>
                <a:off x="2025947" y="2732840"/>
                <a:ext cx="146520" cy="86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54B9D9F-981C-DCBE-FE46-2E56A98DBC4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016947" y="2724200"/>
                  <a:ext cx="164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0B09DCE-F46D-7A20-6EFC-7D95137B3942}"/>
                    </a:ext>
                  </a:extLst>
                </p14:cNvPr>
                <p14:cNvContentPartPr/>
                <p14:nvPr/>
              </p14:nvContentPartPr>
              <p14:xfrm>
                <a:off x="2221427" y="2585240"/>
                <a:ext cx="165240" cy="3193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0B09DCE-F46D-7A20-6EFC-7D95137B394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212787" y="2576600"/>
                  <a:ext cx="1828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FB7C133-F919-209B-F2BE-10D410A53F69}"/>
                    </a:ext>
                  </a:extLst>
                </p14:cNvPr>
                <p14:cNvContentPartPr/>
                <p14:nvPr/>
              </p14:nvContentPartPr>
              <p14:xfrm>
                <a:off x="2548667" y="2729960"/>
                <a:ext cx="7200" cy="208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FB7C133-F919-209B-F2BE-10D410A53F6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539667" y="2720960"/>
                  <a:ext cx="24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8B10033-1DFC-E2D6-0B6F-0A7939187F70}"/>
                    </a:ext>
                  </a:extLst>
                </p14:cNvPr>
                <p14:cNvContentPartPr/>
                <p14:nvPr/>
              </p14:nvContentPartPr>
              <p14:xfrm>
                <a:off x="2533187" y="2828600"/>
                <a:ext cx="17640" cy="64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8B10033-1DFC-E2D6-0B6F-0A7939187F7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524187" y="2819600"/>
                  <a:ext cx="35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0FD907C-D4FE-64E9-7412-B53CFFEFDAA0}"/>
                    </a:ext>
                  </a:extLst>
                </p14:cNvPr>
                <p14:cNvContentPartPr/>
                <p14:nvPr/>
              </p14:nvContentPartPr>
              <p14:xfrm>
                <a:off x="2685827" y="2630600"/>
                <a:ext cx="138240" cy="146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0FD907C-D4FE-64E9-7412-B53CFFEFDAA0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677187" y="2621600"/>
                  <a:ext cx="155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08A9E17-22F4-FB82-13BE-FD78257534A5}"/>
                    </a:ext>
                  </a:extLst>
                </p14:cNvPr>
                <p14:cNvContentPartPr/>
                <p14:nvPr/>
              </p14:nvContentPartPr>
              <p14:xfrm>
                <a:off x="2859347" y="2643560"/>
                <a:ext cx="81720" cy="975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08A9E17-22F4-FB82-13BE-FD78257534A5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850347" y="2634920"/>
                  <a:ext cx="993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8A78B2E-1FBE-E390-51CC-1961067A15E3}"/>
                    </a:ext>
                  </a:extLst>
                </p14:cNvPr>
                <p14:cNvContentPartPr/>
                <p14:nvPr/>
              </p14:nvContentPartPr>
              <p14:xfrm>
                <a:off x="3065987" y="2668760"/>
                <a:ext cx="50400" cy="784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8A78B2E-1FBE-E390-51CC-1961067A15E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056987" y="2660120"/>
                  <a:ext cx="68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003A936F-A901-7ABB-9DE5-E23A2BFE3586}"/>
                    </a:ext>
                  </a:extLst>
                </p14:cNvPr>
                <p14:cNvContentPartPr/>
                <p14:nvPr/>
              </p14:nvContentPartPr>
              <p14:xfrm>
                <a:off x="3096227" y="2544920"/>
                <a:ext cx="10080" cy="471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003A936F-A901-7ABB-9DE5-E23A2BFE3586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087227" y="2535920"/>
                  <a:ext cx="27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A1B405B-7C74-5646-C807-2A594EB72470}"/>
                    </a:ext>
                  </a:extLst>
                </p14:cNvPr>
                <p14:cNvContentPartPr/>
                <p14:nvPr/>
              </p14:nvContentPartPr>
              <p14:xfrm>
                <a:off x="3232667" y="2448080"/>
                <a:ext cx="234000" cy="2844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A1B405B-7C74-5646-C807-2A594EB72470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224027" y="2439080"/>
                  <a:ext cx="251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D596C3A-1867-43FF-D4C1-A0A7D3F0531B}"/>
                    </a:ext>
                  </a:extLst>
                </p14:cNvPr>
                <p14:cNvContentPartPr/>
                <p14:nvPr/>
              </p14:nvContentPartPr>
              <p14:xfrm>
                <a:off x="615467" y="3401720"/>
                <a:ext cx="11160" cy="1188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D596C3A-1867-43FF-D4C1-A0A7D3F0531B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606827" y="3393080"/>
                  <a:ext cx="28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0DF7C35-A5D5-4575-270F-7238C214BB1B}"/>
                    </a:ext>
                  </a:extLst>
                </p14:cNvPr>
                <p14:cNvContentPartPr/>
                <p14:nvPr/>
              </p14:nvContentPartPr>
              <p14:xfrm>
                <a:off x="574067" y="3460760"/>
                <a:ext cx="139680" cy="244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0DF7C35-A5D5-4575-270F-7238C214BB1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65427" y="3451760"/>
                  <a:ext cx="1573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96006EC8-2139-58E5-127A-8EBA27B50701}"/>
                    </a:ext>
                  </a:extLst>
                </p14:cNvPr>
                <p14:cNvContentPartPr/>
                <p14:nvPr/>
              </p14:nvContentPartPr>
              <p14:xfrm>
                <a:off x="914267" y="3390920"/>
                <a:ext cx="6480" cy="2354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96006EC8-2139-58E5-127A-8EBA27B50701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05627" y="3381920"/>
                  <a:ext cx="24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3C4F984-51CF-F629-EB21-72A110694D54}"/>
                    </a:ext>
                  </a:extLst>
                </p14:cNvPr>
                <p14:cNvContentPartPr/>
                <p14:nvPr/>
              </p14:nvContentPartPr>
              <p14:xfrm>
                <a:off x="896267" y="3353120"/>
                <a:ext cx="102600" cy="626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3C4F984-51CF-F629-EB21-72A110694D54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87627" y="3344120"/>
                  <a:ext cx="120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C7F8797-CD69-E2A7-8F1F-BEDC085B99D4}"/>
                    </a:ext>
                  </a:extLst>
                </p14:cNvPr>
                <p14:cNvContentPartPr/>
                <p14:nvPr/>
              </p14:nvContentPartPr>
              <p14:xfrm>
                <a:off x="1032347" y="3324680"/>
                <a:ext cx="132480" cy="85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C7F8797-CD69-E2A7-8F1F-BEDC085B99D4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23347" y="3315680"/>
                  <a:ext cx="150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70BF4CA-39CA-FFFB-E5C1-E45B16E04A99}"/>
                    </a:ext>
                  </a:extLst>
                </p14:cNvPr>
                <p14:cNvContentPartPr/>
                <p14:nvPr/>
              </p14:nvContentPartPr>
              <p14:xfrm>
                <a:off x="1290107" y="3330440"/>
                <a:ext cx="33480" cy="2455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70BF4CA-39CA-FFFB-E5C1-E45B16E04A99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281107" y="3321440"/>
                  <a:ext cx="51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98D2AD3-E910-B93C-D471-17F7FB1AA1DA}"/>
                    </a:ext>
                  </a:extLst>
                </p14:cNvPr>
                <p14:cNvContentPartPr/>
                <p14:nvPr/>
              </p14:nvContentPartPr>
              <p14:xfrm>
                <a:off x="1326107" y="3300560"/>
                <a:ext cx="87480" cy="709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98D2AD3-E910-B93C-D471-17F7FB1AA1D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317107" y="3291920"/>
                  <a:ext cx="105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42785CF-67DF-4CED-F109-7FAAB067787E}"/>
                    </a:ext>
                  </a:extLst>
                </p14:cNvPr>
                <p14:cNvContentPartPr/>
                <p14:nvPr/>
              </p14:nvContentPartPr>
              <p14:xfrm>
                <a:off x="1552907" y="3174560"/>
                <a:ext cx="117360" cy="1998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42785CF-67DF-4CED-F109-7FAAB067787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544267" y="3165920"/>
                  <a:ext cx="135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0A18E3F-67E2-8C61-8C6D-36A2D3777566}"/>
                    </a:ext>
                  </a:extLst>
                </p14:cNvPr>
                <p14:cNvContentPartPr/>
                <p14:nvPr/>
              </p14:nvContentPartPr>
              <p14:xfrm>
                <a:off x="1740107" y="3146840"/>
                <a:ext cx="127440" cy="2592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0A18E3F-67E2-8C61-8C6D-36A2D377756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731107" y="3138200"/>
                  <a:ext cx="145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F1CE709-FA7B-B3FC-9201-553EC0778927}"/>
                    </a:ext>
                  </a:extLst>
                </p14:cNvPr>
                <p14:cNvContentPartPr/>
                <p14:nvPr/>
              </p14:nvContentPartPr>
              <p14:xfrm>
                <a:off x="2059427" y="3217040"/>
                <a:ext cx="2520" cy="331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F1CE709-FA7B-B3FC-9201-553EC077892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50427" y="3208400"/>
                  <a:ext cx="201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CFBD28A-718C-7472-C439-02D84C25AA68}"/>
                    </a:ext>
                  </a:extLst>
                </p14:cNvPr>
                <p14:cNvContentPartPr/>
                <p14:nvPr/>
              </p14:nvContentPartPr>
              <p14:xfrm>
                <a:off x="2081747" y="3302720"/>
                <a:ext cx="360" cy="180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CFBD28A-718C-7472-C439-02D84C25AA68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2072747" y="3293720"/>
                  <a:ext cx="18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9F558D2-A056-5CAE-FFE4-05D5DFDA5044}"/>
                    </a:ext>
                  </a:extLst>
                </p14:cNvPr>
                <p14:cNvContentPartPr/>
                <p14:nvPr/>
              </p14:nvContentPartPr>
              <p14:xfrm>
                <a:off x="2299187" y="3202640"/>
                <a:ext cx="16200" cy="892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9F558D2-A056-5CAE-FFE4-05D5DFDA5044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290187" y="3193640"/>
                  <a:ext cx="33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0C16465-23E8-32C7-BDEB-BC0C6E98EC38}"/>
                    </a:ext>
                  </a:extLst>
                </p14:cNvPr>
                <p14:cNvContentPartPr/>
                <p14:nvPr/>
              </p14:nvContentPartPr>
              <p14:xfrm>
                <a:off x="2369747" y="3021200"/>
                <a:ext cx="13320" cy="950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0C16465-23E8-32C7-BDEB-BC0C6E98EC38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2361107" y="3012200"/>
                  <a:ext cx="30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0A067EBE-BCD1-EEFF-8358-4B0D50AD8354}"/>
                    </a:ext>
                  </a:extLst>
                </p14:cNvPr>
                <p14:cNvContentPartPr/>
                <p14:nvPr/>
              </p14:nvContentPartPr>
              <p14:xfrm>
                <a:off x="2432387" y="3168440"/>
                <a:ext cx="128160" cy="432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0A067EBE-BCD1-EEFF-8358-4B0D50AD8354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2423387" y="3159800"/>
                  <a:ext cx="1458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5FB27B9-4883-7D9C-B7E1-C55AC37403CF}"/>
                    </a:ext>
                  </a:extLst>
                </p14:cNvPr>
                <p14:cNvContentPartPr/>
                <p14:nvPr/>
              </p14:nvContentPartPr>
              <p14:xfrm>
                <a:off x="2709227" y="3022640"/>
                <a:ext cx="81000" cy="2070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5FB27B9-4883-7D9C-B7E1-C55AC37403CF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2700227" y="3013640"/>
                  <a:ext cx="98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6CA39A5-46DC-9778-E0D5-4BBFD157AF8A}"/>
                    </a:ext>
                  </a:extLst>
                </p14:cNvPr>
                <p14:cNvContentPartPr/>
                <p14:nvPr/>
              </p14:nvContentPartPr>
              <p14:xfrm>
                <a:off x="2659547" y="3109040"/>
                <a:ext cx="167400" cy="57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6CA39A5-46DC-9778-E0D5-4BBFD157AF8A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2650907" y="3100400"/>
                  <a:ext cx="185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12CE5F7-FB10-5DFE-21F6-F913FEFE8616}"/>
                    </a:ext>
                  </a:extLst>
                </p14:cNvPr>
                <p14:cNvContentPartPr/>
                <p14:nvPr/>
              </p14:nvContentPartPr>
              <p14:xfrm>
                <a:off x="464987" y="2745800"/>
                <a:ext cx="25920" cy="3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12CE5F7-FB10-5DFE-21F6-F913FEFE8616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456347" y="2736800"/>
                  <a:ext cx="43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66ED4B8-85B8-2723-80A1-E4149F2C3A56}"/>
                    </a:ext>
                  </a:extLst>
                </p14:cNvPr>
                <p14:cNvContentPartPr/>
                <p14:nvPr/>
              </p14:nvContentPartPr>
              <p14:xfrm>
                <a:off x="464987" y="2690000"/>
                <a:ext cx="36360" cy="16102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66ED4B8-85B8-2723-80A1-E4149F2C3A56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56347" y="2681000"/>
                  <a:ext cx="54000" cy="162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13747EC-9D67-BE90-6C41-DBFB492CC02C}"/>
                    </a:ext>
                  </a:extLst>
                </p14:cNvPr>
                <p14:cNvContentPartPr/>
                <p14:nvPr/>
              </p14:nvContentPartPr>
              <p14:xfrm>
                <a:off x="686387" y="3910760"/>
                <a:ext cx="32760" cy="1202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13747EC-9D67-BE90-6C41-DBFB492CC02C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677387" y="3901760"/>
                  <a:ext cx="50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DABAC29-E9DD-50EC-40F8-DE6116D8ABE4}"/>
                    </a:ext>
                  </a:extLst>
                </p14:cNvPr>
                <p14:cNvContentPartPr/>
                <p14:nvPr/>
              </p14:nvContentPartPr>
              <p14:xfrm>
                <a:off x="633827" y="3941360"/>
                <a:ext cx="134280" cy="313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DABAC29-E9DD-50EC-40F8-DE6116D8ABE4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624827" y="3932720"/>
                  <a:ext cx="151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C9F52AD-D46A-B806-49C8-3A5A82508EE7}"/>
                    </a:ext>
                  </a:extLst>
                </p14:cNvPr>
                <p14:cNvContentPartPr/>
                <p14:nvPr/>
              </p14:nvContentPartPr>
              <p14:xfrm>
                <a:off x="947387" y="3861800"/>
                <a:ext cx="23760" cy="2757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C9F52AD-D46A-B806-49C8-3A5A82508EE7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938747" y="3852800"/>
                  <a:ext cx="414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239EB74-311D-DEBA-44B6-D931F3AA541D}"/>
                    </a:ext>
                  </a:extLst>
                </p14:cNvPr>
                <p14:cNvContentPartPr/>
                <p14:nvPr/>
              </p14:nvContentPartPr>
              <p14:xfrm>
                <a:off x="941627" y="3835160"/>
                <a:ext cx="89280" cy="1126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239EB74-311D-DEBA-44B6-D931F3AA541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932627" y="3826520"/>
                  <a:ext cx="106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41E06CE-F2BB-2ED1-3AAC-2FD6BE5F1089}"/>
                    </a:ext>
                  </a:extLst>
                </p14:cNvPr>
                <p14:cNvContentPartPr/>
                <p14:nvPr/>
              </p14:nvContentPartPr>
              <p14:xfrm>
                <a:off x="1088867" y="3837680"/>
                <a:ext cx="101160" cy="806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41E06CE-F2BB-2ED1-3AAC-2FD6BE5F1089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80227" y="3828680"/>
                  <a:ext cx="118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624A49CB-67D8-FA0C-4730-984A41FFF872}"/>
                    </a:ext>
                  </a:extLst>
                </p14:cNvPr>
                <p14:cNvContentPartPr/>
                <p14:nvPr/>
              </p14:nvContentPartPr>
              <p14:xfrm>
                <a:off x="1253747" y="3815720"/>
                <a:ext cx="124560" cy="80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624A49CB-67D8-FA0C-4730-984A41FFF872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245107" y="3806720"/>
                  <a:ext cx="142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F9F61F2-C219-B3D5-0DFB-0E5940E79879}"/>
                    </a:ext>
                  </a:extLst>
                </p14:cNvPr>
                <p14:cNvContentPartPr/>
                <p14:nvPr/>
              </p14:nvContentPartPr>
              <p14:xfrm>
                <a:off x="1475507" y="3632840"/>
                <a:ext cx="140400" cy="2620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F9F61F2-C219-B3D5-0DFB-0E5940E79879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466867" y="3624200"/>
                  <a:ext cx="1580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4B65008-A65A-50DF-F075-4EF9B5DEC029}"/>
                    </a:ext>
                  </a:extLst>
                </p14:cNvPr>
                <p14:cNvContentPartPr/>
                <p14:nvPr/>
              </p14:nvContentPartPr>
              <p14:xfrm>
                <a:off x="1721747" y="3649400"/>
                <a:ext cx="135720" cy="2390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4B65008-A65A-50DF-F075-4EF9B5DEC029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713107" y="3640760"/>
                  <a:ext cx="153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87427E1-977E-B2F6-8377-833A32D678CD}"/>
                    </a:ext>
                  </a:extLst>
                </p14:cNvPr>
                <p14:cNvContentPartPr/>
                <p14:nvPr/>
              </p14:nvContentPartPr>
              <p14:xfrm>
                <a:off x="1901747" y="3599000"/>
                <a:ext cx="85320" cy="2476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87427E1-977E-B2F6-8377-833A32D678C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1893107" y="3590360"/>
                  <a:ext cx="102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737A970-B613-7C0C-6C0A-E8A30CC0A1E3}"/>
                    </a:ext>
                  </a:extLst>
                </p14:cNvPr>
                <p14:cNvContentPartPr/>
                <p14:nvPr/>
              </p14:nvContentPartPr>
              <p14:xfrm>
                <a:off x="2168147" y="3628520"/>
                <a:ext cx="14040" cy="673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737A970-B613-7C0C-6C0A-E8A30CC0A1E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2159507" y="3619520"/>
                  <a:ext cx="31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858A530-D6BB-6C63-4EC6-1F32AD14160C}"/>
                    </a:ext>
                  </a:extLst>
                </p14:cNvPr>
                <p14:cNvContentPartPr/>
                <p14:nvPr/>
              </p14:nvContentPartPr>
              <p14:xfrm>
                <a:off x="2156267" y="3776480"/>
                <a:ext cx="30600" cy="583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858A530-D6BB-6C63-4EC6-1F32AD14160C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2147267" y="3767840"/>
                  <a:ext cx="48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4AA4A46-5C08-E228-8AB9-2ECCFDE3327E}"/>
                    </a:ext>
                  </a:extLst>
                </p14:cNvPr>
                <p14:cNvContentPartPr/>
                <p14:nvPr/>
              </p14:nvContentPartPr>
              <p14:xfrm>
                <a:off x="2420147" y="3684680"/>
                <a:ext cx="18360" cy="720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4AA4A46-5C08-E228-8AB9-2ECCFDE3327E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2411507" y="3676040"/>
                  <a:ext cx="36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86A96B5-4BFE-4411-52AE-167C5B01A6FC}"/>
                    </a:ext>
                  </a:extLst>
                </p14:cNvPr>
                <p14:cNvContentPartPr/>
                <p14:nvPr/>
              </p14:nvContentPartPr>
              <p14:xfrm>
                <a:off x="2407547" y="3529160"/>
                <a:ext cx="59040" cy="637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86A96B5-4BFE-4411-52AE-167C5B01A6FC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2398547" y="3520160"/>
                  <a:ext cx="76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E55C085-34CD-C72A-30D5-AFE6F1B5F0B8}"/>
                    </a:ext>
                  </a:extLst>
                </p14:cNvPr>
                <p14:cNvContentPartPr/>
                <p14:nvPr/>
              </p14:nvContentPartPr>
              <p14:xfrm>
                <a:off x="2523467" y="3669560"/>
                <a:ext cx="138960" cy="378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E55C085-34CD-C72A-30D5-AFE6F1B5F0B8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2514467" y="3660920"/>
                  <a:ext cx="156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4AED294-348C-A05F-A34B-37CA88BBAC86}"/>
                    </a:ext>
                  </a:extLst>
                </p14:cNvPr>
                <p14:cNvContentPartPr/>
                <p14:nvPr/>
              </p14:nvContentPartPr>
              <p14:xfrm>
                <a:off x="2794187" y="3440240"/>
                <a:ext cx="32760" cy="2401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4AED294-348C-A05F-A34B-37CA88BBAC86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2785547" y="3431600"/>
                  <a:ext cx="504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6803C29E-4079-793A-2F3D-44F8660895BE}"/>
                    </a:ext>
                  </a:extLst>
                </p14:cNvPr>
                <p14:cNvContentPartPr/>
                <p14:nvPr/>
              </p14:nvContentPartPr>
              <p14:xfrm>
                <a:off x="2767187" y="3571280"/>
                <a:ext cx="117720" cy="57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6803C29E-4079-793A-2F3D-44F8660895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58547" y="3562280"/>
                  <a:ext cx="135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3C515DC-E2D3-66FB-C5EC-08CF0FFBE29E}"/>
                    </a:ext>
                  </a:extLst>
                </p14:cNvPr>
                <p14:cNvContentPartPr/>
                <p14:nvPr/>
              </p14:nvContentPartPr>
              <p14:xfrm>
                <a:off x="679547" y="4348520"/>
                <a:ext cx="28800" cy="152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3C515DC-E2D3-66FB-C5EC-08CF0FFBE29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70907" y="4339880"/>
                  <a:ext cx="46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E66BE0A4-F62E-8909-13FC-FEBBAC384DA8}"/>
                    </a:ext>
                  </a:extLst>
                </p14:cNvPr>
                <p14:cNvContentPartPr/>
                <p14:nvPr/>
              </p14:nvContentPartPr>
              <p14:xfrm>
                <a:off x="653267" y="4416920"/>
                <a:ext cx="111600" cy="18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E66BE0A4-F62E-8909-13FC-FEBBAC384DA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44267" y="4408280"/>
                  <a:ext cx="129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0F75643-9A58-16E1-C6C2-7D7AAEF0412E}"/>
                    </a:ext>
                  </a:extLst>
                </p14:cNvPr>
                <p14:cNvContentPartPr/>
                <p14:nvPr/>
              </p14:nvContentPartPr>
              <p14:xfrm>
                <a:off x="939827" y="4389200"/>
                <a:ext cx="8640" cy="846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0F75643-9A58-16E1-C6C2-7D7AAEF0412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31187" y="4380560"/>
                  <a:ext cx="26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A5C985F9-F125-8E17-DA28-C7820261730E}"/>
                    </a:ext>
                  </a:extLst>
                </p14:cNvPr>
                <p14:cNvContentPartPr/>
                <p14:nvPr/>
              </p14:nvContentPartPr>
              <p14:xfrm>
                <a:off x="951347" y="4295960"/>
                <a:ext cx="11520" cy="16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A5C985F9-F125-8E17-DA28-C7820261730E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42347" y="4286960"/>
                  <a:ext cx="29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F7B5F63-ED6D-5AE6-131B-D6F9801CB312}"/>
                    </a:ext>
                  </a:extLst>
                </p14:cNvPr>
                <p14:cNvContentPartPr/>
                <p14:nvPr/>
              </p14:nvContentPartPr>
              <p14:xfrm>
                <a:off x="997427" y="4317560"/>
                <a:ext cx="62640" cy="1123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F7B5F63-ED6D-5AE6-131B-D6F9801CB312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88427" y="4308920"/>
                  <a:ext cx="80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8FFBAEB-3CFF-95AC-EDCA-1FABCF8D5BC9}"/>
                    </a:ext>
                  </a:extLst>
                </p14:cNvPr>
                <p14:cNvContentPartPr/>
                <p14:nvPr/>
              </p14:nvContentPartPr>
              <p14:xfrm>
                <a:off x="1236467" y="4222880"/>
                <a:ext cx="114120" cy="2314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8FFBAEB-3CFF-95AC-EDCA-1FABCF8D5BC9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227827" y="4214240"/>
                  <a:ext cx="1317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A84AF2F-854A-B9C2-43D0-28C01372F4AB}"/>
                    </a:ext>
                  </a:extLst>
                </p14:cNvPr>
                <p14:cNvContentPartPr/>
                <p14:nvPr/>
              </p14:nvContentPartPr>
              <p14:xfrm>
                <a:off x="1268147" y="4140080"/>
                <a:ext cx="183240" cy="342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A84AF2F-854A-B9C2-43D0-28C01372F4AB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259147" y="4131440"/>
                  <a:ext cx="2008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00935EC-9F9F-0666-8E0F-F23D77EFFC8D}"/>
                    </a:ext>
                  </a:extLst>
                </p14:cNvPr>
                <p14:cNvContentPartPr/>
                <p14:nvPr/>
              </p14:nvContentPartPr>
              <p14:xfrm>
                <a:off x="1243307" y="4298120"/>
                <a:ext cx="178560" cy="288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00935EC-9F9F-0666-8E0F-F23D77EFFC8D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234307" y="4289480"/>
                  <a:ext cx="196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DCB76B5E-2654-D93F-342F-B51597B3EA30}"/>
                    </a:ext>
                  </a:extLst>
                </p14:cNvPr>
                <p14:cNvContentPartPr/>
                <p14:nvPr/>
              </p14:nvContentPartPr>
              <p14:xfrm>
                <a:off x="1408907" y="4340240"/>
                <a:ext cx="242640" cy="608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DCB76B5E-2654-D93F-342F-B51597B3EA30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399907" y="4331600"/>
                  <a:ext cx="260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5C27974F-98E4-8005-68C5-C7C97AF38723}"/>
                    </a:ext>
                  </a:extLst>
                </p14:cNvPr>
                <p14:cNvContentPartPr/>
                <p14:nvPr/>
              </p14:nvContentPartPr>
              <p14:xfrm>
                <a:off x="1673867" y="4225040"/>
                <a:ext cx="99360" cy="363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5C27974F-98E4-8005-68C5-C7C97AF3872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664867" y="4216400"/>
                  <a:ext cx="1170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D58A00A5-C5F8-D727-65F5-DD21280E57FF}"/>
                    </a:ext>
                  </a:extLst>
                </p14:cNvPr>
                <p14:cNvContentPartPr/>
                <p14:nvPr/>
              </p14:nvContentPartPr>
              <p14:xfrm>
                <a:off x="1858907" y="4058720"/>
                <a:ext cx="56880" cy="2901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D58A00A5-C5F8-D727-65F5-DD21280E57F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849907" y="4050080"/>
                  <a:ext cx="745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A0C19D0-956D-8698-BBBF-44FD173B7B8E}"/>
                    </a:ext>
                  </a:extLst>
                </p14:cNvPr>
                <p14:cNvContentPartPr/>
                <p14:nvPr/>
              </p14:nvContentPartPr>
              <p14:xfrm>
                <a:off x="1849187" y="4177160"/>
                <a:ext cx="105120" cy="493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A0C19D0-956D-8698-BBBF-44FD173B7B8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840187" y="4168160"/>
                  <a:ext cx="122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531468FC-169D-12E3-BF07-8B5341C969D8}"/>
                    </a:ext>
                  </a:extLst>
                </p14:cNvPr>
                <p14:cNvContentPartPr/>
                <p14:nvPr/>
              </p14:nvContentPartPr>
              <p14:xfrm>
                <a:off x="1988147" y="4283000"/>
                <a:ext cx="83880" cy="259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531468FC-169D-12E3-BF07-8B5341C969D8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979507" y="4274360"/>
                  <a:ext cx="101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96CF11C-E1B0-B1E9-2923-058B26448A5F}"/>
                    </a:ext>
                  </a:extLst>
                </p14:cNvPr>
                <p14:cNvContentPartPr/>
                <p14:nvPr/>
              </p14:nvContentPartPr>
              <p14:xfrm>
                <a:off x="1985267" y="4258880"/>
                <a:ext cx="124560" cy="335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96CF11C-E1B0-B1E9-2923-058B26448A5F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976627" y="4250240"/>
                  <a:ext cx="1422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BEDCE34-958E-FB41-3A34-8C03F540BCD4}"/>
                    </a:ext>
                  </a:extLst>
                </p14:cNvPr>
                <p14:cNvContentPartPr/>
                <p14:nvPr/>
              </p14:nvContentPartPr>
              <p14:xfrm>
                <a:off x="2229707" y="4075280"/>
                <a:ext cx="19800" cy="122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BEDCE34-958E-FB41-3A34-8C03F540BCD4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221067" y="4066640"/>
                  <a:ext cx="37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B898341-CBDA-6B54-2AE9-F72652054575}"/>
                    </a:ext>
                  </a:extLst>
                </p14:cNvPr>
                <p14:cNvContentPartPr/>
                <p14:nvPr/>
              </p14:nvContentPartPr>
              <p14:xfrm>
                <a:off x="2239787" y="4047560"/>
                <a:ext cx="117720" cy="2653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B898341-CBDA-6B54-2AE9-F72652054575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230787" y="4038920"/>
                  <a:ext cx="135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0A3303D-6032-BC0E-B725-363D70AB3319}"/>
                    </a:ext>
                  </a:extLst>
                </p14:cNvPr>
                <p14:cNvContentPartPr/>
                <p14:nvPr/>
              </p14:nvContentPartPr>
              <p14:xfrm>
                <a:off x="2389547" y="4051160"/>
                <a:ext cx="84960" cy="2419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0A3303D-6032-BC0E-B725-363D70AB331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380547" y="4042520"/>
                  <a:ext cx="1026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55559EA-ACB5-FD86-8E17-4B745CC3BD91}"/>
                    </a:ext>
                  </a:extLst>
                </p14:cNvPr>
                <p14:cNvContentPartPr/>
                <p14:nvPr/>
              </p14:nvContentPartPr>
              <p14:xfrm>
                <a:off x="2571707" y="4131080"/>
                <a:ext cx="360" cy="554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55559EA-ACB5-FD86-8E17-4B745CC3BD91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562707" y="4122440"/>
                  <a:ext cx="18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6ED44B66-7393-D72E-D407-0D464FD055FE}"/>
                    </a:ext>
                  </a:extLst>
                </p14:cNvPr>
                <p14:cNvContentPartPr/>
                <p14:nvPr/>
              </p14:nvContentPartPr>
              <p14:xfrm>
                <a:off x="2560907" y="4273280"/>
                <a:ext cx="19800" cy="57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6ED44B66-7393-D72E-D407-0D464FD055FE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552267" y="4264640"/>
                  <a:ext cx="3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E9BCC27-B1A5-7638-0B32-77DA4558D017}"/>
                    </a:ext>
                  </a:extLst>
                </p14:cNvPr>
                <p14:cNvContentPartPr/>
                <p14:nvPr/>
              </p14:nvContentPartPr>
              <p14:xfrm>
                <a:off x="2738027" y="3978800"/>
                <a:ext cx="125640" cy="27252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E9BCC27-B1A5-7638-0B32-77DA4558D01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729027" y="3969800"/>
                  <a:ext cx="1432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2BE72DFA-53E4-6898-12F3-617755D1062E}"/>
                    </a:ext>
                  </a:extLst>
                </p14:cNvPr>
                <p14:cNvContentPartPr/>
                <p14:nvPr/>
              </p14:nvContentPartPr>
              <p14:xfrm>
                <a:off x="2925227" y="4081400"/>
                <a:ext cx="94320" cy="892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2BE72DFA-53E4-6898-12F3-617755D1062E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916587" y="4072760"/>
                  <a:ext cx="111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48C5A17-C05F-1EC0-1BAF-F87BF9413DB8}"/>
                    </a:ext>
                  </a:extLst>
                </p14:cNvPr>
                <p14:cNvContentPartPr/>
                <p14:nvPr/>
              </p14:nvContentPartPr>
              <p14:xfrm>
                <a:off x="3103067" y="4056200"/>
                <a:ext cx="88560" cy="914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48C5A17-C05F-1EC0-1BAF-F87BF9413DB8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3094427" y="4047560"/>
                  <a:ext cx="106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99C69EA-C4CC-BE5B-FF9A-2ABBA2C98E1E}"/>
                    </a:ext>
                  </a:extLst>
                </p14:cNvPr>
                <p14:cNvContentPartPr/>
                <p14:nvPr/>
              </p14:nvContentPartPr>
              <p14:xfrm>
                <a:off x="3295307" y="3720320"/>
                <a:ext cx="45720" cy="4032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99C69EA-C4CC-BE5B-FF9A-2ABBA2C98E1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286667" y="3711320"/>
                  <a:ext cx="633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8C6ED5D-D60C-5C0E-9016-7B0D83C7C1F2}"/>
                    </a:ext>
                  </a:extLst>
                </p14:cNvPr>
                <p14:cNvContentPartPr/>
                <p14:nvPr/>
              </p14:nvContentPartPr>
              <p14:xfrm>
                <a:off x="3302147" y="4006160"/>
                <a:ext cx="130680" cy="1123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8C6ED5D-D60C-5C0E-9016-7B0D83C7C1F2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293507" y="3997160"/>
                  <a:ext cx="148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3285AB3-4573-011A-EEC2-429820E8C0DB}"/>
                    </a:ext>
                  </a:extLst>
                </p14:cNvPr>
                <p14:cNvContentPartPr/>
                <p14:nvPr/>
              </p14:nvContentPartPr>
              <p14:xfrm>
                <a:off x="3449387" y="4023440"/>
                <a:ext cx="100800" cy="7884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3285AB3-4573-011A-EEC2-429820E8C0D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440747" y="4014440"/>
                  <a:ext cx="1184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E2A23A3-218D-ECBB-2381-5C9C08491084}"/>
                    </a:ext>
                  </a:extLst>
                </p14:cNvPr>
                <p14:cNvContentPartPr/>
                <p14:nvPr/>
              </p14:nvContentPartPr>
              <p14:xfrm>
                <a:off x="3622907" y="4012640"/>
                <a:ext cx="144720" cy="928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E2A23A3-218D-ECBB-2381-5C9C08491084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613907" y="4003640"/>
                  <a:ext cx="162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560EB70F-FD02-7D02-4383-D86396B0D9B5}"/>
                    </a:ext>
                  </a:extLst>
                </p14:cNvPr>
                <p14:cNvContentPartPr/>
                <p14:nvPr/>
              </p14:nvContentPartPr>
              <p14:xfrm>
                <a:off x="381467" y="4285520"/>
                <a:ext cx="2954520" cy="896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560EB70F-FD02-7D02-4383-D86396B0D9B5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2827" y="4276520"/>
                  <a:ext cx="297216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A7FEF52-0AB1-1032-8B13-B2C43BAD014E}"/>
                    </a:ext>
                  </a:extLst>
                </p14:cNvPr>
                <p14:cNvContentPartPr/>
                <p14:nvPr/>
              </p14:nvContentPartPr>
              <p14:xfrm>
                <a:off x="3003347" y="2522240"/>
                <a:ext cx="957600" cy="22986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A7FEF52-0AB1-1032-8B13-B2C43BAD014E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2994707" y="2513240"/>
                  <a:ext cx="975240" cy="231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2290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131</Words>
  <Application>Microsoft Office PowerPoint</Application>
  <PresentationFormat>Widescreen</PresentationFormat>
  <Paragraphs>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STACK</vt:lpstr>
      <vt:lpstr>Linear Data Structures</vt:lpstr>
      <vt:lpstr>Non-linear data structures</vt:lpstr>
      <vt:lpstr>Stack</vt:lpstr>
      <vt:lpstr>Calculations using reverse polish notation</vt:lpstr>
      <vt:lpstr>Reversing a string</vt:lpstr>
      <vt:lpstr>Check for palindrome</vt:lpstr>
      <vt:lpstr>PowerPoint Presentation</vt:lpstr>
      <vt:lpstr>Build a stack using an array</vt:lpstr>
      <vt:lpstr>Build a stack using an array</vt:lpstr>
      <vt:lpstr>Build a stack using a static array</vt:lpstr>
      <vt:lpstr>Build a stack using an array</vt:lpstr>
      <vt:lpstr>Build a stack using an array</vt:lpstr>
      <vt:lpstr>Build a stack using an array</vt:lpstr>
      <vt:lpstr>Stack using a linked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1</cp:revision>
  <dcterms:created xsi:type="dcterms:W3CDTF">2026-05-07T15:14:53Z</dcterms:created>
  <dcterms:modified xsi:type="dcterms:W3CDTF">2026-05-11T12:53:32Z</dcterms:modified>
</cp:coreProperties>
</file>