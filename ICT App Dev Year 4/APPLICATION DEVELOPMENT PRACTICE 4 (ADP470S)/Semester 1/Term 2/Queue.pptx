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ppt/ink/ink3005.xml" ContentType="application/inkml+xml"/>
  <Override PartName="/ppt/ink/ink3006.xml" ContentType="application/inkml+xml"/>
  <Override PartName="/ppt/ink/ink3007.xml" ContentType="application/inkml+xml"/>
  <Override PartName="/ppt/ink/ink3008.xml" ContentType="application/inkml+xml"/>
  <Override PartName="/ppt/ink/ink3009.xml" ContentType="application/inkml+xml"/>
  <Override PartName="/ppt/ink/ink3010.xml" ContentType="application/inkml+xml"/>
  <Override PartName="/ppt/ink/ink3011.xml" ContentType="application/inkml+xml"/>
  <Override PartName="/ppt/ink/ink3012.xml" ContentType="application/inkml+xml"/>
  <Override PartName="/ppt/ink/ink3013.xml" ContentType="application/inkml+xml"/>
  <Override PartName="/ppt/ink/ink3014.xml" ContentType="application/inkml+xml"/>
  <Override PartName="/ppt/ink/ink3015.xml" ContentType="application/inkml+xml"/>
  <Override PartName="/ppt/ink/ink3016.xml" ContentType="application/inkml+xml"/>
  <Override PartName="/ppt/ink/ink3017.xml" ContentType="application/inkml+xml"/>
  <Override PartName="/ppt/ink/ink3018.xml" ContentType="application/inkml+xml"/>
  <Override PartName="/ppt/ink/ink3019.xml" ContentType="application/inkml+xml"/>
  <Override PartName="/ppt/ink/ink3020.xml" ContentType="application/inkml+xml"/>
  <Override PartName="/ppt/ink/ink3021.xml" ContentType="application/inkml+xml"/>
  <Override PartName="/ppt/ink/ink3022.xml" ContentType="application/inkml+xml"/>
  <Override PartName="/ppt/ink/ink3023.xml" ContentType="application/inkml+xml"/>
  <Override PartName="/ppt/ink/ink3024.xml" ContentType="application/inkml+xml"/>
  <Override PartName="/ppt/ink/ink3025.xml" ContentType="application/inkml+xml"/>
  <Override PartName="/ppt/ink/ink3026.xml" ContentType="application/inkml+xml"/>
  <Override PartName="/ppt/ink/ink3027.xml" ContentType="application/inkml+xml"/>
  <Override PartName="/ppt/ink/ink3028.xml" ContentType="application/inkml+xml"/>
  <Override PartName="/ppt/ink/ink3029.xml" ContentType="application/inkml+xml"/>
  <Override PartName="/ppt/ink/ink3030.xml" ContentType="application/inkml+xml"/>
  <Override PartName="/ppt/ink/ink3031.xml" ContentType="application/inkml+xml"/>
  <Override PartName="/ppt/ink/ink3032.xml" ContentType="application/inkml+xml"/>
  <Override PartName="/ppt/ink/ink3033.xml" ContentType="application/inkml+xml"/>
  <Override PartName="/ppt/ink/ink3034.xml" ContentType="application/inkml+xml"/>
  <Override PartName="/ppt/ink/ink3035.xml" ContentType="application/inkml+xml"/>
  <Override PartName="/ppt/ink/ink3036.xml" ContentType="application/inkml+xml"/>
  <Override PartName="/ppt/ink/ink3037.xml" ContentType="application/inkml+xml"/>
  <Override PartName="/ppt/ink/ink3038.xml" ContentType="application/inkml+xml"/>
  <Override PartName="/ppt/ink/ink3039.xml" ContentType="application/inkml+xml"/>
  <Override PartName="/ppt/ink/ink3040.xml" ContentType="application/inkml+xml"/>
  <Override PartName="/ppt/ink/ink3041.xml" ContentType="application/inkml+xml"/>
  <Override PartName="/ppt/ink/ink3042.xml" ContentType="application/inkml+xml"/>
  <Override PartName="/ppt/ink/ink3043.xml" ContentType="application/inkml+xml"/>
  <Override PartName="/ppt/ink/ink3044.xml" ContentType="application/inkml+xml"/>
  <Override PartName="/ppt/ink/ink3045.xml" ContentType="application/inkml+xml"/>
  <Override PartName="/ppt/ink/ink3046.xml" ContentType="application/inkml+xml"/>
  <Override PartName="/ppt/ink/ink3047.xml" ContentType="application/inkml+xml"/>
  <Override PartName="/ppt/ink/ink3048.xml" ContentType="application/inkml+xml"/>
  <Override PartName="/ppt/ink/ink3049.xml" ContentType="application/inkml+xml"/>
  <Override PartName="/ppt/ink/ink3050.xml" ContentType="application/inkml+xml"/>
  <Override PartName="/ppt/ink/ink3051.xml" ContentType="application/inkml+xml"/>
  <Override PartName="/ppt/ink/ink3052.xml" ContentType="application/inkml+xml"/>
  <Override PartName="/ppt/ink/ink3053.xml" ContentType="application/inkml+xml"/>
  <Override PartName="/ppt/ink/ink3054.xml" ContentType="application/inkml+xml"/>
  <Override PartName="/ppt/ink/ink3055.xml" ContentType="application/inkml+xml"/>
  <Override PartName="/ppt/ink/ink3056.xml" ContentType="application/inkml+xml"/>
  <Override PartName="/ppt/ink/ink3057.xml" ContentType="application/inkml+xml"/>
  <Override PartName="/ppt/ink/ink3058.xml" ContentType="application/inkml+xml"/>
  <Override PartName="/ppt/ink/ink3059.xml" ContentType="application/inkml+xml"/>
  <Override PartName="/ppt/ink/ink3060.xml" ContentType="application/inkml+xml"/>
  <Override PartName="/ppt/ink/ink3061.xml" ContentType="application/inkml+xml"/>
  <Override PartName="/ppt/ink/ink3062.xml" ContentType="application/inkml+xml"/>
  <Override PartName="/ppt/ink/ink3063.xml" ContentType="application/inkml+xml"/>
  <Override PartName="/ppt/ink/ink3064.xml" ContentType="application/inkml+xml"/>
  <Override PartName="/ppt/ink/ink3065.xml" ContentType="application/inkml+xml"/>
  <Override PartName="/ppt/ink/ink3066.xml" ContentType="application/inkml+xml"/>
  <Override PartName="/ppt/ink/ink3067.xml" ContentType="application/inkml+xml"/>
  <Override PartName="/ppt/ink/ink3068.xml" ContentType="application/inkml+xml"/>
  <Override PartName="/ppt/ink/ink3069.xml" ContentType="application/inkml+xml"/>
  <Override PartName="/ppt/ink/ink3070.xml" ContentType="application/inkml+xml"/>
  <Override PartName="/ppt/ink/ink3071.xml" ContentType="application/inkml+xml"/>
  <Override PartName="/ppt/ink/ink3072.xml" ContentType="application/inkml+xml"/>
  <Override PartName="/ppt/ink/ink3073.xml" ContentType="application/inkml+xml"/>
  <Override PartName="/ppt/ink/ink3074.xml" ContentType="application/inkml+xml"/>
  <Override PartName="/ppt/ink/ink3075.xml" ContentType="application/inkml+xml"/>
  <Override PartName="/ppt/ink/ink3076.xml" ContentType="application/inkml+xml"/>
  <Override PartName="/ppt/ink/ink3077.xml" ContentType="application/inkml+xml"/>
  <Override PartName="/ppt/ink/ink3078.xml" ContentType="application/inkml+xml"/>
  <Override PartName="/ppt/ink/ink3079.xml" ContentType="application/inkml+xml"/>
  <Override PartName="/ppt/ink/ink3080.xml" ContentType="application/inkml+xml"/>
  <Override PartName="/ppt/ink/ink3081.xml" ContentType="application/inkml+xml"/>
  <Override PartName="/ppt/ink/ink3082.xml" ContentType="application/inkml+xml"/>
  <Override PartName="/ppt/ink/ink3083.xml" ContentType="application/inkml+xml"/>
  <Override PartName="/ppt/ink/ink3084.xml" ContentType="application/inkml+xml"/>
  <Override PartName="/ppt/ink/ink3085.xml" ContentType="application/inkml+xml"/>
  <Override PartName="/ppt/ink/ink3086.xml" ContentType="application/inkml+xml"/>
  <Override PartName="/ppt/ink/ink3087.xml" ContentType="application/inkml+xml"/>
  <Override PartName="/ppt/ink/ink3088.xml" ContentType="application/inkml+xml"/>
  <Override PartName="/ppt/ink/ink3089.xml" ContentType="application/inkml+xml"/>
  <Override PartName="/ppt/ink/ink3090.xml" ContentType="application/inkml+xml"/>
  <Override PartName="/ppt/ink/ink3091.xml" ContentType="application/inkml+xml"/>
  <Override PartName="/ppt/ink/ink3092.xml" ContentType="application/inkml+xml"/>
  <Override PartName="/ppt/ink/ink3093.xml" ContentType="application/inkml+xml"/>
  <Override PartName="/ppt/ink/ink3094.xml" ContentType="application/inkml+xml"/>
  <Override PartName="/ppt/ink/ink3095.xml" ContentType="application/inkml+xml"/>
  <Override PartName="/ppt/ink/ink3096.xml" ContentType="application/inkml+xml"/>
  <Override PartName="/ppt/ink/ink3097.xml" ContentType="application/inkml+xml"/>
  <Override PartName="/ppt/ink/ink3098.xml" ContentType="application/inkml+xml"/>
  <Override PartName="/ppt/ink/ink3099.xml" ContentType="application/inkml+xml"/>
  <Override PartName="/ppt/ink/ink3100.xml" ContentType="application/inkml+xml"/>
  <Override PartName="/ppt/ink/ink3101.xml" ContentType="application/inkml+xml"/>
  <Override PartName="/ppt/ink/ink3102.xml" ContentType="application/inkml+xml"/>
  <Override PartName="/ppt/ink/ink3103.xml" ContentType="application/inkml+xml"/>
  <Override PartName="/ppt/ink/ink3104.xml" ContentType="application/inkml+xml"/>
  <Override PartName="/ppt/ink/ink3105.xml" ContentType="application/inkml+xml"/>
  <Override PartName="/ppt/ink/ink3106.xml" ContentType="application/inkml+xml"/>
  <Override PartName="/ppt/ink/ink3107.xml" ContentType="application/inkml+xml"/>
  <Override PartName="/ppt/ink/ink3108.xml" ContentType="application/inkml+xml"/>
  <Override PartName="/ppt/ink/ink3109.xml" ContentType="application/inkml+xml"/>
  <Override PartName="/ppt/ink/ink3110.xml" ContentType="application/inkml+xml"/>
  <Override PartName="/ppt/ink/ink3111.xml" ContentType="application/inkml+xml"/>
  <Override PartName="/ppt/ink/ink3112.xml" ContentType="application/inkml+xml"/>
  <Override PartName="/ppt/ink/ink3113.xml" ContentType="application/inkml+xml"/>
  <Override PartName="/ppt/ink/ink3114.xml" ContentType="application/inkml+xml"/>
  <Override PartName="/ppt/ink/ink3115.xml" ContentType="application/inkml+xml"/>
  <Override PartName="/ppt/ink/ink3116.xml" ContentType="application/inkml+xml"/>
  <Override PartName="/ppt/ink/ink3117.xml" ContentType="application/inkml+xml"/>
  <Override PartName="/ppt/ink/ink3118.xml" ContentType="application/inkml+xml"/>
  <Override PartName="/ppt/ink/ink3119.xml" ContentType="application/inkml+xml"/>
  <Override PartName="/ppt/ink/ink3120.xml" ContentType="application/inkml+xml"/>
  <Override PartName="/ppt/ink/ink3121.xml" ContentType="application/inkml+xml"/>
  <Override PartName="/ppt/ink/ink3122.xml" ContentType="application/inkml+xml"/>
  <Override PartName="/ppt/ink/ink3123.xml" ContentType="application/inkml+xml"/>
  <Override PartName="/ppt/ink/ink3124.xml" ContentType="application/inkml+xml"/>
  <Override PartName="/ppt/ink/ink3125.xml" ContentType="application/inkml+xml"/>
  <Override PartName="/ppt/ink/ink3126.xml" ContentType="application/inkml+xml"/>
  <Override PartName="/ppt/ink/ink3127.xml" ContentType="application/inkml+xml"/>
  <Override PartName="/ppt/ink/ink3128.xml" ContentType="application/inkml+xml"/>
  <Override PartName="/ppt/ink/ink3129.xml" ContentType="application/inkml+xml"/>
  <Override PartName="/ppt/ink/ink3130.xml" ContentType="application/inkml+xml"/>
  <Override PartName="/ppt/ink/ink3131.xml" ContentType="application/inkml+xml"/>
  <Override PartName="/ppt/ink/ink3132.xml" ContentType="application/inkml+xml"/>
  <Override PartName="/ppt/ink/ink3133.xml" ContentType="application/inkml+xml"/>
  <Override PartName="/ppt/ink/ink3134.xml" ContentType="application/inkml+xml"/>
  <Override PartName="/ppt/ink/ink3135.xml" ContentType="application/inkml+xml"/>
  <Override PartName="/ppt/ink/ink3136.xml" ContentType="application/inkml+xml"/>
  <Override PartName="/ppt/ink/ink3137.xml" ContentType="application/inkml+xml"/>
  <Override PartName="/ppt/ink/ink3138.xml" ContentType="application/inkml+xml"/>
  <Override PartName="/ppt/ink/ink3139.xml" ContentType="application/inkml+xml"/>
  <Override PartName="/ppt/ink/ink3140.xml" ContentType="application/inkml+xml"/>
  <Override PartName="/ppt/ink/ink3141.xml" ContentType="application/inkml+xml"/>
  <Override PartName="/ppt/ink/ink3142.xml" ContentType="application/inkml+xml"/>
  <Override PartName="/ppt/ink/ink3143.xml" ContentType="application/inkml+xml"/>
  <Override PartName="/ppt/ink/ink3144.xml" ContentType="application/inkml+xml"/>
  <Override PartName="/ppt/ink/ink3145.xml" ContentType="application/inkml+xml"/>
  <Override PartName="/ppt/ink/ink3146.xml" ContentType="application/inkml+xml"/>
  <Override PartName="/ppt/ink/ink3147.xml" ContentType="application/inkml+xml"/>
  <Override PartName="/ppt/ink/ink3148.xml" ContentType="application/inkml+xml"/>
  <Override PartName="/ppt/ink/ink3149.xml" ContentType="application/inkml+xml"/>
  <Override PartName="/ppt/ink/ink3150.xml" ContentType="application/inkml+xml"/>
  <Override PartName="/ppt/ink/ink3151.xml" ContentType="application/inkml+xml"/>
  <Override PartName="/ppt/ink/ink3152.xml" ContentType="application/inkml+xml"/>
  <Override PartName="/ppt/ink/ink3153.xml" ContentType="application/inkml+xml"/>
  <Override PartName="/ppt/ink/ink3154.xml" ContentType="application/inkml+xml"/>
  <Override PartName="/ppt/ink/ink3155.xml" ContentType="application/inkml+xml"/>
  <Override PartName="/ppt/ink/ink3156.xml" ContentType="application/inkml+xml"/>
  <Override PartName="/ppt/ink/ink3157.xml" ContentType="application/inkml+xml"/>
  <Override PartName="/ppt/ink/ink3158.xml" ContentType="application/inkml+xml"/>
  <Override PartName="/ppt/ink/ink3159.xml" ContentType="application/inkml+xml"/>
  <Override PartName="/ppt/ink/ink3160.xml" ContentType="application/inkml+xml"/>
  <Override PartName="/ppt/ink/ink3161.xml" ContentType="application/inkml+xml"/>
  <Override PartName="/ppt/ink/ink3162.xml" ContentType="application/inkml+xml"/>
  <Override PartName="/ppt/ink/ink3163.xml" ContentType="application/inkml+xml"/>
  <Override PartName="/ppt/ink/ink3164.xml" ContentType="application/inkml+xml"/>
  <Override PartName="/ppt/ink/ink3165.xml" ContentType="application/inkml+xml"/>
  <Override PartName="/ppt/ink/ink3166.xml" ContentType="application/inkml+xml"/>
  <Override PartName="/ppt/ink/ink3167.xml" ContentType="application/inkml+xml"/>
  <Override PartName="/ppt/ink/ink3168.xml" ContentType="application/inkml+xml"/>
  <Override PartName="/ppt/ink/ink3169.xml" ContentType="application/inkml+xml"/>
  <Override PartName="/ppt/ink/ink3170.xml" ContentType="application/inkml+xml"/>
  <Override PartName="/ppt/ink/ink3171.xml" ContentType="application/inkml+xml"/>
  <Override PartName="/ppt/ink/ink3172.xml" ContentType="application/inkml+xml"/>
  <Override PartName="/ppt/ink/ink3173.xml" ContentType="application/inkml+xml"/>
  <Override PartName="/ppt/ink/ink3174.xml" ContentType="application/inkml+xml"/>
  <Override PartName="/ppt/ink/ink3175.xml" ContentType="application/inkml+xml"/>
  <Override PartName="/ppt/ink/ink3176.xml" ContentType="application/inkml+xml"/>
  <Override PartName="/ppt/ink/ink3177.xml" ContentType="application/inkml+xml"/>
  <Override PartName="/ppt/ink/ink3178.xml" ContentType="application/inkml+xml"/>
  <Override PartName="/ppt/ink/ink3179.xml" ContentType="application/inkml+xml"/>
  <Override PartName="/ppt/ink/ink3180.xml" ContentType="application/inkml+xml"/>
  <Override PartName="/ppt/ink/ink3181.xml" ContentType="application/inkml+xml"/>
  <Override PartName="/ppt/ink/ink3182.xml" ContentType="application/inkml+xml"/>
  <Override PartName="/ppt/ink/ink3183.xml" ContentType="application/inkml+xml"/>
  <Override PartName="/ppt/ink/ink3184.xml" ContentType="application/inkml+xml"/>
  <Override PartName="/ppt/ink/ink3185.xml" ContentType="application/inkml+xml"/>
  <Override PartName="/ppt/ink/ink3186.xml" ContentType="application/inkml+xml"/>
  <Override PartName="/ppt/ink/ink3187.xml" ContentType="application/inkml+xml"/>
  <Override PartName="/ppt/ink/ink3188.xml" ContentType="application/inkml+xml"/>
  <Override PartName="/ppt/ink/ink3189.xml" ContentType="application/inkml+xml"/>
  <Override PartName="/ppt/ink/ink3190.xml" ContentType="application/inkml+xml"/>
  <Override PartName="/ppt/ink/ink3191.xml" ContentType="application/inkml+xml"/>
  <Override PartName="/ppt/ink/ink3192.xml" ContentType="application/inkml+xml"/>
  <Override PartName="/ppt/ink/ink3193.xml" ContentType="application/inkml+xml"/>
  <Override PartName="/ppt/ink/ink3194.xml" ContentType="application/inkml+xml"/>
  <Override PartName="/ppt/ink/ink3195.xml" ContentType="application/inkml+xml"/>
  <Override PartName="/ppt/ink/ink3196.xml" ContentType="application/inkml+xml"/>
  <Override PartName="/ppt/ink/ink3197.xml" ContentType="application/inkml+xml"/>
  <Override PartName="/ppt/ink/ink3198.xml" ContentType="application/inkml+xml"/>
  <Override PartName="/ppt/ink/ink3199.xml" ContentType="application/inkml+xml"/>
  <Override PartName="/ppt/ink/ink3200.xml" ContentType="application/inkml+xml"/>
  <Override PartName="/ppt/ink/ink3201.xml" ContentType="application/inkml+xml"/>
  <Override PartName="/ppt/ink/ink3202.xml" ContentType="application/inkml+xml"/>
  <Override PartName="/ppt/ink/ink3203.xml" ContentType="application/inkml+xml"/>
  <Override PartName="/ppt/ink/ink3204.xml" ContentType="application/inkml+xml"/>
  <Override PartName="/ppt/ink/ink3205.xml" ContentType="application/inkml+xml"/>
  <Override PartName="/ppt/ink/ink3206.xml" ContentType="application/inkml+xml"/>
  <Override PartName="/ppt/ink/ink3207.xml" ContentType="application/inkml+xml"/>
  <Override PartName="/ppt/ink/ink3208.xml" ContentType="application/inkml+xml"/>
  <Override PartName="/ppt/ink/ink3209.xml" ContentType="application/inkml+xml"/>
  <Override PartName="/ppt/ink/ink3210.xml" ContentType="application/inkml+xml"/>
  <Override PartName="/ppt/ink/ink3211.xml" ContentType="application/inkml+xml"/>
  <Override PartName="/ppt/ink/ink3212.xml" ContentType="application/inkml+xml"/>
  <Override PartName="/ppt/ink/ink3213.xml" ContentType="application/inkml+xml"/>
  <Override PartName="/ppt/ink/ink3214.xml" ContentType="application/inkml+xml"/>
  <Override PartName="/ppt/ink/ink3215.xml" ContentType="application/inkml+xml"/>
  <Override PartName="/ppt/ink/ink3216.xml" ContentType="application/inkml+xml"/>
  <Override PartName="/ppt/ink/ink3217.xml" ContentType="application/inkml+xml"/>
  <Override PartName="/ppt/ink/ink3218.xml" ContentType="application/inkml+xml"/>
  <Override PartName="/ppt/ink/ink3219.xml" ContentType="application/inkml+xml"/>
  <Override PartName="/ppt/ink/ink3220.xml" ContentType="application/inkml+xml"/>
  <Override PartName="/ppt/ink/ink3221.xml" ContentType="application/inkml+xml"/>
  <Override PartName="/ppt/ink/ink3222.xml" ContentType="application/inkml+xml"/>
  <Override PartName="/ppt/ink/ink3223.xml" ContentType="application/inkml+xml"/>
  <Override PartName="/ppt/ink/ink3224.xml" ContentType="application/inkml+xml"/>
  <Override PartName="/ppt/ink/ink3225.xml" ContentType="application/inkml+xml"/>
  <Override PartName="/ppt/ink/ink3226.xml" ContentType="application/inkml+xml"/>
  <Override PartName="/ppt/ink/ink3227.xml" ContentType="application/inkml+xml"/>
  <Override PartName="/ppt/ink/ink3228.xml" ContentType="application/inkml+xml"/>
  <Override PartName="/ppt/ink/ink3229.xml" ContentType="application/inkml+xml"/>
  <Override PartName="/ppt/ink/ink3230.xml" ContentType="application/inkml+xml"/>
  <Override PartName="/ppt/ink/ink3231.xml" ContentType="application/inkml+xml"/>
  <Override PartName="/ppt/ink/ink3232.xml" ContentType="application/inkml+xml"/>
  <Override PartName="/ppt/ink/ink3233.xml" ContentType="application/inkml+xml"/>
  <Override PartName="/ppt/ink/ink3234.xml" ContentType="application/inkml+xml"/>
  <Override PartName="/ppt/ink/ink3235.xml" ContentType="application/inkml+xml"/>
  <Override PartName="/ppt/ink/ink3236.xml" ContentType="application/inkml+xml"/>
  <Override PartName="/ppt/ink/ink3237.xml" ContentType="application/inkml+xml"/>
  <Override PartName="/ppt/ink/ink3238.xml" ContentType="application/inkml+xml"/>
  <Override PartName="/ppt/ink/ink3239.xml" ContentType="application/inkml+xml"/>
  <Override PartName="/ppt/ink/ink3240.xml" ContentType="application/inkml+xml"/>
  <Override PartName="/ppt/ink/ink3241.xml" ContentType="application/inkml+xml"/>
  <Override PartName="/ppt/ink/ink3242.xml" ContentType="application/inkml+xml"/>
  <Override PartName="/ppt/ink/ink3243.xml" ContentType="application/inkml+xml"/>
  <Override PartName="/ppt/ink/ink3244.xml" ContentType="application/inkml+xml"/>
  <Override PartName="/ppt/ink/ink3245.xml" ContentType="application/inkml+xml"/>
  <Override PartName="/ppt/ink/ink3246.xml" ContentType="application/inkml+xml"/>
  <Override PartName="/ppt/ink/ink3247.xml" ContentType="application/inkml+xml"/>
  <Override PartName="/ppt/ink/ink3248.xml" ContentType="application/inkml+xml"/>
  <Override PartName="/ppt/ink/ink3249.xml" ContentType="application/inkml+xml"/>
  <Override PartName="/ppt/ink/ink3250.xml" ContentType="application/inkml+xml"/>
  <Override PartName="/ppt/ink/ink3251.xml" ContentType="application/inkml+xml"/>
  <Override PartName="/ppt/ink/ink3252.xml" ContentType="application/inkml+xml"/>
  <Override PartName="/ppt/ink/ink3253.xml" ContentType="application/inkml+xml"/>
  <Override PartName="/ppt/ink/ink3254.xml" ContentType="application/inkml+xml"/>
  <Override PartName="/ppt/ink/ink3255.xml" ContentType="application/inkml+xml"/>
  <Override PartName="/ppt/ink/ink3256.xml" ContentType="application/inkml+xml"/>
  <Override PartName="/ppt/ink/ink3257.xml" ContentType="application/inkml+xml"/>
  <Override PartName="/ppt/ink/ink3258.xml" ContentType="application/inkml+xml"/>
  <Override PartName="/ppt/ink/ink3259.xml" ContentType="application/inkml+xml"/>
  <Override PartName="/ppt/ink/ink3260.xml" ContentType="application/inkml+xml"/>
  <Override PartName="/ppt/ink/ink3261.xml" ContentType="application/inkml+xml"/>
  <Override PartName="/ppt/ink/ink3262.xml" ContentType="application/inkml+xml"/>
  <Override PartName="/ppt/ink/ink3263.xml" ContentType="application/inkml+xml"/>
  <Override PartName="/ppt/ink/ink3264.xml" ContentType="application/inkml+xml"/>
  <Override PartName="/ppt/ink/ink3265.xml" ContentType="application/inkml+xml"/>
  <Override PartName="/ppt/ink/ink3266.xml" ContentType="application/inkml+xml"/>
  <Override PartName="/ppt/ink/ink3267.xml" ContentType="application/inkml+xml"/>
  <Override PartName="/ppt/ink/ink3268.xml" ContentType="application/inkml+xml"/>
  <Override PartName="/ppt/ink/ink3269.xml" ContentType="application/inkml+xml"/>
  <Override PartName="/ppt/ink/ink3270.xml" ContentType="application/inkml+xml"/>
  <Override PartName="/ppt/ink/ink3271.xml" ContentType="application/inkml+xml"/>
  <Override PartName="/ppt/ink/ink3272.xml" ContentType="application/inkml+xml"/>
  <Override PartName="/ppt/ink/ink3273.xml" ContentType="application/inkml+xml"/>
  <Override PartName="/ppt/ink/ink3274.xml" ContentType="application/inkml+xml"/>
  <Override PartName="/ppt/ink/ink3275.xml" ContentType="application/inkml+xml"/>
  <Override PartName="/ppt/ink/ink3276.xml" ContentType="application/inkml+xml"/>
  <Override PartName="/ppt/ink/ink3277.xml" ContentType="application/inkml+xml"/>
  <Override PartName="/ppt/ink/ink3278.xml" ContentType="application/inkml+xml"/>
  <Override PartName="/ppt/ink/ink3279.xml" ContentType="application/inkml+xml"/>
  <Override PartName="/ppt/ink/ink3280.xml" ContentType="application/inkml+xml"/>
  <Override PartName="/ppt/ink/ink3281.xml" ContentType="application/inkml+xml"/>
  <Override PartName="/ppt/ink/ink3282.xml" ContentType="application/inkml+xml"/>
  <Override PartName="/ppt/ink/ink3283.xml" ContentType="application/inkml+xml"/>
  <Override PartName="/ppt/ink/ink3284.xml" ContentType="application/inkml+xml"/>
  <Override PartName="/ppt/ink/ink3285.xml" ContentType="application/inkml+xml"/>
  <Override PartName="/ppt/ink/ink3286.xml" ContentType="application/inkml+xml"/>
  <Override PartName="/ppt/ink/ink3287.xml" ContentType="application/inkml+xml"/>
  <Override PartName="/ppt/ink/ink3288.xml" ContentType="application/inkml+xml"/>
  <Override PartName="/ppt/ink/ink3289.xml" ContentType="application/inkml+xml"/>
  <Override PartName="/ppt/ink/ink3290.xml" ContentType="application/inkml+xml"/>
  <Override PartName="/ppt/ink/ink3291.xml" ContentType="application/inkml+xml"/>
  <Override PartName="/ppt/ink/ink3292.xml" ContentType="application/inkml+xml"/>
  <Override PartName="/ppt/ink/ink3293.xml" ContentType="application/inkml+xml"/>
  <Override PartName="/ppt/ink/ink3294.xml" ContentType="application/inkml+xml"/>
  <Override PartName="/ppt/ink/ink3295.xml" ContentType="application/inkml+xml"/>
  <Override PartName="/ppt/ink/ink3296.xml" ContentType="application/inkml+xml"/>
  <Override PartName="/ppt/ink/ink3297.xml" ContentType="application/inkml+xml"/>
  <Override PartName="/ppt/ink/ink3298.xml" ContentType="application/inkml+xml"/>
  <Override PartName="/ppt/ink/ink3299.xml" ContentType="application/inkml+xml"/>
  <Override PartName="/ppt/ink/ink3300.xml" ContentType="application/inkml+xml"/>
  <Override PartName="/ppt/ink/ink3301.xml" ContentType="application/inkml+xml"/>
  <Override PartName="/ppt/ink/ink3302.xml" ContentType="application/inkml+xml"/>
  <Override PartName="/ppt/ink/ink3303.xml" ContentType="application/inkml+xml"/>
  <Override PartName="/ppt/ink/ink3304.xml" ContentType="application/inkml+xml"/>
  <Override PartName="/ppt/ink/ink3305.xml" ContentType="application/inkml+xml"/>
  <Override PartName="/ppt/ink/ink3306.xml" ContentType="application/inkml+xml"/>
  <Override PartName="/ppt/ink/ink3307.xml" ContentType="application/inkml+xml"/>
  <Override PartName="/ppt/ink/ink3308.xml" ContentType="application/inkml+xml"/>
  <Override PartName="/ppt/ink/ink3309.xml" ContentType="application/inkml+xml"/>
  <Override PartName="/ppt/ink/ink3310.xml" ContentType="application/inkml+xml"/>
  <Override PartName="/ppt/ink/ink3311.xml" ContentType="application/inkml+xml"/>
  <Override PartName="/ppt/ink/ink3312.xml" ContentType="application/inkml+xml"/>
  <Override PartName="/ppt/ink/ink3313.xml" ContentType="application/inkml+xml"/>
  <Override PartName="/ppt/ink/ink3314.xml" ContentType="application/inkml+xml"/>
  <Override PartName="/ppt/ink/ink3315.xml" ContentType="application/inkml+xml"/>
  <Override PartName="/ppt/ink/ink3316.xml" ContentType="application/inkml+xml"/>
  <Override PartName="/ppt/ink/ink3317.xml" ContentType="application/inkml+xml"/>
  <Override PartName="/ppt/ink/ink3318.xml" ContentType="application/inkml+xml"/>
  <Override PartName="/ppt/ink/ink3319.xml" ContentType="application/inkml+xml"/>
  <Override PartName="/ppt/ink/ink3320.xml" ContentType="application/inkml+xml"/>
  <Override PartName="/ppt/ink/ink3321.xml" ContentType="application/inkml+xml"/>
  <Override PartName="/ppt/ink/ink3322.xml" ContentType="application/inkml+xml"/>
  <Override PartName="/ppt/ink/ink3323.xml" ContentType="application/inkml+xml"/>
  <Override PartName="/ppt/ink/ink3324.xml" ContentType="application/inkml+xml"/>
  <Override PartName="/ppt/ink/ink3325.xml" ContentType="application/inkml+xml"/>
  <Override PartName="/ppt/ink/ink3326.xml" ContentType="application/inkml+xml"/>
  <Override PartName="/ppt/ink/ink3327.xml" ContentType="application/inkml+xml"/>
  <Override PartName="/ppt/ink/ink3328.xml" ContentType="application/inkml+xml"/>
  <Override PartName="/ppt/ink/ink3329.xml" ContentType="application/inkml+xml"/>
  <Override PartName="/ppt/ink/ink3330.xml" ContentType="application/inkml+xml"/>
  <Override PartName="/ppt/ink/ink3331.xml" ContentType="application/inkml+xml"/>
  <Override PartName="/ppt/ink/ink3332.xml" ContentType="application/inkml+xml"/>
  <Override PartName="/ppt/ink/ink3333.xml" ContentType="application/inkml+xml"/>
  <Override PartName="/ppt/ink/ink3334.xml" ContentType="application/inkml+xml"/>
  <Override PartName="/ppt/ink/ink3335.xml" ContentType="application/inkml+xml"/>
  <Override PartName="/ppt/ink/ink3336.xml" ContentType="application/inkml+xml"/>
  <Override PartName="/ppt/ink/ink3337.xml" ContentType="application/inkml+xml"/>
  <Override PartName="/ppt/ink/ink3338.xml" ContentType="application/inkml+xml"/>
  <Override PartName="/ppt/ink/ink3339.xml" ContentType="application/inkml+xml"/>
  <Override PartName="/ppt/ink/ink3340.xml" ContentType="application/inkml+xml"/>
  <Override PartName="/ppt/ink/ink3341.xml" ContentType="application/inkml+xml"/>
  <Override PartName="/ppt/ink/ink3342.xml" ContentType="application/inkml+xml"/>
  <Override PartName="/ppt/ink/ink3343.xml" ContentType="application/inkml+xml"/>
  <Override PartName="/ppt/ink/ink3344.xml" ContentType="application/inkml+xml"/>
  <Override PartName="/ppt/ink/ink3345.xml" ContentType="application/inkml+xml"/>
  <Override PartName="/ppt/ink/ink3346.xml" ContentType="application/inkml+xml"/>
  <Override PartName="/ppt/ink/ink3347.xml" ContentType="application/inkml+xml"/>
  <Override PartName="/ppt/ink/ink3348.xml" ContentType="application/inkml+xml"/>
  <Override PartName="/ppt/ink/ink3349.xml" ContentType="application/inkml+xml"/>
  <Override PartName="/ppt/ink/ink3350.xml" ContentType="application/inkml+xml"/>
  <Override PartName="/ppt/ink/ink3351.xml" ContentType="application/inkml+xml"/>
  <Override PartName="/ppt/ink/ink3352.xml" ContentType="application/inkml+xml"/>
  <Override PartName="/ppt/ink/ink3353.xml" ContentType="application/inkml+xml"/>
  <Override PartName="/ppt/ink/ink3354.xml" ContentType="application/inkml+xml"/>
  <Override PartName="/ppt/ink/ink3355.xml" ContentType="application/inkml+xml"/>
  <Override PartName="/ppt/ink/ink3356.xml" ContentType="application/inkml+xml"/>
  <Override PartName="/ppt/ink/ink3357.xml" ContentType="application/inkml+xml"/>
  <Override PartName="/ppt/ink/ink335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5" r:id="rId18"/>
    <p:sldId id="276" r:id="rId19"/>
    <p:sldId id="277" r:id="rId20"/>
    <p:sldId id="278" r:id="rId21"/>
    <p:sldId id="279" r:id="rId22"/>
    <p:sldId id="274" r:id="rId23"/>
    <p:sldId id="25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12.9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71 576,'0'0'5141,"13"-37"-2684,-13 30-2011,0 6-336,-1 0 0,1 0 0,0 0 1,0-1-1,0 1 0,0 0 1,0 0-1,0 0 0,0 0 0,0 0 1,0 0-1,0 0 0,1 0 1,-1 0-1,1 0 0,-1 0 0,0 0 1,1 0-1,-1 0 0,1 0 1,0 0-1,-1 0 0,3-1 3704,-3 21-1637,14 345 4788,-14 239-3078,0-603-3830,0-35-7856,0 22 2725,0-4-1785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15.4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0 269 416,'0'0'5112,"2"-5"-4765,1 0 176,4-7-871,-5 0 8238,37 12-7429,197 1-81,572-11 1228,-681 6-1601,212-14 111,392-14 204,-472 27-204,650-53-72,-420 48 367,4 0-357,-122-13-31,-32 3-15,202 4 1396,-141 8-1235,-327 0-165,20-1 4,1095 9 14,-1168-1 602,-22-1-173,-16 1-2022,-4 0-3872,-16 1-2547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18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1 301 1056,'0'0'4320,"47"2"1827,151-11-1364,7 0-4217,735-5 138,-128-33-421,-168 15-83,-282 4-162,54-2 41,345 14 117,-295 9 89,-135-2 174,317-4 333,-207-4-567,-197 4-178,-130 10-126,206-17 454,-9-7 1164,-135 19 726,-140 8 1689,-75 7-6294,20-3-1989,1-2-5668,11-2 3215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19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64 160,'0'0'4706,"2"-10"-3567,1-1-763,-1 6-169,-1 1-1,1 0 1,-1-1-1,0 1 1,-1-1-1,1 0 1,-1-6 3929,15 25 1322,-11 4-4720,0-1-1,-1 1 0,-1 0 1,-1 0-1,-1 0 1,-1 20-1,0-2 96,1 535 4916,-7-433-4297,-6 39 474,13-154-1715,0-23-289,0-3-2069,0-6-387,-22 2-12767,-4-1 3055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21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75 2209,'0'0'10458,"0"-9"-9004,0-43 1051,0 51-2453,0 0 0,-1 1 0,1-1 0,-1 0 0,1 0 0,-1 1 0,1-1 0,-1 0 0,1 0 0,-1 1 0,1-1 0,-1 1 0,0-1 0,1 1 0,-1-1 0,0 1 0,0-1 0,1 1 0,-1 0 0,0-1 0,0 1 0,0 0 0,1 0 0,-1-1 0,0 1 0,0 0 0,0 0 0,0 0 0,0 0 0,1 0 0,-2 0 0,-37 1-78,30-1 133,-1 2-101,0 1 0,0-1 0,0 2 0,0 0 0,0 0 0,1 0 0,0 1 0,0 1 0,0-1 0,1 2 0,-1-1 0,2 1 0,-1 0 0,1 1 0,-10 12 0,16-19-7,-1 1 0,1-1 0,0 1 0,1-1 1,-1 1-1,0-1 0,0 1 0,0-1 0,1 1 0,-1 0 0,1-1 0,0 1 0,-1 0 0,1 0 0,0-1 0,0 1 0,0 0 0,0 0 1,0-1-1,1 4 0,0-4 2,0 1 0,-1-1 0,1 0 0,0 0 0,0 0 0,1 1 0,-1-1 0,0 0 0,0 0 0,0 0 0,1-1 0,-1 1 1,0 0-1,1 0 0,-1-1 0,1 1 0,-1-1 0,3 1 0,8 2 44,1-1 0,0-1 0,0 0 0,18-1 0,-20 0 33,0 0-13,0 0 25,1 1 0,-1-2 0,0 1 0,1-1 0,-1-1-1,0 0 1,0-1 0,0 0 0,-1-1 0,16-6 0,27-15 1092,-52 25 269,-10 18-453,-8 6-460,-1 0-1,-1-1 1,-37 34-1,-14 16 32,5-2-340,36-41-82,1 2 0,-45 66-1,72-97-145,0 0 1,0 1-1,1-1 0,-1 1 0,0-1 0,0 0 1,1 1-1,-1-1 0,1 1 0,-1 0 0,1-1 1,0 1-1,-1-1 0,1 1 0,0 0 0,0-1 1,0 1-1,1 0 0,-1-1 0,0 1 0,0-1 1,2 3-1,-1-3 3,0 0-1,0 1 1,0-1 0,0 0-1,0 0 1,1 0 0,-1 0 0,0-1-1,1 1 1,-1 0 0,1-1-1,-1 1 1,1 0 0,-1-1-1,1 0 1,-1 1 0,1-1 0,1 0-1,9 1 37,0-1 0,0 0-1,0-1 1,19-4-1,0-4 44,1-1-1,-2-2 1,1-1-1,-2-1 0,0-2 1,0-1-1,30-24 0,-55 38-393,10-9-157,-11 0-3984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21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5651,'0'0'13112,"5"-7"-11716,18-25-22,-17 24-243,-5 9-1014,0 1 1,-1-1 0,1 0 0,0 1 0,0-1-1,-1 1 1,1-1 0,0 1 0,-1-1-1,0 1 1,1-1 0,-1 1 0,0 0 0,0-1-1,0 1 1,0-1 0,0 1 0,0 0-1,-1 1 1,2 5 197,-1-6-299,0 0 0,1 0 0,-1 0 1,1 0-1,-1 0 0,1 0 0,0 0 0,0 0 0,0 0 0,0-1 0,0 1 0,0 0 0,1 0 0,-1-1 0,1 1 0,-1-1 0,1 0 0,-1 1 0,1-1 1,0 0-1,-1 0 0,1 0 0,0 0 0,0 0 0,0 0 0,0-1 0,0 1 0,3 0 0,-2-1-35,1 0 1,0 0-1,-1-1 0,1 1 0,0-1 0,-1 0 1,1 0-1,-1 0 0,1 0 0,-1 0 1,1-1-1,-1 0 0,0 0 0,0 0 0,4-3 1,32-31-208,-32 29 242,-1 1 1,1-1 0,0 1 0,0 0 0,1 1 0,0 0-1,0 0 1,10-4 0,-17 9 268,-1 41 1698,0 46-1527,1-86-797,0-1 0,0 1 0,0 0 0,0-1 1,1 1-1,-1-1 0,0 1 0,0-1 0,0 0 0,0 1 1,1-1-1,-1 0 0,0 0 0,0 0 0,1 0 0,-1 0 0,0 0 1,3-1-1,25 0-5293,-7-6-1340,4-8-2091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22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4418,'0'0'14231,"22"31"-12004,-18-27-2195,0-1-1,1 0 0,-1-1 1,1 1-1,0-1 0,-1 0 0,1 0 1,0 0-1,0-1 0,0 0 1,0 0-1,1 0 0,6 0 1,65-1 92,-76-1-153,1 1-1,-1 0 1,0-1 0,0 1-1,1-1 1,-1 1 0,0-1-1,0 1 1,0-1 0,0 0-1,0 0 1,0 1 0,0-1-1,0 0 1,0 0 0,0 0-1,0 0 1,-1 0 0,1 0-1,0 0 1,-1-1 0,1 1-1,-1 0 1,1 0 0,-1 0-1,0-1 1,1 1 0,-1 0-1,0-1 1,0 1 0,0 0-1,0 0 1,0-1 0,0 1-1,0-2 1,0 0 11,0 1 0,-1-1 0,1 0 1,0 0-1,-1 1 0,0-1 0,1 0 0,-1 1 1,0-1-1,0 1 0,-1-1 0,1 1 0,0 0 1,-4-4-1,1 3 87,-1 1-1,0-1 1,0 1 0,0 0 0,0 1-1,0-1 1,0 1 0,0 0-1,0 0 1,-1 0 0,1 1 0,0 0-1,-1 0 1,1 0 0,-10 3 0,11-3 18,1 1 1,-1-1 0,0 1 0,0 0-1,1 1 1,-1-1 0,1 1 0,-1-1 0,1 1-1,0 0 1,-1 0 0,1 1 0,0-1-1,0 1 1,1-1 0,-1 1 0,1 0-1,-1 0 1,1 0 0,0 0 0,-3 6 0,1 6-68,0 1 0,1-1 0,1 1 0,1 0 0,0-1 0,2 22 0,-1-10-371,0-26 254,0 1 0,0-1 0,1 0 0,-1 0-1,0 0 1,0 1 0,1-1 0,-1 0 0,1 0 0,-1 0 0,1 0 0,-1 0 0,1 0 0,0 0 0,0 0 0,-1 0-1,1 0 1,0 0 0,0 0 0,0-1 0,0 1 0,0 0 0,2 1 0,0-1-307,1 1 0,0-1 0,-1 0 0,1 0-1,0 0 1,-1 0 0,1-1 0,4 1 0,3-1-942,0-1 0,0 1 0,0-1-1,0-1 1,11-3 0,16-12-2272,-3-5 505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22.4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2193,'0'0'12382,"2"-7"-10101,2-21-422,-3 21 558,0 43 259,0-33-2682,0 1 0,-1-1 0,1 1 0,1-1 0,-1 0 0,0 1-1,1-1 1,0 0 0,-1 0 0,1 0 0,0 0 0,1 0 0,2 3 0,-2-5-49,-1 0 0,1 0 0,-1 0 1,1 0-1,-1-1 0,1 1 0,0-1 1,-1 0-1,1 1 0,0-1 0,0 0 1,-1-1-1,1 1 0,0 0 0,-1-1 1,1 0-1,0 1 0,-1-1 0,1 0 1,2-2-1,6-1-23,0-2-1,0 0 1,0 0 0,-1-1-1,0 0 1,0-1-1,8-8 1,-18 44 5542,0-27-5528,0 0 0,0 1 0,0-1 0,0 0 0,1 0-1,-1 1 1,0-1 0,1 0 0,-1 0 0,1 0 0,-1 0 0,1 1-1,-1-1 1,1 0 0,0 0 0,0 0 0,-1 0 0,1 0-1,0 0 1,0-1 0,0 1 0,0 0 0,0 0 0,2 0-1,37 1-5512,1-8-4733,-8-7 1159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22.9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4866,'0'0'13441,"8"27"-11296,-5-23-2065,1-1-1,-1 1 1,1-1-1,0 0 0,0 0 1,1 0-1,-1 0 1,0-1-1,1 0 1,0 0-1,-1 0 1,1 0-1,6 1 1,3-1-23,-1 0 0,1 0 1,19-2-1,-31-37-110,-3 35 70,1 0 1,-1 0 0,0 0-1,1 0 1,-1 0 0,0 1-1,0-1 1,-1 0 0,1 1-1,0-1 1,0 1-1,-1-1 1,1 1 0,-1-1-1,0 1 1,1 0 0,-1 0-1,0 0 1,1 0 0,-1 0-1,0 0 1,0 1 0,0-1-1,0 0 1,0 1 0,0 0-1,0-1 1,0 1 0,-3 0-1,-3-1 384,0 0-1,0 0 0,0 1 1,0 0-1,1 1 0,-11 1 1,16-1-287,1 0 1,-1 0-1,1 0 0,-1 0 1,1 0-1,0 0 0,-1 1 1,1-1-1,0 1 0,0-1 1,0 0-1,0 1 1,0 0-1,0-1 0,0 1 1,0 0-1,1-1 0,-2 4 1,-6 31 884,4-5-606,2 52 0,2-67-472,0-15-8,1 1 0,-1 0 0,1-1 1,-1 1-1,1-1 0,0 1 0,0-1 0,0 1 1,0-1-1,0 0 0,0 1 0,0-1 0,0 0 0,0 0 1,1 0-1,-1 0 0,1 0 0,-1 0 0,0 0 1,1 0-1,-1 0 0,1-1 0,0 1 0,-1-1 0,1 1 1,0-1-1,-1 0 0,1 1 0,0-1 0,-1 0 1,3 0-1,67 1-5395,-54-1 3057,30 0-5277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23.6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2289,'0'0'12427,"0"-6"-10007,0-15-285,0 41 610,0 49 512,0 131-23,0 0-5510,4-182 931,0-11-2192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24.4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66 5234,'0'0'9453,"21"-5"-7991,5-2-1100,-2 1 3,1 1 1,0 1 0,32-1 0,108-8 1617,159-6 646,-289 19-2205,-17-1 111,-1 0 1,1 1-1,-1 1 0,1 1 0,0 1 0,-1 0 1,0 1-1,0 1 0,31 13 0,-36-13 146,-5-1 394,-6 15-683,0 15-134,-2-1 0,-11 63 0,-1-9-247,3 0 1,4 175 0,7-185-149,-1-76 44,-5-1-2,0 1 0,0-1 0,1 0 0,-1 0 0,0 0 1,0 0-1,-6-2 0,8 1 24,-242-15-1516,150 15 1457,1 5 0,-141 24 0,185-19 132,13-3 156,-53 17 0,77-23-156,12 0-84,17-16-9562,-11 12 7373,8-9-4698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25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 3105,'0'0'11640,"-1"4"-10079,-4 24-129,2 0 0,1 0 0,1 0 1,1 0-1,6 40 0,0 36-554,-6 671-275,-3-753-601,-4-17 229,6-6-260,0 0 0,0 0 0,0 0 0,0 0 0,0 0-1,1 0 1,-1-1 0,0 1 0,1 0 0,-1 0 0,1-1-1,-1 1 1,1 0 0,0-1 0,-1 1 0,1-1 0,0 1 0,0 0-1,0-1 1,0 1 0,1-3 0,0 2 2,0 0-1,0 1 1,0-1-1,1 0 1,-1 1 0,1 0-1,-1-1 1,1 1 0,0 0-1,-1 0 1,1-1 0,0 2-1,0-1 1,0 0 0,0 0-1,0 0 1,0 1 0,0-1-1,3 1 1,0-2-37,80-23-450,162-27 1,93 13 136,-221 27 170,-65 6 62,665-74-532,-451 52 2163,-248 21-764,-17 3 840,-15 2 1850,6 9-4488,6-6 169,-1 0 1,0 0-1,1 0 0,-1 0 1,0 1-1,0-1 0,0 0 1,0 0-1,0-1 0,0 1 1,0 0-1,0 0 0,0 0 0,-3 0 1,-3 0-6476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26.3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4018,'0'0'12331,"7"-1"-10488,-5 0-1706,-1 1-1,1 0 1,0-1 0,0 1-1,0 0 1,-1 0-1,1 0 1,0 1-1,0-1 1,-1 0-1,1 1 1,0-1-1,0 1 1,-1 0 0,1-1-1,0 1 1,-1 0-1,1 0 1,-1 0-1,1 0 1,-1 0-1,0 0 1,2 2-1,1 3 346,0-1 0,-1 2-1,1-1 1,-1 0-1,0 0 1,1 8 0,2 10 40,-1-1 1,-1 1 0,-1-1 0,-2 1 0,0 0-1,-4 37 1,1 2 438,2-63-787,2-18-118,0-1 0,-2 1 0,0-1 0,-5-33 0,1-17-403,4 45-33,-7-45 0,4 56 142,-1-5-1,3 32 340,1-11-91,1 0 0,0 0 0,0 0 0,0 0 0,0-1 1,0 1-1,1 0 0,-1-1 0,1 1 0,-1-1 0,1 1 0,0-1 1,0 0-1,0 0 0,1 0 0,2 2 0,47 35 79,-32-26-84,-18-12 34,0 0-1,1 0 0,-2 1 1,1-1-1,0 1 0,0-1 1,0 1-1,-1 0 0,1-1 0,-1 1 1,1 0-1,-1 0 0,0 0 1,0 0-1,0 0 0,0 1 0,0-1 1,0 0-1,-1 0 0,1 1 1,-1-1-1,1 0 0,-1 1 1,0-1-1,0 0 0,0 1 0,0-1 1,0 0-1,-1 1 0,1-1 1,-1 0-1,1 1 0,-1-1 0,0 0 1,0 0-1,0 0 0,0 0 1,-1 0-1,1 0 0,0 0 1,-1 0-1,1 0 0,-1-1 0,-2 3 1,-3 3 189,-1-1 1,0 0 0,0 0-1,0 0 1,-1-1 0,0-1-1,0 0 1,0 0 0,-15 4-1,23-7-439,-42 14 1081,27-1-3514,10 7-8555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27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5 1953,'0'0'10992,"0"0"-10886,0-1 1,0 1 0,0 0-1,0 0 1,0-1-1,0 1 1,0 0 0,-1 0-1,1 0 1,0-1 0,0 1-1,0 0 1,0 0 0,0 0-1,0 0 1,-1-1 0,1 1-1,0 0 1,0 0 0,0 0-1,-1 0 1,1 0-1,0 0 1,0-1 0,0 1-1,-1 0 1,1 0 0,0 0-1,0 0 1,0 0 0,-1 0-1,1 0 1,0 0 0,0 0-1,-1 0 1,1 0 0,0 0-1,-1 0 1,-3 6 458,0 0 1,1 1-1,-1-1 1,1 1-1,0-1 1,1 1-1,0 0 1,0 0-1,0 0 1,1 0-1,0 9 1,-2-5 11,-6 59 1719,3 0-1,6 133 1,2-86-1934,5 217 516,-7-334-961,0 0 0,1 0 0,-1 1 0,0-1 0,0 0 0,1 0 0,-1 0 0,0 0 1,1 1-1,-1-1 0,1 0 0,-1 0 0,0 0 0,1 0 0,-1 0 0,0 0 1,1 0-1,-1 0 0,1 0 0,-1 0 0,0 0 0,1 0 0,-1 0 0,0 0 0,1 0 1,-1 0-1,0-1 0,1 1 0,-1 0 0,0 0 0,1 0 0,-1 0 0,0-1 0,1 1 1,-1 0-1,0 0 0,0-1 0,1 1 0,-1 0 0,0-1 0,0 1 0,1 0 0,-1-1 1,0 1-1,0 0 0,0-1 0,0 1 0,0 0 0,0-1 0,1 1 0,-1-1 1,0 1-1,0 0 0,0-1 0,0 1 0,0 0 0,0-1 0,-1 0 0,22-51-9857,-2 18-11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27.6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1 720,'0'0'13257,"0"5"-10818,14 86 5209,-6 103-2082,22 99-3204,-20-198-2102,3-4-713,-8-74-1733,-4-16 1625,-1 0-1,1 0 1,0-1-1,0 1 1,0 0-1,1-1 1,-1 1-1,0-1 1,0 1-1,0-1 1,0 1-1,0-1 1,1 0-1,-1 0 1,0 0-1,0 1 1,1-1-1,1-1 1,16 1-7483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28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1521,'0'0'14849,"0"3"-11243,0 18-1881,2 207 5878,3-119-6134,21 120-1,-11-159-1506,4 24 111,-18-31-6497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29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4034,'0'0'10087,"8"-4"-4698,3-3-3361,-8-2-1022,0 1 1996,-1 18-1418,-3 93 821,21 160 0,12 57-1648,-30-251-4447,-1 0-4001,13-69-7814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30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5 3906,'3'-2'16258,"8"0"-11939,-18 414 1562,0 6-3801,7-416-2061,0 0-6,0 0 0,0 0 1,-1-1-1,1 1 0,0 0 0,1 0 1,-1-1-1,0 1 0,0 0 0,1-1 0,-1 1 1,1 0-1,0-1 0,-1 1 0,1-1 0,0 1 1,0 0-1,0-1 0,0 0 0,0 1 1,0-1-1,2 2 0,5 42-1331,-9-44 1017,1 0 0,0 1-1,-1-1 1,1 0 0,-1 0 0,1 1-1,-1-1 1,0 0 0,1 0 0,-1 0-1,0 0 1,0 0 0,0 0 0,0 0-1,0 0 1,0 0 0,0-1 0,0 1-1,0 0 1,0 0 0,-1-1 0,-1 1-1,-31 11-7920,7-7-1417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31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1024,'0'0'3914,"7"0"-3876,38-4 4,-24 0 14390,-28 11-10598,-3 8-5281,4-6 1651,1 0 1,0 1 0,0-1-1,1 1 1,0 0 0,1 0 0,0 0-1,1 0 1,0 1 0,-1 12-1,3-22-200,1-1-1,-1 1 0,1-1 1,-1 1-1,0 0 1,1-1-1,0 0 0,-1 1 1,1-1-1,-1 1 0,1-1 1,-1 0-1,1 1 1,0-1-1,-1 0 0,1 1 1,0-1-1,-1 0 0,1 0 1,0 0-1,0 0 1,-1 0-1,1 0 0,0 0 1,-1 0-1,2 0 0,28 0 47,-22 0-20,0 0-22,-1 0-1,1 0 0,-1-1 1,0 0-1,1 0 1,-1-1-1,0 0 0,0 0 1,0-1-1,10-4 1,-14 5-18,0-1 0,0 1 0,0-1 0,-1 0 1,1 1-1,-1-1 0,1 0 0,-1 0 0,0-1 1,0 1-1,-1 0 0,1-1 0,-1 1 0,1-1 0,-1 1 1,0-1-1,0 0 0,-1 0 0,1 1 0,-1-1 1,0 0-1,0-6 0,0 6 5,0 1-1,0-1 1,-1 1-1,1-1 1,-1 1-1,1 0 1,-1-1-1,0 1 1,-1-1 0,1 1-1,0 0 1,-1 0-1,0 0 1,0 0-1,0 0 1,0 0-1,0 1 1,-4-4 0,3 3 91,-1 1 1,0-1 0,0 1 0,0 0 0,0 0 0,0 1 0,-1-1 0,1 1 0,0 0 0,-1 0 0,1 0 0,-1 1 0,1-1 0,-7 2 0,10-1-81,1 0 1,-1 0 0,0 0 0,1 0 0,-1 0 0,0 0 0,1 1 0,-1-1-1,0 0 1,1 1 0,-1-1 0,1 0 0,-1 1 0,1-1 0,-1 0 0,1 1-1,-1-1 1,1 1 0,-1-1 0,1 1 0,-1 0 0,1-1 0,0 1-1,-1-1 1,1 1 0,0 0 0,0-1 0,-1 1 0,1-1 0,0 1 0,0 0-1,0-1 1,0 1 0,0 0 0,0 0 0,0-1 0,0 1 0,0 1 0,2 11-3037,18-7-15522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31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8724,'0'0'13862,"1"12"-12221,12 183 2305,-13-193-4001,0-1-1,0 0 1,0 0 0,0 0 0,0 0 0,0 0-1,0 1 1,1-1 0,-1 0 0,0 0-1,1 0 1,-1 0 0,1 0 0,-1 0-1,1 0 1,0 0 0,-1 0 0,1 0-1,0 0 1,0 0 0,-1-1 0,1 1 0,0 0-1,0 0 1,0-1 0,0 1 0,2 0-1,31 3-7688,-31-4 6849,12 0-6591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34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4706,'0'0'12024,"1"0"-11835,0 0-1,-1-1 1,1 1-1,0 0 1,0 0-1,0-1 0,-1 1 1,1 0-1,0 0 1,0 0-1,0 0 1,0 0-1,-1 0 1,1 0-1,0 0 1,0 1-1,0-1 0,0 0 1,-1 0-1,1 1 1,1 0-1,3 25 1085,0 1 1,-2 0-1,-1 33 0,-1-68-1323,1-1 0,0 1-1,1 0 1,-1 0 0,2 1 0,-1-1 0,1 1-1,0-1 1,1 1 0,-1 0 0,1 1-1,1-1 1,-1 1 0,1 0 0,0 1-1,1-1 1,-1 1 0,1 0 0,0 1-1,0-1 1,1 2 0,-1-1 0,11-3-1,-17 7 107,-1 0 0,1 1 0,0-1 0,0 0 0,0 0 0,0 1 0,0-1 0,0 0 0,0 1 0,0-1 0,0 1 0,-1-1 0,1 1 0,0-1 0,0 1 0,-1 0 0,1-1 0,0 1 0,-1 0 0,1 0 0,-1-1 0,1 1 0,-1 0 0,1 0 0,-1 0 0,0 0 0,1 0 0,-1 0 0,0 0 0,1 0 0,-1-1 0,0 1 0,0 0 0,0 0 0,0 0 0,0 0 0,-1 2 0,2 48 1263,-2-37-721,1 45 341,0-58-1050,1 0 1,-1-1-1,1 1 0,-1-1 0,1 1 1,-1 0-1,1-1 0,-1 1 1,1-1-1,0 1 0,-1-1 1,1 0-1,0 1 0,0-1 0,-1 0 1,1 1-1,0-1 0,0 0 1,-1 0-1,1 1 0,0-1 0,0 0 1,0 0-1,-1 0 0,1 0 1,0 0-1,1-1 0,31 1-5205,-24 0 2714,17 0-5050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34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1056,'0'0'19906,"19"-3"-18274,91-8 756,-43 9-5416,-65 2 2187,0 0-1,0 0 1,0-1-1,0 1 1,0 0 0,0-1-1,-1 1 1,1-1-1,0 1 1,0-1 0,0 0-1,2-2 1,10-7-8398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34.9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11973,'0'0'16056,"0"120"-14279,0-95-865,0-3-480,0 1-352,0-3-80,0 1-576,0 1-897,0-2-1280,0 1-2017,0-3-4482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48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0,'4'6'14179,"-1"9"-13074,4 465 5589,-7-297-4809,0-155-4039,0-131-10578,0 71 6876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0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1 165 352,'0'0'5384,"0"-11"-1785,124 9 4020,-79-1-7109,-1-2 1,49-12 0,329-71 626,-310 71-569,206-5 0,-197 22 275,-120 0-141,-1 22 373,-14 352 2265,14-18-1627,5-332-1603,-5-21-233,-5-5-46,-9-5 12,2 3 118,0 1-1,1 0 1,-1 0 0,0 1 0,-1 0 0,-21 1-1,4 1-32,-51 8 0,-302 70-112,362-73 192,-291 64 467,251-66 1152,60-3-1059,-1 0-487,-7 0-15,7 0 887,0 0-969,-48 2 308,35 0-3961,-1-2-7169,4 0 796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1.6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481 210 4530,'0'0'6486,"-8"-19"-5048,-25-63-203,29 75-1008,1 0 0,-1 0 0,0 1 0,-1-1-1,0 1 1,0 0 0,0 0 0,0 0 0,-1 1 0,0 0 0,0 0 0,-1 0 0,0 1 0,1 0-1,-1 0 1,0 1 0,-1 0 0,1 0 0,-1 1 0,1 0 0,-1 0 0,0 1 0,0-1 0,1 2-1,-1-1 1,-12 2 0,11-1-99,-1 1 0,0 0 0,1 1 0,-1 0 0,1 1 0,-1 0 0,1 0 0,0 1 0,0 0 0,1 1 0,-1 0 0,1 0 0,0 1 0,0-1 0,1 2 1,0-1-1,0 1 0,0 1 0,-7 10 0,3 1 83,0 1 1,2 0 0,1 1 0,0-1-1,2 2 1,0-1 0,1 1-1,1-1 1,1 1 0,0 32 0,1 221 1285,3-152-777,-1-98-632,1 1 1,1-1 0,1 1 0,1-1 0,1 0-1,13 38 1,-13-54-1543,-7-16-3275,-1-9 2506,2 10 1025,-1-1-1,0 1 1,0 0 0,-1 0-1,0 1 1,-4-9 0,-13-15-4429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1.8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1 142 2673,'0'0'13863,"67"-25"-11927,-26 19-175,13-6-112,-6-1-512,6 2-433,0-3-496,0 3-208,-6-1-48,-1-1-832,-6 2-1474,-14 2-1471,-7 4-3907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2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0 172 5539,'0'0'15335,"9"7"-13839,28 21-271,-34-26-1078,-1 1 1,0-1 0,0 1-1,0-1 1,-1 1 0,1 0-1,-1 0 1,1-1 0,-1 1-1,0 0 1,0 0 0,0 1-1,-1-1 1,1 0 0,-1 0-1,0 0 1,0 0 0,0 6-1,0-7-92,0-2 100,-2 0-142,1 0 1,-1-1 0,0 0 0,1 1-1,-1-1 1,1 0 0,-1 0 0,1 0-1,0 0 1,-1 0 0,1 0 0,0 0-1,0 0 1,0 0 0,-1-1 0,1 1-1,1-1 1,-1 1 0,0 0 0,0-1-1,0 1 1,1-1 0,-1 0 0,1 1 0,-1-1-1,1 0 1,0 1 0,0-1 0,-1 0-1,1-2 1,-3-62-4,3 57 20,0-8 10,1 0 1,0 0-1,4-18 0,-4 32-39,0-1 0,0 0 0,0 0 0,0 0 0,0 1 0,1-1 0,0 1 0,0-1 0,0 1 0,0 0 0,0-1 0,1 1 0,-1 0 0,1 1 1,0-1-1,0 0 0,0 1 0,0-1 0,5-1 0,-7 3-151,0 1 0,0 0 0,-1 0 0,1-1 0,0 1 1,0 0-1,0 0 0,0 0 0,-1 0 0,1 0 0,0 0 0,0 1 0,0-1 1,0 0-1,-1 0 0,1 0 0,0 1 0,0-1 0,-1 0 0,1 1 0,0-1 0,0 1 1,-1-1-1,1 1 0,-1-1 0,2 2 0,17 22-5593,-3-3-3214,3-7 446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2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56 4578,'0'0'16170,"-12"2"-14745,-40 8-214,50-10-1162,0 1 1,0 0-1,1 0 1,-1 0-1,1 0 1,-1 1-1,1-1 1,-1 0-1,1 1 1,-1-1-1,1 0 0,0 1 1,0 0-1,0-1 1,0 1-1,0 0 1,0-1-1,1 1 1,-1 0-1,0 0 1,1 0-1,-1 0 0,1 0 1,0 0-1,0-1 1,0 1-1,0 0 1,0 0-1,0 0 1,0 0-1,1 0 0,-1 0 1,1 0-1,0 2 1,0 10 9,0-13-54,0 0-1,0-1 1,0 1-1,0 0 1,0 0-1,0 0 1,0-1-1,0 1 1,1 0-1,-1-1 1,0 1 0,0-1-1,1 0 1,-1 1-1,0-1 1,1 0-1,-1 0 1,0 0-1,1 0 1,-1 0-1,0 0 1,2 0-1,36-3 34,-36 1 19,0 0 0,1 0 0,-1-1 1,0 1-1,0 0 0,0-1 0,-1 0 0,1 0 1,-1 0-1,1 0 0,-1 0 0,0 0 1,0-1-1,-1 1 0,1-1 0,-1 1 1,1-1-1,-1 0 0,0 1 0,0-1 1,0-8-1,-1 10-15,1-1 0,-1 0-1,0 0 1,0 0 0,0 1 0,0-1 0,-1 0 0,1 0 0,-1 1 0,0-1 0,1 0-1,-1 1 1,0-1 0,-1 0 0,1 1 0,0 0 0,-1-1 0,1 1 0,-1 0 0,0-1-1,0 1 1,0 0 0,0 1 0,0-1 0,0 0 0,-1 0 0,1 1 0,0 0 0,-5-3-1,6 4-225,1 0-1,0 0 1,-1 0-1,1 0 1,-1 0-1,1 0 0,0 0 1,-1 1-1,1-1 1,0 0-1,-1 0 1,1 0-1,0 0 1,-1 0-1,1 1 0,0-1 1,-1 0-1,1 0 1,0 1-1,0-1 1,-1 0-1,1 0 0,0 1 1,0-1-1,-1 0 1,1 1-1,0-1 1,0 0-1,0 1 1,0-1-1,-1 0 0,1 1 1,0-1-1,0 0 1,0 1-1,0-1 1,0 1-1,0-1 0,0 0 1,0 1-1,0-1 1,0 1-1,0-1 1,0 23-5697,1-18 2485,-1 8-4461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2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0 0 3394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3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3394,'51'9'1677,"2"0"240,-1-7 5571,-50-1-6971,-1-1 0,1 1 1,0 0-1,0 0 0,-1-1 0,1 1 0,0 0 1,-1 0-1,1 1 0,-1-1 0,1 0 1,-1 0-1,0 1 0,0-1 0,1 1 0,-1-1 1,0 1-1,0 0 0,0 1 0,0-1-384,0-1-1,0 1 1,0 0-1,0-1 1,0 1 0,1-1-1,-1 1 1,0-1-1,1 0 1,-1 1-1,1-1 1,-1 0-1,1 0 1,0 0-1,-1 0 1,1 0 0,0-1-1,0 1 1,2 0-1,-1-3-160,0 1 0,1-1 1,-1 0-1,0-1 0,0 1 0,0 0 0,0-1 0,-1 0 0,1 0 0,-1 0 0,1 0 1,-1 0-1,0 0 0,2-5 0,15-16-138,-17 21 181,0 1 1,0 0-1,0 0 0,1 1 1,-1-1-1,1 0 0,-1 1 1,1-1-1,0 1 0,0 0 1,2-1-1,-3 2 348,-2 6-264,1 0 1,0 0-1,0 0 1,1-1-1,0 1 1,0 0-1,0-1 1,1 0-1,0 1 1,4 6-1,19 16-1567,-24-27 933,0 1 1,0-1 0,0 0-1,0 0 1,0 0 0,0 0-1,0 0 1,0-1 0,0 1-1,1-1 1,-1 1 0,4-1-1,9 0-4515,4 0-1673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3.4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2881,'0'0'16875,"5"22"-14319,3 23-467,-1 0 1,0 58 0,-7 111 31,34-212-4186,-26-1 1189,-1-1 1,1-1-1,-1 1 0,1-1 0,-1-1 1,14-3-1,-18 3 1,1 1 0,-1-1-1,0 0 1,0 0 0,0 0 0,0 0 0,-1-1 0,1 1 0,-1-1 0,5-4 0,6-13-5971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3.6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7988,'0'0'15159,"149"-29"-14519,-94 22-448,-8 5-160,-6-2-32,-7 4-2081,6 0-1553,-6 0-5042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6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3298,'0'0'5906,"61"0"-5778,-55 0-48,8 0-80,-7 0-80,6 0-736,1 0-1073,6 3-1617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6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6019,'0'0'6019,"54"-2"-6003,-40 2-16,-1 0-961,7 0-848,1 0-448,-1 0-848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7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2897,'0'0'10165,"34"-9"-10069,-20 9-96,-1 0-16,14 0-912,1 0-977,-1 0-1217,7 0-655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7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4386,'0'0'9156,"115"-23"-8612,-101 23-95,6 0-449,7 0-32,-7 0-1073,7 0-1264,7 0-624,0 0-2498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7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54 3394,'0'0'14710,"0"-11"-14342,0 9-207,0-1-161,0-1-513,0-3-1087,0 0-1586,-7-2-1312,7-2-656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7.6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1 186 3025,'0'0'12278,"0"-93"-12118,0 80-96,0 1-64,0 1-880,0-5-1073,0 5-1089,0-3-191,0-1 288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7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21 165 3618,'0'0'7235,"0"-75"-6819,-7 66-224,7 3-176,0-6-16,-6-1-688,6-3-1841,-7-2 336,7 2-1409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8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96 4434,'0'0'9060,"7"-50"-8852,-7 48-192,0-1-16,0-1-384,0-1-224,0 3-641,0-2-576,0-1-175,0 1-161,0-3-177,0-2-415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59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74 1713,'0'0'8070,"-2"-7"-7187,0 0-630,-13-24 914,14 29-963,1 0 1,-1 1-1,1-1 1,-1 0-1,1 1 1,0-1 0,-1 0-1,1 1 1,0-1-1,0 0 1,0 0-1,1 1 1,-1-3 0,1 1 2910,-6 21-1675,3-11-1356,-1 0 0,-1 0-1,1 0 1,-1 0 0,0-1 0,-1 0 0,1 0-1,-1 0 1,-1 0 0,1-1 0,-1 1 0,-9 5 0,-12 9 35,-47 24 1,44-27 16,9-5-93,23-14 80,36-23 134,-17 11-256,8-6-21,-1-1 0,-1-1 0,45-50 0,-71 71 69,-1 0 0,0 1 0,1-1 1,0 0-1,-1 0 0,1 0 0,-1 1 0,1-1 0,0 0 1,0 1-1,-1-1 0,1 1 0,0-1 0,0 0 1,0 1-1,0 0 0,0-1 0,0 1 0,-1 0 1,1-1-1,0 1 0,0 0 0,0 0 0,0 0 1,0 0-1,0 0 0,0 0 0,0 0 0,0 0 0,0 0 1,0 0-1,0 1 0,2-1 0,17 28 1988,-18-23-2139,2 1 292,0 0 1,1 0 0,-1 0-1,1 0 1,1-1 0,-1 0-1,1 0 1,9 7 0,-7-6 16,33 32 1965,-41-38-2275,0 0 1,0 1-1,0-1 0,0 0 0,1 0 1,-1 1-1,0-1 0,0 0 1,0 0-1,0 1 0,0-1 1,0 0-1,0 1 0,0-1 1,0 0-1,0 0 0,0 1 0,0-1 1,0 0-1,0 1 0,-1-1 1,1 0-1,0 0 0,0 1 1,0-1-1,0 0 0,0 0 0,0 1 1,-1-1-1,1 0 0,0 0 1,0 0-1,0 1 0,-1-1 1,1 0-1,0 0 0,0 0 1,-1 0-1,1 1 0,-1-1 0,-17 15-4852,-2 1-3813,2-3 295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1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0 154 5491,'0'0'12058,"2"-7"-11569,-1 4-421,1 1 0,-1-1 0,1 1 0,-1-1 1,1 1-1,0-1 0,0 1 0,0 0 1,0 0-1,0 0 0,1 0 0,2-2 0,-4 4-44,0-1-1,0 1 1,0-1-1,0 1 1,0 0-1,1-1 1,-1 1-1,0 0 1,0 0-1,0 0 0,0 0 1,0 0-1,0 0 1,1 0-1,-1 0 1,0 1-1,0-1 1,0 0-1,0 1 1,0-1-1,0 1 0,0-1 1,0 1-1,0-1 1,0 1-1,0 0 1,0-1-1,0 1 1,-1 0-1,1 0 0,0-1 1,0 1-1,-1 0 1,1 0-1,0 0 1,-1 0-1,1 0 1,-1 0-1,0 0 1,1 0-1,-1 1 0,0-1 1,0 0-1,1 1 1,19 69 958,-21-105-895,0 19-78,1 0 0,0-1 1,5-29-1,-5 42 10,1-1 1,0 0-1,0 1 1,1-1-1,-1 1 1,1-1-1,-1 1 1,1 0-1,0 0 0,1-1 1,-1 2-1,0-1 1,1 0-1,0 0 1,-1 1-1,1-1 1,0 1-1,0 0 1,1 0-1,-1 0 0,4-1 1,-1 0-11,0 0 0,1 1 0,-1 0 0,0 0 1,1 1-1,-1-1 0,1 2 0,0-1 0,-1 1 0,1 0 0,0 0 1,-1 0-1,11 3 0,-16-2 14,0 0 0,1 0 0,-1 1 0,0-1-1,0 0 1,0 1 0,0-1 0,0 0 0,0 1 0,-1-1 0,1 1 0,0-1 0,-1 1 0,1 0 0,-1 1 0,13 21-2446,3-17-6275,-4-7 1988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1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95 3522,'0'0'8508,"15"6"-7316,-11-4-1211,13 5 748,0-1-1,35 8 1,-47-13-615,0 0 1,0 0-1,1 0 1,-1-1-1,1 0 1,-1 0 0,0-1-1,1 1 1,-1-1-1,0 0 1,0 0-1,0-1 1,0 0-1,0 0 1,0 0 0,0 0-1,6-5 1,-7 4-85,-1 0 0,1 0 1,-1 0-1,0 0 0,0-1 1,0 1-1,-1-1 0,1 0 1,-1 0-1,0 0 1,0 0-1,0 0 0,1-8 1,-3 10-6,1 0 1,-1 0 0,0 0 0,-1 1 0,1-1 0,0 0 0,0 0-1,-1 0 1,1 1 0,-1-1 0,0 0 0,1 0 0,-1 1 0,0-1 0,0 1-1,0-1 1,0 1 0,0-1 0,-1 1 0,1 0 0,0-1 0,-1 1-1,1 0 1,-1 0 0,1 0 0,-1 0 0,1 0 0,-1 0 0,0 0 0,1 1-1,-1-1 1,0 1 0,0-1 0,0 1 0,1 0 0,-4-1 0,-8-1 153,0 0 0,-1 0 0,1 1-1,-1 1 1,1 0 0,0 1 0,-1 1 0,1 0 0,-24 7 0,32-8-60,0 1 0,0-1 0,0 1 0,0 0 0,1 0-1,-1 1 1,1 0 0,-1-1 0,1 2 0,0-1 0,0 0 0,1 1 0,-1-1 0,1 1-1,0 0 1,0 1 0,0-1 0,0 0 0,1 1 0,-1-1 0,1 1 0,0 0-1,1 0 1,-1 0 0,1 0 0,0 0 0,0 0 0,0 8 0,1-6-60,1 0-1,-1 0 1,1 1 0,0-1 0,1 0 0,-1 0 0,2-1 0,-1 1-1,1 0 1,0-1 0,6 11 0,-7-13-172,1-1 0,0 1-1,1-1 1,-1 0 0,1 1 0,-1-2-1,1 1 1,0 0 0,0-1 0,0 1 0,0-1-1,0 0 1,1-1 0,-1 1 0,1-1 0,-1 0-1,1 0 1,-1 0 0,8 0 0,58 0-4698,-62-1 3513,-1-1-1,1 0 1,-1 0-1,1-1 0,-1 0 1,0 0-1,11-6 1,16-12-5343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2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1 5539,'0'0'12944,"-9"0"-11653,2 0-1069,0 1 0,0 0 0,1 0 0,-1 1-1,1-1 1,-1 2 0,1-1 0,-1 1 0,1 0-1,0 0 1,0 0 0,-7 7 0,8-7-99,2 0-1,-1 1 1,0 0 0,0-1 0,1 1-1,0 0 1,0 1 0,0-1 0,1 1-1,-1-1 1,1 1 0,0 0 0,0-1-1,1 1 1,-1 0 0,1 1 0,0-1-1,1 0 1,-1 7 0,1-10-117,-1 0 0,1 1 0,0-1 0,1 0 0,-1 0 0,0 0 0,1 0-1,-1 0 1,1 0 0,-1 0 0,1 0 0,0 0 0,0 0 0,0 0 0,0 0 0,0 0 0,1-1 0,-1 1 0,0 0 0,1-1 0,2 3 0,0-2-18,-1-1 0,1 1 1,-1-1-1,1 0 0,0 0 1,0 0-1,-1-1 1,1 1-1,0-1 0,7 0 1,-4-1-87,-1 0 0,0 0 0,1 0 1,-1-1-1,0 1 0,0-2 0,0 1 1,-1-1-1,1 0 0,0 0 0,-1 0 1,0-1-1,0 0 0,0 0 0,0 0 1,-1 0-1,1-1 0,-1 0 0,0 0 1,-1 0-1,6-10 0,-7 11 252,1-1 0,-1 0 0,0 0 0,0 0 0,-1-1 0,0 1 0,0 0 0,0-1 0,0-7 1291,-1 50-1210,0-32-421,0 0 1,0 0-1,0 0 1,0 0-1,1 0 1,0 0 0,0 0-1,1 0 1,-1 0-1,4 7 1,-3-10-261,0 0 1,0 0 0,0 0-1,0 0 1,1 0 0,-1-1-1,0 1 1,1-1 0,-1 1-1,1-1 1,-1 0 0,1 0-1,0 0 1,0 0 0,-1 0-1,1-1 1,0 1 0,0-1-1,0 0 1,5 0 0,18 0-4782,1 0-87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2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3 203 5699,'0'0'11480,"7"11"-10085,20 38-235,-26-46-1009,0 0 1,1 0-1,-1 0 0,0 1 0,0-1 0,-1 0 0,1 1 0,-1-1 1,0 0-1,0 1 0,0-1 0,-1 7 0,0 3 1553,-36-16-920,36-1-765,0 1 0,0-1-1,0 0 1,0 0 0,1 0-1,0 0 1,-1 0 0,1 0 0,1 0-1,0-6 1,0-4 5,-1-4 7,-1 10-33,0 0 0,1 0 0,0 0 0,1 0 0,0 0 0,0 0 0,0 0-1,1 0 1,1 1 0,-1-1 0,1 1 0,0-1 0,9-13 0,-3 9-58,0 0 0,1 0-1,1 1 1,0 1-1,0 0 1,20-13 0,-24 19-328,-1 0 0,1 1 0,0 0 0,0 0 0,1 0 0,-1 1 0,0 1 0,1-1 0,-1 1 0,1 0 0,-1 1 0,1 0 0,0 0 0,-1 0 0,9 2 0,3 6-5166,-5 8-2519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3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6131,'0'0'9562,"4"15"-7948,7 42 313,-2 0 0,1 77 0,-9 134 1005,-2-143-4282,1-124 1060,-1-1 0,1 0 0,0 1 1,-1-1-1,1 0 0,-1 1 0,0-1 0,1 0 1,-1 0-1,1 0 0,-1 0 0,1 0 0,-1 1 0,1-1 1,-1 0-1,1 0 0,-1 0 0,0 0 0,1-1 0,-1 1 1,1 0-1,-1 0 0,1 0 0,-1 0 0,1-1 1,-1 1-1,1 0 0,-1 0 0,1-1 0,-1 1 0,1 0 1,-1-1-1,1 1 0,-1 0 0,1-1 0,0 1 0,-1-1 1,1 1-1,0-1 0,-1 0 0,-7-20-5494,-4-7-275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4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447 244 6515,'0'0'9207,"23"-6"-7879,6-5-886,-15 6-223,0 1 1,1 0 0,-1 0-1,1 2 1,0 0 0,0 0-1,17 2 1,244-8 1446,499-77 0,-694 70-1666,48-9-119,150-48 1,-278 72 1724,-1 3-721,-1 29 1014,-11 53-1,6-52-807,-2 58 0,1 265 862,1 98-1953,6-454-17,0 1-1,0-1 1,0 0 0,0 1-1,0-1 1,0 0 0,0 1-1,0-1 1,0 0 0,0 1-1,0-1 1,0 0 0,0 1-1,0-1 1,0 0-1,0 1 1,0-1 0,-1 0-1,1 1 1,0-1 0,0 0-1,0 1 1,-1-1 0,1 0-1,0 0 1,0 1 0,0-1-1,-1 0 1,1 0 0,0 1-1,-1-1 1,1 0 0,0 0-1,-1 0 1,1 0 0,0 1-1,0-1 1,-1 0 0,1 0-1,0 0 1,-1 0 0,1 0-1,-1 0 1,1 0-1,0 0 1,-1 0 0,1 0-1,0 0 1,-1 0 0,1 0-1,0 0 1,-1 0 0,1-1-1,0 1 1,-1 0 0,1 0-1,-10-1-180,-308-5-2817,-352 30 2021,213-3 1334,167-6 342,-84 1 515,371-16-1163,32 0-799,79-8-316,-34-3-3463,-33 5-1498,-8 0-1473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5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2993,'0'0'15864,"68"-32"-14264,-48 28-287,7-1-417,-6 5-287,12 0-449,1 0-128,7 0-32,6 0-1041,14 0-816,7 0-1808,7-9-2386,13-6-1120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5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2209,'0'0'19593,"129"-7"-19129,-95 7-208,-7 0-256,13 0-384,-6 0-624,14 0-1425,-1 0-2049,14 0-785,-7 0-1408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5.4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7203,'0'0'8660,"128"-20"-8564,-107 18 16,-1 2-112,7 0-1376,0 0-785,7 0-1953,7 0-2001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5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8516,'0'0'9636,"88"-20"-9636,-74 20-1024,13 0-1841,0 0-1233,7-3-1505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5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3650,'0'0'10004,"149"-25"-8579,-122 25-465,0 0-63,-6 0-897,-8 0-240,8 0-1329,-8 0-2289,7 0-1408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6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33 3153,'0'0'17000,"-27"0"-17000,27-3-112,0-3-1393,0-3-1872,0-5-2258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6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7 274 5491,'0'0'11189,"-6"-127"-10677,6 107-400,0 0-112,0-3-752,0 1-1762,0-8-1247,0-1-1426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6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61 334 6243,'0'0'6691,"-6"-115"-4738,6 93-1665,0-1-208,0 0-80,0 8-208,0-6-865,0 1-687,-7 2-65,-7-5 112,1-1-2561,-8-6-48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6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89 452 1489,'0'0'9172,"-28"-135"-6419,28 105-912,0 3-432,0 2-849,0-2-256,0 5-224,0-3-80,0 2 0,-6 1-512,-8 1-273,1-3-1071,-1 1-1090,7 0-1408,0-1 1809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32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7780,'0'0'9897,"10"-3"-9486,1 1-264,6-3 173,0 2-1,0 0 0,1 0 0,0 2 0,27 1 1,-44 4-125,0 0 1,0 0-1,-1 0 1,0 1-1,1-1 1,-2 0 0,1 6-1,-1-6 15,0 2-68,0 1 0,-1 0 0,0-1 0,0 1 0,0-1 1,-1 1-1,0-1 0,0 0 0,-1 0 0,0-1 0,0 1 0,0-1 0,-1 1 1,-7 5-1,7-6-21,0 1 1,0-1 0,0 1-1,0 0 1,1 0 0,0 1-1,0-1 1,1 1-1,0 0 1,0 0 0,1 0-1,-1 0 1,2 0 0,-3 14-1,46-19 245,-32-2-414,7 1-231,1-2-1,-1 0 0,25-5 1,-36 5-612,0-1 0,1 0 0,-1-1 1,-1 1-1,1-1 0,0 0 1,9-8-1,6-4-6451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8:33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23 8148,'0'0'9143,"21"-3"-7551,3-4-1165,-12 4-176,0 0-1,-1 1 0,1 0 1,0 1-1,20 0 0,-31 1-195,0 0-1,0 1 0,0-1 0,-1 0 1,1 1-1,0-1 0,0 0 1,0 1-1,-1 0 0,1-1 1,0 1-1,0-1 0,-1 1 1,1 0-1,0-1 0,-1 1 1,1 0-1,-1 0 0,1 0 0,-1-1 1,1 1-1,-1 0 0,0 0 1,0 0-1,1 0 0,-1 0 1,0 0-1,0 0 0,0 0 1,0 0-1,0 0 0,0-1 1,0 1-1,0 0 0,0 0 0,0 0 1,-1 0-1,1 0 0,0 0 1,0 0-1,-1 0 0,0 1 1,0 2 84,0 0 1,0-1 0,-1 1 0,1 0 0,-1 0 0,0-1 0,0 1-1,0-1 1,0 1 0,-4 3 0,-8 5 474,0 0 1,-1 0-1,-1-1 1,0-1-1,-29 13 1,78-8-735,-25-13 43,0 0-1,0 1 1,0 0-1,-1 0 1,0 1 0,1 0-1,-1 0 1,0 1 0,-1 0-1,9 7 1,-11-7 69,-1-1 1,0 0-1,0 1 1,0 0-1,0 0 1,-1 0-1,1 0 1,-1 0-1,-1 0 1,1 0-1,-1 1 0,0-1 1,0 1-1,0-1 1,-1 1-1,0 5 1,0-9 38,-1 0 0,0 0 0,1 0 1,-1-1-1,0 1 0,0 0 0,0 0 0,0-1 0,0 1 1,0 0-1,0-1 0,-1 1 0,1-1 0,0 0 0,-1 1 1,1-1-1,-1 0 0,0 0 0,1 0 0,-1 0 1,0 0-1,0 0 0,-3 1 0,-53 16 1397,46-15-1131,-26 4 591,9-1-2045,10-2-5028,25-5-2141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7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1 313 3762,'0'0'8211,"27"-134"-7954,-14 110 959,-6-1-944,-7 4 625,0 8-817,0-1-80,0-2 0,0 5-128,0 0-641,0 2-399,0 4-433,0-4-1280,0 0-865,0-2 945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7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0 172 4370,'0'0'10757,"27"-124"-10293,-27 115-288,0 2-64,0 0-112,0 3-32,0 1-1168,0 1-609,0-2 448,0-1-3505,0-2 560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08.3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 39 3810,'0'0'10295,"1"-8"-9124,0 5-966,2-19 104,-2 16 46,0 11 510,-1-3-829,-1 1-1,0-1 1,1 0-1,-1 1 1,0-1-1,0 0 1,0 0-1,-1 0 1,1 1 0,0-1-1,-1-1 1,0 1-1,1 0 1,-1 0-1,0 0 1,-2 1-1,-43 32 1038,14-12-490,-16 18 267,16-14-351,-45 47 1,71-62-469,7-11-23,0 0 0,0 0 0,0 0 0,-1 0 0,1 0 0,0 0 0,-1-1 0,1 1 0,-1 0-1,1 0 1,-1-1 0,1 1 0,-1 0 0,0-1 0,1 1 0,-1 0 0,0-1 0,0 1 0,1-1 0,-1 1 0,0-1 0,-1 1-1,2-2 0,-1 1-1,1-1 0,0 0 0,0 0 1,0 0-1,0 0 0,0 1 1,0-1-1,0 0 0,0 0 0,1 0 1,-1 1-1,0-1 0,0 0 0,1 0 1,-1 1-1,0-1 0,1 0 0,-1 0 1,1 1-1,-1-1 0,1 0 0,-1 1 1,1-1-1,1 0 0,125-69-393,-109 58 337,-2-1-1,1-1 0,-2 0 1,0-2-1,25-30 0,-40 45 74,0 1-1,1-1 1,-1 1-1,0-1 0,0 1 1,1-1-1,-1 1 1,1 0-1,-1-1 1,0 1-1,1-1 1,-1 1-1,1 0 0,-1-1 1,1 1-1,-1 0 1,1 0-1,-1-1 1,1 1-1,-1 0 1,1 0-1,-1 0 0,1 0 1,-1 0-1,1 0 1,-1 0-1,1 0 1,0 0-1,-1 0 1,1 0-1,-1 0 0,1 0 1,-1 0-1,1 0 1,-1 0-1,1 1 1,-1-1-1,1 0 1,-1 0-1,1 1 0,-1-1 1,1 0-1,-1 1 1,0-1-1,1 1 1,9 10 393,-1 0 0,-1 1 0,0 0-1,12 26 1,-12-23-71,0 0-1,1 0 1,13 16-1,-13-18-88,1-1-1,1-1 0,0 0 1,0 0-1,1-1 0,0 0 0,1-1 1,0-1-1,27 14 0,-33-11-216,-7 18-9570,0-20 4105,0-4-2413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71 576,'0'0'5141,"13"-37"-2684,-13 30-2011,0 6-336,-1 0 0,1 0 0,0 0 1,0-1-1,0 1 0,0 0 1,0 0-1,0 0 0,0 0 0,0 0 1,0 0-1,0 0 0,1 0 1,-1 0-1,1 0 0,-1 0 0,0 0 1,1 0-1,-1 0 0,1 0 1,0 0-1,-1 0 0,3-1 3704,-3 21-1637,14 345 4788,-14 239-3078,0-603-3830,0-35-7856,0 22 2725,0-4-1785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0 269 416,'0'0'5112,"2"-5"-4765,1 0 176,4-7-871,-5 0 8238,37 12-7429,197 1-81,572-11 1228,-681 6-1601,212-14 111,392-14 204,-472 27-204,650-53-72,-420 48 367,4 0-357,-122-13-31,-32 3-15,202 4 1396,-141 8-1235,-327 0-165,20-1 4,1095 9 14,-1168-1 602,-22-1-173,-16 1-2022,-4 0-3872,-16 1-2547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1 301 1056,'0'0'4320,"47"2"1827,151-11-1364,7 0-4217,735-5 138,-128-33-421,-168 15-83,-282 4-162,54-2 41,345 14 117,-295 9 89,-135-2 174,317-4 333,-207-4-567,-197 4-178,-130 10-126,206-17 454,-9-7 1164,-135 19 726,-140 8 1689,-75 7-6294,20-3-1989,1-2-5668,11-2 3215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64 160,'0'0'4706,"2"-10"-3567,1-1-763,-1 6-169,-1 1-1,1 0 1,-1-1-1,0 1 1,-1-1-1,1 0 1,-1-6 3929,15 25 1322,-11 4-4720,0-1-1,-1 1 0,-1 0 1,-1 0-1,-1 0 1,-1 20-1,0-2 96,1 535 4916,-7-433-4297,-6 39 474,13-154-1715,0-23-289,0-3-2069,0-6-387,-22 2-12767,-4-1 3055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75 2209,'0'0'10458,"0"-9"-9004,0-43 1051,0 51-2453,0 0 0,-1 1 0,1-1 0,-1 0 0,1 0 0,-1 1 0,1-1 0,-1 0 0,1 0 0,-1 1 0,1-1 0,-1 1 0,0-1 0,1 1 0,-1-1 0,0 1 0,0-1 0,1 1 0,-1 0 0,0-1 0,0 1 0,0 0 0,1 0 0,-1-1 0,0 1 0,0 0 0,0 0 0,0 0 0,0 0 0,1 0 0,-2 0 0,-37 1-78,30-1 133,-1 2-101,0 1 0,0-1 0,0 2 0,0 0 0,0 0 0,1 0 0,0 1 0,0 1 0,0-1 0,1 2 0,-1-1 0,2 1 0,-1 0 0,1 1 0,-10 12 0,16-19-7,-1 1 0,1-1 0,0 1 0,1-1 1,-1 1-1,0-1 0,0 1 0,0-1 0,1 1 0,-1 0 0,1-1 0,0 1 0,-1 0 0,1 0 0,0-1 0,0 1 0,0 0 0,0 0 1,0-1-1,1 4 0,0-4 2,0 1 0,-1-1 0,1 0 0,0 0 0,0 0 0,1 1 0,-1-1 0,0 0 0,0 0 0,0 0 0,1-1 0,-1 1 1,0 0-1,1 0 0,-1-1 0,1 1 0,-1-1 0,3 1 0,8 2 44,1-1 0,0-1 0,0 0 0,18-1 0,-20 0 33,0 0-13,0 0 25,1 1 0,-1-2 0,0 1 0,1-1 0,-1-1-1,0 0 1,0-1 0,0 0 0,-1-1 0,16-6 0,27-15 1092,-52 25 269,-10 18-453,-8 6-460,-1 0-1,-1-1 1,-37 34-1,-14 16 32,5-2-340,36-41-82,1 2 0,-45 66-1,72-97-145,0 0 1,0 1-1,1-1 0,-1 1 0,0-1 0,0 0 1,1 1-1,-1-1 0,1 1 0,-1 0 0,1-1 1,0 1-1,-1-1 0,1 1 0,0 0 0,0-1 1,0 1-1,1 0 0,-1-1 0,0 1 0,0-1 1,2 3-1,-1-3 3,0 0-1,0 1 1,0-1 0,0 0-1,0 0 1,1 0 0,-1 0 0,0-1-1,1 1 1,-1 0 0,1-1-1,-1 1 1,1 0 0,-1-1-1,1 0 1,-1 1 0,1-1 0,1 0-1,9 1 37,0-1 0,0 0-1,0-1 1,19-4-1,0-4 44,1-1-1,-2-2 1,1-1-1,-2-1 0,0-2 1,0-1-1,30-24 0,-55 38-393,10-9-157,-11 0-3984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5651,'0'0'13112,"5"-7"-11716,18-25-22,-17 24-243,-5 9-1014,0 1 1,-1-1 0,1 0 0,0 1 0,0-1-1,-1 1 1,1-1 0,0 1 0,-1-1-1,0 1 1,1-1 0,-1 1 0,0 0 0,0-1-1,0 1 1,0-1 0,0 1 0,0 0-1,-1 1 1,2 5 197,-1-6-299,0 0 0,1 0 0,-1 0 1,1 0-1,-1 0 0,1 0 0,0 0 0,0 0 0,0 0 0,0-1 0,0 1 0,0 0 0,1 0 0,-1-1 0,1 1 0,-1-1 0,1 0 0,-1 1 0,1-1 1,0 0-1,-1 0 0,1 0 0,0 0 0,0 0 0,0 0 0,0-1 0,0 1 0,3 0 0,-2-1-35,1 0 1,0 0-1,-1-1 0,1 1 0,0-1 0,-1 0 1,1 0-1,-1 0 0,1 0 0,-1 0 1,1-1-1,-1 0 0,0 0 0,0 0 0,4-3 1,32-31-208,-32 29 242,-1 1 1,1-1 0,0 1 0,0 0 0,1 1 0,0 0-1,0 0 1,10-4 0,-17 9 268,-1 41 1698,0 46-1527,1-86-797,0-1 0,0 1 0,0 0 0,0-1 1,1 1-1,-1-1 0,0 1 0,0-1 0,0 0 0,0 1 1,1-1-1,-1 0 0,0 0 0,0 0 0,1 0 0,-1 0 0,0 0 1,3-1-1,25 0-5293,-7-6-1340,4-8-2091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4418,'0'0'14231,"22"31"-12004,-18-27-2195,0-1-1,1 0 0,-1-1 1,1 1-1,0-1 0,-1 0 0,1 0 1,0 0-1,0-1 0,0 0 1,0 0-1,1 0 0,6 0 1,65-1 92,-76-1-153,1 1-1,-1 0 1,0-1 0,0 1-1,1-1 1,-1 1 0,0-1-1,0 1 1,0-1 0,0 0-1,0 0 1,0 1 0,0-1-1,0 0 1,0 0 0,0 0-1,0 0 1,-1 0 0,1 0-1,0 0 1,-1-1 0,1 1-1,-1 0 1,1 0 0,-1 0-1,0-1 1,1 1 0,-1 0-1,0-1 1,0 1 0,0 0-1,0 0 1,0-1 0,0 1-1,0-2 1,0 0 11,0 1 0,-1-1 0,1 0 1,0 0-1,-1 1 0,0-1 0,1 0 0,-1 1 1,0-1-1,0 1 0,-1-1 0,1 1 0,0 0 1,-4-4-1,1 3 87,-1 1-1,0-1 1,0 1 0,0 0 0,0 1-1,0-1 1,0 1 0,0 0-1,0 0 1,-1 0 0,1 1 0,0 0-1,-1 0 1,1 0 0,-10 3 0,11-3 18,1 1 1,-1-1 0,0 1 0,0 0-1,1 1 1,-1-1 0,1 1 0,-1-1 0,1 1-1,0 0 1,-1 0 0,1 1 0,0-1-1,0 1 1,1-1 0,-1 1 0,1 0-1,-1 0 1,1 0 0,0 0 0,-3 6 0,1 6-68,0 1 0,1-1 0,1 1 0,1 0 0,0-1 0,2 22 0,-1-10-371,0-26 254,0 1 0,0-1 0,1 0 0,-1 0-1,0 0 1,0 1 0,1-1 0,-1 0 0,1 0 0,-1 0 0,1 0 0,-1 0 0,1 0 0,0 0 0,0 0 0,-1 0-1,1 0 1,0 0 0,0 0 0,0-1 0,0 1 0,0 0 0,2 1 0,0-1-307,1 1 0,0-1 0,-1 0 0,1 0-1,0 0 1,-1 0 0,1-1 0,4 1 0,3-1-942,0-1 0,0 1 0,0-1-1,0-1 1,11-3 0,16-12-2272,-3-5 505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2193,'0'0'12382,"2"-7"-10101,2-21-422,-3 21 558,0 43 259,0-33-2682,0 1 0,-1-1 0,1 1 0,1-1 0,-1 0 0,0 1-1,1-1 1,0 0 0,-1 0 0,1 0 0,0 0 0,1 0 0,2 3 0,-2-5-49,-1 0 0,1 0 0,-1 0 1,1 0-1,-1-1 0,1 1 0,0-1 1,-1 0-1,1 1 0,0-1 0,0 0 1,-1-1-1,1 1 0,0 0 0,-1-1 1,1 0-1,0 1 0,-1-1 0,1 0 1,2-2-1,6-1-23,0-2-1,0 0 1,0 0 0,-1-1-1,0 0 1,0-1-1,8-8 1,-18 44 5542,0-27-5528,0 0 0,0 1 0,0-1 0,0 0 0,1 0-1,-1 1 1,0-1 0,1 0 0,-1 0 0,1 0 0,-1 0 0,1 1-1,-1-1 1,1 0 0,0 0 0,0 0 0,-1 0 0,1 0-1,0 0 1,0-1 0,0 1 0,0 0 0,0 0 0,2 0-1,37 1-5512,1-8-4733,-8-7 1159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4866,'0'0'13441,"8"27"-11296,-5-23-2065,1-1-1,-1 1 1,1-1-1,0 0 0,0 0 1,1 0-1,-1 0 1,0-1-1,1 0 1,0 0-1,-1 0 1,1 0-1,6 1 1,3-1-23,-1 0 0,1 0 1,19-2-1,-31-37-110,-3 35 70,1 0 1,-1 0 0,0 0-1,1 0 1,-1 0 0,0 1-1,0-1 1,-1 0 0,1 1-1,0-1 1,0 1-1,-1-1 1,1 1 0,-1-1-1,0 1 1,1 0 0,-1 0-1,0 0 1,1 0 0,-1 0-1,0 0 1,0 1 0,0-1-1,0 0 1,0 1 0,0 0-1,0-1 1,0 1 0,-3 0-1,-3-1 384,0 0-1,0 0 0,0 1 1,0 0-1,1 1 0,-11 1 1,16-1-287,1 0 1,-1 0-1,1 0 0,-1 0 1,1 0-1,0 0 0,-1 1 1,1-1-1,0 1 0,0-1 1,0 0-1,0 1 1,0 0-1,0-1 0,0 1 1,0 0-1,1-1 0,-2 4 1,-6 31 884,4-5-606,2 52 0,2-67-472,0-15-8,1 1 0,-1 0 0,1-1 1,-1 1-1,1-1 0,0 1 0,0-1 0,0 1 1,0-1-1,0 0 0,0 1 0,0-1 0,0 0 0,0 0 1,1 0-1,-1 0 0,1 0 0,-1 0 0,0 0 1,1 0-1,-1 0 0,1-1 0,0 1 0,-1-1 0,1 1 1,0-1-1,-1 0 0,1 1 0,0-1 0,-1 0 1,3 0-1,67 1-5395,-54-1 3057,30 0-5277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2289,'0'0'12427,"0"-6"-10007,0-15-285,0 41 610,0 49 512,0 131-23,0 0-5510,4-182 931,0-11-2192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66 5234,'0'0'9453,"21"-5"-7991,5-2-1100,-2 1 3,1 1 1,0 1 0,32-1 0,108-8 1617,159-6 646,-289 19-2205,-17-1 111,-1 0 1,1 1-1,-1 1 0,1 1 0,0 1 0,-1 0 1,0 1-1,0 1 0,31 13 0,-36-13 146,-5-1 394,-6 15-683,0 15-134,-2-1 0,-11 63 0,-1-9-247,3 0 1,4 175 0,7-185-149,-1-76 44,-5-1-2,0 1 0,0-1 0,1 0 0,-1 0 0,0 0 1,0 0-1,-6-2 0,8 1 24,-242-15-1516,150 15 1457,1 5 0,-141 24 0,185-19 132,13-3 156,-53 17 0,77-23-156,12 0-84,17-16-9562,-11 12 7373,8-9-4698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 3105,'0'0'11640,"-1"4"-10079,-4 24-129,2 0 0,1 0 0,1 0 1,1 0-1,6 40 0,0 36-554,-6 671-275,-3-753-601,-4-17 229,6-6-260,0 0 0,0 0 0,0 0 0,0 0 0,0 0-1,1 0 1,-1-1 0,0 1 0,1 0 0,-1 0 0,1-1-1,-1 1 1,1 0 0,0-1 0,-1 1 0,1-1 0,0 1 0,0 0-1,0-1 1,0 1 0,1-3 0,0 2 2,0 0-1,0 1 1,0-1-1,1 0 1,-1 1 0,1 0-1,-1-1 1,1 1 0,0 0-1,-1 0 1,1-1 0,0 2-1,0-1 1,0 0 0,0 0-1,0 0 1,0 1 0,0-1-1,3 1 1,0-2-37,80-23-450,162-27 1,93 13 136,-221 27 170,-65 6 62,665-74-532,-451 52 2163,-248 21-764,-17 3 840,-15 2 1850,6 9-4488,6-6 169,-1 0 1,0 0-1,1 0 0,-1 0 1,0 1-1,0-1 0,0 0 1,0 0-1,0-1 0,0 1 1,0 0-1,0 0 0,0 0 0,-3 0 1,-3 0-6476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4018,'0'0'12331,"7"-1"-10488,-5 0-1706,-1 1-1,1 0 1,0-1 0,0 1-1,0 0 1,-1 0-1,1 0 1,0 1-1,0-1 1,-1 0-1,1 1 1,0-1-1,0 1 1,-1 0 0,1-1-1,0 1 1,-1 0-1,1 0 1,-1 0-1,1 0 1,-1 0-1,0 0 1,2 2-1,1 3 346,0-1 0,-1 2-1,1-1 1,-1 0-1,0 0 1,1 8 0,2 10 40,-1-1 1,-1 1 0,-1-1 0,-2 1 0,0 0-1,-4 37 1,1 2 438,2-63-787,2-18-118,0-1 0,-2 1 0,0-1 0,-5-33 0,1-17-403,4 45-33,-7-45 0,4 56 142,-1-5-1,3 32 340,1-11-91,1 0 0,0 0 0,0 0 0,0 0 0,0-1 1,0 1-1,1 0 0,-1-1 0,1 1 0,-1-1 0,1 1 0,0-1 1,0 0-1,0 0 0,1 0 0,2 2 0,47 35 79,-32-26-84,-18-12 34,0 0-1,1 0 0,-2 1 1,1-1-1,0 1 0,0-1 1,0 1-1,-1 0 0,1-1 0,-1 1 1,1 0-1,-1 0 0,0 0 1,0 0-1,0 0 0,0 1 0,0-1 1,0 0-1,-1 0 0,1 1 1,-1-1-1,1 0 0,-1 1 1,0-1-1,0 0 0,0 1 0,0-1 1,0 0-1,-1 1 0,1-1 1,-1 0-1,1 1 0,-1-1 0,0 0 1,0 0-1,0 0 0,0 0 1,-1 0-1,1 0 0,0 0 1,-1 0-1,1 0 0,-1-1 0,-2 3 1,-3 3 189,-1-1 1,0 0 0,0 0-1,0 0 1,-1-1 0,0-1-1,0 0 1,0 0 0,-15 4-1,23-7-439,-42 14 1081,27-1-3514,10 7-8555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5 1953,'0'0'10992,"0"0"-10886,0-1 1,0 1 0,0 0-1,0 0 1,0-1-1,0 1 1,0 0 0,-1 0-1,1 0 1,0-1 0,0 1-1,0 0 1,0 0 0,0 0-1,0 0 1,-1-1 0,1 1-1,0 0 1,0 0 0,0 0-1,-1 0 1,1 0-1,0 0 1,0-1 0,0 1-1,-1 0 1,1 0 0,0 0-1,0 0 1,0 0 0,-1 0-1,1 0 1,0 0 0,0 0-1,-1 0 1,1 0 0,0 0-1,-1 0 1,-3 6 458,0 0 1,1 1-1,-1-1 1,1 1-1,0-1 1,1 1-1,0 0 1,0 0-1,0 0 1,1 0-1,0 9 1,-2-5 11,-6 59 1719,3 0-1,6 133 1,2-86-1934,5 217 516,-7-334-961,0 0 0,1 0 0,-1 1 0,0-1 0,0 0 0,1 0 0,-1 0 0,0 0 1,1 1-1,-1-1 0,1 0 0,-1 0 0,0 0 0,1 0 0,-1 0 0,0 0 1,1 0-1,-1 0 0,1 0 0,-1 0 0,0 0 0,1 0 0,-1 0 0,0 0 0,1 0 1,-1 0-1,0-1 0,1 1 0,-1 0 0,0 0 0,1 0 0,-1 0 0,0-1 0,1 1 1,-1 0-1,0 0 0,0-1 0,1 1 0,-1 0 0,0-1 0,0 1 0,1 0 0,-1-1 1,0 1-1,0 0 0,0-1 0,0 1 0,0 0 0,0-1 0,1 1 0,-1-1 1,0 1-1,0 0 0,0-1 0,0 1 0,0 0 0,0-1 0,-1 0 0,22-51-9857,-2 18-11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1 720,'0'0'13257,"0"5"-10818,14 86 5209,-6 103-2082,22 99-3204,-20-198-2102,3-4-713,-8-74-1733,-4-16 1625,-1 0-1,1 0 1,0-1-1,0 1 1,0 0-1,1-1 1,-1 1-1,0-1 1,0 1-1,0-1 1,0 1-1,0-1 1,1 0-1,-1 0 1,0 0-1,0 1 1,1-1-1,1-1 1,16 1-7483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1521,'0'0'14849,"0"3"-11243,0 18-1881,2 207 5878,3-119-6134,21 120-1,-11-159-1506,4 24 111,-18-31-6497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4034,'0'0'10087,"8"-4"-4698,3-3-3361,-8-2-1022,0 1 1996,-1 18-1418,-3 93 821,21 160 0,12 57-1648,-30-251-4447,-1 0-4001,13-69-7814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5 3906,'3'-2'16258,"8"0"-11939,-18 414 1562,0 6-3801,7-416-2061,0 0-6,0 0 0,0 0 1,-1-1-1,1 1 0,0 0 0,1 0 1,-1-1-1,0 1 0,0 0 0,1-1 0,-1 1 1,1 0-1,0-1 0,-1 1 0,1-1 0,0 1 1,0 0-1,0-1 0,0 0 0,0 1 1,0-1-1,2 2 0,5 42-1331,-9-44 1017,1 0 0,0 1-1,-1-1 1,1 0 0,-1 0 0,1 1-1,-1-1 1,0 0 0,1 0 0,-1 0-1,0 0 1,0 0 0,0 0 0,0 0-1,0 0 1,0 0 0,0-1 0,0 1-1,0 0 1,0 0 0,-1-1 0,-1 1-1,-31 11-7920,7-7-1417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1024,'0'0'3914,"7"0"-3876,38-4 4,-24 0 14390,-28 11-10598,-3 8-5281,4-6 1651,1 0 1,0 1 0,0-1-1,1 1 1,0 0 0,1 0 0,0 0-1,1 0 1,0 1 0,-1 12-1,3-22-200,1-1-1,-1 1 0,1-1 1,-1 1-1,0 0 1,1-1-1,0 0 0,-1 1 1,1-1-1,-1 1 0,1-1 1,-1 0-1,1 1 1,0-1-1,-1 0 0,1 1 1,0-1-1,-1 0 0,1 0 1,0 0-1,0 0 1,-1 0-1,1 0 0,0 0 1,-1 0-1,2 0 0,28 0 47,-22 0-20,0 0-22,-1 0-1,1 0 0,-1-1 1,0 0-1,1 0 1,-1-1-1,0 0 0,0 0 1,0-1-1,10-4 1,-14 5-18,0-1 0,0 1 0,0-1 0,-1 0 1,1 1-1,-1-1 0,1 0 0,-1 0 0,0-1 1,0 1-1,-1 0 0,1-1 0,-1 1 0,1-1 0,-1 1 1,0-1-1,0 0 0,-1 0 0,1 1 0,-1-1 1,0 0-1,0-6 0,0 6 5,0 1-1,0-1 1,-1 1-1,1-1 1,-1 1-1,1 0 1,-1-1-1,0 1 1,-1-1 0,1 1-1,0 0 1,-1 0-1,0 0 1,0 0-1,0 0 1,0 0-1,0 1 1,-4-4 0,3 3 91,-1 1 1,0-1 0,0 1 0,0 0 0,0 0 0,0 1 0,-1-1 0,1 1 0,0 0 0,-1 0 0,1 0 0,-1 1 0,1-1 0,-7 2 0,10-1-81,1 0 1,-1 0 0,0 0 0,1 0 0,-1 0 0,0 0 0,1 1 0,-1-1-1,0 0 1,1 1 0,-1-1 0,1 0 0,-1 1 0,1-1 0,-1 0 0,1 1-1,-1-1 1,1 1 0,-1-1 0,1 1 0,-1 0 0,1-1 0,0 1-1,-1-1 1,1 1 0,0 0 0,0-1 0,-1 1 0,1-1 0,0 1 0,0 0-1,0-1 1,0 1 0,0 0 0,0 0 0,0-1 0,0 1 0,0 1 0,2 11-3037,18-7-15522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8724,'0'0'13862,"1"12"-12221,12 183 2305,-13-193-4001,0-1-1,0 0 1,0 0 0,0 0 0,0 0 0,0 0-1,0 1 1,1-1 0,-1 0 0,0 0-1,1 0 1,-1 0 0,1 0 0,-1 0-1,1 0 1,0 0 0,-1 0 0,1 0-1,0 0 1,0 0 0,-1-1 0,1 1 0,0 0-1,0 0 1,0-1 0,0 1 0,2 0-1,31 3-7688,-31-4 6849,12 0-6591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4706,'0'0'12024,"1"0"-11835,0 0-1,-1-1 1,1 1-1,0 0 1,0 0-1,0-1 0,-1 1 1,1 0-1,0 0 1,0 0-1,0 0 1,0 0-1,-1 0 1,1 0-1,0 0 1,0 1-1,0-1 0,0 0 1,-1 0-1,1 1 1,1 0-1,3 25 1085,0 1 1,-2 0-1,-1 33 0,-1-68-1323,1-1 0,0 1-1,1 0 1,-1 0 0,2 1 0,-1-1 0,1 1-1,0-1 1,1 1 0,-1 0 0,1 1-1,1-1 1,-1 1 0,1 0 0,0 1-1,1-1 1,-1 1 0,1 0 0,0 1-1,0-1 1,1 2 0,-1-1 0,11-3-1,-17 7 107,-1 0 0,1 1 0,0-1 0,0 0 0,0 0 0,0 1 0,0-1 0,0 0 0,0 1 0,0-1 0,0 1 0,-1-1 0,1 1 0,0-1 0,0 1 0,-1 0 0,1-1 0,0 1 0,-1 0 0,1 0 0,-1-1 0,1 1 0,-1 0 0,1 0 0,-1 0 0,0 0 0,1 0 0,-1 0 0,0 0 0,1 0 0,-1-1 0,0 1 0,0 0 0,0 0 0,0 0 0,0 0 0,-1 2 0,2 48 1263,-2-37-721,1 45 341,0-58-1050,1 0 1,-1-1-1,1 1 0,-1-1 0,1 1 1,-1 0-1,1-1 0,-1 1 1,1-1-1,0 1 0,-1-1 1,1 0-1,0 1 0,0-1 0,-1 0 1,1 1-1,0-1 0,0 0 1,-1 0-1,1 1 0,0-1 0,0 0 1,0 0-1,-1 0 0,1 0 1,0 0-1,1-1 0,31 1-5205,-24 0 2714,17 0-5050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1056,'0'0'19906,"19"-3"-18274,91-8 756,-43 9-5416,-65 2 2187,0 0-1,0 0 1,0-1-1,0 1 1,0 0 0,0-1-1,-1 1 1,1-1-1,0 1 1,0-1 0,0 0-1,2-2 1,10-7-8398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11973,'0'0'16056,"0"120"-14279,0-95-865,0-3-480,0 1-352,0-3-80,0 1-576,0 1-897,0-2-1280,0 1-2017,0-3-4482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0,'4'6'14179,"-1"9"-13074,4 465 5589,-7-297-4809,0-155-4039,0-131-10578,0 71 6876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1 165 352,'0'0'5384,"0"-11"-1785,124 9 4020,-79-1-7109,-1-2 1,49-12 0,329-71 626,-310 71-569,206-5 0,-197 22 275,-120 0-141,-1 22 373,-14 352 2265,14-18-1627,5-332-1603,-5-21-233,-5-5-46,-9-5 12,2 3 118,0 1-1,1 0 1,-1 0 0,0 1 0,-1 0 0,-21 1-1,4 1-32,-51 8 0,-302 70-112,362-73 192,-291 64 467,251-66 1152,60-3-1059,-1 0-487,-7 0-15,7 0 887,0 0-969,-48 2 308,35 0-3961,-1-2-7169,4 0 796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481 210 4530,'0'0'6486,"-8"-19"-5048,-25-63-203,29 75-1008,1 0 0,-1 0 0,0 1 0,-1-1-1,0 1 1,0 0 0,0 0 0,0 0 0,-1 1 0,0 0 0,0 0 0,-1 0 0,0 1 0,1 0-1,-1 0 1,0 1 0,-1 0 0,1 0 0,-1 1 0,1 0 0,-1 0 0,0 1 0,0-1 0,1 2-1,-1-1 1,-12 2 0,11-1-99,-1 1 0,0 0 0,1 1 0,-1 0 0,1 1 0,-1 0 0,1 0 0,0 1 0,0 0 0,1 1 0,-1 0 0,1 0 0,0 1 0,0-1 0,1 2 1,0-1-1,0 1 0,0 1 0,-7 10 0,3 1 83,0 1 1,2 0 0,1 1 0,0-1-1,2 2 1,0-1 0,1 1-1,1-1 1,1 1 0,0 32 0,1 221 1285,3-152-777,-1-98-632,1 1 1,1-1 0,1 1 0,1-1 0,1 0-1,13 38 1,-13-54-1543,-7-16-3275,-1-9 2506,2 10 1025,-1-1-1,0 1 1,0 0 0,-1 0-1,0 1 1,-4-9 0,-13-15-4429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1 142 2673,'0'0'13863,"67"-25"-11927,-26 19-175,13-6-112,-6-1-512,6 2-433,0-3-496,0 3-208,-6-1-48,-1-1-832,-6 2-1474,-14 2-1471,-7 4-3907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0 172 5539,'0'0'15335,"9"7"-13839,28 21-271,-34-26-1078,-1 1 1,0-1 0,0 1-1,0-1 1,-1 1 0,1 0-1,-1 0 1,1-1 0,-1 1-1,0 0 1,0 0 0,0 1-1,-1-1 1,1 0 0,-1 0-1,0 0 1,0 0 0,0 6-1,0-7-92,0-2 100,-2 0-142,1 0 1,-1-1 0,0 0 0,1 1-1,-1-1 1,1 0 0,-1 0 0,1 0-1,0 0 1,-1 0 0,1 0 0,0 0-1,0 0 1,0 0 0,-1-1 0,1 1-1,1-1 1,-1 1 0,0 0 0,0-1-1,0 1 1,1-1 0,-1 0 0,1 1 0,-1-1-1,1 0 1,0 1 0,0-1 0,-1 0-1,1-2 1,-3-62-4,3 57 20,0-8 10,1 0 1,0 0-1,4-18 0,-4 32-39,0-1 0,0 0 0,0 0 0,0 0 0,0 1 0,1-1 0,0 1 0,0-1 0,0 1 0,0 0 0,0-1 0,1 1 0,-1 0 0,1 1 1,0-1-1,0 0 0,0 1 0,0-1 0,5-1 0,-7 3-151,0 1 0,0 0 0,-1 0 0,1-1 0,0 1 1,0 0-1,0 0 0,0 0 0,-1 0 0,1 0 0,0 0 0,0 1 0,0-1 1,0 0-1,-1 0 0,1 0 0,0 1 0,0-1 0,-1 0 0,1 1 0,0-1 0,0 1 1,-1-1-1,1 1 0,-1-1 0,2 2 0,17 22-5593,-3-3-3214,3-7 446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56 4578,'0'0'16170,"-12"2"-14745,-40 8-214,50-10-1162,0 1 1,0 0-1,1 0 1,-1 0-1,1 0 1,-1 1-1,1-1 1,-1 0-1,1 1 1,-1-1-1,1 0 0,0 1 1,0 0-1,0-1 1,0 1-1,0 0 1,0-1-1,1 1 1,-1 0-1,0 0 1,1 0-1,-1 0 0,1 0 1,0 0-1,0-1 1,0 1-1,0 0 1,0 0-1,0 0 1,0 0-1,1 0 0,-1 0 1,1 0-1,0 2 1,0 10 9,0-13-54,0 0-1,0-1 1,0 1-1,0 0 1,0 0-1,0 0 1,0-1-1,0 1 1,1 0-1,-1-1 1,0 1 0,0-1-1,1 0 1,-1 1-1,0-1 1,1 0-1,-1 0 1,0 0-1,1 0 1,-1 0-1,0 0 1,2 0-1,36-3 34,-36 1 19,0 0 0,1 0 0,-1-1 1,0 1-1,0 0 0,0-1 0,-1 0 0,1 0 1,-1 0-1,1 0 0,-1 0 0,0 0 1,0-1-1,-1 1 0,1-1 0,-1 1 1,1-1-1,-1 0 0,0 1 0,0-1 1,0-8-1,-1 10-15,1-1 0,-1 0-1,0 0 1,0 0 0,0 1 0,0-1 0,-1 0 0,1 0 0,-1 1 0,0-1 0,1 0-1,-1 1 1,0-1 0,-1 0 0,1 1 0,0 0 0,-1-1 0,1 1 0,-1 0 0,0-1-1,0 1 1,0 0 0,0 1 0,0-1 0,0 0 0,-1 0 0,1 1 0,0 0 0,-5-3-1,6 4-225,1 0-1,0 0 1,-1 0-1,1 0 1,-1 0-1,1 0 0,0 0 1,-1 1-1,1-1 1,0 0-1,-1 0 1,1 0-1,0 0 1,-1 0-1,1 1 0,0-1 1,-1 0-1,1 0 1,0 1-1,0-1 1,-1 0-1,1 0 0,0 1 1,0-1-1,-1 0 1,1 1-1,0-1 1,0 0-1,0 1 1,0-1-1,-1 0 0,1 1 1,0-1-1,0 0 1,0 1-1,0-1 1,0 1-1,0-1 0,0 0 1,0 1-1,0-1 1,0 1-1,0-1 1,0 23-5697,1-18 2485,-1 8-4461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0 0 3394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3394,'51'9'1677,"2"0"240,-1-7 5571,-50-1-6971,-1-1 0,1 1 1,0 0-1,0 0 0,-1-1 0,1 1 0,0 0 1,-1 0-1,1 1 0,-1-1 0,1 0 1,-1 0-1,0 1 0,0-1 0,1 1 0,-1-1 1,0 1-1,0 0 0,0 1 0,0-1-384,0-1-1,0 1 1,0 0-1,0-1 1,0 1 0,1-1-1,-1 1 1,0-1-1,1 0 1,-1 1-1,1-1 1,-1 0-1,1 0 1,0 0-1,-1 0 1,1 0 0,0-1-1,0 1 1,2 0-1,-1-3-160,0 1 0,1-1 1,-1 0-1,0-1 0,0 1 0,0 0 0,0-1 0,-1 0 0,1 0 0,-1 0 0,1 0 1,-1 0-1,0 0 0,2-5 0,15-16-138,-17 21 181,0 1 1,0 0-1,0 0 0,1 1 1,-1-1-1,1 0 0,-1 1 1,1-1-1,0 1 0,0 0 1,2-1-1,-3 2 348,-2 6-264,1 0 1,0 0-1,0 0 1,1-1-1,0 1 1,0 0-1,0-1 1,1 0-1,0 1 1,4 6-1,19 16-1567,-24-27 933,0 1 1,0-1 0,0 0-1,0 0 1,0 0 0,0 0-1,0 0 1,0-1 0,0 1-1,1-1 1,-1 1 0,4-1-1,9 0-4515,4 0-1673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2881,'0'0'16875,"5"22"-14319,3 23-467,-1 0 1,0 58 0,-7 111 31,34-212-4186,-26-1 1189,-1-1 1,1-1-1,-1 1 0,1-1 0,-1-1 1,14-3-1,-18 3 1,1 1 0,-1-1-1,0 0 1,0 0 0,0 0 0,0 0 0,-1-1 0,1 1 0,-1-1 0,5-4 0,6-13-5971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7988,'0'0'15159,"149"-29"-14519,-94 22-448,-8 5-160,-6-2-32,-7 4-2081,6 0-1553,-6 0-5042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3298,'0'0'5906,"61"0"-5778,-55 0-48,8 0-80,-7 0-80,6 0-736,1 0-1073,6 3-1617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6019,'0'0'6019,"54"-2"-6003,-40 2-16,-1 0-961,7 0-848,1 0-448,-1 0-848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2897,'0'0'10165,"34"-9"-10069,-20 9-96,-1 0-16,14 0-912,1 0-977,-1 0-1217,7 0-655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4386,'0'0'9156,"115"-23"-8612,-101 23-95,6 0-449,7 0-32,-7 0-1073,7 0-1264,7 0-624,0 0-2498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54 3394,'0'0'14710,"0"-11"-14342,0 9-207,0-1-161,0-1-513,0-3-1087,0 0-1586,-7-2-1312,7-2-656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1 186 3025,'0'0'12278,"0"-93"-12118,0 80-96,0 1-64,0 1-880,0-5-1073,0 5-1089,0-3-191,0-1 288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21 165 3618,'0'0'7235,"0"-75"-6819,-7 66-224,7 3-176,0-6-16,-6-1-688,6-3-1841,-7-2 336,7 2-1409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96 4434,'0'0'9060,"7"-50"-8852,-7 48-192,0-1-16,0-1-384,0-1-224,0 3-641,0-2-576,0-1-175,0 1-161,0-3-177,0-2-415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74 1713,'0'0'8070,"-2"-7"-7187,0 0-630,-13-24 914,14 29-963,1 0 1,-1 1-1,1-1 1,-1 0-1,1 1 1,0-1 0,-1 0-1,1 1 1,0-1-1,0 0 1,0 0-1,1 1 1,-1-3 0,1 1 2910,-6 21-1675,3-11-1356,-1 0 0,-1 0-1,1 0 1,-1 0 0,0-1 0,-1 0 0,1 0-1,-1 0 1,-1 0 0,1-1 0,-1 1 0,-9 5 0,-12 9 35,-47 24 1,44-27 16,9-5-93,23-14 80,36-23 134,-17 11-256,8-6-21,-1-1 0,-1-1 0,45-50 0,-71 71 69,-1 0 0,0 1 0,1-1 1,0 0-1,-1 0 0,1 0 0,-1 1 0,1-1 0,0 0 1,0 1-1,-1-1 0,1 1 0,0-1 0,0 0 1,0 1-1,0 0 0,0-1 0,0 1 0,-1 0 1,1-1-1,0 1 0,0 0 0,0 0 0,0 0 1,0 0-1,0 0 0,0 0 0,0 0 0,0 0 0,0 0 1,0 0-1,0 1 0,2-1 0,17 28 1988,-18-23-2139,2 1 292,0 0 1,1 0 0,-1 0-1,1 0 1,1-1 0,-1 0-1,1 0 1,9 7 0,-7-6 16,33 32 1965,-41-38-2275,0 0 1,0 1-1,0-1 0,0 0 0,1 0 1,-1 1-1,0-1 0,0 0 1,0 0-1,0 1 0,0-1 1,0 0-1,0 1 0,0-1 1,0 0-1,0 0 0,0 1 0,0-1 1,0 0-1,0 1 0,-1-1 1,1 0-1,0 0 0,0 1 1,0-1-1,0 0 0,0 0 0,0 1 1,-1-1-1,1 0 0,0 0 1,0 0-1,0 1 0,-1-1 1,1 0-1,0 0 0,0 0 1,-1 0-1,1 1 0,-1-1 0,-17 15-4852,-2 1-3813,2-3 295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3650,'0'0'10004,"149"-25"-8579,-122 25-465,0 0-63,-6 0-897,-8 0-240,8 0-1329,-8 0-2289,7 0-1408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33 3153,'0'0'17000,"-27"0"-17000,27-3-112,0-3-1393,0-3-1872,0-5-2258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7780,'0'0'9897,"10"-3"-9486,1 1-264,6-3 173,0 2-1,0 0 0,1 0 0,0 2 0,27 1 1,-44 4-125,0 0 1,0 0-1,-1 0 1,0 1-1,1-1 1,-2 0 0,1 6-1,-1-6 15,0 2-68,0 1 0,-1 0 0,0-1 0,0 1 0,0-1 1,-1 1-1,0-1 0,0 0 0,-1 0 0,0-1 0,0 1 0,0-1 0,-1 1 1,-7 5-1,7-6-21,0 1 1,0-1 0,0 1-1,0 0 1,1 0 0,0 1-1,0-1 1,1 1-1,0 0 1,0 0 0,1 0-1,-1 0 1,2 0 0,-3 14-1,46-19 245,-32-2-414,7 1-231,1-2-1,-1 0 0,25-5 1,-36 5-612,0-1 0,1 0 0,-1-1 1,-1 1-1,1-1 0,0 0 1,9-8-1,6-4-6451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23 8148,'0'0'9143,"21"-3"-7551,3-4-1165,-12 4-176,0 0-1,-1 1 0,1 0 1,0 1-1,20 0 0,-31 1-195,0 0-1,0 1 0,0-1 0,-1 0 1,1 1-1,0-1 0,0 0 1,0 1-1,-1 0 0,1-1 1,0 1-1,0-1 0,-1 1 1,1 0-1,0-1 0,-1 1 1,1 0-1,-1 0 0,1 0 0,-1-1 1,1 1-1,-1 0 0,0 0 1,0 0-1,1 0 0,-1 0 1,0 0-1,0 0 0,0 0 1,0 0-1,0 0 0,0-1 1,0 1-1,0 0 0,0 0 0,0 0 1,-1 0-1,1 0 0,0 0 1,0 0-1,-1 0 0,0 1 1,0 2 84,0 0 1,0-1 0,-1 1 0,1 0 0,-1 0 0,0-1 0,0 1-1,0-1 1,0 1 0,-4 3 0,-8 5 474,0 0 1,-1 0-1,-1-1 1,0-1-1,-29 13 1,78-8-735,-25-13 43,0 0-1,0 1 1,0 0-1,-1 0 1,0 1 0,1 0-1,-1 0 1,0 1 0,-1 0-1,9 7 1,-11-7 69,-1-1 1,0 0-1,0 1 1,0 0-1,0 0 1,-1 0-1,1 0 1,-1 0-1,-1 0 1,1 0-1,-1 1 0,0-1 1,0 1-1,0-1 1,-1 1-1,0 5 1,0-9 38,-1 0 0,0 0 0,1 0 1,-1-1-1,0 1 0,0 0 0,0 0 0,0-1 0,0 1 1,0 0-1,0-1 0,-1 1 0,1-1 0,0 0 0,-1 1 1,1-1-1,-1 0 0,0 0 0,1 0 0,-1 0 1,0 0-1,0 0 0,-3 1 0,-53 16 1397,46-15-1131,-26 4 591,9-1-2045,10-2-5028,25-5-2141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8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28 240 1793,'0'0'5514,"0"-15"-4799,0-45 126,0 45 8806,0-2-8906,0-3-616,1 11-97,-1 0-1,0 0 1,0 0-1,-1 0 1,0 0-1,0 1 1,-1-1-1,-1 0 0,1 1 1,-8-17-1,10 25 24,0 0 0,0 0 0,0 0 0,0 1 0,0-1 0,0 0 1,0 0-1,0 0 0,0 0 0,0 0 0,0 0 0,0 0 0,0 0 0,0 1 0,0-1 0,0 0 0,0 0 0,0 0 0,0 0 0,0 0 0,-1 0 0,1 0 0,0 0 0,0 0 0,0 1 0,0-1 0,0 0 0,0 0 0,0 0 0,0 0 0,0 0 0,0 0 0,0 0 0,-1 0 0,1 0 0,0 0 0,0 0 0,0 0 0,0 0 0,0 0 0,0 0 0,0 0 0,0 0 0,-1 0 0,1 0 1,0 0-1,0 0 0,0 0 0,0 0 0,0 0 0,0 0 0,0 0 0,0 0 0,-1 0 0,1 0 0,0 0 0,0 0 0,0 0 0,0 0 0,0 0 0,0 0 0,0 0 0,0-1 0,0 1 0,0 0 0,-1 0 0,-1 17 646,1 23-581,2 26 541,3 0 0,3-1 0,28 123-1,-25-120-545,-8-53-254,0 0 0,0 0 0,8 24 0,-5-31-2016,-2-33-7970,-3 24 10289,0-34-6408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9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62 180 96,'0'0'11178,"1"-4"-10118,-1 3-928,1 0 0,-1 0 1,0 0-1,1 0 0,0 0 1,-1 0-1,1 0 1,0 1-1,-1-1 0,1 0 1,0 0-1,0 0 0,-1 1 1,1-1-1,0 0 0,0 1 1,0-1-1,0 1 1,0-1-1,0 1 0,0 0 1,0-1-1,0 1 0,0 0 1,1 0-1,-1 0 0,0-1 1,0 1-1,0 0 1,0 0-1,0 1 0,0-1 1,0 0-1,0 0 0,0 1 1,0-1-1,1 0 0,-1 1 1,0-1-1,-1 1 1,1-1-1,0 1 0,1 1 1,15 3 204,0 0 0,1-1 0,-1-1 1,1 0-1,-1-2 0,1 0 1,23-1-1,-6-3-83,0-1 0,58-13 0,114-41 34,-79 21-270,164-27 1,-290 63 59,0 1 0,1-1-1,-1 1 1,0-1-1,0 1 1,0 0 0,1 0-1,-1 0 1,0 0-1,0 0 1,0 1 0,0-1-1,1 1 1,-1-1-1,0 1 1,0 0 0,0 0-1,0 0 1,0 0-1,0 0 1,1 1 0,-1 2 108,0 0 1,0 0-1,0 0 1,-1 0 0,0 1-1,0-1 1,0 0-1,-1 0 1,1 9 0,-1-13-188,22 207 2570,-12-124-1930,1 10-24,42 172 1,-52-259-603,1-1 0,-1 0 0,1 0 0,0 0 0,1 0-1,-1 0 1,1-1 0,0 1 0,0-1 0,0 1 0,5 3 0,-51-3-224,-13-3 107,1 4 0,0 1 0,0 3 0,-82 27 0,-53 17 140,-427 117 155,580-163-151,40-17-611,8-3-29,1-1 1,0 1 0,1 1 0,21-15-1,29-17-6744,-43 30 2873,1-1-2381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9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1 269 5106,'0'0'9733,"5"-2"-8431,-3 1-1179,0 0 1,0 0-1,1 0 1,-1 0-1,1 1 1,-1-1 0,0 1-1,1-1 1,-1 1-1,1 0 1,0 0-1,-1 0 1,1 0-1,-1 1 1,0-1-1,1 1 1,-1-1 0,1 1-1,-1 0 1,0 0-1,1 0 1,-1 0-1,0 1 1,0-1-1,0 0 1,0 1-1,0-1 1,0 1-1,0 0 1,0 0 0,-1 0-1,1 0 1,-1 0-1,0 0 1,1 0-1,-1 0 1,0 1-1,1 2 1,2 5 73,0 1 0,-1-1 0,0 1 0,0-1 0,-2 1 0,2 21 0,-22-38 59,15-2-228,0-1 0,1 0-1,0 0 1,0 0 0,1 0 0,0 0-1,-1-19 1,-1 2 100,0-9 79,1-1 0,3-54-1,0 40-127,0 48-92,0 0 1,0-1 0,0 1-1,0 0 1,0 0-1,0-1 1,1 1-1,-1 0 1,1 0 0,-1 0-1,1 0 1,0 0-1,0 0 1,0 0-1,0 0 1,1 0 0,-1 0-1,0 0 1,1 1-1,-1-1 1,1 0-1,-1 1 1,1-1 0,0 1-1,0 0 1,0 0-1,3-2 1,2 1-987,1 0-1,-1 1 1,0 0 0,0 0 0,0 1-1,15 1 1,-3-1-3685,-4 0-769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0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3378,'0'0'11389,"25"2"-9351,3 3-1582,-8-1-155,-1-1-1,1-1 1,0-1-1,0 0 1,36-5 0,-51 3-269,-1-1 0,1 0 1,-1 0-1,0 0 0,1 0 1,-1-1-1,0 1 0,0-1 0,-1 0 1,5-5-1,-6 7-16,-1 1 0,0-1 0,0-1-1,1 1 1,-1 0 0,0 0 0,0 0 0,-1 0 0,1-1 0,0 1-1,0 0 1,0-1 0,-1 1 0,1-1 0,-1 1 0,1-1-1,-1 1 1,0-1 0,1 1 0,-1-1 0,0 1 0,0-1-1,0 0 1,0 1 0,-1-1 0,1 1 0,0-1 0,0 1-1,-1-1 1,1 1 0,-1-1 0,0 1 0,1-1 0,-2 0-1,-3-1 111,0 1 0,0 0-1,0 0 1,-1 1 0,1 0-1,-1 0 1,1 0 0,-1 0-1,1 1 1,-1 0 0,1 0-1,-10 2 1,1-2 65,3 0-66,0 0-1,0 1 1,0 0-1,1 1 1,-1 0-1,-13 4 1,22-5-88,-1 0-1,0 0 1,1 1 0,-1-1 0,1 1 0,-1-1 0,1 1-1,0 0 1,-1 0 0,1 0 0,0 0 0,0 0 0,1 0-1,-1 1 1,0-1 0,1 1 0,-1-1 0,1 1 0,0-1-1,0 1 1,0 0 0,0 0 0,0 0 0,1-1 0,-1 1-1,1 0 1,0 0 0,0 3 0,0 1-62,0-1 0,0 1 0,1 0 0,0-1 0,0 1 0,1 0 0,0-1 0,0 0 0,5 12 0,-5-15-226,1 0 1,-1 0 0,0 0-1,1 0 1,-1 0 0,1-1 0,0 1-1,0-1 1,0 0 0,0 0 0,0 0-1,1 0 1,-1-1 0,0 1-1,1-1 1,-1 0 0,1 0 0,0 0-1,6 0 1,7 1-2048,0-2 1,-1 0-1,21-2 0,16-8-3200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6787,'0'0'12414,"-24"9"-9760,-75 28-890,92-34-1588,0 0 0,0 0 1,0 0-1,1 1 0,0 0 0,-1 0 0,1 0 1,1 1-1,-1 0 0,1 0 0,0 1 1,0-1-1,0 1 0,1 0 0,0 1 0,0-1 1,-5 14-1,8-17-165,0 0 0,0 0 0,0 0 1,0 0-1,1 0 0,0 1 0,0-1 0,0 0 0,0 0 0,0 0 1,1 5-1,-1-7-31,1 1 0,-1-1-1,1 0 1,-1 0 0,1 1 0,0-1 0,-1 0 0,1 0 0,0 0 0,0 0 0,0 0-1,0 0 1,0 0 0,0 0 0,0-1 0,0 1 0,0 0 0,0 0 0,1-1 0,-1 1-1,0-1 1,0 1 0,1-1 0,-1 0 0,0 1 0,0-1 0,1 0 0,-1 0-1,2 0 1,8 1-189,0-1 0,0 0-1,0-1 1,1 0-1,-1-1 1,0 0-1,-1-1 1,1 0 0,0-1-1,-1 0 1,0 0-1,0-1 1,0-1-1,0 1 1,-1-2 0,0 1-1,0-1 1,-1-1-1,10-10 1,-8 0 3075,-11 45-1874,2-20-1307,1 0 1,0 1-1,0-1 0,0 0 1,1 0-1,6 12 1,13 4-3709,-19-21 3171,0-1 0,-1 0 0,1 1 0,0-1 1,0 0-1,0 0 0,0-1 0,0 1 1,5 0-1,29 0-6010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38 194 7892,'0'0'12592,"6"19"-11658,35 108 629,-42-127-1547,1 0 0,0 0-1,-1-1 1,1 1 0,0 0 0,-1 0 0,1 0-1,-1 0 1,1-1 0,0 1 0,-1 0-1,1 0 1,0 0 0,-1 0 0,1 0-1,-1 0 1,1 0 0,0 0 0,-1 0-1,1 0 1,-1 0 0,1 0 0,0 1 0,-1-1-1,1 0 1,-1 0 0,1 0 0,0 0-1,-1 1 1,1-1 0,0 0 0,0 0-1,-1 1 1,1-1 0,0 0 0,-1 1 0,1-1-1,0 0 1,0 1 0,0-1 0,-1 0-1,1 1 1,0-1 0,0 0 0,0 1-1,0-1 1,0 0 0,0 1 0,-1-1-1,1 1 1,0-1 0,0 0 0,0 1 0,0-1-1,1 1 1,-1-1 0,0 0 0,0 1-1,0-1 1,0 1 0,0-1 0,0 0-1,1 1 1,-29-22 226,23 15-231,0-1-1,1 0 0,0 0 1,0 0-1,1-1 1,0 1-1,0-1 0,1 0 1,0 0-1,-2-15 0,3 17-20,0-1 1,0 1-1,1-1 0,0 1 0,0-1 1,0 1-1,1-1 0,0 1 0,0 0 0,1-1 1,-1 1-1,2 0 0,-1 0 0,1 0 1,3-7-1,4 3-126,-1 0-1,1 0 1,1 1 0,0 1 0,0 0 0,25-13-1,39-16-4816,-41 23-1132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2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6019,'0'0'12213,"101"-29"-11716,-67 20-177,0-2-176,7 2-144,-1 0-16,1 0-544,7-3-929,-8 3-1200,1-2-705,-1 0-768,-12 2-272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2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2225,'0'0'5635,"129"0"-5683,-95 0-993,0 0-2176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2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9524,'0'0'9733,"68"9"-9669,-41-9-64,0 0-1697,14 0-2305,-7 0-1120,0 0-1169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2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7764,'0'0'14022,"0"55"-13670,0-44-304,0-2-48,0 4-1120,6-1-1442,1-1-3216,-7 0-2274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3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13846,'0'0'8612,"-34"140"-6963,34-107-1201,0-1-368,0 4-80,0 3-304,0 3-1745,0 4-1697,0 3-3585,0-1-2769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3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7379,'0'0'4178,"-34"133"-2881,34-104-1057,0 1-240,0-5-208,14-1-1441,-1-1-1584,1 0-401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3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6995,'0'0'12006,"-6"101"-12006,6-82-112,0-1-801,0 6-255,0 1-3602,0 2-1922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3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5635,'0'0'11973,"-14"34"-11973,14-29-720,0 4-5171,0-2 913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3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10277,'6'100'2561,"-6"-107"-1441,0 0-1120,0-2-2561,0 0-2161,0 0-1953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4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 4866,'0'0'13212,"-4"-2"-12383,-9 1 3914,19 11-2712,34 24-1791,-22-19 315,14 16-449,-18-17 75,1-1 0,0 0 0,16 10 0,-24-19-298,0 0 0,0-1-1,0 1 1,0-2 0,0 1 0,1-1 0,-1 0 0,1-1-1,-1 0 1,1 0 0,9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4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4 208,'-4'-4'23981,"0"7"-23935,-47 46 2653,6-5-1461,1 1 1,-38 52-1,80-93-1223,-2 0-24,1 0 0,0 1 0,0-1 1,0 1-1,1 0 0,0 0 0,0 0 0,-2 6 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51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556 0 3858,'0'0'13486,"-21"0"-10594,5 1-2488,0 1 0,1 0 1,-1 2-1,1-1 0,0 2 0,0 0 0,-18 9 1,-102 58 1237,115-61-1449,10-5-140,0 0 0,1 0 0,0 1 0,0 0 1,-8 9-1,15-15-85,1 0 0,0 0 0,0 1 0,0-1-1,0 0 1,0 1 0,0-1 0,0 1 0,1-1 0,-1 1 0,0-1 0,1 1 0,-1-1 0,1 1 0,0 0 0,-1-1 0,1 1 0,0 0 0,0-1 0,0 1 0,0 0 0,1-1 0,-1 1 0,0-1 0,1 1 0,-1 0-1,1-1 1,-1 1 0,1-1 0,0 1 0,-1-1 0,1 1 0,0-1 0,0 0 0,0 1 0,0-1 0,1 0 0,-1 0 0,0 0 0,0 0 0,1 0 0,-1 0 0,0 0 0,4 1 0,18 12-489,41 17 1,22 14-891,-85-44 1408,0 0 0,0 0 0,0 0 0,0 0 1,-1 0-1,1 0 0,0 0 0,0 1 0,-1-1 0,1 0 0,-1 0 0,1 1 0,-1-1 1,1 1-1,-1-1 0,0 0 0,0 1 0,0-1 0,0 1 0,0-1 0,0 0 1,0 1-1,0-1 0,0 1 0,-1-1 0,0 2 0,-15 34 628,-5-13-222,0-1 0,-2-1 0,-1 0 1,0-2-1,-2-1 0,-34 20 0,16-10-21,-41 35 0,83-62-365,0-1 1,0 1-1,1 0 1,-1 0-1,0 1 1,1-1 0,-1 0-1,1 0 1,0 1-1,-1-1 1,1 1-1,0-1 1,1 1 0,-1-1-1,0 1 1,1-1-1,-1 1 1,1 0-1,0-1 1,0 1 0,0 0-1,1 4 1,-1-2-6,0-5-10,0 1 1,0 0-1,1-1 0,-1 1 1,0 0-1,0-1 1,1 1-1,-1 0 1,1-1-1,-1 1 0,0 0 1,1-1-1,-1 1 1,1-1-1,-1 1 1,1-1-1,0 1 0,-1-1 1,1 0-1,0 1 1,-1-1-1,1 0 1,0 1-1,-1-1 0,1 0 1,0 0-1,-1 0 1,1 1-1,0-1 1,0 0-1,-1 0 0,2 0 1,32 0 49,-23 0 24,6-2-77,0-1-1,0-1 1,0 0 0,-1-1 0,0 0 0,0-2 0,0 0-1,22-14 1,19-7-2152,-4 3-5205,-37 12 238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52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1553,'0'0'17861,"1"27"-14963,7 1-1873,-5-22-939,-1 0 0,-1 0 0,1 1 0,-1-1 0,0 0 0,0 8 0,0-14-217,0-1-1,-1 1 1,1 0 0,0 0 0,-1 0 0,1 0-1,0-1 1,-1 1 0,1 0 0,0-1-1,-1 1 1,1 0 0,0-1 0,-1 1-1,1-1 1,-1 1 0,1-1 0,-1 1 0,1-1-1,0 0 1,7-12-28,1 1 1,0 0-1,1 0 1,0 1-1,1 1 0,0-1 1,0 2-1,1 0 0,1 0 1,18-9-1,-31 18 174,1-1 0,-1 1 0,0 0 0,1 0 0,-1 0 0,0 0 0,0 0 0,1 0 0,-1 0 1,0 0-1,1 0 0,-1 0 0,0 0 0,0 1 0,1-1 0,-1 0 0,0 0 0,0 0 0,1 0 0,-1 0 0,0 0 0,0 1 0,1-1 0,-1 0 0,0 0 0,0 0 0,0 1 0,1-1 0,-1 0 0,0 0 0,0 0 0,0 1 0,0-1 0,0 0 0,0 1 0,1-1 0,-1 0 0,0 0 0,0 1 0,0-1 0,0 0 0,0 1 0,4 20 1347,-4-19-1246,0 1 0,1-1 0,-1 0 0,0 0 0,1 0 0,-1 0 0,1 0 0,0 0 0,-1 0 0,1 0 0,0 0 0,3 3 1,0-4-201,0 1 1,0-1-1,0 0 1,0 0 0,0 0-1,1 0 1,-1-1 0,0 1-1,1-1 1,-1-1-1,0 1 1,0 0 0,1-1-1,-1 0 1,0 0 0,7-3-1,7-4-59,0 0-1,27-17 0,-31 16 369,1 1 0,26-11 0,-33 36 6114,18 33-8746,-25-48 1922,1-1 0,0 1-1,0 0 1,0-1 0,0 1-1,0-1 1,0 1 0,1-1 0,-1 0-1,0 0 1,1 0 0,-1 0-1,4 0 1,22 2-7130,4-2-2104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52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6467,'0'0'12422,"-14"115"-10437,1-61-273,-1 9-351,0 5-401,1 2-463,-1-2-241,8-7-112,-1-3-144,0-8 0,0-12-881,0-8-1120,7-14-592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53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4002,'0'0'19067,"2"4"-18523,1 5-266,-1 0-1,1 0 1,-2 0-1,1 0 0,-1 0 1,-1 0-1,1 0 0,-3 14 1,2-3-69,0-18-196,0 0 0,-1 0 0,1 0 0,-1 0 0,1 0 0,-1 0 0,0 0 1,0 0-1,0 0 0,0 0 0,0 0 0,0-1 0,0 1 0,0 0 0,-1-1 0,1 1 0,-1-1 0,1 1 1,-1-1-1,0 0 0,0 0 0,1 0 0,-1 0 0,0 0 0,0 0 0,0 0 0,0-1 0,0 1 1,0-1-1,0 1 0,-4-1 0,-9 2 103,0 0 0,0-1 0,-22-2 1,17 0-76,19 1-161,1 0-1,-1 0 0,0 0 0,0 0 0,1 0 1,-1-1-1,0 1 0,0 0 0,1-1 0,-1 1 1,0 0-1,0-1 0,1 1 0,-1-1 0,1 1 0,-1-1 1,0 1-1,1-1 0,-1 1 0,1-1 0,-1 0 1,1 1-1,-1-1 0,1 0 0,0 1 0,-1-1 0,1 0 1,0 1-1,0-1 0,-1 0 0,1 0 0,0 0 1,0 1-1,0-1 0,0 0 0,0 0 0,0 0 1,0 1-1,0-1 0,0 0 0,0 0 0,1 1 0,-1-1 1,0 0-1,1 0 0,-1 1 0,0-1 0,1 0 1,0 0-1,0-3-980,0 0-1,1 1 1,0-1 0,0 0 0,0 1 0,0 0 0,0-1-1,5-4 1,19-12-7231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53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9236,'0'0'14879,"-8"19"-13838,-26 60 122,-113 307 5285,145-381-6448,0 1 0,1 0 0,-1 0 0,1 1 0,0-1 0,1 0 0,0 0 0,0 0 0,0 0 0,0 1 0,2 5 0,2-11-149,-1 0 0,0 0 0,0 0-1,0 0 1,1-1 0,-1 0 0,0 1 0,1-1 0,-1 0 0,0-1 0,6 0-1,-1 0-488,0 1 149,-1-1-1,-1 0 1,1 0-1,0-1 1,0 1-1,0-2 1,-1 1 0,1-1-1,8-5 1,29-22-7188,-22 10-214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53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11621,'0'0'14519,"135"-45"-13911,-101 45-480,0 0-128,7 0-112,-1 0-1440,-6 2-1858,0 3-2529,-7-3-3617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53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4274,'0'0'21882,"74"37"-20858,-53-28-463,-1 2-321,0-2-176,0 0-64,1-2-128,-1-1-657,-6 1-895,-1-5-1682,1-2-1120,-1 0-3602,1 0-1296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53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1 12998,'0'0'12262,"-116"131"-10950,69-75-31,-14 3-609,0 6-128,7 1-160,0-3-384,6-4-112,1-5-1520,20-2-689,13-16-2786,8-16-2032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54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0 5587,'0'0'15727,"-23"14"-13262,0-1-1876,1-1-23,1 0-1,1 2 1,0 0 0,-34 34-1,38-32-451,1 0 0,0 1 0,1 0 0,1 1-1,1 0 1,1 1 0,0 1 0,1 0-1,2 0 1,0 1 0,1 0 0,1 0 0,0 1-1,2 0 1,1 0 0,-1 32 0,4-51-147,0-1 0,0 1 0,0 0 0,0-1 0,1 1 0,-1 0 0,1-1 0,0 1 0,0-1 0,0 1 0,0-1 0,0 1 0,0-1 0,1 0 0,-1 0 0,1 0 0,-1 1 0,1-2 0,0 1 0,0 0 0,3 3 0,-1-3-59,0 0 0,0-1 0,0 1-1,0-1 1,0 1 0,0-1-1,0-1 1,1 1 0,-1-1 0,0 1-1,1-1 1,5-1 0,2 0-58,0-1 1,0 0 0,0-1 0,0 0-1,-1-1 1,0-1 0,1 1 0,-1-2-1,10-6 1,8-8-157,-2 0 0,-1-2 0,44-47 1,-61 59 341,-1 1 1,-1-1-1,0 0 1,0 0-1,-1-1 1,-1 0 0,0 0-1,0-1 1,-1 1-1,0-1 1,-1 0-1,0 0 1,-1 0 0,0-16-1,-1 22 40,-1 0 0,1 0 0,-2 1 0,1-1 1,0 0-1,-1 0 0,0 1 0,-1-1 0,1 0 0,-1 1 0,0-1 0,-1 1 0,1 0 0,-1 0 0,0 0 0,0 0 0,-1 0 1,1 1-1,-1-1 0,0 1 0,0 0 0,-1 0 0,1 1 0,-1-1 0,1 1 0,-1 0 0,-1 0 0,1 0 0,0 1 0,-9-3 1,3 1-438,0 1 1,-1 1 0,1 0 0,0 0-1,-1 1 1,1 0 0,0 1-1,-1 1 1,-16 2 0,18-2-1078,0 1-1,0 0 1,1 1 0,-1 0 0,1 1 0,-13 7-1,-19 13-6252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54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4786,'0'0'18441,"122"77"-16280,-95-63-817,0 2-687,0-5-369,1 0-240,-8-2-48,0 0-160,-6 0-929,6-2-704,0 2-1728,-6-4-2210,6-3-2865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5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13958,'0'0'14762,"0"6"-13951,0 5-486,0-7-190,-1 1 0,1 0-1,1-1 1,-1 1 0,1-1 0,-1 1-1,1-1 1,3 8 0,-3-10-132,1 0 0,-1 0 0,1-1 0,-1 1 1,1 0-1,-1-1 0,1 1 0,0-1 0,0 1 0,0-1 1,0 0-1,0 0 0,0 0 0,0 0 0,0 0 1,0-1-1,1 1 0,-1 0 0,0-1 0,0 0 0,1 0 1,-1 1-1,3-2 0,3 2-238,0-1 0,-1 0 0,1 0 0,-1-1 0,1 0 0,11-3 0,-17 3 269,0 1 1,0-1-1,0 0 1,0 0-1,0 0 0,0 0 1,-1 0-1,1 0 0,0-1 1,-1 1-1,1-1 1,-1 1-1,1-1 0,-1 1 1,0-1-1,0 0 0,0 1 1,0-1-1,0 0 1,0 0-1,0 0 0,0 0 1,-1 0-1,1 0 0,-1 0 1,1 0-1,-1 0 1,0 0-1,0-3 1622,3 6-1683,-1-1 0,1 1 1,0 0-1,-1 1 0,1-1 0,-1 0 0,1 1 0,-1-1 0,0 1 0,3 2 0,25 13-4297,-2-16-5620,-14-1 471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55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66 12102,'0'0'14249,"1"4"-13390,0 0-774,1-1-1,-1 0 1,1 0 0,0-1 0,0 1-1,0 0 1,0-1 0,0 1 0,0-1-1,1 1 1,0-1 0,-1 0 0,1 0 0,0 0-1,0-1 1,0 1 0,0-1 0,0 1-1,0-1 1,0 0 0,0 0 0,1-1 0,-1 1-1,6 0 1,14 1-134,0 0 0,39-2 0,-29-1-635,-32 0 668,-1 0-1,1 1 1,0-1 0,-1 0-1,1 1 1,0-1-1,-1 0 1,1 0-1,-1 0 1,0 0-1,1 0 1,-1 0-1,0 1 1,1-1-1,-1 0 1,0 0 0,0 0-1,0 0 1,0 0-1,0 0 1,0 0-1,0 0 1,0 0-1,0 0 1,-1 0-1,1 0 1,0 0-1,0 0 1,-1 0 0,1 0-1,-2-1 1,-12-35-138,8 31 155,0 1-1,0-1 1,0 2 0,0-1 0,-1 1-1,0 0 1,0 0 0,0 0-1,-12-3 1,16 6 32,0 0-1,0 0 0,0 0 1,0 0-1,0 0 1,0 1-1,0-1 1,0 1-1,0 0 1,0 0-1,-1 0 0,1 1 1,0-1-1,0 1 1,0 0-1,0-1 1,0 1-1,0 0 1,0 1-1,1-1 0,-1 1 1,0-1-1,1 1 1,-1 0-1,1 0 1,-4 3-1,1 2 3,0-1 0,0 1 0,1 0-1,0 0 1,1 1 0,0-1 0,0 1 0,0 0 0,1 0-1,0 0 1,0 0 0,1 0 0,0 0 0,1 0 0,0 0-1,0 0 1,2 11 0,-1-17-142,0-1-1,-1 1 1,1-1 0,0 1-1,1 0 1,-1-1 0,0 0-1,0 1 1,1-1-1,-1 0 1,0 1 0,1-1-1,0 0 1,-1 0 0,1 0-1,-1 0 1,1-1-1,0 1 1,0 0 0,-1-1-1,1 1 1,0-1 0,0 0-1,3 1 1,54 2-5230,-49-3 3383,23 0-4374,1 0-1479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55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5170,'0'0'23993,"0"17"-22833,0 73-2,0-89-1163,0 0-1,1 0 0,-1 0 1,1-1-1,-1 1 1,1 0-1,0 0 1,-1-1-1,1 1 1,0-1-1,-1 1 1,1 0-1,0-1 1,0 1-1,0-1 1,-1 0-1,1 1 1,0-1-1,0 0 0,0 1 1,0-1-1,0 0 1,0 0-1,0 0 1,0 0-1,-1 0 1,1 0-1,0 0 1,2 0-1,35-1-723,-33 1 528,3-2 35,0 0-1,0-1 1,0 0 0,-1-1 0,1 1 0,-1-1 0,0-1 0,0 1 0,0-1 0,-1 0 0,0-1 0,0 0 0,7-8 0,29-22 1744,-36 53 1892,-4-14-3677,-1-1 0,0 1 0,1-1 0,-1 0 0,1 1 0,0-1 0,0 0 0,0 0 0,0 0 0,0 0 0,0-1 0,0 1 0,1-1 0,2 3 0,55 0-8848,-20-3 481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56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46 4482,'0'0'20738,"-4"7"-20413,3-5-282,0 0 0,0 0 0,0 0 0,1 1 0,-1-1 0,0 0 0,1 0 0,0 0 1,-1 1-1,1-1 0,0 0 0,0 1 0,0-1 0,0 0 0,1 0 0,-1 1 0,1-1 0,0 3 0,1-2 9,1 1-1,-1-1 1,1 1 0,-1-1-1,1 0 1,0 0 0,0 0-1,0 0 1,1-1 0,-1 1-1,8 3 1,-6-3-46,1 0 0,0 0 0,0-1 0,1 1 0,-1-1 0,0-1 0,1 1-1,-1-1 1,1 0 0,0 0 0,-1-1 0,13-1 0,-16 1-42,-1 0 0,1-1-1,-1 1 1,1-1 0,-1 0-1,1 0 1,-1 0 0,0 0 0,0 0-1,1 0 1,-1 0 0,0-1 0,0 1-1,0-1 1,0 0 0,-1 0-1,1 1 1,0-1 0,-1 0 0,1 0-1,-1-1 1,0 1 0,1 0 0,-1 0-1,0-1 1,0 1 0,-1-1-1,1 1 1,0 0 0,-1-1 0,0 1-1,1-1 1,-1 0 0,0-3-1,0 2 24,0-1 0,0 1-1,-1-1 1,1 0-1,-1 1 1,0-1 0,0 1-1,0-1 1,-1 1 0,0-1-1,0 1 1,0 0-1,-5-8 1,4 10 82,1-1-1,-1 1 1,0 0 0,0-1-1,0 2 1,0-1 0,-1 0 0,1 0-1,0 1 1,-1 0 0,1 0-1,-1 0 1,1 0 0,-1 0 0,0 1-1,1 0 1,-1 0 0,-6 0-1,4 0 124,0 1-1,0 0 1,0 1-1,0-1 1,0 1-1,0 0 1,0 1-1,0 0 1,1-1-1,0 2 1,-1-1-1,1 1 0,0-1 1,0 1-1,1 1 1,-1-1-1,1 1 1,0-1-1,-5 9 1,4-5-53,-1 0 0,1 0 0,1 1 0,0 0 0,0 0 0,0 0 0,1 0 1,1 0-1,-1 1 0,2-1 0,-2 19 0,3-26-136,0 0 1,1 0 0,-1 0-1,1 0 1,0-1 0,0 1-1,0 0 1,0 0 0,0 0-1,0-1 1,0 1-1,0 0 1,1-1 0,-1 1-1,1-1 1,-1 0 0,1 1-1,-1-1 1,1 0-1,0 0 1,0 0 0,-1 0-1,1 0 1,0-1 0,0 1-1,0 0 1,0-1 0,0 1-1,0-1 1,3 0-1,10 3-55,0-2 0,29 1 0,-40-2 29,22-1-1069,0-1 0,0-2 0,0 0 0,40-13 0,44-20-11819,-108 36 12522,53-19-10710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71 576,'0'0'5141,"13"-37"-2684,-13 30-2011,0 6-336,-1 0 0,1 0 0,0 0 1,0-1-1,0 1 0,0 0 1,0 0-1,0 0 0,0 0 0,0 0 1,0 0-1,0 0 0,1 0 1,-1 0-1,1 0 0,-1 0 0,0 0 1,1 0-1,-1 0 0,1 0 1,0 0-1,-1 0 0,3-1 3704,-3 21-1637,14 345 4788,-14 239-3078,0-603-3830,0-35-7856,0 22 2725,0-4-1785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0 269 416,'0'0'5112,"2"-5"-4765,1 0 176,4-7-871,-5 0 8238,37 12-7429,197 1-81,572-11 1228,-681 6-1601,212-14 111,392-14 204,-472 27-204,650-53-72,-420 48 367,4 0-357,-122-13-31,-32 3-15,202 4 1396,-141 8-1235,-327 0-165,20-1 4,1095 9 14,-1168-1 602,-22-1-173,-16 1-2022,-4 0-3872,-16 1-2547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1 301 1056,'0'0'4320,"47"2"1827,151-11-1364,7 0-4217,735-5 138,-128-33-421,-168 15-83,-282 4-162,54-2 41,345 14 117,-295 9 89,-135-2 174,317-4 333,-207-4-567,-197 4-178,-130 10-126,206-17 454,-9-7 1164,-135 19 726,-140 8 1689,-75 7-6294,20-3-1989,1-2-5668,11-2 3215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64 160,'0'0'4706,"2"-10"-3567,1-1-763,-1 6-169,-1 1-1,1 0 1,-1-1-1,0 1 1,-1-1-1,1 0 1,-1-6 3929,15 25 1322,-11 4-4720,0-1-1,-1 1 0,-1 0 1,-1 0-1,-1 0 1,-1 20-1,0-2 96,1 535 4916,-7-433-4297,-6 39 474,13-154-1715,0-23-289,0-3-2069,0-6-387,-22 2-12767,-4-1 3055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75 2209,'0'0'10458,"0"-9"-9004,0-43 1051,0 51-2453,0 0 0,-1 1 0,1-1 0,-1 0 0,1 0 0,-1 1 0,1-1 0,-1 0 0,1 0 0,-1 1 0,1-1 0,-1 1 0,0-1 0,1 1 0,-1-1 0,0 1 0,0-1 0,1 1 0,-1 0 0,0-1 0,0 1 0,0 0 0,1 0 0,-1-1 0,0 1 0,0 0 0,0 0 0,0 0 0,0 0 0,1 0 0,-2 0 0,-37 1-78,30-1 133,-1 2-101,0 1 0,0-1 0,0 2 0,0 0 0,0 0 0,1 0 0,0 1 0,0 1 0,0-1 0,1 2 0,-1-1 0,2 1 0,-1 0 0,1 1 0,-10 12 0,16-19-7,-1 1 0,1-1 0,0 1 0,1-1 1,-1 1-1,0-1 0,0 1 0,0-1 0,1 1 0,-1 0 0,1-1 0,0 1 0,-1 0 0,1 0 0,0-1 0,0 1 0,0 0 0,0 0 1,0-1-1,1 4 0,0-4 2,0 1 0,-1-1 0,1 0 0,0 0 0,0 0 0,1 1 0,-1-1 0,0 0 0,0 0 0,0 0 0,1-1 0,-1 1 1,0 0-1,1 0 0,-1-1 0,1 1 0,-1-1 0,3 1 0,8 2 44,1-1 0,0-1 0,0 0 0,18-1 0,-20 0 33,0 0-13,0 0 25,1 1 0,-1-2 0,0 1 0,1-1 0,-1-1-1,0 0 1,0-1 0,0 0 0,-1-1 0,16-6 0,27-15 1092,-52 25 269,-10 18-453,-8 6-460,-1 0-1,-1-1 1,-37 34-1,-14 16 32,5-2-340,36-41-82,1 2 0,-45 66-1,72-97-145,0 0 1,0 1-1,1-1 0,-1 1 0,0-1 0,0 0 1,1 1-1,-1-1 0,1 1 0,-1 0 0,1-1 1,0 1-1,-1-1 0,1 1 0,0 0 0,0-1 1,0 1-1,1 0 0,-1-1 0,0 1 0,0-1 1,2 3-1,-1-3 3,0 0-1,0 1 1,0-1 0,0 0-1,0 0 1,1 0 0,-1 0 0,0-1-1,1 1 1,-1 0 0,1-1-1,-1 1 1,1 0 0,-1-1-1,1 0 1,-1 1 0,1-1 0,1 0-1,9 1 37,0-1 0,0 0-1,0-1 1,19-4-1,0-4 44,1-1-1,-2-2 1,1-1-1,-2-1 0,0-2 1,0-1-1,30-24 0,-55 38-393,10-9-157,-11 0-3984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5651,'0'0'13112,"5"-7"-11716,18-25-22,-17 24-243,-5 9-1014,0 1 1,-1-1 0,1 0 0,0 1 0,0-1-1,-1 1 1,1-1 0,0 1 0,-1-1-1,0 1 1,1-1 0,-1 1 0,0 0 0,0-1-1,0 1 1,0-1 0,0 1 0,0 0-1,-1 1 1,2 5 197,-1-6-299,0 0 0,1 0 0,-1 0 1,1 0-1,-1 0 0,1 0 0,0 0 0,0 0 0,0 0 0,0-1 0,0 1 0,0 0 0,1 0 0,-1-1 0,1 1 0,-1-1 0,1 0 0,-1 1 0,1-1 1,0 0-1,-1 0 0,1 0 0,0 0 0,0 0 0,0 0 0,0-1 0,0 1 0,3 0 0,-2-1-35,1 0 1,0 0-1,-1-1 0,1 1 0,0-1 0,-1 0 1,1 0-1,-1 0 0,1 0 0,-1 0 1,1-1-1,-1 0 0,0 0 0,0 0 0,4-3 1,32-31-208,-32 29 242,-1 1 1,1-1 0,0 1 0,0 0 0,1 1 0,0 0-1,0 0 1,10-4 0,-17 9 268,-1 41 1698,0 46-1527,1-86-797,0-1 0,0 1 0,0 0 0,0-1 1,1 1-1,-1-1 0,0 1 0,0-1 0,0 0 0,0 1 1,1-1-1,-1 0 0,0 0 0,0 0 0,1 0 0,-1 0 0,0 0 1,3-1-1,25 0-5293,-7-6-1340,4-8-2091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4418,'0'0'14231,"22"31"-12004,-18-27-2195,0-1-1,1 0 0,-1-1 1,1 1-1,0-1 0,-1 0 0,1 0 1,0 0-1,0-1 0,0 0 1,0 0-1,1 0 0,6 0 1,65-1 92,-76-1-153,1 1-1,-1 0 1,0-1 0,0 1-1,1-1 1,-1 1 0,0-1-1,0 1 1,0-1 0,0 0-1,0 0 1,0 1 0,0-1-1,0 0 1,0 0 0,0 0-1,0 0 1,-1 0 0,1 0-1,0 0 1,-1-1 0,1 1-1,-1 0 1,1 0 0,-1 0-1,0-1 1,1 1 0,-1 0-1,0-1 1,0 1 0,0 0-1,0 0 1,0-1 0,0 1-1,0-2 1,0 0 11,0 1 0,-1-1 0,1 0 1,0 0-1,-1 1 0,0-1 0,1 0 0,-1 1 1,0-1-1,0 1 0,-1-1 0,1 1 0,0 0 1,-4-4-1,1 3 87,-1 1-1,0-1 1,0 1 0,0 0 0,0 1-1,0-1 1,0 1 0,0 0-1,0 0 1,-1 0 0,1 1 0,0 0-1,-1 0 1,1 0 0,-10 3 0,11-3 18,1 1 1,-1-1 0,0 1 0,0 0-1,1 1 1,-1-1 0,1 1 0,-1-1 0,1 1-1,0 0 1,-1 0 0,1 1 0,0-1-1,0 1 1,1-1 0,-1 1 0,1 0-1,-1 0 1,1 0 0,0 0 0,-3 6 0,1 6-68,0 1 0,1-1 0,1 1 0,1 0 0,0-1 0,2 22 0,-1-10-371,0-26 254,0 1 0,0-1 0,1 0 0,-1 0-1,0 0 1,0 1 0,1-1 0,-1 0 0,1 0 0,-1 0 0,1 0 0,-1 0 0,1 0 0,0 0 0,0 0 0,-1 0-1,1 0 1,0 0 0,0 0 0,0-1 0,0 1 0,0 0 0,2 1 0,0-1-307,1 1 0,0-1 0,-1 0 0,1 0-1,0 0 1,-1 0 0,1-1 0,4 1 0,3-1-942,0-1 0,0 1 0,0-1-1,0-1 1,11-3 0,16-12-2272,-3-5 505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2193,'0'0'12382,"2"-7"-10101,2-21-422,-3 21 558,0 43 259,0-33-2682,0 1 0,-1-1 0,1 1 0,1-1 0,-1 0 0,0 1-1,1-1 1,0 0 0,-1 0 0,1 0 0,0 0 0,1 0 0,2 3 0,-2-5-49,-1 0 0,1 0 0,-1 0 1,1 0-1,-1-1 0,1 1 0,0-1 1,-1 0-1,1 1 0,0-1 0,0 0 1,-1-1-1,1 1 0,0 0 0,-1-1 1,1 0-1,0 1 0,-1-1 0,1 0 1,2-2-1,6-1-23,0-2-1,0 0 1,0 0 0,-1-1-1,0 0 1,0-1-1,8-8 1,-18 44 5542,0-27-5528,0 0 0,0 1 0,0-1 0,0 0 0,1 0-1,-1 1 1,0-1 0,1 0 0,-1 0 0,1 0 0,-1 0 0,1 1-1,-1-1 1,1 0 0,0 0 0,0 0 0,-1 0 0,1 0-1,0 0 1,0-1 0,0 1 0,0 0 0,0 0 0,2 0-1,37 1-5512,1-8-4733,-8-7 1159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4866,'0'0'13441,"8"27"-11296,-5-23-2065,1-1-1,-1 1 1,1-1-1,0 0 0,0 0 1,1 0-1,-1 0 1,0-1-1,1 0 1,0 0-1,-1 0 1,1 0-1,6 1 1,3-1-23,-1 0 0,1 0 1,19-2-1,-31-37-110,-3 35 70,1 0 1,-1 0 0,0 0-1,1 0 1,-1 0 0,0 1-1,0-1 1,-1 0 0,1 1-1,0-1 1,0 1-1,-1-1 1,1 1 0,-1-1-1,0 1 1,1 0 0,-1 0-1,0 0 1,1 0 0,-1 0-1,0 0 1,0 1 0,0-1-1,0 0 1,0 1 0,0 0-1,0-1 1,0 1 0,-3 0-1,-3-1 384,0 0-1,0 0 0,0 1 1,0 0-1,1 1 0,-11 1 1,16-1-287,1 0 1,-1 0-1,1 0 0,-1 0 1,1 0-1,0 0 0,-1 1 1,1-1-1,0 1 0,0-1 1,0 0-1,0 1 1,0 0-1,0-1 0,0 1 1,0 0-1,1-1 0,-2 4 1,-6 31 884,4-5-606,2 52 0,2-67-472,0-15-8,1 1 0,-1 0 0,1-1 1,-1 1-1,1-1 0,0 1 0,0-1 0,0 1 1,0-1-1,0 0 0,0 1 0,0-1 0,0 0 0,0 0 1,1 0-1,-1 0 0,1 0 0,-1 0 0,0 0 1,1 0-1,-1 0 0,1-1 0,0 1 0,-1-1 0,1 1 1,0-1-1,-1 0 0,1 1 0,0-1 0,-1 0 1,3 0-1,67 1-5395,-54-1 3057,30 0-5277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2289,'0'0'12427,"0"-6"-10007,0-15-285,0 41 610,0 49 512,0 131-23,0 0-5510,4-182 931,0-11-2192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66 5234,'0'0'9453,"21"-5"-7991,5-2-1100,-2 1 3,1 1 1,0 1 0,32-1 0,108-8 1617,159-6 646,-289 19-2205,-17-1 111,-1 0 1,1 1-1,-1 1 0,1 1 0,0 1 0,-1 0 1,0 1-1,0 1 0,31 13 0,-36-13 146,-5-1 394,-6 15-683,0 15-134,-2-1 0,-11 63 0,-1-9-247,3 0 1,4 175 0,7-185-149,-1-76 44,-5-1-2,0 1 0,0-1 0,1 0 0,-1 0 0,0 0 1,0 0-1,-6-2 0,8 1 24,-242-15-1516,150 15 1457,1 5 0,-141 24 0,185-19 132,13-3 156,-53 17 0,77-23-156,12 0-84,17-16-9562,-11 12 7373,8-9-4698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 3105,'0'0'11640,"-1"4"-10079,-4 24-129,2 0 0,1 0 0,1 0 1,1 0-1,6 40 0,0 36-554,-6 671-275,-3-753-601,-4-17 229,6-6-260,0 0 0,0 0 0,0 0 0,0 0 0,0 0-1,1 0 1,-1-1 0,0 1 0,1 0 0,-1 0 0,1-1-1,-1 1 1,1 0 0,0-1 0,-1 1 0,1-1 0,0 1 0,0 0-1,0-1 1,0 1 0,1-3 0,0 2 2,0 0-1,0 1 1,0-1-1,1 0 1,-1 1 0,1 0-1,-1-1 1,1 1 0,0 0-1,-1 0 1,1-1 0,0 2-1,0-1 1,0 0 0,0 0-1,0 0 1,0 1 0,0-1-1,3 1 1,0-2-37,80-23-450,162-27 1,93 13 136,-221 27 170,-65 6 62,665-74-532,-451 52 2163,-248 21-764,-17 3 840,-15 2 1850,6 9-4488,6-6 169,-1 0 1,0 0-1,1 0 0,-1 0 1,0 1-1,0-1 0,0 0 1,0 0-1,0-1 0,0 1 1,0 0-1,0 0 0,0 0 0,-3 0 1,-3 0-6476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4018,'0'0'12331,"7"-1"-10488,-5 0-1706,-1 1-1,1 0 1,0-1 0,0 1-1,0 0 1,-1 0-1,1 0 1,0 1-1,0-1 1,-1 0-1,1 1 1,0-1-1,0 1 1,-1 0 0,1-1-1,0 1 1,-1 0-1,1 0 1,-1 0-1,1 0 1,-1 0-1,0 0 1,2 2-1,1 3 346,0-1 0,-1 2-1,1-1 1,-1 0-1,0 0 1,1 8 0,2 10 40,-1-1 1,-1 1 0,-1-1 0,-2 1 0,0 0-1,-4 37 1,1 2 438,2-63-787,2-18-118,0-1 0,-2 1 0,0-1 0,-5-33 0,1-17-403,4 45-33,-7-45 0,4 56 142,-1-5-1,3 32 340,1-11-91,1 0 0,0 0 0,0 0 0,0 0 0,0-1 1,0 1-1,1 0 0,-1-1 0,1 1 0,-1-1 0,1 1 0,0-1 1,0 0-1,0 0 0,1 0 0,2 2 0,47 35 79,-32-26-84,-18-12 34,0 0-1,1 0 0,-2 1 1,1-1-1,0 1 0,0-1 1,0 1-1,-1 0 0,1-1 0,-1 1 1,1 0-1,-1 0 0,0 0 1,0 0-1,0 0 0,0 1 0,0-1 1,0 0-1,-1 0 0,1 1 1,-1-1-1,1 0 0,-1 1 1,0-1-1,0 0 0,0 1 0,0-1 1,0 0-1,-1 1 0,1-1 1,-1 0-1,1 1 0,-1-1 0,0 0 1,0 0-1,0 0 0,0 0 1,-1 0-1,1 0 0,0 0 1,-1 0-1,1 0 0,-1-1 0,-2 3 1,-3 3 189,-1-1 1,0 0 0,0 0-1,0 0 1,-1-1 0,0-1-1,0 0 1,0 0 0,-15 4-1,23-7-439,-42 14 1081,27-1-3514,10 7-8555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5 1953,'0'0'10992,"0"0"-10886,0-1 1,0 1 0,0 0-1,0 0 1,0-1-1,0 1 1,0 0 0,-1 0-1,1 0 1,0-1 0,0 1-1,0 0 1,0 0 0,0 0-1,0 0 1,-1-1 0,1 1-1,0 0 1,0 0 0,0 0-1,-1 0 1,1 0-1,0 0 1,0-1 0,0 1-1,-1 0 1,1 0 0,0 0-1,0 0 1,0 0 0,-1 0-1,1 0 1,0 0 0,0 0-1,-1 0 1,1 0 0,0 0-1,-1 0 1,-3 6 458,0 0 1,1 1-1,-1-1 1,1 1-1,0-1 1,1 1-1,0 0 1,0 0-1,0 0 1,1 0-1,0 9 1,-2-5 11,-6 59 1719,3 0-1,6 133 1,2-86-1934,5 217 516,-7-334-961,0 0 0,1 0 0,-1 1 0,0-1 0,0 0 0,1 0 0,-1 0 0,0 0 1,1 1-1,-1-1 0,1 0 0,-1 0 0,0 0 0,1 0 0,-1 0 0,0 0 1,1 0-1,-1 0 0,1 0 0,-1 0 0,0 0 0,1 0 0,-1 0 0,0 0 0,1 0 1,-1 0-1,0-1 0,1 1 0,-1 0 0,0 0 0,1 0 0,-1 0 0,0-1 0,1 1 1,-1 0-1,0 0 0,0-1 0,1 1 0,-1 0 0,0-1 0,0 1 0,1 0 0,-1-1 1,0 1-1,0 0 0,0-1 0,0 1 0,0 0 0,0-1 0,1 1 0,-1-1 1,0 1-1,0 0 0,0-1 0,0 1 0,0 0 0,0-1 0,-1 0 0,22-51-9857,-2 18-11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1 720,'0'0'13257,"0"5"-10818,14 86 5209,-6 103-2082,22 99-3204,-20-198-2102,3-4-713,-8-74-1733,-4-16 1625,-1 0-1,1 0 1,0-1-1,0 1 1,0 0-1,1-1 1,-1 1-1,0-1 1,0 1-1,0-1 1,0 1-1,0-1 1,1 0-1,-1 0 1,0 0-1,0 1 1,1-1-1,1-1 1,16 1-7483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1521,'0'0'14849,"0"3"-11243,0 18-1881,2 207 5878,3-119-6134,21 120-1,-11-159-1506,4 24 111,-18-31-6497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4034,'0'0'10087,"8"-4"-4698,3-3-3361,-8-2-1022,0 1 1996,-1 18-1418,-3 93 821,21 160 0,12 57-1648,-30-251-4447,-1 0-4001,13-69-7814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5 3906,'3'-2'16258,"8"0"-11939,-18 414 1562,0 6-3801,7-416-2061,0 0-6,0 0 0,0 0 1,-1-1-1,1 1 0,0 0 0,1 0 1,-1-1-1,0 1 0,0 0 0,1-1 0,-1 1 1,1 0-1,0-1 0,-1 1 0,1-1 0,0 1 1,0 0-1,0-1 0,0 0 0,0 1 1,0-1-1,2 2 0,5 42-1331,-9-44 1017,1 0 0,0 1-1,-1-1 1,1 0 0,-1 0 0,1 1-1,-1-1 1,0 0 0,1 0 0,-1 0-1,0 0 1,0 0 0,0 0 0,0 0-1,0 0 1,0 0 0,0-1 0,0 1-1,0 0 1,0 0 0,-1-1 0,-1 1-1,-31 11-7920,7-7-1417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1024,'0'0'3914,"7"0"-3876,38-4 4,-24 0 14390,-28 11-10598,-3 8-5281,4-6 1651,1 0 1,0 1 0,0-1-1,1 1 1,0 0 0,1 0 0,0 0-1,1 0 1,0 1 0,-1 12-1,3-22-200,1-1-1,-1 1 0,1-1 1,-1 1-1,0 0 1,1-1-1,0 0 0,-1 1 1,1-1-1,-1 1 0,1-1 1,-1 0-1,1 1 1,0-1-1,-1 0 0,1 1 1,0-1-1,-1 0 0,1 0 1,0 0-1,0 0 1,-1 0-1,1 0 0,0 0 1,-1 0-1,2 0 0,28 0 47,-22 0-20,0 0-22,-1 0-1,1 0 0,-1-1 1,0 0-1,1 0 1,-1-1-1,0 0 0,0 0 1,0-1-1,10-4 1,-14 5-18,0-1 0,0 1 0,0-1 0,-1 0 1,1 1-1,-1-1 0,1 0 0,-1 0 0,0-1 1,0 1-1,-1 0 0,1-1 0,-1 1 0,1-1 0,-1 1 1,0-1-1,0 0 0,-1 0 0,1 1 0,-1-1 1,0 0-1,0-6 0,0 6 5,0 1-1,0-1 1,-1 1-1,1-1 1,-1 1-1,1 0 1,-1-1-1,0 1 1,-1-1 0,1 1-1,0 0 1,-1 0-1,0 0 1,0 0-1,0 0 1,0 0-1,0 1 1,-4-4 0,3 3 91,-1 1 1,0-1 0,0 1 0,0 0 0,0 0 0,0 1 0,-1-1 0,1 1 0,0 0 0,-1 0 0,1 0 0,-1 1 0,1-1 0,-7 2 0,10-1-81,1 0 1,-1 0 0,0 0 0,1 0 0,-1 0 0,0 0 0,1 1 0,-1-1-1,0 0 1,1 1 0,-1-1 0,1 0 0,-1 1 0,1-1 0,-1 0 0,1 1-1,-1-1 1,1 1 0,-1-1 0,1 1 0,-1 0 0,1-1 0,0 1-1,-1-1 1,1 1 0,0 0 0,0-1 0,-1 1 0,1-1 0,0 1 0,0 0-1,0-1 1,0 1 0,0 0 0,0 0 0,0-1 0,0 1 0,0 1 0,2 11-3037,18-7-15522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8724,'0'0'13862,"1"12"-12221,12 183 2305,-13-193-4001,0-1-1,0 0 1,0 0 0,0 0 0,0 0 0,0 0-1,0 1 1,1-1 0,-1 0 0,0 0-1,1 0 1,-1 0 0,1 0 0,-1 0-1,1 0 1,0 0 0,-1 0 0,1 0-1,0 0 1,0 0 0,-1-1 0,1 1 0,0 0-1,0 0 1,0-1 0,0 1 0,2 0-1,31 3-7688,-31-4 6849,12 0-6591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4706,'0'0'12024,"1"0"-11835,0 0-1,-1-1 1,1 1-1,0 0 1,0 0-1,0-1 0,-1 1 1,1 0-1,0 0 1,0 0-1,0 0 1,0 0-1,-1 0 1,1 0-1,0 0 1,0 1-1,0-1 0,0 0 1,-1 0-1,1 1 1,1 0-1,3 25 1085,0 1 1,-2 0-1,-1 33 0,-1-68-1323,1-1 0,0 1-1,1 0 1,-1 0 0,2 1 0,-1-1 0,1 1-1,0-1 1,1 1 0,-1 0 0,1 1-1,1-1 1,-1 1 0,1 0 0,0 1-1,1-1 1,-1 1 0,1 0 0,0 1-1,0-1 1,1 2 0,-1-1 0,11-3-1,-17 7 107,-1 0 0,1 1 0,0-1 0,0 0 0,0 0 0,0 1 0,0-1 0,0 0 0,0 1 0,0-1 0,0 1 0,-1-1 0,1 1 0,0-1 0,0 1 0,-1 0 0,1-1 0,0 1 0,-1 0 0,1 0 0,-1-1 0,1 1 0,-1 0 0,1 0 0,-1 0 0,0 0 0,1 0 0,-1 0 0,0 0 0,1 0 0,-1-1 0,0 1 0,0 0 0,0 0 0,0 0 0,0 0 0,-1 2 0,2 48 1263,-2-37-721,1 45 341,0-58-1050,1 0 1,-1-1-1,1 1 0,-1-1 0,1 1 1,-1 0-1,1-1 0,-1 1 1,1-1-1,0 1 0,-1-1 1,1 0-1,0 1 0,0-1 0,-1 0 1,1 1-1,0-1 0,0 0 1,-1 0-1,1 1 0,0-1 0,0 0 1,0 0-1,-1 0 0,1 0 1,0 0-1,1-1 0,31 1-5205,-24 0 2714,17 0-5050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1056,'0'0'19906,"19"-3"-18274,91-8 756,-43 9-5416,-65 2 2187,0 0-1,0 0 1,0-1-1,0 1 1,0 0 0,0-1-1,-1 1 1,1-1-1,0 1 1,0-1 0,0 0-1,2-2 1,10-7-8398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11973,'0'0'16056,"0"120"-14279,0-95-865,0-3-480,0 1-352,0-3-80,0 1-576,0 1-897,0-2-1280,0 1-2017,0-3-4482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0,'4'6'14179,"-1"9"-13074,4 465 5589,-7-297-4809,0-155-4039,0-131-10578,0 71 6876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1 165 352,'0'0'5384,"0"-11"-1785,124 9 4020,-79-1-7109,-1-2 1,49-12 0,329-71 626,-310 71-569,206-5 0,-197 22 275,-120 0-141,-1 22 373,-14 352 2265,14-18-1627,5-332-1603,-5-21-233,-5-5-46,-9-5 12,2 3 118,0 1-1,1 0 1,-1 0 0,0 1 0,-1 0 0,-21 1-1,4 1-32,-51 8 0,-302 70-112,362-73 192,-291 64 467,251-66 1152,60-3-1059,-1 0-487,-7 0-15,7 0 887,0 0-969,-48 2 308,35 0-3961,-1-2-7169,4 0 796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481 210 4530,'0'0'6486,"-8"-19"-5048,-25-63-203,29 75-1008,1 0 0,-1 0 0,0 1 0,-1-1-1,0 1 1,0 0 0,0 0 0,0 0 0,-1 1 0,0 0 0,0 0 0,-1 0 0,0 1 0,1 0-1,-1 0 1,0 1 0,-1 0 0,1 0 0,-1 1 0,1 0 0,-1 0 0,0 1 0,0-1 0,1 2-1,-1-1 1,-12 2 0,11-1-99,-1 1 0,0 0 0,1 1 0,-1 0 0,1 1 0,-1 0 0,1 0 0,0 1 0,0 0 0,1 1 0,-1 0 0,1 0 0,0 1 0,0-1 0,1 2 1,0-1-1,0 1 0,0 1 0,-7 10 0,3 1 83,0 1 1,2 0 0,1 1 0,0-1-1,2 2 1,0-1 0,1 1-1,1-1 1,1 1 0,0 32 0,1 221 1285,3-152-777,-1-98-632,1 1 1,1-1 0,1 1 0,1-1 0,1 0-1,13 38 1,-13-54-1543,-7-16-3275,-1-9 2506,2 10 1025,-1-1-1,0 1 1,0 0 0,-1 0-1,0 1 1,-4-9 0,-13-15-4429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1 142 2673,'0'0'13863,"67"-25"-11927,-26 19-175,13-6-112,-6-1-512,6 2-433,0-3-496,0 3-208,-6-1-48,-1-1-832,-6 2-1474,-14 2-1471,-7 4-3907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0 172 5539,'0'0'15335,"9"7"-13839,28 21-271,-34-26-1078,-1 1 1,0-1 0,0 1-1,0-1 1,-1 1 0,1 0-1,-1 0 1,1-1 0,-1 1-1,0 0 1,0 0 0,0 1-1,-1-1 1,1 0 0,-1 0-1,0 0 1,0 0 0,0 6-1,0-7-92,0-2 100,-2 0-142,1 0 1,-1-1 0,0 0 0,1 1-1,-1-1 1,1 0 0,-1 0 0,1 0-1,0 0 1,-1 0 0,1 0 0,0 0-1,0 0 1,0 0 0,-1-1 0,1 1-1,1-1 1,-1 1 0,0 0 0,0-1-1,0 1 1,1-1 0,-1 0 0,1 1 0,-1-1-1,1 0 1,0 1 0,0-1 0,-1 0-1,1-2 1,-3-62-4,3 57 20,0-8 10,1 0 1,0 0-1,4-18 0,-4 32-39,0-1 0,0 0 0,0 0 0,0 0 0,0 1 0,1-1 0,0 1 0,0-1 0,0 1 0,0 0 0,0-1 0,1 1 0,-1 0 0,1 1 1,0-1-1,0 0 0,0 1 0,0-1 0,5-1 0,-7 3-151,0 1 0,0 0 0,-1 0 0,1-1 0,0 1 1,0 0-1,0 0 0,0 0 0,-1 0 0,1 0 0,0 0 0,0 1 0,0-1 1,0 0-1,-1 0 0,1 0 0,0 1 0,0-1 0,-1 0 0,1 1 0,0-1 0,0 1 1,-1-1-1,1 1 0,-1-1 0,2 2 0,17 22-5593,-3-3-3214,3-7 446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56 4578,'0'0'16170,"-12"2"-14745,-40 8-214,50-10-1162,0 1 1,0 0-1,1 0 1,-1 0-1,1 0 1,-1 1-1,1-1 1,-1 0-1,1 1 1,-1-1-1,1 0 0,0 1 1,0 0-1,0-1 1,0 1-1,0 0 1,0-1-1,1 1 1,-1 0-1,0 0 1,1 0-1,-1 0 0,1 0 1,0 0-1,0-1 1,0 1-1,0 0 1,0 0-1,0 0 1,0 0-1,1 0 0,-1 0 1,1 0-1,0 2 1,0 10 9,0-13-54,0 0-1,0-1 1,0 1-1,0 0 1,0 0-1,0 0 1,0-1-1,0 1 1,1 0-1,-1-1 1,0 1 0,0-1-1,1 0 1,-1 1-1,0-1 1,1 0-1,-1 0 1,0 0-1,1 0 1,-1 0-1,0 0 1,2 0-1,36-3 34,-36 1 19,0 0 0,1 0 0,-1-1 1,0 1-1,0 0 0,0-1 0,-1 0 0,1 0 1,-1 0-1,1 0 0,-1 0 0,0 0 1,0-1-1,-1 1 0,1-1 0,-1 1 1,1-1-1,-1 0 0,0 1 0,0-1 1,0-8-1,-1 10-15,1-1 0,-1 0-1,0 0 1,0 0 0,0 1 0,0-1 0,-1 0 0,1 0 0,-1 1 0,0-1 0,1 0-1,-1 1 1,0-1 0,-1 0 0,1 1 0,0 0 0,-1-1 0,1 1 0,-1 0 0,0-1-1,0 1 1,0 0 0,0 1 0,0-1 0,0 0 0,-1 0 0,1 1 0,0 0 0,-5-3-1,6 4-225,1 0-1,0 0 1,-1 0-1,1 0 1,-1 0-1,1 0 0,0 0 1,-1 1-1,1-1 1,0 0-1,-1 0 1,1 0-1,0 0 1,-1 0-1,1 1 0,0-1 1,-1 0-1,1 0 1,0 1-1,0-1 1,-1 0-1,1 0 0,0 1 1,0-1-1,-1 0 1,1 1-1,0-1 1,0 0-1,0 1 1,0-1-1,-1 0 0,1 1 1,0-1-1,0 0 1,0 1-1,0-1 1,0 1-1,0-1 0,0 0 1,0 1-1,0-1 1,0 1-1,0-1 1,0 23-5697,1-18 2485,-1 8-4461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0 0 3394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3394,'51'9'1677,"2"0"240,-1-7 5571,-50-1-6971,-1-1 0,1 1 1,0 0-1,0 0 0,-1-1 0,1 1 0,0 0 1,-1 0-1,1 1 0,-1-1 0,1 0 1,-1 0-1,0 1 0,0-1 0,1 1 0,-1-1 1,0 1-1,0 0 0,0 1 0,0-1-384,0-1-1,0 1 1,0 0-1,0-1 1,0 1 0,1-1-1,-1 1 1,0-1-1,1 0 1,-1 1-1,1-1 1,-1 0-1,1 0 1,0 0-1,-1 0 1,1 0 0,0-1-1,0 1 1,2 0-1,-1-3-160,0 1 0,1-1 1,-1 0-1,0-1 0,0 1 0,0 0 0,0-1 0,-1 0 0,1 0 0,-1 0 0,1 0 1,-1 0-1,0 0 0,2-5 0,15-16-138,-17 21 181,0 1 1,0 0-1,0 0 0,1 1 1,-1-1-1,1 0 0,-1 1 1,1-1-1,0 1 0,0 0 1,2-1-1,-3 2 348,-2 6-264,1 0 1,0 0-1,0 0 1,1-1-1,0 1 1,0 0-1,0-1 1,1 0-1,0 1 1,4 6-1,19 16-1567,-24-27 933,0 1 1,0-1 0,0 0-1,0 0 1,0 0 0,0 0-1,0 0 1,0-1 0,0 1-1,1-1 1,-1 1 0,4-1-1,9 0-4515,4 0-1673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2881,'0'0'16875,"5"22"-14319,3 23-467,-1 0 1,0 58 0,-7 111 31,34-212-4186,-26-1 1189,-1-1 1,1-1-1,-1 1 0,1-1 0,-1-1 1,14-3-1,-18 3 1,1 1 0,-1-1-1,0 0 1,0 0 0,0 0 0,0 0 0,-1-1 0,1 1 0,-1-1 0,5-4 0,6-13-5971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7988,'0'0'15159,"149"-29"-14519,-94 22-448,-8 5-160,-6-2-32,-7 4-2081,6 0-1553,-6 0-5042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3298,'0'0'5906,"61"0"-5778,-55 0-48,8 0-80,-7 0-80,6 0-736,1 0-1073,6 3-1617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6019,'0'0'6019,"54"-2"-6003,-40 2-16,-1 0-961,7 0-848,1 0-448,-1 0-848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2897,'0'0'10165,"34"-9"-10069,-20 9-96,-1 0-16,14 0-912,1 0-977,-1 0-1217,7 0-655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4386,'0'0'9156,"115"-23"-8612,-101 23-95,6 0-449,7 0-32,-7 0-1073,7 0-1264,7 0-624,0 0-2498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54 3394,'0'0'14710,"0"-11"-14342,0 9-207,0-1-161,0-1-513,0-3-1087,0 0-1586,-7-2-1312,7-2-656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1 186 3025,'0'0'12278,"0"-93"-12118,0 80-96,0 1-64,0 1-880,0-5-1073,0 5-1089,0-3-191,0-1 288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21 165 3618,'0'0'7235,"0"-75"-6819,-7 66-224,7 3-176,0-6-16,-6-1-688,6-3-1841,-7-2 336,7 2-1409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96 4434,'0'0'9060,"7"-50"-8852,-7 48-192,0-1-16,0-1-384,0-1-224,0 3-641,0-2-576,0-1-175,0 1-161,0-3-177,0-2-415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74 1713,'0'0'8070,"-2"-7"-7187,0 0-630,-13-24 914,14 29-963,1 0 1,-1 1-1,1-1 1,-1 0-1,1 1 1,0-1 0,-1 0-1,1 1 1,0-1-1,0 0 1,0 0-1,1 1 1,-1-3 0,1 1 2910,-6 21-1675,3-11-1356,-1 0 0,-1 0-1,1 0 1,-1 0 0,0-1 0,-1 0 0,1 0-1,-1 0 1,-1 0 0,1-1 0,-1 1 0,-9 5 0,-12 9 35,-47 24 1,44-27 16,9-5-93,23-14 80,36-23 134,-17 11-256,8-6-21,-1-1 0,-1-1 0,45-50 0,-71 71 69,-1 0 0,0 1 0,1-1 1,0 0-1,-1 0 0,1 0 0,-1 1 0,1-1 0,0 0 1,0 1-1,-1-1 0,1 1 0,0-1 0,0 0 1,0 1-1,0 0 0,0-1 0,0 1 0,-1 0 1,1-1-1,0 1 0,0 0 0,0 0 0,0 0 1,0 0-1,0 0 0,0 0 0,0 0 0,0 0 0,0 0 1,0 0-1,0 1 0,2-1 0,17 28 1988,-18-23-2139,2 1 292,0 0 1,1 0 0,-1 0-1,1 0 1,1-1 0,-1 0-1,1 0 1,9 7 0,-7-6 16,33 32 1965,-41-38-2275,0 0 1,0 1-1,0-1 0,0 0 0,1 0 1,-1 1-1,0-1 0,0 0 1,0 0-1,0 1 0,0-1 1,0 0-1,0 1 0,0-1 1,0 0-1,0 0 0,0 1 0,0-1 1,0 0-1,0 1 0,-1-1 1,1 0-1,0 0 0,0 1 1,0-1-1,0 0 0,0 0 0,0 1 1,-1-1-1,1 0 0,0 0 1,0 0-1,0 1 0,-1-1 1,1 0-1,0 0 0,0 0 1,-1 0-1,1 1 0,-1-1 0,-17 15-4852,-2 1-3813,2-3 295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3650,'0'0'10004,"149"-25"-8579,-122 25-465,0 0-63,-6 0-897,-8 0-240,8 0-1329,-8 0-2289,7 0-1408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33 3153,'0'0'17000,"-27"0"-17000,27-3-112,0-3-1393,0-3-1872,0-5-2258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7780,'0'0'9897,"10"-3"-9486,1 1-264,6-3 173,0 2-1,0 0 0,1 0 0,0 2 0,27 1 1,-44 4-125,0 0 1,0 0-1,-1 0 1,0 1-1,1-1 1,-2 0 0,1 6-1,-1-6 15,0 2-68,0 1 0,-1 0 0,0-1 0,0 1 0,0-1 1,-1 1-1,0-1 0,0 0 0,-1 0 0,0-1 0,0 1 0,0-1 0,-1 1 1,-7 5-1,7-6-21,0 1 1,0-1 0,0 1-1,0 0 1,1 0 0,0 1-1,0-1 1,1 1-1,0 0 1,0 0 0,1 0-1,-1 0 1,2 0 0,-3 14-1,46-19 245,-32-2-414,7 1-231,1-2-1,-1 0 0,25-5 1,-36 5-612,0-1 0,1 0 0,-1-1 1,-1 1-1,1-1 0,0 0 1,9-8-1,6-4-6451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23 8148,'0'0'9143,"21"-3"-7551,3-4-1165,-12 4-176,0 0-1,-1 1 0,1 0 1,0 1-1,20 0 0,-31 1-195,0 0-1,0 1 0,0-1 0,-1 0 1,1 1-1,0-1 0,0 0 1,0 1-1,-1 0 0,1-1 1,0 1-1,0-1 0,-1 1 1,1 0-1,0-1 0,-1 1 1,1 0-1,-1 0 0,1 0 0,-1-1 1,1 1-1,-1 0 0,0 0 1,0 0-1,1 0 0,-1 0 1,0 0-1,0 0 0,0 0 1,0 0-1,0 0 0,0-1 1,0 1-1,0 0 0,0 0 0,0 0 1,-1 0-1,1 0 0,0 0 1,0 0-1,-1 0 0,0 1 1,0 2 84,0 0 1,0-1 0,-1 1 0,1 0 0,-1 0 0,0-1 0,0 1-1,0-1 1,0 1 0,-4 3 0,-8 5 474,0 0 1,-1 0-1,-1-1 1,0-1-1,-29 13 1,78-8-735,-25-13 43,0 0-1,0 1 1,0 0-1,-1 0 1,0 1 0,1 0-1,-1 0 1,0 1 0,-1 0-1,9 7 1,-11-7 69,-1-1 1,0 0-1,0 1 1,0 0-1,0 0 1,-1 0-1,1 0 1,-1 0-1,-1 0 1,1 0-1,-1 1 0,0-1 1,0 1-1,0-1 1,-1 1-1,0 5 1,0-9 38,-1 0 0,0 0 0,1 0 1,-1-1-1,0 1 0,0 0 0,0 0 0,0-1 0,0 1 1,0 0-1,0-1 0,-1 1 0,1-1 0,0 0 0,-1 1 1,1-1-1,-1 0 0,0 0 0,1 0 0,-1 0 1,0 0-1,0 0 0,-3 1 0,-53 16 1397,46-15-1131,-26 4 591,9-1-2045,10-2-5028,25-5-2141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8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28 240 1793,'0'0'5514,"0"-15"-4799,0-45 126,0 45 8806,0-2-8906,0-3-616,1 11-97,-1 0-1,0 0 1,0 0-1,-1 0 1,0 0-1,0 1 1,-1-1-1,-1 0 0,1 1 1,-8-17-1,10 25 24,0 0 0,0 0 0,0 0 0,0 1 0,0-1 0,0 0 1,0 0-1,0 0 0,0 0 0,0 0 0,0 0 0,0 0 0,0 0 0,0 1 0,0-1 0,0 0 0,0 0 0,0 0 0,0 0 0,0 0 0,-1 0 0,1 0 0,0 0 0,0 0 0,0 1 0,0-1 0,0 0 0,0 0 0,0 0 0,0 0 0,0 0 0,0 0 0,0 0 0,-1 0 0,1 0 0,0 0 0,0 0 0,0 0 0,0 0 0,0 0 0,0 0 0,0 0 0,0 0 0,-1 0 0,1 0 1,0 0-1,0 0 0,0 0 0,0 0 0,0 0 0,0 0 0,0 0 0,0 0 0,-1 0 0,1 0 0,0 0 0,0 0 0,0 0 0,0 0 0,0 0 0,0 0 0,0 0 0,0-1 0,0 1 0,0 0 0,-1 0 0,-1 17 646,1 23-581,2 26 541,3 0 0,3-1 0,28 123-1,-25-120-545,-8-53-254,0 0 0,0 0 0,8 24 0,-5-31-2016,-2-33-7970,-3 24 10289,0-34-6408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9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62 180 96,'0'0'11178,"1"-4"-10118,-1 3-928,1 0 0,-1 0 1,0 0-1,1 0 0,0 0 1,-1 0-1,1 0 1,0 1-1,-1-1 0,1 0 1,0 0-1,0 0 0,-1 1 1,1-1-1,0 0 0,0 1 1,0-1-1,0 1 1,0-1-1,0 1 0,0 0 1,0-1-1,0 1 0,0 0 1,1 0-1,-1 0 0,0-1 1,0 1-1,0 0 1,0 0-1,0 1 0,0-1 1,0 0-1,0 0 0,0 1 1,0-1-1,1 0 0,-1 1 1,0-1-1,-1 1 1,1-1-1,0 1 0,1 1 1,15 3 204,0 0 0,1-1 0,-1-1 1,1 0-1,-1-2 0,1 0 1,23-1-1,-6-3-83,0-1 0,58-13 0,114-41 34,-79 21-270,164-27 1,-290 63 59,0 1 0,1-1-1,-1 1 1,0-1-1,0 1 1,0 0 0,1 0-1,-1 0 1,0 0-1,0 0 1,0 1 0,0-1-1,1 1 1,-1-1-1,0 1 1,0 0 0,0 0-1,0 0 1,0 0-1,0 0 1,1 1 0,-1 2 108,0 0 1,0 0-1,0 0 1,-1 0 0,0 1-1,0-1 1,0 0-1,-1 0 1,1 9 0,-1-13-188,22 207 2570,-12-124-1930,1 10-24,42 172 1,-52-259-603,1-1 0,-1 0 0,1 0 0,0 0 0,1 0-1,-1 0 1,1-1 0,0 1 0,0-1 0,0 1 0,5 3 0,-51-3-224,-13-3 107,1 4 0,0 1 0,0 3 0,-82 27 0,-53 17 140,-427 117 155,580-163-151,40-17-611,8-3-29,1-1 1,0 1 0,1 1 0,21-15-1,29-17-6744,-43 30 2873,1-1-2381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9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1 269 5106,'0'0'9733,"5"-2"-8431,-3 1-1179,0 0 1,0 0-1,1 0 1,-1 0-1,1 1 1,-1-1 0,0 1-1,1-1 1,-1 1-1,1 0 1,0 0-1,-1 0 1,1 0-1,-1 1 1,0-1-1,1 1 1,-1-1 0,1 1-1,-1 0 1,0 0-1,1 0 1,-1 0-1,0 1 1,0-1-1,0 0 1,0 1-1,0-1 1,0 1-1,0 0 1,0 0 0,-1 0-1,1 0 1,-1 0-1,0 0 1,1 0-1,-1 0 1,0 1-1,1 2 1,2 5 73,0 1 0,-1-1 0,0 1 0,0-1 0,-2 1 0,2 21 0,-22-38 59,15-2-228,0-1 0,1 0-1,0 0 1,0 0 0,1 0 0,0 0-1,-1-19 1,-1 2 100,0-9 79,1-1 0,3-54-1,0 40-127,0 48-92,0 0 1,0-1 0,0 1-1,0 0 1,0 0-1,0-1 1,1 1-1,-1 0 1,1 0 0,-1 0-1,1 0 1,0 0-1,0 0 1,0 0-1,0 0 1,1 0 0,-1 0-1,0 0 1,1 1-1,-1-1 1,1 0-1,-1 1 1,1-1 0,0 1-1,0 0 1,0 0-1,3-2 1,2 1-987,1 0-1,-1 1 1,0 0 0,0 0 0,0 1-1,15 1 1,-3-1-3685,-4 0-769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0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3378,'0'0'11389,"25"2"-9351,3 3-1582,-8-1-155,-1-1-1,1-1 1,0-1-1,0 0 1,36-5 0,-51 3-269,-1-1 0,1 0 1,-1 0-1,0 0 0,1 0 1,-1-1-1,0 1 0,0-1 0,-1 0 1,5-5-1,-6 7-16,-1 1 0,0-1 0,0-1-1,1 1 1,-1 0 0,0 0 0,0 0 0,-1 0 0,1-1 0,0 1-1,0 0 1,0-1 0,-1 1 0,1-1 0,-1 1 0,1-1-1,-1 1 1,0-1 0,1 1 0,-1-1 0,0 1 0,0-1-1,0 0 1,0 1 0,-1-1 0,1 1 0,0-1 0,0 1-1,-1-1 1,1 1 0,-1-1 0,0 1 0,1-1 0,-2 0-1,-3-1 111,0 1 0,0 0-1,0 0 1,-1 1 0,1 0-1,-1 0 1,1 0 0,-1 0-1,1 1 1,-1 0 0,1 0-1,-10 2 1,1-2 65,3 0-66,0 0-1,0 1 1,0 0-1,1 1 1,-1 0-1,-13 4 1,22-5-88,-1 0-1,0 0 1,1 1 0,-1-1 0,1 1 0,-1-1 0,1 1-1,0 0 1,-1 0 0,1 0 0,0 0 0,0 0 0,1 0-1,-1 1 1,0-1 0,1 1 0,-1-1 0,1 1 0,0-1-1,0 1 1,0 0 0,0 0 0,0 0 0,1-1 0,-1 1-1,1 0 1,0 0 0,0 3 0,0 1-62,0-1 0,0 1 0,1 0 0,0-1 0,0 1 0,1 0 0,0-1 0,0 0 0,5 12 0,-5-15-226,1 0 1,-1 0 0,0 0-1,1 0 1,-1 0 0,1-1 0,0 1-1,0-1 1,0 0 0,0 0 0,0 0-1,1 0 1,-1-1 0,0 1-1,1-1 1,-1 0 0,1 0 0,0 0-1,6 0 1,7 1-2048,0-2 1,-1 0-1,21-2 0,16-8-3200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6787,'0'0'12414,"-24"9"-9760,-75 28-890,92-34-1588,0 0 0,0 0 1,0 0-1,1 1 0,0 0 0,-1 0 0,1 0 1,1 1-1,-1 0 0,1 0 0,0 1 1,0-1-1,0 1 0,1 0 0,0 1 0,0-1 1,-5 14-1,8-17-165,0 0 0,0 0 0,0 0 1,0 0-1,1 0 0,0 1 0,0-1 0,0 0 0,0 0 0,0 0 1,1 5-1,-1-7-31,1 1 0,-1-1-1,1 0 1,-1 0 0,1 1 0,0-1 0,-1 0 0,1 0 0,0 0 0,0 0 0,0 0-1,0 0 1,0 0 0,0 0 0,0-1 0,0 1 0,0 0 0,0 0 0,1-1 0,-1 1-1,0-1 1,0 1 0,1-1 0,-1 0 0,0 1 0,0-1 0,1 0 0,-1 0-1,2 0 1,8 1-189,0-1 0,0 0-1,0-1 1,1 0-1,-1-1 1,0 0-1,-1-1 1,1 0 0,0-1-1,-1 0 1,0 0-1,0-1 1,0-1-1,0 1 1,-1-2 0,0 1-1,0-1 1,-1-1-1,10-10 1,-8 0 3075,-11 45-1874,2-20-1307,1 0 1,0 1-1,0-1 0,0 0 1,1 0-1,6 12 1,13 4-3709,-19-21 3171,0-1 0,-1 0 0,1 1 0,0-1 1,0 0-1,0 0 0,0-1 0,0 1 1,5 0-1,29 0-6010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38 194 7892,'0'0'12592,"6"19"-11658,35 108 629,-42-127-1547,1 0 0,0 0-1,-1-1 1,1 1 0,0 0 0,-1 0 0,1 0-1,-1 0 1,1-1 0,0 1 0,-1 0-1,1 0 1,0 0 0,-1 0 0,1 0-1,-1 0 1,1 0 0,0 0 0,-1 0-1,1 0 1,-1 0 0,1 0 0,0 1 0,-1-1-1,1 0 1,-1 0 0,1 0 0,0 0-1,-1 1 1,1-1 0,0 0 0,0 0-1,-1 1 1,1-1 0,0 0 0,-1 1 0,1-1-1,0 0 1,0 1 0,0-1 0,-1 0-1,1 1 1,0-1 0,0 0 0,0 1-1,0-1 1,0 0 0,0 1 0,-1-1-1,1 1 1,0-1 0,0 0 0,0 1 0,0-1-1,1 1 1,-1-1 0,0 0 0,0 1-1,0-1 1,0 1 0,0-1 0,0 0-1,1 1 1,-29-22 226,23 15-231,0-1-1,1 0 0,0 0 1,0 0-1,1-1 1,0 1-1,0-1 0,1 0 1,0 0-1,-2-15 0,3 17-20,0-1 1,0 1-1,1-1 0,0 1 0,0-1 1,0 1-1,1-1 0,0 1 0,0 0 0,1-1 1,-1 1-1,2 0 0,-1 0 0,1 0 1,3-7-1,4 3-126,-1 0-1,1 0 1,1 1 0,0 1 0,0 0 0,25-13-1,39-16-4816,-41 23-1132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1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1857,'0'0'9868,"25"0"-2664,7 0-4841,-13 3-2165,1-2-1,0-1 1,-1 0-1,1-1 1,24-5-1,-40 5-177,0 0-1,0 0 1,0 0-1,0-1 0,0 0 1,0 1-1,-1-1 1,1 0-1,-1-1 0,1 1 1,-1-1-1,0 1 1,0-1-1,0 0 1,0 0-1,-1 0 0,1-1 1,-1 1-1,0 0 1,0-1-1,0 0 0,0 1 1,-1-1-1,0 0 1,1 0-1,-1 0 0,0 0 1,-1 0-1,1 0 1,-1 0-1,0-8 1,0 11-9,0 0 0,0 0 0,0 0 0,0 0 0,0 0 0,0 0 0,0 0 0,0 0 0,0 0 0,-1 0 1,1 0-1,0 0 0,-1 0 0,1 0 0,-1 0 0,1 0 0,-1 0 0,1 1 0,-1-1 0,0 0 0,1 0 0,-1 1 1,0-1-1,-1-1 0,-24 0 345,13 2-261,9 0-69,0 0-1,0 0 1,0 1 0,0-1 0,1 1 0,-1 0-1,0 0 1,0 0 0,0 1 0,1-1-1,-1 1 1,1 0 0,-1 0 0,1 0 0,0 1-1,-1-1 1,1 1 0,1-1 0,-1 1-1,0 0 1,1 0 0,-1 1 0,1-1-1,-3 5 1,1 1 14,1 0-1,0 0 1,0 0 0,1 0-1,0 1 1,0-1 0,1 1-1,0-1 1,1 11-1,0-18-45,0 0-1,0 0 1,1 0 0,-1 0-1,0 0 1,1 0-1,-1 0 1,1 0-1,0-1 1,0 1-1,0 0 1,0 0 0,0-1-1,0 1 1,0-1-1,0 1 1,1-1-1,-1 1 1,0-1-1,1 0 1,-1 0 0,3 2-1,1-1-150,0 1 0,0-1-1,0 0 1,0 0 0,0-1 0,0 0 0,1 0-1,5 1 1,7-1-1485,-1-1 0,0 0 1,1-1-1,21-5 0,6-8-5300,-9-5-1163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1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4610,'0'0'13190,"3"-5"-11835,-2 4-1237,-1 0-1,1 0 1,0 0-1,-1 0 1,1 0-1,0 0 1,0 0-1,0 0 1,0 0-1,0 0 0,0 1 1,0-1-1,0 0 1,0 1-1,0-1 1,1 1-1,-1-1 1,0 1-1,0-1 1,1 1-1,-1 0 0,0 0 1,0 0-1,1 0 1,1 0-1,-1 1 13,0 0 0,0 0-1,0 1 1,0-1 0,0 1-1,0-1 1,0 1 0,-1 0-1,1-1 1,-1 1 0,1 0-1,-1 0 1,0 0 0,0 1-1,0-1 1,2 3 0,-3-3-133,1 0 1,-1-1-1,1 1 0,0-1 1,-1 1-1,1 0 0,0-1 1,0 1-1,0-1 0,0 0 1,1 1-1,-1-1 0,0 0 1,1 0-1,-1 0 0,1 1 0,-1-2 1,1 1-1,-1 0 0,1 0 1,-1 0-1,1-1 0,0 1 1,0-1-1,-1 1 0,1-1 1,0 0-1,2 1 0,1-3-28,0 0 0,0 0 0,0 0 0,-1 0 0,1-1 0,-1 0 0,0 0-1,8-6 1,9-10 49,-15 14-16,0-1 1,1 1-1,-1 0 1,1 1-1,0-1 1,12-4-1,-12 25 3450,-5-13-3567,0 0 0,0 0 1,0 0-1,0 0 0,1-1 0,-1 1 0,1-1 0,0 0 0,0 0 0,4 3 0,5-3-1584,0-1 1,-1 0 0,1-1 0,13-1 0,2 1-4896,0 0-1527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2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2 4594,'0'0'15498,"-4"-1"-14607,-1 0-836,1 1 1,-1 0-1,1 0 1,-1 1 0,1-1-1,-1 1 1,1 0-1,0 0 1,-1 1-1,1-1 1,0 1-1,0 0 1,0 0-1,0 0 1,0 1-1,1-1 1,-1 1-1,1 0 1,0 0-1,-1 0 1,1 0-1,1 1 1,-1-1-1,0 1 1,-2 5-1,4-8-67,1 0 1,-1 0-1,0 0 0,1 0 0,-1 0 0,1 0 1,-1 0-1,1 0 0,0 0 0,-1 0 0,1 0 1,0 0-1,0 0 0,-1 0 0,1 0 0,0 0 1,0 0-1,0 0 0,1 0 0,-1 1 0,0-1 1,0 0-1,1 0 0,-1 0 0,0 0 1,1 0-1,-1 0 0,1 0 0,-1 0 0,1 0 1,0-1-1,-1 1 0,1 0 0,0 0 0,-1 0 1,1-1-1,0 1 0,0 0 0,0-1 0,0 1 1,0-1-1,0 1 0,0-1 0,0 1 0,0-1 1,0 0-1,0 1 0,0-1 0,0 0 0,0 0 1,0 0-1,0 0 0,0 0 0,0 0 0,1 0 1,0 0-1,7 0-73,0 0 1,-1-1-1,1 0 0,0 0 1,-1-1-1,10-2 1,-2-1 72,0-1 0,0 0 0,-1-1 0,1-1 0,-2-1 0,1 0 0,24-20 0,-75 83 5549,-33 72-4013,11-19-571,-32 42 5,39-69-699,4 1-1,-60 144 1,104-216-255,0 0-1,0-1 1,1 1-1,0 0 1,-1 15-1,3-24-5,0 1 0,1-1 1,-1 1-1,0-1 0,0 0 0,0 1 0,0-1 0,0 1 0,1-1 0,-1 0 0,0 1 0,0-1 0,1 0 0,-1 1 0,0-1 0,1 0 0,-1 1 0,0-1 0,1 0 0,-1 0 0,0 0 0,1 1 0,-1-1 0,0 0 0,1 0 0,-1 0 0,1 0 0,-1 1 0,0-1 0,1 0 0,-1 0 0,1 0 0,-1 0 0,1 0 0,0 0 0,19-2-13,-16 1 19,17-3 22,-1-2 0,-1 0 1,1-2-1,-1 0 1,33-19-1,20-9 27,-13 12-334,-25 11-376,0-1 1,-1-2-1,0-1 0,55-39 0,-67 30-3576,-14 7-2443,-6 7-1138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3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7924,'2'0'17035,"-2"0"-17014,1 0 1,-1 0 0,1 0 0,-1 0 0,1 0-1,-1 0 1,0 0 0,1 0 0,-1 0 0,1 1 0,-1-1-1,0 0 1,1 0 0,-1 0 0,0 1 0,1-1-1,-1 0 1,0 1 0,1-1 0,-1 0 0,0 0-1,0 1 1,1-1 0,-1 1 0,0-1 0,0 0 0,0 1-1,1-1 1,-1 0 0,0 1 0,0-1 0,0 1-1,5 36 796,-5-30-757,0 0 1,1-1 0,0 1 0,1 0 0,-1-1-1,1 1 1,1-1 0,2 8 0,-4-13-92,0 0 1,1 0 0,-1 0-1,0 0 1,0-1 0,0 1-1,0-1 1,0 1 0,1 0-1,-1-1 1,0 0 0,1 1 0,-1-1-1,0 0 1,1 0 0,-1 0-1,0 0 1,1 0 0,-1 0-1,0 0 1,0 0 0,1 0-1,-1-1 1,0 1 0,1-1-1,-1 1 1,0-1 0,2 0-1,36-20-549,7-20-197,62-67-1,-99 100 2479,-9 17 1013,-1 6-3100,1-12 301,0-1 0,0 0 1,0 0-1,1 0 1,-1 0-1,0 0 1,1 1-1,0-1 1,0 0-1,0 0 1,0 0-1,0-1 1,0 1-1,0 0 1,0 0-1,1-1 1,-1 1-1,1 0 1,-1-1-1,1 1 1,-1-1-1,1 0 1,0 0-1,0 0 1,0 0-1,0 0 1,0 0-1,0 0 1,0 0-1,2 0 1,7 1-2010,-1 0 0,1-1 0,-1 0 0,20-1 0,-21 0-117,20 0-5982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3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75 4274,'0'0'12184,"6"0"-11661,29 2-49,-21-1-131,0 1 0,0-2 0,0 0 0,0-1 0,0 0 0,0-1 1,0-1-1,15-4 0,-28 6-311,0 0 1,0 0 0,-1 0 0,1 0-1,0 0 1,-1 0 0,1 0-1,-1 0 1,1-1 0,-1 1 0,0 0-1,1 0 1,-1 0 0,0 0-1,0-1 1,0 1 0,0 0 0,0 0-1,0-1 1,0 1 0,-1 0-1,1 0 1,0 0 0,-1 0 0,1-1-1,0 1 1,-1 0 0,1 0-1,-1 0 1,0 0 0,1 0 0,-1 0-1,0 0 1,0 0 0,0 1-1,0-1 1,1 0 0,-1 0 0,0 1-1,0-1 1,-3-1 0,-9-2 157,0 0 0,0 0 0,0 1 0,-1 1 0,0 0 0,1 1 0,-1 1 0,-22 1 0,7 0 1186,28-1-1356,0 1 0,0-1-1,0 1 1,0-1-1,1 1 1,-1-1-1,0 1 1,0 0-1,1 0 1,-1-1-1,0 1 1,1 0-1,-1 0 1,1 0-1,-1-1 1,1 1-1,-1 0 1,1 0-1,0 0 1,-1 0 0,1 0-1,0 0 1,0 0-1,0 0 1,0 0-1,-1 0 1,2 0-1,-1 2 1,-1 37-86,1-33 115,0 0-123,0 0 0,0 0 0,0 1 0,1-1-1,0 0 1,1 0 0,0 0 0,4 11 0,-5-15-118,1-1-1,0 1 1,0 0-1,1-1 1,-1 0-1,0 1 1,1-1-1,-1 0 1,1 0 0,0-1-1,-1 1 1,1 0-1,0-1 1,0 0-1,0 0 1,0 0-1,1 0 1,-1 0-1,0 0 1,0-1 0,5 0-1,10 3-1817,1-2 0,0 0-1,-1-1 1,1-2 0,0 1 0,-1-2-1,33-9 1,-2-7-1744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3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6403,'0'0'17952,"0"67"-13270,0-66-4719,0 0-1,1 0 1,-1 1-1,0-1 0,0 0 1,1 0-1,-1 0 1,0 1-1,1-1 1,0 0-1,-1 0 0,1 0 1,-1 0-1,1 0 1,0 0-1,0 0 1,0 0-1,-1 0 0,1-1 1,0 1-1,0 0 1,0 0-1,0-1 1,1 1-1,-1-1 0,0 1 1,0-1-1,0 1 1,0-1-1,0 0 1,1 1-1,-1-1 0,0 0 1,0 0-1,1 0 1,-1 0-1,0 0 1,0 0-1,1 0 0,-1-1 1,2 0-1,1 1-118,1-1 1,-1 0-1,0 0 0,1 0 0,-1-1 0,0 1 0,0-1 1,0 0-1,0 0 0,4-4 0,15-15-167,-4 4 368,-2 0 1,18-22-1,-36 41 388,1 0 0,-1 0 0,1 0 0,0 0 0,0 0 0,-1 0 0,1 0 0,1 0 0,-1 0 0,0 0 0,0 0 0,1 0 0,0 2-1,0-1-684,-1 1 0,1-1 0,0 0 0,0 0 0,0 0-1,0 0 1,1 0 0,0 0 0,-1-1 0,1 1 0,0 0-1,0-1 1,0 0 0,0 1 0,1-1 0,4 3 0,-1-3-977,1-1 0,0 1 1,0-2-1,0 1 0,0-1 1,9-1-1,-1 1-1432,19 0-5294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4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17 6499,'0'0'13107,"-3"7"-12498,3-7-609,-1 3 71,0 1 0,-1-1 1,1 1-1,0 0 0,1-1 0,-1 1 1,1 0-1,0 7 0,0-10-57,1 0 0,-1 1 1,1-1-1,-1 0 0,1 0 0,0 1 0,-1-1 0,1 0 0,0 0 0,0 0 0,0 0 1,0 0-1,0 0 0,0 0 0,0 0 0,1-1 0,-1 1 0,0 0 0,0-1 0,1 1 0,-1-1 1,0 1-1,1-1 0,-1 1 0,0-1 0,1 0 0,-1 0 0,1 0 0,-1 0 0,0 0 1,1 0-1,1 0 0,12 1 206,42-1-13,-56 0-185,0 0-1,1-1 1,-1 1 0,0 0-1,1-1 1,-1 1-1,0-1 1,1 1-1,-1-1 1,0 1-1,0-1 1,0 0 0,0 0-1,0 0 1,0 0-1,0 0 1,0 0-1,0 0 1,0 0-1,0 0 1,0 0 0,-1 0-1,1 0 1,0-1-1,-1 1 1,1 0-1,-1-1 1,0 1-1,1 0 1,-1-1 0,0 1-1,0 0 1,0-2-1,1 1 81,-1 0 1,0 0-1,0 0 0,0 0 0,0 1 0,0-1 1,0 0-1,0 0 0,-1 0 0,1 1 0,-1-1 1,1 0-1,-1 0 0,0 1 0,1-1 0,-1 0 0,0 1 1,0-1-1,0 1 0,0-1 0,-1 1 0,1 0 1,0-1-1,-1 1 0,1 0 0,0 0 0,-1 0 1,0 0-1,1 0 0,-1 0 0,1 1 0,-1-1 0,0 0 1,0 1-1,1-1 0,-1 1 0,0 0 0,0-1 1,0 1-1,0 0 0,1 0 0,-4 1 0,-12-3 602,0 0 0,1 1 0,-33 4 0,46-3-660,0 0 0,1 0 1,-1 0-1,1 0 0,-1 1 0,0 0 0,1-1 0,-1 1 0,1 0 1,-1 0-1,1 0 0,0 0 0,-1 1 0,1-1 0,0 1 0,0-1 1,0 1-1,0 0 0,0 0 0,1 0 0,-1 0 0,0 0 0,1 0 1,-1 0-1,1 1 0,0-1 0,0 1 0,0-1 0,0 1 0,0-1 1,1 1-1,-1-1 0,0 5 0,1-2-91,0 0 1,0 0-1,0 0 0,1 0 1,0 0-1,0 0 1,0 0-1,1 0 0,-1 0 1,3 4-1,-2-6-85,0-1 0,0 1-1,0-1 1,1 0 0,-1 1 0,1-1 0,-1 0 0,1-1-1,0 1 1,0 0 0,0-1 0,0 0 0,0 1 0,0-1-1,0 0 1,0-1 0,3 2 0,19 2-1819,1 0 1,-1-1-1,50-2 0,24-8-6147,-25-7 276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4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0 15223,'0'0'4154,"-20"7"-846,7-4-2632,1 0-148,0 1 1,1 0-1,-1 1 0,1 0 0,0 0 0,0 1 0,1 1 0,0 0 0,0 0 1,-16 16-1,2 3-80,1 2 1,1 0-1,1 2 1,-29 55-1,41-64-298,0 0 1,0 0-1,2 1 1,1 0-1,1 0 1,1 1-1,0 0 1,1 35-1,2-51-196,1 1 1,1 0-1,-1-1 1,1 1-1,0-1 1,1 1-1,0-1 1,0 0-1,1 0 1,6 13-1,-6-16-28,0-1 0,0 1-1,0 0 1,1-1 0,0 1-1,0-1 1,0 0 0,0-1-1,0 1 1,0-1 0,1 0 0,-1 0-1,1 0 1,0 0 0,0-1-1,-1 0 1,10 2 0,3-1-1015,1 0 1,-1-1 0,0-1-1,0 0 1,0-1 0,34-7-1,-34 4-1208,0-1 0,-1-1-1,29-13 1,24-18-7646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5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14679,'0'0'13891,"-13"9"-12645,4-3-1041,-4 2 225,1 0 0,0 2-1,-19 17 1,27-22-366,0-1 1,1 1-1,-1-1 0,1 1 0,0 0 0,0 0 0,1 1 1,-1-1-1,1 0 0,0 1 0,1 0 0,-1-1 0,1 1 1,0 0-1,0 8 0,2-13-67,0 0 1,-1-1-1,1 1 1,0 0-1,-1-1 1,1 1-1,0 0 0,0-1 1,0 1-1,-1-1 1,1 0-1,0 1 1,0-1-1,0 0 0,0 1 1,0-1-1,0 0 1,0 0-1,0 0 1,0 0-1,0 0 0,1 0 1,29 2-188,-28-2 135,34 0-352,41 2-1446,-72-1 1673,1-1 0,-1 1 0,0 1 0,0-1 0,1 1 1,-1 0-1,0 0 0,9 6 0,-13-7 255,0 1 0,-1-1 1,1 1-1,0 0 1,-1-1-1,0 1 0,1 0 1,-1 0-1,0 0 0,0 0 1,0 0-1,0 0 0,0 0 1,0 1-1,-1-1 0,1 0 1,-1 0-1,0 1 0,1-1 1,-1 0-1,0 0 1,0 1-1,-1-1 0,1 0 1,0 0-1,-1 1 0,1-1 1,-1 0-1,0 0 0,-2 4 1,0 3 172,-1-1 0,-1 0 1,1 0-1,-1 0 0,-1 0 0,-6 6 1,3-4-204,-1 0 1,-1-2 0,0 1-1,0-1 1,-1-1 0,-23 12-1,25-15-554,0 0-1,0 0 0,-21 4 1,26-8-216,0 1 1,0 0-1,0-1 1,0 0-1,0 0 1,0-1-1,0 0 1,0 1-1,-5-3 1,8-4-5111,2-15-3268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5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11573,'0'0'15303,"115"-11"-14854,-81 11-257,-7-3-192,7 1-241,0 0-1199,-7-5-2466,0-2-2753,-6-2-3922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5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0 384,'0'0'23456,"13"17"-21852,2 0-1131,-3-4-9,0 1 0,-1 0 0,-1 1 0,-1 0 0,16 31 0,-2 10 773,23 78-1,-40-111-1008,-1 0-1,-1 0 1,-1 1-1,-1-1 1,-2 1-1,-2 37 1,0-50-228,-1 0 0,0 0 0,-1 0 0,0-1 0,0 1 0,-1-1 0,0 0 0,-1 0 0,0 0 0,-1-1 0,0 0 0,0 0 0,-1-1 0,0 0 0,-1 0 0,-16 11 0,7-7 0,-1 0 0,0-1 0,0-1 0,-1 0 0,0-2 0,-1-1 0,-38 10 0,58-17-142,-8 2-3331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26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3265,'0'2'17557,"-2"3"-13364,-8 33-3554,3 11 537,2 1 0,2 54 1227,3-106-2399,1-1 0,-1 1 0,0-1 0,1 0 0,0 1 0,0-1 0,0 1 0,0 0 0,0-1 0,0 1 0,0 0 0,1 0 0,-1 0 0,1 0 1,0 0-1,-1 0 0,1 0 0,4-3 0,-1 1-20,1 0 1,-1 0-1,1 0 0,-1 1 1,1-1-1,9-2 1,-12 5 5,-1 0 1,1 0 0,-1 0 0,1 0 0,0 1 0,-1-1-1,1 1 1,0 0 0,-1 0 0,1 0 0,0 0-1,-1 0 1,1 1 0,-1-1 0,1 1 0,0 0 0,-1-1-1,1 1 1,-1 0 0,0 1 0,1-1 0,-1 0 0,0 1-1,0-1 1,0 1 0,0 0 0,0 0 0,0-1 0,0 1-1,0 0 1,-1 1 0,1-1 0,-1 0 0,0 0 0,1 1-1,-1-1 1,0 1 0,-1-1 0,1 1 0,0-1-1,0 5 1,3 13 21,-1 0 0,-1 0 0,-1 0 0,-1 29 0,-1-27-39,2 5 51,0-17-32,-1 0 1,0 0 0,-3 20 0,2-27 20,0 1 0,0-1 0,0 0 0,0 0 1,-1 0-1,1 0 0,-1 0 0,0-1 0,0 1 1,0 0-1,0-1 0,0 1 0,0-1 1,-1 0-1,1 0 0,-5 3 0,2-1 162,0-1 0,-1 0 1,0 0-1,0 0 0,1-1 0,-2 0 0,1 0 0,0-1 0,0 1 0,-1-1 1,1 0-1,0-1 0,-11 0 0,12 0-165,1 0 0,0-1 0,0 0 0,0 0 0,0 0 0,0 0 0,0 0 0,-6-3 0,9 3-11,-1 0 1,1 0-1,-1 1 0,1-1 0,-1 0 1,1-1-1,0 1 0,0 0 0,-1 0 1,1 0-1,0-1 0,0 1 0,0-1 1,0 1-1,0-1 0,1 1 0,-1-1 1,0 1-1,1-1 0,-1 0 0,1 1 1,0-1-1,-1-3 0,1 2-28,0 3-3,0 0 1,0-1-1,0 1 0,0-1 0,0 1 0,0 0 0,0-1 0,0 1 0,0-1 0,0 1 0,0 0 0,0-1 0,0 1 0,1 0 0,-1-1 1,0 1-1,0 0 0,0-1 0,1 1 0,-1 0 0,0 0 0,0-1 0,1 1 0,-1 0 0,0-1 0,1 1 0,-1 0 0,0 0 0,1 0 1,-1 0-1,0-1 0,1 1 0,-1 0 0,0 0 0,1 0 0,-1 0 0,0 0 0,1 0 0,-1 0 0,1 0 0,-1 0 0,0 0 0,1 0 1,-1 0-1,0 0 0,1 0 0,-1 0 0,1 0 0,-1 1 0,0-1 0,1 0 0,0 1 0,-1-2-366,1 1 0,0 0 0,0 0 0,0 0 0,0-1 0,0 1 0,0 0 0,-1-1 0,1 1 0,0-1 0,0 1 0,0-1 0,-1 1 0,1-1 0,0 0 0,-1 1 0,1-1 0,-1 0 0,1 1 0,-1-1 0,1 0 0,-1 0 0,1 1 0,-1-1 0,0 0 0,1 0 0,-1 0 0,0 0 0,0 0 0,1 0 0,-1-1 0,1-16-9284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27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2721,'10'-16'21579,"-6"14"-19267,7 1-2110,1-1-1,-1 0 0,1 0 1,-1-1-1,0-1 1,0 0-1,0 0 1,0-1-1,-1-1 0,0 1 1,16-14-1,-12 13 1724,-3 6-3279,-3 6-4111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4594,'0'0'6115,"7"5"-4851,6-1-959,1-1-81,-7 3-96,6-1-64,1 2-64,-1-1-256,8 3-1393,-1-4-1104,0 2-1249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5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4130,'0'0'13046,"108"-12"-12950,-74 8-96,0 4-272,7-2-1121,6 2-1104,-6-3-656,-1-1-449,8 2-208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1457,'0'0'15015,"109"-13"-14583,-96 13-256,8 0-176,-1 0-112,14-2-1425,0-3-1664,6-4-1201,8 0-112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6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3570,'0'0'10853,"41"0"-10629,-21 0-128,7 0-96,-6 0-176,13 0-1329,0 0-1328,6 0-513,8 0-255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6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3650,'0'0'9300,"40"0"-9300,-26 0-288,-1 0-2193,14 3-1345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6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1 624,'0'0'17384,"-27"45"-17368,27-34-32,0 1-336,0 3-1409,0 6-1392,0 1-1537,0 5-305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6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3265,'0'0'9845,"21"124"-9605,-21-99-240,6-2-256,-6 1-1569,0 1-1328,0 0-833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7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6675,'0'0'9028,"0"126"-9028,0-106-336,0 1-1633,0-1-1328,0 3-1281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7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7091,'0'0'7940,"0"88"-7940,7-75-736,-1 1-1361,1 2-1601,0 2 576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7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7603,'0'0'9653,"-7"61"-9653,7-59-929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7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11589,'7'128'2481,"-14"-128"3266,7-2-6787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8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1409,'0'0'8572,"35"-3"-894,-32 4-7477,0 0-1,0 0 1,0 0 0,0 0 0,0 1 0,0-1 0,0 1-1,-1-1 1,1 1 0,0 0 0,-1 0 0,0 0-1,1 1 1,-1-1 0,0 0 0,3 6 0,34 50 1572,-34-48-1462,21 42 1277,-15-37-1259,1-1 0,0 0 0,1-1 0,1 0 0,0-1 1,0-1-1,27 16 0,0-2-140,-41-25-71,-5-16-4368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9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0 3153,'0'0'13868,"1"7"-12083,0 0-1351,-1 0 0,1-1 0,-2 1-1,1 0 1,-1-1 0,1 1 0,-2-1 0,1 1 0,-1-1 0,0 0-1,0 1 1,-1-1 0,0 0 0,0 0 0,-7 10 0,-46 56 879,-77 76 0,133-148-1311,-15 18 360,0 1 0,-12 22 1,-4 3 839,34-40 32,7-3-3427,14 0-10955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03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0 221 4434,'7'9'15561,"28"25"-14738,-29-31-800,1-1 1,0 0 0,-1-1 0,1 1 0,0-1 0,0 0 0,-1-1 0,1 1 0,0-2 0,0 1 0,0-1 0,0 0 0,-1 0 0,1 0 0,0-1-1,-1 0 1,1-1 0,-1 0 0,0 0 0,0 0 0,0 0 0,0-1 0,-1 0 0,1 0 0,-1-1 0,0 0 0,5-5 0,-2 2-6,0-1 1,-1 0 0,1-1-1,-2 0 1,0 0 0,0 0-1,0 0 1,-1-1-1,-1 0 1,0 0 0,-1-1-1,0 1 1,0-1 0,-1 0-1,0-12 1,-2 22-14,0 1 0,0-1 1,0 0-1,0 1 0,0-1 0,-1 1 0,1-1 1,0 1-1,-1-1 0,0 0 0,1 1 1,-1 0-1,0-1 0,0 1 0,1-1 0,-1 1 1,0 0-1,0 0 0,-1 0 0,1-1 0,0 1 1,0 0-1,0 0 0,-1 0 0,1 1 1,-1-1-1,1 0 0,0 0 0,-1 1 0,0-1 1,1 1-1,-1 0 0,1-1 0,-1 1 0,1 0 1,-1 0-1,0 0 0,1 0 0,-1 0 1,1 0-1,-1 0 0,0 1 0,1-1 0,-1 0 1,-1 2-1,-4-1 37,1 1 0,0 0 0,-1 0 1,1 0-1,0 1 0,0 0 0,0 1 0,1-1 0,-11 9 1,0 4 88,0 2 0,1-1 0,1 2 0,1 0 0,-16 30 0,22-35-68,1 1 1,0 0-1,1 1 1,1-1-1,1 1 1,0 0-1,0 0 1,1 28 0,2-43-88,1 1 1,-1-1-1,0 1 1,1-1-1,0 1 1,-1-1 0,1 1-1,0-1 1,0 0-1,-1 0 1,1 1-1,0-1 1,0 0-1,1 0 1,-1 0 0,0 0-1,0 0 1,0 0-1,1 0 1,-1-1-1,0 1 1,1 0 0,-1-1-1,1 1 1,-1-1-1,1 1 1,-1-1-1,1 0 1,-1 0-1,1 1 1,-1-1 0,3-1-1,62 2-2350,-47-1 1010,-14 0 1039,7 0-1733,0 0 1,1-1-1,19-4 0,8-7-4454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03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61 880,'0'0'17078,"3"1"-15211,-1 0-1673,0 1 0,0-1 0,0 1 0,-1 0 0,1-1 1,-1 1-1,1 0 0,-1 0 0,0 0 0,0 0 0,0 0 0,0 0 0,0 0 0,0 0 0,0 1 0,-1-1 0,1 0 0,-1 1 1,1 3-1,-1-2-134,0-1 0,1 0 1,0 1-1,0-1 1,0 0-1,0 0 1,0 0-1,1 0 0,0 0 1,-1 0-1,1 0 1,0 0-1,3 3 1,-3-5-75,-1 0 1,0-1-1,0 1 1,1 0 0,-1-1-1,0 1 1,1-1-1,-1 1 1,1-1 0,-1 0-1,1 1 1,-1-1 0,0 0-1,1 0 1,-1 0-1,1 0 1,-1 0 0,1-1-1,-1 1 1,1 0-1,-1-1 1,0 1 0,1-1-1,-1 1 1,0-1-1,1 0 1,-1 1 0,0-1-1,0 0 1,1 0 0,0-1-1,34-37-706,-30 32 705,14-20-63,24-40-1,-44 67 109,0-1 0,0 1 0,0-1 1,0 1-1,0-1 0,0 1 0,1 0 0,-1-1 0,0 1 1,0 0-1,1-1 0,-1 1 0,0 0 0,1-1 0,-1 1 1,0 0-1,1-1 0,-1 1 0,0 0 0,1 0 0,-1-1 1,0 1-1,1 0 0,-1 0 0,1 0 0,-1 0 0,0 0 0,1-1 1,-1 1-1,1 0 0,-1 0 0,1 0 0,-1 0 0,1 0 1,-1 0-1,0 0 0,1 1 0,-1-1 0,1 0 0,-1 0 1,0 0-1,1 0 0,-1 0 0,1 1 0,-1-1 0,0 0 1,1 0-1,-1 1 0,0-1 0,1 0 0,0 1 0,13 25 536,-6-9-608,-4-13-275,-1-1 1,1 0 0,-1 0-1,1 0 1,0 0 0,0 0 0,0-1-1,1 0 1,6 3 0,-1-2-2053,0-1-1,0 0 1,0-1 0,1 0-1,19 0 1,-2-1-4263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04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77 2417,'0'0'12451,"3"-11"-10298,10-36-304,-12 46-1779,-1 0 1,0 1-1,0-1 1,0 1-1,0-1 1,0 0-1,0 1 0,0-1 1,0 0-1,0 1 1,0-1-1,0 1 1,-1-1-1,1 0 1,0 1-1,0-1 0,-1 1 1,1-1-1,0 1 1,-1-1-1,1 1 1,0-1-1,-1 1 1,1-1-1,-1 1 0,1-1 1,-1 1-1,1 0 1,-1-1-1,1 1 1,-1 0-1,1-1 1,-1 1-1,0 0 0,1 0 1,-1 0-1,1-1 1,-1 1-1,0 0 1,1 0-1,-1 0 1,0 0-1,1 0 0,-1 0 1,1 0-1,-1 0 1,0 1-1,1-1 1,-1 0-1,1 0 0,-1 0 1,0 1-1,1-1 1,-2 1-1,2-1 132,-13 0 271,-37 2 393,47-1-856,1-1-1,0 1 1,-1 0-1,1-1 1,0 1-1,0 0 1,0 0-1,-1 0 1,1 1-1,0-1 1,1 0-1,-1 1 1,0-1-1,0 1 1,1 0 0,-1 0-1,-2 3 1,4-5-13,0 0 0,0 0 0,0 1 0,-1-1 1,1 0-1,0 1 0,0-1 0,0 1 0,0-1 1,0 0-1,0 1 0,0-1 0,0 0 0,0 1 1,0-1-1,0 0 0,0 1 0,0-1 0,0 0 1,0 1-1,0-1 0,0 1 0,0-1 0,1 0 1,-1 0-1,0 1 0,0-1 0,0 0 0,1 1 1,-1-1-1,0 0 0,0 0 0,1 1 0,-1-1 1,0 0-1,0 0 0,1 1 0,19 6-239,28-2-231,-41-4 433,-4-1 43,-1 0 0,1 0-1,-1 0 1,1 0 0,-1 1 0,1-1 0,-1 1 0,1 0 0,-1 0 0,0 0-1,0 0 1,1 0 0,-1 0 0,0 1 0,0-1 0,0 1 0,2 2 0,-2-1 10,-1 0 1,0 0-1,0 0 1,-1 0-1,1 0 1,-1 0 0,1 0-1,-1 0 1,0 0-1,0 0 1,-1 4 0,1 7 40,-1-2 26,-1 0 1,0 0-1,0-1 0,-1 1 0,-1-1 1,0 0-1,0 0 0,-8 13 0,-53 85 388,50-85-294,-25 37 106,2-3-29,-47 95-1,85-152-262,-1 0-1,0 0 1,1 0-1,-1 0 1,1 0 0,-1 0-1,1 0 1,-1 0-1,1 0 1,0 0-1,0 0 1,-1 0 0,1 0-1,0 0 1,0 0-1,0 1 1,0-1-1,0 0 1,0 0-1,1 0 1,-1 0 0,0 0-1,1 0 1,-1 0-1,0 0 1,2 2-1,-1-3 3,0 1 0,1-1-1,-1 0 1,0 1 0,1-1-1,-1 0 1,1 0 0,-1 0-1,0 0 1,1 0-1,-1 0 1,0-1 0,1 1-1,-1 0 1,0-1 0,1 1-1,1-2 1,68-35-65,-65 34 85,112-61 262,-3 2-1718,-42 15-8921,-54 35 2409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04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32 6339,'0'0'14977,"-1"5"-13795,-1 6-766,1 0 0,1-1-1,-1 1 1,2 0 0,1 13 0,-2-21-396,1-1 1,-1 0-1,1 1 1,0-1-1,-1 1 1,1-1-1,0 0 1,1 1-1,-1-1 1,0 0 0,0 0-1,1 0 1,3 3-1,-4-4-47,0 0 0,1-1 0,-1 1 0,0 0-1,1-1 1,-1 1 0,1-1 0,-1 0 0,1 1 0,-1-1-1,1 0 1,-1 0 0,1 0 0,-1 0 0,1 0 0,0 0-1,-1-1 1,1 1 0,-1 0 0,0-1 0,1 1 0,-1-1-1,1 0 1,-1 1 0,2-3 0,5-2-274,0 0-1,-1-1 1,0-1 0,0 1-1,-1-1 1,10-13 0,8-7-357,-1 5 460,-16 17 243,0-1 0,-1 0 0,0 0 0,10-14 0,-6 33 5959,-8-9-6456,1 0 1,-1 1 0,1-1 0,0 0-1,0-1 1,0 1 0,1 0 0,6 5-1,17-3-7351,-8-6 218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04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7619,'0'0'10573,"9"1"-9596,86 9 510,-87-10-1428,1 0 1,-1 0 0,1-1-1,-1 1 1,1-2-1,-1 1 1,0-1-1,0-1 1,0 0 0,12-5-1,-18 6-8,0 1-1,-1 0 0,0-1 1,1 1-1,-1-1 1,0 0-1,0 1 0,0-1 1,0 0-1,0 0 1,0 0-1,0 0 1,-1 0-1,1 0 0,-1 0 1,1 0-1,-1 0 1,0 0-1,0 0 1,1 0-1,-2 0 0,1 0 1,0 0-1,0 0 1,-1 0-1,1 0 1,-1 0-1,0 0 0,1 0 1,-1 0-1,0 0 1,0 0-1,0 1 0,0-1 1,-1 0-1,1 1 1,0-1-1,-1 1 1,1-1-1,-1 1 0,1 0 1,-1 0-1,0-1 1,0 1-1,1 0 1,-1 0-1,0 1 0,0-1 1,-3 0-1,0-1 220,-1 0 0,0 1 0,0 0-1,0 0 1,0 0 0,0 1 0,0 0 0,0 0-1,0 1 1,0-1 0,0 1 0,0 1 0,-6 1 0,9-1-191,1-1 0,-1 1 0,0-1 0,1 1 0,0 0 1,-1 0-1,1 1 0,0-1 0,0 0 0,0 1 0,0-1 0,1 1 1,-1 0-1,1-1 0,-1 1 0,1 0 0,0 0 0,0 0 1,0 0-1,1 0 0,-1 0 0,1 0 0,-1 0 0,1 0 1,0 0-1,1 5 0,-2 13-120,1-10 103,0 1 0,0-1 0,1 1 1,0-1-1,1 0 0,4 14 0,-5-22-244,0 1 0,1-1 0,0 0 0,-1 0 0,1-1 0,0 1 0,1 0 0,-1-1 0,0 1 0,1-1 0,0 1 0,-1-1 0,1 0 0,0 0 0,0-1 0,0 1 0,0-1 0,0 1 0,1-1 0,-1 0 0,0 0 0,1 0 0,-1-1 0,0 1 0,6-1 0,8 2-2221,-1-2 0,33-2 0,10-8-5312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05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4370,'2'1'19437,"2"8"-17910,-4-3-1287,0 0 0,1 0 0,-1 0 0,1 0 0,1 0 0,3 12-1,-5-17-258,1 1-1,0 0 1,0-1-1,0 1 0,0-1 1,0 1-1,0-1 1,0 0-1,0 1 0,0-1 1,1 0-1,-1 0 1,1 0-1,-1 0 0,1 0 1,-1 0-1,1 0 1,-1 0-1,1-1 0,0 1 1,-1-1-1,1 1 1,0-1-1,0 0 0,0 0 1,3 1-1,-2-2-56,1 1 0,-1 0 0,1-1 0,-1 0 1,1 1-1,-1-2 0,0 1 0,0 0 0,1-1 0,-1 1 0,0-1 0,0 0 0,0 0 0,-1 0 0,6-5 0,34-46-363,-7 7 1162,-36 58 3407,2 24-3839,0-15-147,-1-18-242,0-1 0,0 0 0,0 0 1,0 1-1,0-1 0,0 0 0,1 0 1,-1 1-1,1-1 0,0 0 0,0 0 0,0 0 1,0 0-1,0 0 0,0 0 0,0 0 0,0 0 1,1-1-1,-1 1 0,3 2 0,0-2-443,-1 0-1,1-1 1,-1 0 0,1 1-1,0-1 1,-1-1-1,1 1 1,0 0-1,-1-1 1,1 0 0,7 0-1,16 0-5100,0 0-2952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06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6883,'0'0'9444,"1"6"-8635,-1-3-726,1-1 0,-1 0 0,1 1 0,0-1 0,-1 0 0,1 0 0,0 0 0,0 0 0,0 0 0,1 0 0,-1 0 0,0 0 0,1 0 0,-1 0 0,1-1 0,3 4 0,-2-4 64,1 1 1,-1 0-1,1-1 0,0 1 0,-1-1 0,1 0 0,0 0 0,0-1 1,0 1-1,0-1 0,0 0 0,3 0 0,20 1 216,-16 0-339,1-1 1,-1 0-1,0-1 0,0 0 0,20-5 0,-29 6-10,1-1 0,-1 0 0,0-1 0,1 1 0,-1 0 0,0 0 0,0-1 0,0 0 0,0 1 0,0-1 0,0 0 0,0 0 0,0 0 0,-1 0 0,1 0 0,-1 0 0,0-1 0,1 1 0,-1 0 0,0-1 0,0 1 0,-1-1 0,1 1 0,0-1 0,-1 1 0,0-1 0,0 1 0,1-1 0,-2-5 0,1 6 105,-1 0 0,0 0-1,0 0 1,0-1-1,0 1 1,0 0-1,0 0 1,0 0 0,-1 1-1,1-1 1,-1 0-1,1 0 1,-1 1-1,0-1 1,0 1 0,0-1-1,0 1 1,0 0-1,0 0 1,0 0-1,0 0 1,0 0 0,0 0-1,-5 0 1,-3-3 278,-1 1 1,1 1-1,-1 0 1,-13-1-1,20 3-313,-35 2 2221,37-1-2226,1 0 1,-1 0-1,1 0 0,-1 0 1,1 0-1,0 0 0,-1 0 0,1 0 1,0 1-1,0-1 0,-1 0 1,1 1-1,0-1 0,1 1 1,-1-1-1,0 1 0,0 0 1,1-1-1,-2 4 0,0 6 26,-1 1-1,2-1 0,0 0 1,0 0-1,1 0 1,1 12-1,-1 5-32,1-26-123,-1 1-1,0 0 0,1-1 0,0 1 1,-1-1-1,1 1 0,0-1 1,0 0-1,1 1 0,-1-1 1,0 0-1,1 0 0,0 0 0,-1 0 1,1 0-1,0 0 0,0 0 1,0-1-1,0 1 0,0 0 1,0-1-1,0 0 0,1 0 1,-1 0-1,1 0 0,-1 0 0,0 0 1,1 0-1,0-1 0,3 1 1,9 2-1019,1 0 1,0-2 0,26 0-1,-42-1 1060,9 0-571,20 0-2941,0-1 0,39-6 0,12-14-8206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07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0 226 1601,'0'0'6280,"2"-19"-4898,9-57 112,-11 75-1365,0 0 1,0 0-1,0 0 0,0 0 1,1 0-1,-1-1 0,1 1 0,-1 0 1,1 0-1,-1 0 0,1 0 1,0 0-1,-1 0 0,1 0 1,0 1-1,0-1 0,-1 0 1,1 0-1,0 0 0,0 1 1,0-1-1,0 1 0,0-1 1,0 0-1,0 1 0,0 0 1,1-1-1,-1 1 0,0 0 1,0-1-1,0 1 0,0 0 0,0 0 1,1 0-1,-1 0 0,0 0 1,0 0-1,0 1 0,0-1 1,1 0-1,-1 0 0,0 1 1,0-1-1,0 1 0,0-1 1,0 1-1,0-1 0,0 1 1,0 0-1,0 0 0,0-1 1,0 1-1,-1 0 0,2 1 1,5 8 475,-1 0 1,-1 0 0,1 1 0,-1 0 0,4 16 0,14 28 1033,4 6-516,9 18-403,-33-72-682,1-1 1,1 1 0,-1-1-1,1 0 1,0-1-1,0 1 1,0-1 0,11 8-1,-15-13-34,-1 1-1,1-1 1,-1 0-1,1 0 1,-1 1-1,1-1 1,-1 0-1,1 0 1,-1 0-1,1 0 1,-1 0-1,1 0 1,0 0-1,-1 0 1,1 0-1,-1 0 1,1 0-1,-1 0 1,1 0-1,0 0 1,-1 0-1,1 0 1,-1-1-1,1 1 1,-1 0-1,1 0 1,-1-1-1,1 1 1,-1 0-1,0-1 1,1 1-1,-1-1 1,1 1-1,-1-1 1,0 1-1,1 0 1,-1-1-1,0 1 1,1-1-1,-1 1 1,0-1-1,0 0 1,0 1-1,0-1 1,1 1-1,-1-1 1,0 1-1,0-1 1,0 1-1,0-1 1,0 0-1,0 1 1,0-1-1,0 1 1,-1-1-1,1 0 1,0-3 4,54-152 141,-31 95 44,22-94-1,-38 133-81,0-14 360,-1 34-359,-5 2-214,1 0-1243,0 1 360,0 0 0,1-1 0,-1 1-1,0 0 1,0 1 0,0-1 0,0 0 0,0 1 0,-1-1 0,4 3 0,2 3-4541,-1-2-137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08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2401,'0'0'13219,"0"18"-11071,-13 122 1689,12-133-3701,0 1 0,0-1 1,1 0-1,0 1 1,0-1-1,1 0 1,2 12-1,-2-17-130,0 0 0,-1 0 1,1 0-1,0 0 0,1 0 0,-1-1 0,0 1 1,0 0-1,1-1 0,-1 1 0,1-1 0,-1 1 0,1-1 1,0 1-1,0-1 0,-1 0 0,1 0 0,0 0 1,0 0-1,0-1 0,0 1 0,0 0 0,0-1 1,0 1-1,0-1 0,1 0 0,-1 0 0,0 0 0,0 0 1,2 0-1,0 1-6,0-1 0,0 0 0,0 0 0,0 0 1,-1 0-1,1-1 0,0 1 0,0-1 0,-1 0 0,1 0 0,0-1 1,-1 1-1,1-1 0,-1 1 0,0-1 0,1 0 0,-1 0 0,0-1 1,0 1-1,0-1 0,-1 1 0,1-1 0,-1 0 0,1 0 0,-1 0 1,0 0-1,0-1 0,0 1 0,-1-1 0,1 1 0,-1-1 0,0 1 1,0-1-1,0 0 0,0 1 0,0-8 0,1-2 19,0 0 0,-1-1 1,-1 1-1,-1-23 0,0 33 13,1 0 0,-1 0 0,0-1 0,0 1-1,0 0 1,0 0 0,0 0 0,-1 0 0,1 1 0,-1-1 0,0 0 0,1 0 0,-1 1 0,-1 0 0,1-1 0,0 1 0,-1 0-1,1 0 1,-1 0 0,1 0 0,-1 0 0,0 1 0,0-1 0,-5-1 0,7 3-46,0-1-1,0 1 1,0-1 0,0 1 0,0-1-1,0 1 1,-1 0 0,1 0 0,0 0 0,0 0-1,0 0 1,0 0 0,0 0 0,0 0-1,0 0 1,0 0 0,-1 0 0,1 1-1,0-1 1,0 0 0,0 1 0,0-1-1,0 1 1,0-1 0,0 1 0,1 0 0,-1-1-1,0 1 1,0 0 0,0 0 0,0-1-1,1 1 1,-1 0 0,0 0 0,1 0-1,-1 0 1,0 2 0,0 2-692,-1-1 1,1 1-1,1 1 1,-1-1 0,1 0-1,0 7 1,0-10 315,3 11-4482,14-3-1403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08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2945,'0'0'15191,"7"128"-14278,-7-105-353,0-9-432,0-3-128,0-7-64,-7-24-12774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0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4114,'0'0'8484,"67"115"-13414,-53-79 415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09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259 586 5923,'0'0'13758,"-18"-7"-12376,5 1-1065,4 2-86,0-1 0,-1 1 0,1 1 0,-1 0 0,0 0 1,0 1-1,0 0 0,0 1 0,0 0 0,0 0 0,0 1 0,-13 1 1,19 1-156,-1-1 1,0 1 0,1 0 0,-1 0 0,1 0 0,-1 0 0,1 1 0,0 0 0,0 0 0,0 0 0,0 0 0,1 1 0,-1-1 0,1 1 0,0 0 0,0 0 0,1 0 0,-1 1 0,1-1 0,0 0 0,0 1 0,0 0 0,0-1 0,1 1 0,0 0 0,0 0 0,0 0 0,1 0 0,-1 0 0,1 0 0,1 0 0,-1 0 0,2 6 0,-1-9-79,0 0 1,0 0-1,0-1 1,0 1-1,0 0 1,1 0 0,-1-1-1,1 1 1,-1 0-1,1-1 1,0 0-1,0 1 1,0-1-1,-1 0 1,1 0-1,0 0 1,0 0 0,1 0-1,-1-1 1,0 1-1,0-1 1,0 1-1,0-1 1,1 0-1,-1 0 1,0 0-1,0 0 1,0 0 0,4-1-1,1 1-10,-1-1 0,0 1 0,1-2-1,-1 1 1,0-1 0,0 0 0,0 0 0,0 0-1,10-7 1,13-13-263,-1-2 0,-1 0-1,-1-2 1,-2-1 0,28-39 0,-19 19-666,-3-1 0,43-90 0,-63 113 1067,-1-1 0,-1 0 0,-2 0 0,0-1 1,-2 1-1,-1-1 0,0-50 0,-3 77-93,0 0 0,0 0 0,0 0 0,0 0 0,0 0 0,0-1 0,0 1 0,0 0 1,0 0-1,0 0 0,0 0 0,0 0 0,0 0 0,0-1 0,0 1 0,0 0 0,0 0 0,0 0 1,0 0-1,0 0 0,0-1 0,0 1 0,0 0 0,0 0 0,0 0 0,0 0 0,0 0 0,0 0 1,0 0-1,0-1 0,0 1 0,0 0 0,-1 0 0,1 0 0,0 0 0,0 0 0,0 0 0,0 0 1,0 0-1,0 0 0,0 0 0,-1 0 0,1-1 0,0 1 0,0 0 0,0 0 0,0 0 0,0 0 1,0 0-1,-1 0 0,1 0 0,0 0 0,0 0 0,0 0 0,0 0 0,0 0 0,0 0 0,-1 0 1,1 1-1,0-1 0,0 0 0,0 0 0,0 0 0,-10 10 620,-6 17-367,-20 50 1215,3 2 0,-43 157 0,70-207-1411,2 1-1,1-1 0,1 60 0,2-66-96,0-20-83,0-1 0,0 0 0,0 1 0,1-1 0,-1 0 0,1 0 0,-1 1 0,1-1 0,0 0 0,0 0 1,0 0-1,0 1 0,0-1 0,1-1 0,-1 1 0,1 0 0,-1 0 0,1 0 0,-1-1 0,1 1 0,0-1 0,0 1 0,0-1 0,0 0 0,0 0 0,0 0 0,0 0 0,0 0 0,1 0 1,-1 0-1,0-1 0,5 1 0,5 1-1122,-1-1 1,1-1-1,-1 0 1,1 0 0,19-4-1,34-11-6498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09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2 5378,'0'0'12622,"-12"0"-11611,10-1-970,-3 1 66,-1 0 0,0 0 0,1 0 0,-1 1 0,0-1 0,1 2 0,-1-1 0,1 0 0,-1 1 0,1 0 0,0 0 0,-1 1 0,1-1 0,-8 7 0,-28 20 697,2 2-1,1 2 0,1 2 0,2 1 0,-43 56 0,65-72-706,0-1 0,1 2 0,0 0 1,2 0-1,1 1 0,0 0 0,2 0 0,1 1 0,0 0 1,2 1-1,1-1 0,0 1 0,2 40 0,3-51-105,0-1 0,0 0 0,2 0 0,-1 0-1,2 0 1,-1 0 0,2-1 0,-1 1 0,2-1 0,-1-1-1,2 1 1,-1-1 0,1-1 0,1 1 0,0-1 0,15 11-1,-13-10-414,1-1 0,0 0 0,1-1-1,0-1 1,0 0 0,1-1 0,0 0 0,0-1-1,0 0 1,1-1 0,-1-1 0,1-1-1,22 2 1,-36-4 11,1 0 0,0 0-1,0 0 1,-1 0 0,1 0-1,0 0 1,0 0 0,-1-1-1,1 1 1,0-1 0,-1 1-1,1-1 1,-1 0 0,1 0-1,-1 1 1,1-1 0,-1 0-1,1 0 1,1-2 0,6-18-6816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10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7027,'0'0'17160,"0"50"-15431,-7-16-721,0-3-351,0 1-161,0-7-368,7-3-128,0-3-64,0-6-736,0-6-737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10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10997,'0'0'7636,"13"145"-8165,-6-98-2096,0-2-3106,-7-2-2624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10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10485,'0'0'15015,"3"6"-13684,1-1-1049,-2-1-214,0 0 1,0 0-1,0 0 0,0-1 1,1 1-1,0-1 1,0 0-1,0 0 1,0 0-1,0 0 1,1 0-1,-1-1 0,1 1 1,-1-1-1,1 0 1,0 0-1,0 0 1,0-1-1,0 0 1,1 1-1,3-1 0,-3-1-131,0 0-1,-1 0 0,1-1 0,0 0 0,-1 0 1,1 0-1,-1-1 0,1 1 0,-1-1 0,1 0 1,-1 0-1,0-1 0,0 1 0,0-1 0,-1 0 1,1 0-1,0 0 0,-1-1 0,0 1 0,0-1 0,0 0 1,0 1-1,3-9 0,-6 15 211,-1-1 1,1 1-1,0 0 0,-1 0 1,1 0-1,0 0 0,1-1 1,-1 1-1,0 0 0,1 0 1,0 0-1,-1-1 0,1 1 1,0 0-1,1-1 0,0 4 1,-1-4-367,0 1 0,1-1 0,-1 1 0,0-1 0,1 0 1,-1 0-1,1 1 0,0-1 0,0 0 0,0 0 0,0-1 0,0 1 0,0 0 1,0-1-1,0 1 0,1-1 0,-1 0 0,1 1 0,3 0 0,23-3-10615,-10-9 488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11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16119,'0'0'5470,"-12"27"-1148,-5 7-3136,-3 9 718,-26 77 0,31-75-1594,1 1 1,2 0-1,3 1 0,1 0 1,-2 75-1,10-121-340,0 0 0,1 0 1,-1 0-1,0 0 0,0 0 0,0 0 1,1 0-1,-1 0 0,0 0 0,1 0 1,-1 0-1,1 0 0,-1 0 0,1-1 1,0 1-1,-1 0 0,1 0 0,0-1 1,-1 1-1,1 0 0,0-1 0,0 1 1,0 0-1,0-1 0,0 0 0,1 1 0,34 5-1983,-28-7 1261,1 0-1,0 0 0,0 0 0,-1-1 0,1-1 0,9-3 1,14-16-6014,-10-6-4506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11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12454,'0'0'4418,"122"0"-4418,-54 0-160,0-2-5427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11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36 100 7155,'0'0'17192,"-5"0"-15831,3 0-1278,1 0 0,0 0 0,0 0 0,-1 1 0,1-1 0,0 0 0,0 1 0,-1-1 0,1 1 0,0-1 1,0 1-1,0-1 0,0 1 0,0 0 0,0 0 0,0-1 0,0 1 0,0 0 0,0 0 0,0 0 0,0 0 0,0 2 0,0-1 65,0 1-1,0-1 1,1 0-1,-1 1 0,1-1 1,0 1-1,0-1 1,0 1-1,0 0 1,0-1-1,1 1 0,-1-1 1,1 0-1,1 6 1,5 14 259,2 0 1,0 0-1,19 32 1,-27-52-413,0-1 1,0 1-1,0-1 1,0 0-1,0 1 1,0-1-1,1 0 1,-1 1 0,0-1-1,1 0 1,-1 0-1,1 0 1,-1 0-1,1-1 1,0 1-1,-1 0 1,1-1-1,0 1 1,-1-1-1,1 1 1,0-1-1,0 0 1,-1 0-1,1 0 1,0 0 0,0 0-1,0 0 1,-1 0-1,1-1 1,0 1-1,0 0 1,2-2-1,0 0-66,0 0 0,0 0 0,0 0 0,0-1 0,0 1 0,-1-1 0,1 0 0,-1 0 0,0 0-1,0-1 1,5-6 0,11-22-31,-1-1-1,-2-1 1,-1 0-1,11-41 1,-12 53 218,-13 20-60,1 1-1,-1-1 0,0 0 1,0 0-1,1 0 1,-1 0-1,0 0 1,-1 0-1,1 0 1,0 0-1,0-3 1,18 21-5120,-17-14 4264,0 1 0,0-1 0,0 0 0,0 0 0,0 0-1,0 0 1,0 0 0,1 0 0,-1 0 0,1-1 0,-1 1 0,1-1 0,0 0 0,0 1-1,-1-1 1,1-1 0,0 1 0,0 0 0,0-1 0,4 1 0,20 0-7663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12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231 423 8452,'0'0'17693,"-21"0"-15806,-71 4-420,87-3-1394,-1 0 1,1 0-1,-1 0 1,1 1-1,0 0 1,-1 0-1,1 0 0,0 0 1,0 1-1,0 0 1,1 0-1,-1 0 1,1 1-1,0-1 1,-1 1-1,2 0 0,-1 1 1,0-1-1,1 0 1,0 1-1,0 0 1,0 0-1,1 0 1,-1 0-1,1 0 0,1 0 1,-1 1-1,1-1 1,0 1-1,0-1 1,0 1-1,1 0 1,0 10-1,0-15-84,1 0 0,-1 0 0,1 0-1,-1 0 1,1 0 0,-1 0 0,1 0 0,0 0 0,-1 0-1,1-1 1,0 1 0,0 0 0,0 0 0,0-1 0,0 1-1,0-1 1,0 1 0,0-1 0,0 1 0,0-1 0,0 1-1,0-1 1,0 0 0,0 0 0,0 1 0,0-1 0,0 0 0,0 0-1,0 0 1,2-1 0,45 2-665,-36-2 495,-6 1 90,0-1-1,0 0 1,0 0 0,0-1 0,0 1 0,0-1 0,0-1 0,0 1-1,-1-1 1,1 0 0,8-6 0,-12 6 112,-2 3 251,7 25-410,-5-21-2,1 1 0,-1-1 0,1 0-1,0 1 1,0-1 0,0-1 0,1 1 0,-1 0 0,1-1 0,0 0 0,0 0 0,0 0 0,0 0 0,1-1 0,-1 1 0,1-1 0,-1 0 0,1 0 0,0-1 0,0 0 0,0 0 0,0 0 0,6 0 0,-3 0-220,0 0 1,0-1 0,0-1 0,0 1 0,0-1 0,-1-1 0,1 1 0,0-1-1,0-1 1,-1 1 0,1-1 0,-1 0 0,0-1 0,9-6 0,5-6-1394,0-2 1,0-1-1,33-40 0,-29 27 766,-2-1-1,22-40 0,-12 7 2283,-2-2 0,31-99 1,-58 155-152,5-19 1789,-6 11 5136,-26 39-4502,6-1-3431,1 0 0,0 1 0,1 1-1,2 0 1,0 1 0,1 0-1,1 1 1,1 1 0,1 0-1,0 0 1,2 0 0,1 1 0,1 0-1,-3 44 1,8-53-136,0-1 0,1 1 0,0-1 0,1 1 0,7 24 0,-7-36 0,-1 1 0,1 0 0,0 0 0,-1-1 0,2 1 0,-1-1 0,0 0 0,1 0 0,0 0 0,-1 0 0,1 0 0,0 0 0,1-1 0,-1 0 0,0 1 0,1-1 0,-1 0 0,1-1 0,0 1 0,-1-1 0,1 1 0,0-1 0,0 0 0,0-1 0,5 1 0,76 4-3387,-50-6-2157,56-10-1,-18-4-5094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13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3666,'0'0'13825,"-4"5"-12502,3-1-1118,-1 0-1,1 0 1,0 0-1,0 0 1,1 0-1,-1 0 1,1 1 0,0-1-1,0 0 1,0 0-1,0 0 1,1 0 0,0 0-1,0 0 1,0 0-1,0 0 1,1 0 0,-1 0-1,4 6 1,9 16 919,30 45 1,-16-29-444,12 27 797,48 110 1,-79-157-1397,0 1 0,-2 1 0,-1-1 0,0 1 0,-2 0 0,-1 0 0,-1 1 0,-1-1 1,-3 34-1,1-49-54,-2 1 0,1-1 1,-1 0-1,0-1 0,-1 1 1,0-1-1,-1 1 1,0-1-1,0 0 0,0-1 1,-1 0-1,0 1 1,-1-2-1,-9 9 0,-14 10 209,0-2-1,-41 23 1,30-20-71,39-24-408,-36 23 904,27-18-1527,18-12-3324,87-79-8232,-23 19-174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14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567 103 10885,'0'0'13203,"-23"-17"-12173,23 17-1030,-100-65 806,93 62-729,-1 0 0,1 0 1,-1 0-1,0 1 0,0 0 1,0 0-1,0 1 0,0 0 1,0 1-1,0 0 0,-15 1 0,-1 0 58,7-1-19,1 0 0,-1 2 0,1-1 0,-1 2 0,1 0 0,-28 10 0,38-10-99,1-1 0,-1 1 1,1 0-1,-1 0 0,1 1 0,0-1 1,1 1-1,-1 0 0,1 1 1,0-1-1,-1 1 0,2 0 1,-1 0-1,1 0 0,0 0 0,0 1 1,0-1-1,1 1 0,-1 0 1,2 0-1,-3 7 0,0 4-45,1 1 0,0 0-1,2-1 1,0 1-1,1 0 1,0 0 0,2-1-1,0 1 1,1-1 0,0 1-1,2-1 1,0 0 0,1 0-1,1-1 1,13 25 0,7 6-264,-19-35 178,-1 0 0,0 1 0,0-1 0,-1 1-1,-1 1 1,0-1 0,-1 1 0,0 0 0,-1 0 0,2 28-1,-5-38 122,-1 0 0,1-1 0,-1 1-1,0-1 1,0 1 0,0-1-1,0 0 1,-1 1 0,0-1 0,1 0-1,-1 0 1,0 0 0,0 0 0,-1 0-1,1-1 1,0 1 0,-1-1-1,0 1 1,0-1 0,0 0 0,0 0-1,0 0 1,0 0 0,-5 1 0,-11 5 126,0-1 1,0 0 0,-27 4 0,0 2 326,40-11-718,10-1-18,21-5-363,38-9-1185,-44 8 647,1 0 0,1 1-1,-1 1 1,1 1-1,21 1 1,-40 1 1166,0 0 1,0 1-1,0-1 1,0 0-1,-1 1 1,1-1-1,0 1 0,0 0 1,0 0-1,-1 0 1,1 0-1,0 0 1,-1 0-1,1 0 1,-1 0-1,1 1 1,-1-1-1,0 0 0,0 1 1,1-1-1,-1 1 1,0 0-1,0-1 1,0 1-1,-1 0 1,1 0-1,0-1 0,-1 1 1,1 0-1,-1 0 1,1 0-1,-1 0 1,0 0-1,0 0 1,0 0-1,0 0 0,0 0 1,-1-1-1,0 4 1,1 4 183,-1 0 1,-1 0-1,0 0 1,0 0-1,-1 0 1,0-1-1,-6 13 1,-42 59 1712,31-51-630,1 1 0,-17 38 0,32-58-776,0-1 0,0 1 0,1 1 0,1-1 0,0 0 0,0 1 0,1-1-1,0 1 1,1-1 0,0 1 0,2 17 0,-1-25-397,0-1 1,0 0-1,0 1 1,1-1-1,-1 0 1,0 0-1,1 0 0,0 0 1,-1 0-1,1-1 1,0 1-1,0 0 1,0-1-1,0 1 0,0-1 1,0 0-1,0 1 1,1-1-1,-1 0 1,0-1-1,1 1 0,-1 0 1,1-1-1,4 1 1,7 2 140,0-1 0,0-1 0,15 0 1,-9-1-224,15 0 100,44-5-1,-68 3-187,0 0 0,0 0-1,0-1 1,-1 0-1,1-1 1,-1 0-1,0-1 1,13-8-1,-23 13-58,-1 0 0,1 0 1,0 0-1,0 0 0,0 0 0,-1 0 0,1 0 0,0 0 0,0 0 0,-1 0 0,1 0 0,0 0 0,0 0 0,0-1 0,-1 1 0,1 0 0,0 0 0,0 0 0,0 0 1,-1 0-1,1 0 0,0-1-146,0 1 146,0 0 0,0 0 0,-1-1 0,1 1 0,0 0 0,0 0 0,0 0 0,0-1 0,0 1 0,0 0 0,0 0 0,0 0 1,0-1-1,0 1 0,0 0 0,0 0 0,0-1 0,0 1 0,0 0 0,0 0 0,0-1 0,0 1 0,0 0 0,0 0 0,0 0 0,0-1 0,0 1 0,0 0 0,1 0 1,-1 0-1,0-1 0,0 1 0,0 0 0,-29 0-5479,22 0 3491,-39 0-11315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17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508 100 2881,'0'0'5029,"4"-4"-4026,-1 1-331,-1-2 0,1 1-1,0 0 1,-1 0 0,0-1-1,0 1 1,-1-1 0,1 0 0,-1 0-1,0 1 1,0-1 0,0 0-1,-1 0 1,0 0 0,0 0-1,-1-8 1,1 13-627,0-1-1,-1 0 1,1 1 0,-1-1-1,1 1 1,-1-1-1,1 1 1,-1-1 0,1 1-1,-1-1 1,1 1 0,-1-1-1,0 1 1,1 0 0,-1-1-1,0 1 1,1 0-1,-1 0 1,0-1 0,1 1-1,-1 0 1,0 0 0,1 0-1,-1 0 1,0 0 0,0 0-1,0 0 1,-25-1 323,23 2-276,-7-1-41,0 0 0,-1 1 0,1 0 1,0 1-1,0 1 0,0-1 0,0 2 0,1-1 0,-1 1 0,1 1 0,0-1 0,0 2 1,0-1-1,1 1 0,0 0 0,0 1 0,1 0 0,-9 10 0,15-17-57,1 1 0,-1 0-1,0 0 1,0 0 0,1 0-1,-1 0 1,1 0 0,-1 0-1,1 0 1,-1 0-1,1 0 1,-1 0 0,1 0-1,0 0 1,0 0 0,0 0-1,-1 1 1,2 1 0,-1-2 5,0-1 0,0 1 0,1-1 0,-1 1 0,1 0 1,-1-1-1,1 1 0,-1-1 0,1 1 0,-1-1 0,1 1 0,-1-1 1,1 0-1,0 1 0,-1-1 0,1 1 0,0-1 0,-1 0 0,1 0 0,0 0 1,-1 1-1,2-1 0,50 2 113,-35-3-60,-14 1-51,1 0-1,0 0 0,-1 1 1,1-1-1,0 1 0,-1 0 1,1 0-1,-1 0 1,1 0-1,-1 1 0,1-1 1,-1 1-1,0 0 0,0 0 1,0 0-1,0 0 1,0 1-1,0-1 0,-1 1 1,1 0-1,3 6 1,-4-6 13,-1 1 0,0 0 1,0-1-1,0 1 0,0 0 1,-1 0-1,0 0 0,1 0 1,-2-1-1,1 1 1,0 0-1,-1 0 0,1 0 1,-1-1-1,0 1 0,-1 0 1,1-1-1,0 1 1,-1-1-1,0 1 0,0-1 1,-3 5-1,-99 130 1355,41-58-737,-18 24 8,-99 146 1092,178-247-1716,0 0 0,0 1 0,0 0 1,1-1-1,-1 1 0,1 0 0,0 0 0,0 0 1,0 0-1,1 0 0,-1 0 0,1 5 0,30-9-53,-8-7 81,0-1 0,0-1 0,0-1 0,-1 0 0,35-25 1,1 1 53,-15 10-59,178-110-110,-198 111-3280,-16 3-6459,-6 6 160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18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8676,'0'0'14612,"-3"15"-12894,0 4-1300,-3 14 1176,-3 55 1,44-87-1584,-25-3-43,0 0 1,-1-1-1,1 0 1,-1 0 0,0-1-1,0 0 1,0 0-1,-1-1 1,0-1-1,1 1 1,8-10 0,28-15-120,-45 30 166,0-1 0,1 1 1,-1 0-1,1-1 1,-1 1-1,1 0 1,-1-1-1,1 1 1,-1 0-1,1 0 0,-1-1 1,1 1-1,-1 0 1,1 0-1,-1 0 1,1 0-1,0 0 1,-1 0-1,1 0 1,-1 0-1,1 0 0,-1 0 1,1 0-1,0 0 1,-1 0-1,1 0 1,-1 0-1,1 1 1,-1-1-1,1 0 0,-1 0 1,2 1-1,1 18 564,-3-17-610,0-1 0,-1 0 0,1 1 0,0-1 0,0 1 0,0-1 0,0 1 0,1-1 0,-1 1-1,0-1 1,0 0 0,1 1 0,-1-1 0,1 0 0,0 1 0,-1-1 0,1 0 0,0 1 0,-1-1 0,1 0-1,0 0 1,0 0 0,0 0 0,0 0 0,0 0 0,1 0 0,-1 0 0,0 0 0,0-1 0,0 1 0,1 0-1,-1-1 1,0 1 0,1-1 0,-1 1 0,1-1 0,-1 0 0,1 0 0,1 1 0,10-1-2760,15 0-3746,-13-6-3947,-2-6 3700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18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4114,'0'0'12408,"13"0"-10276,108 17 1886,-106-15-3682,0-1 0,0 0 0,20-1-1,-5-1-168,-29 1-165,0 0 1,1-1 0,-1 1-1,0 0 1,1-1 0,-1 1-1,0-1 1,0 1 0,1-1-1,-1 0 1,0 0 0,0 1-1,0-1 1,0 0 0,0 0-1,0 0 1,0 0 0,0 0-1,0 0 1,-1 0 0,1-1 0,0 1-1,0 0 1,-1 0 0,1 0-1,-1-1 1,0 1 0,1 0-1,-1-1 1,0 1 0,0 0-1,1-1 1,-1 1 0,0-1-1,-1 1 1,1-3 0,0 2-18,0-1 1,0 0-1,-1 1 1,1-1-1,0 0 1,-1 1 0,0-1-1,0 1 1,0-1-1,0 1 1,0-1 0,0 1-1,-1 0 1,1 0-1,-1 0 1,1-1 0,-1 1-1,0 1 1,-3-4-1,0 3 37,0-1-1,0 1 1,-1 0-1,1 0 0,-1 1 1,1-1-1,-1 1 1,0 0-1,1 1 1,-1 0-1,0 0 0,1 0 1,-1 0-1,0 1 1,1 0-1,-1 0 1,0 1-1,1-1 0,0 1 1,-7 3-1,8-3 12,0 0 0,0 0 0,-1 1 0,2 0-1,-1 0 1,0 0 0,0 0 0,1 0 0,0 1-1,0 0 1,0-1 0,0 1 0,0 0-1,1 0 1,-1 1 0,1-1 0,0 0 0,1 1-1,-1 0 1,1-1 0,0 1 0,0 0 0,0-1-1,1 8 1,-1-6-29,1 0-1,1-1 0,-1 1 1,1 0-1,0-1 0,0 1 1,1-1-1,-1 1 1,1-1-1,0 0 0,1 1 1,-1-1-1,5 6 0,-3-8-159,-1 1-1,0-1 0,1 0 0,0 0 1,-1-1-1,1 1 0,0-1 0,0 0 1,1 0-1,-1 0 0,0-1 0,1 1 0,-1-1 1,1 0-1,-1 0 0,1-1 0,6 1 1,0 0-729,0 0 1,0-1-1,-1 0 0,1-1 1,0 0-1,-1 0 1,1-1-1,-1-1 1,1 0-1,-1 0 1,0-1-1,0 0 1,0-1-1,-1 0 1,0 0-1,0-1 0,0 0 1,0-1-1,9-10 1,12-16 35,-4 6 17507,-26 35-11120,5 14-2224,-4-18-3332,0 0 0,0 0 0,1-1 0,0 1 0,0-1 0,0 1 0,0-1 0,4 5 0,-3-6 17,0-1 1,-1 0-1,1 0 0,-1 0 1,1 0-1,0 0 0,0 0 0,0-1 1,0 1-1,-1-1 0,1 0 1,0 0-1,0 0 0,0 0 0,0-1 1,0 1-1,-1-1 0,5 0 1,-1-1-76,-1 1 1,1-1 0,0-1-1,-1 1 1,1-1 0,-1 0-1,8-5 1,4-6-53,-1 0 0,0-1 0,-1 0 0,0-2 0,-2 0-1,22-34 1,-36 66 3477,2 29-2810,1-10-574,-2-33-83,0 0 0,0 1 0,1-1-1,-1 0 1,1 0 0,-1 0 0,1 0 0,-1 0 0,1 0 0,0 0 0,0-1 0,-1 1 0,1 0-1,0 0 1,0 0 0,0-1 0,0 1 0,0-1 0,0 1 0,0 0 0,0-1 0,0 0 0,0 1-1,0-1 1,0 0 0,0 1 0,0-1 0,0 0 0,1 0 0,-1 0 0,2 0 0,44 0-6433,-37 0 3307,6 0-4717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19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4066,'0'0'14972,"15"3"-14100,125 8-79,-137-11-789,-1 0-1,1 0 1,0 0 0,0 0 0,-1 0-1,1-1 1,0 1 0,0-1 0,-1 0-1,1 0 1,-1 0 0,1 0 0,-1 0-1,1 0 1,-1-1 0,0 1 0,3-3-1,-3 1 4,0 1-1,-1-1 1,1 0-1,-1 0 1,0 0-1,0 0 1,0 0 0,0 0-1,-1 0 1,1-1-1,-1 1 1,0 0-1,1 0 1,-2-5-1,1 4 138,1 0-1,-2 0 0,1 0 1,0 0-1,-1 1 0,1-1 0,-1 0 1,0 0-1,0 1 0,-1-1 1,-2-5-1,2 7-3,1 0 0,-1 0 0,-1 1 0,1-1 0,0 0 0,0 1 0,0 0 0,-1-1 0,1 1 0,-1 0 1,1 0-1,-1 0 0,0 1 0,1-1 0,-1 1 0,-4-1 0,2 0 58,0 0 1,-1 0 0,1 0 0,0 1-1,0 0 1,-1 0 0,1 1 0,0-1-1,0 1 1,-1 0 0,1 1 0,0-1-1,0 1 1,0 0 0,1 0-1,-1 0 1,-8 6 0,9-4-74,1 0-1,0 0 1,-1 0 0,2 0-1,-1 0 1,0 1 0,1-1 0,0 1-1,0 0 1,0 0 0,1 0-1,-1 0 1,1 0 0,0 0 0,1 0-1,-1 0 1,1 0 0,0 8-1,0-11-132,-1 0-1,1 1 0,0 0 0,0-1 0,0 1 0,0-1 0,0 1 0,1-1 0,-1 1 0,1-1 0,0 1 0,-1-1 0,1 0 0,0 1 0,0-1 0,1 0 0,-1 0 0,0 0 0,1 0 0,-1 0 0,1 0 0,0 0 0,0 0 0,0 0 0,-1-1 0,2 1 0,-1-1 0,0 1 0,0-1 0,0 0 1,1 0-1,-1 0 0,0 0 0,1-1 0,4 2 0,9 2-1008,1 0-1,-1-1 1,1 0 0,21-1 0,-11-1-4695,50-6 1,-29-7-4979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0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766 1 9700,'0'0'12894,"-9"0"-11600,-39 3-560,1 2 0,0 2-1,0 3 1,1 1 0,-83 32-1,85-28-502,28-10-166,-1 0-1,1 1 1,0 1-1,1 0 1,0 1 0,-28 19-1,42-25-62,0 0 0,0 0 0,0 0 0,0 0 0,0 0 0,0 0-1,0 0 1,0 0 0,1 0 0,-1 0 0,1 0 0,0 0 0,0 0 0,-1 1 0,1-1-1,1 0 1,-1 2 0,7 47 39,-4-30 15,0 11 7,-1 0 1,-2 0-1,-1 0 1,-2 0-1,-1 0 1,-2-1-1,-1 1 0,-10 29 1,0-16-61,-1-1-1,-1 0 1,-3-2 0,-2-1-1,-47 64 1,64-96-53,10-11-82,18-14 159,8 2-11,1 2-1,1 1 0,0 1 1,0 1-1,58-7 1,-39 6 468,62-18 2077,-112 3-20263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1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0 221 3698,'0'0'14105,"5"-4"-12512,-4 2-1410,1 1 0,0-1 0,0 1 1,0-1-1,1 1 0,-1 0 1,0-1-1,0 1 0,1 0 1,-1 0-1,1 1 0,3-2 1,-5 2-107,0 0 0,1 1 0,-1-1 0,0 0 0,1 1 0,-1-1 0,0 0 0,0 1 0,1 0 0,-1-1 0,0 1 0,0 0 0,0-1 0,0 1 0,0 0 0,0 0 0,0 0 0,0 0 0,0 0 0,0 0 0,0 0 0,-1 0 0,1 1 0,0-1 0,-1 0 0,1 0 0,-1 1 0,1-1 0,-1 0 0,1 2 0,7 27 568,-2 0 0,0 0 0,-2 1 0,-1-1 1,-2 38-1,-1-67-557,-1-1-97,0 0 0,1 0-1,-1-1 1,0 1 0,0 0 0,1-1 0,-1 1 0,0 0 0,1-1 0,-1 1-1,0-1 1,1 1 0,-1-1 0,1 1 0,-1-1 0,1 0 0,-1 1 0,1-1-1,-1 0 1,1 1 0,0-1 0,-1 0 0,1 0 0,0 1 0,0-1 0,0 0-1,-1 0 1,-3-24-346,4 24 342,-3-45-314,3-47 0,2 30 338,-2 53-11,0 1 0,2-1 0,-1 1 0,1-1 1,0 1-1,1 0 0,0-1 0,1 2 0,0-1 1,0 0-1,1 1 0,0 0 0,10-14 0,-10 16 36,0 1 0,1-1 0,-1 1 0,1 1-1,0-1 1,0 1 0,0 0 0,1 0 0,-1 1-1,1 0 1,0 0 0,0 0 0,0 1 0,0 0-1,1 0 1,-1 1 0,0 0 0,10 0 0,-13 2-25,-1 0 0,0 0 0,0 0 0,0 0 0,0 1 0,0-1 0,0 1 0,0-1 1,-1 1-1,1 0 0,-1 0 0,1 1 0,-1-1 0,0 0 0,1 1 0,-1 0 0,-1-1 0,1 1 1,2 3-1,-2-2-165,0 0 0,1-1 1,0 1-1,-1-1 0,1 0 1,1 0-1,-1 0 0,0 0 1,1-1-1,-1 1 0,6 2 1,0-3-1699,0 0 1,0-1 0,0 0 0,0 0 0,14-1 0,-19 0 205,12 0-7918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2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8148,'0'0'9567,"21"3"-6814,-4 0-2248,1 1-3,1-1 0,-1 0-1,1-2 1,-1 0 0,1-1 0,22-4 0,-35 3-431,1 0-1,-1-1 1,0 0 0,0 0 0,0-1 0,0 0 0,0 0-1,-1 0 1,7-5 0,-10 6-46,1 0-1,-1-1 1,1 1-1,-1-1 1,0 0 0,0 1-1,0-1 1,-1 0 0,1 0-1,-1 0 1,1 0-1,-1-1 1,0 1 0,0 0-1,-1 0 1,1-1 0,-1 1-1,1-1 1,-1-3-1,-1 6 37,0-1 1,0 0-1,1 0 0,-1 1 0,-1-1 0,1 1 0,0-1 0,0 1 0,0-1 0,-1 1 0,1-1 0,-1 1 0,1 0 0,-1 0 0,0 0 0,1 0 0,-1 0 0,0 0 0,0 1 1,1-1-1,-1 0 0,0 1 0,0 0 0,0-1 0,0 1 0,0 0 0,-4 0 0,-57-4 502,52 3-478,-1 1 1,1 1-1,-1 0 0,0 1 0,1 0 0,0 1 0,0 0 0,-13 5 0,21-6-51,-1 0 0,0 0 1,1 1-1,-1-1 1,1 1-1,0 0 0,0 0 1,0 0-1,0 0 1,1 0-1,-1 1 0,1-1 1,0 1-1,0 0 1,0 0-1,0 0 0,1 0 1,0 0-1,0 0 1,0 0-1,0 0 0,0 0 1,1 0-1,0 1 1,0 6-1,0-4-38,-1 0 0,2 0 0,-1 0 0,1 0 0,0 0 0,1 1 0,-1-2-1,1 1 1,1 0 0,-1 0 0,7 11 0,-6-15-148,0 0 0,1 1 1,-1-1-1,1 0 0,-1-1 0,1 1 0,0-1 0,0 0 0,0 1 0,0-2 0,0 1 0,0 0 0,1-1 0,-1 0 1,0 0-1,1 0 0,-1-1 0,1 1 0,0-1 0,5 0 0,5 0-1402,0-1-1,29-4 1,-33 3-62,0-1-1,0 0 1,-1-1 0,19-9 0,26-17-6369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2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3858,'0'0'17979,"-13"4"-15738,-1 1-1621,1 0 1,0 1 0,0 0-1,0 1 1,-14 10 0,22-14-445,1 1 0,0-1 0,0 1 0,0 0 0,0 0 0,0 0 0,1 1 0,0-1 1,0 1-1,0 0 0,1 0 0,-1 0 0,1 0 0,0 0 0,1 0 0,-1 1 0,1-1 0,0 0 1,0 1-1,1 5 0,0-10-175,0 0 1,0-1-1,0 1 1,0 0-1,0 0 1,0-1-1,0 1 1,0 0-1,0 0 1,1 0-1,-1-1 1,0 1-1,1 0 1,-1-1-1,0 1 1,1 0-1,-1-1 1,1 1-1,-1 0 1,1-1-1,-1 1 1,1-1-1,0 1 1,-1-1-1,1 1 1,0-1-1,-1 0 1,1 1-1,1 0 0,26-3-227,-22 0 132,0 0-1,0-1 0,-1 1 0,1-1 1,-1 0-1,0-1 0,9-7 1,-8 6 43,0-1-1,-1 0 1,0-1 0,0 1 0,0-1 0,-1 0 0,0 0 0,-1 0-1,0-1 1,0 1 0,4-16 1209,-7 48-820,-1-8-312,1-11-86,0-1 1,0 1-1,0-1 0,0 1 0,1-1 0,0 0 0,2 8 0,-2-12-117,0 1-1,0 0 1,0-1-1,0 0 1,0 1-1,0-1 1,1 0-1,-1 1 1,0-1-1,1 0 1,-1 0-1,1 0 1,-1 0-1,1-1 0,-1 1 1,1 0-1,0-1 1,-1 1-1,1-1 1,0 1-1,-1-1 1,1 0-1,0 1 1,0-1-1,0 0 1,-1 0-1,3-1 1,7 1-1396,24-3-5520,-13-12-1220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3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27 151 6611,'0'0'16357,"1"20"-14858,5 119 1262,-6-138-2400,-2-16-201,-11-45-253,8 43 43,1-1 0,0 0 1,1 0-1,1 0 1,1 0-1,2-27 1,-1 41-73,1 0 1,0 0 0,0 0 0,1 1-1,-1-1 1,1 1 0,-1-1 0,1 1 0,0 0-1,1-1 1,-1 1 0,0 0 0,1 0-1,0 1 1,-1-1 0,1 0 0,0 1-1,1 0 1,-1 0 0,0 0 0,1 0 0,-1 0-1,1 1 1,-1-1 0,1 1 0,0 0-1,4-1 1,5 0-862,0-1 1,0 2-1,0 0 0,1 1 0,-1 0 0,23 3 0,-10 1-7839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4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6739,'0'0'13404,"4"0"-11798,127-9 3104,67-24-2936,-133 21-1298,-44 9-183,-1 0-1,29 0 1,-49 3-273,1 1 0,-1-1 0,1 0 0,-1 1 0,1-1 0,-1 1 0,1-1 0,-1 1 0,0-1 0,1 1 0,-1-1 0,0 1 0,1-1 0,-1 1 0,0-1 0,0 1 0,1 0 0,-1-1-1,0 1 1,0-1 0,0 1 0,0 0 0,0-1 0,0 1 0,0 0 0,0-1 0,0 2 0,0 26 312,-1-20-207,-1 37 564,-16 86 0,10-87-325,-4 87-1,12 64-304,-8-192-59,6-3 0,-37-1 0,1 2 0,-1 1 0,1 2 0,0 2 0,0 2 0,1 1 0,-51 20 0,92-26-1496,18-1-2269,26-3-6250,-8-16-1585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4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8964,'0'0'16293,"3"2"-14514,11 1-1320,1 0 0,-1-1 0,1-1 0,-1 0 0,1-1 0,0 0 0,20-4 0,-13 2-337,24-5 154,-12 1-1456,-11 4-3345,-34 7-1668,6-1 4236,-20 10-6298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4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2865,'0'9'15736,"6"-7"-11415,21-2-1855,7 0-1106,0 0-447,7 0-721,6-9-192,-6-7-785,-1 1-1440,1-3-3105,13-7-7188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5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0 913 6867,'0'0'14999,"5"-1"-13473,8-2-783,33-2 2110,-44 5-2774,0 0 0,0 0 1,-1 0-1,1 1 0,0-1 0,-1 0 0,1 1 0,0 0 0,-1-1 0,1 1 0,-1 0 0,1 0 0,-1 0 0,1 0 0,-1 0 0,1 0 0,-1 0 0,0 0 0,0 1 0,0-1 0,0 1 0,0-1 0,2 4 0,10 31 499,-10-26-499,1 1 0,0-1-1,9 17 1,-12-25-82,0-1-1,0 1 1,1 0 0,-1 0-1,1 0 1,-1-1 0,1 1-1,0-1 1,-1 1 0,1-1-1,0 0 1,0 0 0,0 0-1,0 0 1,0 0 0,1 0-1,-1 0 1,0-1 0,0 1 0,0-1-1,1 1 1,2-1 0,1 0-35,0 0 0,1-1 0,-1 0 0,-1 0 0,1 0 0,0 0 0,0-1 0,0 0 0,-1-1 0,1 1 0,-1-1 0,0 0 1,1 0-1,-1-1 0,-1 1 0,1-1 0,-1 0 0,1-1 0,-1 1 0,0-1 0,-1 0 0,1 0 0,-1 0 0,0 0 0,0 0 0,0-1 1,-1 1-1,0-1 0,0 0 0,-1 0 0,1 0 0,-1 0 0,0 0 0,-1 0 0,0 0 0,0 0 0,0 0 0,0 0 0,-1 0 1,0 0-1,-1 0 0,1 0 0,-1 1 0,0-1 0,0 0 0,-1 1 0,0 0 0,0-1 0,0 1 0,-7-8 0,-43-42 297,101 52-982,-44 3 674,208-6-4092,-178 3 1846,1-1 1,-1-2-1,0-2 1,34-12-1,-60 17 1669,0 0 0,-1-1 0,1 0 0,12-9 0,0-8 3534,-13-3 7828,-23 24-7689,6 0-2554,-1 1 1,0 0-1,1 1 1,-1 1-1,1-1 1,-1 1-1,1 1 0,0 0 1,1 1-1,-15 8 1,15-7-305,0 0-1,0 1 1,0 0 0,1 1 0,0 0 0,0 0-1,1 1 1,0 0 0,0 0 0,-5 11 0,11-17-182,-1-1 0,1 1 1,0 0-1,0 0 0,0 0 0,0 0 1,1 0-1,-1 1 0,1-1 1,0 0-1,0 0 0,0 4 1,0-6-20,1 0 1,-1 0-1,0 0 1,1 0-1,-1 0 1,1 1-1,-1-1 1,1 0-1,-1 0 1,1 0-1,0 0 1,-1-1-1,1 1 1,0 0-1,0 0 1,0 0-1,0-1 1,0 1-1,0 0 1,0-1-1,0 1 1,0-1-1,0 1 1,0-1-1,0 1 1,0-1-1,0 0 1,1 1-1,-1-1 0,0 0 1,0 0-1,0 0 1,3 0-1,4 0-201,0-1 0,1 1 0,-1-1 0,0 0-1,0-1 1,0 0 0,0-1 0,0 1 0,0-1-1,-1-1 1,1 1 0,-1-2 0,0 1 0,0-1-1,0 0 1,-1 0 0,0 0 0,0-1 0,0 0-1,0 0 1,-1-1 0,0 0 0,6-11-1,-12 82 2589,0-48-2341,1-14-37,0 1 1,-1 0 0,1 0 0,1 0-1,-1-1 1,0 1 0,0 0 0,1 0-1,0-1 1,0 1 0,-1 0-1,3 3 1,-1-5-44,0 0 1,0 1-1,0-1 0,0 0 1,0 0-1,0 0 0,0 0 0,1 0 1,-1-1-1,0 1 0,1-1 0,-1 0 1,0 1-1,1-1 0,-1 0 0,0 0 1,5-1-1,2 0-193,-1-1-1,1 0 1,-1 0 0,0 0-1,0-1 1,0-1 0,0 1 0,0-1-1,-1-1 1,1 1 0,-1-1-1,0 0 1,-1-1 0,7-6-1,16-16-1765,39-50 0,-68 78 1988,37-49-1281,-2-1 0,-2-2 0,-2-1 0,-3-1 0,24-65 0,-23 40 1353,25-114 0,-47 158 2733,-6 14 4196,-5 22-3582,-14 10-2148,-1 7-1019,2 2 1,0 0-1,1 0 1,1 2-1,1 0 0,1 0 1,1 1-1,1 1 1,1 0-1,1 1 1,-7 29-1,6-12 45,1 0 0,3 1 0,1-1 1,2 1-1,2 0 0,5 49 0,-2-74-280,1 0 0,1 0 0,1 0 0,7 21 0,-9-32 0,0 0 0,0 0 0,1 1 0,0-2 0,0 1 0,1 0 0,-1-1 0,2 0 0,-1 0 0,0-1 0,1 1 0,9 5 0,-8-8-356,0-1-1,0 0 1,0 0 0,1-1 0,-1 0-1,1 0 1,-1-1 0,1 0-1,-1 0 1,1-1 0,-1 0-1,0 0 1,1-1 0,-1 0 0,0 0-1,0-1 1,0 0 0,0 0-1,9-6 1,20-20-8013,4-4-5894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6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12934,'0'0'19833,"27"25"-19833,-20-23 0,-7 1 0,7-1 0,0 0 0,-7 3 0,0 1 0,0 6-1105,0 1-3857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6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0 14263,'0'0'13462,"-61"140"-11573,41-106-1569,0-2-320,-14 4-416,-7-7-3010,-13 3-6915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7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0 206 0,'4'-2'20857,"14"-9"-18093,-17 11-2655,1 0-1,0-1 0,0 1 0,0 0 0,-1 0 0,1 0 0,0 0 0,0 0 0,0 1 0,-1-1 0,1 1 0,0-1 1,-1 1-1,1-1 0,0 1 0,-1 0 0,1 0 0,-1 0 0,1 0 0,-1 0 0,1 0 0,-1 0 0,0 1 1,1-1-1,-1 0 0,0 1 0,0-1 0,1 3 0,1 3-33,-1 0-1,0 0 1,0 0 0,-1 0 0,0 1-1,0 7 1,-1-15-75,2 112 264,-3-154-558,0 8 320,0-1-1,3 0 1,1 1 0,1-1-1,2 1 1,17-56 0,-23 88 2,1-1 0,0 1 0,0-1 0,0 1 0,1-1 0,-1 1 0,0 0 0,1 0 0,0 0 0,-1 0 0,1 0 0,0 0 0,0 0 0,0 1 0,0-1 0,0 1 0,1-1 0,-1 1 0,0 0 0,1 0 0,-1 0 0,1 0 0,-1 0 0,1 1 0,-1-1 1,1 1-1,3-1 0,4 2-58,-1 0 1,1 1 0,0 0-1,-1 0 1,1 1-1,9 4 1,-9-3-537,1-1-1,0 0 1,19 3-1,51-5-7797,-48-1 2391,2 0-2775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8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35 3426,'0'0'13531,"7"12"-11338,24 35-325,-26-44-1695,-1-1 1,0 0-1,1 0 1,-1 0-1,1 0 1,0-1-1,-1 0 1,1 0-1,0 0 1,0 0-1,0-1 1,0 0-1,0 0 1,0 0 0,0 0-1,9-3 1,6 1 69,-18 3-261,1-2 0,-1 1 0,1 0 0,-1 0 0,1-1 0,-1 1 0,1-1 0,-1 0 0,0 0 0,0 0 0,1 0 1,-1 0-1,0-1 0,0 1 0,0 0 0,0-1 0,0 0 0,0 1 0,-1-1 0,1 0 0,0 0 0,-1 0 0,0 0 0,1 0 0,-1 0 0,0-1 0,0 1 0,0 0 0,0-1 0,-1 1 0,1 0 0,-1-1 0,1 1 0,-1-1 0,0 1 0,0-1 0,0 1 0,0-1 0,0 1 1,-1-1-1,1 1 0,-1-1 0,1 1 0,-3-4 0,2 4 12,0 1 0,1-1 0,-1 1 0,0 0-1,0 0 1,0-1 0,-1 1 0,1 0 0,0 0 0,0 0 0,-1 0 0,1 0 0,0 1 0,-1-1 0,1 0 0,-1 1 0,1-1 0,-1 0 0,1 1 0,-1 0 0,0-1 0,-1 1 0,-42-4 73,40 4-38,-7-1 107,0 1 0,0 0 1,0 1-1,1 1 0,-1-1 0,0 2 0,1 0 1,-12 4-1,17-4-26,0 0-1,-1 1 1,2 0-1,-1 0 1,0 0 0,1 0-1,0 1 1,0 0 0,0 0-1,0 0 1,1 1 0,0 0-1,0-1 1,1 1-1,-4 8 1,4-8-47,1 0 1,0 0-1,0 0 1,1 0-1,0 0 0,0 0 1,0 0-1,1 1 1,0-1-1,0 0 0,0 0 1,1 1-1,2 9 1,-2-12-80,0-1 1,0 1-1,1 0 1,-1-1 0,1 1-1,0-1 1,0 1-1,0-1 1,0 0 0,1 0-1,-1 0 1,1 0 0,0-1-1,0 1 1,0 0-1,0-1 1,0 0 0,0 0-1,1 0 1,-1 0-1,1-1 1,6 3 0,3-1-539,1-1 1,0 0 0,-1-1 0,1 0 0,-1-1 0,1-1-1,0 0 1,-1-1 0,18-4 0,-14 2-1712,-1-2 0,0 1 1,30-17-1,9-8-5696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8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0 6115,'0'0'14366,"-19"3"-12053,-63 11-114,74-11-1890,0 0 0,0 0 1,0 1-1,1 0 1,0 0-1,0 1 0,0 0 1,0 0-1,1 1 0,0-1 1,0 1-1,0 1 0,1-1 1,0 1-1,0 0 1,0 0-1,1 0 0,0 1 1,1 0-1,0 0 0,0-1 1,-3 18-1,5-24-297,0 1 0,1 0-1,-1 0 1,1-1 0,0 1 0,0 0 0,0-1-1,0 1 1,0 0 0,0 0 0,0 0 0,0-1-1,1 1 1,-1 0 0,1-1 0,-1 1 0,1 0 0,0-1-1,-1 1 1,1-1 0,0 1 0,0-1 0,0 1-1,0-1 1,0 0 0,1 1 0,-1-1 0,0 0-1,1 0 1,-1 0 0,1 0 0,-1 0 0,1 0-1,-1 0 1,3 0 0,1 0-56,-1-1-1,1 0 1,-1 1-1,1-2 1,-1 1-1,1-1 1,-1 1-1,1-1 1,-1 0-1,1-1 1,-1 1 0,0-1-1,7-4 1,-1 1-171,0 0 0,-1-1 0,1 0 0,-2-1 0,1 0 0,-1-1 0,0 1 0,7-10 0,-15 18 253,-1-1 0,0 1 0,1 0 0,-1 0 0,1 0 0,-1 0 0,1-1-1,0 1 1,-1 0 0,1 0 0,0 0 0,0 0 0,-1 0 0,1 0 0,0 0-1,0 0 1,0 0 0,0 0 0,0 0 0,1 0 0,-1 0 0,0 0 0,0 0 0,1 0-1,-1 0 1,0 0 0,1-1 0,-1 1 0,1 1 0,2 1-119,-1-1 0,0 0 1,0 0-1,1 0 0,-1 0 1,1 0-1,-1 0 0,1-1 0,4 2 1,3 2-1012,0-2 1,0 0 0,0 0-1,18 2 1,40-4-12046,-33-1 3122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8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38 200 6035,'0'0'14681,"0"15"-13264,0 98 1504,0-113-2574,-19-4 224,17 0-521,0 1 1,0 0 0,0-1-1,0 0 1,0 1-1,1-1 1,0 0-1,-1 0 1,2 0 0,-1 0-1,0 0 1,1 0-1,0 0 1,0 0-1,0-5 1,0 0-11,1 0 0,0 0 0,0 1 0,0-1 0,1 0-1,5-10 1,-1 5-116,2 1-1,0 0 1,1 1-1,0 0 1,0 0 0,2 1-1,-1 1 1,1-1-1,1 2 1,17-12-1,26-9-3068,1 16-3695,-28 11-1486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9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8196,'0'0'14180,"-1"14"-11152,-18 121 1989,12 5-3813,7-98-2714,0-28-2445,0 0-4010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9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4914,'0'0'20346,"28"-36"-18986,-8 34-623,7 0-465,0-1-32,7-1-240,0-1-352,-7 1-881,13-5-816,1 0-1985,0-5-3585,-14-2-3362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29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3105,'0'0'24097,"0"9"-22224,-2 23 101,-9 47 1,1-11-2369,5-1-3834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30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10789,'0'0'19433,"135"-29"-18297,-108 26-655,1 1-385,-8 0-96,0 0-64,0-3-833,1 3-832,-1 0-1248,0-3-2193,-6-2-4499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30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13926,'0'0'18841,"0"11"-18841,0-6 0,0 2 0,0 0 0,0 2 0,0 0 0,0 0 0,0 2 0,0 0-3105,0 0-2306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30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12694,'0'0'15015,"-129"127"-14519,109-103-496,0 1-144,-8 2-1889,1-2-2065,-13 2-4290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32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5619,'0'0'11738,"22"-23"-7261,-3 11-4191,0 1 0,1 1 1,0 1-1,1 1 0,0 0 0,0 2 0,1 0 1,0 2-1,0 0 0,40-1 0,-61 5-285,0 0 0,0 0 0,0 0 0,0 0 0,0 1 0,0-1-1,0 0 1,-1 1 0,1-1 0,0 0 0,0 1 0,0-1 0,-1 1 0,1 0 0,0-1 0,-1 1-1,1-1 1,0 1 0,-1 0 0,1 0 0,-1-1 0,1 1 0,-1 0 0,1 0 0,-1 0 0,0-1-1,1 1 1,-1 0 0,0 0 0,0 0 0,0 0 0,0 1 0,1 39 49,-1-26-37,0-14-13,0 13 55,1-1 0,-2 1 0,0 0 1,-1-1-1,0 1 0,-1-1 0,0 0 0,-8 19 1,-11 17 273,-20 67 0,37-99-266,1 0 0,0 1 0,2-1 0,0 1 0,1 0 0,1-1-1,0 1 1,3 18 0,-2-33-62,0 0 0,0 0 0,-1-1 0,2 1 0,-1-1 0,0 1 0,0-1 0,1 0 0,0 1 0,-1-1 0,1 0-1,0 0 1,0 0 0,0 0 0,0 0 0,0-1 0,1 1 0,-1-1 0,0 1 0,1-1 0,-1 0 0,1 0 0,0 0 0,-1 0 0,1 0-1,0-1 1,4 1 0,8 1-1,1 0-1,-1-2 1,27-1-1,-33 0-7,-8 1-14,0 1-1,1-1 1,-1 0-1,0 0 1,0 0-1,1 0 1,-1 0-1,0 0 1,0-1-1,0 1 1,1 0 0,-1-1-1,0 1 1,0 0-1,0-1 1,0 0-1,0 1 1,0-1-1,0 0 1,0 1-1,0-1 1,0 0-1,0 0 1,0 0-1,0 0 1,0 0-1,-1 0 1,1 0-1,0 0 1,-1 0-1,1 0 1,-1 0 0,1 0-1,-1 0 1,0-1-1,0 1 1,1 0-1,-1 0 1,0-1-1,0 1 1,0 0-1,0 0 1,0-1-1,0 1 1,-1 0-1,1-2 1,-1 2 17,1 0 0,-1 0 0,1 0 0,-1 0 0,1 0 0,-1 0 0,0 1 0,1-1 0,-1 0 0,0 0 0,0 0 0,0 1 0,0-1 0,0 0 0,0 1 0,0-1 0,0 1 0,0-1 0,0 1 0,0-1 0,0 1 0,0 0 0,0 0 0,0-1 0,0 1 0,-1 0 0,1 0 0,0 0 0,-1 1 0,-43-3-72,38 2 80,2 0 14,0 0 1,1 0 0,-1 0-1,1 1 1,-1 0 0,0-1 0,1 2-1,0-1 1,-1 0 0,1 1-1,0 0 1,-1 0 0,1 0-1,0 1 1,1-1 0,-5 4-1,5-3 17,0 1-1,1 0 0,-1 0 1,1 0-1,0 0 0,0 0 1,0 0-1,1 0 0,-1 1 1,1-1-1,0 1 0,1-1 1,-1 1-1,1-1 0,0 1 0,0 6 1,2 16 16,1 1 1,2-1-1,1 0 0,0 0 1,2 0-1,2-1 1,15 33-1,-3-6-21,-16-37-19,-1 0 1,0 0-1,-1 1 0,-1 0 0,-1 0 1,1 29-1,-3-44 39,-1 0-1,0 0 1,1 0 0,-1 0 0,0 0-1,0 0 1,-1 0 0,1 0 0,0 0-1,0 0 1,-1-1 0,1 1 0,-1 0-1,0-1 1,1 1 0,-1-1 0,0 0-1,0 0 1,0 0 0,0 1 0,0-2-1,0 1 1,0 0 0,0 0 0,-5 0-1,-58 13 1804,23-10-480,-51-1 1,103 3-4920,20 6-8340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35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0 272,'0'0'208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37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41 1985,'0'0'9586,"6"-8"-8026,21-24 268,-26 32-1787,-1 0 0,0 0 0,0 0 0,1 0 0,-1 0 0,0 0 0,0 0 0,0 0 0,1 0 0,-1 0 0,0 0 0,0 0 0,0 0 0,1 0 0,-1 0 0,0 0 0,0 0 0,1 0 0,-1 0 0,0 0 0,0 0 0,0 0 0,1 0 0,-1 0 0,0 1 0,0-1 0,0 0 0,0 0 0,1 0 0,-1 0 0,0 0 0,0 1 0,0-1 0,0 0 0,0 0 0,1 0 0,-1 1 0,0-1 0,0 0 0,0 0 0,0 0 0,0 1 0,0-1 0,0 0 0,0 0 1,0 1-1,0-1 0,0 0 0,0 0 0,0 0 0,0 1 0,0-1 0,0 0 0,0 0 0,0 1 0,0-1 0,0 0 0,-1 0 0,1 0 0,0 1 0,0-1 0,0 0 0,0 0 0,-2 21 1160,-5 3-228,-1 0 1,-2-1 0,0 0-1,-26 42 1,0 3 64,-340 618-357,365-670-1221,-9 15-765,15-12-2485,18-35-6924,-10 13 9484,21-25-2881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37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0 4530,'0'0'8825,"-8"20"-5620,-129 300 5433,83-204-6530,-131 206-1,176-308-2317,-40 67 625,45-74-982,0 1-1,1 0 1,0-1 0,0 2 0,1-1-1,0 0 1,0 0 0,0 12 0,2-19 394,-1-1-18,1 1 0,0-1 0,0 0 0,0 1 0,0-1-1,0 0 1,0 1 0,0-1 0,0 1 0,0-1 0,0 0 0,0 1-1,0-1 1,0 0 0,0 1 0,1-1 0,-1 0 0,0 1 0,0-1-1,0 0 1,0 1 0,1-1 0,-1 0 0,0 0 0,0 1 0,0-1-1,1 0 1,-1 0 0,0 1 0,1-1 0,-1 0 0,0 0 0,0 0-1,1 1 1,-1-1 0,0 0 0,1 0 0,-1 0 0,1 0 0,-1 0-1,0 0 1,1 0 0,-1 0 0,13 1-8007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39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89 3105,'0'0'11875,"0"-12"-9708,0 5-1698,-1-25 717,1 31-1128,-1 0 0,1-1 0,-1 1-1,1 0 1,-1 0 0,0 0 0,1 0-1,-1 0 1,0 1 0,0-1 0,0 0-1,0 0 1,1 0 0,-1 1 0,0-1-1,0 0 1,0 1 0,-1-1 0,1 1-1,0-1 1,0 1 0,0 0-1,0-1 1,0 1 0,-1 0 0,1 0-1,0 0 1,0 0 0,-2 0 0,-11 1 219,1 1 1,0 0-1,0 1 1,0 0 0,1 1-1,-1 0 1,1 1-1,0 1 1,0 0-1,-11 8 1,-9 7 301,1 1 1,-36 34-1,46-38-348,1 2 0,2 1-1,0 0 1,1 1 0,-20 35-1,28-41-172,0 2 0,1-1 0,1 1 0,1 0 0,1 1 0,0-1-1,1 1 1,-2 32 0,5-41-36,0 3-56,1 1 0,0-1 1,0 1-1,1-1 1,4 17-1,-4-27-14,0 1-1,0-1 0,1 1 1,-1-1-1,1 1 0,0-1 1,0 0-1,0 0 1,1 0-1,-1 0 0,1 0 1,-1-1-1,1 1 0,0-1 1,0 1-1,0-1 0,0 0 1,1 0-1,-1-1 0,1 1 1,-1-1-1,1 1 0,4 0 1,8 1-277,1 0 1,-1-1 0,1-1-1,0 0 1,0-1 0,0-1-1,-1-1 1,1 0-1,0-1 1,-1-1 0,0-1-1,0 0 1,0-1 0,-1-1-1,0 0 1,0-1-1,0 0 1,21-18 0,-14 10 69,0-2-1,-1-1 1,-1 0 0,-1-2 0,-1 0 0,0-1 0,-2 0 0,-1-2 0,0 0 0,16-38-1,-25 46 373,0-1 1,-1 1-1,-1-1 0,-1 0 0,0 0 0,-1 0 0,-1 0 0,0-1 0,-2 1 0,0 0 0,-4-21 0,4 32 92,0-1-1,-1 1 1,0 0-1,0 0 0,-1 0 1,1 0-1,-1 0 0,-1 1 1,1-1-1,-1 1 1,0 0-1,0 0 0,-1 0 1,1 1-1,-1-1 0,0 1 1,0 0-1,0 1 1,-1-1-1,1 1 0,-1 0 1,0 1-1,0-1 0,0 1 1,0 0-1,-1 0 1,1 1-1,0 0 0,-1 0 1,1 1-1,-13 0 0,16 0-208,0 0 0,0 0 0,0 0-1,0 0 1,0 1 0,0-1 0,1 1 0,-1 0-1,0 0 1,0 0 0,1 0 0,-1 0-1,0 1 1,1-1 0,-1 1 0,1-1-1,0 1 1,0 0 0,-1 0 0,1 0-1,-2 4 1,-8 23-2929,8 8-5638,4-24-901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39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715 29 4898,'0'0'10445,"-23"-6"-7297,7 1-2686,5 1-261,-1 1 1,1 0-1,-1 0 1,1 1-1,-1 1 1,0 0-1,1 0 1,-1 1-1,0 1 1,0 0-1,1 1 1,-16 3 0,-6 8 197,0 1 1,1 2 0,0 1-1,2 2 1,0 0 0,1 2-1,1 2 1,1 0 0,1 2-1,1 1 1,1 0 0,2 2-1,0 1 1,2 1 0,-29 59-1,40-70-412,1 1 0,1 0 0,1 1 0,1 0 0,1 0 0,0 0 0,2 0-1,0 1 1,2-1 0,0 1 0,2-1 0,3 22 0,-4-38-102,1 1 1,0-1-1,0 0 0,0 0 1,1 0-1,-1 0 1,1 0-1,0-1 0,1 1 1,-1-1-1,1 0 1,0 1-1,0-2 1,0 1-1,1 0 0,-1-1 1,1 0-1,0 0 1,0-1-1,0 1 0,0-1 1,0 0-1,8 2 1,9 1-1372,0-1-1,0-1 1,0-1 0,35-2 0,10 0-5101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40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12 3778,'0'0'15919,"0"-12"-10292,-2 26-5097,0 0 0,-1 0 0,-1 0 0,0 0 0,-1-1 0,-11 22 0,-9 28 348,-24 84-1640,24-87-7701,18-47-58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7:41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3 2753,'0'0'8015,"15"0"-6332,-4-1-1224,-7 0-305,1 1 0,-1-1 0,0 1 0,1 0 0,-1 0 0,1 1 0,-1-1 0,1 1 0,-1 0-1,0 0 1,0 0 0,1 1 0,-1 0 0,0 0 0,0 0 0,-1 0 0,1 0 0,0 1 0,5 5 0,-1 2 347,0 0 1,-1 1-1,-1 0 1,0 0-1,0 1 1,-1 0-1,-1 0 1,0 0 0,5 25-1,-2 4 868,3 73 0,-8-78-1040,1 24 32,-4 63 1,0-107-335,-1 0 1,-1-1-1,0 1 0,0-1 1,-2 0-1,0 0 0,0 0 1,-2-1-1,-9 17 0,7-20 65,0-1 0,0 1-1,-2-1 1,1-1-1,-1 0 1,0-1-1,-1 0 1,0 0-1,0-1 1,-1-1 0,-24 9-1,-35 21-443,58-25-1995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71 576,'0'0'5141,"13"-37"-2684,-13 30-2011,0 6-336,-1 0 0,1 0 0,0 0 1,0-1-1,0 1 0,0 0 1,0 0-1,0 0 0,0 0 0,0 0 1,0 0-1,0 0 0,1 0 1,-1 0-1,1 0 0,-1 0 0,0 0 1,1 0-1,-1 0 0,1 0 1,0 0-1,-1 0 0,3-1 3704,-3 21-1637,14 345 4788,-14 239-3078,0-603-3830,0-35-7856,0 22 2725,0-4-1785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0 269 416,'0'0'5112,"2"-5"-4765,1 0 176,4-7-871,-5 0 8238,37 12-7429,197 1-81,572-11 1228,-681 6-1601,212-14 111,392-14 204,-472 27-204,650-53-72,-420 48 367,4 0-357,-122-13-31,-32 3-15,202 4 1396,-141 8-1235,-327 0-165,20-1 4,1095 9 14,-1168-1 602,-22-1-173,-16 1-2022,-4 0-3872,-16 1-2547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1 301 1056,'0'0'4320,"47"2"1827,151-11-1364,7 0-4217,735-5 138,-128-33-421,-168 15-83,-282 4-162,54-2 41,345 14 117,-295 9 89,-135-2 174,317-4 333,-207-4-567,-197 4-178,-130 10-126,206-17 454,-9-7 1164,-135 19 726,-140 8 1689,-75 7-6294,20-3-1989,1-2-5668,11-2 3215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64 160,'0'0'4706,"2"-10"-3567,1-1-763,-1 6-169,-1 1-1,1 0 1,-1-1-1,0 1 1,-1-1-1,1 0 1,-1-6 3929,15 25 1322,-11 4-4720,0-1-1,-1 1 0,-1 0 1,-1 0-1,-1 0 1,-1 20-1,0-2 96,1 535 4916,-7-433-4297,-6 39 474,13-154-1715,0-23-289,0-3-2069,0-6-387,-22 2-12767,-4-1 3055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75 2209,'0'0'10458,"0"-9"-9004,0-43 1051,0 51-2453,0 0 0,-1 1 0,1-1 0,-1 0 0,1 0 0,-1 1 0,1-1 0,-1 0 0,1 0 0,-1 1 0,1-1 0,-1 1 0,0-1 0,1 1 0,-1-1 0,0 1 0,0-1 0,1 1 0,-1 0 0,0-1 0,0 1 0,0 0 0,1 0 0,-1-1 0,0 1 0,0 0 0,0 0 0,0 0 0,0 0 0,1 0 0,-2 0 0,-37 1-78,30-1 133,-1 2-101,0 1 0,0-1 0,0 2 0,0 0 0,0 0 0,1 0 0,0 1 0,0 1 0,0-1 0,1 2 0,-1-1 0,2 1 0,-1 0 0,1 1 0,-10 12 0,16-19-7,-1 1 0,1-1 0,0 1 0,1-1 1,-1 1-1,0-1 0,0 1 0,0-1 0,1 1 0,-1 0 0,1-1 0,0 1 0,-1 0 0,1 0 0,0-1 0,0 1 0,0 0 0,0 0 1,0-1-1,1 4 0,0-4 2,0 1 0,-1-1 0,1 0 0,0 0 0,0 0 0,1 1 0,-1-1 0,0 0 0,0 0 0,0 0 0,1-1 0,-1 1 1,0 0-1,1 0 0,-1-1 0,1 1 0,-1-1 0,3 1 0,8 2 44,1-1 0,0-1 0,0 0 0,18-1 0,-20 0 33,0 0-13,0 0 25,1 1 0,-1-2 0,0 1 0,1-1 0,-1-1-1,0 0 1,0-1 0,0 0 0,-1-1 0,16-6 0,27-15 1092,-52 25 269,-10 18-453,-8 6-460,-1 0-1,-1-1 1,-37 34-1,-14 16 32,5-2-340,36-41-82,1 2 0,-45 66-1,72-97-145,0 0 1,0 1-1,1-1 0,-1 1 0,0-1 0,0 0 1,1 1-1,-1-1 0,1 1 0,-1 0 0,1-1 1,0 1-1,-1-1 0,1 1 0,0 0 0,0-1 1,0 1-1,1 0 0,-1-1 0,0 1 0,0-1 1,2 3-1,-1-3 3,0 0-1,0 1 1,0-1 0,0 0-1,0 0 1,1 0 0,-1 0 0,0-1-1,1 1 1,-1 0 0,1-1-1,-1 1 1,1 0 0,-1-1-1,1 0 1,-1 1 0,1-1 0,1 0-1,9 1 37,0-1 0,0 0-1,0-1 1,19-4-1,0-4 44,1-1-1,-2-2 1,1-1-1,-2-1 0,0-2 1,0-1-1,30-24 0,-55 38-393,10-9-157,-11 0-3984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5651,'0'0'13112,"5"-7"-11716,18-25-22,-17 24-243,-5 9-1014,0 1 1,-1-1 0,1 0 0,0 1 0,0-1-1,-1 1 1,1-1 0,0 1 0,-1-1-1,0 1 1,1-1 0,-1 1 0,0 0 0,0-1-1,0 1 1,0-1 0,0 1 0,0 0-1,-1 1 1,2 5 197,-1-6-299,0 0 0,1 0 0,-1 0 1,1 0-1,-1 0 0,1 0 0,0 0 0,0 0 0,0 0 0,0-1 0,0 1 0,0 0 0,1 0 0,-1-1 0,1 1 0,-1-1 0,1 0 0,-1 1 0,1-1 1,0 0-1,-1 0 0,1 0 0,0 0 0,0 0 0,0 0 0,0-1 0,0 1 0,3 0 0,-2-1-35,1 0 1,0 0-1,-1-1 0,1 1 0,0-1 0,-1 0 1,1 0-1,-1 0 0,1 0 0,-1 0 1,1-1-1,-1 0 0,0 0 0,0 0 0,4-3 1,32-31-208,-32 29 242,-1 1 1,1-1 0,0 1 0,0 0 0,1 1 0,0 0-1,0 0 1,10-4 0,-17 9 268,-1 41 1698,0 46-1527,1-86-797,0-1 0,0 1 0,0 0 0,0-1 1,1 1-1,-1-1 0,0 1 0,0-1 0,0 0 0,0 1 1,1-1-1,-1 0 0,0 0 0,0 0 0,1 0 0,-1 0 0,0 0 1,3-1-1,25 0-5293,-7-6-1340,4-8-2091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4418,'0'0'14231,"22"31"-12004,-18-27-2195,0-1-1,1 0 0,-1-1 1,1 1-1,0-1 0,-1 0 0,1 0 1,0 0-1,0-1 0,0 0 1,0 0-1,1 0 0,6 0 1,65-1 92,-76-1-153,1 1-1,-1 0 1,0-1 0,0 1-1,1-1 1,-1 1 0,0-1-1,0 1 1,0-1 0,0 0-1,0 0 1,0 1 0,0-1-1,0 0 1,0 0 0,0 0-1,0 0 1,-1 0 0,1 0-1,0 0 1,-1-1 0,1 1-1,-1 0 1,1 0 0,-1 0-1,0-1 1,1 1 0,-1 0-1,0-1 1,0 1 0,0 0-1,0 0 1,0-1 0,0 1-1,0-2 1,0 0 11,0 1 0,-1-1 0,1 0 1,0 0-1,-1 1 0,0-1 0,1 0 0,-1 1 1,0-1-1,0 1 0,-1-1 0,1 1 0,0 0 1,-4-4-1,1 3 87,-1 1-1,0-1 1,0 1 0,0 0 0,0 1-1,0-1 1,0 1 0,0 0-1,0 0 1,-1 0 0,1 1 0,0 0-1,-1 0 1,1 0 0,-10 3 0,11-3 18,1 1 1,-1-1 0,0 1 0,0 0-1,1 1 1,-1-1 0,1 1 0,-1-1 0,1 1-1,0 0 1,-1 0 0,1 1 0,0-1-1,0 1 1,1-1 0,-1 1 0,1 0-1,-1 0 1,1 0 0,0 0 0,-3 6 0,1 6-68,0 1 0,1-1 0,1 1 0,1 0 0,0-1 0,2 22 0,-1-10-371,0-26 254,0 1 0,0-1 0,1 0 0,-1 0-1,0 0 1,0 1 0,1-1 0,-1 0 0,1 0 0,-1 0 0,1 0 0,-1 0 0,1 0 0,0 0 0,0 0 0,-1 0-1,1 0 1,0 0 0,0 0 0,0-1 0,0 1 0,0 0 0,2 1 0,0-1-307,1 1 0,0-1 0,-1 0 0,1 0-1,0 0 1,-1 0 0,1-1 0,4 1 0,3-1-942,0-1 0,0 1 0,0-1-1,0-1 1,11-3 0,16-12-2272,-3-5 505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2193,'0'0'12382,"2"-7"-10101,2-21-422,-3 21 558,0 43 259,0-33-2682,0 1 0,-1-1 0,1 1 0,1-1 0,-1 0 0,0 1-1,1-1 1,0 0 0,-1 0 0,1 0 0,0 0 0,1 0 0,2 3 0,-2-5-49,-1 0 0,1 0 0,-1 0 1,1 0-1,-1-1 0,1 1 0,0-1 1,-1 0-1,1 1 0,0-1 0,0 0 1,-1-1-1,1 1 0,0 0 0,-1-1 1,1 0-1,0 1 0,-1-1 0,1 0 1,2-2-1,6-1-23,0-2-1,0 0 1,0 0 0,-1-1-1,0 0 1,0-1-1,8-8 1,-18 44 5542,0-27-5528,0 0 0,0 1 0,0-1 0,0 0 0,1 0-1,-1 1 1,0-1 0,1 0 0,-1 0 0,1 0 0,-1 0 0,1 1-1,-1-1 1,1 0 0,0 0 0,0 0 0,-1 0 0,1 0-1,0 0 1,0-1 0,0 1 0,0 0 0,0 0 0,2 0-1,37 1-5512,1-8-4733,-8-7 1159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4866,'0'0'13441,"8"27"-11296,-5-23-2065,1-1-1,-1 1 1,1-1-1,0 0 0,0 0 1,1 0-1,-1 0 1,0-1-1,1 0 1,0 0-1,-1 0 1,1 0-1,6 1 1,3-1-23,-1 0 0,1 0 1,19-2-1,-31-37-110,-3 35 70,1 0 1,-1 0 0,0 0-1,1 0 1,-1 0 0,0 1-1,0-1 1,-1 0 0,1 1-1,0-1 1,0 1-1,-1-1 1,1 1 0,-1-1-1,0 1 1,1 0 0,-1 0-1,0 0 1,1 0 0,-1 0-1,0 0 1,0 1 0,0-1-1,0 0 1,0 1 0,0 0-1,0-1 1,0 1 0,-3 0-1,-3-1 384,0 0-1,0 0 0,0 1 1,0 0-1,1 1 0,-11 1 1,16-1-287,1 0 1,-1 0-1,1 0 0,-1 0 1,1 0-1,0 0 0,-1 1 1,1-1-1,0 1 0,0-1 1,0 0-1,0 1 1,0 0-1,0-1 0,0 1 1,0 0-1,1-1 0,-2 4 1,-6 31 884,4-5-606,2 52 0,2-67-472,0-15-8,1 1 0,-1 0 0,1-1 1,-1 1-1,1-1 0,0 1 0,0-1 0,0 1 1,0-1-1,0 0 0,0 1 0,0-1 0,0 0 0,0 0 1,1 0-1,-1 0 0,1 0 0,-1 0 0,0 0 1,1 0-1,-1 0 0,1-1 0,0 1 0,-1-1 0,1 1 1,0-1-1,-1 0 0,1 1 0,0-1 0,-1 0 1,3 0-1,67 1-5395,-54-1 3057,30 0-5277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2289,'0'0'12427,"0"-6"-10007,0-15-285,0 41 610,0 49 512,0 131-23,0 0-5510,4-182 931,0-11-2192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66 5234,'0'0'9453,"21"-5"-7991,5-2-1100,-2 1 3,1 1 1,0 1 0,32-1 0,108-8 1617,159-6 646,-289 19-2205,-17-1 111,-1 0 1,1 1-1,-1 1 0,1 1 0,0 1 0,-1 0 1,0 1-1,0 1 0,31 13 0,-36-13 146,-5-1 394,-6 15-683,0 15-134,-2-1 0,-11 63 0,-1-9-247,3 0 1,4 175 0,7-185-149,-1-76 44,-5-1-2,0 1 0,0-1 0,1 0 0,-1 0 0,0 0 1,0 0-1,-6-2 0,8 1 24,-242-15-1516,150 15 1457,1 5 0,-141 24 0,185-19 132,13-3 156,-53 17 0,77-23-156,12 0-84,17-16-9562,-11 12 7373,8-9-4698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 3105,'0'0'11640,"-1"4"-10079,-4 24-129,2 0 0,1 0 0,1 0 1,1 0-1,6 40 0,0 36-554,-6 671-275,-3-753-601,-4-17 229,6-6-260,0 0 0,0 0 0,0 0 0,0 0 0,0 0-1,1 0 1,-1-1 0,0 1 0,1 0 0,-1 0 0,1-1-1,-1 1 1,1 0 0,0-1 0,-1 1 0,1-1 0,0 1 0,0 0-1,0-1 1,0 1 0,1-3 0,0 2 2,0 0-1,0 1 1,0-1-1,1 0 1,-1 1 0,1 0-1,-1-1 1,1 1 0,0 0-1,-1 0 1,1-1 0,0 2-1,0-1 1,0 0 0,0 0-1,0 0 1,0 1 0,0-1-1,3 1 1,0-2-37,80-23-450,162-27 1,93 13 136,-221 27 170,-65 6 62,665-74-532,-451 52 2163,-248 21-764,-17 3 840,-15 2 1850,6 9-4488,6-6 169,-1 0 1,0 0-1,1 0 0,-1 0 1,0 1-1,0-1 0,0 0 1,0 0-1,0-1 0,0 1 1,0 0-1,0 0 0,0 0 0,-3 0 1,-3 0-6476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4018,'0'0'12331,"7"-1"-10488,-5 0-1706,-1 1-1,1 0 1,0-1 0,0 1-1,0 0 1,-1 0-1,1 0 1,0 1-1,0-1 1,-1 0-1,1 1 1,0-1-1,0 1 1,-1 0 0,1-1-1,0 1 1,-1 0-1,1 0 1,-1 0-1,1 0 1,-1 0-1,0 0 1,2 2-1,1 3 346,0-1 0,-1 2-1,1-1 1,-1 0-1,0 0 1,1 8 0,2 10 40,-1-1 1,-1 1 0,-1-1 0,-2 1 0,0 0-1,-4 37 1,1 2 438,2-63-787,2-18-118,0-1 0,-2 1 0,0-1 0,-5-33 0,1-17-403,4 45-33,-7-45 0,4 56 142,-1-5-1,3 32 340,1-11-91,1 0 0,0 0 0,0 0 0,0 0 0,0-1 1,0 1-1,1 0 0,-1-1 0,1 1 0,-1-1 0,1 1 0,0-1 1,0 0-1,0 0 0,1 0 0,2 2 0,47 35 79,-32-26-84,-18-12 34,0 0-1,1 0 0,-2 1 1,1-1-1,0 1 0,0-1 1,0 1-1,-1 0 0,1-1 0,-1 1 1,1 0-1,-1 0 0,0 0 1,0 0-1,0 0 0,0 1 0,0-1 1,0 0-1,-1 0 0,1 1 1,-1-1-1,1 0 0,-1 1 1,0-1-1,0 0 0,0 1 0,0-1 1,0 0-1,-1 1 0,1-1 1,-1 0-1,1 1 0,-1-1 0,0 0 1,0 0-1,0 0 0,0 0 1,-1 0-1,1 0 0,0 0 1,-1 0-1,1 0 0,-1-1 0,-2 3 1,-3 3 189,-1-1 1,0 0 0,0 0-1,0 0 1,-1-1 0,0-1-1,0 0 1,0 0 0,-15 4-1,23-7-439,-42 14 1081,27-1-3514,10 7-8555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5 1953,'0'0'10992,"0"0"-10886,0-1 1,0 1 0,0 0-1,0 0 1,0-1-1,0 1 1,0 0 0,-1 0-1,1 0 1,0-1 0,0 1-1,0 0 1,0 0 0,0 0-1,0 0 1,-1-1 0,1 1-1,0 0 1,0 0 0,0 0-1,-1 0 1,1 0-1,0 0 1,0-1 0,0 1-1,-1 0 1,1 0 0,0 0-1,0 0 1,0 0 0,-1 0-1,1 0 1,0 0 0,0 0-1,-1 0 1,1 0 0,0 0-1,-1 0 1,-3 6 458,0 0 1,1 1-1,-1-1 1,1 1-1,0-1 1,1 1-1,0 0 1,0 0-1,0 0 1,1 0-1,0 9 1,-2-5 11,-6 59 1719,3 0-1,6 133 1,2-86-1934,5 217 516,-7-334-961,0 0 0,1 0 0,-1 1 0,0-1 0,0 0 0,1 0 0,-1 0 0,0 0 1,1 1-1,-1-1 0,1 0 0,-1 0 0,0 0 0,1 0 0,-1 0 0,0 0 1,1 0-1,-1 0 0,1 0 0,-1 0 0,0 0 0,1 0 0,-1 0 0,0 0 0,1 0 1,-1 0-1,0-1 0,1 1 0,-1 0 0,0 0 0,1 0 0,-1 0 0,0-1 0,1 1 1,-1 0-1,0 0 0,0-1 0,1 1 0,-1 0 0,0-1 0,0 1 0,1 0 0,-1-1 1,0 1-1,0 0 0,0-1 0,0 1 0,0 0 0,0-1 0,1 1 0,-1-1 1,0 1-1,0 0 0,0-1 0,0 1 0,0 0 0,0-1 0,-1 0 0,22-51-9857,-2 18-11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1 720,'0'0'13257,"0"5"-10818,14 86 5209,-6 103-2082,22 99-3204,-20-198-2102,3-4-713,-8-74-1733,-4-16 1625,-1 0-1,1 0 1,0-1-1,0 1 1,0 0-1,1-1 1,-1 1-1,0-1 1,0 1-1,0-1 1,0 1-1,0-1 1,1 0-1,-1 0 1,0 0-1,0 1 1,1-1-1,1-1 1,16 1-7483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1521,'0'0'14849,"0"3"-11243,0 18-1881,2 207 5878,3-119-6134,21 120-1,-11-159-1506,4 24 111,-18-31-6497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4034,'0'0'10087,"8"-4"-4698,3-3-3361,-8-2-1022,0 1 1996,-1 18-1418,-3 93 821,21 160 0,12 57-1648,-30-251-4447,-1 0-4001,13-69-7814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5 3906,'3'-2'16258,"8"0"-11939,-18 414 1562,0 6-3801,7-416-2061,0 0-6,0 0 0,0 0 1,-1-1-1,1 1 0,0 0 0,1 0 1,-1-1-1,0 1 0,0 0 0,1-1 0,-1 1 1,1 0-1,0-1 0,-1 1 0,1-1 0,0 1 1,0 0-1,0-1 0,0 0 0,0 1 1,0-1-1,2 2 0,5 42-1331,-9-44 1017,1 0 0,0 1-1,-1-1 1,1 0 0,-1 0 0,1 1-1,-1-1 1,0 0 0,1 0 0,-1 0-1,0 0 1,0 0 0,0 0 0,0 0-1,0 0 1,0 0 0,0-1 0,0 1-1,0 0 1,0 0 0,-1-1 0,-1 1-1,-31 11-7920,7-7-1417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1024,'0'0'3914,"7"0"-3876,38-4 4,-24 0 14390,-28 11-10598,-3 8-5281,4-6 1651,1 0 1,0 1 0,0-1-1,1 1 1,0 0 0,1 0 0,0 0-1,1 0 1,0 1 0,-1 12-1,3-22-200,1-1-1,-1 1 0,1-1 1,-1 1-1,0 0 1,1-1-1,0 0 0,-1 1 1,1-1-1,-1 1 0,1-1 1,-1 0-1,1 1 1,0-1-1,-1 0 0,1 1 1,0-1-1,-1 0 0,1 0 1,0 0-1,0 0 1,-1 0-1,1 0 0,0 0 1,-1 0-1,2 0 0,28 0 47,-22 0-20,0 0-22,-1 0-1,1 0 0,-1-1 1,0 0-1,1 0 1,-1-1-1,0 0 0,0 0 1,0-1-1,10-4 1,-14 5-18,0-1 0,0 1 0,0-1 0,-1 0 1,1 1-1,-1-1 0,1 0 0,-1 0 0,0-1 1,0 1-1,-1 0 0,1-1 0,-1 1 0,1-1 0,-1 1 1,0-1-1,0 0 0,-1 0 0,1 1 0,-1-1 1,0 0-1,0-6 0,0 6 5,0 1-1,0-1 1,-1 1-1,1-1 1,-1 1-1,1 0 1,-1-1-1,0 1 1,-1-1 0,1 1-1,0 0 1,-1 0-1,0 0 1,0 0-1,0 0 1,0 0-1,0 1 1,-4-4 0,3 3 91,-1 1 1,0-1 0,0 1 0,0 0 0,0 0 0,0 1 0,-1-1 0,1 1 0,0 0 0,-1 0 0,1 0 0,-1 1 0,1-1 0,-7 2 0,10-1-81,1 0 1,-1 0 0,0 0 0,1 0 0,-1 0 0,0 0 0,1 1 0,-1-1-1,0 0 1,1 1 0,-1-1 0,1 0 0,-1 1 0,1-1 0,-1 0 0,1 1-1,-1-1 1,1 1 0,-1-1 0,1 1 0,-1 0 0,1-1 0,0 1-1,-1-1 1,1 1 0,0 0 0,0-1 0,-1 1 0,1-1 0,0 1 0,0 0-1,0-1 1,0 1 0,0 0 0,0 0 0,0-1 0,0 1 0,0 1 0,2 11-3037,18-7-15522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8724,'0'0'13862,"1"12"-12221,12 183 2305,-13-193-4001,0-1-1,0 0 1,0 0 0,0 0 0,0 0 0,0 0-1,0 1 1,1-1 0,-1 0 0,0 0-1,1 0 1,-1 0 0,1 0 0,-1 0-1,1 0 1,0 0 0,-1 0 0,1 0-1,0 0 1,0 0 0,-1-1 0,1 1 0,0 0-1,0 0 1,0-1 0,0 1 0,2 0-1,31 3-7688,-31-4 6849,12 0-6591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4706,'0'0'12024,"1"0"-11835,0 0-1,-1-1 1,1 1-1,0 0 1,0 0-1,0-1 0,-1 1 1,1 0-1,0 0 1,0 0-1,0 0 1,0 0-1,-1 0 1,1 0-1,0 0 1,0 1-1,0-1 0,0 0 1,-1 0-1,1 1 1,1 0-1,3 25 1085,0 1 1,-2 0-1,-1 33 0,-1-68-1323,1-1 0,0 1-1,1 0 1,-1 0 0,2 1 0,-1-1 0,1 1-1,0-1 1,1 1 0,-1 0 0,1 1-1,1-1 1,-1 1 0,1 0 0,0 1-1,1-1 1,-1 1 0,1 0 0,0 1-1,0-1 1,1 2 0,-1-1 0,11-3-1,-17 7 107,-1 0 0,1 1 0,0-1 0,0 0 0,0 0 0,0 1 0,0-1 0,0 0 0,0 1 0,0-1 0,0 1 0,-1-1 0,1 1 0,0-1 0,0 1 0,-1 0 0,1-1 0,0 1 0,-1 0 0,1 0 0,-1-1 0,1 1 0,-1 0 0,1 0 0,-1 0 0,0 0 0,1 0 0,-1 0 0,0 0 0,1 0 0,-1-1 0,0 1 0,0 0 0,0 0 0,0 0 0,0 0 0,-1 2 0,2 48 1263,-2-37-721,1 45 341,0-58-1050,1 0 1,-1-1-1,1 1 0,-1-1 0,1 1 1,-1 0-1,1-1 0,-1 1 1,1-1-1,0 1 0,-1-1 1,1 0-1,0 1 0,0-1 0,-1 0 1,1 1-1,0-1 0,0 0 1,-1 0-1,1 1 0,0-1 0,0 0 1,0 0-1,-1 0 0,1 0 1,0 0-1,1-1 0,31 1-5205,-24 0 2714,17 0-5050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1056,'0'0'19906,"19"-3"-18274,91-8 756,-43 9-5416,-65 2 2187,0 0-1,0 0 1,0-1-1,0 1 1,0 0 0,0-1-1,-1 1 1,1-1-1,0 1 1,0-1 0,0 0-1,2-2 1,10-7-8398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11973,'0'0'16056,"0"120"-14279,0-95-865,0-3-480,0 1-352,0-3-80,0 1-576,0 1-897,0-2-1280,0 1-2017,0-3-4482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0,'4'6'14179,"-1"9"-13074,4 465 5589,-7-297-4809,0-155-4039,0-131-10578,0 71 6876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1 165 352,'0'0'5384,"0"-11"-1785,124 9 4020,-79-1-7109,-1-2 1,49-12 0,329-71 626,-310 71-569,206-5 0,-197 22 275,-120 0-141,-1 22 373,-14 352 2265,14-18-1627,5-332-1603,-5-21-233,-5-5-46,-9-5 12,2 3 118,0 1-1,1 0 1,-1 0 0,0 1 0,-1 0 0,-21 1-1,4 1-32,-51 8 0,-302 70-112,362-73 192,-291 64 467,251-66 1152,60-3-1059,-1 0-487,-7 0-15,7 0 887,0 0-969,-48 2 308,35 0-3961,-1-2-7169,4 0 796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481 210 4530,'0'0'6486,"-8"-19"-5048,-25-63-203,29 75-1008,1 0 0,-1 0 0,0 1 0,-1-1-1,0 1 1,0 0 0,0 0 0,0 0 0,-1 1 0,0 0 0,0 0 0,-1 0 0,0 1 0,1 0-1,-1 0 1,0 1 0,-1 0 0,1 0 0,-1 1 0,1 0 0,-1 0 0,0 1 0,0-1 0,1 2-1,-1-1 1,-12 2 0,11-1-99,-1 1 0,0 0 0,1 1 0,-1 0 0,1 1 0,-1 0 0,1 0 0,0 1 0,0 0 0,1 1 0,-1 0 0,1 0 0,0 1 0,0-1 0,1 2 1,0-1-1,0 1 0,0 1 0,-7 10 0,3 1 83,0 1 1,2 0 0,1 1 0,0-1-1,2 2 1,0-1 0,1 1-1,1-1 1,1 1 0,0 32 0,1 221 1285,3-152-777,-1-98-632,1 1 1,1-1 0,1 1 0,1-1 0,1 0-1,13 38 1,-13-54-1543,-7-16-3275,-1-9 2506,2 10 1025,-1-1-1,0 1 1,0 0 0,-1 0-1,0 1 1,-4-9 0,-13-15-4429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1 142 2673,'0'0'13863,"67"-25"-11927,-26 19-175,13-6-112,-6-1-512,6 2-433,0-3-496,0 3-208,-6-1-48,-1-1-832,-6 2-1474,-14 2-1471,-7 4-3907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0 172 5539,'0'0'15335,"9"7"-13839,28 21-271,-34-26-1078,-1 1 1,0-1 0,0 1-1,0-1 1,-1 1 0,1 0-1,-1 0 1,1-1 0,-1 1-1,0 0 1,0 0 0,0 1-1,-1-1 1,1 0 0,-1 0-1,0 0 1,0 0 0,0 6-1,0-7-92,0-2 100,-2 0-142,1 0 1,-1-1 0,0 0 0,1 1-1,-1-1 1,1 0 0,-1 0 0,1 0-1,0 0 1,-1 0 0,1 0 0,0 0-1,0 0 1,0 0 0,-1-1 0,1 1-1,1-1 1,-1 1 0,0 0 0,0-1-1,0 1 1,1-1 0,-1 0 0,1 1 0,-1-1-1,1 0 1,0 1 0,0-1 0,-1 0-1,1-2 1,-3-62-4,3 57 20,0-8 10,1 0 1,0 0-1,4-18 0,-4 32-39,0-1 0,0 0 0,0 0 0,0 0 0,0 1 0,1-1 0,0 1 0,0-1 0,0 1 0,0 0 0,0-1 0,1 1 0,-1 0 0,1 1 1,0-1-1,0 0 0,0 1 0,0-1 0,5-1 0,-7 3-151,0 1 0,0 0 0,-1 0 0,1-1 0,0 1 1,0 0-1,0 0 0,0 0 0,-1 0 0,1 0 0,0 0 0,0 1 0,0-1 1,0 0-1,-1 0 0,1 0 0,0 1 0,0-1 0,-1 0 0,1 1 0,0-1 0,0 1 1,-1-1-1,1 1 0,-1-1 0,2 2 0,17 22-5593,-3-3-3214,3-7 446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56 4578,'0'0'16170,"-12"2"-14745,-40 8-214,50-10-1162,0 1 1,0 0-1,1 0 1,-1 0-1,1 0 1,-1 1-1,1-1 1,-1 0-1,1 1 1,-1-1-1,1 0 0,0 1 1,0 0-1,0-1 1,0 1-1,0 0 1,0-1-1,1 1 1,-1 0-1,0 0 1,1 0-1,-1 0 0,1 0 1,0 0-1,0-1 1,0 1-1,0 0 1,0 0-1,0 0 1,0 0-1,1 0 0,-1 0 1,1 0-1,0 2 1,0 10 9,0-13-54,0 0-1,0-1 1,0 1-1,0 0 1,0 0-1,0 0 1,0-1-1,0 1 1,1 0-1,-1-1 1,0 1 0,0-1-1,1 0 1,-1 1-1,0-1 1,1 0-1,-1 0 1,0 0-1,1 0 1,-1 0-1,0 0 1,2 0-1,36-3 34,-36 1 19,0 0 0,1 0 0,-1-1 1,0 1-1,0 0 0,0-1 0,-1 0 0,1 0 1,-1 0-1,1 0 0,-1 0 0,0 0 1,0-1-1,-1 1 0,1-1 0,-1 1 1,1-1-1,-1 0 0,0 1 0,0-1 1,0-8-1,-1 10-15,1-1 0,-1 0-1,0 0 1,0 0 0,0 1 0,0-1 0,-1 0 0,1 0 0,-1 1 0,0-1 0,1 0-1,-1 1 1,0-1 0,-1 0 0,1 1 0,0 0 0,-1-1 0,1 1 0,-1 0 0,0-1-1,0 1 1,0 0 0,0 1 0,0-1 0,0 0 0,-1 0 0,1 1 0,0 0 0,-5-3-1,6 4-225,1 0-1,0 0 1,-1 0-1,1 0 1,-1 0-1,1 0 0,0 0 1,-1 1-1,1-1 1,0 0-1,-1 0 1,1 0-1,0 0 1,-1 0-1,1 1 0,0-1 1,-1 0-1,1 0 1,0 1-1,0-1 1,-1 0-1,1 0 0,0 1 1,0-1-1,-1 0 1,1 1-1,0-1 1,0 0-1,0 1 1,0-1-1,-1 0 0,1 1 1,0-1-1,0 0 1,0 1-1,0-1 1,0 1-1,0-1 0,0 0 1,0 1-1,0-1 1,0 1-1,0-1 1,0 23-5697,1-18 2485,-1 8-4461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0 0 3394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3394,'51'9'1677,"2"0"240,-1-7 5571,-50-1-6971,-1-1 0,1 1 1,0 0-1,0 0 0,-1-1 0,1 1 0,0 0 1,-1 0-1,1 1 0,-1-1 0,1 0 1,-1 0-1,0 1 0,0-1 0,1 1 0,-1-1 1,0 1-1,0 0 0,0 1 0,0-1-384,0-1-1,0 1 1,0 0-1,0-1 1,0 1 0,1-1-1,-1 1 1,0-1-1,1 0 1,-1 1-1,1-1 1,-1 0-1,1 0 1,0 0-1,-1 0 1,1 0 0,0-1-1,0 1 1,2 0-1,-1-3-160,0 1 0,1-1 1,-1 0-1,0-1 0,0 1 0,0 0 0,0-1 0,-1 0 0,1 0 0,-1 0 0,1 0 1,-1 0-1,0 0 0,2-5 0,15-16-138,-17 21 181,0 1 1,0 0-1,0 0 0,1 1 1,-1-1-1,1 0 0,-1 1 1,1-1-1,0 1 0,0 0 1,2-1-1,-3 2 348,-2 6-264,1 0 1,0 0-1,0 0 1,1-1-1,0 1 1,0 0-1,0-1 1,1 0-1,0 1 1,4 6-1,19 16-1567,-24-27 933,0 1 1,0-1 0,0 0-1,0 0 1,0 0 0,0 0-1,0 0 1,0-1 0,0 1-1,1-1 1,-1 1 0,4-1-1,9 0-4515,4 0-1673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2881,'0'0'16875,"5"22"-14319,3 23-467,-1 0 1,0 58 0,-7 111 31,34-212-4186,-26-1 1189,-1-1 1,1-1-1,-1 1 0,1-1 0,-1-1 1,14-3-1,-18 3 1,1 1 0,-1-1-1,0 0 1,0 0 0,0 0 0,0 0 0,-1-1 0,1 1 0,-1-1 0,5-4 0,6-13-5971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7988,'0'0'15159,"149"-29"-14519,-94 22-448,-8 5-160,-6-2-32,-7 4-2081,6 0-1553,-6 0-5042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3298,'0'0'5906,"61"0"-5778,-55 0-48,8 0-80,-7 0-80,6 0-736,1 0-1073,6 3-1617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6019,'0'0'6019,"54"-2"-6003,-40 2-16,-1 0-961,7 0-848,1 0-448,-1 0-848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2897,'0'0'10165,"34"-9"-10069,-20 9-96,-1 0-16,14 0-912,1 0-977,-1 0-1217,7 0-655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4386,'0'0'9156,"115"-23"-8612,-101 23-95,6 0-449,7 0-32,-7 0-1073,7 0-1264,7 0-624,0 0-2498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54 3394,'0'0'14710,"0"-11"-14342,0 9-207,0-1-161,0-1-513,0-3-1087,0 0-1586,-7-2-1312,7-2-656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1 186 3025,'0'0'12278,"0"-93"-12118,0 80-96,0 1-64,0 1-880,0-5-1073,0 5-1089,0-3-191,0-1 288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21 165 3618,'0'0'7235,"0"-75"-6819,-7 66-224,7 3-176,0-6-16,-6-1-688,6-3-1841,-7-2 336,7 2-1409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96 4434,'0'0'9060,"7"-50"-8852,-7 48-192,0-1-16,0-1-384,0-1-224,0 3-641,0-2-576,0-1-175,0 1-161,0-3-177,0-2-415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74 1713,'0'0'8070,"-2"-7"-7187,0 0-630,-13-24 914,14 29-963,1 0 1,-1 1-1,1-1 1,-1 0-1,1 1 1,0-1 0,-1 0-1,1 1 1,0-1-1,0 0 1,0 0-1,1 1 1,-1-3 0,1 1 2910,-6 21-1675,3-11-1356,-1 0 0,-1 0-1,1 0 1,-1 0 0,0-1 0,-1 0 0,1 0-1,-1 0 1,-1 0 0,1-1 0,-1 1 0,-9 5 0,-12 9 35,-47 24 1,44-27 16,9-5-93,23-14 80,36-23 134,-17 11-256,8-6-21,-1-1 0,-1-1 0,45-50 0,-71 71 69,-1 0 0,0 1 0,1-1 1,0 0-1,-1 0 0,1 0 0,-1 1 0,1-1 0,0 0 1,0 1-1,-1-1 0,1 1 0,0-1 0,0 0 1,0 1-1,0 0 0,0-1 0,0 1 0,-1 0 1,1-1-1,0 1 0,0 0 0,0 0 0,0 0 1,0 0-1,0 0 0,0 0 0,0 0 0,0 0 0,0 0 1,0 0-1,0 1 0,2-1 0,17 28 1988,-18-23-2139,2 1 292,0 0 1,1 0 0,-1 0-1,1 0 1,1-1 0,-1 0-1,1 0 1,9 7 0,-7-6 16,33 32 1965,-41-38-2275,0 0 1,0 1-1,0-1 0,0 0 0,1 0 1,-1 1-1,0-1 0,0 0 1,0 0-1,0 1 0,0-1 1,0 0-1,0 1 0,0-1 1,0 0-1,0 0 0,0 1 0,0-1 1,0 0-1,0 1 0,-1-1 1,1 0-1,0 0 0,0 1 1,0-1-1,0 0 0,0 0 0,0 1 1,-1-1-1,1 0 0,0 0 1,0 0-1,0 1 0,-1-1 1,1 0-1,0 0 0,0 0 1,-1 0-1,1 1 0,-1-1 0,-17 15-4852,-2 1-3813,2-3 295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3650,'0'0'10004,"149"-25"-8579,-122 25-465,0 0-63,-6 0-897,-8 0-240,8 0-1329,-8 0-2289,7 0-1408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33 3153,'0'0'17000,"-27"0"-17000,27-3-112,0-3-1393,0-3-1872,0-5-2258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7780,'0'0'9897,"10"-3"-9486,1 1-264,6-3 173,0 2-1,0 0 0,1 0 0,0 2 0,27 1 1,-44 4-125,0 0 1,0 0-1,-1 0 1,0 1-1,1-1 1,-2 0 0,1 6-1,-1-6 15,0 2-68,0 1 0,-1 0 0,0-1 0,0 1 0,0-1 1,-1 1-1,0-1 0,0 0 0,-1 0 0,0-1 0,0 1 0,0-1 0,-1 1 1,-7 5-1,7-6-21,0 1 1,0-1 0,0 1-1,0 0 1,1 0 0,0 1-1,0-1 1,1 1-1,0 0 1,0 0 0,1 0-1,-1 0 1,2 0 0,-3 14-1,46-19 245,-32-2-414,7 1-231,1-2-1,-1 0 0,25-5 1,-36 5-612,0-1 0,1 0 0,-1-1 1,-1 1-1,1-1 0,0 0 1,9-8-1,6-4-6451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23 8148,'0'0'9143,"21"-3"-7551,3-4-1165,-12 4-176,0 0-1,-1 1 0,1 0 1,0 1-1,20 0 0,-31 1-195,0 0-1,0 1 0,0-1 0,-1 0 1,1 1-1,0-1 0,0 0 1,0 1-1,-1 0 0,1-1 1,0 1-1,0-1 0,-1 1 1,1 0-1,0-1 0,-1 1 1,1 0-1,-1 0 0,1 0 0,-1-1 1,1 1-1,-1 0 0,0 0 1,0 0-1,1 0 0,-1 0 1,0 0-1,0 0 0,0 0 1,0 0-1,0 0 0,0-1 1,0 1-1,0 0 0,0 0 0,0 0 1,-1 0-1,1 0 0,0 0 1,0 0-1,-1 0 0,0 1 1,0 2 84,0 0 1,0-1 0,-1 1 0,1 0 0,-1 0 0,0-1 0,0 1-1,0-1 1,0 1 0,-4 3 0,-8 5 474,0 0 1,-1 0-1,-1-1 1,0-1-1,-29 13 1,78-8-735,-25-13 43,0 0-1,0 1 1,0 0-1,-1 0 1,0 1 0,1 0-1,-1 0 1,0 1 0,-1 0-1,9 7 1,-11-7 69,-1-1 1,0 0-1,0 1 1,0 0-1,0 0 1,-1 0-1,1 0 1,-1 0-1,-1 0 1,1 0-1,-1 1 0,0-1 1,0 1-1,0-1 1,-1 1-1,0 5 1,0-9 38,-1 0 0,0 0 0,1 0 1,-1-1-1,0 1 0,0 0 0,0 0 0,0-1 0,0 1 1,0 0-1,0-1 0,-1 1 0,1-1 0,0 0 0,-1 1 1,1-1-1,-1 0 0,0 0 0,1 0 0,-1 0 1,0 0-1,0 0 0,-3 1 0,-53 16 1397,46-15-1131,-26 4 591,9-1-2045,10-2-5028,25-5-2141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8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28 240 1793,'0'0'5514,"0"-15"-4799,0-45 126,0 45 8806,0-2-8906,0-3-616,1 11-97,-1 0-1,0 0 1,0 0-1,-1 0 1,0 0-1,0 1 1,-1-1-1,-1 0 0,1 1 1,-8-17-1,10 25 24,0 0 0,0 0 0,0 0 0,0 1 0,0-1 0,0 0 1,0 0-1,0 0 0,0 0 0,0 0 0,0 0 0,0 0 0,0 0 0,0 1 0,0-1 0,0 0 0,0 0 0,0 0 0,0 0 0,0 0 0,-1 0 0,1 0 0,0 0 0,0 0 0,0 1 0,0-1 0,0 0 0,0 0 0,0 0 0,0 0 0,0 0 0,0 0 0,0 0 0,-1 0 0,1 0 0,0 0 0,0 0 0,0 0 0,0 0 0,0 0 0,0 0 0,0 0 0,0 0 0,-1 0 0,1 0 1,0 0-1,0 0 0,0 0 0,0 0 0,0 0 0,0 0 0,0 0 0,0 0 0,-1 0 0,1 0 0,0 0 0,0 0 0,0 0 0,0 0 0,0 0 0,0 0 0,0 0 0,0-1 0,0 1 0,0 0 0,-1 0 0,-1 17 646,1 23-581,2 26 541,3 0 0,3-1 0,28 123-1,-25-120-545,-8-53-254,0 0 0,0 0 0,8 24 0,-5-31-2016,-2-33-7970,-3 24 10289,0-34-6408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9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62 180 96,'0'0'11178,"1"-4"-10118,-1 3-928,1 0 0,-1 0 1,0 0-1,1 0 0,0 0 1,-1 0-1,1 0 1,0 1-1,-1-1 0,1 0 1,0 0-1,0 0 0,-1 1 1,1-1-1,0 0 0,0 1 1,0-1-1,0 1 1,0-1-1,0 1 0,0 0 1,0-1-1,0 1 0,0 0 1,1 0-1,-1 0 0,0-1 1,0 1-1,0 0 1,0 0-1,0 1 0,0-1 1,0 0-1,0 0 0,0 1 1,0-1-1,1 0 0,-1 1 1,0-1-1,-1 1 1,1-1-1,0 1 0,1 1 1,15 3 204,0 0 0,1-1 0,-1-1 1,1 0-1,-1-2 0,1 0 1,23-1-1,-6-3-83,0-1 0,58-13 0,114-41 34,-79 21-270,164-27 1,-290 63 59,0 1 0,1-1-1,-1 1 1,0-1-1,0 1 1,0 0 0,1 0-1,-1 0 1,0 0-1,0 0 1,0 1 0,0-1-1,1 1 1,-1-1-1,0 1 1,0 0 0,0 0-1,0 0 1,0 0-1,0 0 1,1 1 0,-1 2 108,0 0 1,0 0-1,0 0 1,-1 0 0,0 1-1,0-1 1,0 0-1,-1 0 1,1 9 0,-1-13-188,22 207 2570,-12-124-1930,1 10-24,42 172 1,-52-259-603,1-1 0,-1 0 0,1 0 0,0 0 0,1 0-1,-1 0 1,1-1 0,0 1 0,0-1 0,0 1 0,5 3 0,-51-3-224,-13-3 107,1 4 0,0 1 0,0 3 0,-82 27 0,-53 17 140,-427 117 155,580-163-151,40-17-611,8-3-29,1-1 1,0 1 0,1 1 0,21-15-1,29-17-6744,-43 30 2873,1-1-2381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9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1 269 5106,'0'0'9733,"5"-2"-8431,-3 1-1179,0 0 1,0 0-1,1 0 1,-1 0-1,1 1 1,-1-1 0,0 1-1,1-1 1,-1 1-1,1 0 1,0 0-1,-1 0 1,1 0-1,-1 1 1,0-1-1,1 1 1,-1-1 0,1 1-1,-1 0 1,0 0-1,1 0 1,-1 0-1,0 1 1,0-1-1,0 0 1,0 1-1,0-1 1,0 1-1,0 0 1,0 0 0,-1 0-1,1 0 1,-1 0-1,0 0 1,1 0-1,-1 0 1,0 1-1,1 2 1,2 5 73,0 1 0,-1-1 0,0 1 0,0-1 0,-2 1 0,2 21 0,-22-38 59,15-2-228,0-1 0,1 0-1,0 0 1,0 0 0,1 0 0,0 0-1,-1-19 1,-1 2 100,0-9 79,1-1 0,3-54-1,0 40-127,0 48-92,0 0 1,0-1 0,0 1-1,0 0 1,0 0-1,0-1 1,1 1-1,-1 0 1,1 0 0,-1 0-1,1 0 1,0 0-1,0 0 1,0 0-1,0 0 1,1 0 0,-1 0-1,0 0 1,1 1-1,-1-1 1,1 0-1,-1 1 1,1-1 0,0 1-1,0 0 1,0 0-1,3-2 1,2 1-987,1 0-1,-1 1 1,0 0 0,0 0 0,0 1-1,15 1 1,-3-1-3685,-4 0-769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0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3378,'0'0'11389,"25"2"-9351,3 3-1582,-8-1-155,-1-1-1,1-1 1,0-1-1,0 0 1,36-5 0,-51 3-269,-1-1 0,1 0 1,-1 0-1,0 0 0,1 0 1,-1-1-1,0 1 0,0-1 0,-1 0 1,5-5-1,-6 7-16,-1 1 0,0-1 0,0-1-1,1 1 1,-1 0 0,0 0 0,0 0 0,-1 0 0,1-1 0,0 1-1,0 0 1,0-1 0,-1 1 0,1-1 0,-1 1 0,1-1-1,-1 1 1,0-1 0,1 1 0,-1-1 0,0 1 0,0-1-1,0 0 1,0 1 0,-1-1 0,1 1 0,0-1 0,0 1-1,-1-1 1,1 1 0,-1-1 0,0 1 0,1-1 0,-2 0-1,-3-1 111,0 1 0,0 0-1,0 0 1,-1 1 0,1 0-1,-1 0 1,1 0 0,-1 0-1,1 1 1,-1 0 0,1 0-1,-10 2 1,1-2 65,3 0-66,0 0-1,0 1 1,0 0-1,1 1 1,-1 0-1,-13 4 1,22-5-88,-1 0-1,0 0 1,1 1 0,-1-1 0,1 1 0,-1-1 0,1 1-1,0 0 1,-1 0 0,1 0 0,0 0 0,0 0 0,1 0-1,-1 1 1,0-1 0,1 1 0,-1-1 0,1 1 0,0-1-1,0 1 1,0 0 0,0 0 0,0 0 0,1-1 0,-1 1-1,1 0 1,0 0 0,0 3 0,0 1-62,0-1 0,0 1 0,1 0 0,0-1 0,0 1 0,1 0 0,0-1 0,0 0 0,5 12 0,-5-15-226,1 0 1,-1 0 0,0 0-1,1 0 1,-1 0 0,1-1 0,0 1-1,0-1 1,0 0 0,0 0 0,0 0-1,1 0 1,-1-1 0,0 1-1,1-1 1,-1 0 0,1 0 0,0 0-1,6 0 1,7 1-2048,0-2 1,-1 0-1,21-2 0,16-8-3200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6787,'0'0'12414,"-24"9"-9760,-75 28-890,92-34-1588,0 0 0,0 0 1,0 0-1,1 1 0,0 0 0,-1 0 0,1 0 1,1 1-1,-1 0 0,1 0 0,0 1 1,0-1-1,0 1 0,1 0 0,0 1 0,0-1 1,-5 14-1,8-17-165,0 0 0,0 0 0,0 0 1,0 0-1,1 0 0,0 1 0,0-1 0,0 0 0,0 0 0,0 0 1,1 5-1,-1-7-31,1 1 0,-1-1-1,1 0 1,-1 0 0,1 1 0,0-1 0,-1 0 0,1 0 0,0 0 0,0 0 0,0 0-1,0 0 1,0 0 0,0 0 0,0-1 0,0 1 0,0 0 0,0 0 0,1-1 0,-1 1-1,0-1 1,0 1 0,1-1 0,-1 0 0,0 1 0,0-1 0,1 0 0,-1 0-1,2 0 1,8 1-189,0-1 0,0 0-1,0-1 1,1 0-1,-1-1 1,0 0-1,-1-1 1,1 0 0,0-1-1,-1 0 1,0 0-1,0-1 1,0-1-1,0 1 1,-1-2 0,0 1-1,0-1 1,-1-1-1,10-10 1,-8 0 3075,-11 45-1874,2-20-1307,1 0 1,0 1-1,0-1 0,0 0 1,1 0-1,6 12 1,13 4-3709,-19-21 3171,0-1 0,-1 0 0,1 1 0,0-1 1,0 0-1,0 0 0,0-1 0,0 1 1,5 0-1,29 0-6010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38 194 7892,'0'0'12592,"6"19"-11658,35 108 629,-42-127-1547,1 0 0,0 0-1,-1-1 1,1 1 0,0 0 0,-1 0 0,1 0-1,-1 0 1,1-1 0,0 1 0,-1 0-1,1 0 1,0 0 0,-1 0 0,1 0-1,-1 0 1,1 0 0,0 0 0,-1 0-1,1 0 1,-1 0 0,1 0 0,0 1 0,-1-1-1,1 0 1,-1 0 0,1 0 0,0 0-1,-1 1 1,1-1 0,0 0 0,0 0-1,-1 1 1,1-1 0,0 0 0,-1 1 0,1-1-1,0 0 1,0 1 0,0-1 0,-1 0-1,1 1 1,0-1 0,0 0 0,0 1-1,0-1 1,0 0 0,0 1 0,-1-1-1,1 1 1,0-1 0,0 0 0,0 1 0,0-1-1,1 1 1,-1-1 0,0 0 0,0 1-1,0-1 1,0 1 0,0-1 0,0 0-1,1 1 1,-29-22 226,23 15-231,0-1-1,1 0 0,0 0 1,0 0-1,1-1 1,0 1-1,0-1 0,1 0 1,0 0-1,-2-15 0,3 17-20,0-1 1,0 1-1,1-1 0,0 1 0,0-1 1,0 1-1,1-1 0,0 1 0,0 0 0,1-1 1,-1 1-1,2 0 0,-1 0 0,1 0 1,3-7-1,4 3-126,-1 0-1,1 0 1,1 1 0,0 1 0,0 0 0,25-13-1,39-16-4816,-41 23-1132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1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1857,'0'0'9868,"25"0"-2664,7 0-4841,-13 3-2165,1-2-1,0-1 1,-1 0-1,1-1 1,24-5-1,-40 5-177,0 0-1,0 0 1,0 0-1,0-1 0,0 0 1,0 1-1,-1-1 1,1 0-1,-1-1 0,1 1 1,-1-1-1,0 1 1,0-1-1,0 0 1,0 0-1,-1 0 0,1-1 1,-1 1-1,0 0 1,0-1-1,0 0 0,0 1 1,-1-1-1,0 0 1,1 0-1,-1 0 0,0 0 1,-1 0-1,1 0 1,-1 0-1,0-8 1,0 11-9,0 0 0,0 0 0,0 0 0,0 0 0,0 0 0,0 0 0,0 0 0,0 0 0,0 0 0,-1 0 1,1 0-1,0 0 0,-1 0 0,1 0 0,-1 0 0,1 0 0,-1 0 0,1 1 0,-1-1 0,0 0 0,1 0 0,-1 1 1,0-1-1,-1-1 0,-24 0 345,13 2-261,9 0-69,0 0-1,0 0 1,0 1 0,0-1 0,1 1 0,-1 0-1,0 0 1,0 0 0,0 1 0,1-1-1,-1 1 1,1 0 0,-1 0 0,1 0 0,0 1-1,-1-1 1,1 1 0,1-1 0,-1 1-1,0 0 1,1 0 0,-1 1 0,1-1-1,-3 5 1,1 1 14,1 0-1,0 0 1,0 0 0,1 0-1,0 1 1,0-1 0,1 1-1,0-1 1,1 11-1,0-18-45,0 0-1,0 0 1,1 0 0,-1 0-1,0 0 1,1 0-1,-1 0 1,1 0-1,0-1 1,0 1-1,0 0 1,0 0 0,0-1-1,0 1 1,0-1-1,0 1 1,1-1-1,-1 1 1,0-1-1,1 0 1,-1 0 0,3 2-1,1-1-150,0 1 0,0-1-1,0 0 1,0 0 0,0-1 0,0 0 0,1 0-1,5 1 1,7-1-1485,-1-1 0,0 0 1,1-1-1,21-5 0,6-8-5300,-9-5-1163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1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4610,'0'0'13190,"3"-5"-11835,-2 4-1237,-1 0-1,1 0 1,0 0-1,-1 0 1,1 0-1,0 0 1,0 0-1,0 0 1,0 0-1,0 0 0,0 1 1,0-1-1,0 0 1,0 1-1,0-1 1,1 1-1,-1-1 1,0 1-1,0-1 1,1 1-1,-1 0 0,0 0 1,0 0-1,1 0 1,1 0-1,-1 1 13,0 0 0,0 0-1,0 1 1,0-1 0,0 1-1,0-1 1,0 1 0,-1 0-1,1-1 1,-1 1 0,1 0-1,-1 0 1,0 0 0,0 1-1,0-1 1,2 3 0,-3-3-133,1 0 1,-1-1-1,1 1 0,0-1 1,-1 1-1,1 0 0,0-1 1,0 1-1,0-1 0,0 0 1,1 1-1,-1-1 0,0 0 1,1 0-1,-1 0 0,1 1 0,-1-2 1,1 1-1,-1 0 0,1 0 1,-1 0-1,1-1 0,0 1 1,0-1-1,-1 1 0,1-1 1,0 0-1,2 1 0,1-3-28,0 0 0,0 0 0,0 0 0,-1 0 0,1-1 0,-1 0 0,0 0-1,8-6 1,9-10 49,-15 14-16,0-1 1,1 1-1,-1 0 1,1 1-1,0-1 1,12-4-1,-12 25 3450,-5-13-3567,0 0 0,0 0 1,0 0-1,0 0 0,1-1 0,-1 1 0,1-1 0,0 0 0,0 0 0,4 3 0,5-3-1584,0-1 1,-1 0 0,1-1 0,13-1 0,2 1-4896,0 0-1527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2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2 4594,'0'0'15498,"-4"-1"-14607,-1 0-836,1 1 1,-1 0-1,1 0 1,-1 1 0,1-1-1,-1 1 1,1 0-1,0 0 1,-1 1-1,1-1 1,0 1-1,0 0 1,0 0-1,0 0 1,0 1-1,1-1 1,-1 1-1,1 0 1,0 0-1,-1 0 1,1 0-1,1 1 1,-1-1-1,0 1 1,-2 5-1,4-8-67,1 0 1,-1 0-1,0 0 0,1 0 0,-1 0 0,1 0 1,-1 0-1,1 0 0,0 0 0,-1 0 0,1 0 1,0 0-1,0 0 0,-1 0 0,1 0 0,0 0 1,0 0-1,0 0 0,1 0 0,-1 1 0,0-1 1,0 0-1,1 0 0,-1 0 0,0 0 1,1 0-1,-1 0 0,1 0 0,-1 0 0,1 0 1,0-1-1,-1 1 0,1 0 0,0 0 0,-1 0 1,1-1-1,0 1 0,0 0 0,0-1 0,0 1 1,0-1-1,0 1 0,0-1 0,0 1 0,0-1 1,0 0-1,0 1 0,0-1 0,0 0 0,0 0 1,0 0-1,0 0 0,0 0 0,0 0 0,1 0 1,0 0-1,7 0-73,0 0 1,-1-1-1,1 0 0,0 0 1,-1-1-1,10-2 1,-2-1 72,0-1 0,0 0 0,-1-1 0,1-1 0,-2-1 0,1 0 0,24-20 0,-75 83 5549,-33 72-4013,11-19-571,-32 42 5,39-69-699,4 1-1,-60 144 1,104-216-255,0 0-1,0-1 1,1 1-1,0 0 1,-1 15-1,3-24-5,0 1 0,1-1 1,-1 1-1,0-1 0,0 0 0,0 1 0,0-1 0,0 1 0,1-1 0,-1 0 0,0 1 0,0-1 0,1 0 0,-1 1 0,0-1 0,1 0 0,-1 1 0,0-1 0,1 0 0,-1 0 0,0 0 0,1 1 0,-1-1 0,0 0 0,1 0 0,-1 0 0,1 0 0,-1 1 0,0-1 0,1 0 0,-1 0 0,1 0 0,-1 0 0,1 0 0,0 0 0,19-2-13,-16 1 19,17-3 22,-1-2 0,-1 0 1,1-2-1,-1 0 1,33-19-1,20-9 27,-13 12-334,-25 11-376,0-1 1,-1-2-1,0-1 0,55-39 0,-67 30-3576,-14 7-2443,-6 7-1138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3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7924,'2'0'17035,"-2"0"-17014,1 0 1,-1 0 0,1 0 0,-1 0 0,1 0-1,-1 0 1,0 0 0,1 0 0,-1 0 0,1 1 0,-1-1-1,0 0 1,1 0 0,-1 0 0,0 1 0,1-1-1,-1 0 1,0 1 0,1-1 0,-1 0 0,0 0-1,0 1 1,1-1 0,-1 1 0,0-1 0,0 0 0,0 1-1,1-1 1,-1 0 0,0 1 0,0-1 0,0 1-1,5 36 796,-5-30-757,0 0 1,1-1 0,0 1 0,1 0 0,-1-1-1,1 1 1,1-1 0,2 8 0,-4-13-92,0 0 1,1 0 0,-1 0-1,0 0 1,0-1 0,0 1-1,0-1 1,0 1 0,1 0-1,-1-1 1,0 0 0,1 1 0,-1-1-1,0 0 1,1 0 0,-1 0-1,0 0 1,1 0 0,-1 0-1,0 0 1,0 0 0,1 0-1,-1-1 1,0 1 0,1-1-1,-1 1 1,0-1 0,2 0-1,36-20-549,7-20-197,62-67-1,-99 100 2479,-9 17 1013,-1 6-3100,1-12 301,0-1 0,0 0 1,0 0-1,1 0 1,-1 0-1,0 0 1,1 1-1,0-1 1,0 0-1,0 0 1,0 0-1,0-1 1,0 1-1,0 0 1,0 0-1,1-1 1,-1 1-1,1 0 1,-1-1-1,1 1 1,-1-1-1,1 0 1,0 0-1,0 0 1,0 0-1,0 0 1,0 0-1,0 0 1,0 0-1,2 0 1,7 1-2010,-1 0 0,1-1 0,-1 0 0,20-1 0,-21 0-117,20 0-5982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3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75 4274,'0'0'12184,"6"0"-11661,29 2-49,-21-1-131,0 1 0,0-2 0,0 0 0,0-1 0,0 0 0,0-1 1,0-1-1,15-4 0,-28 6-311,0 0 1,0 0 0,-1 0 0,1 0-1,0 0 1,-1 0 0,1 0-1,-1 0 1,1-1 0,-1 1 0,0 0-1,1 0 1,-1 0 0,0 0-1,0-1 1,0 1 0,0 0 0,0 0-1,0-1 1,0 1 0,-1 0-1,1 0 1,0 0 0,-1 0 0,1-1-1,0 1 1,-1 0 0,1 0-1,-1 0 1,0 0 0,1 0 0,-1 0-1,0 0 1,0 0 0,0 1-1,0-1 1,1 0 0,-1 0 0,0 1-1,0-1 1,-3-1 0,-9-2 157,0 0 0,0 0 0,0 1 0,-1 1 0,0 0 0,1 1 0,-1 1 0,-22 1 0,7 0 1186,28-1-1356,0 1 0,0-1-1,0 1 1,0-1-1,1 1 1,-1-1-1,0 1 1,0 0-1,1 0 1,-1-1-1,0 1 1,1 0-1,-1 0 1,1 0-1,-1-1 1,1 1-1,-1 0 1,1 0-1,0 0 1,-1 0 0,1 0-1,0 0 1,0 0-1,0 0 1,0 0-1,-1 0 1,2 0-1,-1 2 1,-1 37-86,1-33 115,0 0-123,0 0 0,0 0 0,0 1 0,1-1-1,0 0 1,1 0 0,0 0 0,4 11 0,-5-15-118,1-1-1,0 1 1,0 0-1,1-1 1,-1 0-1,0 1 1,1-1-1,-1 0 1,1 0 0,0-1-1,-1 1 1,1 0-1,0-1 1,0 0-1,0 0 1,0 0-1,1 0 1,-1 0-1,0 0 1,0-1 0,5 0-1,10 3-1817,1-2 0,0 0-1,-1-1 1,1-2 0,0 1 0,-1-2-1,33-9 1,-2-7-1744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3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6403,'0'0'17952,"0"67"-13270,0-66-4719,0 0-1,1 0 1,-1 1-1,0-1 0,0 0 1,1 0-1,-1 0 1,0 1-1,1-1 1,0 0-1,-1 0 0,1 0 1,-1 0-1,1 0 1,0 0-1,0 0 1,0 0-1,-1 0 0,1-1 1,0 1-1,0 0 1,0 0-1,0-1 1,1 1-1,-1-1 0,0 1 1,0-1-1,0 1 1,0-1-1,0 0 1,1 1-1,-1-1 0,0 0 1,0 0-1,1 0 1,-1 0-1,0 0 1,0 0-1,1 0 0,-1-1 1,2 0-1,1 1-118,1-1 1,-1 0-1,0 0 0,1 0 0,-1-1 0,0 1 0,0-1 1,0 0-1,0 0 0,4-4 0,15-15-167,-4 4 368,-2 0 1,18-22-1,-36 41 388,1 0 0,-1 0 0,1 0 0,0 0 0,0 0 0,-1 0 0,1 0 0,1 0 0,-1 0 0,0 0 0,0 0 0,1 0 0,0 2-1,0-1-684,-1 1 0,1-1 0,0 0 0,0 0 0,0 0-1,0 0 1,1 0 0,0 0 0,-1-1 0,1 1 0,0 0-1,0-1 1,0 0 0,0 1 0,1-1 0,4 3 0,-1-3-977,1-1 0,0 1 1,0-2-1,0 1 0,0-1 1,9-1-1,-1 1-1432,19 0-5294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4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17 6499,'0'0'13107,"-3"7"-12498,3-7-609,-1 3 71,0 1 0,-1-1 1,1 1-1,0 0 0,1-1 0,-1 1 1,1 0-1,0 7 0,0-10-57,1 0 0,-1 1 1,1-1-1,-1 0 0,1 0 0,0 1 0,-1-1 0,1 0 0,0 0 0,0 0 0,0 0 1,0 0-1,0 0 0,0 0 0,0 0 0,1-1 0,-1 1 0,0 0 0,0-1 0,1 1 0,-1-1 1,0 1-1,1-1 0,-1 1 0,0-1 0,1 0 0,-1 0 0,1 0 0,-1 0 0,0 0 1,1 0-1,1 0 0,12 1 206,42-1-13,-56 0-185,0 0-1,1-1 1,-1 1 0,0 0-1,1-1 1,-1 1-1,0-1 1,1 1-1,-1-1 1,0 1-1,0-1 1,0 0 0,0 0-1,0 0 1,0 0-1,0 0 1,0 0-1,0 0 1,0 0-1,0 0 1,0 0 0,-1 0-1,1 0 1,0-1-1,-1 1 1,1 0-1,-1-1 1,0 1-1,1 0 1,-1-1 0,0 1-1,0 0 1,0-2-1,1 1 81,-1 0 1,0 0-1,0 0 0,0 0 0,0 1 0,0-1 1,0 0-1,0 0 0,-1 0 0,1 1 0,-1-1 1,1 0-1,-1 0 0,0 1 0,1-1 0,-1 0 0,0 1 1,0-1-1,0 1 0,0-1 0,-1 1 0,1 0 1,0-1-1,-1 1 0,1 0 0,0 0 0,-1 0 1,0 0-1,1 0 0,-1 0 0,1 1 0,-1-1 0,0 0 1,0 1-1,1-1 0,-1 1 0,0 0 0,0-1 1,0 1-1,0 0 0,1 0 0,-4 1 0,-12-3 602,0 0 0,1 1 0,-33 4 0,46-3-660,0 0 0,1 0 1,-1 0-1,1 0 0,-1 1 0,0 0 0,1-1 0,-1 1 0,1 0 1,-1 0-1,1 0 0,0 0 0,-1 1 0,1-1 0,0 1 0,0-1 1,0 1-1,0 0 0,0 0 0,1 0 0,-1 0 0,0 0 0,1 0 1,-1 0-1,1 1 0,0-1 0,0 1 0,0-1 0,0 1 0,0-1 1,1 1-1,-1-1 0,0 5 0,1-2-91,0 0 1,0 0-1,0 0 0,1 0 1,0 0-1,0 0 1,0 0-1,1 0 0,-1 0 1,3 4-1,-2-6-85,0-1 0,0 1-1,0-1 1,1 0 0,-1 1 0,1-1 0,-1 0 0,1-1-1,0 1 1,0 0 0,0-1 0,0 0 0,0 1 0,0-1-1,0 0 1,0-1 0,3 2 0,19 2-1819,1 0 1,-1-1-1,50-2 0,24-8-6147,-25-7 276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4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0 15223,'0'0'4154,"-20"7"-846,7-4-2632,1 0-148,0 1 1,1 0-1,-1 1 0,1 0 0,0 0 0,0 1 0,1 1 0,0 0 0,0 0 1,-16 16-1,2 3-80,1 2 1,1 0-1,1 2 1,-29 55-1,41-64-298,0 0 1,0 0-1,2 1 1,1 0-1,1 0 1,1 1-1,0 0 1,1 35-1,2-51-196,1 1 1,1 0-1,-1-1 1,1 1-1,0-1 1,1 1-1,0-1 1,0 0-1,1 0 1,6 13-1,-6-16-28,0-1 0,0 1-1,0 0 1,1-1 0,0 1-1,0-1 1,0 0 0,0-1-1,0 1 1,0-1 0,1 0 0,-1 0-1,1 0 1,0 0 0,0-1-1,-1 0 1,10 2 0,3-1-1015,1 0 1,-1-1 0,0-1-1,0 0 1,0-1 0,34-7-1,-34 4-1208,0-1 0,-1-1-1,29-13 1,24-18-7646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5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14679,'0'0'13891,"-13"9"-12645,4-3-1041,-4 2 225,1 0 0,0 2-1,-19 17 1,27-22-366,0-1 1,1 1-1,-1-1 0,1 1 0,0 0 0,0 0 0,1 1 1,-1-1-1,1 0 0,0 1 0,1 0 0,-1-1 0,1 1 1,0 0-1,0 8 0,2-13-67,0 0 1,-1-1-1,1 1 1,0 0-1,-1-1 1,1 1-1,0 0 0,0-1 1,0 1-1,-1-1 1,1 0-1,0 1 1,0-1-1,0 0 0,0 1 1,0-1-1,0 0 1,0 0-1,0 0 1,0 0-1,0 0 0,1 0 1,29 2-188,-28-2 135,34 0-352,41 2-1446,-72-1 1673,1-1 0,-1 1 0,0 1 0,0-1 0,1 1 1,-1 0-1,0 0 0,9 6 0,-13-7 255,0 1 0,-1-1 1,1 1-1,0 0 1,-1-1-1,0 1 0,1 0 1,-1 0-1,0 0 0,0 0 1,0 0-1,0 0 0,0 0 1,0 1-1,-1-1 0,1 0 1,-1 0-1,0 1 0,1-1 1,-1 0-1,0 0 1,0 1-1,-1-1 0,1 0 1,0 0-1,-1 1 0,1-1 1,-1 0-1,0 0 0,-2 4 1,0 3 172,-1-1 0,-1 0 1,1 0-1,-1 0 0,-1 0 0,-6 6 1,3-4-204,-1 0 1,-1-2 0,0 1-1,0-1 1,-1-1 0,-23 12-1,25-15-554,0 0-1,0 0 0,-21 4 1,26-8-216,0 1 1,0 0-1,0-1 1,0 0-1,0 0 1,0-1-1,0 0 1,0 1-1,-5-3 1,8-4-5111,2-15-3268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5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11573,'0'0'15303,"115"-11"-14854,-81 11-257,-7-3-192,7 1-241,0 0-1199,-7-5-2466,0-2-2753,-6-2-3922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5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0 384,'0'0'23456,"13"17"-21852,2 0-1131,-3-4-9,0 1 0,-1 0 0,-1 1 0,-1 0 0,16 31 0,-2 10 773,23 78-1,-40-111-1008,-1 0-1,-1 0 1,-1 1-1,-1-1 1,-2 1-1,-2 37 1,0-50-228,-1 0 0,0 0 0,-1 0 0,0-1 0,0 1 0,-1-1 0,0 0 0,-1 0 0,0 0 0,-1-1 0,0 0 0,0 0 0,-1-1 0,0 0 0,-1 0 0,-16 11 0,7-7 0,-1 0 0,0-1 0,0-1 0,-1 0 0,0-2 0,-1-1 0,-38 10 0,58-17-142,-8 2-3331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26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3265,'0'2'17557,"-2"3"-13364,-8 33-3554,3 11 537,2 1 0,2 54 1227,3-106-2399,1-1 0,-1 1 0,0-1 0,1 0 0,0 1 0,0-1 0,0 1 0,0 0 0,0-1 0,0 1 0,0 0 0,1 0 0,-1 0 0,1 0 1,0 0-1,-1 0 0,1 0 0,4-3 0,-1 1-20,1 0 1,-1 0-1,1 0 0,-1 1 1,1-1-1,9-2 1,-12 5 5,-1 0 1,1 0 0,-1 0 0,1 0 0,0 1 0,-1-1-1,1 1 1,0 0 0,-1 0 0,1 0 0,0 0-1,-1 0 1,1 1 0,-1-1 0,1 1 0,0 0 0,-1-1-1,1 1 1,-1 0 0,0 1 0,1-1 0,-1 0 0,0 1-1,0-1 1,0 1 0,0 0 0,0 0 0,0-1 0,0 1-1,0 0 1,-1 1 0,1-1 0,-1 0 0,0 0 0,1 1-1,-1-1 1,0 1 0,-1-1 0,1 1 0,0-1-1,0 5 1,3 13 21,-1 0 0,-1 0 0,-1 0 0,-1 29 0,-1-27-39,2 5 51,0-17-32,-1 0 1,0 0 0,-3 20 0,2-27 20,0 1 0,0-1 0,0 0 0,0 0 1,-1 0-1,1 0 0,-1 0 0,0-1 0,0 1 1,0 0-1,0-1 0,0 1 0,0-1 1,-1 0-1,1 0 0,-5 3 0,2-1 162,0-1 0,-1 0 1,0 0-1,0 0 0,1-1 0,-2 0 0,1 0 0,0-1 0,0 1 0,-1-1 1,1 0-1,0-1 0,-11 0 0,12 0-165,1 0 0,0-1 0,0 0 0,0 0 0,0 0 0,0 0 0,0 0 0,-6-3 0,9 3-11,-1 0 1,1 0-1,-1 1 0,1-1 0,-1 0 1,1-1-1,0 1 0,0 0 0,-1 0 1,1 0-1,0-1 0,0 1 0,0-1 1,0 1-1,0-1 0,1 1 0,-1-1 1,0 1-1,1-1 0,-1 0 0,1 1 1,0-1-1,-1-3 0,1 2-28,0 3-3,0 0 1,0-1-1,0 1 0,0-1 0,0 1 0,0 0 0,0-1 0,0 1 0,0-1 0,0 1 0,0 0 0,0-1 0,0 1 0,1 0 0,-1-1 1,0 1-1,0 0 0,0-1 0,1 1 0,-1 0 0,0 0 0,0-1 0,1 1 0,-1 0 0,0-1 0,1 1 0,-1 0 0,0 0 0,1 0 1,-1 0-1,0-1 0,1 1 0,-1 0 0,0 0 0,1 0 0,-1 0 0,0 0 0,1 0 0,-1 0 0,1 0 0,-1 0 0,0 0 0,1 0 1,-1 0-1,0 0 0,1 0 0,-1 0 0,1 0 0,-1 1 0,0-1 0,1 0 0,0 1 0,-1-2-366,1 1 0,0 0 0,0 0 0,0 0 0,0-1 0,0 1 0,0 0 0,-1-1 0,1 1 0,0-1 0,0 1 0,0-1 0,-1 1 0,1-1 0,0 0 0,-1 1 0,1-1 0,-1 0 0,1 1 0,-1-1 0,1 0 0,-1 0 0,1 1 0,-1-1 0,0 0 0,1 0 0,-1 0 0,0 0 0,0 0 0,1 0 0,-1-1 0,1-16-9284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27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2721,'10'-16'21579,"-6"14"-19267,7 1-2110,1-1-1,-1 0 0,1 0 1,-1-1-1,0-1 1,0 0-1,0 0 1,0-1-1,-1-1 0,0 1 1,16-14-1,-12 13 1724,-3 6-3279,-3 6-4111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4594,'0'0'6115,"7"5"-4851,6-1-959,1-1-81,-7 3-96,6-1-64,1 2-64,-1-1-256,8 3-1393,-1-4-1104,0 2-1249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5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4130,'0'0'13046,"108"-12"-12950,-74 8-96,0 4-272,7-2-1121,6 2-1104,-6-3-656,-1-1-449,8 2-208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1457,'0'0'15015,"109"-13"-14583,-96 13-256,8 0-176,-1 0-112,14-2-1425,0-3-1664,6-4-1201,8 0-112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6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3570,'0'0'10853,"41"0"-10629,-21 0-128,7 0-96,-6 0-176,13 0-1329,0 0-1328,6 0-513,8 0-255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4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 6195,'0'0'24635,"6"-9"-23754,1 9-577,-7 11-689,0 5-1055,0 5-1185,-7 1-1441,-6 3-3490,-1-2-3889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4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11189,'0'0'15591,"-33"102"-16007,26-78-2193,0 10-3218,-7 5-5602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59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18 118 1697,'0'0'13371,"3"0"-13088,25 1 296,-16 0 105,0-1 0,0 0 0,24-4 0,-32 3-611,-1 0 0,0 1-1,0-2 1,0 1-1,0 0 1,0-1 0,0 1-1,0-1 1,-1 0-1,1 0 1,0 0 0,-1 0-1,1 0 1,-1-1-1,0 1 1,0-1 0,0 1-1,0-1 1,2-4 0,9-35 215,-13 41-286,0 0-1,0 0 1,1-1-1,-1 1 0,0 0 1,0 0-1,0 0 0,0 0 1,0 0-1,-1 0 0,1 0 1,0 0-1,0 0 0,-1 0 1,1 0-1,-1 0 0,1 0 1,-1 0-1,1 0 0,-1 0 1,0 0-1,1 0 0,-1 1 1,0-1-1,0 0 1,1 0-1,-1 1 0,0-1 1,0 1-1,0-1 0,0 1 1,0-1-1,0 1 0,0-1 1,0 1-1,0 0 0,0-1 1,0 1-1,0 0 0,-2 0 1,-4 0 8,0 1 0,0 1 1,0-1-1,1 1 0,-1 0 1,0 0-1,1 1 1,-1 0-1,1 0 0,0 0 1,0 1-1,0 0 0,0 0 1,1 1-1,0 0 0,0 0 1,0 0-1,0 0 0,1 1 1,-6 9-1,6-10 1,0 1-1,0-1 1,1 1-1,0 0 1,0 0-1,0 0 1,1 1-1,0-1 1,0 1-1,1-1 1,0 1-1,0-1 1,0 1-1,1 0 1,0 0-1,0-1 1,1 1-1,0 0 1,0-1-1,0 1 1,1-1-1,3 9 1,-3-11-352,1-1 1,0 1 0,0-1 0,0 1 0,0-1 0,0 0 0,0 0 0,1-1 0,0 1 0,0-1 0,-1 1-1,1-1 1,0 0 0,1-1 0,-1 1 0,0-1 0,0 0 0,1 0 0,-1 0 0,1 0 0,5-1-1,-2 1-369,-1-1 0,0 0-1,1-1 1,-1 0 0,0 0-1,0 0 1,0-1-1,1 0 1,-2-1 0,1 1-1,0-1 1,8-6 0,13-9-2647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59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1185,'0'0'13224,"0"0"-13149,0 0 0,0 0-1,0 0 1,1 0-1,-1-1 1,0 1 0,0 0-1,0 0 1,0 0 0,0 0-1,0 0 1,0 0-1,0-1 1,0 1 0,0 0-1,1 0 1,-1 0 0,0 0-1,0 0 1,0 0-1,0 0 1,0 0 0,0 0-1,1-1 1,-1 1 0,0 0-1,0 0 1,0 0-1,0 0 1,0 0 0,1 0-1,-1 0 1,0 0 0,0 0-1,0 0 1,0 0-1,0 0 1,1 0 0,-1 0-1,0 0 1,0 1 0,0-1-1,0 0 1,0 0-1,1 0 1,-1 0 0,0 0-1,0 0 1,0 0-1,0 0 1,0 0 0,0 0-1,0 1 1,0-1 0,1 0-1,-1 0 1,0 0-1,0 0 1,0 0 0,0 0-1,0 1 1,0-1 0,0 0-1,0 0 1,0 0-1,0 0 1,0 0 0,0 1-1,0-1 1,0 6 345,1 0 0,0 0 0,0 0 0,0 0 0,1-1 0,0 1 1,3 6-1,4 13 221,-9-24-633,1 0 1,0 1-1,-1-1 1,1 0-1,0 1 1,0-1-1,0 0 1,0 0-1,0 0 1,1 0-1,-1 0 1,0 0-1,0 0 1,1 0-1,-1 0 1,0 0-1,1-1 1,-1 1-1,1-1 1,-1 1-1,1-1 1,-1 0-1,1 1 1,-1-1-1,1 0 1,0 0-1,-1 0 1,1 0-1,-1 0 1,1 0-1,-1-1 1,1 1-1,-1-1 1,1 1 0,1-1-1,4-1-9,-1 0 1,1 0-1,-1-1 0,1 0 1,-1 0-1,7-5 0,9-18-23,3 0 4050,4 66-3410,-24-36-862,0-1-1,0 0 0,1 0 0,0-1 1,-1 0-1,1 0 0,0 0 0,0 0 1,9 0-1,56 1-6295,-52-3 4018,35 0-5613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0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4 5619,'0'0'16220,"-15"-1"-14835,-47-2-342,57 4-931,1 0 1,-1 0-1,0 0 0,0 1 1,1-1-1,-1 1 0,1 0 0,0 1 1,0-1-1,0 1 0,0-1 0,0 1 1,0 0-1,0 1 0,1-1 1,0 1-1,-3 3 0,-9 9 159,12-14-256,0 0-1,0 0 1,1 1 0,-1-1 0,1 1 0,0 0-1,0-1 1,0 1 0,0 0 0,1 0 0,-1 0-1,1 1 1,-1-1 0,1 0 0,0 1 0,0-1 0,1 0-1,-1 1 1,1 3 0,2-6-50,1 0 0,-1 0 0,1 0-1,0 0 1,-1 0 0,1-1 0,0 1 0,0-1 0,-1 0 0,1 0-1,0 0 1,0 0 0,4-1 0,-1 0-31,3 1-10,0-1 0,0-1 0,-1 1 0,1-2 0,-1 1-1,1-1 1,7-4 0,16-5 26,-28 12 64,-3 0 23,-1 8 40,0-1-32,-1 0-1,0-1 1,-1 1-1,1-1 0,-1 1 1,0-1-1,-1 1 1,0-1-1,-4 7 1,-39 57 433,31-48-333,-33 44 225,-47 73 372,86-122-678,0 0 0,1 1 0,0-1 0,2 2 0,0-1 0,-5 30 0,11-47-65,-1 0 0,1 0 0,0 0 0,0 0 0,-1 0 0,1 0 0,0-1 0,0 1 0,0 0 0,0 0 0,0 0 0,0 0 0,1 0 0,-1 0 0,0 0 0,0 0 0,1 0 0,-1 0 0,1 0 0,-1-1 0,1 1 0,-1 0 0,1 0 0,-1-1 0,1 1 0,-1 0 0,1 0 0,0-1 0,0 1 0,1 0 0,29 0-1,-25-1 14,4-2 13,0 0 0,-1 0-1,1-1 1,-1-1 0,0 1 0,0-2-1,0 1 1,9-7 0,65-50-168,-36 24-1065,16-14-3500,-25 14-5122,-23 18 1285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0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1825,'0'0'20310,"0"29"-16254,0-26-3960,-1-1 1,1 1 0,0 0 0,1 0 0,-1 0 0,0 0-1,1 0 1,0-1 0,-1 1 0,1 0 0,0 0-1,0-1 1,1 1 0,-1-1 0,1 1 0,-1-1-1,1 1 1,0-1 0,2 2 0,-2-2-128,0-1-1,0 0 1,0-1 0,0 1-1,0 0 1,0-1 0,0 1-1,1-1 1,-1 1 0,0-1-1,0 0 1,1 0 0,-1 0-1,0 0 1,0-1 0,0 1-1,1 0 1,3-2-1,7-3-251,1-1 0,-1 0 0,0-1 0,-1 0 0,20-16 0,42-30 227,-62 69 3475,7 14-6995,-18-28 3056,1-1 0,-1 1 0,0 0 0,1-1 0,0 0 1,-1 1-1,1-1 0,0 0 0,-1 0 0,1 0 0,0 0 0,0 0 0,0 0 0,2 0 0,21 1-6123,2-1-1718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6739,'0'0'11824,"4"0"-11098,22 8 163,26 6 500,-30-13-1212,-11 1-146,1-1 1,-1-1 0,1 0-1,-1 0 1,0-1-1,1 0 1,18-6 0,-29 7-31,0 0 1,0 0-1,0-1 1,0 1-1,0 0 1,0-1-1,0 1 1,0-1-1,-1 1 1,1-1-1,0 1 1,0-1-1,-1 1 1,1-1-1,0 0 1,-1 1-1,1-1 1,0 0-1,-1 0 1,1 1-1,-1-1 1,1 0-1,-1 0 1,0 0-1,1 0 1,-1 0-1,0 0 1,0 1-1,1-1 1,-1 0-1,0 0 1,0 0-1,0 0 1,0 0-1,0 0 1,0 0-1,-1 0 1,1 0-1,0 0 1,0 0-1,-1 0 1,1 1-1,0-1 1,-1 0-1,1 0 1,-1 0-1,1 0 1,-1 1-1,0-1 1,1 0-1,-1 1 1,0-1-1,1 0 1,-1 1-1,0-1 1,0 1-1,0-1 1,1 1-1,-1-1 0,0 1 1,-1-1-1,-6-3 18,1 0 0,-1 0 0,1 1 0,-1 0-1,-8-2 1,7 2 69,0 2-1,0-1 1,0 1-1,-1 0 1,1 1 0,0 0-1,0 0 1,0 1-1,0 1 1,-12 2-1,18-3-53,-1 1 0,1-1 0,0 1-1,0 0 1,0 0 0,0 0 0,1 0-1,-1 1 1,1-1 0,-1 1 0,1-1-1,0 1 1,0 0 0,0 0 0,0 0-1,0 0 1,1 0 0,-1 1 0,1-1 0,0 0-1,0 1 1,0-1 0,0 1 0,1-1-1,0 1 1,-1-1 0,1 1 0,1 5-1,-1-5-51,0-1 1,0 1-1,0-1 0,0 1 0,1-1 0,-1 1 0,1-1 0,0 1 0,0-1 0,1 0 0,-1 1 0,1-1 0,-1 0 1,1 0-1,0 0 0,4 4 0,-3-4-135,0-1 1,1 0-1,-1 0 0,1 0 1,-1 0-1,1 0 1,0-1-1,0 0 1,0 1-1,0-1 0,0-1 1,0 1-1,0-1 1,5 1-1,12 0-2018,0 0 0,1-1 1,-1-1-1,0-1 0,0-1 0,20-5 0,8-11-3592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1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38 176,'0'-1'26175,"-1"19"-25772,1 23 66,0-40-510,0 0 1,0 0 0,0 0-1,0 0 1,1-1 0,-1 1-1,0 0 1,1 0 0,-1 0-1,0 0 1,1 0 0,-1-1-1,1 1 1,-1 0 0,1 0 0,0-1-1,-1 1 1,1 0 0,0-1-1,0 1 1,-1-1 0,1 1-1,0-1 1,0 1 0,0-1-1,-1 1 1,1-1 0,0 0-1,0 0 1,0 1 0,0-1-1,0 0 1,1 0 0,2 0-102,-1 0 1,0 0 0,0 0-1,1-1 1,-1 0 0,0 1-1,0-1 1,0 0-1,0 0 1,0-1 0,0 1-1,0-1 1,0 1-1,0-1 1,-1 0 0,4-3-1,-1-1 119,1 0-1,-2-1 0,1 0 1,7-13-1,-8 11 477,1 1-1,0 0 1,0 0-1,10-10 1,-7 30 3048,-7-9-3787,1 1 1,0 0 0,0-1 0,0 1-1,0-1 1,0 1 0,1-1-1,-1 0 1,1 0 0,0 0 0,0-1-1,6 5 1,0-5-1055,0 0 1,0 0-1,-1-1 1,1 0-1,0-1 1,11-1 0,-6 1-1613,26 0-5239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1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59 5138,'0'0'15688,"-1"6"-14619,0-4-994,1 0 0,-1 0 0,1 0 0,-1 0 0,1 0 0,0 0 0,0 0 0,0 1 0,0-1-1,0 0 1,1 0 0,-1 0 0,2 3 0,-1-4-44,0 1 0,0-1 0,0 0 0,1 0 0,-1 0 0,0-1-1,1 1 1,-1 0 0,1 0 0,-1-1 0,1 1 0,-1-1 0,1 1 0,0-1 0,-1 0 0,1 1 0,-1-1 0,1 0-1,0 0 1,-1 0 0,4-1 0,5 1 58,11 0 32,-1 0 1,25-5-1,-40 4-132,0 0 1,0 0-1,0 0 0,0-1 1,0 0-1,0 0 1,-1 0-1,1-1 0,-1 1 1,0-1-1,0 0 0,0 0 1,0-1-1,4-4 1,-7 7 25,0 0 0,0 0 0,0 0 0,0 0 0,0 0 0,0 0 1,0 0-1,-1-1 0,1 1 0,-1 0 0,1 0 0,-1-1 1,1 1-1,-1-1 0,0 1 0,1 0 0,-1-1 0,0 1 0,0-1 1,0 1-1,0-1 0,0 1 0,0 0 0,-1-1 0,1 1 0,0-1 1,-1 1-1,1 0 0,-1-1 0,0 1 0,1 0 0,-1 0 0,0-1 1,0 1-1,-1-2 0,-1 1 92,1 0 1,-1 1-1,0-1 0,1 0 1,-1 1-1,0-1 0,0 1 1,0 0-1,0 0 0,0 0 1,-1 1-1,1-1 1,0 1-1,-6 0 0,0-1 100,1 2 0,0-1 0,0 1 0,0 1 0,-1-1 0,1 1 0,1 1 0,-1 0 0,-13 6 0,17-7-110,0 1 0,1-1 1,-1 1-1,0 0 0,1 0 0,0 1 0,0-1 0,0 1 0,0-1 1,0 1-1,1 0 0,0 0 0,0 0 0,0 1 0,0-1 0,1 0 0,-1 1 1,1-1-1,-1 8 0,0-4-49,1 0 0,1 0 1,-1 0-1,1 0 0,0 1 1,2 7-1,-2-14-75,1 0 0,-1 0 0,1 0-1,0 0 1,0 0 0,0-1 0,0 1 0,0 0-1,0 0 1,0-1 0,0 1 0,1-1 0,-1 1 0,0-1-1,1 0 1,-1 1 0,1-1 0,0 0 0,-1 0 0,1 0-1,0 0 1,0 0 0,0-1 0,0 1 0,0-1-1,-1 1 1,1-1 0,0 1 0,0-1 0,3 0 0,40 2-2000,1-1 1,76-9 0,-74 1-2053,48-14 1,37-17-9107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2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1 1585,'0'0'17458,"-8"3"-15569,-13 8-1157,1 1 0,0 1 0,1 0 0,0 2-1,1 0 1,1 1 0,-27 32 0,-100 142 2057,131-171-2687,0 1 0,1 0 1,2 1-1,0 1 0,1 0 0,1 0 0,1 0 0,1 1 0,1 0 1,0 0-1,2 1 0,1-1 0,3 47 0,-1-63-163,1 0-1,0 0 1,0 0 0,1 0-1,0-1 1,0 1 0,0 0-1,1-1 1,0 0 0,1 0-1,-1 0 1,1 0-1,0 0 1,1-1 0,9 10-1,-7-9-157,1 0 0,0-1-1,0 1 1,0-2 0,1 1 0,0-1-1,0-1 1,0 0 0,0 0-1,16 3 1,-9-4-176,-1 0 1,1-1-1,-1-1 0,1 0 1,0-1-1,-1 0 1,1-2-1,-1 0 0,0 0 1,0-2-1,0 0 0,0 0 1,-1-1-1,16-10 1,16-20-6031,-10-6-3048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3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7075,'0'0'16386,"0"0"-16289,1 0-1,-1 1 1,1-1-1,-1 0 0,0 1 1,1-1-1,-1 0 1,1 1-1,-1-1 1,0 1-1,1-1 0,-1 0 1,0 1-1,1-1 1,-1 1-1,0-1 0,0 1 1,0-1-1,0 1 1,1-1-1,-1 1 1,0-1-1,0 1 0,0-1 1,0 1-1,0-1 1,0 1-1,0-1 0,0 1 1,0-1-1,0 1 1,-1 0-1,1-1 1,0 1-1,-1 0 0,-2 13 416,-1 0-1,-1-1 1,0 1-1,-1-1 1,0 0-1,-1-1 1,0 1-1,-16 18 1,13-18-371,1 0 1,0 1-1,1 0 1,1 0 0,0 1-1,1-1 1,-5 19-1,11-32-151,-1 0-1,1 0 1,0 0 0,-1 0-1,1 0 1,0 1-1,0-1 1,-1 0 0,1 0-1,0 0 1,0 0-1,1 1 1,-1-1 0,0 0-1,0 0 1,0 0-1,1 0 1,-1 1 0,1-1-1,-1 0 1,1 0-1,-1 0 1,1 0 0,0 0-1,-1 0 1,2 1-1,1-1-23,-1 0-1,1-1 0,-1 1 0,1-1 0,0 1 1,-1-1-1,1 0 0,-1 0 0,1 0 0,2 0 1,8-1 132,32 2-181,0-2-1,0-2 1,0-1 0,0-3 0,64-19 0,-107 26 99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3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9524,'0'0'16264,"-48"131"-15160,48-95-223,0-2-529,0-3-208,0-2-144,0 1-368,0-5-977,14-5-960,0 0-1505,-1-4-2545,1-9-1936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3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4226,'0'0'19422,"0"3"-19270,2 3-28,0 1-1,0-1 1,1 0-1,0 0 1,0 0 0,1 0-1,-1 0 1,1-1-1,10 10 1,2 7 318,13 20 1089,44 83-1,-64-105-1282,0 0 1,-2 1 0,0 1 0,-2-1 0,0 1 0,3 42 0,-6-44-201,-2 0 0,-3 38 0,2-51-29,0-1-1,-1 1 1,0-1 0,0 1-1,-1-1 1,1 0 0,-1 1-1,-1-1 1,1-1 0,-1 1-1,0 0 1,-6 6-1,-4 1 135,-1-1-1,0 0 1,-1-1-1,0-1 1,-17 9-1,-90 37 465,123-56-712,-1 1 0,1-1 0,-1 0 0,0 1 0,1-1 0,-1 0 0,1 1 0,-1-1 0,0 0 1,1 0-1,-1 0 0,0 0 0,1 0 0,-1 0 0,0 0 0,1 0 0,-1 0 0,1 0 0,-1 0 0,0 0 0,1 0 1,-1 0-1,0-1 0,1 1 0,-1 0 0,1 0 0,-1-1 0,0 1 0,1 0 0,-1-1 0,1 1 0,-1-1 0,1 1 1,-1-1-1,1 1 0,0-1 0,-1 1 0,1-1 0,0 1 0,-1-1 0,1 1 0,0-1 0,-1 0 0,1 1 0,0-1 1,0 1-1,0-1 0,0 0 0,0 1 0,0-1 0,0 0 0,0 1 0,0-2 0,6-37-4843,18-13-2233,9-14-2687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4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10101,'0'0'21449,"14"99"-20696,-14-90-465,0-2-288,0 4-48,0 3-784,0 1-1233,0 6-1425,-14 4-1969,1-1-3633,-1 3-336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5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0 6403,'0'0'15831,"-122"135"-13094,88-103 769,7-5-2498,0-2-783,0 16-225,-7-3-2546,0-2-3584,0-2-12503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9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48 1105,'0'0'10335,"8"-6"-9022,6-4-814,26-22 7908,-41 44-7082,-2-2-1163,-1 0 0,0 0 0,0 0 0,-1-1 0,0 1 0,-12 15 0,1-2-6,-82 129 59,90-140-269,7-10 51,-1 0 0,1 0 0,0 0 0,0 0 0,0 0 0,0 0-1,0 0 1,0 0 0,0 1 0,1-1 0,-1 0 0,1 5 0,2-6 6,0 0-1,0 0 1,0 0-1,0-1 1,0 1-1,0-1 1,0 1-1,0-1 1,1 1-1,-1-1 1,0 0 0,0 0-1,4-1 1,38 1 29,-41 0 2,31-2-11,0-2 1,0-1 0,0-1-1,35-13 1,10-1 204,-59 18 598,-1 0 0,1 0-1,38 4 1,-11-1 241,-69 5-2974,-11 2-7519,21-8 3527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0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1 800,'0'4'19551,"0"21"-17342,0 2-346,-2 0 0,-7 32 1,-33 106 433,14-64-1855,24-87-396,1 0 1,1 0-1,0 0 0,0 16 1,2-30-119,-14-36-25935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8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4706,'0'0'12566,"34"0"-11814,-20 0-272,-7 0-319,6 0-145,1 0 48,-1 0-128,8 0-16,-1 0-865,0 0-1344,14 0-1761,0-9-736,7 2-432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2385,'0'0'16376,"55"0"-15976,-35 0-176,7 0-224,0 0-272,0 0-1009,14 0-2320,-1 0-1106,15 0-591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4274,'0'0'12998,"20"0"-12870,-13 0-176,-7 7-1025,6 0-1136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9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9268,'67'47'4450,"-73"-38"-1873,6 3 1329,-7-1-1537,7 3-1104,0-1-97,0 3-639,-7-3-321,7 3-208,0 0-96,0 7-945,0-1-1952,-7 3-1233,7 2-2769,0-7-2530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9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7283,'0'0'9365,"-21"144"-7284,15-110-1457,6-2-416,0-1-208,0 1-48,0 0-1265,0 4-576,0 2-3617,0 3-2226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9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7171,'0'0'11414,"-13"129"-11414,13-107-497,0 3-79,7 0-1697,-1 2-1825,1 2-832,7 1 32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9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3474,'0'0'15447,"0"77"-14359,0-66-576,0 3-239,0 2-273,0-1-113,7 6-383,-7-1-2689,6 3-1729,1-1-1121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1281,'0'0'21257,"0"20"-19928,0-17-337,0 1-351,0-2-337,0 3-272,0-3-32,0 0-240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20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2385,'0'3'17695,"2"5"-12571,8 36-2838,-7-35-2081,1-1 0,0 1 1,0-1-1,1 1 0,0-1 0,8 9 1,-8-10-157,0 0 0,0 1 0,0 0 0,-1 0 1,0 0-1,0 0 0,3 11 0,-2-2 68,1-1 0,1 0 1,0-1-1,1 1 0,1-2 0,20 27 0,-27-38-123,20 18-1076,-4-17-5394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20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1 96,'-5'6'18836,"-17"24"-14720,11-13-3280,-1 0 1,0-1 0,-1 0-1,-1-1 1,-25 21-1,-1 3-279,-62 75 583,90-98-988,0 0 0,2 1 0,0 0 0,0 0-1,-10 31 1,18-43 1144,-1-2-3405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71 576,'0'0'5141,"13"-37"-2684,-13 30-2011,0 6-336,-1 0 0,1 0 0,0 0 1,0-1-1,0 1 0,0 0 1,0 0-1,0 0 0,0 0 0,0 0 1,0 0-1,0 0 0,1 0 1,-1 0-1,1 0 0,-1 0 0,0 0 1,1 0-1,-1 0 0,1 0 1,0 0-1,-1 0 0,3-1 3704,-3 21-1637,14 345 4788,-14 239-3078,0-603-3830,0-35-7856,0 22 2725,0-4-1785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0 269 416,'0'0'5112,"2"-5"-4765,1 0 176,4-7-871,-5 0 8238,37 12-7429,197 1-81,572-11 1228,-681 6-1601,212-14 111,392-14 204,-472 27-204,650-53-72,-420 48 367,4 0-357,-122-13-31,-32 3-15,202 4 1396,-141 8-1235,-327 0-165,20-1 4,1095 9 14,-1168-1 602,-22-1-173,-16 1-2022,-4 0-3872,-16 1-2547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1 301 1056,'0'0'4320,"47"2"1827,151-11-1364,7 0-4217,735-5 138,-128-33-421,-168 15-83,-282 4-162,54-2 41,345 14 117,-295 9 89,-135-2 174,317-4 333,-207-4-567,-197 4-178,-130 10-126,206-17 454,-9-7 1164,-135 19 726,-140 8 1689,-75 7-6294,20-3-1989,1-2-5668,11-2 3215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64 160,'0'0'4706,"2"-10"-3567,1-1-763,-1 6-169,-1 1-1,1 0 1,-1-1-1,0 1 1,-1-1-1,1 0 1,-1-6 3929,15 25 1322,-11 4-4720,0-1-1,-1 1 0,-1 0 1,-1 0-1,-1 0 1,-1 20-1,0-2 96,1 535 4916,-7-433-4297,-6 39 474,13-154-1715,0-23-289,0-3-2069,0-6-387,-22 2-12767,-4-1 3055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75 2209,'0'0'10458,"0"-9"-9004,0-43 1051,0 51-2453,0 0 0,-1 1 0,1-1 0,-1 0 0,1 0 0,-1 1 0,1-1 0,-1 0 0,1 0 0,-1 1 0,1-1 0,-1 1 0,0-1 0,1 1 0,-1-1 0,0 1 0,0-1 0,1 1 0,-1 0 0,0-1 0,0 1 0,0 0 0,1 0 0,-1-1 0,0 1 0,0 0 0,0 0 0,0 0 0,0 0 0,1 0 0,-2 0 0,-37 1-78,30-1 133,-1 2-101,0 1 0,0-1 0,0 2 0,0 0 0,0 0 0,1 0 0,0 1 0,0 1 0,0-1 0,1 2 0,-1-1 0,2 1 0,-1 0 0,1 1 0,-10 12 0,16-19-7,-1 1 0,1-1 0,0 1 0,1-1 1,-1 1-1,0-1 0,0 1 0,0-1 0,1 1 0,-1 0 0,1-1 0,0 1 0,-1 0 0,1 0 0,0-1 0,0 1 0,0 0 0,0 0 1,0-1-1,1 4 0,0-4 2,0 1 0,-1-1 0,1 0 0,0 0 0,0 0 0,1 1 0,-1-1 0,0 0 0,0 0 0,0 0 0,1-1 0,-1 1 1,0 0-1,1 0 0,-1-1 0,1 1 0,-1-1 0,3 1 0,8 2 44,1-1 0,0-1 0,0 0 0,18-1 0,-20 0 33,0 0-13,0 0 25,1 1 0,-1-2 0,0 1 0,1-1 0,-1-1-1,0 0 1,0-1 0,0 0 0,-1-1 0,16-6 0,27-15 1092,-52 25 269,-10 18-453,-8 6-460,-1 0-1,-1-1 1,-37 34-1,-14 16 32,5-2-340,36-41-82,1 2 0,-45 66-1,72-97-145,0 0 1,0 1-1,1-1 0,-1 1 0,0-1 0,0 0 1,1 1-1,-1-1 0,1 1 0,-1 0 0,1-1 1,0 1-1,-1-1 0,1 1 0,0 0 0,0-1 1,0 1-1,1 0 0,-1-1 0,0 1 0,0-1 1,2 3-1,-1-3 3,0 0-1,0 1 1,0-1 0,0 0-1,0 0 1,1 0 0,-1 0 0,0-1-1,1 1 1,-1 0 0,1-1-1,-1 1 1,1 0 0,-1-1-1,1 0 1,-1 1 0,1-1 0,1 0-1,9 1 37,0-1 0,0 0-1,0-1 1,19-4-1,0-4 44,1-1-1,-2-2 1,1-1-1,-2-1 0,0-2 1,0-1-1,30-24 0,-55 38-393,10-9-157,-11 0-3984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5651,'0'0'13112,"5"-7"-11716,18-25-22,-17 24-243,-5 9-1014,0 1 1,-1-1 0,1 0 0,0 1 0,0-1-1,-1 1 1,1-1 0,0 1 0,-1-1-1,0 1 1,1-1 0,-1 1 0,0 0 0,0-1-1,0 1 1,0-1 0,0 1 0,0 0-1,-1 1 1,2 5 197,-1-6-299,0 0 0,1 0 0,-1 0 1,1 0-1,-1 0 0,1 0 0,0 0 0,0 0 0,0 0 0,0-1 0,0 1 0,0 0 0,1 0 0,-1-1 0,1 1 0,-1-1 0,1 0 0,-1 1 0,1-1 1,0 0-1,-1 0 0,1 0 0,0 0 0,0 0 0,0 0 0,0-1 0,0 1 0,3 0 0,-2-1-35,1 0 1,0 0-1,-1-1 0,1 1 0,0-1 0,-1 0 1,1 0-1,-1 0 0,1 0 0,-1 0 1,1-1-1,-1 0 0,0 0 0,0 0 0,4-3 1,32-31-208,-32 29 242,-1 1 1,1-1 0,0 1 0,0 0 0,1 1 0,0 0-1,0 0 1,10-4 0,-17 9 268,-1 41 1698,0 46-1527,1-86-797,0-1 0,0 1 0,0 0 0,0-1 1,1 1-1,-1-1 0,0 1 0,0-1 0,0 0 0,0 1 1,1-1-1,-1 0 0,0 0 0,0 0 0,1 0 0,-1 0 0,0 0 1,3-1-1,25 0-5293,-7-6-1340,4-8-2091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4418,'0'0'14231,"22"31"-12004,-18-27-2195,0-1-1,1 0 0,-1-1 1,1 1-1,0-1 0,-1 0 0,1 0 1,0 0-1,0-1 0,0 0 1,0 0-1,1 0 0,6 0 1,65-1 92,-76-1-153,1 1-1,-1 0 1,0-1 0,0 1-1,1-1 1,-1 1 0,0-1-1,0 1 1,0-1 0,0 0-1,0 0 1,0 1 0,0-1-1,0 0 1,0 0 0,0 0-1,0 0 1,-1 0 0,1 0-1,0 0 1,-1-1 0,1 1-1,-1 0 1,1 0 0,-1 0-1,0-1 1,1 1 0,-1 0-1,0-1 1,0 1 0,0 0-1,0 0 1,0-1 0,0 1-1,0-2 1,0 0 11,0 1 0,-1-1 0,1 0 1,0 0-1,-1 1 0,0-1 0,1 0 0,-1 1 1,0-1-1,0 1 0,-1-1 0,1 1 0,0 0 1,-4-4-1,1 3 87,-1 1-1,0-1 1,0 1 0,0 0 0,0 1-1,0-1 1,0 1 0,0 0-1,0 0 1,-1 0 0,1 1 0,0 0-1,-1 0 1,1 0 0,-10 3 0,11-3 18,1 1 1,-1-1 0,0 1 0,0 0-1,1 1 1,-1-1 0,1 1 0,-1-1 0,1 1-1,0 0 1,-1 0 0,1 1 0,0-1-1,0 1 1,1-1 0,-1 1 0,1 0-1,-1 0 1,1 0 0,0 0 0,-3 6 0,1 6-68,0 1 0,1-1 0,1 1 0,1 0 0,0-1 0,2 22 0,-1-10-371,0-26 254,0 1 0,0-1 0,1 0 0,-1 0-1,0 0 1,0 1 0,1-1 0,-1 0 0,1 0 0,-1 0 0,1 0 0,-1 0 0,1 0 0,0 0 0,0 0 0,-1 0-1,1 0 1,0 0 0,0 0 0,0-1 0,0 1 0,0 0 0,2 1 0,0-1-307,1 1 0,0-1 0,-1 0 0,1 0-1,0 0 1,-1 0 0,1-1 0,4 1 0,3-1-942,0-1 0,0 1 0,0-1-1,0-1 1,11-3 0,16-12-2272,-3-5 505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2193,'0'0'12382,"2"-7"-10101,2-21-422,-3 21 558,0 43 259,0-33-2682,0 1 0,-1-1 0,1 1 0,1-1 0,-1 0 0,0 1-1,1-1 1,0 0 0,-1 0 0,1 0 0,0 0 0,1 0 0,2 3 0,-2-5-49,-1 0 0,1 0 0,-1 0 1,1 0-1,-1-1 0,1 1 0,0-1 1,-1 0-1,1 1 0,0-1 0,0 0 1,-1-1-1,1 1 0,0 0 0,-1-1 1,1 0-1,0 1 0,-1-1 0,1 0 1,2-2-1,6-1-23,0-2-1,0 0 1,0 0 0,-1-1-1,0 0 1,0-1-1,8-8 1,-18 44 5542,0-27-5528,0 0 0,0 1 0,0-1 0,0 0 0,1 0-1,-1 1 1,0-1 0,1 0 0,-1 0 0,1 0 0,-1 0 0,1 1-1,-1-1 1,1 0 0,0 0 0,0 0 0,-1 0 0,1 0-1,0 0 1,0-1 0,0 1 0,0 0 0,0 0 0,2 0-1,37 1-5512,1-8-4733,-8-7 1159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4866,'0'0'13441,"8"27"-11296,-5-23-2065,1-1-1,-1 1 1,1-1-1,0 0 0,0 0 1,1 0-1,-1 0 1,0-1-1,1 0 1,0 0-1,-1 0 1,1 0-1,6 1 1,3-1-23,-1 0 0,1 0 1,19-2-1,-31-37-110,-3 35 70,1 0 1,-1 0 0,0 0-1,1 0 1,-1 0 0,0 1-1,0-1 1,-1 0 0,1 1-1,0-1 1,0 1-1,-1-1 1,1 1 0,-1-1-1,0 1 1,1 0 0,-1 0-1,0 0 1,1 0 0,-1 0-1,0 0 1,0 1 0,0-1-1,0 0 1,0 1 0,0 0-1,0-1 1,0 1 0,-3 0-1,-3-1 384,0 0-1,0 0 0,0 1 1,0 0-1,1 1 0,-11 1 1,16-1-287,1 0 1,-1 0-1,1 0 0,-1 0 1,1 0-1,0 0 0,-1 1 1,1-1-1,0 1 0,0-1 1,0 0-1,0 1 1,0 0-1,0-1 0,0 1 1,0 0-1,1-1 0,-2 4 1,-6 31 884,4-5-606,2 52 0,2-67-472,0-15-8,1 1 0,-1 0 0,1-1 1,-1 1-1,1-1 0,0 1 0,0-1 0,0 1 1,0-1-1,0 0 0,0 1 0,0-1 0,0 0 0,0 0 1,1 0-1,-1 0 0,1 0 0,-1 0 0,0 0 1,1 0-1,-1 0 0,1-1 0,0 1 0,-1-1 0,1 1 1,0-1-1,-1 0 0,1 1 0,0-1 0,-1 0 1,3 0-1,67 1-5395,-54-1 3057,30 0-5277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2289,'0'0'12427,"0"-6"-10007,0-15-285,0 41 610,0 49 512,0 131-23,0 0-5510,4-182 931,0-11-2192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66 5234,'0'0'9453,"21"-5"-7991,5-2-1100,-2 1 3,1 1 1,0 1 0,32-1 0,108-8 1617,159-6 646,-289 19-2205,-17-1 111,-1 0 1,1 1-1,-1 1 0,1 1 0,0 1 0,-1 0 1,0 1-1,0 1 0,31 13 0,-36-13 146,-5-1 394,-6 15-683,0 15-134,-2-1 0,-11 63 0,-1-9-247,3 0 1,4 175 0,7-185-149,-1-76 44,-5-1-2,0 1 0,0-1 0,1 0 0,-1 0 0,0 0 1,0 0-1,-6-2 0,8 1 24,-242-15-1516,150 15 1457,1 5 0,-141 24 0,185-19 132,13-3 156,-53 17 0,77-23-156,12 0-84,17-16-9562,-11 12 7373,8-9-4698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 3105,'0'0'11640,"-1"4"-10079,-4 24-129,2 0 0,1 0 0,1 0 1,1 0-1,6 40 0,0 36-554,-6 671-275,-3-753-601,-4-17 229,6-6-260,0 0 0,0 0 0,0 0 0,0 0 0,0 0-1,1 0 1,-1-1 0,0 1 0,1 0 0,-1 0 0,1-1-1,-1 1 1,1 0 0,0-1 0,-1 1 0,1-1 0,0 1 0,0 0-1,0-1 1,0 1 0,1-3 0,0 2 2,0 0-1,0 1 1,0-1-1,1 0 1,-1 1 0,1 0-1,-1-1 1,1 1 0,0 0-1,-1 0 1,1-1 0,0 2-1,0-1 1,0 0 0,0 0-1,0 0 1,0 1 0,0-1-1,3 1 1,0-2-37,80-23-450,162-27 1,93 13 136,-221 27 170,-65 6 62,665-74-532,-451 52 2163,-248 21-764,-17 3 840,-15 2 1850,6 9-4488,6-6 169,-1 0 1,0 0-1,1 0 0,-1 0 1,0 1-1,0-1 0,0 0 1,0 0-1,0-1 0,0 1 1,0 0-1,0 0 0,0 0 0,-3 0 1,-3 0-6476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4018,'0'0'12331,"7"-1"-10488,-5 0-1706,-1 1-1,1 0 1,0-1 0,0 1-1,0 0 1,-1 0-1,1 0 1,0 1-1,0-1 1,-1 0-1,1 1 1,0-1-1,0 1 1,-1 0 0,1-1-1,0 1 1,-1 0-1,1 0 1,-1 0-1,1 0 1,-1 0-1,0 0 1,2 2-1,1 3 346,0-1 0,-1 2-1,1-1 1,-1 0-1,0 0 1,1 8 0,2 10 40,-1-1 1,-1 1 0,-1-1 0,-2 1 0,0 0-1,-4 37 1,1 2 438,2-63-787,2-18-118,0-1 0,-2 1 0,0-1 0,-5-33 0,1-17-403,4 45-33,-7-45 0,4 56 142,-1-5-1,3 32 340,1-11-91,1 0 0,0 0 0,0 0 0,0 0 0,0-1 1,0 1-1,1 0 0,-1-1 0,1 1 0,-1-1 0,1 1 0,0-1 1,0 0-1,0 0 0,1 0 0,2 2 0,47 35 79,-32-26-84,-18-12 34,0 0-1,1 0 0,-2 1 1,1-1-1,0 1 0,0-1 1,0 1-1,-1 0 0,1-1 0,-1 1 1,1 0-1,-1 0 0,0 0 1,0 0-1,0 0 0,0 1 0,0-1 1,0 0-1,-1 0 0,1 1 1,-1-1-1,1 0 0,-1 1 1,0-1-1,0 0 0,0 1 0,0-1 1,0 0-1,-1 1 0,1-1 1,-1 0-1,1 1 0,-1-1 0,0 0 1,0 0-1,0 0 0,0 0 1,-1 0-1,1 0 0,0 0 1,-1 0-1,1 0 0,-1-1 0,-2 3 1,-3 3 189,-1-1 1,0 0 0,0 0-1,0 0 1,-1-1 0,0-1-1,0 0 1,0 0 0,-15 4-1,23-7-439,-42 14 1081,27-1-3514,10 7-8555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5 1953,'0'0'10992,"0"0"-10886,0-1 1,0 1 0,0 0-1,0 0 1,0-1-1,0 1 1,0 0 0,-1 0-1,1 0 1,0-1 0,0 1-1,0 0 1,0 0 0,0 0-1,0 0 1,-1-1 0,1 1-1,0 0 1,0 0 0,0 0-1,-1 0 1,1 0-1,0 0 1,0-1 0,0 1-1,-1 0 1,1 0 0,0 0-1,0 0 1,0 0 0,-1 0-1,1 0 1,0 0 0,0 0-1,-1 0 1,1 0 0,0 0-1,-1 0 1,-3 6 458,0 0 1,1 1-1,-1-1 1,1 1-1,0-1 1,1 1-1,0 0 1,0 0-1,0 0 1,1 0-1,0 9 1,-2-5 11,-6 59 1719,3 0-1,6 133 1,2-86-1934,5 217 516,-7-334-961,0 0 0,1 0 0,-1 1 0,0-1 0,0 0 0,1 0 0,-1 0 0,0 0 1,1 1-1,-1-1 0,1 0 0,-1 0 0,0 0 0,1 0 0,-1 0 0,0 0 1,1 0-1,-1 0 0,1 0 0,-1 0 0,0 0 0,1 0 0,-1 0 0,0 0 0,1 0 1,-1 0-1,0-1 0,1 1 0,-1 0 0,0 0 0,1 0 0,-1 0 0,0-1 0,1 1 1,-1 0-1,0 0 0,0-1 0,1 1 0,-1 0 0,0-1 0,0 1 0,1 0 0,-1-1 1,0 1-1,0 0 0,0-1 0,0 1 0,0 0 0,0-1 0,1 1 0,-1-1 1,0 1-1,0 0 0,0-1 0,0 1 0,0 0 0,0-1 0,-1 0 0,22-51-9857,-2 18-11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1 720,'0'0'13257,"0"5"-10818,14 86 5209,-6 103-2082,22 99-3204,-20-198-2102,3-4-713,-8-74-1733,-4-16 1625,-1 0-1,1 0 1,0-1-1,0 1 1,0 0-1,1-1 1,-1 1-1,0-1 1,0 1-1,0-1 1,0 1-1,0-1 1,1 0-1,-1 0 1,0 0-1,0 1 1,1-1-1,1-1 1,16 1-7483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1521,'0'0'14849,"0"3"-11243,0 18-1881,2 207 5878,3-119-6134,21 120-1,-11-159-1506,4 24 111,-18-31-6497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4034,'0'0'10087,"8"-4"-4698,3-3-3361,-8-2-1022,0 1 1996,-1 18-1418,-3 93 821,21 160 0,12 57-1648,-30-251-4447,-1 0-4001,13-69-7814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5 3906,'3'-2'16258,"8"0"-11939,-18 414 1562,0 6-3801,7-416-2061,0 0-6,0 0 0,0 0 1,-1-1-1,1 1 0,0 0 0,1 0 1,-1-1-1,0 1 0,0 0 0,1-1 0,-1 1 1,1 0-1,0-1 0,-1 1 0,1-1 0,0 1 1,0 0-1,0-1 0,0 0 0,0 1 1,0-1-1,2 2 0,5 42-1331,-9-44 1017,1 0 0,0 1-1,-1-1 1,1 0 0,-1 0 0,1 1-1,-1-1 1,0 0 0,1 0 0,-1 0-1,0 0 1,0 0 0,0 0 0,0 0-1,0 0 1,0 0 0,0-1 0,0 1-1,0 0 1,0 0 0,-1-1 0,-1 1-1,-31 11-7920,7-7-1417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1024,'0'0'3914,"7"0"-3876,38-4 4,-24 0 14390,-28 11-10598,-3 8-5281,4-6 1651,1 0 1,0 1 0,0-1-1,1 1 1,0 0 0,1 0 0,0 0-1,1 0 1,0 1 0,-1 12-1,3-22-200,1-1-1,-1 1 0,1-1 1,-1 1-1,0 0 1,1-1-1,0 0 0,-1 1 1,1-1-1,-1 1 0,1-1 1,-1 0-1,1 1 1,0-1-1,-1 0 0,1 1 1,0-1-1,-1 0 0,1 0 1,0 0-1,0 0 1,-1 0-1,1 0 0,0 0 1,-1 0-1,2 0 0,28 0 47,-22 0-20,0 0-22,-1 0-1,1 0 0,-1-1 1,0 0-1,1 0 1,-1-1-1,0 0 0,0 0 1,0-1-1,10-4 1,-14 5-18,0-1 0,0 1 0,0-1 0,-1 0 1,1 1-1,-1-1 0,1 0 0,-1 0 0,0-1 1,0 1-1,-1 0 0,1-1 0,-1 1 0,1-1 0,-1 1 1,0-1-1,0 0 0,-1 0 0,1 1 0,-1-1 1,0 0-1,0-6 0,0 6 5,0 1-1,0-1 1,-1 1-1,1-1 1,-1 1-1,1 0 1,-1-1-1,0 1 1,-1-1 0,1 1-1,0 0 1,-1 0-1,0 0 1,0 0-1,0 0 1,0 0-1,0 1 1,-4-4 0,3 3 91,-1 1 1,0-1 0,0 1 0,0 0 0,0 0 0,0 1 0,-1-1 0,1 1 0,0 0 0,-1 0 0,1 0 0,-1 1 0,1-1 0,-7 2 0,10-1-81,1 0 1,-1 0 0,0 0 0,1 0 0,-1 0 0,0 0 0,1 1 0,-1-1-1,0 0 1,1 1 0,-1-1 0,1 0 0,-1 1 0,1-1 0,-1 0 0,1 1-1,-1-1 1,1 1 0,-1-1 0,1 1 0,-1 0 0,1-1 0,0 1-1,-1-1 1,1 1 0,0 0 0,0-1 0,-1 1 0,1-1 0,0 1 0,0 0-1,0-1 1,0 1 0,0 0 0,0 0 0,0-1 0,0 1 0,0 1 0,2 11-3037,18-7-15522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8724,'0'0'13862,"1"12"-12221,12 183 2305,-13-193-4001,0-1-1,0 0 1,0 0 0,0 0 0,0 0 0,0 0-1,0 1 1,1-1 0,-1 0 0,0 0-1,1 0 1,-1 0 0,1 0 0,-1 0-1,1 0 1,0 0 0,-1 0 0,1 0-1,0 0 1,0 0 0,-1-1 0,1 1 0,0 0-1,0 0 1,0-1 0,0 1 0,2 0-1,31 3-7688,-31-4 6849,12 0-6591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4706,'0'0'12024,"1"0"-11835,0 0-1,-1-1 1,1 1-1,0 0 1,0 0-1,0-1 0,-1 1 1,1 0-1,0 0 1,0 0-1,0 0 1,0 0-1,-1 0 1,1 0-1,0 0 1,0 1-1,0-1 0,0 0 1,-1 0-1,1 1 1,1 0-1,3 25 1085,0 1 1,-2 0-1,-1 33 0,-1-68-1323,1-1 0,0 1-1,1 0 1,-1 0 0,2 1 0,-1-1 0,1 1-1,0-1 1,1 1 0,-1 0 0,1 1-1,1-1 1,-1 1 0,1 0 0,0 1-1,1-1 1,-1 1 0,1 0 0,0 1-1,0-1 1,1 2 0,-1-1 0,11-3-1,-17 7 107,-1 0 0,1 1 0,0-1 0,0 0 0,0 0 0,0 1 0,0-1 0,0 0 0,0 1 0,0-1 0,0 1 0,-1-1 0,1 1 0,0-1 0,0 1 0,-1 0 0,1-1 0,0 1 0,-1 0 0,1 0 0,-1-1 0,1 1 0,-1 0 0,1 0 0,-1 0 0,0 0 0,1 0 0,-1 0 0,0 0 0,1 0 0,-1-1 0,0 1 0,0 0 0,0 0 0,0 0 0,0 0 0,-1 2 0,2 48 1263,-2-37-721,1 45 341,0-58-1050,1 0 1,-1-1-1,1 1 0,-1-1 0,1 1 1,-1 0-1,1-1 0,-1 1 1,1-1-1,0 1 0,-1-1 1,1 0-1,0 1 0,0-1 0,-1 0 1,1 1-1,0-1 0,0 0 1,-1 0-1,1 1 0,0-1 0,0 0 1,0 0-1,-1 0 0,1 0 1,0 0-1,1-1 0,31 1-5205,-24 0 2714,17 0-5050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1056,'0'0'19906,"19"-3"-18274,91-8 756,-43 9-5416,-65 2 2187,0 0-1,0 0 1,0-1-1,0 1 1,0 0 0,0-1-1,-1 1 1,1-1-1,0 1 1,0-1 0,0 0-1,2-2 1,10-7-8398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11973,'0'0'16056,"0"120"-14279,0-95-865,0-3-480,0 1-352,0-3-80,0 1-576,0 1-897,0-2-1280,0 1-2017,0-3-4482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0,'4'6'14179,"-1"9"-13074,4 465 5589,-7-297-4809,0-155-4039,0-131-10578,0 71 6876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1 165 352,'0'0'5384,"0"-11"-1785,124 9 4020,-79-1-7109,-1-2 1,49-12 0,329-71 626,-310 71-569,206-5 0,-197 22 275,-120 0-141,-1 22 373,-14 352 2265,14-18-1627,5-332-1603,-5-21-233,-5-5-46,-9-5 12,2 3 118,0 1-1,1 0 1,-1 0 0,0 1 0,-1 0 0,-21 1-1,4 1-32,-51 8 0,-302 70-112,362-73 192,-291 64 467,251-66 1152,60-3-1059,-1 0-487,-7 0-15,7 0 887,0 0-969,-48 2 308,35 0-3961,-1-2-7169,4 0 796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481 210 4530,'0'0'6486,"-8"-19"-5048,-25-63-203,29 75-1008,1 0 0,-1 0 0,0 1 0,-1-1-1,0 1 1,0 0 0,0 0 0,0 0 0,-1 1 0,0 0 0,0 0 0,-1 0 0,0 1 0,1 0-1,-1 0 1,0 1 0,-1 0 0,1 0 0,-1 1 0,1 0 0,-1 0 0,0 1 0,0-1 0,1 2-1,-1-1 1,-12 2 0,11-1-99,-1 1 0,0 0 0,1 1 0,-1 0 0,1 1 0,-1 0 0,1 0 0,0 1 0,0 0 0,1 1 0,-1 0 0,1 0 0,0 1 0,0-1 0,1 2 1,0-1-1,0 1 0,0 1 0,-7 10 0,3 1 83,0 1 1,2 0 0,1 1 0,0-1-1,2 2 1,0-1 0,1 1-1,1-1 1,1 1 0,0 32 0,1 221 1285,3-152-777,-1-98-632,1 1 1,1-1 0,1 1 0,1-1 0,1 0-1,13 38 1,-13-54-1543,-7-16-3275,-1-9 2506,2 10 1025,-1-1-1,0 1 1,0 0 0,-1 0-1,0 1 1,-4-9 0,-13-15-4429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1 142 2673,'0'0'13863,"67"-25"-11927,-26 19-175,13-6-112,-6-1-512,6 2-433,0-3-496,0 3-208,-6-1-48,-1-1-832,-6 2-1474,-14 2-1471,-7 4-3907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0 172 5539,'0'0'15335,"9"7"-13839,28 21-271,-34-26-1078,-1 1 1,0-1 0,0 1-1,0-1 1,-1 1 0,1 0-1,-1 0 1,1-1 0,-1 1-1,0 0 1,0 0 0,0 1-1,-1-1 1,1 0 0,-1 0-1,0 0 1,0 0 0,0 6-1,0-7-92,0-2 100,-2 0-142,1 0 1,-1-1 0,0 0 0,1 1-1,-1-1 1,1 0 0,-1 0 0,1 0-1,0 0 1,-1 0 0,1 0 0,0 0-1,0 0 1,0 0 0,-1-1 0,1 1-1,1-1 1,-1 1 0,0 0 0,0-1-1,0 1 1,1-1 0,-1 0 0,1 1 0,-1-1-1,1 0 1,0 1 0,0-1 0,-1 0-1,1-2 1,-3-62-4,3 57 20,0-8 10,1 0 1,0 0-1,4-18 0,-4 32-39,0-1 0,0 0 0,0 0 0,0 0 0,0 1 0,1-1 0,0 1 0,0-1 0,0 1 0,0 0 0,0-1 0,1 1 0,-1 0 0,1 1 1,0-1-1,0 0 0,0 1 0,0-1 0,5-1 0,-7 3-151,0 1 0,0 0 0,-1 0 0,1-1 0,0 1 1,0 0-1,0 0 0,0 0 0,-1 0 0,1 0 0,0 0 0,0 1 0,0-1 1,0 0-1,-1 0 0,1 0 0,0 1 0,0-1 0,-1 0 0,1 1 0,0-1 0,0 1 1,-1-1-1,1 1 0,-1-1 0,2 2 0,17 22-5593,-3-3-3214,3-7 446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56 4578,'0'0'16170,"-12"2"-14745,-40 8-214,50-10-1162,0 1 1,0 0-1,1 0 1,-1 0-1,1 0 1,-1 1-1,1-1 1,-1 0-1,1 1 1,-1-1-1,1 0 0,0 1 1,0 0-1,0-1 1,0 1-1,0 0 1,0-1-1,1 1 1,-1 0-1,0 0 1,1 0-1,-1 0 0,1 0 1,0 0-1,0-1 1,0 1-1,0 0 1,0 0-1,0 0 1,0 0-1,1 0 0,-1 0 1,1 0-1,0 2 1,0 10 9,0-13-54,0 0-1,0-1 1,0 1-1,0 0 1,0 0-1,0 0 1,0-1-1,0 1 1,1 0-1,-1-1 1,0 1 0,0-1-1,1 0 1,-1 1-1,0-1 1,1 0-1,-1 0 1,0 0-1,1 0 1,-1 0-1,0 0 1,2 0-1,36-3 34,-36 1 19,0 0 0,1 0 0,-1-1 1,0 1-1,0 0 0,0-1 0,-1 0 0,1 0 1,-1 0-1,1 0 0,-1 0 0,0 0 1,0-1-1,-1 1 0,1-1 0,-1 1 1,1-1-1,-1 0 0,0 1 0,0-1 1,0-8-1,-1 10-15,1-1 0,-1 0-1,0 0 1,0 0 0,0 1 0,0-1 0,-1 0 0,1 0 0,-1 1 0,0-1 0,1 0-1,-1 1 1,0-1 0,-1 0 0,1 1 0,0 0 0,-1-1 0,1 1 0,-1 0 0,0-1-1,0 1 1,0 0 0,0 1 0,0-1 0,0 0 0,-1 0 0,1 1 0,0 0 0,-5-3-1,6 4-225,1 0-1,0 0 1,-1 0-1,1 0 1,-1 0-1,1 0 0,0 0 1,-1 1-1,1-1 1,0 0-1,-1 0 1,1 0-1,0 0 1,-1 0-1,1 1 0,0-1 1,-1 0-1,1 0 1,0 1-1,0-1 1,-1 0-1,1 0 0,0 1 1,0-1-1,-1 0 1,1 1-1,0-1 1,0 0-1,0 1 1,0-1-1,-1 0 0,1 1 1,0-1-1,0 0 1,0 1-1,0-1 1,0 1-1,0-1 0,0 0 1,0 1-1,0-1 1,0 1-1,0-1 1,0 23-5697,1-18 2485,-1 8-4461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0 0 3394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3394,'51'9'1677,"2"0"240,-1-7 5571,-50-1-6971,-1-1 0,1 1 1,0 0-1,0 0 0,-1-1 0,1 1 0,0 0 1,-1 0-1,1 1 0,-1-1 0,1 0 1,-1 0-1,0 1 0,0-1 0,1 1 0,-1-1 1,0 1-1,0 0 0,0 1 0,0-1-384,0-1-1,0 1 1,0 0-1,0-1 1,0 1 0,1-1-1,-1 1 1,0-1-1,1 0 1,-1 1-1,1-1 1,-1 0-1,1 0 1,0 0-1,-1 0 1,1 0 0,0-1-1,0 1 1,2 0-1,-1-3-160,0 1 0,1-1 1,-1 0-1,0-1 0,0 1 0,0 0 0,0-1 0,-1 0 0,1 0 0,-1 0 0,1 0 1,-1 0-1,0 0 0,2-5 0,15-16-138,-17 21 181,0 1 1,0 0-1,0 0 0,1 1 1,-1-1-1,1 0 0,-1 1 1,1-1-1,0 1 0,0 0 1,2-1-1,-3 2 348,-2 6-264,1 0 1,0 0-1,0 0 1,1-1-1,0 1 1,0 0-1,0-1 1,1 0-1,0 1 1,4 6-1,19 16-1567,-24-27 933,0 1 1,0-1 0,0 0-1,0 0 1,0 0 0,0 0-1,0 0 1,0-1 0,0 1-1,1-1 1,-1 1 0,4-1-1,9 0-4515,4 0-1673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2881,'0'0'16875,"5"22"-14319,3 23-467,-1 0 1,0 58 0,-7 111 31,34-212-4186,-26-1 1189,-1-1 1,1-1-1,-1 1 0,1-1 0,-1-1 1,14-3-1,-18 3 1,1 1 0,-1-1-1,0 0 1,0 0 0,0 0 0,0 0 0,-1-1 0,1 1 0,-1-1 0,5-4 0,6-13-5971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7988,'0'0'15159,"149"-29"-14519,-94 22-448,-8 5-160,-6-2-32,-7 4-2081,6 0-1553,-6 0-5042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3298,'0'0'5906,"61"0"-5778,-55 0-48,8 0-80,-7 0-80,6 0-736,1 0-1073,6 3-1617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6019,'0'0'6019,"54"-2"-6003,-40 2-16,-1 0-961,7 0-848,1 0-448,-1 0-848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2897,'0'0'10165,"34"-9"-10069,-20 9-96,-1 0-16,14 0-912,1 0-977,-1 0-1217,7 0-655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4386,'0'0'9156,"115"-23"-8612,-101 23-95,6 0-449,7 0-32,-7 0-1073,7 0-1264,7 0-624,0 0-2498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54 3394,'0'0'14710,"0"-11"-14342,0 9-207,0-1-161,0-1-513,0-3-1087,0 0-1586,-7-2-1312,7-2-656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1 186 3025,'0'0'12278,"0"-93"-12118,0 80-96,0 1-64,0 1-880,0-5-1073,0 5-1089,0-3-191,0-1 288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21 165 3618,'0'0'7235,"0"-75"-6819,-7 66-224,7 3-176,0-6-16,-6-1-688,6-3-1841,-7-2 336,7 2-1409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96 4434,'0'0'9060,"7"-50"-8852,-7 48-192,0-1-16,0-1-384,0-1-224,0 3-641,0-2-576,0-1-175,0 1-161,0-3-177,0-2-415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74 1713,'0'0'8070,"-2"-7"-7187,0 0-630,-13-24 914,14 29-963,1 0 1,-1 1-1,1-1 1,-1 0-1,1 1 1,0-1 0,-1 0-1,1 1 1,0-1-1,0 0 1,0 0-1,1 1 1,-1-3 0,1 1 2910,-6 21-1675,3-11-1356,-1 0 0,-1 0-1,1 0 1,-1 0 0,0-1 0,-1 0 0,1 0-1,-1 0 1,-1 0 0,1-1 0,-1 1 0,-9 5 0,-12 9 35,-47 24 1,44-27 16,9-5-93,23-14 80,36-23 134,-17 11-256,8-6-21,-1-1 0,-1-1 0,45-50 0,-71 71 69,-1 0 0,0 1 0,1-1 1,0 0-1,-1 0 0,1 0 0,-1 1 0,1-1 0,0 0 1,0 1-1,-1-1 0,1 1 0,0-1 0,0 0 1,0 1-1,0 0 0,0-1 0,0 1 0,-1 0 1,1-1-1,0 1 0,0 0 0,0 0 0,0 0 1,0 0-1,0 0 0,0 0 0,0 0 0,0 0 0,0 0 1,0 0-1,0 1 0,2-1 0,17 28 1988,-18-23-2139,2 1 292,0 0 1,1 0 0,-1 0-1,1 0 1,1-1 0,-1 0-1,1 0 1,9 7 0,-7-6 16,33 32 1965,-41-38-2275,0 0 1,0 1-1,0-1 0,0 0 0,1 0 1,-1 1-1,0-1 0,0 0 1,0 0-1,0 1 0,0-1 1,0 0-1,0 1 0,0-1 1,0 0-1,0 0 0,0 1 0,0-1 1,0 0-1,0 1 0,-1-1 1,1 0-1,0 0 0,0 1 1,0-1-1,0 0 0,0 0 0,0 1 1,-1-1-1,1 0 0,0 0 1,0 0-1,0 1 0,-1-1 1,1 0-1,0 0 0,0 0 1,-1 0-1,1 1 0,-1-1 0,-17 15-4852,-2 1-3813,2-3 295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3650,'0'0'10004,"149"-25"-8579,-122 25-465,0 0-63,-6 0-897,-8 0-240,8 0-1329,-8 0-2289,7 0-1408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33 3153,'0'0'17000,"-27"0"-17000,27-3-112,0-3-1393,0-3-1872,0-5-2258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7780,'0'0'9897,"10"-3"-9486,1 1-264,6-3 173,0 2-1,0 0 0,1 0 0,0 2 0,27 1 1,-44 4-125,0 0 1,0 0-1,-1 0 1,0 1-1,1-1 1,-2 0 0,1 6-1,-1-6 15,0 2-68,0 1 0,-1 0 0,0-1 0,0 1 0,0-1 1,-1 1-1,0-1 0,0 0 0,-1 0 0,0-1 0,0 1 0,0-1 0,-1 1 1,-7 5-1,7-6-21,0 1 1,0-1 0,0 1-1,0 0 1,1 0 0,0 1-1,0-1 1,1 1-1,0 0 1,0 0 0,1 0-1,-1 0 1,2 0 0,-3 14-1,46-19 245,-32-2-414,7 1-231,1-2-1,-1 0 0,25-5 1,-36 5-612,0-1 0,1 0 0,-1-1 1,-1 1-1,1-1 0,0 0 1,9-8-1,6-4-6451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23 8148,'0'0'9143,"21"-3"-7551,3-4-1165,-12 4-176,0 0-1,-1 1 0,1 0 1,0 1-1,20 0 0,-31 1-195,0 0-1,0 1 0,0-1 0,-1 0 1,1 1-1,0-1 0,0 0 1,0 1-1,-1 0 0,1-1 1,0 1-1,0-1 0,-1 1 1,1 0-1,0-1 0,-1 1 1,1 0-1,-1 0 0,1 0 0,-1-1 1,1 1-1,-1 0 0,0 0 1,0 0-1,1 0 0,-1 0 1,0 0-1,0 0 0,0 0 1,0 0-1,0 0 0,0-1 1,0 1-1,0 0 0,0 0 0,0 0 1,-1 0-1,1 0 0,0 0 1,0 0-1,-1 0 0,0 1 1,0 2 84,0 0 1,0-1 0,-1 1 0,1 0 0,-1 0 0,0-1 0,0 1-1,0-1 1,0 1 0,-4 3 0,-8 5 474,0 0 1,-1 0-1,-1-1 1,0-1-1,-29 13 1,78-8-735,-25-13 43,0 0-1,0 1 1,0 0-1,-1 0 1,0 1 0,1 0-1,-1 0 1,0 1 0,-1 0-1,9 7 1,-11-7 69,-1-1 1,0 0-1,0 1 1,0 0-1,0 0 1,-1 0-1,1 0 1,-1 0-1,-1 0 1,1 0-1,-1 1 0,0-1 1,0 1-1,0-1 1,-1 1-1,0 5 1,0-9 38,-1 0 0,0 0 0,1 0 1,-1-1-1,0 1 0,0 0 0,0 0 0,0-1 0,0 1 1,0 0-1,0-1 0,-1 1 0,1-1 0,0 0 0,-1 1 1,1-1-1,-1 0 0,0 0 0,1 0 0,-1 0 1,0 0-1,0 0 0,-3 1 0,-53 16 1397,46-15-1131,-26 4 591,9-1-2045,10-2-5028,25-5-2141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8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28 240 1793,'0'0'5514,"0"-15"-4799,0-45 126,0 45 8806,0-2-8906,0-3-616,1 11-97,-1 0-1,0 0 1,0 0-1,-1 0 1,0 0-1,0 1 1,-1-1-1,-1 0 0,1 1 1,-8-17-1,10 25 24,0 0 0,0 0 0,0 0 0,0 1 0,0-1 0,0 0 1,0 0-1,0 0 0,0 0 0,0 0 0,0 0 0,0 0 0,0 0 0,0 1 0,0-1 0,0 0 0,0 0 0,0 0 0,0 0 0,0 0 0,-1 0 0,1 0 0,0 0 0,0 0 0,0 1 0,0-1 0,0 0 0,0 0 0,0 0 0,0 0 0,0 0 0,0 0 0,0 0 0,-1 0 0,1 0 0,0 0 0,0 0 0,0 0 0,0 0 0,0 0 0,0 0 0,0 0 0,0 0 0,-1 0 0,1 0 1,0 0-1,0 0 0,0 0 0,0 0 0,0 0 0,0 0 0,0 0 0,0 0 0,-1 0 0,1 0 0,0 0 0,0 0 0,0 0 0,0 0 0,0 0 0,0 0 0,0 0 0,0-1 0,0 1 0,0 0 0,-1 0 0,-1 17 646,1 23-581,2 26 541,3 0 0,3-1 0,28 123-1,-25-120-545,-8-53-254,0 0 0,0 0 0,8 24 0,-5-31-2016,-2-33-7970,-3 24 10289,0-34-6408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9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62 180 96,'0'0'11178,"1"-4"-10118,-1 3-928,1 0 0,-1 0 1,0 0-1,1 0 0,0 0 1,-1 0-1,1 0 1,0 1-1,-1-1 0,1 0 1,0 0-1,0 0 0,-1 1 1,1-1-1,0 0 0,0 1 1,0-1-1,0 1 1,0-1-1,0 1 0,0 0 1,0-1-1,0 1 0,0 0 1,1 0-1,-1 0 0,0-1 1,0 1-1,0 0 1,0 0-1,0 1 0,0-1 1,0 0-1,0 0 0,0 1 1,0-1-1,1 0 0,-1 1 1,0-1-1,-1 1 1,1-1-1,0 1 0,1 1 1,15 3 204,0 0 0,1-1 0,-1-1 1,1 0-1,-1-2 0,1 0 1,23-1-1,-6-3-83,0-1 0,58-13 0,114-41 34,-79 21-270,164-27 1,-290 63 59,0 1 0,1-1-1,-1 1 1,0-1-1,0 1 1,0 0 0,1 0-1,-1 0 1,0 0-1,0 0 1,0 1 0,0-1-1,1 1 1,-1-1-1,0 1 1,0 0 0,0 0-1,0 0 1,0 0-1,0 0 1,1 1 0,-1 2 108,0 0 1,0 0-1,0 0 1,-1 0 0,0 1-1,0-1 1,0 0-1,-1 0 1,1 9 0,-1-13-188,22 207 2570,-12-124-1930,1 10-24,42 172 1,-52-259-603,1-1 0,-1 0 0,1 0 0,0 0 0,1 0-1,-1 0 1,1-1 0,0 1 0,0-1 0,0 1 0,5 3 0,-51-3-224,-13-3 107,1 4 0,0 1 0,0 3 0,-82 27 0,-53 17 140,-427 117 155,580-163-151,40-17-611,8-3-29,1-1 1,0 1 0,1 1 0,21-15-1,29-17-6744,-43 30 2873,1-1-2381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9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1 269 5106,'0'0'9733,"5"-2"-8431,-3 1-1179,0 0 1,0 0-1,1 0 1,-1 0-1,1 1 1,-1-1 0,0 1-1,1-1 1,-1 1-1,1 0 1,0 0-1,-1 0 1,1 0-1,-1 1 1,0-1-1,1 1 1,-1-1 0,1 1-1,-1 0 1,0 0-1,1 0 1,-1 0-1,0 1 1,0-1-1,0 0 1,0 1-1,0-1 1,0 1-1,0 0 1,0 0 0,-1 0-1,1 0 1,-1 0-1,0 0 1,1 0-1,-1 0 1,0 1-1,1 2 1,2 5 73,0 1 0,-1-1 0,0 1 0,0-1 0,-2 1 0,2 21 0,-22-38 59,15-2-228,0-1 0,1 0-1,0 0 1,0 0 0,1 0 0,0 0-1,-1-19 1,-1 2 100,0-9 79,1-1 0,3-54-1,0 40-127,0 48-92,0 0 1,0-1 0,0 1-1,0 0 1,0 0-1,0-1 1,1 1-1,-1 0 1,1 0 0,-1 0-1,1 0 1,0 0-1,0 0 1,0 0-1,0 0 1,1 0 0,-1 0-1,0 0 1,1 1-1,-1-1 1,1 0-1,-1 1 1,1-1 0,0 1-1,0 0 1,0 0-1,3-2 1,2 1-987,1 0-1,-1 1 1,0 0 0,0 0 0,0 1-1,15 1 1,-3-1-3685,-4 0-769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0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3378,'0'0'11389,"25"2"-9351,3 3-1582,-8-1-155,-1-1-1,1-1 1,0-1-1,0 0 1,36-5 0,-51 3-269,-1-1 0,1 0 1,-1 0-1,0 0 0,1 0 1,-1-1-1,0 1 0,0-1 0,-1 0 1,5-5-1,-6 7-16,-1 1 0,0-1 0,0-1-1,1 1 1,-1 0 0,0 0 0,0 0 0,-1 0 0,1-1 0,0 1-1,0 0 1,0-1 0,-1 1 0,1-1 0,-1 1 0,1-1-1,-1 1 1,0-1 0,1 1 0,-1-1 0,0 1 0,0-1-1,0 0 1,0 1 0,-1-1 0,1 1 0,0-1 0,0 1-1,-1-1 1,1 1 0,-1-1 0,0 1 0,1-1 0,-2 0-1,-3-1 111,0 1 0,0 0-1,0 0 1,-1 1 0,1 0-1,-1 0 1,1 0 0,-1 0-1,1 1 1,-1 0 0,1 0-1,-10 2 1,1-2 65,3 0-66,0 0-1,0 1 1,0 0-1,1 1 1,-1 0-1,-13 4 1,22-5-88,-1 0-1,0 0 1,1 1 0,-1-1 0,1 1 0,-1-1 0,1 1-1,0 0 1,-1 0 0,1 0 0,0 0 0,0 0 0,1 0-1,-1 1 1,0-1 0,1 1 0,-1-1 0,1 1 0,0-1-1,0 1 1,0 0 0,0 0 0,0 0 0,1-1 0,-1 1-1,1 0 1,0 0 0,0 3 0,0 1-62,0-1 0,0 1 0,1 0 0,0-1 0,0 1 0,1 0 0,0-1 0,0 0 0,5 12 0,-5-15-226,1 0 1,-1 0 0,0 0-1,1 0 1,-1 0 0,1-1 0,0 1-1,0-1 1,0 0 0,0 0 0,0 0-1,1 0 1,-1-1 0,0 1-1,1-1 1,-1 0 0,1 0 0,0 0-1,6 0 1,7 1-2048,0-2 1,-1 0-1,21-2 0,16-8-3200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6787,'0'0'12414,"-24"9"-9760,-75 28-890,92-34-1588,0 0 0,0 0 1,0 0-1,1 1 0,0 0 0,-1 0 0,1 0 1,1 1-1,-1 0 0,1 0 0,0 1 1,0-1-1,0 1 0,1 0 0,0 1 0,0-1 1,-5 14-1,8-17-165,0 0 0,0 0 0,0 0 1,0 0-1,1 0 0,0 1 0,0-1 0,0 0 0,0 0 0,0 0 1,1 5-1,-1-7-31,1 1 0,-1-1-1,1 0 1,-1 0 0,1 1 0,0-1 0,-1 0 0,1 0 0,0 0 0,0 0 0,0 0-1,0 0 1,0 0 0,0 0 0,0-1 0,0 1 0,0 0 0,0 0 0,1-1 0,-1 1-1,0-1 1,0 1 0,1-1 0,-1 0 0,0 1 0,0-1 0,1 0 0,-1 0-1,2 0 1,8 1-189,0-1 0,0 0-1,0-1 1,1 0-1,-1-1 1,0 0-1,-1-1 1,1 0 0,0-1-1,-1 0 1,0 0-1,0-1 1,0-1-1,0 1 1,-1-2 0,0 1-1,0-1 1,-1-1-1,10-10 1,-8 0 3075,-11 45-1874,2-20-1307,1 0 1,0 1-1,0-1 0,0 0 1,1 0-1,6 12 1,13 4-3709,-19-21 3171,0-1 0,-1 0 0,1 1 0,0-1 1,0 0-1,0 0 0,0-1 0,0 1 1,5 0-1,29 0-6010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38 194 7892,'0'0'12592,"6"19"-11658,35 108 629,-42-127-1547,1 0 0,0 0-1,-1-1 1,1 1 0,0 0 0,-1 0 0,1 0-1,-1 0 1,1-1 0,0 1 0,-1 0-1,1 0 1,0 0 0,-1 0 0,1 0-1,-1 0 1,1 0 0,0 0 0,-1 0-1,1 0 1,-1 0 0,1 0 0,0 1 0,-1-1-1,1 0 1,-1 0 0,1 0 0,0 0-1,-1 1 1,1-1 0,0 0 0,0 0-1,-1 1 1,1-1 0,0 0 0,-1 1 0,1-1-1,0 0 1,0 1 0,0-1 0,-1 0-1,1 1 1,0-1 0,0 0 0,0 1-1,0-1 1,0 0 0,0 1 0,-1-1-1,1 1 1,0-1 0,0 0 0,0 1 0,0-1-1,1 1 1,-1-1 0,0 0 0,0 1-1,0-1 1,0 1 0,0-1 0,0 0-1,1 1 1,-29-22 226,23 15-231,0-1-1,1 0 0,0 0 1,0 0-1,1-1 1,0 1-1,0-1 0,1 0 1,0 0-1,-2-15 0,3 17-20,0-1 1,0 1-1,1-1 0,0 1 0,0-1 1,0 1-1,1-1 0,0 1 0,0 0 0,1-1 1,-1 1-1,2 0 0,-1 0 0,1 0 1,3-7-1,4 3-126,-1 0-1,1 0 1,1 1 0,0 1 0,0 0 0,25-13-1,39-16-4816,-41 23-1132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1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1857,'0'0'9868,"25"0"-2664,7 0-4841,-13 3-2165,1-2-1,0-1 1,-1 0-1,1-1 1,24-5-1,-40 5-177,0 0-1,0 0 1,0 0-1,0-1 0,0 0 1,0 1-1,-1-1 1,1 0-1,-1-1 0,1 1 1,-1-1-1,0 1 1,0-1-1,0 0 1,0 0-1,-1 0 0,1-1 1,-1 1-1,0 0 1,0-1-1,0 0 0,0 1 1,-1-1-1,0 0 1,1 0-1,-1 0 0,0 0 1,-1 0-1,1 0 1,-1 0-1,0-8 1,0 11-9,0 0 0,0 0 0,0 0 0,0 0 0,0 0 0,0 0 0,0 0 0,0 0 0,0 0 0,-1 0 1,1 0-1,0 0 0,-1 0 0,1 0 0,-1 0 0,1 0 0,-1 0 0,1 1 0,-1-1 0,0 0 0,1 0 0,-1 1 1,0-1-1,-1-1 0,-24 0 345,13 2-261,9 0-69,0 0-1,0 0 1,0 1 0,0-1 0,1 1 0,-1 0-1,0 0 1,0 0 0,0 1 0,1-1-1,-1 1 1,1 0 0,-1 0 0,1 0 0,0 1-1,-1-1 1,1 1 0,1-1 0,-1 1-1,0 0 1,1 0 0,-1 1 0,1-1-1,-3 5 1,1 1 14,1 0-1,0 0 1,0 0 0,1 0-1,0 1 1,0-1 0,1 1-1,0-1 1,1 11-1,0-18-45,0 0-1,0 0 1,1 0 0,-1 0-1,0 0 1,1 0-1,-1 0 1,1 0-1,0-1 1,0 1-1,0 0 1,0 0 0,0-1-1,0 1 1,0-1-1,0 1 1,1-1-1,-1 1 1,0-1-1,1 0 1,-1 0 0,3 2-1,1-1-150,0 1 0,0-1-1,0 0 1,0 0 0,0-1 0,0 0 0,1 0-1,5 1 1,7-1-1485,-1-1 0,0 0 1,1-1-1,21-5 0,6-8-5300,-9-5-1163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1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4610,'0'0'13190,"3"-5"-11835,-2 4-1237,-1 0-1,1 0 1,0 0-1,-1 0 1,1 0-1,0 0 1,0 0-1,0 0 1,0 0-1,0 0 0,0 1 1,0-1-1,0 0 1,0 1-1,0-1 1,1 1-1,-1-1 1,0 1-1,0-1 1,1 1-1,-1 0 0,0 0 1,0 0-1,1 0 1,1 0-1,-1 1 13,0 0 0,0 0-1,0 1 1,0-1 0,0 1-1,0-1 1,0 1 0,-1 0-1,1-1 1,-1 1 0,1 0-1,-1 0 1,0 0 0,0 1-1,0-1 1,2 3 0,-3-3-133,1 0 1,-1-1-1,1 1 0,0-1 1,-1 1-1,1 0 0,0-1 1,0 1-1,0-1 0,0 0 1,1 1-1,-1-1 0,0 0 1,1 0-1,-1 0 0,1 1 0,-1-2 1,1 1-1,-1 0 0,1 0 1,-1 0-1,1-1 0,0 1 1,0-1-1,-1 1 0,1-1 1,0 0-1,2 1 0,1-3-28,0 0 0,0 0 0,0 0 0,-1 0 0,1-1 0,-1 0 0,0 0-1,8-6 1,9-10 49,-15 14-16,0-1 1,1 1-1,-1 0 1,1 1-1,0-1 1,12-4-1,-12 25 3450,-5-13-3567,0 0 0,0 0 1,0 0-1,0 0 0,1-1 0,-1 1 0,1-1 0,0 0 0,0 0 0,4 3 0,5-3-1584,0-1 1,-1 0 0,1-1 0,13-1 0,2 1-4896,0 0-1527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2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2 4594,'0'0'15498,"-4"-1"-14607,-1 0-836,1 1 1,-1 0-1,1 0 1,-1 1 0,1-1-1,-1 1 1,1 0-1,0 0 1,-1 1-1,1-1 1,0 1-1,0 0 1,0 0-1,0 0 1,0 1-1,1-1 1,-1 1-1,1 0 1,0 0-1,-1 0 1,1 0-1,1 1 1,-1-1-1,0 1 1,-2 5-1,4-8-67,1 0 1,-1 0-1,0 0 0,1 0 0,-1 0 0,1 0 1,-1 0-1,1 0 0,0 0 0,-1 0 0,1 0 1,0 0-1,0 0 0,-1 0 0,1 0 0,0 0 1,0 0-1,0 0 0,1 0 0,-1 1 0,0-1 1,0 0-1,1 0 0,-1 0 0,0 0 1,1 0-1,-1 0 0,1 0 0,-1 0 0,1 0 1,0-1-1,-1 1 0,1 0 0,0 0 0,-1 0 1,1-1-1,0 1 0,0 0 0,0-1 0,0 1 1,0-1-1,0 1 0,0-1 0,0 1 0,0-1 1,0 0-1,0 1 0,0-1 0,0 0 0,0 0 1,0 0-1,0 0 0,0 0 0,0 0 0,1 0 1,0 0-1,7 0-73,0 0 1,-1-1-1,1 0 0,0 0 1,-1-1-1,10-2 1,-2-1 72,0-1 0,0 0 0,-1-1 0,1-1 0,-2-1 0,1 0 0,24-20 0,-75 83 5549,-33 72-4013,11-19-571,-32 42 5,39-69-699,4 1-1,-60 144 1,104-216-255,0 0-1,0-1 1,1 1-1,0 0 1,-1 15-1,3-24-5,0 1 0,1-1 1,-1 1-1,0-1 0,0 0 0,0 1 0,0-1 0,0 1 0,1-1 0,-1 0 0,0 1 0,0-1 0,1 0 0,-1 1 0,0-1 0,1 0 0,-1 1 0,0-1 0,1 0 0,-1 0 0,0 0 0,1 1 0,-1-1 0,0 0 0,1 0 0,-1 0 0,1 0 0,-1 1 0,0-1 0,1 0 0,-1 0 0,1 0 0,-1 0 0,1 0 0,0 0 0,19-2-13,-16 1 19,17-3 22,-1-2 0,-1 0 1,1-2-1,-1 0 1,33-19-1,20-9 27,-13 12-334,-25 11-376,0-1 1,-1-2-1,0-1 0,55-39 0,-67 30-3576,-14 7-2443,-6 7-1138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3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7924,'2'0'17035,"-2"0"-17014,1 0 1,-1 0 0,1 0 0,-1 0 0,1 0-1,-1 0 1,0 0 0,1 0 0,-1 0 0,1 1 0,-1-1-1,0 0 1,1 0 0,-1 0 0,0 1 0,1-1-1,-1 0 1,0 1 0,1-1 0,-1 0 0,0 0-1,0 1 1,1-1 0,-1 1 0,0-1 0,0 0 0,0 1-1,1-1 1,-1 0 0,0 1 0,0-1 0,0 1-1,5 36 796,-5-30-757,0 0 1,1-1 0,0 1 0,1 0 0,-1-1-1,1 1 1,1-1 0,2 8 0,-4-13-92,0 0 1,1 0 0,-1 0-1,0 0 1,0-1 0,0 1-1,0-1 1,0 1 0,1 0-1,-1-1 1,0 0 0,1 1 0,-1-1-1,0 0 1,1 0 0,-1 0-1,0 0 1,1 0 0,-1 0-1,0 0 1,0 0 0,1 0-1,-1-1 1,0 1 0,1-1-1,-1 1 1,0-1 0,2 0-1,36-20-549,7-20-197,62-67-1,-99 100 2479,-9 17 1013,-1 6-3100,1-12 301,0-1 0,0 0 1,0 0-1,1 0 1,-1 0-1,0 0 1,1 1-1,0-1 1,0 0-1,0 0 1,0 0-1,0-1 1,0 1-1,0 0 1,0 0-1,1-1 1,-1 1-1,1 0 1,-1-1-1,1 1 1,-1-1-1,1 0 1,0 0-1,0 0 1,0 0-1,0 0 1,0 0-1,0 0 1,0 0-1,2 0 1,7 1-2010,-1 0 0,1-1 0,-1 0 0,20-1 0,-21 0-117,20 0-5982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3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75 4274,'0'0'12184,"6"0"-11661,29 2-49,-21-1-131,0 1 0,0-2 0,0 0 0,0-1 0,0 0 0,0-1 1,0-1-1,15-4 0,-28 6-311,0 0 1,0 0 0,-1 0 0,1 0-1,0 0 1,-1 0 0,1 0-1,-1 0 1,1-1 0,-1 1 0,0 0-1,1 0 1,-1 0 0,0 0-1,0-1 1,0 1 0,0 0 0,0 0-1,0-1 1,0 1 0,-1 0-1,1 0 1,0 0 0,-1 0 0,1-1-1,0 1 1,-1 0 0,1 0-1,-1 0 1,0 0 0,1 0 0,-1 0-1,0 0 1,0 0 0,0 1-1,0-1 1,1 0 0,-1 0 0,0 1-1,0-1 1,-3-1 0,-9-2 157,0 0 0,0 0 0,0 1 0,-1 1 0,0 0 0,1 1 0,-1 1 0,-22 1 0,7 0 1186,28-1-1356,0 1 0,0-1-1,0 1 1,0-1-1,1 1 1,-1-1-1,0 1 1,0 0-1,1 0 1,-1-1-1,0 1 1,1 0-1,-1 0 1,1 0-1,-1-1 1,1 1-1,-1 0 1,1 0-1,0 0 1,-1 0 0,1 0-1,0 0 1,0 0-1,0 0 1,0 0-1,-1 0 1,2 0-1,-1 2 1,-1 37-86,1-33 115,0 0-123,0 0 0,0 0 0,0 1 0,1-1-1,0 0 1,1 0 0,0 0 0,4 11 0,-5-15-118,1-1-1,0 1 1,0 0-1,1-1 1,-1 0-1,0 1 1,1-1-1,-1 0 1,1 0 0,0-1-1,-1 1 1,1 0-1,0-1 1,0 0-1,0 0 1,0 0-1,1 0 1,-1 0-1,0 0 1,0-1 0,5 0-1,10 3-1817,1-2 0,0 0-1,-1-1 1,1-2 0,0 1 0,-1-2-1,33-9 1,-2-7-1744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3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6403,'0'0'17952,"0"67"-13270,0-66-4719,0 0-1,1 0 1,-1 1-1,0-1 0,0 0 1,1 0-1,-1 0 1,0 1-1,1-1 1,0 0-1,-1 0 0,1 0 1,-1 0-1,1 0 1,0 0-1,0 0 1,0 0-1,-1 0 0,1-1 1,0 1-1,0 0 1,0 0-1,0-1 1,1 1-1,-1-1 0,0 1 1,0-1-1,0 1 1,0-1-1,0 0 1,1 1-1,-1-1 0,0 0 1,0 0-1,1 0 1,-1 0-1,0 0 1,0 0-1,1 0 0,-1-1 1,2 0-1,1 1-118,1-1 1,-1 0-1,0 0 0,1 0 0,-1-1 0,0 1 0,0-1 1,0 0-1,0 0 0,4-4 0,15-15-167,-4 4 368,-2 0 1,18-22-1,-36 41 388,1 0 0,-1 0 0,1 0 0,0 0 0,0 0 0,-1 0 0,1 0 0,1 0 0,-1 0 0,0 0 0,0 0 0,1 0 0,0 2-1,0-1-684,-1 1 0,1-1 0,0 0 0,0 0 0,0 0-1,0 0 1,1 0 0,0 0 0,-1-1 0,1 1 0,0 0-1,0-1 1,0 0 0,0 1 0,1-1 0,4 3 0,-1-3-977,1-1 0,0 1 1,0-2-1,0 1 0,0-1 1,9-1-1,-1 1-1432,19 0-5294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4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17 6499,'0'0'13107,"-3"7"-12498,3-7-609,-1 3 71,0 1 0,-1-1 1,1 1-1,0 0 0,1-1 0,-1 1 1,1 0-1,0 7 0,0-10-57,1 0 0,-1 1 1,1-1-1,-1 0 0,1 0 0,0 1 0,-1-1 0,1 0 0,0 0 0,0 0 0,0 0 1,0 0-1,0 0 0,0 0 0,0 0 0,1-1 0,-1 1 0,0 0 0,0-1 0,1 1 0,-1-1 1,0 1-1,1-1 0,-1 1 0,0-1 0,1 0 0,-1 0 0,1 0 0,-1 0 0,0 0 1,1 0-1,1 0 0,12 1 206,42-1-13,-56 0-185,0 0-1,1-1 1,-1 1 0,0 0-1,1-1 1,-1 1-1,0-1 1,1 1-1,-1-1 1,0 1-1,0-1 1,0 0 0,0 0-1,0 0 1,0 0-1,0 0 1,0 0-1,0 0 1,0 0-1,0 0 1,0 0 0,-1 0-1,1 0 1,0-1-1,-1 1 1,1 0-1,-1-1 1,0 1-1,1 0 1,-1-1 0,0 1-1,0 0 1,0-2-1,1 1 81,-1 0 1,0 0-1,0 0 0,0 0 0,0 1 0,0-1 1,0 0-1,0 0 0,-1 0 0,1 1 0,-1-1 1,1 0-1,-1 0 0,0 1 0,1-1 0,-1 0 0,0 1 1,0-1-1,0 1 0,0-1 0,-1 1 0,1 0 1,0-1-1,-1 1 0,1 0 0,0 0 0,-1 0 1,0 0-1,1 0 0,-1 0 0,1 1 0,-1-1 0,0 0 1,0 1-1,1-1 0,-1 1 0,0 0 0,0-1 1,0 1-1,0 0 0,1 0 0,-4 1 0,-12-3 602,0 0 0,1 1 0,-33 4 0,46-3-660,0 0 0,1 0 1,-1 0-1,1 0 0,-1 1 0,0 0 0,1-1 0,-1 1 0,1 0 1,-1 0-1,1 0 0,0 0 0,-1 1 0,1-1 0,0 1 0,0-1 1,0 1-1,0 0 0,0 0 0,1 0 0,-1 0 0,0 0 0,1 0 1,-1 0-1,1 1 0,0-1 0,0 1 0,0-1 0,0 1 0,0-1 1,1 1-1,-1-1 0,0 5 0,1-2-91,0 0 1,0 0-1,0 0 0,1 0 1,0 0-1,0 0 1,0 0-1,1 0 0,-1 0 1,3 4-1,-2-6-85,0-1 0,0 1-1,0-1 1,1 0 0,-1 1 0,1-1 0,-1 0 0,1-1-1,0 1 1,0 0 0,0-1 0,0 0 0,0 1 0,0-1-1,0 0 1,0-1 0,3 2 0,19 2-1819,1 0 1,-1-1-1,50-2 0,24-8-6147,-25-7 276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4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0 15223,'0'0'4154,"-20"7"-846,7-4-2632,1 0-148,0 1 1,1 0-1,-1 1 0,1 0 0,0 0 0,0 1 0,1 1 0,0 0 0,0 0 1,-16 16-1,2 3-80,1 2 1,1 0-1,1 2 1,-29 55-1,41-64-298,0 0 1,0 0-1,2 1 1,1 0-1,1 0 1,1 1-1,0 0 1,1 35-1,2-51-196,1 1 1,1 0-1,-1-1 1,1 1-1,0-1 1,1 1-1,0-1 1,0 0-1,1 0 1,6 13-1,-6-16-28,0-1 0,0 1-1,0 0 1,1-1 0,0 1-1,0-1 1,0 0 0,0-1-1,0 1 1,0-1 0,1 0 0,-1 0-1,1 0 1,0 0 0,0-1-1,-1 0 1,10 2 0,3-1-1015,1 0 1,-1-1 0,0-1-1,0 0 1,0-1 0,34-7-1,-34 4-1208,0-1 0,-1-1-1,29-13 1,24-18-7646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5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14679,'0'0'13891,"-13"9"-12645,4-3-1041,-4 2 225,1 0 0,0 2-1,-19 17 1,27-22-366,0-1 1,1 1-1,-1-1 0,1 1 0,0 0 0,0 0 0,1 1 1,-1-1-1,1 0 0,0 1 0,1 0 0,-1-1 0,1 1 1,0 0-1,0 8 0,2-13-67,0 0 1,-1-1-1,1 1 1,0 0-1,-1-1 1,1 1-1,0 0 0,0-1 1,0 1-1,-1-1 1,1 0-1,0 1 1,0-1-1,0 0 0,0 1 1,0-1-1,0 0 1,0 0-1,0 0 1,0 0-1,0 0 0,1 0 1,29 2-188,-28-2 135,34 0-352,41 2-1446,-72-1 1673,1-1 0,-1 1 0,0 1 0,0-1 0,1 1 1,-1 0-1,0 0 0,9 6 0,-13-7 255,0 1 0,-1-1 1,1 1-1,0 0 1,-1-1-1,0 1 0,1 0 1,-1 0-1,0 0 0,0 0 1,0 0-1,0 0 0,0 0 1,0 1-1,-1-1 0,1 0 1,-1 0-1,0 1 0,1-1 1,-1 0-1,0 0 1,0 1-1,-1-1 0,1 0 1,0 0-1,-1 1 0,1-1 1,-1 0-1,0 0 0,-2 4 1,0 3 172,-1-1 0,-1 0 1,1 0-1,-1 0 0,-1 0 0,-6 6 1,3-4-204,-1 0 1,-1-2 0,0 1-1,0-1 1,-1-1 0,-23 12-1,25-15-554,0 0-1,0 0 0,-21 4 1,26-8-216,0 1 1,0 0-1,0-1 1,0 0-1,0 0 1,0-1-1,0 0 1,0 1-1,-5-3 1,8-4-5111,2-15-3268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5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11573,'0'0'15303,"115"-11"-14854,-81 11-257,-7-3-192,7 1-241,0 0-1199,-7-5-2466,0-2-2753,-6-2-3922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5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0 384,'0'0'23456,"13"17"-21852,2 0-1131,-3-4-9,0 1 0,-1 0 0,-1 1 0,-1 0 0,16 31 0,-2 10 773,23 78-1,-40-111-1008,-1 0-1,-1 0 1,-1 1-1,-1-1 1,-2 1-1,-2 37 1,0-50-228,-1 0 0,0 0 0,-1 0 0,0-1 0,0 1 0,-1-1 0,0 0 0,-1 0 0,0 0 0,-1-1 0,0 0 0,0 0 0,-1-1 0,0 0 0,-1 0 0,-16 11 0,7-7 0,-1 0 0,0-1 0,0-1 0,-1 0 0,0-2 0,-1-1 0,-38 10 0,58-17-142,-8 2-3331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26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3265,'0'2'17557,"-2"3"-13364,-8 33-3554,3 11 537,2 1 0,2 54 1227,3-106-2399,1-1 0,-1 1 0,0-1 0,1 0 0,0 1 0,0-1 0,0 1 0,0 0 0,0-1 0,0 1 0,0 0 0,1 0 0,-1 0 0,1 0 1,0 0-1,-1 0 0,1 0 0,4-3 0,-1 1-20,1 0 1,-1 0-1,1 0 0,-1 1 1,1-1-1,9-2 1,-12 5 5,-1 0 1,1 0 0,-1 0 0,1 0 0,0 1 0,-1-1-1,1 1 1,0 0 0,-1 0 0,1 0 0,0 0-1,-1 0 1,1 1 0,-1-1 0,1 1 0,0 0 0,-1-1-1,1 1 1,-1 0 0,0 1 0,1-1 0,-1 0 0,0 1-1,0-1 1,0 1 0,0 0 0,0 0 0,0-1 0,0 1-1,0 0 1,-1 1 0,1-1 0,-1 0 0,0 0 0,1 1-1,-1-1 1,0 1 0,-1-1 0,1 1 0,0-1-1,0 5 1,3 13 21,-1 0 0,-1 0 0,-1 0 0,-1 29 0,-1-27-39,2 5 51,0-17-32,-1 0 1,0 0 0,-3 20 0,2-27 20,0 1 0,0-1 0,0 0 0,0 0 1,-1 0-1,1 0 0,-1 0 0,0-1 0,0 1 1,0 0-1,0-1 0,0 1 0,0-1 1,-1 0-1,1 0 0,-5 3 0,2-1 162,0-1 0,-1 0 1,0 0-1,0 0 0,1-1 0,-2 0 0,1 0 0,0-1 0,0 1 0,-1-1 1,1 0-1,0-1 0,-11 0 0,12 0-165,1 0 0,0-1 0,0 0 0,0 0 0,0 0 0,0 0 0,0 0 0,-6-3 0,9 3-11,-1 0 1,1 0-1,-1 1 0,1-1 0,-1 0 1,1-1-1,0 1 0,0 0 0,-1 0 1,1 0-1,0-1 0,0 1 0,0-1 1,0 1-1,0-1 0,1 1 0,-1-1 1,0 1-1,1-1 0,-1 0 0,1 1 1,0-1-1,-1-3 0,1 2-28,0 3-3,0 0 1,0-1-1,0 1 0,0-1 0,0 1 0,0 0 0,0-1 0,0 1 0,0-1 0,0 1 0,0 0 0,0-1 0,0 1 0,1 0 0,-1-1 1,0 1-1,0 0 0,0-1 0,1 1 0,-1 0 0,0 0 0,0-1 0,1 1 0,-1 0 0,0-1 0,1 1 0,-1 0 0,0 0 0,1 0 1,-1 0-1,0-1 0,1 1 0,-1 0 0,0 0 0,1 0 0,-1 0 0,0 0 0,1 0 0,-1 0 0,1 0 0,-1 0 0,0 0 0,1 0 1,-1 0-1,0 0 0,1 0 0,-1 0 0,1 0 0,-1 1 0,0-1 0,1 0 0,0 1 0,-1-2-366,1 1 0,0 0 0,0 0 0,0 0 0,0-1 0,0 1 0,0 0 0,-1-1 0,1 1 0,0-1 0,0 1 0,0-1 0,-1 1 0,1-1 0,0 0 0,-1 1 0,1-1 0,-1 0 0,1 1 0,-1-1 0,1 0 0,-1 0 0,1 1 0,-1-1 0,0 0 0,1 0 0,-1 0 0,0 0 0,0 0 0,1 0 0,-1-1 0,1-16-9284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27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2721,'10'-16'21579,"-6"14"-19267,7 1-2110,1-1-1,-1 0 0,1 0 1,-1-1-1,0-1 1,0 0-1,0 0 1,0-1-1,-1-1 0,0 1 1,16-14-1,-12 13 1724,-3 6-3279,-3 6-4111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4594,'0'0'6115,"7"5"-4851,6-1-959,1-1-81,-7 3-96,6-1-64,1 2-64,-1-1-256,8 3-1393,-1-4-1104,0 2-1249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5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4130,'0'0'13046,"108"-12"-12950,-74 8-96,0 4-272,7-2-1121,6 2-1104,-6-3-656,-1-1-449,8 2-208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1457,'0'0'15015,"109"-13"-14583,-96 13-256,8 0-176,-1 0-112,14-2-1425,0-3-1664,6-4-1201,8 0-112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6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3570,'0'0'10853,"41"0"-10629,-21 0-128,7 0-96,-6 0-176,13 0-1329,0 0-1328,6 0-513,8 0-255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4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 6195,'0'0'24635,"6"-9"-23754,1 9-577,-7 11-689,0 5-1055,0 5-1185,-7 1-1441,-6 3-3490,-1-2-3889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4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11189,'0'0'15591,"-33"102"-16007,26-78-2193,0 10-3218,-7 5-5602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59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18 118 1697,'0'0'13371,"3"0"-13088,25 1 296,-16 0 105,0-1 0,0 0 0,24-4 0,-32 3-611,-1 0 0,0 1-1,0-2 1,0 1-1,0 0 1,0-1 0,0 1-1,0-1 1,-1 0-1,1 0 1,0 0 0,-1 0-1,1 0 1,-1-1-1,0 1 1,0-1 0,0 1-1,0-1 1,2-4 0,9-35 215,-13 41-286,0 0-1,0 0 1,1-1-1,-1 1 0,0 0 1,0 0-1,0 0 0,0 0 1,0 0-1,-1 0 0,1 0 1,0 0-1,0 0 0,-1 0 1,1 0-1,-1 0 0,1 0 1,-1 0-1,1 0 0,-1 0 1,0 0-1,1 0 0,-1 1 1,0-1-1,0 0 1,1 0-1,-1 1 0,0-1 1,0 1-1,0-1 0,0 1 1,0-1-1,0 1 0,0-1 1,0 1-1,0 0 0,0-1 1,0 1-1,0 0 0,-2 0 1,-4 0 8,0 1 0,0 1 1,0-1-1,1 1 0,-1 0 1,0 0-1,1 1 1,-1 0-1,1 0 0,0 0 1,0 1-1,0 0 0,0 0 1,1 1-1,0 0 0,0 0 1,0 0-1,0 0 0,1 1 1,-6 9-1,6-10 1,0 1-1,0-1 1,1 1-1,0 0 1,0 0-1,0 0 1,1 1-1,0-1 1,0 1-1,1-1 1,0 1-1,0-1 1,0 1-1,1 0 1,0 0-1,0-1 1,1 1-1,0 0 1,0-1-1,0 1 1,1-1-1,3 9 1,-3-11-352,1-1 1,0 1 0,0-1 0,0 1 0,0-1 0,0 0 0,0 0 0,1-1 0,0 1 0,0-1 0,-1 1-1,1-1 1,0 0 0,1-1 0,-1 1 0,0-1 0,0 0 0,1 0 0,-1 0 0,1 0 0,5-1-1,-2 1-369,-1-1 0,0 0-1,1-1 1,-1 0 0,0 0-1,0 0 1,0-1-1,1 0 1,-2-1 0,1 1-1,0-1 1,8-6 0,13-9-2647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59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1185,'0'0'13224,"0"0"-13149,0 0 0,0 0-1,0 0 1,1 0-1,-1-1 1,0 1 0,0 0-1,0 0 1,0 0 0,0 0-1,0 0 1,0 0-1,0-1 1,0 1 0,0 0-1,1 0 1,-1 0 0,0 0-1,0 0 1,0 0-1,0 0 1,0 0 0,0 0-1,1-1 1,-1 1 0,0 0-1,0 0 1,0 0-1,0 0 1,0 0 0,1 0-1,-1 0 1,0 0 0,0 0-1,0 0 1,0 0-1,0 0 1,1 0 0,-1 0-1,0 0 1,0 1 0,0-1-1,0 0 1,0 0-1,1 0 1,-1 0 0,0 0-1,0 0 1,0 0-1,0 0 1,0 0 0,0 0-1,0 1 1,0-1 0,1 0-1,-1 0 1,0 0-1,0 0 1,0 0 0,0 0-1,0 1 1,0-1 0,0 0-1,0 0 1,0 0-1,0 0 1,0 0 0,0 1-1,0-1 1,0 6 345,1 0 0,0 0 0,0 0 0,0 0 0,1-1 0,0 1 1,3 6-1,4 13 221,-9-24-633,1 0 1,0 1-1,-1-1 1,1 0-1,0 1 1,0-1-1,0 0 1,0 0-1,0 0 1,1 0-1,-1 0 1,0 0-1,0 0 1,1 0-1,-1 0 1,0 0-1,1-1 1,-1 1-1,1-1 1,-1 1-1,1-1 1,-1 0-1,1 1 1,-1-1-1,1 0 1,0 0-1,-1 0 1,1 0-1,-1 0 1,1 0-1,-1-1 1,1 1-1,-1-1 1,1 1 0,1-1-1,4-1-9,-1 0 1,1 0-1,-1-1 0,1 0 1,-1 0-1,7-5 0,9-18-23,3 0 4050,4 66-3410,-24-36-862,0-1-1,0 0 0,1 0 0,0-1 1,-1 0-1,1 0 0,0 0 0,0 0 1,9 0-1,56 1-6295,-52-3 4018,35 0-5613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0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4 5619,'0'0'16220,"-15"-1"-14835,-47-2-342,57 4-931,1 0 1,-1 0-1,0 0 0,0 1 1,1-1-1,-1 1 0,1 0 0,0 1 1,0-1-1,0 1 0,0-1 0,0 1 1,0 0-1,0 1 0,1-1 1,0 1-1,-3 3 0,-9 9 159,12-14-256,0 0-1,0 0 1,1 1 0,-1-1 0,1 1 0,0 0-1,0-1 1,0 1 0,0 0 0,1 0 0,-1 0-1,1 1 1,-1-1 0,1 0 0,0 1 0,0-1 0,1 0-1,-1 1 1,1 3 0,2-6-50,1 0 0,-1 0 0,1 0-1,0 0 1,-1 0 0,1-1 0,0 1 0,0-1 0,-1 0 0,1 0-1,0 0 1,0 0 0,4-1 0,-1 0-31,3 1-10,0-1 0,0-1 0,-1 1 0,1-2 0,-1 1-1,1-1 1,7-4 0,16-5 26,-28 12 64,-3 0 23,-1 8 40,0-1-32,-1 0-1,0-1 1,-1 1-1,1-1 0,-1 1 1,0-1-1,-1 1 1,0-1-1,-4 7 1,-39 57 433,31-48-333,-33 44 225,-47 73 372,86-122-678,0 0 0,1 1 0,0-1 0,2 2 0,0-1 0,-5 30 0,11-47-65,-1 0 0,1 0 0,0 0 0,0 0 0,-1 0 0,1 0 0,0-1 0,0 1 0,0 0 0,0 0 0,0 0 0,0 0 0,1 0 0,-1 0 0,0 0 0,0 0 0,1 0 0,-1 0 0,1 0 0,-1-1 0,1 1 0,-1 0 0,1 0 0,-1-1 0,1 1 0,-1 0 0,1 0 0,0-1 0,0 1 0,1 0 0,29 0-1,-25-1 14,4-2 13,0 0 0,-1 0-1,1-1 1,-1-1 0,0 1 0,0-2-1,0 1 1,9-7 0,65-50-168,-36 24-1065,16-14-3500,-25 14-5122,-23 18 1285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0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1825,'0'0'20310,"0"29"-16254,0-26-3960,-1-1 1,1 1 0,0 0 0,1 0 0,-1 0 0,0 0-1,1 0 1,0-1 0,-1 1 0,1 0 0,0 0-1,0-1 1,1 1 0,-1-1 0,1 1 0,-1-1-1,1 1 1,0-1 0,2 2 0,-2-2-128,0-1-1,0 0 1,0-1 0,0 1-1,0 0 1,0-1 0,0 1-1,1-1 1,-1 1 0,0-1-1,0 0 1,1 0 0,-1 0-1,0 0 1,0-1 0,0 1-1,1 0 1,3-2-1,7-3-251,1-1 0,-1 0 0,0-1 0,-1 0 0,20-16 0,42-30 227,-62 69 3475,7 14-6995,-18-28 3056,1-1 0,-1 1 0,0 0 0,1-1 0,0 0 1,-1 1-1,1-1 0,0 0 0,-1 0 0,1 0 0,0 0 0,0 0 0,0 0 0,2 0 0,21 1-6123,2-1-1718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6739,'0'0'11824,"4"0"-11098,22 8 163,26 6 500,-30-13-1212,-11 1-146,1-1 1,-1-1 0,1 0-1,-1 0 1,0-1-1,1 0 1,18-6 0,-29 7-31,0 0 1,0 0-1,0-1 1,0 1-1,0 0 1,0-1-1,0 1 1,0-1-1,-1 1 1,1-1-1,0 1 1,0-1-1,-1 1 1,1-1-1,0 0 1,-1 1-1,1-1 1,0 0-1,-1 0 1,1 1-1,-1-1 1,1 0-1,-1 0 1,0 0-1,1 0 1,-1 0-1,0 0 1,0 1-1,1-1 1,-1 0-1,0 0 1,0 0-1,0 0 1,0 0-1,0 0 1,0 0-1,-1 0 1,1 0-1,0 0 1,0 0-1,-1 0 1,1 1-1,0-1 1,-1 0-1,1 0 1,-1 0-1,1 0 1,-1 1-1,0-1 1,1 0-1,-1 1 1,0-1-1,1 0 1,-1 1-1,0-1 1,0 1-1,0-1 1,1 1-1,-1-1 0,0 1 1,-1-1-1,-6-3 18,1 0 0,-1 0 0,1 1 0,-1 0-1,-8-2 1,7 2 69,0 2-1,0-1 1,0 1-1,-1 0 1,1 1 0,0 0-1,0 0 1,0 1-1,0 1 1,-12 2-1,18-3-53,-1 1 0,1-1 0,0 1-1,0 0 1,0 0 0,0 0 0,1 0-1,-1 1 1,1-1 0,-1 1 0,1-1-1,0 1 1,0 0 0,0 0 0,0 0-1,0 0 1,1 0 0,-1 1 0,1-1 0,0 0-1,0 1 1,0-1 0,0 1 0,1-1-1,0 1 1,-1-1 0,1 1 0,1 5-1,-1-5-51,0-1 1,0 1-1,0-1 0,0 1 0,1-1 0,-1 1 0,1-1 0,0 1 0,0-1 0,1 0 0,-1 1 0,1-1 0,-1 0 1,1 0-1,0 0 0,4 4 0,-3-4-135,0-1 1,1 0-1,-1 0 0,1 0 1,-1 0-1,1 0 1,0-1-1,0 0 1,0 1-1,0-1 0,0-1 1,0 1-1,0-1 1,5 1-1,12 0-2018,0 0 0,1-1 1,-1-1-1,0-1 0,0-1 0,20-5 0,8-11-3592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1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38 176,'0'-1'26175,"-1"19"-25772,1 23 66,0-40-510,0 0 1,0 0 0,0 0-1,0 0 1,1-1 0,-1 1-1,0 0 1,1 0 0,-1 0-1,0 0 1,1 0 0,-1-1-1,1 1 1,-1 0 0,1 0 0,0-1-1,-1 1 1,1 0 0,0-1-1,0 1 1,-1-1 0,1 1-1,0-1 1,0 1 0,0-1-1,-1 1 1,1-1 0,0 0-1,0 0 1,0 1 0,0-1-1,0 0 1,1 0 0,2 0-102,-1 0 1,0 0 0,0 0-1,1-1 1,-1 0 0,0 1-1,0-1 1,0 0-1,0 0 1,0-1 0,0 1-1,0-1 1,0 1-1,0-1 1,-1 0 0,4-3-1,-1-1 119,1 0-1,-2-1 0,1 0 1,7-13-1,-8 11 477,1 1-1,0 0 1,0 0-1,10-10 1,-7 30 3048,-7-9-3787,1 1 1,0 0 0,0-1 0,0 1-1,0-1 1,0 1 0,1-1-1,-1 0 1,1 0 0,0 0 0,0-1-1,6 5 1,0-5-1055,0 0 1,0 0-1,-1-1 1,1 0-1,0-1 1,11-1 0,-6 1-1613,26 0-5239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1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59 5138,'0'0'15688,"-1"6"-14619,0-4-994,1 0 0,-1 0 0,1 0 0,-1 0 0,1 0 0,0 0 0,0 0 0,0 1 0,0-1-1,0 0 1,1 0 0,-1 0 0,2 3 0,-1-4-44,0 1 0,0-1 0,0 0 0,1 0 0,-1 0 0,0-1-1,1 1 1,-1 0 0,1 0 0,-1-1 0,1 1 0,-1-1 0,1 1 0,0-1 0,-1 0 0,1 1 0,-1-1 0,1 0-1,0 0 1,-1 0 0,4-1 0,5 1 58,11 0 32,-1 0 1,25-5-1,-40 4-132,0 0 1,0 0-1,0 0 0,0-1 1,0 0-1,0 0 1,-1 0-1,1-1 0,-1 1 1,0-1-1,0 0 0,0 0 1,0-1-1,4-4 1,-7 7 25,0 0 0,0 0 0,0 0 0,0 0 0,0 0 0,0 0 1,0 0-1,-1-1 0,1 1 0,-1 0 0,1 0 0,-1-1 1,1 1-1,-1-1 0,0 1 0,1 0 0,-1-1 0,0 1 0,0-1 1,0 1-1,0-1 0,0 1 0,0 0 0,-1-1 0,1 1 0,0-1 1,-1 1-1,1 0 0,-1-1 0,0 1 0,1 0 0,-1 0 0,0-1 1,0 1-1,-1-2 0,-1 1 92,1 0 1,-1 1-1,0-1 0,1 0 1,-1 1-1,0-1 0,0 1 1,0 0-1,0 0 0,0 0 1,-1 1-1,1-1 1,0 1-1,-6 0 0,0-1 100,1 2 0,0-1 0,0 1 0,0 1 0,-1-1 0,1 1 0,1 1 0,-1 0 0,-13 6 0,17-7-110,0 1 0,1-1 1,-1 1-1,0 0 0,1 0 0,0 1 0,0-1 0,0 1 0,0-1 1,0 1-1,1 0 0,0 0 0,0 0 0,0 1 0,0-1 0,1 0 0,-1 1 1,1-1-1,-1 8 0,0-4-49,1 0 0,1 0 1,-1 0-1,1 0 0,0 1 1,2 7-1,-2-14-75,1 0 0,-1 0 0,1 0-1,0 0 1,0 0 0,0-1 0,0 1 0,0 0-1,0 0 1,0-1 0,0 1 0,1-1 0,-1 1 0,0-1-1,1 0 1,-1 1 0,1-1 0,0 0 0,-1 0 0,1 0-1,0 0 1,0 0 0,0-1 0,0 1 0,0-1-1,-1 1 1,1-1 0,0 1 0,0-1 0,3 0 0,40 2-2000,1-1 1,76-9 0,-74 1-2053,48-14 1,37-17-9107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2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1 1585,'0'0'17458,"-8"3"-15569,-13 8-1157,1 1 0,0 1 0,1 0 0,0 2-1,1 0 1,1 1 0,-27 32 0,-100 142 2057,131-171-2687,0 1 0,1 0 1,2 1-1,0 1 0,1 0 0,1 0 0,1 0 0,1 1 0,1 0 1,0 0-1,2 1 0,1-1 0,3 47 0,-1-63-163,1 0-1,0 0 1,0 0 0,1 0-1,0-1 1,0 1 0,0 0-1,1-1 1,0 0 0,1 0-1,-1 0 1,1 0-1,0 0 1,1-1 0,9 10-1,-7-9-157,1 0 0,0-1-1,0 1 1,0-2 0,1 1 0,0-1-1,0-1 1,0 0 0,0 0-1,16 3 1,-9-4-176,-1 0 1,1-1-1,-1-1 0,1 0 1,0-1-1,-1 0 1,1-2-1,-1 0 0,0 0 1,0-2-1,0 0 0,0 0 1,-1-1-1,16-10 1,16-20-6031,-10-6-3048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3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7075,'0'0'16386,"0"0"-16289,1 0-1,-1 1 1,1-1-1,-1 0 0,0 1 1,1-1-1,-1 0 1,1 1-1,-1-1 1,0 1-1,1-1 0,-1 0 1,0 1-1,1-1 1,-1 1-1,0-1 0,0 1 1,0-1-1,0 1 1,1-1-1,-1 1 1,0-1-1,0 1 0,0-1 1,0 1-1,0-1 1,0 1-1,0-1 0,0 1 1,0-1-1,0 1 1,-1 0-1,1-1 1,0 1-1,-1 0 0,-2 13 416,-1 0-1,-1-1 1,0 1-1,-1-1 1,0 0-1,-1-1 1,0 1-1,-16 18 1,13-18-371,1 0 1,0 1-1,1 0 1,1 0 0,0 1-1,1-1 1,-5 19-1,11-32-151,-1 0-1,1 0 1,0 0 0,-1 0-1,1 0 1,0 1-1,0-1 1,-1 0 0,1 0-1,0 0 1,0 0-1,1 1 1,-1-1 0,0 0-1,0 0 1,0 0-1,1 0 1,-1 1 0,1-1-1,-1 0 1,1 0-1,-1 0 1,1 0 0,0 0-1,-1 0 1,2 1-1,1-1-23,-1 0-1,1-1 0,-1 1 0,1-1 0,0 1 1,-1-1-1,1 0 0,-1 0 0,1 0 0,2 0 1,8-1 132,32 2-181,0-2-1,0-2 1,0-1 0,0-3 0,64-19 0,-107 26 99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3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9524,'0'0'16264,"-48"131"-15160,48-95-223,0-2-529,0-3-208,0-2-144,0 1-368,0-5-977,14-5-960,0 0-1505,-1-4-2545,1-9-1936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3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4226,'0'0'19422,"0"3"-19270,2 3-28,0 1-1,0-1 1,1 0-1,0 0 1,0 0 0,1 0-1,-1 0 1,1-1-1,10 10 1,2 7 318,13 20 1089,44 83-1,-64-105-1282,0 0 1,-2 1 0,0 1 0,-2-1 0,0 1 0,3 42 0,-6-44-201,-2 0 0,-3 38 0,2-51-29,0-1-1,-1 1 1,0-1 0,0 1-1,-1-1 1,1 0 0,-1 1-1,-1-1 1,1-1 0,-1 1-1,0 0 1,-6 6-1,-4 1 135,-1-1-1,0 0 1,-1-1-1,0-1 1,-17 9-1,-90 37 465,123-56-712,-1 1 0,1-1 0,-1 0 0,0 1 0,1-1 0,-1 0 0,1 1 0,-1-1 0,0 0 1,1 0-1,-1 0 0,0 0 0,1 0 0,-1 0 0,0 0 0,1 0 0,-1 0 0,1 0 0,-1 0 0,0 0 0,1 0 1,-1 0-1,0-1 0,1 1 0,-1 0 0,1 0 0,-1-1 0,0 1 0,1 0 0,-1-1 0,1 1 0,-1-1 0,1 1 1,-1-1-1,1 1 0,0-1 0,-1 1 0,1-1 0,0 1 0,-1-1 0,1 1 0,0-1 0,-1 0 0,1 1 0,0-1 1,0 1-1,0-1 0,0 0 0,0 1 0,0-1 0,0 0 0,0 1 0,0-2 0,6-37-4843,18-13-2233,9-14-2687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4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10101,'0'0'21449,"14"99"-20696,-14-90-465,0-2-288,0 4-48,0 3-784,0 1-1233,0 6-1425,-14 4-1969,1-1-3633,-1 3-336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5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0 6403,'0'0'15831,"-122"135"-13094,88-103 769,7-5-2498,0-2-783,0 16-225,-7-3-2546,0-2-3584,0-2-12503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9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48 1105,'0'0'10335,"8"-6"-9022,6-4-814,26-22 7908,-41 44-7082,-2-2-1163,-1 0 0,0 0 0,0 0 0,-1-1 0,0 1 0,-12 15 0,1-2-6,-82 129 59,90-140-269,7-10 51,-1 0 0,1 0 0,0 0 0,0 0 0,0 0 0,0 0-1,0 0 1,0 0 0,0 1 0,1-1 0,-1 0 0,1 5 0,2-6 6,0 0-1,0 0 1,0 0-1,0-1 1,0 1-1,0-1 1,0 1-1,0-1 1,1 1-1,-1-1 1,0 0 0,0 0-1,4-1 1,38 1 29,-41 0 2,31-2-11,0-2 1,0-1 0,0-1-1,35-13 1,10-1 204,-59 18 598,-1 0 0,1 0-1,38 4 1,-11-1 241,-69 5-2974,-11 2-7519,21-8 3527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0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1 800,'0'4'19551,"0"21"-17342,0 2-346,-2 0 0,-7 32 1,-33 106 433,14-64-1855,24-87-396,1 0 1,1 0-1,0 0 0,0 16 1,2-30-119,-14-36-25935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8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4706,'0'0'12566,"34"0"-11814,-20 0-272,-7 0-319,6 0-145,1 0 48,-1 0-128,8 0-16,-1 0-865,0 0-1344,14 0-1761,0-9-736,7 2-432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2385,'0'0'16376,"55"0"-15976,-35 0-176,7 0-224,0 0-272,0 0-1009,14 0-2320,-1 0-1106,15 0-591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4274,'0'0'12998,"20"0"-12870,-13 0-176,-7 7-1025,6 0-1136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4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21 7347,'0'0'11790,"12"39"-7988,-10-36-3685,-1 0 1,0 0 0,1 0-1,0 0 1,-1 0 0,1-1-1,0 1 1,1-1 0,-1 1-1,0-1 1,1 1 0,-1-1 0,1 0-1,0 0 1,0-1 0,0 1-1,0 0 1,0-1 0,0 0-1,5 2 1,2-1-53,1 1 0,0-1-1,0-1 1,0 0 0,11-1-1,-21-1-80,1 0 0,-1 0 0,0 0 0,0 0 0,0 0 0,0 0 0,0 0 0,0 0 0,0 0 0,0 0 0,0-1 0,-1 1 0,1 0-1,0-1 1,-1 1 0,1 0 0,-1-1 0,0 1 0,1-1 0,-1 1 0,0-1 0,0 1 0,0-1 0,0 1 0,0-1 0,0 1 0,0-1 0,-1 1-1,0-2 1,1-5-88,0 1-1,-1 0 1,0 1-1,0-1 0,-4-10 1,4 16 104,1-1 0,-1 1 0,0-1 0,1 1 0,-1-1 0,0 1 0,0 0 0,0-1 0,0 1 0,0 0 0,0 0 1,-1 0-1,1 0 0,0 0 0,-1 0 0,1 0 0,0 1 0,-1-1 0,1 0 0,-1 1 0,1-1 0,-1 1 0,1-1 0,-1 1 1,0 0-1,1 0 0,-1-1 0,1 1 0,-1 0 0,0 1 0,1-1 0,-1 0 0,1 0 0,-1 1 0,0-1 0,1 1 0,-1-1 1,1 1-1,0 0 0,-1 0 0,1-1 0,-1 1 0,1 0 0,0 0 0,-3 3 0,-4 3 94,0 0 0,0 1 1,1 0-1,0 1 0,-7 9 0,7-7-10,1 0 0,0 0 0,0 1 0,2-1 0,-1 1 0,1 0 0,1 0 0,0 1 0,1-1 0,0 1 0,1-1 0,0 1 0,1-1 0,1 1 0,2 12 1,-3-22-248,1-1 1,0 0 0,1 1 0,-1-1 0,0 0 0,1 0 0,-1 0 0,1 0 0,-1 0 0,1 0 0,0 0 0,0 0 0,0-1 0,0 1 0,0-1 0,0 0 0,1 1 0,-1-1 0,0 0-1,1 0 1,-1 0 0,1-1 0,-1 1 0,1-1 0,-1 1 0,1-1 0,-1 0 0,1 0 0,-1 0 0,1 0 0,0 0 0,2-1 0,3 0-970,-1 1 0,1-1 0,0-1 0,-1 1 1,1-1-1,-1-1 0,1 1 0,-1-2 0,10-4 0,16-18-3339,-5-1 800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48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95 480,'0'0'14946,"9"-15"-12236,27-47-322,-21 45 2501,-8 23-2869,-5 15-549,-2-18-1355,1 0 0,-1 0 0,1 0 0,0 0 0,0 1 0,0-1 0,0 0 0,1-1 0,-1 1 0,1 0 0,0 0 0,-1-1 0,1 1 0,1-1 1,3 4-1,-3-4-180,1 0 1,0 0 0,0-1 0,0 0 0,0 0 0,0 0 0,0 0 0,1-1-1,-1 1 1,0-1 0,7-1 0,-7 1-2,0 0 0,-1-1-1,1 0 1,0 0 0,-1 0 0,1 0-1,-1 0 1,1-1 0,-1 1 0,0-1 0,1 0-1,-1 0 1,0 0 0,0-1 0,4-3-1,33-46-400,-32 44 3144,-7 14-2065,-1-5-607,1 1-1,-1-1 1,0 1-1,0-1 0,0 0 1,1 1-1,-1-1 1,0 0-1,1 1 0,0-1 1,-1 0-1,1 0 1,0 0-1,0 2 0,5 2-746,0 0-1,-1 0 0,2 0 1,-1 0-1,1-1 0,9 4 1,-10-5-1115,0-1 1,0 0 0,0 0 0,1-1 0,-1 0-1,0 0 1,13 0 0,9-1-6920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48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1 0,'0'0'20577,"-4"0"-18341,-1-1-1884,0 1 1,0 0-1,0 1 1,0-1-1,0 1 0,0 0 1,1 0-1,-1 0 0,0 1 1,1 0-1,-1 0 1,1 0-1,-9 5 0,10-4-307,0-1 0,1 1 0,-1-1 0,0 1-1,1 0 1,-1 0 0,1 0 0,0 0 0,0 0 0,1 1-1,-1-1 1,0 1 0,1-1 0,0 1 0,0-1 0,0 1-1,0 0 1,1 0 0,-1-1 0,1 7 0,1-10-83,-1 1 1,0-1-1,1 1 1,-1-1-1,1 1 1,-1-1-1,1 1 1,-1-1-1,1 1 1,-1-1-1,1 0 0,0 1 1,-1-1-1,1 0 1,-1 0-1,1 1 1,0-1-1,-1 0 1,1 0-1,0 0 1,-1 0-1,1 0 1,0 0-1,-1 0 1,1 0-1,1 0 1,27 0-389,-21-1 245,4 1 92,-1 0-1,0-2 1,0 1-1,0-1 1,-1-1-1,1 0 0,0 0 1,-1-1-1,0-1 1,0 0-1,0 0 1,0-1-1,8-7 0,-14-3 4882,-412 584-2631,391-546-2161,-1 0 0,0 1 0,2 1 0,1 0 0,0 1 0,2 1 0,-18 50 0,31-76 0,0 0 0,0 1 0,-1-1 0,1 1 0,0-1 0,0 0 0,1 1 0,-1-1 0,0 1 0,0-1 0,0 0 0,0 1 0,0-1 0,0 0 0,0 1 0,1-1 0,-1 1 0,0-1 0,0 0 0,0 1 0,1-1 0,-1 0 0,0 0 0,1 1 0,-1-1 0,0 0 0,1 0 0,-1 1 0,0-1 0,1 0 0,-1 0 0,0 0 0,1 0 0,-1 1 0,0-1 0,1 0 0,-1 0 0,1 0 0,-1 0 0,0 0 0,1 0 0,0 0 0,22-1 0,-16 1 0,9-3 0,0 0 0,-1-1 0,1 0 0,-1-1 0,0-1 0,-1 0 0,1-1 0,-1-1 0,17-12 0,26-12 0,104-43 25,-81 40-96,95-57 0,-171 90-213,-1 0 1,0 0 0,0 0 0,0-1 0,-1 1-1,1-1 1,-1 0 0,5-6 0,0-15-9318,-7 10 450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49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 8132,'0'0'19625,"6"-8"-16744,-5 8-2839,-1 1 0,0 0 0,1-1 0,-1 1 1,1 0-1,-1-1 0,0 1 0,0 0 0,1 0 0,-1-1 0,0 1 0,0 0 0,0 0 1,0-1-1,0 1 0,0 0 0,0 0 0,0 0 0,0-1 0,-1 1 0,1 0 0,0 1 1,0 21 761,0-22-792,1 0-1,-1-1 1,0 1-1,0 0 1,1-1-1,-1 1 1,1 0-1,-1-1 1,1 1-1,-1-1 1,1 1-1,-1-1 0,1 1 1,-1-1-1,1 1 1,-1-1-1,1 0 1,0 1-1,-1-1 1,1 0-1,0 1 1,-1-1-1,1 0 1,0 0-1,0 0 1,-1 0-1,1 0 1,0 1-1,0-1 1,1-1-1,7 1-93,0-1 0,0 0-1,0-1 1,-1 0 0,1-1 0,0 0 0,-1 0 0,1 0-1,-1-1 1,9-7 0,12-7-648,36-32-1,-21 14 375,9-6 364,-53 42-1,1 0 1,-1 0 0,0 0-1,0 0 1,0-1 0,0 1-1,1 0 1,-1 0 0,0 0-1,0 0 1,0 0 0,0 0-1,1 0 1,-1 0 0,0 0-1,0 0 1,0 0 0,0 0-1,0 1 1,1-1 0,-1 0-1,0 0 1,0 0 0,0 0-1,0 0 1,0 0 0,1 0-1,-1 0 1,0 0 0,0 0-1,0 1 1,0-1 0,0 0-1,0 0 1,0 0 0,1 0-1,-1 0 1,0 1-1,0-1 1,0 0 0,0 0-1,0 0 1,0 0 0,0 0-1,0 1 1,0-1 0,0 0-1,0 0 1,0 0 0,0 0-1,0 1 1,0-1 0,3 18 798,-3 25 626,0-38-1363,5 11-1809,-4-15 1297,0 0 0,0 0 0,0 0-1,0 0 1,0-1 0,0 1 0,1 0 0,-1 0 0,0-1 0,0 1 0,0-1 0,1 0 0,-1 1 0,0-1 0,2 1 0,40-3-12397,-23-4 4511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49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2001,'0'0'16936,"12"-2"-14933,13 0-1177,-3 2-194,0-2 0,0 0 0,0-2 0,0-1 1,-1 0-1,40-16 0,-61 21-626,1 0 1,-1-1-1,1 1 1,0 0 0,-1 0-1,1-1 1,-1 1-1,1 0 1,-1-1 0,1 1-1,-1-1 1,0 1-1,1 0 1,-1-1 0,1 1-1,-1-1 1,0 1-1,1-1 1,-1 1 0,0-1-1,0 0 1,1 1-1,-1-1 1,0 1 0,0-1-1,0 0 1,0 1-1,0-1 1,0 1 0,0-1-1,0 0 1,0 1-1,0-1 1,0 1-1,0-1 1,0 0 0,0 1-1,-1-1 1,1 1-1,0-1 1,0 0 0,-1 1-1,1-1 1,0 1-1,-1-1 1,1 1 0,-1 0-1,1-1 1,0 1-1,-1-1 1,0 0 0,-1 0 13,-1-1 0,1 0 0,0 1 1,0 0-1,-1-1 0,1 1 0,-1 0 1,1 0-1,-1 0 0,-4 0 0,-2 0 72,1 0 0,0 1 0,0 0 0,0 0 0,0 1-1,0 0 1,0 0 0,0 1 0,0 0 0,0 1 0,-9 4 0,13-5-44,-1 1 0,1 0 0,1 0 1,-1 0-1,0 1 0,1-1 0,-1 1 1,1 0-1,0 0 0,1 0 1,-1 0-1,1 0 0,-1 1 0,1-1 1,1 1-1,-1 0 0,1 0 0,-1-1 1,0 11-1,1-9-159,-1 0 0,1 0 0,1 0-1,-1 1 1,1-1 0,0 0 0,0 0 0,1 0 0,1 7 0,0-10-184,-1-1 1,0 0-1,1-1 1,-1 1 0,1 0-1,0 0 1,-1-1-1,1 1 1,0 0 0,0-1-1,0 0 1,0 0-1,0 1 1,1-1 0,-1 0-1,0-1 1,0 1-1,1 0 1,-1-1 0,1 1-1,-1-1 1,0 0-1,1 0 1,-1 0-1,1 0 1,2 0 0,29 0-5397,6 0-1979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0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63 976,'0'0'25815,"4"11"-20424,13 28-5478,-14-39-106,0 0 0,0 0 0,0 0 0,0 0 1,0-1-1,0 1 0,0-1 0,0 0 0,-1 1 1,1-1-1,0-1 0,0 1 0,-1 0 0,1-1 0,3-2 1,39-35-356,-18 14 475,-14 10 97,-12 13 317,0 0 0,1 0 1,-1 1-1,1-1 0,-1 1 1,1-1-1,0 1 0,-1-1 0,1 1 1,0 0-1,3-2 0,-5 48-82,0-43-426,0-1 0,0 1 0,0 0 0,0-1 1,1 1-1,-1 0 0,1-1 0,-1 1 0,1-1 0,-1 1 0,1-1 0,0 1 1,0-1-1,0 1 0,0-1 0,0 0 0,0 1 0,0-1 0,1 0 0,-1 0 1,0 0-1,0 0 0,1 0 0,-1 0 0,1 0 0,-1-1 0,1 1 0,-1 0 0,1-1 1,0 1-1,-1-1 0,1 0 0,3 1 0,4-1-1476,0 1 1,0-1-1,0 0 1,0-1-1,10-2 0,15-6-7814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0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37 7668,'0'0'17351,"0"6"-16393,0-4-910,0 1 0,1 0-1,-1 0 1,1-1 0,-1 1 0,1 0-1,0-1 1,0 1 0,0-1 0,0 1-1,1-1 1,-1 0 0,1 1-1,-1-1 1,1 0 0,0 0 0,0 0-1,0 0 1,0 0 0,0-1 0,0 1-1,0 0 1,1-1 0,-1 0 0,1 0-1,-1 1 1,1-2 0,-1 1-1,1 0 1,0 0 0,-1-1 0,1 1-1,0-1 1,0 0 0,-1 0 0,4 0-1,1 1-61,1-1 0,0 0 0,-1 0 0,1 0 0,-1-1 0,1 0-1,14-5 1,-20 5 41,0 0 0,-1 0-1,1 0 1,0 0 0,0 0 0,-1-1-1,1 1 1,-1-1 0,1 1-1,-1-1 1,0 0 0,1 1-1,-1-1 1,0 0 0,0 0 0,0 0-1,0 0 1,-1 0 0,1 0-1,-1 0 1,1 0 0,-1 0 0,1 0-1,-1 0 1,0 0 0,0 0-1,0 0 1,0 0 0,-1 0 0,1-1-1,-1 1 1,1 0 0,-1 0-1,-1-3 1,1 3 69,-1-1 1,1 1-1,-1 0 0,1 0 1,-1 0-1,0 0 0,0 1 0,0-1 1,0 0-1,0 1 0,-1-1 1,1 1-1,0 0 0,-1 0 0,1 0 1,-1 0-1,1 0 0,-1 0 1,1 1-1,-1-1 0,0 1 1,1 0-1,-5 0 0,-4-1 282,0 0 0,1 1 1,-1 0-1,-15 3 0,20-1-378,1 0 0,0 1 0,0-1 0,0 1 0,0 0 0,0 0 0,1 1 0,-1 0 0,1-1 0,0 1 0,0 1 0,0-1 0,1 0 0,0 1 0,0 0 0,0 0 0,0 0 0,0 0 0,1 0 0,-3 11 0,3-12 0,1 1 0,-1-1 0,1 1 0,0 0 0,0 0 0,0-1 0,1 1 0,0 0 0,0 0 0,0 0 0,0 0 0,1-1 0,0 1 0,0 0 0,0 0 0,0-1 0,1 1 0,0-1 0,0 1 0,0-1 0,0 0 0,1 0 0,0 0 0,3 4 0,1-3-52,0 0-1,0 0 1,0-1 0,1 0 0,0 0-1,0-1 1,0 0 0,0 0-1,0-1 1,1 0 0,8 1 0,15 0-993,53-1 0,-66-2 507,117-6-5623,-46-8-713,26-20-7730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0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1 10709,'0'0'12085,"-122"50"-9475,61-12 2560,0 9-2977,21 1-2193,6 4 0,27 0 0,7-3 0,0-1 0,20-8 0,7-6 0,7-7 0,14-13 0,6-10 0,7-4-144,13-2-3250,8-27-2128,-1-10-5219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1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10389,'0'0'14241,"14"6"-11816,5-3-1729,0-1 0,0 0 0,0-1 0,38-4 0,-1 1-337,44 2-175,-98 0-141,-3 2-7,1 1 0,-1 0 0,0-1 1,0 1-1,0 0 0,0-1 0,0 1 0,0-1 0,-1 0 1,1 1-1,-1-1 0,0 0 0,1 0 0,-5 4 0,-37 30 824,21-18-616,19-15-244,0 0 1,0 0-1,0 0 0,1 1 1,0-1-1,0 0 0,0 1 0,0 0 1,0-1-1,0 1 0,1 0 1,-2 6-1,3-9-1,0 1 1,0 0-1,0-1 1,0 1-1,0-1 0,0 1 1,0-1-1,1 1 1,-1-1-1,0 1 1,1-1-1,-1 1 0,1-1 1,0 1-1,-1-1 1,1 1-1,0-1 0,0 0 1,0 0-1,0 1 1,0-1-1,0 0 0,0 0 1,0 0-1,1 0 1,-1 0-1,0 0 1,1-1-1,-1 1 0,1 0 1,-1-1-1,0 1 1,4 0-1,31 8-389,-28-7 100,0-1 0,0 1 0,0 1 0,0 0 0,-1 0 0,11 6 0,-17-9 292,-1 0 0,0 0-1,1 0 1,-1 1 0,0-1-1,1 0 1,-1 0 0,0 1 0,1-1-1,-1 0 1,0 0 0,1 1-1,-1-1 1,0 1 0,0-1 0,1 0-1,-1 1 1,0-1 0,0 0-1,0 1 1,0-1 0,1 1 0,-1-1-1,0 1 1,0-1 0,0 0-1,0 1 1,0-1 0,0 1-1,0-1 1,0 1 0,0-1 0,0 0-1,-1 1 1,1-1 0,0 1-1,0-1 1,0 0 0,0 1 0,-1-1-1,1 1 1,-21 13 929,-29 3 417,50-16-1383,-129 42-10,154-48-8428,10-4 1445,-1-13-3302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1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6739,'0'0'22117,"17"11"-19748,-1-2-1767,-9-5-535,0 0 0,0 0 0,-1 0 0,1 1 1,-1 0-1,0 1 0,0-1 0,0 1 0,-1 0 0,0 0 1,0 1-1,-1 0 0,8 14 0,0 5-67,-1 1 0,-1 0 0,-1 1 0,-2 0 0,-1 0 0,-1 1 0,-1-1 0,-2 1 0,-1 51 0,-3-74 0,1-1 0,-1 1 0,-1-1 0,1 0 0,0 0 0,-1 0 0,0 0 0,-1 0 0,1-1 0,-1 0 0,1 1 0,-1-1 0,0 0 0,-1-1 0,-8 7 0,-5 2 0,0-1 0,-36 18 0,20-15 0,34-14 2,-1 0 0,1 0 0,0 0 1,0 0-1,0 0 0,-1 0 0,1 0 0,0 0 0,0 0 0,0 0 1,-1 0-1,1 0 0,0 0 0,0 0 0,0 0 0,-1 0 0,1 0 1,0 0-1,0-1 0,0 1 0,-1 0 0,1 0 0,0 0 0,0 0 1,0 0-1,0 0 0,-1-1 0,1 1 0,0 0 0,0 0 0,0 0 1,0 0-1,0-1 0,0 1 0,0 0 0,-1 0 0,1 0 0,0-1 1,0 1-1,0 0 0,0 0 0,0 0 0,0-1 0,0 1 1,0 0-1,0 0 0,0 0 0,0-1 0,0 1 0,0 0 0,0 0 1,0-1-1,1 1 0,-1 0 0,0 0 0,0 0 0,0 0 0,0-1 1,0 1-1,5-12-646,4 0-1238,1 1 0,1 0 0,0 1 0,20-14 0,-19 14-668,54-41-13132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22874,'0'0'9893,"0"52"-9893,0-43 0,0 2 0,0 0 0,7 3 0,0-1-1169,0-4-5057,6 0-5444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1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 13750,'0'0'17096,"-122"131"-15175,95-98-1921,13-3 0,1 6 0,-1 7 0,-6 0-864,-7 2-3250,-7-2-15127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6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77 304,'0'0'5712,"5"-23"10333,50 20-14999,-1-2-1,64-14 1,62-8 85,-160 29-884,-19-1-230,-1-1 0,0 0-1,0 0 1,0 0-1,0 0 1,1 1 0,-1-1-1,0 0 1,0 0-1,0 0 1,0 1 0,0-1-1,0 0 1,0 0-1,0 1 1,0-1-1,0 0 1,0 0 0,0 0-1,0 1 1,0-1-1,0 0 1,0 0 0,0 1-1,0-1 1,0 0-1,0 0 1,0 0 0,0 1-1,0-1 1,0 0-1,0 0 1,-1 0 0,1 1-1,0-1 1,0 0-1,0 0 1,0 0 0,0 1-1,-1-1 1,1 0-1,-32 25 633,31-25-665,-148 104 2881,146-101-2789,0-1 0,0 1 0,0-1-1,0 1 1,0 0 0,1 0 0,-1 0-1,1 1 1,0-1 0,0 0 0,0 1-1,0-1 1,1 1 0,-1 0 0,1 0-1,0-1 1,0 1 0,0 0 0,1 0-1,-1 0 1,1 0 0,1 6 0,2-9-66,0 0 0,1 0 0,-1 0 0,1 0 0,-1-1 0,1 0 0,0 1 0,-1-1 0,1-1 0,4 1 0,3 0-8,-6 0-35,1 1-1,0 1 1,-1-1 0,1 1 0,-1 0 0,0 0 0,0 1 0,0-1 0,0 1 0,0 0 0,0 1 0,-1-1 0,0 1 0,1 0 0,-1 0 0,-1 0-1,1 1 1,0-1 0,-1 1 0,0 0 0,0 0 0,-1 0 0,0 0 0,1 1 0,-1-1 0,-1 0 0,1 1 0,-1 0 0,0-1 0,-1 1 0,1 0 0,-1 6-1,0-8 57,0 0-1,0 1 0,-1-1 0,1 0 0,-1 0 0,0 1 0,-1-1 0,1 0 0,0 0 0,-1 0 0,0 0 0,0-1 0,0 1 1,-1 0-1,1-1 0,-1 1 0,0-1 0,0 0 0,0 0 0,0 0 0,0 0 0,-1-1 0,0 1 0,1-1 0,-1 0 1,0 0-1,0 0 0,-4 1 0,-17 7 274,-50 16 0,62-24-296,0 0 0,-1-1 0,1-1 0,0 0 0,0 0 0,0-2 0,-22-4 0,35 5 0,15 0-2506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1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8548,'0'0'10469,"128"-34"-10517,-94 27-272,-7 0-289,7 3-607,-7-3-2242,0 5-784,1-3-848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2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6003,'0'0'14294,"68"-20"-13910,-61 20-303,13 0-81,-6 0-657,-1 0-751,8 0-1426,-8 0-1792,1 0-1072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2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3314,'0'0'17031,"0"5"-18599,0 6-930,0 1-2144,0 3-1264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2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4562,'0'0'12870,"-20"136"-12630,20-112-64,0 6-176,0 1-1905,0 6-2465,-7 1-2593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2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2225,'0'0'15863,"-20"120"-15863,20-97-896,0 4-1313,0 13-913,6-3-2736,1 3-145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2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16,'0'0'22346,"0"50"-21401,0-39-593,0 3-208,0 4-144,0 0-304,0 4-1649,0 3-1089,7 2-1376,0 3-848,-1-3-2081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3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2465,'0'0'21994,"0"40"-20313,0-31-801,0-2 129,0 4-897,0 1-112,0 1-272,0 5-1041,0 7-1296,0 11-1169,7-2-5794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10325,'0'0'16663,"-27"0"-16663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3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4098,'0'0'10010,"4"-3"-8252,7-5-1384,-10 7 41,0 1 0,0-1 0,0 1 0,0-1 0,1 1-1,-1-1 1,0 1 0,0 0 0,0-1 0,1 1 0,-1 0 0,0 0 0,0 0 0,0 0 0,1 0 0,-1 0 0,0 1 0,0-1 0,1 0 0,-1 0 0,0 1 0,0-1-1,0 1 1,0-1 0,2 2 0,12 12 631,9 13-434,-14-15-316,1 1-1,0-2 0,18 15 1,-25-22-565,1-1 1,0 0 0,1 0-1,-1-1 1,0 1 0,1-1-1,0 0 1,-1-1-1,1 1 1,0-1 0,0 0-1,0-1 1,7 1 0,20-1-4844,-14 0-3014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4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11 2881,'0'0'8548,"4"-11"-101,-8 14-7994,-1-1 0,0 1 0,0 1 0,1-1 0,0 1 0,0 0 0,0-1 0,0 2 0,0-1-1,-5 9 1,-5 5 495,-168 190 3222,165-188-4502,-18 18 459,6-18-8470,26-17 6763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71 576,'0'0'5141,"13"-37"-2684,-13 30-2011,0 6-336,-1 0 0,1 0 0,0 0 1,0-1-1,0 1 0,0 0 1,0 0-1,0 0 0,0 0 0,0 0 1,0 0-1,0 0 0,1 0 1,-1 0-1,1 0 0,-1 0 0,0 0 1,1 0-1,-1 0 0,1 0 1,0 0-1,-1 0 0,3-1 3704,-3 21-1637,14 345 4788,-14 239-3078,0-603-3830,0-35-7856,0 22 2725,0-4-1785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0 269 416,'0'0'5112,"2"-5"-4765,1 0 176,4-7-871,-5 0 8238,37 12-7429,197 1-81,572-11 1228,-681 6-1601,212-14 111,392-14 204,-472 27-204,650-53-72,-420 48 367,4 0-357,-122-13-31,-32 3-15,202 4 1396,-141 8-1235,-327 0-165,20-1 4,1095 9 14,-1168-1 602,-22-1-173,-16 1-2022,-4 0-3872,-16 1-2547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1 301 1056,'0'0'4320,"47"2"1827,151-11-1364,7 0-4217,735-5 138,-128-33-421,-168 15-83,-282 4-162,54-2 41,345 14 117,-295 9 89,-135-2 174,317-4 333,-207-4-567,-197 4-178,-130 10-126,206-17 454,-9-7 1164,-135 19 726,-140 8 1689,-75 7-6294,20-3-1989,1-2-5668,11-2 3215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64 160,'0'0'4706,"2"-10"-3567,1-1-763,-1 6-169,-1 1-1,1 0 1,-1-1-1,0 1 1,-1-1-1,1 0 1,-1-6 3929,15 25 1322,-11 4-4720,0-1-1,-1 1 0,-1 0 1,-1 0-1,-1 0 1,-1 20-1,0-2 96,1 535 4916,-7-433-4297,-6 39 474,13-154-1715,0-23-289,0-3-2069,0-6-387,-22 2-12767,-4-1 3055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75 2209,'0'0'10458,"0"-9"-9004,0-43 1051,0 51-2453,0 0 0,-1 1 0,1-1 0,-1 0 0,1 0 0,-1 1 0,1-1 0,-1 0 0,1 0 0,-1 1 0,1-1 0,-1 1 0,0-1 0,1 1 0,-1-1 0,0 1 0,0-1 0,1 1 0,-1 0 0,0-1 0,0 1 0,0 0 0,1 0 0,-1-1 0,0 1 0,0 0 0,0 0 0,0 0 0,0 0 0,1 0 0,-2 0 0,-37 1-78,30-1 133,-1 2-101,0 1 0,0-1 0,0 2 0,0 0 0,0 0 0,1 0 0,0 1 0,0 1 0,0-1 0,1 2 0,-1-1 0,2 1 0,-1 0 0,1 1 0,-10 12 0,16-19-7,-1 1 0,1-1 0,0 1 0,1-1 1,-1 1-1,0-1 0,0 1 0,0-1 0,1 1 0,-1 0 0,1-1 0,0 1 0,-1 0 0,1 0 0,0-1 0,0 1 0,0 0 0,0 0 1,0-1-1,1 4 0,0-4 2,0 1 0,-1-1 0,1 0 0,0 0 0,0 0 0,1 1 0,-1-1 0,0 0 0,0 0 0,0 0 0,1-1 0,-1 1 1,0 0-1,1 0 0,-1-1 0,1 1 0,-1-1 0,3 1 0,8 2 44,1-1 0,0-1 0,0 0 0,18-1 0,-20 0 33,0 0-13,0 0 25,1 1 0,-1-2 0,0 1 0,1-1 0,-1-1-1,0 0 1,0-1 0,0 0 0,-1-1 0,16-6 0,27-15 1092,-52 25 269,-10 18-453,-8 6-460,-1 0-1,-1-1 1,-37 34-1,-14 16 32,5-2-340,36-41-82,1 2 0,-45 66-1,72-97-145,0 0 1,0 1-1,1-1 0,-1 1 0,0-1 0,0 0 1,1 1-1,-1-1 0,1 1 0,-1 0 0,1-1 1,0 1-1,-1-1 0,1 1 0,0 0 0,0-1 1,0 1-1,1 0 0,-1-1 0,0 1 0,0-1 1,2 3-1,-1-3 3,0 0-1,0 1 1,0-1 0,0 0-1,0 0 1,1 0 0,-1 0 0,0-1-1,1 1 1,-1 0 0,1-1-1,-1 1 1,1 0 0,-1-1-1,1 0 1,-1 1 0,1-1 0,1 0-1,9 1 37,0-1 0,0 0-1,0-1 1,19-4-1,0-4 44,1-1-1,-2-2 1,1-1-1,-2-1 0,0-2 1,0-1-1,30-24 0,-55 38-393,10-9-157,-11 0-3984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5651,'0'0'13112,"5"-7"-11716,18-25-22,-17 24-243,-5 9-1014,0 1 1,-1-1 0,1 0 0,0 1 0,0-1-1,-1 1 1,1-1 0,0 1 0,-1-1-1,0 1 1,1-1 0,-1 1 0,0 0 0,0-1-1,0 1 1,0-1 0,0 1 0,0 0-1,-1 1 1,2 5 197,-1-6-299,0 0 0,1 0 0,-1 0 1,1 0-1,-1 0 0,1 0 0,0 0 0,0 0 0,0 0 0,0-1 0,0 1 0,0 0 0,1 0 0,-1-1 0,1 1 0,-1-1 0,1 0 0,-1 1 0,1-1 1,0 0-1,-1 0 0,1 0 0,0 0 0,0 0 0,0 0 0,0-1 0,0 1 0,3 0 0,-2-1-35,1 0 1,0 0-1,-1-1 0,1 1 0,0-1 0,-1 0 1,1 0-1,-1 0 0,1 0 0,-1 0 1,1-1-1,-1 0 0,0 0 0,0 0 0,4-3 1,32-31-208,-32 29 242,-1 1 1,1-1 0,0 1 0,0 0 0,1 1 0,0 0-1,0 0 1,10-4 0,-17 9 268,-1 41 1698,0 46-1527,1-86-797,0-1 0,0 1 0,0 0 0,0-1 1,1 1-1,-1-1 0,0 1 0,0-1 0,0 0 0,0 1 1,1-1-1,-1 0 0,0 0 0,0 0 0,1 0 0,-1 0 0,0 0 1,3-1-1,25 0-5293,-7-6-1340,4-8-2091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4418,'0'0'14231,"22"31"-12004,-18-27-2195,0-1-1,1 0 0,-1-1 1,1 1-1,0-1 0,-1 0 0,1 0 1,0 0-1,0-1 0,0 0 1,0 0-1,1 0 0,6 0 1,65-1 92,-76-1-153,1 1-1,-1 0 1,0-1 0,0 1-1,1-1 1,-1 1 0,0-1-1,0 1 1,0-1 0,0 0-1,0 0 1,0 1 0,0-1-1,0 0 1,0 0 0,0 0-1,0 0 1,-1 0 0,1 0-1,0 0 1,-1-1 0,1 1-1,-1 0 1,1 0 0,-1 0-1,0-1 1,1 1 0,-1 0-1,0-1 1,0 1 0,0 0-1,0 0 1,0-1 0,0 1-1,0-2 1,0 0 11,0 1 0,-1-1 0,1 0 1,0 0-1,-1 1 0,0-1 0,1 0 0,-1 1 1,0-1-1,0 1 0,-1-1 0,1 1 0,0 0 1,-4-4-1,1 3 87,-1 1-1,0-1 1,0 1 0,0 0 0,0 1-1,0-1 1,0 1 0,0 0-1,0 0 1,-1 0 0,1 1 0,0 0-1,-1 0 1,1 0 0,-10 3 0,11-3 18,1 1 1,-1-1 0,0 1 0,0 0-1,1 1 1,-1-1 0,1 1 0,-1-1 0,1 1-1,0 0 1,-1 0 0,1 1 0,0-1-1,0 1 1,1-1 0,-1 1 0,1 0-1,-1 0 1,1 0 0,0 0 0,-3 6 0,1 6-68,0 1 0,1-1 0,1 1 0,1 0 0,0-1 0,2 22 0,-1-10-371,0-26 254,0 1 0,0-1 0,1 0 0,-1 0-1,0 0 1,0 1 0,1-1 0,-1 0 0,1 0 0,-1 0 0,1 0 0,-1 0 0,1 0 0,0 0 0,0 0 0,-1 0-1,1 0 1,0 0 0,0 0 0,0-1 0,0 1 0,0 0 0,2 1 0,0-1-307,1 1 0,0-1 0,-1 0 0,1 0-1,0 0 1,-1 0 0,1-1 0,4 1 0,3-1-942,0-1 0,0 1 0,0-1-1,0-1 1,11-3 0,16-12-2272,-3-5 505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2193,'0'0'12382,"2"-7"-10101,2-21-422,-3 21 558,0 43 259,0-33-2682,0 1 0,-1-1 0,1 1 0,1-1 0,-1 0 0,0 1-1,1-1 1,0 0 0,-1 0 0,1 0 0,0 0 0,1 0 0,2 3 0,-2-5-49,-1 0 0,1 0 0,-1 0 1,1 0-1,-1-1 0,1 1 0,0-1 1,-1 0-1,1 1 0,0-1 0,0 0 1,-1-1-1,1 1 0,0 0 0,-1-1 1,1 0-1,0 1 0,-1-1 0,1 0 1,2-2-1,6-1-23,0-2-1,0 0 1,0 0 0,-1-1-1,0 0 1,0-1-1,8-8 1,-18 44 5542,0-27-5528,0 0 0,0 1 0,0-1 0,0 0 0,1 0-1,-1 1 1,0-1 0,1 0 0,-1 0 0,1 0 0,-1 0 0,1 1-1,-1-1 1,1 0 0,0 0 0,0 0 0,-1 0 0,1 0-1,0 0 1,0-1 0,0 1 0,0 0 0,0 0 0,2 0-1,37 1-5512,1-8-4733,-8-7 1159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4866,'0'0'13441,"8"27"-11296,-5-23-2065,1-1-1,-1 1 1,1-1-1,0 0 0,0 0 1,1 0-1,-1 0 1,0-1-1,1 0 1,0 0-1,-1 0 1,1 0-1,6 1 1,3-1-23,-1 0 0,1 0 1,19-2-1,-31-37-110,-3 35 70,1 0 1,-1 0 0,0 0-1,1 0 1,-1 0 0,0 1-1,0-1 1,-1 0 0,1 1-1,0-1 1,0 1-1,-1-1 1,1 1 0,-1-1-1,0 1 1,1 0 0,-1 0-1,0 0 1,1 0 0,-1 0-1,0 0 1,0 1 0,0-1-1,0 0 1,0 1 0,0 0-1,0-1 1,0 1 0,-3 0-1,-3-1 384,0 0-1,0 0 0,0 1 1,0 0-1,1 1 0,-11 1 1,16-1-287,1 0 1,-1 0-1,1 0 0,-1 0 1,1 0-1,0 0 0,-1 1 1,1-1-1,0 1 0,0-1 1,0 0-1,0 1 1,0 0-1,0-1 0,0 1 1,0 0-1,1-1 0,-2 4 1,-6 31 884,4-5-606,2 52 0,2-67-472,0-15-8,1 1 0,-1 0 0,1-1 1,-1 1-1,1-1 0,0 1 0,0-1 0,0 1 1,0-1-1,0 0 0,0 1 0,0-1 0,0 0 0,0 0 1,1 0-1,-1 0 0,1 0 0,-1 0 0,0 0 1,1 0-1,-1 0 0,1-1 0,0 1 0,-1-1 0,1 1 1,0-1-1,-1 0 0,1 1 0,0-1 0,-1 0 1,3 0-1,67 1-5395,-54-1 3057,30 0-5277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2289,'0'0'12427,"0"-6"-10007,0-15-285,0 41 610,0 49 512,0 131-23,0 0-5510,4-182 931,0-11-2192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66 5234,'0'0'9453,"21"-5"-7991,5-2-1100,-2 1 3,1 1 1,0 1 0,32-1 0,108-8 1617,159-6 646,-289 19-2205,-17-1 111,-1 0 1,1 1-1,-1 1 0,1 1 0,0 1 0,-1 0 1,0 1-1,0 1 0,31 13 0,-36-13 146,-5-1 394,-6 15-683,0 15-134,-2-1 0,-11 63 0,-1-9-247,3 0 1,4 175 0,7-185-149,-1-76 44,-5-1-2,0 1 0,0-1 0,1 0 0,-1 0 0,0 0 1,0 0-1,-6-2 0,8 1 24,-242-15-1516,150 15 1457,1 5 0,-141 24 0,185-19 132,13-3 156,-53 17 0,77-23-156,12 0-84,17-16-9562,-11 12 7373,8-9-4698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 3105,'0'0'11640,"-1"4"-10079,-4 24-129,2 0 0,1 0 0,1 0 1,1 0-1,6 40 0,0 36-554,-6 671-275,-3-753-601,-4-17 229,6-6-260,0 0 0,0 0 0,0 0 0,0 0 0,0 0-1,1 0 1,-1-1 0,0 1 0,1 0 0,-1 0 0,1-1-1,-1 1 1,1 0 0,0-1 0,-1 1 0,1-1 0,0 1 0,0 0-1,0-1 1,0 1 0,1-3 0,0 2 2,0 0-1,0 1 1,0-1-1,1 0 1,-1 1 0,1 0-1,-1-1 1,1 1 0,0 0-1,-1 0 1,1-1 0,0 2-1,0-1 1,0 0 0,0 0-1,0 0 1,0 1 0,0-1-1,3 1 1,0-2-37,80-23-450,162-27 1,93 13 136,-221 27 170,-65 6 62,665-74-532,-451 52 2163,-248 21-764,-17 3 840,-15 2 1850,6 9-4488,6-6 169,-1 0 1,0 0-1,1 0 0,-1 0 1,0 1-1,0-1 0,0 0 1,0 0-1,0-1 0,0 1 1,0 0-1,0 0 0,0 0 0,-3 0 1,-3 0-6476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4018,'0'0'12331,"7"-1"-10488,-5 0-1706,-1 1-1,1 0 1,0-1 0,0 1-1,0 0 1,-1 0-1,1 0 1,0 1-1,0-1 1,-1 0-1,1 1 1,0-1-1,0 1 1,-1 0 0,1-1-1,0 1 1,-1 0-1,1 0 1,-1 0-1,1 0 1,-1 0-1,0 0 1,2 2-1,1 3 346,0-1 0,-1 2-1,1-1 1,-1 0-1,0 0 1,1 8 0,2 10 40,-1-1 1,-1 1 0,-1-1 0,-2 1 0,0 0-1,-4 37 1,1 2 438,2-63-787,2-18-118,0-1 0,-2 1 0,0-1 0,-5-33 0,1-17-403,4 45-33,-7-45 0,4 56 142,-1-5-1,3 32 340,1-11-91,1 0 0,0 0 0,0 0 0,0 0 0,0-1 1,0 1-1,1 0 0,-1-1 0,1 1 0,-1-1 0,1 1 0,0-1 1,0 0-1,0 0 0,1 0 0,2 2 0,47 35 79,-32-26-84,-18-12 34,0 0-1,1 0 0,-2 1 1,1-1-1,0 1 0,0-1 1,0 1-1,-1 0 0,1-1 0,-1 1 1,1 0-1,-1 0 0,0 0 1,0 0-1,0 0 0,0 1 0,0-1 1,0 0-1,-1 0 0,1 1 1,-1-1-1,1 0 0,-1 1 1,0-1-1,0 0 0,0 1 0,0-1 1,0 0-1,-1 1 0,1-1 1,-1 0-1,1 1 0,-1-1 0,0 0 1,0 0-1,0 0 0,0 0 1,-1 0-1,1 0 0,0 0 1,-1 0-1,1 0 0,-1-1 0,-2 3 1,-3 3 189,-1-1 1,0 0 0,0 0-1,0 0 1,-1-1 0,0-1-1,0 0 1,0 0 0,-15 4-1,23-7-439,-42 14 1081,27-1-3514,10 7-8555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5 1953,'0'0'10992,"0"0"-10886,0-1 1,0 1 0,0 0-1,0 0 1,0-1-1,0 1 1,0 0 0,-1 0-1,1 0 1,0-1 0,0 1-1,0 0 1,0 0 0,0 0-1,0 0 1,-1-1 0,1 1-1,0 0 1,0 0 0,0 0-1,-1 0 1,1 0-1,0 0 1,0-1 0,0 1-1,-1 0 1,1 0 0,0 0-1,0 0 1,0 0 0,-1 0-1,1 0 1,0 0 0,0 0-1,-1 0 1,1 0 0,0 0-1,-1 0 1,-3 6 458,0 0 1,1 1-1,-1-1 1,1 1-1,0-1 1,1 1-1,0 0 1,0 0-1,0 0 1,1 0-1,0 9 1,-2-5 11,-6 59 1719,3 0-1,6 133 1,2-86-1934,5 217 516,-7-334-961,0 0 0,1 0 0,-1 1 0,0-1 0,0 0 0,1 0 0,-1 0 0,0 0 1,1 1-1,-1-1 0,1 0 0,-1 0 0,0 0 0,1 0 0,-1 0 0,0 0 1,1 0-1,-1 0 0,1 0 0,-1 0 0,0 0 0,1 0 0,-1 0 0,0 0 0,1 0 1,-1 0-1,0-1 0,1 1 0,-1 0 0,0 0 0,1 0 0,-1 0 0,0-1 0,1 1 1,-1 0-1,0 0 0,0-1 0,1 1 0,-1 0 0,0-1 0,0 1 0,1 0 0,-1-1 1,0 1-1,0 0 0,0-1 0,0 1 0,0 0 0,0-1 0,1 1 0,-1-1 1,0 1-1,0 0 0,0-1 0,0 1 0,0 0 0,0-1 0,-1 0 0,22-51-9857,-2 18-11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1 720,'0'0'13257,"0"5"-10818,14 86 5209,-6 103-2082,22 99-3204,-20-198-2102,3-4-713,-8-74-1733,-4-16 1625,-1 0-1,1 0 1,0-1-1,0 1 1,0 0-1,1-1 1,-1 1-1,0-1 1,0 1-1,0-1 1,0 1-1,0-1 1,1 0-1,-1 0 1,0 0-1,0 1 1,1-1-1,1-1 1,16 1-7483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1521,'0'0'14849,"0"3"-11243,0 18-1881,2 207 5878,3-119-6134,21 120-1,-11-159-1506,4 24 111,-18-31-6497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4034,'0'0'10087,"8"-4"-4698,3-3-3361,-8-2-1022,0 1 1996,-1 18-1418,-3 93 821,21 160 0,12 57-1648,-30-251-4447,-1 0-4001,13-69-7814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5 3906,'3'-2'16258,"8"0"-11939,-18 414 1562,0 6-3801,7-416-2061,0 0-6,0 0 0,0 0 1,-1-1-1,1 1 0,0 0 0,1 0 1,-1-1-1,0 1 0,0 0 0,1-1 0,-1 1 1,1 0-1,0-1 0,-1 1 0,1-1 0,0 1 1,0 0-1,0-1 0,0 0 0,0 1 1,0-1-1,2 2 0,5 42-1331,-9-44 1017,1 0 0,0 1-1,-1-1 1,1 0 0,-1 0 0,1 1-1,-1-1 1,0 0 0,1 0 0,-1 0-1,0 0 1,0 0 0,0 0 0,0 0-1,0 0 1,0 0 0,0-1 0,0 1-1,0 0 1,0 0 0,-1-1 0,-1 1-1,-31 11-7920,7-7-1417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1024,'0'0'3914,"7"0"-3876,38-4 4,-24 0 14390,-28 11-10598,-3 8-5281,4-6 1651,1 0 1,0 1 0,0-1-1,1 1 1,0 0 0,1 0 0,0 0-1,1 0 1,0 1 0,-1 12-1,3-22-200,1-1-1,-1 1 0,1-1 1,-1 1-1,0 0 1,1-1-1,0 0 0,-1 1 1,1-1-1,-1 1 0,1-1 1,-1 0-1,1 1 1,0-1-1,-1 0 0,1 1 1,0-1-1,-1 0 0,1 0 1,0 0-1,0 0 1,-1 0-1,1 0 0,0 0 1,-1 0-1,2 0 0,28 0 47,-22 0-20,0 0-22,-1 0-1,1 0 0,-1-1 1,0 0-1,1 0 1,-1-1-1,0 0 0,0 0 1,0-1-1,10-4 1,-14 5-18,0-1 0,0 1 0,0-1 0,-1 0 1,1 1-1,-1-1 0,1 0 0,-1 0 0,0-1 1,0 1-1,-1 0 0,1-1 0,-1 1 0,1-1 0,-1 1 1,0-1-1,0 0 0,-1 0 0,1 1 0,-1-1 1,0 0-1,0-6 0,0 6 5,0 1-1,0-1 1,-1 1-1,1-1 1,-1 1-1,1 0 1,-1-1-1,0 1 1,-1-1 0,1 1-1,0 0 1,-1 0-1,0 0 1,0 0-1,0 0 1,0 0-1,0 1 1,-4-4 0,3 3 91,-1 1 1,0-1 0,0 1 0,0 0 0,0 0 0,0 1 0,-1-1 0,1 1 0,0 0 0,-1 0 0,1 0 0,-1 1 0,1-1 0,-7 2 0,10-1-81,1 0 1,-1 0 0,0 0 0,1 0 0,-1 0 0,0 0 0,1 1 0,-1-1-1,0 0 1,1 1 0,-1-1 0,1 0 0,-1 1 0,1-1 0,-1 0 0,1 1-1,-1-1 1,1 1 0,-1-1 0,1 1 0,-1 0 0,1-1 0,0 1-1,-1-1 1,1 1 0,0 0 0,0-1 0,-1 1 0,1-1 0,0 1 0,0 0-1,0-1 1,0 1 0,0 0 0,0 0 0,0-1 0,0 1 0,0 1 0,2 11-3037,18-7-15522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8724,'0'0'13862,"1"12"-12221,12 183 2305,-13-193-4001,0-1-1,0 0 1,0 0 0,0 0 0,0 0 0,0 0-1,0 1 1,1-1 0,-1 0 0,0 0-1,1 0 1,-1 0 0,1 0 0,-1 0-1,1 0 1,0 0 0,-1 0 0,1 0-1,0 0 1,0 0 0,-1-1 0,1 1 0,0 0-1,0 0 1,0-1 0,0 1 0,2 0-1,31 3-7688,-31-4 6849,12 0-6591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4706,'0'0'12024,"1"0"-11835,0 0-1,-1-1 1,1 1-1,0 0 1,0 0-1,0-1 0,-1 1 1,1 0-1,0 0 1,0 0-1,0 0 1,0 0-1,-1 0 1,1 0-1,0 0 1,0 1-1,0-1 0,0 0 1,-1 0-1,1 1 1,1 0-1,3 25 1085,0 1 1,-2 0-1,-1 33 0,-1-68-1323,1-1 0,0 1-1,1 0 1,-1 0 0,2 1 0,-1-1 0,1 1-1,0-1 1,1 1 0,-1 0 0,1 1-1,1-1 1,-1 1 0,1 0 0,0 1-1,1-1 1,-1 1 0,1 0 0,0 1-1,0-1 1,1 2 0,-1-1 0,11-3-1,-17 7 107,-1 0 0,1 1 0,0-1 0,0 0 0,0 0 0,0 1 0,0-1 0,0 0 0,0 1 0,0-1 0,0 1 0,-1-1 0,1 1 0,0-1 0,0 1 0,-1 0 0,1-1 0,0 1 0,-1 0 0,1 0 0,-1-1 0,1 1 0,-1 0 0,1 0 0,-1 0 0,0 0 0,1 0 0,-1 0 0,0 0 0,1 0 0,-1-1 0,0 1 0,0 0 0,0 0 0,0 0 0,0 0 0,-1 2 0,2 48 1263,-2-37-721,1 45 341,0-58-1050,1 0 1,-1-1-1,1 1 0,-1-1 0,1 1 1,-1 0-1,1-1 0,-1 1 1,1-1-1,0 1 0,-1-1 1,1 0-1,0 1 0,0-1 0,-1 0 1,1 1-1,0-1 0,0 0 1,-1 0-1,1 1 0,0-1 0,0 0 1,0 0-1,-1 0 0,1 0 1,0 0-1,1-1 0,31 1-5205,-24 0 2714,17 0-5050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1056,'0'0'19906,"19"-3"-18274,91-8 756,-43 9-5416,-65 2 2187,0 0-1,0 0 1,0-1-1,0 1 1,0 0 0,0-1-1,-1 1 1,1-1-1,0 1 1,0-1 0,0 0-1,2-2 1,10-7-8398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11973,'0'0'16056,"0"120"-14279,0-95-865,0-3-480,0 1-352,0-3-80,0 1-576,0 1-897,0-2-1280,0 1-2017,0-3-4482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0,'4'6'14179,"-1"9"-13074,4 465 5589,-7-297-4809,0-155-4039,0-131-10578,0 71 6876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1 165 352,'0'0'5384,"0"-11"-1785,124 9 4020,-79-1-7109,-1-2 1,49-12 0,329-71 626,-310 71-569,206-5 0,-197 22 275,-120 0-141,-1 22 373,-14 352 2265,14-18-1627,5-332-1603,-5-21-233,-5-5-46,-9-5 12,2 3 118,0 1-1,1 0 1,-1 0 0,0 1 0,-1 0 0,-21 1-1,4 1-32,-51 8 0,-302 70-112,362-73 192,-291 64 467,251-66 1152,60-3-1059,-1 0-487,-7 0-15,7 0 887,0 0-969,-48 2 308,35 0-3961,-1-2-7169,4 0 796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481 210 4530,'0'0'6486,"-8"-19"-5048,-25-63-203,29 75-1008,1 0 0,-1 0 0,0 1 0,-1-1-1,0 1 1,0 0 0,0 0 0,0 0 0,-1 1 0,0 0 0,0 0 0,-1 0 0,0 1 0,1 0-1,-1 0 1,0 1 0,-1 0 0,1 0 0,-1 1 0,1 0 0,-1 0 0,0 1 0,0-1 0,1 2-1,-1-1 1,-12 2 0,11-1-99,-1 1 0,0 0 0,1 1 0,-1 0 0,1 1 0,-1 0 0,1 0 0,0 1 0,0 0 0,1 1 0,-1 0 0,1 0 0,0 1 0,0-1 0,1 2 1,0-1-1,0 1 0,0 1 0,-7 10 0,3 1 83,0 1 1,2 0 0,1 1 0,0-1-1,2 2 1,0-1 0,1 1-1,1-1 1,1 1 0,0 32 0,1 221 1285,3-152-777,-1-98-632,1 1 1,1-1 0,1 1 0,1-1 0,1 0-1,13 38 1,-13-54-1543,-7-16-3275,-1-9 2506,2 10 1025,-1-1-1,0 1 1,0 0 0,-1 0-1,0 1 1,-4-9 0,-13-15-4429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1 142 2673,'0'0'13863,"67"-25"-11927,-26 19-175,13-6-112,-6-1-512,6 2-433,0-3-496,0 3-208,-6-1-48,-1-1-832,-6 2-1474,-14 2-1471,-7 4-3907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0 172 5539,'0'0'15335,"9"7"-13839,28 21-271,-34-26-1078,-1 1 1,0-1 0,0 1-1,0-1 1,-1 1 0,1 0-1,-1 0 1,1-1 0,-1 1-1,0 0 1,0 0 0,0 1-1,-1-1 1,1 0 0,-1 0-1,0 0 1,0 0 0,0 6-1,0-7-92,0-2 100,-2 0-142,1 0 1,-1-1 0,0 0 0,1 1-1,-1-1 1,1 0 0,-1 0 0,1 0-1,0 0 1,-1 0 0,1 0 0,0 0-1,0 0 1,0 0 0,-1-1 0,1 1-1,1-1 1,-1 1 0,0 0 0,0-1-1,0 1 1,1-1 0,-1 0 0,1 1 0,-1-1-1,1 0 1,0 1 0,0-1 0,-1 0-1,1-2 1,-3-62-4,3 57 20,0-8 10,1 0 1,0 0-1,4-18 0,-4 32-39,0-1 0,0 0 0,0 0 0,0 0 0,0 1 0,1-1 0,0 1 0,0-1 0,0 1 0,0 0 0,0-1 0,1 1 0,-1 0 0,1 1 1,0-1-1,0 0 0,0 1 0,0-1 0,5-1 0,-7 3-151,0 1 0,0 0 0,-1 0 0,1-1 0,0 1 1,0 0-1,0 0 0,0 0 0,-1 0 0,1 0 0,0 0 0,0 1 0,0-1 1,0 0-1,-1 0 0,1 0 0,0 1 0,0-1 0,-1 0 0,1 1 0,0-1 0,0 1 1,-1-1-1,1 1 0,-1-1 0,2 2 0,17 22-5593,-3-3-3214,3-7 446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56 4578,'0'0'16170,"-12"2"-14745,-40 8-214,50-10-1162,0 1 1,0 0-1,1 0 1,-1 0-1,1 0 1,-1 1-1,1-1 1,-1 0-1,1 1 1,-1-1-1,1 0 0,0 1 1,0 0-1,0-1 1,0 1-1,0 0 1,0-1-1,1 1 1,-1 0-1,0 0 1,1 0-1,-1 0 0,1 0 1,0 0-1,0-1 1,0 1-1,0 0 1,0 0-1,0 0 1,0 0-1,1 0 0,-1 0 1,1 0-1,0 2 1,0 10 9,0-13-54,0 0-1,0-1 1,0 1-1,0 0 1,0 0-1,0 0 1,0-1-1,0 1 1,1 0-1,-1-1 1,0 1 0,0-1-1,1 0 1,-1 1-1,0-1 1,1 0-1,-1 0 1,0 0-1,1 0 1,-1 0-1,0 0 1,2 0-1,36-3 34,-36 1 19,0 0 0,1 0 0,-1-1 1,0 1-1,0 0 0,0-1 0,-1 0 0,1 0 1,-1 0-1,1 0 0,-1 0 0,0 0 1,0-1-1,-1 1 0,1-1 0,-1 1 1,1-1-1,-1 0 0,0 1 0,0-1 1,0-8-1,-1 10-15,1-1 0,-1 0-1,0 0 1,0 0 0,0 1 0,0-1 0,-1 0 0,1 0 0,-1 1 0,0-1 0,1 0-1,-1 1 1,0-1 0,-1 0 0,1 1 0,0 0 0,-1-1 0,1 1 0,-1 0 0,0-1-1,0 1 1,0 0 0,0 1 0,0-1 0,0 0 0,-1 0 0,1 1 0,0 0 0,-5-3-1,6 4-225,1 0-1,0 0 1,-1 0-1,1 0 1,-1 0-1,1 0 0,0 0 1,-1 1-1,1-1 1,0 0-1,-1 0 1,1 0-1,0 0 1,-1 0-1,1 1 0,0-1 1,-1 0-1,1 0 1,0 1-1,0-1 1,-1 0-1,1 0 0,0 1 1,0-1-1,-1 0 1,1 1-1,0-1 1,0 0-1,0 1 1,0-1-1,-1 0 0,1 1 1,0-1-1,0 0 1,0 1-1,0-1 1,0 1-1,0-1 0,0 0 1,0 1-1,0-1 1,0 1-1,0-1 1,0 23-5697,1-18 2485,-1 8-4461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0 0 3394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3394,'51'9'1677,"2"0"240,-1-7 5571,-50-1-6971,-1-1 0,1 1 1,0 0-1,0 0 0,-1-1 0,1 1 0,0 0 1,-1 0-1,1 1 0,-1-1 0,1 0 1,-1 0-1,0 1 0,0-1 0,1 1 0,-1-1 1,0 1-1,0 0 0,0 1 0,0-1-384,0-1-1,0 1 1,0 0-1,0-1 1,0 1 0,1-1-1,-1 1 1,0-1-1,1 0 1,-1 1-1,1-1 1,-1 0-1,1 0 1,0 0-1,-1 0 1,1 0 0,0-1-1,0 1 1,2 0-1,-1-3-160,0 1 0,1-1 1,-1 0-1,0-1 0,0 1 0,0 0 0,0-1 0,-1 0 0,1 0 0,-1 0 0,1 0 1,-1 0-1,0 0 0,2-5 0,15-16-138,-17 21 181,0 1 1,0 0-1,0 0 0,1 1 1,-1-1-1,1 0 0,-1 1 1,1-1-1,0 1 0,0 0 1,2-1-1,-3 2 348,-2 6-264,1 0 1,0 0-1,0 0 1,1-1-1,0 1 1,0 0-1,0-1 1,1 0-1,0 1 1,4 6-1,19 16-1567,-24-27 933,0 1 1,0-1 0,0 0-1,0 0 1,0 0 0,0 0-1,0 0 1,0-1 0,0 1-1,1-1 1,-1 1 0,4-1-1,9 0-4515,4 0-1673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2881,'0'0'16875,"5"22"-14319,3 23-467,-1 0 1,0 58 0,-7 111 31,34-212-4186,-26-1 1189,-1-1 1,1-1-1,-1 1 0,1-1 0,-1-1 1,14-3-1,-18 3 1,1 1 0,-1-1-1,0 0 1,0 0 0,0 0 0,0 0 0,-1-1 0,1 1 0,-1-1 0,5-4 0,6-13-5971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7988,'0'0'15159,"149"-29"-14519,-94 22-448,-8 5-160,-6-2-32,-7 4-2081,6 0-1553,-6 0-5042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3298,'0'0'5906,"61"0"-5778,-55 0-48,8 0-80,-7 0-80,6 0-736,1 0-1073,6 3-1617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6019,'0'0'6019,"54"-2"-6003,-40 2-16,-1 0-961,7 0-848,1 0-448,-1 0-848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2897,'0'0'10165,"34"-9"-10069,-20 9-96,-1 0-16,14 0-912,1 0-977,-1 0-1217,7 0-655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4386,'0'0'9156,"115"-23"-8612,-101 23-95,6 0-449,7 0-32,-7 0-1073,7 0-1264,7 0-624,0 0-2498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54 3394,'0'0'14710,"0"-11"-14342,0 9-207,0-1-161,0-1-513,0-3-1087,0 0-1586,-7-2-1312,7-2-656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1 186 3025,'0'0'12278,"0"-93"-12118,0 80-96,0 1-64,0 1-880,0-5-1073,0 5-1089,0-3-191,0-1 288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21 165 3618,'0'0'7235,"0"-75"-6819,-7 66-224,7 3-176,0-6-16,-6-1-688,6-3-1841,-7-2 336,7 2-1409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96 4434,'0'0'9060,"7"-50"-8852,-7 48-192,0-1-16,0-1-384,0-1-224,0 3-641,0-2-576,0-1-175,0 1-161,0-3-177,0-2-415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74 1713,'0'0'8070,"-2"-7"-7187,0 0-630,-13-24 914,14 29-963,1 0 1,-1 1-1,1-1 1,-1 0-1,1 1 1,0-1 0,-1 0-1,1 1 1,0-1-1,0 0 1,0 0-1,1 1 1,-1-3 0,1 1 2910,-6 21-1675,3-11-1356,-1 0 0,-1 0-1,1 0 1,-1 0 0,0-1 0,-1 0 0,1 0-1,-1 0 1,-1 0 0,1-1 0,-1 1 0,-9 5 0,-12 9 35,-47 24 1,44-27 16,9-5-93,23-14 80,36-23 134,-17 11-256,8-6-21,-1-1 0,-1-1 0,45-50 0,-71 71 69,-1 0 0,0 1 0,1-1 1,0 0-1,-1 0 0,1 0 0,-1 1 0,1-1 0,0 0 1,0 1-1,-1-1 0,1 1 0,0-1 0,0 0 1,0 1-1,0 0 0,0-1 0,0 1 0,-1 0 1,1-1-1,0 1 0,0 0 0,0 0 0,0 0 1,0 0-1,0 0 0,0 0 0,0 0 0,0 0 0,0 0 1,0 0-1,0 1 0,2-1 0,17 28 1988,-18-23-2139,2 1 292,0 0 1,1 0 0,-1 0-1,1 0 1,1-1 0,-1 0-1,1 0 1,9 7 0,-7-6 16,33 32 1965,-41-38-2275,0 0 1,0 1-1,0-1 0,0 0 0,1 0 1,-1 1-1,0-1 0,0 0 1,0 0-1,0 1 0,0-1 1,0 0-1,0 1 0,0-1 1,0 0-1,0 0 0,0 1 0,0-1 1,0 0-1,0 1 0,-1-1 1,1 0-1,0 0 0,0 1 1,0-1-1,0 0 0,0 0 0,0 1 1,-1-1-1,1 0 0,0 0 1,0 0-1,0 1 0,-1-1 1,1 0-1,0 0 0,0 0 1,-1 0-1,1 1 0,-1-1 0,-17 15-4852,-2 1-3813,2-3 295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3650,'0'0'10004,"149"-25"-8579,-122 25-465,0 0-63,-6 0-897,-8 0-240,8 0-1329,-8 0-2289,7 0-1408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33 3153,'0'0'17000,"-27"0"-17000,27-3-112,0-3-1393,0-3-1872,0-5-2258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7780,'0'0'9897,"10"-3"-9486,1 1-264,6-3 173,0 2-1,0 0 0,1 0 0,0 2 0,27 1 1,-44 4-125,0 0 1,0 0-1,-1 0 1,0 1-1,1-1 1,-2 0 0,1 6-1,-1-6 15,0 2-68,0 1 0,-1 0 0,0-1 0,0 1 0,0-1 1,-1 1-1,0-1 0,0 0 0,-1 0 0,0-1 0,0 1 0,0-1 0,-1 1 1,-7 5-1,7-6-21,0 1 1,0-1 0,0 1-1,0 0 1,1 0 0,0 1-1,0-1 1,1 1-1,0 0 1,0 0 0,1 0-1,-1 0 1,2 0 0,-3 14-1,46-19 245,-32-2-414,7 1-231,1-2-1,-1 0 0,25-5 1,-36 5-612,0-1 0,1 0 0,-1-1 1,-1 1-1,1-1 0,0 0 1,9-8-1,6-4-6451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23 8148,'0'0'9143,"21"-3"-7551,3-4-1165,-12 4-176,0 0-1,-1 1 0,1 0 1,0 1-1,20 0 0,-31 1-195,0 0-1,0 1 0,0-1 0,-1 0 1,1 1-1,0-1 0,0 0 1,0 1-1,-1 0 0,1-1 1,0 1-1,0-1 0,-1 1 1,1 0-1,0-1 0,-1 1 1,1 0-1,-1 0 0,1 0 0,-1-1 1,1 1-1,-1 0 0,0 0 1,0 0-1,1 0 0,-1 0 1,0 0-1,0 0 0,0 0 1,0 0-1,0 0 0,0-1 1,0 1-1,0 0 0,0 0 0,0 0 1,-1 0-1,1 0 0,0 0 1,0 0-1,-1 0 0,0 1 1,0 2 84,0 0 1,0-1 0,-1 1 0,1 0 0,-1 0 0,0-1 0,0 1-1,0-1 1,0 1 0,-4 3 0,-8 5 474,0 0 1,-1 0-1,-1-1 1,0-1-1,-29 13 1,78-8-735,-25-13 43,0 0-1,0 1 1,0 0-1,-1 0 1,0 1 0,1 0-1,-1 0 1,0 1 0,-1 0-1,9 7 1,-11-7 69,-1-1 1,0 0-1,0 1 1,0 0-1,0 0 1,-1 0-1,1 0 1,-1 0-1,-1 0 1,1 0-1,-1 1 0,0-1 1,0 1-1,0-1 1,-1 1-1,0 5 1,0-9 38,-1 0 0,0 0 0,1 0 1,-1-1-1,0 1 0,0 0 0,0 0 0,0-1 0,0 1 1,0 0-1,0-1 0,-1 1 0,1-1 0,0 0 0,-1 1 1,1-1-1,-1 0 0,0 0 0,1 0 0,-1 0 1,0 0-1,0 0 0,-3 1 0,-53 16 1397,46-15-1131,-26 4 591,9-1-2045,10-2-5028,25-5-2141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8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28 240 1793,'0'0'5514,"0"-15"-4799,0-45 126,0 45 8806,0-2-8906,0-3-616,1 11-97,-1 0-1,0 0 1,0 0-1,-1 0 1,0 0-1,0 1 1,-1-1-1,-1 0 0,1 1 1,-8-17-1,10 25 24,0 0 0,0 0 0,0 0 0,0 1 0,0-1 0,0 0 1,0 0-1,0 0 0,0 0 0,0 0 0,0 0 0,0 0 0,0 0 0,0 1 0,0-1 0,0 0 0,0 0 0,0 0 0,0 0 0,0 0 0,-1 0 0,1 0 0,0 0 0,0 0 0,0 1 0,0-1 0,0 0 0,0 0 0,0 0 0,0 0 0,0 0 0,0 0 0,0 0 0,-1 0 0,1 0 0,0 0 0,0 0 0,0 0 0,0 0 0,0 0 0,0 0 0,0 0 0,0 0 0,-1 0 0,1 0 1,0 0-1,0 0 0,0 0 0,0 0 0,0 0 0,0 0 0,0 0 0,0 0 0,-1 0 0,1 0 0,0 0 0,0 0 0,0 0 0,0 0 0,0 0 0,0 0 0,0 0 0,0-1 0,0 1 0,0 0 0,-1 0 0,-1 17 646,1 23-581,2 26 541,3 0 0,3-1 0,28 123-1,-25-120-545,-8-53-254,0 0 0,0 0 0,8 24 0,-5-31-2016,-2-33-7970,-3 24 10289,0-34-6408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9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62 180 96,'0'0'11178,"1"-4"-10118,-1 3-928,1 0 0,-1 0 1,0 0-1,1 0 0,0 0 1,-1 0-1,1 0 1,0 1-1,-1-1 0,1 0 1,0 0-1,0 0 0,-1 1 1,1-1-1,0 0 0,0 1 1,0-1-1,0 1 1,0-1-1,0 1 0,0 0 1,0-1-1,0 1 0,0 0 1,1 0-1,-1 0 0,0-1 1,0 1-1,0 0 1,0 0-1,0 1 0,0-1 1,0 0-1,0 0 0,0 1 1,0-1-1,1 0 0,-1 1 1,0-1-1,-1 1 1,1-1-1,0 1 0,1 1 1,15 3 204,0 0 0,1-1 0,-1-1 1,1 0-1,-1-2 0,1 0 1,23-1-1,-6-3-83,0-1 0,58-13 0,114-41 34,-79 21-270,164-27 1,-290 63 59,0 1 0,1-1-1,-1 1 1,0-1-1,0 1 1,0 0 0,1 0-1,-1 0 1,0 0-1,0 0 1,0 1 0,0-1-1,1 1 1,-1-1-1,0 1 1,0 0 0,0 0-1,0 0 1,0 0-1,0 0 1,1 1 0,-1 2 108,0 0 1,0 0-1,0 0 1,-1 0 0,0 1-1,0-1 1,0 0-1,-1 0 1,1 9 0,-1-13-188,22 207 2570,-12-124-1930,1 10-24,42 172 1,-52-259-603,1-1 0,-1 0 0,1 0 0,0 0 0,1 0-1,-1 0 1,1-1 0,0 1 0,0-1 0,0 1 0,5 3 0,-51-3-224,-13-3 107,1 4 0,0 1 0,0 3 0,-82 27 0,-53 17 140,-427 117 155,580-163-151,40-17-611,8-3-29,1-1 1,0 1 0,1 1 0,21-15-1,29-17-6744,-43 30 2873,1-1-2381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9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1 269 5106,'0'0'9733,"5"-2"-8431,-3 1-1179,0 0 1,0 0-1,1 0 1,-1 0-1,1 1 1,-1-1 0,0 1-1,1-1 1,-1 1-1,1 0 1,0 0-1,-1 0 1,1 0-1,-1 1 1,0-1-1,1 1 1,-1-1 0,1 1-1,-1 0 1,0 0-1,1 0 1,-1 0-1,0 1 1,0-1-1,0 0 1,0 1-1,0-1 1,0 1-1,0 0 1,0 0 0,-1 0-1,1 0 1,-1 0-1,0 0 1,1 0-1,-1 0 1,0 1-1,1 2 1,2 5 73,0 1 0,-1-1 0,0 1 0,0-1 0,-2 1 0,2 21 0,-22-38 59,15-2-228,0-1 0,1 0-1,0 0 1,0 0 0,1 0 0,0 0-1,-1-19 1,-1 2 100,0-9 79,1-1 0,3-54-1,0 40-127,0 48-92,0 0 1,0-1 0,0 1-1,0 0 1,0 0-1,0-1 1,1 1-1,-1 0 1,1 0 0,-1 0-1,1 0 1,0 0-1,0 0 1,0 0-1,0 0 1,1 0 0,-1 0-1,0 0 1,1 1-1,-1-1 1,1 0-1,-1 1 1,1-1 0,0 1-1,0 0 1,0 0-1,3-2 1,2 1-987,1 0-1,-1 1 1,0 0 0,0 0 0,0 1-1,15 1 1,-3-1-3685,-4 0-769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0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3378,'0'0'11389,"25"2"-9351,3 3-1582,-8-1-155,-1-1-1,1-1 1,0-1-1,0 0 1,36-5 0,-51 3-269,-1-1 0,1 0 1,-1 0-1,0 0 0,1 0 1,-1-1-1,0 1 0,0-1 0,-1 0 1,5-5-1,-6 7-16,-1 1 0,0-1 0,0-1-1,1 1 1,-1 0 0,0 0 0,0 0 0,-1 0 0,1-1 0,0 1-1,0 0 1,0-1 0,-1 1 0,1-1 0,-1 1 0,1-1-1,-1 1 1,0-1 0,1 1 0,-1-1 0,0 1 0,0-1-1,0 0 1,0 1 0,-1-1 0,1 1 0,0-1 0,0 1-1,-1-1 1,1 1 0,-1-1 0,0 1 0,1-1 0,-2 0-1,-3-1 111,0 1 0,0 0-1,0 0 1,-1 1 0,1 0-1,-1 0 1,1 0 0,-1 0-1,1 1 1,-1 0 0,1 0-1,-10 2 1,1-2 65,3 0-66,0 0-1,0 1 1,0 0-1,1 1 1,-1 0-1,-13 4 1,22-5-88,-1 0-1,0 0 1,1 1 0,-1-1 0,1 1 0,-1-1 0,1 1-1,0 0 1,-1 0 0,1 0 0,0 0 0,0 0 0,1 0-1,-1 1 1,0-1 0,1 1 0,-1-1 0,1 1 0,0-1-1,0 1 1,0 0 0,0 0 0,0 0 0,1-1 0,-1 1-1,1 0 1,0 0 0,0 3 0,0 1-62,0-1 0,0 1 0,1 0 0,0-1 0,0 1 0,1 0 0,0-1 0,0 0 0,5 12 0,-5-15-226,1 0 1,-1 0 0,0 0-1,1 0 1,-1 0 0,1-1 0,0 1-1,0-1 1,0 0 0,0 0 0,0 0-1,1 0 1,-1-1 0,0 1-1,1-1 1,-1 0 0,1 0 0,0 0-1,6 0 1,7 1-2048,0-2 1,-1 0-1,21-2 0,16-8-3200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6787,'0'0'12414,"-24"9"-9760,-75 28-890,92-34-1588,0 0 0,0 0 1,0 0-1,1 1 0,0 0 0,-1 0 0,1 0 1,1 1-1,-1 0 0,1 0 0,0 1 1,0-1-1,0 1 0,1 0 0,0 1 0,0-1 1,-5 14-1,8-17-165,0 0 0,0 0 0,0 0 1,0 0-1,1 0 0,0 1 0,0-1 0,0 0 0,0 0 0,0 0 1,1 5-1,-1-7-31,1 1 0,-1-1-1,1 0 1,-1 0 0,1 1 0,0-1 0,-1 0 0,1 0 0,0 0 0,0 0 0,0 0-1,0 0 1,0 0 0,0 0 0,0-1 0,0 1 0,0 0 0,0 0 0,1-1 0,-1 1-1,0-1 1,0 1 0,1-1 0,-1 0 0,0 1 0,0-1 0,1 0 0,-1 0-1,2 0 1,8 1-189,0-1 0,0 0-1,0-1 1,1 0-1,-1-1 1,0 0-1,-1-1 1,1 0 0,0-1-1,-1 0 1,0 0-1,0-1 1,0-1-1,0 1 1,-1-2 0,0 1-1,0-1 1,-1-1-1,10-10 1,-8 0 3075,-11 45-1874,2-20-1307,1 0 1,0 1-1,0-1 0,0 0 1,1 0-1,6 12 1,13 4-3709,-19-21 3171,0-1 0,-1 0 0,1 1 0,0-1 1,0 0-1,0 0 0,0-1 0,0 1 1,5 0-1,29 0-6010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38 194 7892,'0'0'12592,"6"19"-11658,35 108 629,-42-127-1547,1 0 0,0 0-1,-1-1 1,1 1 0,0 0 0,-1 0 0,1 0-1,-1 0 1,1-1 0,0 1 0,-1 0-1,1 0 1,0 0 0,-1 0 0,1 0-1,-1 0 1,1 0 0,0 0 0,-1 0-1,1 0 1,-1 0 0,1 0 0,0 1 0,-1-1-1,1 0 1,-1 0 0,1 0 0,0 0-1,-1 1 1,1-1 0,0 0 0,0 0-1,-1 1 1,1-1 0,0 0 0,-1 1 0,1-1-1,0 0 1,0 1 0,0-1 0,-1 0-1,1 1 1,0-1 0,0 0 0,0 1-1,0-1 1,0 0 0,0 1 0,-1-1-1,1 1 1,0-1 0,0 0 0,0 1 0,0-1-1,1 1 1,-1-1 0,0 0 0,0 1-1,0-1 1,0 1 0,0-1 0,0 0-1,1 1 1,-29-22 226,23 15-231,0-1-1,1 0 0,0 0 1,0 0-1,1-1 1,0 1-1,0-1 0,1 0 1,0 0-1,-2-15 0,3 17-20,0-1 1,0 1-1,1-1 0,0 1 0,0-1 1,0 1-1,1-1 0,0 1 0,0 0 0,1-1 1,-1 1-1,2 0 0,-1 0 0,1 0 1,3-7-1,4 3-126,-1 0-1,1 0 1,1 1 0,0 1 0,0 0 0,25-13-1,39-16-4816,-41 23-1132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1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1857,'0'0'9868,"25"0"-2664,7 0-4841,-13 3-2165,1-2-1,0-1 1,-1 0-1,1-1 1,24-5-1,-40 5-177,0 0-1,0 0 1,0 0-1,0-1 0,0 0 1,0 1-1,-1-1 1,1 0-1,-1-1 0,1 1 1,-1-1-1,0 1 1,0-1-1,0 0 1,0 0-1,-1 0 0,1-1 1,-1 1-1,0 0 1,0-1-1,0 0 0,0 1 1,-1-1-1,0 0 1,1 0-1,-1 0 0,0 0 1,-1 0-1,1 0 1,-1 0-1,0-8 1,0 11-9,0 0 0,0 0 0,0 0 0,0 0 0,0 0 0,0 0 0,0 0 0,0 0 0,0 0 0,-1 0 1,1 0-1,0 0 0,-1 0 0,1 0 0,-1 0 0,1 0 0,-1 0 0,1 1 0,-1-1 0,0 0 0,1 0 0,-1 1 1,0-1-1,-1-1 0,-24 0 345,13 2-261,9 0-69,0 0-1,0 0 1,0 1 0,0-1 0,1 1 0,-1 0-1,0 0 1,0 0 0,0 1 0,1-1-1,-1 1 1,1 0 0,-1 0 0,1 0 0,0 1-1,-1-1 1,1 1 0,1-1 0,-1 1-1,0 0 1,1 0 0,-1 1 0,1-1-1,-3 5 1,1 1 14,1 0-1,0 0 1,0 0 0,1 0-1,0 1 1,0-1 0,1 1-1,0-1 1,1 11-1,0-18-45,0 0-1,0 0 1,1 0 0,-1 0-1,0 0 1,1 0-1,-1 0 1,1 0-1,0-1 1,0 1-1,0 0 1,0 0 0,0-1-1,0 1 1,0-1-1,0 1 1,1-1-1,-1 1 1,0-1-1,1 0 1,-1 0 0,3 2-1,1-1-150,0 1 0,0-1-1,0 0 1,0 0 0,0-1 0,0 0 0,1 0-1,5 1 1,7-1-1485,-1-1 0,0 0 1,1-1-1,21-5 0,6-8-5300,-9-5-1163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1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4610,'0'0'13190,"3"-5"-11835,-2 4-1237,-1 0-1,1 0 1,0 0-1,-1 0 1,1 0-1,0 0 1,0 0-1,0 0 1,0 0-1,0 0 0,0 1 1,0-1-1,0 0 1,0 1-1,0-1 1,1 1-1,-1-1 1,0 1-1,0-1 1,1 1-1,-1 0 0,0 0 1,0 0-1,1 0 1,1 0-1,-1 1 13,0 0 0,0 0-1,0 1 1,0-1 0,0 1-1,0-1 1,0 1 0,-1 0-1,1-1 1,-1 1 0,1 0-1,-1 0 1,0 0 0,0 1-1,0-1 1,2 3 0,-3-3-133,1 0 1,-1-1-1,1 1 0,0-1 1,-1 1-1,1 0 0,0-1 1,0 1-1,0-1 0,0 0 1,1 1-1,-1-1 0,0 0 1,1 0-1,-1 0 0,1 1 0,-1-2 1,1 1-1,-1 0 0,1 0 1,-1 0-1,1-1 0,0 1 1,0-1-1,-1 1 0,1-1 1,0 0-1,2 1 0,1-3-28,0 0 0,0 0 0,0 0 0,-1 0 0,1-1 0,-1 0 0,0 0-1,8-6 1,9-10 49,-15 14-16,0-1 1,1 1-1,-1 0 1,1 1-1,0-1 1,12-4-1,-12 25 3450,-5-13-3567,0 0 0,0 0 1,0 0-1,0 0 0,1-1 0,-1 1 0,1-1 0,0 0 0,0 0 0,4 3 0,5-3-1584,0-1 1,-1 0 0,1-1 0,13-1 0,2 1-4896,0 0-1527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2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2 4594,'0'0'15498,"-4"-1"-14607,-1 0-836,1 1 1,-1 0-1,1 0 1,-1 1 0,1-1-1,-1 1 1,1 0-1,0 0 1,-1 1-1,1-1 1,0 1-1,0 0 1,0 0-1,0 0 1,0 1-1,1-1 1,-1 1-1,1 0 1,0 0-1,-1 0 1,1 0-1,1 1 1,-1-1-1,0 1 1,-2 5-1,4-8-67,1 0 1,-1 0-1,0 0 0,1 0 0,-1 0 0,1 0 1,-1 0-1,1 0 0,0 0 0,-1 0 0,1 0 1,0 0-1,0 0 0,-1 0 0,1 0 0,0 0 1,0 0-1,0 0 0,1 0 0,-1 1 0,0-1 1,0 0-1,1 0 0,-1 0 0,0 0 1,1 0-1,-1 0 0,1 0 0,-1 0 0,1 0 1,0-1-1,-1 1 0,1 0 0,0 0 0,-1 0 1,1-1-1,0 1 0,0 0 0,0-1 0,0 1 1,0-1-1,0 1 0,0-1 0,0 1 0,0-1 1,0 0-1,0 1 0,0-1 0,0 0 0,0 0 1,0 0-1,0 0 0,0 0 0,0 0 0,1 0 1,0 0-1,7 0-73,0 0 1,-1-1-1,1 0 0,0 0 1,-1-1-1,10-2 1,-2-1 72,0-1 0,0 0 0,-1-1 0,1-1 0,-2-1 0,1 0 0,24-20 0,-75 83 5549,-33 72-4013,11-19-571,-32 42 5,39-69-699,4 1-1,-60 144 1,104-216-255,0 0-1,0-1 1,1 1-1,0 0 1,-1 15-1,3-24-5,0 1 0,1-1 1,-1 1-1,0-1 0,0 0 0,0 1 0,0-1 0,0 1 0,1-1 0,-1 0 0,0 1 0,0-1 0,1 0 0,-1 1 0,0-1 0,1 0 0,-1 1 0,0-1 0,1 0 0,-1 0 0,0 0 0,1 1 0,-1-1 0,0 0 0,1 0 0,-1 0 0,1 0 0,-1 1 0,0-1 0,1 0 0,-1 0 0,1 0 0,-1 0 0,1 0 0,0 0 0,19-2-13,-16 1 19,17-3 22,-1-2 0,-1 0 1,1-2-1,-1 0 1,33-19-1,20-9 27,-13 12-334,-25 11-376,0-1 1,-1-2-1,0-1 0,55-39 0,-67 30-3576,-14 7-2443,-6 7-1138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3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7924,'2'0'17035,"-2"0"-17014,1 0 1,-1 0 0,1 0 0,-1 0 0,1 0-1,-1 0 1,0 0 0,1 0 0,-1 0 0,1 1 0,-1-1-1,0 0 1,1 0 0,-1 0 0,0 1 0,1-1-1,-1 0 1,0 1 0,1-1 0,-1 0 0,0 0-1,0 1 1,1-1 0,-1 1 0,0-1 0,0 0 0,0 1-1,1-1 1,-1 0 0,0 1 0,0-1 0,0 1-1,5 36 796,-5-30-757,0 0 1,1-1 0,0 1 0,1 0 0,-1-1-1,1 1 1,1-1 0,2 8 0,-4-13-92,0 0 1,1 0 0,-1 0-1,0 0 1,0-1 0,0 1-1,0-1 1,0 1 0,1 0-1,-1-1 1,0 0 0,1 1 0,-1-1-1,0 0 1,1 0 0,-1 0-1,0 0 1,1 0 0,-1 0-1,0 0 1,0 0 0,1 0-1,-1-1 1,0 1 0,1-1-1,-1 1 1,0-1 0,2 0-1,36-20-549,7-20-197,62-67-1,-99 100 2479,-9 17 1013,-1 6-3100,1-12 301,0-1 0,0 0 1,0 0-1,1 0 1,-1 0-1,0 0 1,1 1-1,0-1 1,0 0-1,0 0 1,0 0-1,0-1 1,0 1-1,0 0 1,0 0-1,1-1 1,-1 1-1,1 0 1,-1-1-1,1 1 1,-1-1-1,1 0 1,0 0-1,0 0 1,0 0-1,0 0 1,0 0-1,0 0 1,0 0-1,2 0 1,7 1-2010,-1 0 0,1-1 0,-1 0 0,20-1 0,-21 0-117,20 0-5982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3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75 4274,'0'0'12184,"6"0"-11661,29 2-49,-21-1-131,0 1 0,0-2 0,0 0 0,0-1 0,0 0 0,0-1 1,0-1-1,15-4 0,-28 6-311,0 0 1,0 0 0,-1 0 0,1 0-1,0 0 1,-1 0 0,1 0-1,-1 0 1,1-1 0,-1 1 0,0 0-1,1 0 1,-1 0 0,0 0-1,0-1 1,0 1 0,0 0 0,0 0-1,0-1 1,0 1 0,-1 0-1,1 0 1,0 0 0,-1 0 0,1-1-1,0 1 1,-1 0 0,1 0-1,-1 0 1,0 0 0,1 0 0,-1 0-1,0 0 1,0 0 0,0 1-1,0-1 1,1 0 0,-1 0 0,0 1-1,0-1 1,-3-1 0,-9-2 157,0 0 0,0 0 0,0 1 0,-1 1 0,0 0 0,1 1 0,-1 1 0,-22 1 0,7 0 1186,28-1-1356,0 1 0,0-1-1,0 1 1,0-1-1,1 1 1,-1-1-1,0 1 1,0 0-1,1 0 1,-1-1-1,0 1 1,1 0-1,-1 0 1,1 0-1,-1-1 1,1 1-1,-1 0 1,1 0-1,0 0 1,-1 0 0,1 0-1,0 0 1,0 0-1,0 0 1,0 0-1,-1 0 1,2 0-1,-1 2 1,-1 37-86,1-33 115,0 0-123,0 0 0,0 0 0,0 1 0,1-1-1,0 0 1,1 0 0,0 0 0,4 11 0,-5-15-118,1-1-1,0 1 1,0 0-1,1-1 1,-1 0-1,0 1 1,1-1-1,-1 0 1,1 0 0,0-1-1,-1 1 1,1 0-1,0-1 1,0 0-1,0 0 1,0 0-1,1 0 1,-1 0-1,0 0 1,0-1 0,5 0-1,10 3-1817,1-2 0,0 0-1,-1-1 1,1-2 0,0 1 0,-1-2-1,33-9 1,-2-7-1744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3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6403,'0'0'17952,"0"67"-13270,0-66-4719,0 0-1,1 0 1,-1 1-1,0-1 0,0 0 1,1 0-1,-1 0 1,0 1-1,1-1 1,0 0-1,-1 0 0,1 0 1,-1 0-1,1 0 1,0 0-1,0 0 1,0 0-1,-1 0 0,1-1 1,0 1-1,0 0 1,0 0-1,0-1 1,1 1-1,-1-1 0,0 1 1,0-1-1,0 1 1,0-1-1,0 0 1,1 1-1,-1-1 0,0 0 1,0 0-1,1 0 1,-1 0-1,0 0 1,0 0-1,1 0 0,-1-1 1,2 0-1,1 1-118,1-1 1,-1 0-1,0 0 0,1 0 0,-1-1 0,0 1 0,0-1 1,0 0-1,0 0 0,4-4 0,15-15-167,-4 4 368,-2 0 1,18-22-1,-36 41 388,1 0 0,-1 0 0,1 0 0,0 0 0,0 0 0,-1 0 0,1 0 0,1 0 0,-1 0 0,0 0 0,0 0 0,1 0 0,0 2-1,0-1-684,-1 1 0,1-1 0,0 0 0,0 0 0,0 0-1,0 0 1,1 0 0,0 0 0,-1-1 0,1 1 0,0 0-1,0-1 1,0 0 0,0 1 0,1-1 0,4 3 0,-1-3-977,1-1 0,0 1 1,0-2-1,0 1 0,0-1 1,9-1-1,-1 1-1432,19 0-5294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4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17 6499,'0'0'13107,"-3"7"-12498,3-7-609,-1 3 71,0 1 0,-1-1 1,1 1-1,0 0 0,1-1 0,-1 1 1,1 0-1,0 7 0,0-10-57,1 0 0,-1 1 1,1-1-1,-1 0 0,1 0 0,0 1 0,-1-1 0,1 0 0,0 0 0,0 0 0,0 0 1,0 0-1,0 0 0,0 0 0,0 0 0,1-1 0,-1 1 0,0 0 0,0-1 0,1 1 0,-1-1 1,0 1-1,1-1 0,-1 1 0,0-1 0,1 0 0,-1 0 0,1 0 0,-1 0 0,0 0 1,1 0-1,1 0 0,12 1 206,42-1-13,-56 0-185,0 0-1,1-1 1,-1 1 0,0 0-1,1-1 1,-1 1-1,0-1 1,1 1-1,-1-1 1,0 1-1,0-1 1,0 0 0,0 0-1,0 0 1,0 0-1,0 0 1,0 0-1,0 0 1,0 0-1,0 0 1,0 0 0,-1 0-1,1 0 1,0-1-1,-1 1 1,1 0-1,-1-1 1,0 1-1,1 0 1,-1-1 0,0 1-1,0 0 1,0-2-1,1 1 81,-1 0 1,0 0-1,0 0 0,0 0 0,0 1 0,0-1 1,0 0-1,0 0 0,-1 0 0,1 1 0,-1-1 1,1 0-1,-1 0 0,0 1 0,1-1 0,-1 0 0,0 1 1,0-1-1,0 1 0,0-1 0,-1 1 0,1 0 1,0-1-1,-1 1 0,1 0 0,0 0 0,-1 0 1,0 0-1,1 0 0,-1 0 0,1 1 0,-1-1 0,0 0 1,0 1-1,1-1 0,-1 1 0,0 0 0,0-1 1,0 1-1,0 0 0,1 0 0,-4 1 0,-12-3 602,0 0 0,1 1 0,-33 4 0,46-3-660,0 0 0,1 0 1,-1 0-1,1 0 0,-1 1 0,0 0 0,1-1 0,-1 1 0,1 0 1,-1 0-1,1 0 0,0 0 0,-1 1 0,1-1 0,0 1 0,0-1 1,0 1-1,0 0 0,0 0 0,1 0 0,-1 0 0,0 0 0,1 0 1,-1 0-1,1 1 0,0-1 0,0 1 0,0-1 0,0 1 0,0-1 1,1 1-1,-1-1 0,0 5 0,1-2-91,0 0 1,0 0-1,0 0 0,1 0 1,0 0-1,0 0 1,0 0-1,1 0 0,-1 0 1,3 4-1,-2-6-85,0-1 0,0 1-1,0-1 1,1 0 0,-1 1 0,1-1 0,-1 0 0,1-1-1,0 1 1,0 0 0,0-1 0,0 0 0,0 1 0,0-1-1,0 0 1,0-1 0,3 2 0,19 2-1819,1 0 1,-1-1-1,50-2 0,24-8-6147,-25-7 276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4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0 15223,'0'0'4154,"-20"7"-846,7-4-2632,1 0-148,0 1 1,1 0-1,-1 1 0,1 0 0,0 0 0,0 1 0,1 1 0,0 0 0,0 0 1,-16 16-1,2 3-80,1 2 1,1 0-1,1 2 1,-29 55-1,41-64-298,0 0 1,0 0-1,2 1 1,1 0-1,1 0 1,1 1-1,0 0 1,1 35-1,2-51-196,1 1 1,1 0-1,-1-1 1,1 1-1,0-1 1,1 1-1,0-1 1,0 0-1,1 0 1,6 13-1,-6-16-28,0-1 0,0 1-1,0 0 1,1-1 0,0 1-1,0-1 1,0 0 0,0-1-1,0 1 1,0-1 0,1 0 0,-1 0-1,1 0 1,0 0 0,0-1-1,-1 0 1,10 2 0,3-1-1015,1 0 1,-1-1 0,0-1-1,0 0 1,0-1 0,34-7-1,-34 4-1208,0-1 0,-1-1-1,29-13 1,24-18-7646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5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14679,'0'0'13891,"-13"9"-12645,4-3-1041,-4 2 225,1 0 0,0 2-1,-19 17 1,27-22-366,0-1 1,1 1-1,-1-1 0,1 1 0,0 0 0,0 0 0,1 1 1,-1-1-1,1 0 0,0 1 0,1 0 0,-1-1 0,1 1 1,0 0-1,0 8 0,2-13-67,0 0 1,-1-1-1,1 1 1,0 0-1,-1-1 1,1 1-1,0 0 0,0-1 1,0 1-1,-1-1 1,1 0-1,0 1 1,0-1-1,0 0 0,0 1 1,0-1-1,0 0 1,0 0-1,0 0 1,0 0-1,0 0 0,1 0 1,29 2-188,-28-2 135,34 0-352,41 2-1446,-72-1 1673,1-1 0,-1 1 0,0 1 0,0-1 0,1 1 1,-1 0-1,0 0 0,9 6 0,-13-7 255,0 1 0,-1-1 1,1 1-1,0 0 1,-1-1-1,0 1 0,1 0 1,-1 0-1,0 0 0,0 0 1,0 0-1,0 0 0,0 0 1,0 1-1,-1-1 0,1 0 1,-1 0-1,0 1 0,1-1 1,-1 0-1,0 0 1,0 1-1,-1-1 0,1 0 1,0 0-1,-1 1 0,1-1 1,-1 0-1,0 0 0,-2 4 1,0 3 172,-1-1 0,-1 0 1,1 0-1,-1 0 0,-1 0 0,-6 6 1,3-4-204,-1 0 1,-1-2 0,0 1-1,0-1 1,-1-1 0,-23 12-1,25-15-554,0 0-1,0 0 0,-21 4 1,26-8-216,0 1 1,0 0-1,0-1 1,0 0-1,0 0 1,0-1-1,0 0 1,0 1-1,-5-3 1,8-4-5111,2-15-3268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5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11573,'0'0'15303,"115"-11"-14854,-81 11-257,-7-3-192,7 1-241,0 0-1199,-7-5-2466,0-2-2753,-6-2-3922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5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0 384,'0'0'23456,"13"17"-21852,2 0-1131,-3-4-9,0 1 0,-1 0 0,-1 1 0,-1 0 0,16 31 0,-2 10 773,23 78-1,-40-111-1008,-1 0-1,-1 0 1,-1 1-1,-1-1 1,-2 1-1,-2 37 1,0-50-228,-1 0 0,0 0 0,-1 0 0,0-1 0,0 1 0,-1-1 0,0 0 0,-1 0 0,0 0 0,-1-1 0,0 0 0,0 0 0,-1-1 0,0 0 0,-1 0 0,-16 11 0,7-7 0,-1 0 0,0-1 0,0-1 0,-1 0 0,0-2 0,-1-1 0,-38 10 0,58-17-142,-8 2-3331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26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3265,'0'2'17557,"-2"3"-13364,-8 33-3554,3 11 537,2 1 0,2 54 1227,3-106-2399,1-1 0,-1 1 0,0-1 0,1 0 0,0 1 0,0-1 0,0 1 0,0 0 0,0-1 0,0 1 0,0 0 0,1 0 0,-1 0 0,1 0 1,0 0-1,-1 0 0,1 0 0,4-3 0,-1 1-20,1 0 1,-1 0-1,1 0 0,-1 1 1,1-1-1,9-2 1,-12 5 5,-1 0 1,1 0 0,-1 0 0,1 0 0,0 1 0,-1-1-1,1 1 1,0 0 0,-1 0 0,1 0 0,0 0-1,-1 0 1,1 1 0,-1-1 0,1 1 0,0 0 0,-1-1-1,1 1 1,-1 0 0,0 1 0,1-1 0,-1 0 0,0 1-1,0-1 1,0 1 0,0 0 0,0 0 0,0-1 0,0 1-1,0 0 1,-1 1 0,1-1 0,-1 0 0,0 0 0,1 1-1,-1-1 1,0 1 0,-1-1 0,1 1 0,0-1-1,0 5 1,3 13 21,-1 0 0,-1 0 0,-1 0 0,-1 29 0,-1-27-39,2 5 51,0-17-32,-1 0 1,0 0 0,-3 20 0,2-27 20,0 1 0,0-1 0,0 0 0,0 0 1,-1 0-1,1 0 0,-1 0 0,0-1 0,0 1 1,0 0-1,0-1 0,0 1 0,0-1 1,-1 0-1,1 0 0,-5 3 0,2-1 162,0-1 0,-1 0 1,0 0-1,0 0 0,1-1 0,-2 0 0,1 0 0,0-1 0,0 1 0,-1-1 1,1 0-1,0-1 0,-11 0 0,12 0-165,1 0 0,0-1 0,0 0 0,0 0 0,0 0 0,0 0 0,0 0 0,-6-3 0,9 3-11,-1 0 1,1 0-1,-1 1 0,1-1 0,-1 0 1,1-1-1,0 1 0,0 0 0,-1 0 1,1 0-1,0-1 0,0 1 0,0-1 1,0 1-1,0-1 0,1 1 0,-1-1 1,0 1-1,1-1 0,-1 0 0,1 1 1,0-1-1,-1-3 0,1 2-28,0 3-3,0 0 1,0-1-1,0 1 0,0-1 0,0 1 0,0 0 0,0-1 0,0 1 0,0-1 0,0 1 0,0 0 0,0-1 0,0 1 0,1 0 0,-1-1 1,0 1-1,0 0 0,0-1 0,1 1 0,-1 0 0,0 0 0,0-1 0,1 1 0,-1 0 0,0-1 0,1 1 0,-1 0 0,0 0 0,1 0 1,-1 0-1,0-1 0,1 1 0,-1 0 0,0 0 0,1 0 0,-1 0 0,0 0 0,1 0 0,-1 0 0,1 0 0,-1 0 0,0 0 0,1 0 1,-1 0-1,0 0 0,1 0 0,-1 0 0,1 0 0,-1 1 0,0-1 0,1 0 0,0 1 0,-1-2-366,1 1 0,0 0 0,0 0 0,0 0 0,0-1 0,0 1 0,0 0 0,-1-1 0,1 1 0,0-1 0,0 1 0,0-1 0,-1 1 0,1-1 0,0 0 0,-1 1 0,1-1 0,-1 0 0,1 1 0,-1-1 0,1 0 0,-1 0 0,1 1 0,-1-1 0,0 0 0,1 0 0,-1 0 0,0 0 0,0 0 0,1 0 0,-1-1 0,1-16-9284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27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2721,'10'-16'21579,"-6"14"-19267,7 1-2110,1-1-1,-1 0 0,1 0 1,-1-1-1,0-1 1,0 0-1,0 0 1,0-1-1,-1-1 0,0 1 1,16-14-1,-12 13 1724,-3 6-3279,-3 6-4111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4594,'0'0'6115,"7"5"-4851,6-1-959,1-1-81,-7 3-96,6-1-64,1 2-64,-1-1-256,8 3-1393,-1-4-1104,0 2-1249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5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4130,'0'0'13046,"108"-12"-12950,-74 8-96,0 4-272,7-2-1121,6 2-1104,-6-3-656,-1-1-449,8 2-208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1457,'0'0'15015,"109"-13"-14583,-96 13-256,8 0-176,-1 0-112,14-2-1425,0-3-1664,6-4-1201,8 0-112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6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3570,'0'0'10853,"41"0"-10629,-21 0-128,7 0-96,-6 0-176,13 0-1329,0 0-1328,6 0-513,8 0-255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4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 6195,'0'0'24635,"6"-9"-23754,1 9-577,-7 11-689,0 5-1055,0 5-1185,-7 1-1441,-6 3-3490,-1-2-3889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4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11189,'0'0'15591,"-33"102"-16007,26-78-2193,0 10-3218,-7 5-5602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59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18 118 1697,'0'0'13371,"3"0"-13088,25 1 296,-16 0 105,0-1 0,0 0 0,24-4 0,-32 3-611,-1 0 0,0 1-1,0-2 1,0 1-1,0 0 1,0-1 0,0 1-1,0-1 1,-1 0-1,1 0 1,0 0 0,-1 0-1,1 0 1,-1-1-1,0 1 1,0-1 0,0 1-1,0-1 1,2-4 0,9-35 215,-13 41-286,0 0-1,0 0 1,1-1-1,-1 1 0,0 0 1,0 0-1,0 0 0,0 0 1,0 0-1,-1 0 0,1 0 1,0 0-1,0 0 0,-1 0 1,1 0-1,-1 0 0,1 0 1,-1 0-1,1 0 0,-1 0 1,0 0-1,1 0 0,-1 1 1,0-1-1,0 0 1,1 0-1,-1 1 0,0-1 1,0 1-1,0-1 0,0 1 1,0-1-1,0 1 0,0-1 1,0 1-1,0 0 0,0-1 1,0 1-1,0 0 0,-2 0 1,-4 0 8,0 1 0,0 1 1,0-1-1,1 1 0,-1 0 1,0 0-1,1 1 1,-1 0-1,1 0 0,0 0 1,0 1-1,0 0 0,0 0 1,1 1-1,0 0 0,0 0 1,0 0-1,0 0 0,1 1 1,-6 9-1,6-10 1,0 1-1,0-1 1,1 1-1,0 0 1,0 0-1,0 0 1,1 1-1,0-1 1,0 1-1,1-1 1,0 1-1,0-1 1,0 1-1,1 0 1,0 0-1,0-1 1,1 1-1,0 0 1,0-1-1,0 1 1,1-1-1,3 9 1,-3-11-352,1-1 1,0 1 0,0-1 0,0 1 0,0-1 0,0 0 0,0 0 0,1-1 0,0 1 0,0-1 0,-1 1-1,1-1 1,0 0 0,1-1 0,-1 1 0,0-1 0,0 0 0,1 0 0,-1 0 0,1 0 0,5-1-1,-2 1-369,-1-1 0,0 0-1,1-1 1,-1 0 0,0 0-1,0 0 1,0-1-1,1 0 1,-2-1 0,1 1-1,0-1 1,8-6 0,13-9-2647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59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1185,'0'0'13224,"0"0"-13149,0 0 0,0 0-1,0 0 1,1 0-1,-1-1 1,0 1 0,0 0-1,0 0 1,0 0 0,0 0-1,0 0 1,0 0-1,0-1 1,0 1 0,0 0-1,1 0 1,-1 0 0,0 0-1,0 0 1,0 0-1,0 0 1,0 0 0,0 0-1,1-1 1,-1 1 0,0 0-1,0 0 1,0 0-1,0 0 1,0 0 0,1 0-1,-1 0 1,0 0 0,0 0-1,0 0 1,0 0-1,0 0 1,1 0 0,-1 0-1,0 0 1,0 1 0,0-1-1,0 0 1,0 0-1,1 0 1,-1 0 0,0 0-1,0 0 1,0 0-1,0 0 1,0 0 0,0 0-1,0 1 1,0-1 0,1 0-1,-1 0 1,0 0-1,0 0 1,0 0 0,0 0-1,0 1 1,0-1 0,0 0-1,0 0 1,0 0-1,0 0 1,0 0 0,0 1-1,0-1 1,0 6 345,1 0 0,0 0 0,0 0 0,0 0 0,1-1 0,0 1 1,3 6-1,4 13 221,-9-24-633,1 0 1,0 1-1,-1-1 1,1 0-1,0 1 1,0-1-1,0 0 1,0 0-1,0 0 1,1 0-1,-1 0 1,0 0-1,0 0 1,1 0-1,-1 0 1,0 0-1,1-1 1,-1 1-1,1-1 1,-1 1-1,1-1 1,-1 0-1,1 1 1,-1-1-1,1 0 1,0 0-1,-1 0 1,1 0-1,-1 0 1,1 0-1,-1-1 1,1 1-1,-1-1 1,1 1 0,1-1-1,4-1-9,-1 0 1,1 0-1,-1-1 0,1 0 1,-1 0-1,7-5 0,9-18-23,3 0 4050,4 66-3410,-24-36-862,0-1-1,0 0 0,1 0 0,0-1 1,-1 0-1,1 0 0,0 0 0,0 0 1,9 0-1,56 1-6295,-52-3 4018,35 0-5613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0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4 5619,'0'0'16220,"-15"-1"-14835,-47-2-342,57 4-931,1 0 1,-1 0-1,0 0 0,0 1 1,1-1-1,-1 1 0,1 0 0,0 1 1,0-1-1,0 1 0,0-1 0,0 1 1,0 0-1,0 1 0,1-1 1,0 1-1,-3 3 0,-9 9 159,12-14-256,0 0-1,0 0 1,1 1 0,-1-1 0,1 1 0,0 0-1,0-1 1,0 1 0,0 0 0,1 0 0,-1 0-1,1 1 1,-1-1 0,1 0 0,0 1 0,0-1 0,1 0-1,-1 1 1,1 3 0,2-6-50,1 0 0,-1 0 0,1 0-1,0 0 1,-1 0 0,1-1 0,0 1 0,0-1 0,-1 0 0,1 0-1,0 0 1,0 0 0,4-1 0,-1 0-31,3 1-10,0-1 0,0-1 0,-1 1 0,1-2 0,-1 1-1,1-1 1,7-4 0,16-5 26,-28 12 64,-3 0 23,-1 8 40,0-1-32,-1 0-1,0-1 1,-1 1-1,1-1 0,-1 1 1,0-1-1,-1 1 1,0-1-1,-4 7 1,-39 57 433,31-48-333,-33 44 225,-47 73 372,86-122-678,0 0 0,1 1 0,0-1 0,2 2 0,0-1 0,-5 30 0,11-47-65,-1 0 0,1 0 0,0 0 0,0 0 0,-1 0 0,1 0 0,0-1 0,0 1 0,0 0 0,0 0 0,0 0 0,0 0 0,1 0 0,-1 0 0,0 0 0,0 0 0,1 0 0,-1 0 0,1 0 0,-1-1 0,1 1 0,-1 0 0,1 0 0,-1-1 0,1 1 0,-1 0 0,1 0 0,0-1 0,0 1 0,1 0 0,29 0-1,-25-1 14,4-2 13,0 0 0,-1 0-1,1-1 1,-1-1 0,0 1 0,0-2-1,0 1 1,9-7 0,65-50-168,-36 24-1065,16-14-3500,-25 14-5122,-23 18 1285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0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1825,'0'0'20310,"0"29"-16254,0-26-3960,-1-1 1,1 1 0,0 0 0,1 0 0,-1 0 0,0 0-1,1 0 1,0-1 0,-1 1 0,1 0 0,0 0-1,0-1 1,1 1 0,-1-1 0,1 1 0,-1-1-1,1 1 1,0-1 0,2 2 0,-2-2-128,0-1-1,0 0 1,0-1 0,0 1-1,0 0 1,0-1 0,0 1-1,1-1 1,-1 1 0,0-1-1,0 0 1,1 0 0,-1 0-1,0 0 1,0-1 0,0 1-1,1 0 1,3-2-1,7-3-251,1-1 0,-1 0 0,0-1 0,-1 0 0,20-16 0,42-30 227,-62 69 3475,7 14-6995,-18-28 3056,1-1 0,-1 1 0,0 0 0,1-1 0,0 0 1,-1 1-1,1-1 0,0 0 0,-1 0 0,1 0 0,0 0 0,0 0 0,0 0 0,2 0 0,21 1-6123,2-1-1718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6739,'0'0'11824,"4"0"-11098,22 8 163,26 6 500,-30-13-1212,-11 1-146,1-1 1,-1-1 0,1 0-1,-1 0 1,0-1-1,1 0 1,18-6 0,-29 7-31,0 0 1,0 0-1,0-1 1,0 1-1,0 0 1,0-1-1,0 1 1,0-1-1,-1 1 1,1-1-1,0 1 1,0-1-1,-1 1 1,1-1-1,0 0 1,-1 1-1,1-1 1,0 0-1,-1 0 1,1 1-1,-1-1 1,1 0-1,-1 0 1,0 0-1,1 0 1,-1 0-1,0 0 1,0 1-1,1-1 1,-1 0-1,0 0 1,0 0-1,0 0 1,0 0-1,0 0 1,0 0-1,-1 0 1,1 0-1,0 0 1,0 0-1,-1 0 1,1 1-1,0-1 1,-1 0-1,1 0 1,-1 0-1,1 0 1,-1 1-1,0-1 1,1 0-1,-1 1 1,0-1-1,1 0 1,-1 1-1,0-1 1,0 1-1,0-1 1,1 1-1,-1-1 0,0 1 1,-1-1-1,-6-3 18,1 0 0,-1 0 0,1 1 0,-1 0-1,-8-2 1,7 2 69,0 2-1,0-1 1,0 1-1,-1 0 1,1 1 0,0 0-1,0 0 1,0 1-1,0 1 1,-12 2-1,18-3-53,-1 1 0,1-1 0,0 1-1,0 0 1,0 0 0,0 0 0,1 0-1,-1 1 1,1-1 0,-1 1 0,1-1-1,0 1 1,0 0 0,0 0 0,0 0-1,0 0 1,1 0 0,-1 1 0,1-1 0,0 0-1,0 1 1,0-1 0,0 1 0,1-1-1,0 1 1,-1-1 0,1 1 0,1 5-1,-1-5-51,0-1 1,0 1-1,0-1 0,0 1 0,1-1 0,-1 1 0,1-1 0,0 1 0,0-1 0,1 0 0,-1 1 0,1-1 0,-1 0 1,1 0-1,0 0 0,4 4 0,-3-4-135,0-1 1,1 0-1,-1 0 0,1 0 1,-1 0-1,1 0 1,0-1-1,0 0 1,0 1-1,0-1 0,0-1 1,0 1-1,0-1 1,5 1-1,12 0-2018,0 0 0,1-1 1,-1-1-1,0-1 0,0-1 0,20-5 0,8-11-3592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1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38 176,'0'-1'26175,"-1"19"-25772,1 23 66,0-40-510,0 0 1,0 0 0,0 0-1,0 0 1,1-1 0,-1 1-1,0 0 1,1 0 0,-1 0-1,0 0 1,1 0 0,-1-1-1,1 1 1,-1 0 0,1 0 0,0-1-1,-1 1 1,1 0 0,0-1-1,0 1 1,-1-1 0,1 1-1,0-1 1,0 1 0,0-1-1,-1 1 1,1-1 0,0 0-1,0 0 1,0 1 0,0-1-1,0 0 1,1 0 0,2 0-102,-1 0 1,0 0 0,0 0-1,1-1 1,-1 0 0,0 1-1,0-1 1,0 0-1,0 0 1,0-1 0,0 1-1,0-1 1,0 1-1,0-1 1,-1 0 0,4-3-1,-1-1 119,1 0-1,-2-1 0,1 0 1,7-13-1,-8 11 477,1 1-1,0 0 1,0 0-1,10-10 1,-7 30 3048,-7-9-3787,1 1 1,0 0 0,0-1 0,0 1-1,0-1 1,0 1 0,1-1-1,-1 0 1,1 0 0,0 0 0,0-1-1,6 5 1,0-5-1055,0 0 1,0 0-1,-1-1 1,1 0-1,0-1 1,11-1 0,-6 1-1613,26 0-5239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1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59 5138,'0'0'15688,"-1"6"-14619,0-4-994,1 0 0,-1 0 0,1 0 0,-1 0 0,1 0 0,0 0 0,0 0 0,0 1 0,0-1-1,0 0 1,1 0 0,-1 0 0,2 3 0,-1-4-44,0 1 0,0-1 0,0 0 0,1 0 0,-1 0 0,0-1-1,1 1 1,-1 0 0,1 0 0,-1-1 0,1 1 0,-1-1 0,1 1 0,0-1 0,-1 0 0,1 1 0,-1-1 0,1 0-1,0 0 1,-1 0 0,4-1 0,5 1 58,11 0 32,-1 0 1,25-5-1,-40 4-132,0 0 1,0 0-1,0 0 0,0-1 1,0 0-1,0 0 1,-1 0-1,1-1 0,-1 1 1,0-1-1,0 0 0,0 0 1,0-1-1,4-4 1,-7 7 25,0 0 0,0 0 0,0 0 0,0 0 0,0 0 0,0 0 1,0 0-1,-1-1 0,1 1 0,-1 0 0,1 0 0,-1-1 1,1 1-1,-1-1 0,0 1 0,1 0 0,-1-1 0,0 1 0,0-1 1,0 1-1,0-1 0,0 1 0,0 0 0,-1-1 0,1 1 0,0-1 1,-1 1-1,1 0 0,-1-1 0,0 1 0,1 0 0,-1 0 0,0-1 1,0 1-1,-1-2 0,-1 1 92,1 0 1,-1 1-1,0-1 0,1 0 1,-1 1-1,0-1 0,0 1 1,0 0-1,0 0 0,0 0 1,-1 1-1,1-1 1,0 1-1,-6 0 0,0-1 100,1 2 0,0-1 0,0 1 0,0 1 0,-1-1 0,1 1 0,1 1 0,-1 0 0,-13 6 0,17-7-110,0 1 0,1-1 1,-1 1-1,0 0 0,1 0 0,0 1 0,0-1 0,0 1 0,0-1 1,0 1-1,1 0 0,0 0 0,0 0 0,0 1 0,0-1 0,1 0 0,-1 1 1,1-1-1,-1 8 0,0-4-49,1 0 0,1 0 1,-1 0-1,1 0 0,0 1 1,2 7-1,-2-14-75,1 0 0,-1 0 0,1 0-1,0 0 1,0 0 0,0-1 0,0 1 0,0 0-1,0 0 1,0-1 0,0 1 0,1-1 0,-1 1 0,0-1-1,1 0 1,-1 1 0,1-1 0,0 0 0,-1 0 0,1 0-1,0 0 1,0 0 0,0-1 0,0 1 0,0-1-1,-1 1 1,1-1 0,0 1 0,0-1 0,3 0 0,40 2-2000,1-1 1,76-9 0,-74 1-2053,48-14 1,37-17-9107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2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1 1585,'0'0'17458,"-8"3"-15569,-13 8-1157,1 1 0,0 1 0,1 0 0,0 2-1,1 0 1,1 1 0,-27 32 0,-100 142 2057,131-171-2687,0 1 0,1 0 1,2 1-1,0 1 0,1 0 0,1 0 0,1 0 0,1 1 0,1 0 1,0 0-1,2 1 0,1-1 0,3 47 0,-1-63-163,1 0-1,0 0 1,0 0 0,1 0-1,0-1 1,0 1 0,0 0-1,1-1 1,0 0 0,1 0-1,-1 0 1,1 0-1,0 0 1,1-1 0,9 10-1,-7-9-157,1 0 0,0-1-1,0 1 1,0-2 0,1 1 0,0-1-1,0-1 1,0 0 0,0 0-1,16 3 1,-9-4-176,-1 0 1,1-1-1,-1-1 0,1 0 1,0-1-1,-1 0 1,1-2-1,-1 0 0,0 0 1,0-2-1,0 0 0,0 0 1,-1-1-1,16-10 1,16-20-6031,-10-6-3048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3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7075,'0'0'16386,"0"0"-16289,1 0-1,-1 1 1,1-1-1,-1 0 0,0 1 1,1-1-1,-1 0 1,1 1-1,-1-1 1,0 1-1,1-1 0,-1 0 1,0 1-1,1-1 1,-1 1-1,0-1 0,0 1 1,0-1-1,0 1 1,1-1-1,-1 1 1,0-1-1,0 1 0,0-1 1,0 1-1,0-1 1,0 1-1,0-1 0,0 1 1,0-1-1,0 1 1,-1 0-1,1-1 1,0 1-1,-1 0 0,-2 13 416,-1 0-1,-1-1 1,0 1-1,-1-1 1,0 0-1,-1-1 1,0 1-1,-16 18 1,13-18-371,1 0 1,0 1-1,1 0 1,1 0 0,0 1-1,1-1 1,-5 19-1,11-32-151,-1 0-1,1 0 1,0 0 0,-1 0-1,1 0 1,0 1-1,0-1 1,-1 0 0,1 0-1,0 0 1,0 0-1,1 1 1,-1-1 0,0 0-1,0 0 1,0 0-1,1 0 1,-1 1 0,1-1-1,-1 0 1,1 0-1,-1 0 1,1 0 0,0 0-1,-1 0 1,2 1-1,1-1-23,-1 0-1,1-1 0,-1 1 0,1-1 0,0 1 1,-1-1-1,1 0 0,-1 0 0,1 0 0,2 0 1,8-1 132,32 2-181,0-2-1,0-2 1,0-1 0,0-3 0,64-19 0,-107 26 99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3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9524,'0'0'16264,"-48"131"-15160,48-95-223,0-2-529,0-3-208,0-2-144,0 1-368,0-5-977,14-5-960,0 0-1505,-1-4-2545,1-9-1936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3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4226,'0'0'19422,"0"3"-19270,2 3-28,0 1-1,0-1 1,1 0-1,0 0 1,0 0 0,1 0-1,-1 0 1,1-1-1,10 10 1,2 7 318,13 20 1089,44 83-1,-64-105-1282,0 0 1,-2 1 0,0 1 0,-2-1 0,0 1 0,3 42 0,-6-44-201,-2 0 0,-3 38 0,2-51-29,0-1-1,-1 1 1,0-1 0,0 1-1,-1-1 1,1 0 0,-1 1-1,-1-1 1,1-1 0,-1 1-1,0 0 1,-6 6-1,-4 1 135,-1-1-1,0 0 1,-1-1-1,0-1 1,-17 9-1,-90 37 465,123-56-712,-1 1 0,1-1 0,-1 0 0,0 1 0,1-1 0,-1 0 0,1 1 0,-1-1 0,0 0 1,1 0-1,-1 0 0,0 0 0,1 0 0,-1 0 0,0 0 0,1 0 0,-1 0 0,1 0 0,-1 0 0,0 0 0,1 0 1,-1 0-1,0-1 0,1 1 0,-1 0 0,1 0 0,-1-1 0,0 1 0,1 0 0,-1-1 0,1 1 0,-1-1 0,1 1 1,-1-1-1,1 1 0,0-1 0,-1 1 0,1-1 0,0 1 0,-1-1 0,1 1 0,0-1 0,-1 0 0,1 1 0,0-1 1,0 1-1,0-1 0,0 0 0,0 1 0,0-1 0,0 0 0,0 1 0,0-2 0,6-37-4843,18-13-2233,9-14-2687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4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10101,'0'0'21449,"14"99"-20696,-14-90-465,0-2-288,0 4-48,0 3-784,0 1-1233,0 6-1425,-14 4-1969,1-1-3633,-1 3-336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5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0 6403,'0'0'15831,"-122"135"-13094,88-103 769,7-5-2498,0-2-783,0 16-225,-7-3-2546,0-2-3584,0-2-12503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9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48 1105,'0'0'10335,"8"-6"-9022,6-4-814,26-22 7908,-41 44-7082,-2-2-1163,-1 0 0,0 0 0,0 0 0,-1-1 0,0 1 0,-12 15 0,1-2-6,-82 129 59,90-140-269,7-10 51,-1 0 0,1 0 0,0 0 0,0 0 0,0 0 0,0 0-1,0 0 1,0 0 0,0 1 0,1-1 0,-1 0 0,1 5 0,2-6 6,0 0-1,0 0 1,0 0-1,0-1 1,0 1-1,0-1 1,0 1-1,0-1 1,1 1-1,-1-1 1,0 0 0,0 0-1,4-1 1,38 1 29,-41 0 2,31-2-11,0-2 1,0-1 0,0-1-1,35-13 1,10-1 204,-59 18 598,-1 0 0,1 0-1,38 4 1,-11-1 241,-69 5-2974,-11 2-7519,21-8 3527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0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1 800,'0'4'19551,"0"21"-17342,0 2-346,-2 0 0,-7 32 1,-33 106 433,14-64-1855,24-87-396,1 0 1,1 0-1,0 0 0,0 16 1,2-30-119,-14-36-25935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8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4706,'0'0'12566,"34"0"-11814,-20 0-272,-7 0-319,6 0-145,1 0 48,-1 0-128,8 0-16,-1 0-865,0 0-1344,14 0-1761,0-9-736,7 2-432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2385,'0'0'16376,"55"0"-15976,-35 0-176,7 0-224,0 0-272,0 0-1009,14 0-2320,-1 0-1106,15 0-591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4274,'0'0'12998,"20"0"-12870,-13 0-176,-7 7-1025,6 0-1136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4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21 7347,'0'0'11790,"12"39"-7988,-10-36-3685,-1 0 1,0 0 0,1 0-1,0 0 1,-1 0 0,1-1-1,0 1 1,1-1 0,-1 1-1,0-1 1,1 1 0,-1-1 0,1 0-1,0 0 1,0-1 0,0 1-1,0 0 1,0-1 0,0 0-1,5 2 1,2-1-53,1 1 0,0-1-1,0-1 1,0 0 0,11-1-1,-21-1-80,1 0 0,-1 0 0,0 0 0,0 0 0,0 0 0,0 0 0,0 0 0,0 0 0,0 0 0,0 0 0,0-1 0,-1 1 0,1 0-1,0-1 1,-1 1 0,1 0 0,-1-1 0,0 1 0,1-1 0,-1 1 0,0-1 0,0 1 0,0-1 0,0 1 0,0-1 0,0 1 0,0-1 0,-1 1-1,0-2 1,1-5-88,0 1-1,-1 0 1,0 1-1,0-1 0,-4-10 1,4 16 104,1-1 0,-1 1 0,0-1 0,1 1 0,-1-1 0,0 1 0,0 0 0,0-1 0,0 1 0,0 0 0,0 0 1,-1 0-1,1 0 0,0 0 0,-1 0 0,1 0 0,0 1 0,-1-1 0,1 0 0,-1 1 0,1-1 0,-1 1 0,1-1 0,-1 1 1,0 0-1,1 0 0,-1-1 0,1 1 0,-1 0 0,0 1 0,1-1 0,-1 0 0,1 0 0,-1 1 0,0-1 0,1 1 0,-1-1 1,1 1-1,0 0 0,-1 0 0,1-1 0,-1 1 0,1 0 0,0 0 0,-3 3 0,-4 3 94,0 0 0,0 1 1,1 0-1,0 1 0,-7 9 0,7-7-10,1 0 0,0 0 0,0 1 0,2-1 0,-1 1 0,1 0 0,1 0 0,0 1 0,1-1 0,0 1 0,1-1 0,0 1 0,1-1 0,1 1 0,2 12 1,-3-22-248,1-1 1,0 0 0,1 1 0,-1-1 0,0 0 0,1 0 0,-1 0 0,1 0 0,-1 0 0,1 0 0,0 0 0,0 0 0,0-1 0,0 1 0,0-1 0,0 0 0,1 1 0,-1-1 0,0 0-1,1 0 1,-1 0 0,1-1 0,-1 1 0,1-1 0,-1 1 0,1-1 0,-1 0 0,1 0 0,-1 0 0,1 0 0,0 0 0,2-1 0,3 0-970,-1 1 0,1-1 0,0-1 0,-1 1 1,1-1-1,-1-1 0,1 1 0,-1-2 0,10-4 0,16-18-3339,-5-1 800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48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95 480,'0'0'14946,"9"-15"-12236,27-47-322,-21 45 2501,-8 23-2869,-5 15-549,-2-18-1355,1 0 0,-1 0 0,1 0 0,0 0 0,0 1 0,0-1 0,0 0 0,1-1 0,-1 1 0,1 0 0,0 0 0,-1-1 0,1 1 0,1-1 1,3 4-1,-3-4-180,1 0 1,0 0 0,0-1 0,0 0 0,0 0 0,0 0 0,0 0 0,1-1-1,-1 1 1,0-1 0,7-1 0,-7 1-2,0 0 0,-1-1-1,1 0 1,0 0 0,-1 0 0,1 0-1,-1 0 1,1-1 0,-1 1 0,0-1 0,1 0-1,-1 0 1,0 0 0,0-1 0,4-3-1,33-46-400,-32 44 3144,-7 14-2065,-1-5-607,1 1-1,-1-1 1,0 1-1,0-1 0,0 0 1,1 1-1,-1-1 1,0 0-1,1 1 0,0-1 1,-1 0-1,1 0 1,0 0-1,0 2 0,5 2-746,0 0-1,-1 0 0,2 0 1,-1 0-1,1-1 0,9 4 1,-10-5-1115,0-1 1,0 0 0,0 0 0,1-1 0,-1 0-1,0 0 1,13 0 0,9-1-6920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48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1 0,'0'0'20577,"-4"0"-18341,-1-1-1884,0 1 1,0 0-1,0 1 1,0-1-1,0 1 0,0 0 1,1 0-1,-1 0 0,0 1 1,1 0-1,-1 0 1,1 0-1,-9 5 0,10-4-307,0-1 0,1 1 0,-1-1 0,0 1-1,1 0 1,-1 0 0,1 0 0,0 0 0,0 0 0,1 1-1,-1-1 1,0 1 0,1-1 0,0 1 0,0-1 0,0 1-1,0 0 1,1 0 0,-1-1 0,1 7 0,1-10-83,-1 1 1,0-1-1,1 1 1,-1-1-1,1 1 1,-1-1-1,1 1 1,-1-1-1,1 1 1,-1-1-1,1 0 0,0 1 1,-1-1-1,1 0 1,-1 0-1,1 1 1,0-1-1,-1 0 1,1 0-1,0 0 1,-1 0-1,1 0 1,0 0-1,-1 0 1,1 0-1,1 0 1,27 0-389,-21-1 245,4 1 92,-1 0-1,0-2 1,0 1-1,0-1 1,-1-1-1,1 0 0,0 0 1,-1-1-1,0-1 1,0 0-1,0 0 1,0-1-1,8-7 0,-14-3 4882,-412 584-2631,391-546-2161,-1 0 0,0 1 0,2 1 0,1 0 0,0 1 0,2 1 0,-18 50 0,31-76 0,0 0 0,0 1 0,-1-1 0,1 1 0,0-1 0,0 0 0,1 1 0,-1-1 0,0 1 0,0-1 0,0 0 0,0 1 0,0-1 0,0 0 0,0 1 0,1-1 0,-1 1 0,0-1 0,0 0 0,0 1 0,1-1 0,-1 0 0,0 0 0,1 1 0,-1-1 0,0 0 0,1 0 0,-1 1 0,0-1 0,1 0 0,-1 0 0,0 0 0,1 0 0,-1 1 0,0-1 0,1 0 0,-1 0 0,1 0 0,-1 0 0,0 0 0,1 0 0,0 0 0,22-1 0,-16 1 0,9-3 0,0 0 0,-1-1 0,1 0 0,-1-1 0,0-1 0,-1 0 0,1-1 0,-1-1 0,17-12 0,26-12 0,104-43 25,-81 40-96,95-57 0,-171 90-213,-1 0 1,0 0 0,0 0 0,0-1 0,-1 1-1,1-1 1,-1 0 0,5-6 0,0-15-9318,-7 10 450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49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 8132,'0'0'19625,"6"-8"-16744,-5 8-2839,-1 1 0,0 0 0,1-1 0,-1 1 1,1 0-1,-1-1 0,0 1 0,0 0 0,1 0 0,-1-1 0,0 1 0,0 0 0,0 0 1,0-1-1,0 1 0,0 0 0,0 0 0,0 0 0,0-1 0,-1 1 0,1 0 0,0 1 1,0 21 761,0-22-792,1 0-1,-1-1 1,0 1-1,0 0 1,1-1-1,-1 1 1,1 0-1,-1-1 1,1 1-1,-1-1 1,1 1-1,-1-1 0,1 1 1,-1-1-1,1 1 1,-1-1-1,1 0 1,0 1-1,-1-1 1,1 0-1,0 1 1,-1-1-1,1 0 1,0 0-1,0 0 1,-1 0-1,1 0 1,0 1-1,0-1 1,1-1-1,7 1-93,0-1 0,0 0-1,0-1 1,-1 0 0,1-1 0,0 0 0,-1 0 0,1 0-1,-1-1 1,9-7 0,12-7-648,36-32-1,-21 14 375,9-6 364,-53 42-1,1 0 1,-1 0 0,0 0-1,0 0 1,0-1 0,0 1-1,1 0 1,-1 0 0,0 0-1,0 0 1,0 0 0,0 0-1,1 0 1,-1 0 0,0 0-1,0 0 1,0 0 0,0 0-1,0 1 1,1-1 0,-1 0-1,0 0 1,0 0 0,0 0-1,0 0 1,0 0 0,1 0-1,-1 0 1,0 0 0,0 0-1,0 1 1,0-1 0,0 0-1,0 0 1,0 0 0,1 0-1,-1 0 1,0 1-1,0-1 1,0 0 0,0 0-1,0 0 1,0 0 0,0 0-1,0 1 1,0-1 0,0 0-1,0 0 1,0 0 0,0 0-1,0 1 1,0-1 0,3 18 798,-3 25 626,0-38-1363,5 11-1809,-4-15 1297,0 0 0,0 0 0,0 0-1,0 0 1,0-1 0,0 1 0,1 0 0,-1 0 0,0-1 0,0 1 0,0-1 0,1 0 0,-1 1 0,0-1 0,2 1 0,40-3-12397,-23-4 4511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49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2001,'0'0'16936,"12"-2"-14933,13 0-1177,-3 2-194,0-2 0,0 0 0,0-2 0,0-1 1,-1 0-1,40-16 0,-61 21-626,1 0 1,-1-1-1,1 1 1,0 0 0,-1 0-1,1-1 1,-1 1-1,1 0 1,-1-1 0,1 1-1,-1-1 1,0 1-1,1 0 1,-1-1 0,1 1-1,-1-1 1,0 1-1,1-1 1,-1 1 0,0-1-1,0 0 1,1 1-1,-1-1 1,0 1 0,0-1-1,0 0 1,0 1-1,0-1 1,0 1 0,0-1-1,0 0 1,0 1-1,0-1 1,0 1-1,0-1 1,0 0 0,0 1-1,-1-1 1,1 1-1,0-1 1,0 0 0,-1 1-1,1-1 1,0 1-1,-1-1 1,1 1 0,-1 0-1,1-1 1,0 1-1,-1-1 1,0 0 0,-1 0 13,-1-1 0,1 0 0,0 1 1,0 0-1,-1-1 0,1 1 0,-1 0 1,1 0-1,-1 0 0,-4 0 0,-2 0 72,1 0 0,0 1 0,0 0 0,0 0 0,0 1-1,0 0 1,0 0 0,0 1 0,0 0 0,0 1 0,-9 4 0,13-5-44,-1 1 0,1 0 0,1 0 1,-1 0-1,0 1 0,1-1 0,-1 1 1,1 0-1,0 0 0,1 0 1,-1 0-1,1 0 0,-1 1 0,1-1 1,1 1-1,-1 0 0,1 0 0,-1-1 1,0 11-1,1-9-159,-1 0 0,1 0 0,1 0-1,-1 1 1,1-1 0,0 0 0,0 0 0,1 0 0,1 7 0,0-10-184,-1-1 1,0 0-1,1-1 1,-1 1 0,1 0-1,0 0 1,-1-1-1,1 1 1,0 0 0,0-1-1,0 0 1,0 0-1,0 1 1,1-1 0,-1 0-1,0-1 1,0 1-1,1 0 1,-1-1 0,1 1-1,-1-1 1,0 0-1,1 0 1,-1 0-1,1 0 1,2 0 0,29 0-5397,6 0-1979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0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63 976,'0'0'25815,"4"11"-20424,13 28-5478,-14-39-106,0 0 0,0 0 0,0 0 0,0 0 1,0-1-1,0 1 0,0-1 0,0 0 0,-1 1 1,1-1-1,0-1 0,0 1 0,-1 0 0,1-1 0,3-2 1,39-35-356,-18 14 475,-14 10 97,-12 13 317,0 0 0,1 0 1,-1 1-1,1-1 0,-1 1 1,1-1-1,0 1 0,-1-1 0,1 1 1,0 0-1,3-2 0,-5 48-82,0-43-426,0-1 0,0 1 0,0 0 0,0-1 1,1 1-1,-1 0 0,1-1 0,-1 1 0,1-1 0,-1 1 0,1-1 0,0 1 1,0-1-1,0 1 0,0-1 0,0 0 0,0 1 0,0-1 0,1 0 0,-1 0 1,0 0-1,0 0 0,1 0 0,-1 0 0,1 0 0,-1-1 0,1 1 0,-1 0 0,1-1 1,0 1-1,-1-1 0,1 0 0,3 1 0,4-1-1476,0 1 1,0-1-1,0 0 1,0-1-1,10-2 0,15-6-7814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0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37 7668,'0'0'17351,"0"6"-16393,0-4-910,0 1 0,1 0-1,-1 0 1,1-1 0,-1 1 0,1 0-1,0-1 1,0 1 0,0-1 0,0 1-1,1-1 1,-1 0 0,1 1-1,-1-1 1,1 0 0,0 0 0,0 0-1,0 0 1,0 0 0,0-1 0,0 1-1,0 0 1,1-1 0,-1 0 0,1 0-1,-1 1 1,1-2 0,-1 1-1,1 0 1,0 0 0,-1-1 0,1 1-1,0-1 1,0 0 0,-1 0 0,4 0-1,1 1-61,1-1 0,0 0 0,-1 0 0,1 0 0,-1-1 0,1 0-1,14-5 1,-20 5 41,0 0 0,-1 0-1,1 0 1,0 0 0,0 0 0,-1-1-1,1 1 1,-1-1 0,1 1-1,-1-1 1,0 0 0,1 1-1,-1-1 1,0 0 0,0 0 0,0 0-1,0 0 1,-1 0 0,1 0-1,-1 0 1,1 0 0,-1 0 0,1 0-1,-1 0 1,0 0 0,0 0-1,0 0 1,0 0 0,-1 0 0,1-1-1,-1 1 1,1 0 0,-1 0-1,-1-3 1,1 3 69,-1-1 1,1 1-1,-1 0 0,1 0 1,-1 0-1,0 0 0,0 1 0,0-1 1,0 0-1,0 1 0,-1-1 1,1 1-1,0 0 0,-1 0 0,1 0 1,-1 0-1,1 0 0,-1 0 1,1 1-1,-1-1 0,0 1 1,1 0-1,-5 0 0,-4-1 282,0 0 0,1 1 1,-1 0-1,-15 3 0,20-1-378,1 0 0,0 1 0,0-1 0,0 1 0,0 0 0,0 0 0,1 1 0,-1 0 0,1-1 0,0 1 0,0 1 0,0-1 0,1 0 0,0 1 0,0 0 0,0 0 0,0 0 0,0 0 0,1 0 0,-3 11 0,3-12 0,1 1 0,-1-1 0,1 1 0,0 0 0,0 0 0,0-1 0,1 1 0,0 0 0,0 0 0,0 0 0,0 0 0,1-1 0,0 1 0,0 0 0,0 0 0,0-1 0,1 1 0,0-1 0,0 1 0,0-1 0,0 0 0,1 0 0,0 0 0,3 4 0,1-3-52,0 0-1,0 0 1,0-1 0,1 0 0,0 0-1,0-1 1,0 0 0,0 0-1,0-1 1,1 0 0,8 1 0,15 0-993,53-1 0,-66-2 507,117-6-5623,-46-8-713,26-20-7730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0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1 10709,'0'0'12085,"-122"50"-9475,61-12 2560,0 9-2977,21 1-2193,6 4 0,27 0 0,7-3 0,0-1 0,20-8 0,7-6 0,7-7 0,14-13 0,6-10 0,7-4-144,13-2-3250,8-27-2128,-1-10-5219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1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10389,'0'0'14241,"14"6"-11816,5-3-1729,0-1 0,0 0 0,0-1 0,38-4 0,-1 1-337,44 2-175,-98 0-141,-3 2-7,1 1 0,-1 0 0,0-1 1,0 1-1,0 0 0,0-1 0,0 1 0,0-1 0,-1 0 1,1 1-1,-1-1 0,0 0 0,1 0 0,-5 4 0,-37 30 824,21-18-616,19-15-244,0 0 1,0 0-1,0 0 0,1 1 1,0-1-1,0 0 0,0 1 0,0 0 1,0-1-1,0 1 0,1 0 1,-2 6-1,3-9-1,0 1 1,0 0-1,0-1 1,0 1-1,0-1 0,0 1 1,0-1-1,1 1 1,-1-1-1,0 1 1,1-1-1,-1 1 0,1-1 1,0 1-1,-1-1 1,1 1-1,0-1 0,0 0 1,0 0-1,0 1 1,0-1-1,0 0 0,0 0 1,0 0-1,1 0 1,-1 0-1,0 0 1,1-1-1,-1 1 0,1 0 1,-1-1-1,0 1 1,4 0-1,31 8-389,-28-7 100,0-1 0,0 1 0,0 1 0,0 0 0,-1 0 0,11 6 0,-17-9 292,-1 0 0,0 0-1,1 0 1,-1 1 0,0-1-1,1 0 1,-1 0 0,0 1 0,1-1-1,-1 0 1,0 0 0,1 1-1,-1-1 1,0 1 0,0-1 0,1 0-1,-1 1 1,0-1 0,0 0-1,0 1 1,0-1 0,1 1 0,-1-1-1,0 1 1,0-1 0,0 0-1,0 1 1,0-1 0,0 1-1,0-1 1,0 1 0,0-1 0,0 0-1,-1 1 1,1-1 0,0 1-1,0-1 1,0 0 0,0 1 0,-1-1-1,1 1 1,-21 13 929,-29 3 417,50-16-1383,-129 42-10,154-48-8428,10-4 1445,-1-13-3302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1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6739,'0'0'22117,"17"11"-19748,-1-2-1767,-9-5-535,0 0 0,0 0 0,-1 0 0,1 1 1,-1 0-1,0 1 0,0-1 0,0 1 0,-1 0 0,0 0 1,0 1-1,-1 0 0,8 14 0,0 5-67,-1 1 0,-1 0 0,-1 1 0,-2 0 0,-1 0 0,-1 1 0,-1-1 0,-2 1 0,-1 51 0,-3-74 0,1-1 0,-1 1 0,-1-1 0,1 0 0,0 0 0,-1 0 0,0 0 0,-1 0 0,1-1 0,-1 0 0,1 1 0,-1-1 0,0 0 0,-1-1 0,-8 7 0,-5 2 0,0-1 0,-36 18 0,20-15 0,34-14 2,-1 0 0,1 0 0,0 0 1,0 0-1,0 0 0,-1 0 0,1 0 0,0 0 0,0 0 0,0 0 1,-1 0-1,1 0 0,0 0 0,0 0 0,0 0 0,-1 0 0,1 0 1,0 0-1,0-1 0,0 1 0,-1 0 0,1 0 0,0 0 0,0 0 1,0 0-1,0 0 0,-1-1 0,1 1 0,0 0 0,0 0 0,0 0 1,0 0-1,0-1 0,0 1 0,0 0 0,-1 0 0,1 0 0,0-1 1,0 1-1,0 0 0,0 0 0,0 0 0,0-1 0,0 1 1,0 0-1,0 0 0,0 0 0,0-1 0,0 1 0,0 0 0,0 0 1,0-1-1,1 1 0,-1 0 0,0 0 0,0 0 0,0 0 0,0-1 1,0 1-1,5-12-646,4 0-1238,1 1 0,1 0 0,0 1 0,20-14 0,-19 14-668,54-41-13132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22874,'0'0'9893,"0"52"-9893,0-43 0,0 2 0,0 0 0,7 3 0,0-1-1169,0-4-5057,6 0-5444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1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 13750,'0'0'17096,"-122"131"-15175,95-98-1921,13-3 0,1 6 0,-1 7 0,-6 0-864,-7 2-3250,-7-2-15127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6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77 304,'0'0'5712,"5"-23"10333,50 20-14999,-1-2-1,64-14 1,62-8 85,-160 29-884,-19-1-230,-1-1 0,0 0-1,0 0 1,0 0-1,0 0 1,1 1 0,-1-1-1,0 0 1,0 0-1,0 0 1,0 1 0,0-1-1,0 0 1,0 0-1,0 1 1,0-1-1,0 0 1,0 0 0,0 0-1,0 1 1,0-1-1,0 0 1,0 0 0,0 1-1,0-1 1,0 0-1,0 0 1,0 0 0,0 1-1,0-1 1,0 0-1,0 0 1,-1 0 0,1 1-1,0-1 1,0 0-1,0 0 1,0 0 0,0 1-1,-1-1 1,1 0-1,-32 25 633,31-25-665,-148 104 2881,146-101-2789,0-1 0,0 1 0,0-1-1,0 1 1,0 0 0,1 0 0,-1 0-1,1 1 1,0-1 0,0 0 0,0 1-1,0-1 1,1 1 0,-1 0 0,1 0-1,0-1 1,0 1 0,0 0 0,1 0-1,-1 0 1,1 0 0,1 6 0,2-9-66,0 0 0,1 0 0,-1 0 0,1 0 0,-1-1 0,1 0 0,0 1 0,-1-1 0,1-1 0,4 1 0,3 0-8,-6 0-35,1 1-1,0 1 1,-1-1 0,1 1 0,-1 0 0,0 0 0,0 1 0,0-1 0,0 1 0,0 0 0,0 1 0,-1-1 0,0 1 0,1 0 0,-1 0 0,-1 0-1,1 1 1,0-1 0,-1 1 0,0 0 0,0 0 0,-1 0 0,0 0 0,1 1 0,-1-1 0,-1 0 0,1 1 0,-1 0 0,0-1 0,-1 1 0,1 0 0,-1 6-1,0-8 57,0 0-1,0 1 0,-1-1 0,1 0 0,-1 0 0,0 1 0,-1-1 0,1 0 0,0 0 0,-1 0 0,0 0 0,0-1 0,0 1 1,-1 0-1,1-1 0,-1 1 0,0-1 0,0 0 0,0 0 0,0 0 0,0 0 0,-1-1 0,0 1 0,1-1 0,-1 0 1,0 0-1,0 0 0,-4 1 0,-17 7 274,-50 16 0,62-24-296,0 0 0,-1-1 0,1-1 0,0 0 0,0 0 0,0-2 0,-22-4 0,35 5 0,15 0-2506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1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8548,'0'0'10469,"128"-34"-10517,-94 27-272,-7 0-289,7 3-607,-7-3-2242,0 5-784,1-3-848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2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6003,'0'0'14294,"68"-20"-13910,-61 20-303,13 0-81,-6 0-657,-1 0-751,8 0-1426,-8 0-1792,1 0-1072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2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3314,'0'0'17031,"0"5"-18599,0 6-930,0 1-2144,0 3-1264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2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4562,'0'0'12870,"-20"136"-12630,20-112-64,0 6-176,0 1-1905,0 6-2465,-7 1-2593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2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2225,'0'0'15863,"-20"120"-15863,20-97-896,0 4-1313,0 13-913,6-3-2736,1 3-145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2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16,'0'0'22346,"0"50"-21401,0-39-593,0 3-208,0 4-144,0 0-304,0 4-1649,0 3-1089,7 2-1376,0 3-848,-1-3-2081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3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2465,'0'0'21994,"0"40"-20313,0-31-801,0-2 129,0 4-897,0 1-112,0 1-272,0 5-1041,0 7-1296,0 11-1169,7-2-5794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10325,'0'0'16663,"-27"0"-16663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3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4098,'0'0'10010,"4"-3"-8252,7-5-1384,-10 7 41,0 1 0,0-1 0,0 1 0,0-1 0,1 1-1,-1-1 1,0 1 0,0 0 0,0-1 0,1 1 0,-1 0 0,0 0 0,0 0 0,0 0 0,1 0 0,-1 0 0,0 1 0,0-1 0,1 0 0,-1 0 0,0 1 0,0-1-1,0 1 1,0-1 0,2 2 0,12 12 631,9 13-434,-14-15-316,1 1-1,0-2 0,18 15 1,-25-22-565,1-1 1,0 0 0,1 0-1,-1-1 1,0 1 0,1-1-1,0 0 1,-1-1-1,1 1 1,0-1 0,0 0-1,0-1 1,7 1 0,20-1-4844,-14 0-3014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3:04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11 2881,'0'0'8548,"4"-11"-101,-8 14-7994,-1-1 0,0 1 0,0 1 0,1-1 0,0 1 0,0 0 0,0-1 0,0 2 0,0-1-1,-5 9 1,-5 5 495,-168 190 3222,165-188-4502,-18 18 459,6-18-8470,26-17 6763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11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2849,'0'0'15575,"0"136"-14838,0-104-81,0-5-528,0-5 0,0-4-128,0-9 0,0-2-32,0-41-19225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11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5603,'0'0'13574,"34"57"-13574,-27-30-576,0 4-2546,-7 6-3025,0-1-2193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11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6467,'0'0'15295,"9"7"-14143,-8-7-1136,4 3 112,0 0 1,-1 0-1,1 1 0,-1 0 0,0 0 0,0 0 1,0 0-1,-1 0 0,1 1 0,-1-1 1,0 1-1,0 0 0,-1 0 0,1 0 0,-1 1 1,0-1-1,-1 0 0,1 1 0,0 7 0,11-36-96,-11 18-68,21-52-329,-21 54 355,-1 0 0,1 0 0,0 0 0,0 0 0,0 0-1,1 1 1,-1-1 0,1 1 0,-1 0 0,1-1 0,0 1 0,0 0 0,0 1 0,0-1 0,3-1-1,-5 3 45,0 0 0,0 0 0,0 0 0,0 0 0,-1 0 0,1 1 0,0-1 0,0 0 0,0 0 0,0 1 0,-1-1 0,1 1 0,0-1 0,0 1-1,-1-1 1,1 1 0,0-1 0,-1 1 0,1 0 0,0-1 0,-1 1 0,1 0 0,-1 0 0,1-1 0,-1 1 0,1 0 0,-1 0 0,0 0 0,1 1 0,14 36 564,-9-21-203,5 11 232,-9-22-617,0 1-1,1-2 0,-1 1 0,1 0 1,0 0-1,1-1 0,5 8 1,-8-12-169,-1-1 1,1 1 0,-1-1-1,0 0 1,1 1-1,-1-1 1,1 0 0,-1 1-1,1-1 1,0 0-1,-1 1 1,1-1 0,-1 0-1,1 0 1,-1 0 0,1 0-1,0 0 1,-1 0-1,1 0 1,-1 0 0,1 0-1,-1 0 1,1 0-1,0 0 1,-1 0 0,1 0-1,-1 0 1,1-1-1,-1 1 1,1 0 0,-1 0-1,1-1 1,0 1 0,-1 0-1,0-1 1,1 1-1,-1 0 1,1-1 0,-1 1-1,1-1 1,-1 1-1,0-1 1,1 1 0,-1-1-1,13-24-7638,-13 23 7072,13-26-7828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12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9700,'0'0'8276,"0"24"-4565,1-1-2882,0 23 1791,-9 87 1,3-96-1160,3 66 1,2-79-1648,0-23 40,1 0 0,0 0 0,-1 0-1,1 0 1,0 0 0,0-1 0,0 1 0,-1 0 0,1-1 0,0 1 0,0-1-1,0 1 1,0-1 0,0 1 0,0-1 0,0 0 0,0 1 0,0-1 0,0 0 0,0 0-1,1 0 1,-1 0 0,0 0 0,0 0 0,2 0 0,38 0-2815,-34 0 2200,41-1-8859,-28-7 2686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1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1185,'0'0'18168,"33"-31"-18136,-5 31-32,12 0-1233,1 4-3201,6 3-1424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06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82 680 5907,'0'0'7222,"-1"-7"-5747,1 6-848,0 0 0,0 0 0,0 0 0,0 0 0,0-1 0,0 1 0,0 0 0,0 0 0,-1 0 0,1 0 0,0 0 0,-1 0-1,1 0 1,-1 0 0,0 0 0,1 0 0,-1 0 0,0 0 0,0-1 0,-2 3-625,0 1 0,0-1 1,0 1-1,0 0 0,1 0 0,-1 0 0,1 0 1,-1 0-1,1 1 0,0-1 0,0 1 0,0-1 0,0 1 1,0 0-1,1 0 0,-1 0 0,-1 4 0,-22 61 41,20-53-40,4 30-288,1-45 226,8-12-149,39-57-579,-29 42 321,1 0 0,39-44 0,-28 42-87,-1-2-1,-2-1 1,-1-1-1,-2-1 1,-1-1-1,-2-1 1,-1-1-1,-2-1 1,-2-1 0,20-69-1,-23 61 534,-8 29 266,0 0 0,-1-1 1,-1 1-1,1-27 0,-4 44 347,0 9 311,-3 26-429,-1 0 0,-2-1 0,-1 1 0,-1-2 0,-24 59 0,19-59-232,2 1 0,1 1 0,1 0 0,2 0 0,-5 65 1,12-93-243,0 0 1,0-1 0,1 1-1,0 0 1,0 0 0,0 0-1,1-1 1,-1 1-1,1-1 1,1 1 0,-1-1-1,4 6 1,-3-8-6,-1 0 0,1 0-1,0-1 1,-1 1 0,1-1 0,0 0 0,1 0-1,-1 0 1,0 0 0,0-1 0,1 1 0,-1-1-1,1 0 1,0 0 0,-1 0 0,1 0 0,0-1 0,-1 1-1,1-1 1,6 0 0,6 0-377,-10 0-287,0 0 0,0 0 0,0 0 0,0-1 0,0 0 1,9-2-1,-13 2-147,1 0 0,-1 0 0,0 0 0,0-1 0,1 1 0,-1-1 0,0 1 0,0-1 0,0 0 0,-1 0 0,4-3 0,8-15-7717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06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3378,'0'0'12771,"6"8"-11477,17 23-385,-20-29-791,0 0 0,0 1 0,0-1 0,1-1-1,-1 1 1,0 0 0,1-1 0,-1 0 0,1 1-1,0-1 1,-1-1 0,1 1 0,0-1 0,0 1-1,-1-1 1,1 0 0,0 0 0,0-1-1,6-1 1,6 1-51,-8 2-50,0-2-1,0 1 1,0-1 0,0 0-1,0-1 1,11-3 0,-17 4-21,0 0 1,0 0 0,0 0 0,0 0 0,0 0-1,0 0 1,-1-1 0,1 1 0,0-1-1,-1 1 1,1-1 0,-1 0 0,1 1 0,-1-1-1,0 0 1,0 0 0,0 0 0,0 0-1,0 0 1,0 0 0,-1 0 0,1 0 0,0-1-1,-1 1 1,0 0 0,0 0 0,0-4 0,0 5 39,0 0 0,-1 0 1,1 0-1,-1 0 1,0 0-1,1 0 1,-1 1-1,0-1 1,1 0-1,-1 0 1,0 1-1,0-1 1,0 0-1,1 1 1,-1-1-1,0 1 1,0-1-1,0 1 1,0-1-1,0 1 1,0 0-1,0 0 1,0-1-1,0 1 1,0 0-1,-1 0 1,1 0-1,0 0 1,-1 0-1,-44-1 1410,36 2-1180,6-1-180,0 0 0,-1 0 0,1 0-1,0 1 1,0 0 0,0 0 0,0 0 0,0 0-1,0 1 1,0 0 0,0 0 0,1 0 0,-1 0 0,1 0-1,-1 1 1,1-1 0,0 1 0,0 0 0,0 0-1,0 0 1,0 0 0,1 1 0,0-1 0,-1 1 0,1 0-1,1-1 1,-1 1 0,0 0 0,1 0 0,0 0-1,0 0 1,0 0 0,0 0 0,1 1 0,0 6 0,0-8-186,0 1 1,0-1 0,0 1 0,1-1-1,0 0 1,-1 0 0,1 1-1,0-1 1,1 0 0,-1 0 0,1 0-1,-1 0 1,1 0 0,0 0 0,0-1-1,0 1 1,0-1 0,1 1 0,-1-1-1,1 0 1,-1 0 0,1 0 0,0 0-1,0 0 1,0 0 0,0-1 0,5 2-1,4 1-1679,1 0 0,0-2 0,0 1 0,0-2 0,27 1-1,13-1-5604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07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20 8244,'0'0'7923,"-22"-3"-3691,-4-2-3032,1 1-123,0 0 0,0 2 1,-28 0-1,51 2-1016,0 0 1,0 1 0,1-1-1,-1 1 1,1-1 0,-1 1-1,0-1 1,1 1-1,-1 0 1,1 0 0,-1 0-1,1-1 1,0 2-1,-1-1 1,1 0 0,0 0-1,0 0 1,-1 1 0,1-1-1,0 0 1,0 1-1,1-1 1,-2 3 0,1-3-58,1 0 0,-1 1 0,1-1 0,0 0 0,-1 0 0,1 0 0,0 0 0,0 0 0,0 1 0,0-1 0,0 0 0,0 0 0,0 0 0,1 0 0,-1 0 0,0 0 0,1 1 1,-1-1-1,0 0 0,1 0 0,-1 0 0,1 0 0,0 0 0,-1 0 0,1 0 0,0-1 0,0 1 0,-1 0 0,1 0 0,0 0 0,0-1 0,0 1 0,0 0 0,0-1 0,0 1 1,0-1-1,2 1 0,7 3 6,1-1 0,0 0 0,0-1 0,18 2 1,-20-4-53,1 1-1,-1 1 1,0 0 0,0 0 0,0 0 0,0 1 0,0 1 0,11 5-1,-17-7 36,-1 0 0,0 0-1,0 0 1,-1 0-1,1 0 1,0 1-1,-1-1 1,1 0 0,-1 1-1,0-1 1,0 1-1,0 0 1,0-1-1,0 1 1,0 0-1,-1 0 1,0-1 0,1 1-1,-1 0 1,0 0-1,0 0 1,0-1-1,-2 6 1,1 0 41,0-1 0,-1 1 0,0-1 0,-1 1 0,0-1 0,0 0 0,-6 10 0,-29 40 1061,-67 74-1,-26 37-183,128-164-905,1 0 1,-1 0-1,1 0 1,0 1-1,0-1 1,1 0-1,-1 1 1,1-1-1,0 1 1,0-1-1,0 1 1,1 0-1,0 9 1,0-14-10,0 1 0,1 0 0,-1 0 0,1-1 0,-1 1 0,1 0 0,-1-1 0,1 1 1,-1-1-1,1 1 0,0-1 0,-1 1 0,1-1 0,0 1 0,-1-1 0,1 0 0,0 1 0,0-1 1,0 0-1,-1 0 0,1 1 0,0-1 0,0 0 0,0 0 0,-1 0 0,1 0 0,0 0 0,0 0 1,1-1-1,34 1-39,-25 0 29,10-1-30,-1-1 0,0-1 1,0-1-1,0 0 0,0-2 0,-1 0 0,33-15 0,123-77-2301,-165 92 2083,8-5-564,-1-1 1,19-15-1,-7-6-2673,-27 29 2514,0 0 0,1 0-1,-2 0 1,1 0 0,0 0 0,-1 0-1,2-7 1,-2-10-5022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07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6835,'0'0'19604,"1"7"-17646,0 13-1008,5 30 1397,-6-49-2327,0 1 0,1-1 1,-1 1-1,1-1 1,-1 0-1,1 1 1,0-1-1,0 0 1,-1 0-1,1 0 1,0 0-1,0 1 1,0-1-1,0 0 1,0-1-1,1 1 1,-1 0-1,0 0 1,0 0-1,0-1 1,1 1-1,-1 0 1,0-1-1,1 0 1,-1 1-1,1-1 1,-1 0-1,1 1 1,2-1-1,6-1-118,1 0 0,0-1 0,0 0 0,-1 0-1,1-2 1,-1 1 0,0-1 0,0 0 0,0-1 0,-1 0 0,1-1-1,-1 0 1,14-13 0,-8 9-152,-8 6 147,-1 0 1,1 0-1,-1-1 0,0 0 1,-1 0-1,10-11 1,-15 15 107,0 1 0,0 0 0,1 0 0,-1-1 0,0 1 1,0 0-1,0 0 0,0-1 0,1 1 0,-1 0 0,0 0 1,0 0-1,0-1 0,1 1 0,-1 0 0,0 0 0,0 0 1,1 0-1,-1 0 0,0 0 0,1-1 0,-1 1 0,0 0 0,0 0 1,1 0-1,-1 0 0,0 0 0,1 0 0,-1 0 0,0 0 1,1 0-1,-1 0 0,0 0 0,0 0 0,1 1 0,-1-1 0,0 0 1,0 0-1,1 0 0,-1 0 0,0 0 0,1 1 0,-1-1 1,0 0-1,0 0 0,1 1 0,12 15 306,4 3-800,-13-18-617,0 1 0,0-1-1,1-1 1,-1 1 0,0 0 0,1-1 0,-1 0 0,8-1 0,5 1-6115,8 0-1743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07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21 101 5939,'0'0'13590,"10"0"-12301,176 0 1885,-184 0-3182,-1 0 0,1 0-1,-1 0 1,1 0-1,-1 0 1,0 0-1,1 0 1,-1-1 0,1 1-1,-1 0 1,1-1-1,-1 1 1,0-1 0,1 0-1,-1 1 1,0-1-1,0 0 1,0 0 0,1 0-1,-1 0 1,0 0-1,0 0 1,0 0 0,0 0-1,-1 0 1,1-1-1,0 1 1,0 0-1,-1 0 1,1-1 0,-1 1-1,1-1 1,-1 1-1,1 0 1,-1-1 0,0-1-1,0 0 3,-1 1 0,1-1 0,-1 1 0,0 0 0,0-1 0,0 1-1,0 0 1,0 0 0,0 0 0,0-1 0,-1 1 0,1 1 0,-1-1 0,0 0 0,0 0-1,1 0 1,-1 1 0,0-1 0,0 1 0,0 0 0,-4-2 0,-3-2 329,0 2 1,-1-1 0,1 1-1,-1 0 1,0 1 0,0 0-1,1 1 1,-1 0-1,0 0 1,0 1 0,0 0-1,-14 3 1,21-2-214,0 0 1,0 1-1,1-1 0,-1 1 1,1 0-1,-1 0 0,1 0 1,-1 0-1,1 0 0,0 0 1,0 0-1,0 1 1,0-1-1,1 1 0,-1 0 1,1-1-1,-1 1 0,0 3 1,-18 54 628,13-32-654,2 1 1,1 0-1,-1 31 0,6-58-202,-1 0 0,1-1 0,-1 1 0,1 0 0,0 0 0,0 0 0,0-1 0,0 1 0,0 0 0,0-1 0,0 1 0,1-1 0,-1 1 0,0-1 0,1 0 0,-1 1 0,1-1 0,-1 0 0,1 0 0,0 0 0,0 0 0,-1-1 0,1 1 0,0 0 0,0-1 0,0 1 0,0-1 0,0 0 0,0 1 0,0-1 0,-1 0 0,4 0 0,7 1-1681,0-1-1,-1 0 1,1-1-1,16-2 1,18-10-8276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08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4594,'0'0'15324,"13"-1"-10405,14 3-1746,-24 3-2989,0 0 0,-1 0 0,1 0 1,-1 0-1,0 0 0,-1 1 0,1-1 0,-1 0 0,0 1 0,-1-1 0,1 1 0,-2 10 0,1-14-181,0 0 0,0-1 0,0 1 0,0-1 0,0 1 0,0 0-1,1-1 1,-1 1 0,0-1 0,1 1 0,-1-1 0,1 1 0,0-1 0,-1 1 0,1-1-1,0 1 1,0-1 0,0 0 0,0 1 0,1 0 0,0-1-29,0-1 1,0 1-1,-1-1 0,1 1 1,0-1-1,0 0 0,0 0 1,0 0-1,0 0 0,0 0 1,0 0-1,-1-1 0,1 1 1,0-1-1,0 1 0,0-1 1,0 0-1,2-1 0,16-7-392,-1-2 0,0 0 0,0-1 0,21-19 0,36-22-346,-58 40 707,-14 11 300,-1-1 0,0 1 0,1-1 0,-1 1-1,1 0 1,0 1 0,-1-1 0,8-1 0,-18 38 2666,5-31-2843,1 0-1,0 1 1,0-1 0,1 0 0,-1 1 0,1-1-1,0 9 1,0-11-170,1-1 0,0 1 0,-1 0 0,1-1 0,0 1-1,0-1 1,0 1 0,0-1 0,0 0 0,0 1 0,0-1 0,0 0 0,0 0-1,1 0 1,-1 0 0,1 0 0,-1 0 0,1 0 0,-1 0 0,1 0 0,-1-1 0,1 1-1,-1-1 1,1 1 0,3-1 0,5 2-1936,0-1 0,-1 0 0,1-1 0,13-1 0,-18 1 872,22-2-7502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08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57 2673,'0'0'17590,"24"22"-13986,-11-18-3311,1-1 1,0 0-1,0-1 1,0 0-1,0-1 1,0-1-1,21-2 1,-34 2-283,1-1 0,-1 1 0,1-1-1,-1 0 1,0 0 0,1 0 0,-1 0 0,0 0 0,0 0 0,0 0 0,0 0 0,0 0 0,0 0 0,0-1 0,0 1 0,0 0 0,-1-1 0,1 1 0,0-1 0,-1 1 0,0-1 0,1 1 0,-1-1-1,0 1 1,1-1 0,-1 1 0,0-1 0,0 1 0,-1-4 0,2 3 96,-1 0 0,0 0-1,0 1 1,0-1 0,0 0-1,0 0 1,-1 0 0,1 0 0,0 0-1,-1 0 1,0 0 0,1 1-1,-1-1 1,0 0 0,0 1-1,0-1 1,0 0 0,0 1-1,0-1 1,-1 1 0,1-1 0,0 1-1,-3-2 1,-3 0 21,-1 1 1,1 1-1,0-1 0,-1 1 1,1 1-1,-1-1 0,1 1 1,-1 1-1,1-1 0,-1 1 1,1 0-1,-1 1 1,1 0-1,0 0 0,-8 4 1,11-4-68,0 0 1,0 0 0,0 1 0,0 0 0,0-1 0,1 1 0,-1 1 0,1-1 0,0 0 0,0 1-1,0 0 1,1-1 0,-1 1 0,1 0 0,0 0 0,0 1 0,0-1 0,1 0 0,-1 1 0,1-1 0,0 1-1,0-1 1,1 1 0,-1-1 0,1 6 0,0-5-92,0 0 0,0 0 1,0 1-1,1-1 0,0 0 0,0 0 0,0 0 0,1 0 1,-1 0-1,5 8 0,-4-11-35,0 1-1,0-1 1,1 0 0,-1 1-1,0-1 1,1 0 0,0-1 0,-1 1-1,1 0 1,0-1 0,0 1-1,0-1 1,0 0 0,0 0-1,0 0 1,0 0 0,0-1 0,5 1-1,15 2-1953,1-1-1,-1-1 1,1-1-1,-1-1 0,29-5 1,28-17-4224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09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0 17560,'0'0'7259,"-26"9"-3134,3-1-3392,6-3-414,0 0 1,0 2-1,1 0 0,0 1 1,0 0-1,1 1 0,0 1 1,-18 15-1,17-10-274,0 0 0,0 1 0,2 1 0,0 0 0,-21 34 0,30-43-48,1 1 0,0 0-1,0-1 1,0 1 0,1 1 0,1-1 0,0 0 0,0 1-1,1-1 1,0 1 0,0 0 0,1-1 0,0 1 0,1-1-1,0 1 1,3 12 0,-2-18 6,1 1 0,-1 0 0,1-1 1,0 1-1,0-1 0,0 0 0,1 0 0,-1 0 0,1-1 0,0 1 0,0-1 0,0 0 1,0 0-1,1 0 0,-1-1 0,1 1 0,0-1 0,0 0 0,0 0 0,0-1 1,6 2-1,11 2-89,0-1 0,0 0 0,36 0 0,-9-3-2565,52-5 0,-78 2 541,0-2 1,0 0-1,-1-2 1,33-12-1,13-12-8337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09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1201,'0'0'21316,"12"12"-19603,10 8-874,-1 2-1,-1 0 1,-1 1 0,28 44 0,-25-26 11,-3 1 1,28 83 0,-40-102-628,-2 0 1,0 0 0,-2 0 0,-1 1 0,0-1 0,-2 1 0,-4 36 0,4-57-396,-1-1 1,1 0-1,-1 0 1,0 1-1,0-1 1,0 0-1,-1 0 0,1 0 1,0 0-1,-1 0 1,1 0-1,-1-1 1,0 1-1,1 0 0,-1-1 1,0 1-1,0-1 1,0 0-1,0 0 1,-4 2-1,-50 15-8625,25-13-4367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12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6163,'0'0'15786,"3"3"-14004,10 15-368,-1 0 0,0 2 0,17 39 0,11 19-707,-33-65-689,-5-9-24,0-1 0,0 1 0,0-1 0,0 1 0,0-1 1,1 0-1,0 0 0,5 4 0,-7-6-215,12-13 23,31-74 546,-25 50 32,-1-1-1,16-48 0,-28 70-224,2-14-46,-8 29-213,0-1 0,0 1 0,0 0 0,0 0 0,0 0 0,1-1-1,-1 1 1,0 0 0,0 0 0,0 0 0,0 0 0,1-1 0,-1 1-1,0 0 1,0 0 0,0 0 0,1 0 0,-1 0 0,0 0 0,0 0-1,0 0 1,1-1 0,-1 1 0,0 0 0,0 0 0,1 0 0,-1 0-1,0 0 1,0 0 0,0 0 0,1 0 0,-1 0 0,0 1 0,0-1-1,1 0 1,-1 0 0,0 0 0,0 0 0,0 0 0,1 0 0,-1 0-1,0 0 1,0 1 0,0-1 0,0 0 0,1 0 0,-1 0 0,0 0-1,0 1 1,0-1 0,1 0 0,16 12-5817,-8-6 1832,17 1-3213,7-4-273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13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170 394 9092,'0'0'15495,"-21"12"-13705,-63 43-440,79-52-1276,1 0 0,-1 0 0,1 0-1,0 0 1,0 0 0,0 1 0,1 0-1,-1 0 1,1 0 0,0 0 0,0 0-1,0 1 1,1-1 0,0 1-1,-1 0 1,2 0 0,-1 0 0,0 0-1,1 0 1,0 0 0,0 0 0,1 0-1,-1 0 1,1 7 0,2-11-160,1-1 1,-1 1 0,0-1-1,0 1 1,0-1 0,0 0-1,0 0 1,0 0 0,0 0-1,5-2 1,5-2-511,0-1 0,0 0 0,0-1 0,0 0 0,-1-1 0,0 0 0,-1-1 0,1 0 0,-1-1 0,-1 0 0,0 0 0,13-18 0,-19 17 2072,-4 17 2187,0 24-3716,0 48 248,1-76-261,0 1 0,1-1 0,-1 0-1,1 0 1,0 0 0,-1 0 0,2 1 0,-1-1 0,0-1 0,0 1 0,1 0 0,0 0 0,-1 0 0,1-1 0,0 1 0,1-1 0,-1 0-1,0 1 1,3 1 0,-2-3-132,-1 0-1,1 0 0,-1 0 0,1 0 1,-1 0-1,1-1 0,-1 0 0,1 1 1,0-1-1,-1 0 0,1 0 0,-1 0 0,1-1 1,0 1-1,-1 0 0,1-1 0,-1 0 1,1 0-1,-1 0 0,1 0 0,-1 0 1,0 0-1,0 0 0,1-1 0,-1 1 1,0-1-1,0 0 0,0 0 0,2-2 1,7-8-883,0 0 0,-1-1 1,14-22-1,-12 17-495,15-23-704,-2-2-1,23-50 1,2-34 680,-19 18 3790,-17-3 18380,-33 136-17356,-22 42-2448,20-29-617,2 1-1,2 1 1,1 0-1,2 1 1,1 0 0,3 1-1,1 1 1,2 0-1,-2 69 1,8-107-226,1 0 1,0 0-1,1 1 1,-1-1-1,1 0 1,0 0-1,0 1 1,0-1-1,1 0 1,-1 0-1,1 0 1,0-1-1,0 1 1,0 0-1,1-1 1,-1 1-1,1-1 1,0 0-1,0 0 1,0 0-1,0 0 1,0 0-1,1-1 1,-1 1-1,1-1 1,0 0-1,4 2 1,-2-3-218,0 1 0,0-1 1,0 0-1,0 0 1,0-1-1,0 0 0,0 0 1,0 0-1,0-1 1,0 0-1,0 0 0,-1 0 1,1-1-1,0 0 1,0 0-1,-1 0 0,1-1 1,-1 1-1,6-5 1,29-21-8949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13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9364,'0'0'16088,"61"-15"-15112,-20 1-464,6 0-208,1 1-207,-7-1-81,-8 5-16,-6 5-625,-13 2-703,-7 2-913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1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9748,'0'0'17320,"102"-15"-17112,-69 1-208,1 0-752,7-1-1873,0-6-3970,-1 1-10229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14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6371,'0'0'21647,"5"1"-18811,4-2-2065,-7 1-717,1 0 1,-1 0 0,1 1 0,-1-1 0,1 1-1,-1-1 1,1 1 0,-1 0 0,1-1 0,-1 1 0,0 1-1,1-1 1,-1 0 0,4 3 0,14-1-10711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14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0 19689,'0'0'4962,"-129"181"-784,82-107-3393,6 17-785,-6-3-1105,-1 0-1280,1 0-1841,-7-9-7059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38.314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12 208,'14'-11'11504,"100"11"-6582,-100 0-4244,40 0 1272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4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771 499 208,'0'0'5347,"0"-8"1087,1-23-4761,1 24-1514,0-1 0,0 1-1,0-1 1,-1 1 0,-1-1 0,1 1-1,-1-1 1,-1 0 0,-1-10 0,1-11 585,-1 17-371,0-1 0,-1 1-1,0 0 1,-1 1 0,-1-1 0,1 0-1,-11-15 1,13 23-138,-5-15-38,6 16-149,1 1 0,-1 0 0,0-1 0,0 1 0,0 0-1,-1 0 1,1 0 0,0 0 0,-1 0 0,1 0 0,-1 0 0,0 0 0,-3-2 0,-10-8 154,0 2 0,-30-16 1,-7-4-114,4-7 3,42 31-90,0 1 0,-1-1 1,1 1-1,-1 0 1,-1 1-1,1 0 0,0 0 1,-1 0-1,0 1 1,0 0-1,0 0 0,0 1 1,-14-2-1,-2 2 4,7 0-2,1 1 0,-1 0 0,-31 3 0,44 0-4,1-1 1,-1 1 0,1 0 0,-1 0 0,1 0 0,0 0 0,0 1-1,0-1 1,0 1 0,0 0 0,1 0 0,-1 0 0,1 0 0,-4 7-1,-20 19 20,16-20 1,-2 0-23,0 1 0,0 0 0,1 1 0,1 0 0,-1 1 0,2 0 0,-11 17 0,-27 72 178,46-98-159,0 0 0,0-1 0,0 1-1,1 0 1,-1-1 0,1 1 0,0 0 0,0 0 0,0-1-1,1 7 1,-1-6 19,0 0 0,0 0 0,0 0 0,0 0 0,0 0 0,-1 0 0,1 1-1,-1-1 1,-1 4 0,-15 32 516,14-29-320,-1-1 1,0 1-1,0-1 1,-1 0 0,-1 0-1,-11 15 1,20-28 2445,1-2-4016,-1-4-4264,-1-8-7635,-2 11 8830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47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14 144,'0'-13'19417,"13"279"-13102,3-266-6049,-12 1-241,0-1 1,0 0 0,0 0-1,0 0 1,0-1-1,0 1 1,0-1-1,0 0 1,0 0-1,0 0 1,0-1 0,-1 0-1,1 1 1,-1-1-1,4-3 1,22-11 256,0 1 1,1 1-1,0 1 1,36-9-1,-61 21-222,10-6 395,-15 7-515,0 0-1,0 0 1,0 0-1,-1 0 1,1 0-1,0-1 1,0 1-1,0 0 1,0 0-1,0 0 1,0 0-1,0 0 1,0 0-1,0 0 1,0 0-1,0-1 1,0 1-1,0 0 1,0 0-1,0 0 1,0 0-1,0 0 1,0 0-1,0 0 1,0-1-1,0 1 1,0 0-1,0 0 1,0 0-1,0 0 1,0 0-1,0 0 1,0 0-1,1 0 1,-1-1-1,0 1 1,0 0-1,0 0 1,0 0-1,0 0 1,0 0-1,0 0 1,0 0-1,0 0 1,0 0-1,1 0 1,-1 0-1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50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793 510 992,'0'0'9351,"0"-9"-6484,0-25-1646,0-88 1777,-2 116-2875,1 1 0,-1 0 0,0 0 0,0 0-1,-1 0 1,0 1 0,0-1 0,0 1 0,-4-5-1,-14-24 232,-14-24 71,17 33-316,8 11-9,0 0-1,-2 0 1,1 1-1,-2 0 1,1 2 0,-2-1-1,1 1 1,-1 1-1,-26-13 1,20 11-66,16 8-20,-10-5 82,-1 0 0,-28-11-1,39 18-84,-1 0 0,0 0 0,0 1 1,1-1-1,-1 1 0,0 0 0,0 0 0,0 1 0,1-1 0,-1 1 0,0 0 0,1 1 0,-1-1 0,1 1 0,-1 0 0,1 0 0,-1 0 1,1 1-1,-7 5 0,-85 66 165,93-71-174,0 0 1,1 0 0,-1 0-1,1 1 1,0-1-1,0 1 1,0 0 0,0-1-1,0 1 1,1 0-1,-1 4 1,0-3 12,1-1 0,-1 1 0,0-1-1,0 0 1,0 1 0,0-1 0,-1 0 0,0-1 0,1 1 0,-6 5-1,2-3 25,1 0-1,-1 0 1,1 1 0,1 0-1,-5 8 1,-23 30 581,26-36-533,0-1 1,0 1 0,1 0 0,1 1-1,-1-1 1,1 1 0,1 0 0,-4 16-1,5-18-1,0-1 0,-1 0 0,0 0 0,0 0 0,-1 0 0,1-1 0,-2 0 0,1 1-1,-8 7 1,10-11-6,0 0-1,0 0 0,0 0 1,1 1-1,-1-1 0,1 1 1,0-1-1,0 1 1,-1 4-1,1-4 17,0 0 1,0-1-1,0 1 1,-1 0-1,1 0 1,-1-1-1,0 1 1,0-1-1,-4 5 0,0-1 1327,5-30-20926,1 12 12753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4:5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 1409,'-6'-2'22999,"5"5"-21328,1 19-1252,1 0 0,1 1 1,1-1-1,10 37 1,-10-50-349,0-1 42,-1 0 0,1 1 1,-2 0-1,2 15 0,-3-23-99,0 0-1,0 1 1,1-1 0,-1 0-1,0 0 1,1 0 0,-1 0-1,1 0 1,-1 1-1,1-1 1,-1 0 0,1 0-1,0 0 1,-1 0 0,1-1-1,1 2 1,-1 0 24,0-1 0,0 0 0,0 0 0,0 0 0,0 1 0,0-1 0,0 0 0,-1 1 0,1-1 0,-1 1 0,1-1 0,-1 1 0,1-1 0,-1 1 0,0-1 0,0 4 0,19-21 189,1 1 0,22-13 0,-35 23-169,1 0-43,2-3 25,1 1-1,0 0 1,0 0-1,1 1 1,0 1-1,0 0 1,0 0-1,18-3 1815,-29 8-1758,5 0-48,16-3-39,-11-1-10,-10 2 1,-1 0-216,-22 27-15810,10-14 7633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03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64 2193,'0'0'6451,"0"-5"-6155,0 2-839,-1 0 1079,1 0 0,0 1-1,0-1 1,0 0 0,0 1 0,0-1 0,1 1-1,-1-1 1,1 0 0,-1 1 0,1-1-1,0 1 1,2-3 0,0-4 2474,0 2 2076,-2 19-4309,0 36-75,0-22-365,-1 1 0,-1-1-1,-5 31 1,4-49-1659,0 12 4090,1-7-5094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03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9604,'0'0'10405,"0"13"-10773,0 8-1777,7-1-2801,-7 3-1537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04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4946,'0'0'12177,"14"0"-10817,-4-1-1225,-2 0 88,-1 0 0,0 1 0,1 0 0,-1 0 0,1 1 0,-1 0 0,0 0 0,0 1 0,1 0 0,-1 0 0,0 0 0,0 1 1,10 6-1,-15-7-155,1 1 1,-1 0 0,0 0 0,0 0 0,-1 0 0,1 0 0,0 0 0,-1 0-1,0 1 1,0-1 0,0 0 0,0 1 0,0-1 0,-1 1 0,0-1-1,1 1 1,-2 4 0,1 2-80,0 0-1,-1 0 1,-1 0-1,-2 11 1,9-35-87,2 0 0,0 0 0,1 1 0,0 0 1,1 1-1,0 0 0,1 0 0,1 1 1,0 0-1,0 1 0,1 0 0,0 1 1,14-8-1,-25 16 126,0 1 0,-1-1 0,1 1-1,0-1 1,-1 1 0,1 0 0,0-1 0,0 1 0,0 0 0,-1 0 0,1 0 0,0-1-1,0 1 1,0 0 0,0 0 0,-1 0 0,1 0 0,0 1 0,0-1 0,0 0 0,-1 0-1,1 0 1,0 1 0,0-1 0,0 0 0,-1 1 0,1-1 0,1 1 0,-1 1 35,0-1 1,0 1-1,1 0 1,-2-1-1,1 1 1,0 0-1,0 0 1,0 0-1,-1 0 1,1-1-1,-1 1 1,1 3-1,0 68 1340,-2-57-1087,1 76-1012,1-91 384,-1 0 0,1-1-1,-1 1 1,1-1 0,-1 0 0,1 1-1,0-1 1,-1 1 0,1-1 0,-1 0 0,1 0-1,0 1 1,-1-1 0,1 0 0,0 0-1,-1 0 1,1 0 0,0 0 0,0 0 0,-1 0-1,1 0 1,0 0 0,-1 0 0,1 0-1,0 0 1,-1 0 0,1 0 0,0-1 0,-1 1-1,1 0 1,1-1 0,17-7-6224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04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10101,'0'0'7347,"-1"27"-3945,0-3-2675,0 18 432,-2-1 0,-11 53 0,-39 127 2363,50-208-3539,1 0 1,0 1-1,1-1 1,1 20-1,0-24-271,0-8 224,1 0 1,-1 0-1,0 0 1,1 0-1,-1 0 1,1-1-1,-1 1 0,1 0 1,0 0-1,-1-1 1,1 1-1,0 0 1,-1-1-1,1 1 1,0 0-1,0-1 0,0 1 1,0-1-1,-1 1 1,1-1-1,0 0 1,0 1-1,0-1 1,0 0-1,2 0 0,31 6-1066,-32-5 922,83 5-5076,-78-7 3958,1 1 0,-1-1 1,1 0-1,-1 0 1,10-4-1,11-12-5736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04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12758,'0'0'5939,"122"-14"-5203,-54 7-496,0-2-240,-1-2-896,8-5-3090,-1-6-4882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30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1 327 16,'0'0'14231,"2"-18"-11801,8-55-328,-10 72-1942,0-1 0,0 1-1,0 0 1,0-1 0,0 1-1,1 0 1,-1-1-1,0 1 1,1 0 0,-1 0-1,1-1 1,0 1 0,-1 0-1,1 0 1,0 0 0,-1 0-1,1 0 1,0 0 0,0 0-1,0 0 1,0 0 0,0 0-1,2-1 1,-2 2-29,-1 0-1,1 1 1,-1-1 0,1 0-1,0 0 1,-1 0 0,1 0 0,-1 1-1,1-1 1,0 0 0,-1 1-1,1-1 1,-1 0 0,1 1 0,-1-1-1,1 1 1,-1-1 0,0 0-1,1 1 1,-1-1 0,0 1-1,1-1 1,-1 1 0,0 0 0,1-1-1,-1 1 1,0 0 0,4 15 459,-1 0 0,-1 0 1,0 0-1,-1 1 1,-1-1-1,-3 29 0,1 8-326,2-53-237,-10-44-657,6 20 350,0 8 184,1-1 0,0 1 0,1-1 0,1 0 0,0 0 0,3-26 0,-1 40 71,0 1 1,0-1-1,0 1 1,1 0-1,-1-1 1,1 1-1,-1 0 1,1 0-1,0 0 1,0 0-1,-1 0 1,2 1-1,-1-1 1,0 1-1,0-1 1,0 1-1,1-1 0,-1 1 1,1 0-1,-1 0 1,1 1-1,-1-1 1,1 0-1,-1 1 1,1-1-1,0 1 1,-1 0-1,5 0 1,12-1 16,0 1 0,33 4 0,-44-3-7,23 2-81,1 1-285,0-1 0,0-1 0,1-2 0,51-7 0,-79 6 366,-1 0-1,0 0 0,1-1 0,-1 0 0,0 0 0,0 0 1,0-1-1,0 1 0,-1-1 0,1 0 0,-1 0 0,1 0 1,-1 0-1,0-1 0,5-7 0,-6 9 30,-1-1 1,1 0-1,-1 0 1,0 0-1,0 1 0,0-1 1,0 0-1,0 0 0,-1-1 1,1 1-1,-1 0 0,0 0 1,0 0-1,0 0 1,0 0-1,0 0 0,-1 0 1,1 0-1,-1 0 0,0 0 1,0 0-1,0 0 0,0 0 1,-1 0-1,-1-2 0,0 1 54,0 0-1,-1 1 0,1 0 1,-1-1-1,1 1 1,-1 0-1,0 1 0,0-1 1,-1 1-1,1 0 0,0 0 1,-1 0-1,1 0 0,-1 1 1,0 0-1,1 0 0,-1 0 1,0 1-1,0-1 0,-8 2 1,8-2 20,1 2-1,-1-1 1,1 0 0,0 1 0,-1 0-1,1 0 1,0 0 0,-1 1 0,1-1 0,0 1-1,0 0 1,0 0 0,1 0 0,-1 1 0,0-1-1,1 1 1,-1 0 0,1 0 0,0 0 0,0 1-1,1-1 1,-4 6 0,-1 9 88,1 0 0,1 1 0,1-1-1,1 1 1,1 0 0,0 0 0,1 0 0,2 23 0,-1-37-180,0-2-6,0 0 0,0 0 0,1 0 0,-1-1 0,0 1-1,1 0 1,0-1 0,-1 1 0,1 0 0,0-1 0,1 1-1,-1-1 1,0 1 0,1-1 0,-1 0 0,1 0 0,0 1-1,0-1 1,0 0 0,0-1 0,2 3 0,0-2-163,1 1 0,-1-1 0,0 0 0,1-1 0,-1 1 0,1-1-1,0 0 1,-1 0 0,1 0 0,0-1 0,6 1 0,2-2-753,0 0 0,0 0 0,0-1 0,-1-1 0,1 0 0,-1 0 0,1-2 0,15-7 0,33-24-6904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30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12278,'0'0'8564,"-7"19"-4997,-6 21-1903,1 1 1,2-1 0,-8 75 0,16 96-141,3-121-1349,1-65-4919,-2-25 4482,0 1 1,0 0-1,0-1 1,0 1-1,0-1 1,0 1-1,0 0 1,0-1-1,1 1 1,-1 0-1,0-1 1,1 1-1,-1-1 1,0 1-1,1-1 1,-1 1-1,1-1 0,-1 1 1,1-1-1,-1 1 1,1-1-1,-1 0 1,1 1-1,-1-1 1,1 0-1,-1 1 1,1-1-1,0 0 1,0 1-1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31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3298,'0'0'14937,"22"-5"-11309,115-20 606,163-9 0,-218 32-3532,-81 2-451,-1 4-167,-1-1 1,0 1-1,0-1 1,-1 1-1,1-1 1,-1 1-1,0-1 1,1 0-1,-1 0 1,-1 0 0,1 0-1,0 0 1,-1 0-1,-2 2 1,1-2-77,1-1 0,1 2 0,-1-1 0,0 0 0,1 0 0,0 1 1,0-1-1,0 1 0,0 0 0,0 0 0,1 0 0,-1 0 0,1 0 0,-1 6 1,2-9-23,0 0 0,0 0 0,1-1 0,-1 1 0,0 0 0,0 0 0,0-1 0,1 1 0,-1 0 1,0 0-1,1-1 0,-1 1 0,0 0 0,1-1 0,-1 1 0,1-1 0,-1 1 0,1-1 0,-1 1 0,1-1 0,0 1 1,-1-1-1,1 1 0,0-1 0,-1 1 0,1-1 0,1 0 0,27 4-232,-21-5 157,1 0 0,-1-1 0,1 1 1,-1-2-1,11-3 0,-5-1-59,-1 0 0,0-1 0,0 0 0,0-1 0,20-19 0,-32 28 175,-1 0 0,0 0 1,1-1-1,-1 1 0,1 0 1,-1 0-1,1 0 0,-1 0 1,0 0-1,1 0 0,-1 0 0,1 0 1,-1 0-1,0 0 0,1 0 1,-1 0-1,1 0 0,-1 0 1,1 0-1,-1 0 0,0 1 1,1-1-1,-1 0 0,0 0 1,1 0-1,-1 1 0,1-1 0,-1 0 1,0 1-1,0-1 0,1 0 1,-1 0-1,0 1 0,1-1 1,-1 1-1,0-1 0,0 0 1,0 1-1,1-1 0,-1 0 1,0 2-1,7 11 976,-4-7-1549,0-1-1,0 1 1,0-1 0,1 0-1,0 0 1,0 0 0,9 7-1,-10-9-217,1-1 0,0 1 0,0-1 0,0 0 0,0 0 0,1 0 0,-1-1 0,0 0 0,1 0 0,-1 0 0,1 0 0,-1 0 0,1-1 0,0 0 0,-1 0 0,1 0 0,8-2 0,20-6-10919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31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51 163 13398,'0'0'16864,"-2"14"-15970,-2 4-691,2-8-60,0-1 0,1 1 0,-1 0 0,2 16-1,-2-26-121,1 0-1,-1 0 0,0 0 0,1-1 0,-1 1 0,1 0 1,-1-1-1,1 1 0,-1-1 0,1 1 0,-1-1 0,1 0 1,-1 1-1,1-1 0,-2-2 0,0-3-6,1-1 1,0 1-1,1-1 0,0 1 0,0-1 1,0 0-1,1 1 0,-1-1 0,2 0 0,1-13 1,-1-4-4,-1 17 6,1 0-1,0 0 1,0 0-1,1 0 1,0 0-1,0 0 1,0 0 0,1 1-1,0-1 1,0 1-1,1 0 1,4-6-1,-5 8-147,-1 0-1,1 1 0,0-1 1,1 1-1,-1 0 1,0 0-1,1 0 0,0 1 1,0-1-1,0 1 1,0 0-1,0 0 0,0 0 1,0 0-1,1 1 1,-1 0-1,0 0 0,1 0 1,7 0-1,37 2-9683,-17 4-2257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32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6467,'0'0'16117,"17"8"-13802,-8-5-2036,0 1 0,-1 0 0,0 0-1,0 1 1,0 0 0,-1 1-1,1-1 1,-1 1 0,-1 1-1,1-1 1,-1 1 0,0 1 0,-1-1-1,10 16 1,-13-17-71,1 1 1,-1-1-1,0 1 1,0-1-1,0 1 0,-1 0 1,0-1-1,-1 10 1,0-16-4,0-13-619,0 10 401,0-4-103,-1 0 1,1 0-1,0 0 1,0 0-1,1 0 1,0 0-1,1 0 1,-1 0-1,1 0 1,0 1-1,1-1 1,0 1 0,0-1-1,0 1 1,1 0-1,6-9 1,-9 15 155,0-1 0,1 0 0,-1 0 0,0 0 0,0 1 0,0-1 0,1 0 0,-1 1 0,0-1 0,1 1 0,-1 0 0,0-1 0,1 1 0,-1 0 0,0 0 1,1 0-1,-1 0 0,1 0 0,-1 0 0,0 0 0,1 1 0,-1-1 0,0 0 0,1 1 0,-1-1 0,0 1 0,1-1 0,0 2 0,34 21 1274,-23-10-1450,1-2 0,1 1 0,0-2 0,19 10 0,-26-16-556,0-1 1,0 0 0,0 0-1,0-1 1,1 0 0,12 1-1,28-1-7330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32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11221,'0'0'16178,"6"-5"-14622,-6 4-1498,1 0 1,0 1-1,0-1 1,0 0-1,0 0 1,0 0-1,0 1 1,0-1-1,0 0 1,0 1-1,0-1 1,0 1-1,1-1 1,-1 1 0,0 0-1,0 0 1,0-1-1,1 1 1,-1 0-1,0 0 1,0 0-1,1 0 1,-1 0-1,0 1 1,0-1-1,1 0 1,1 1-1,1 3 130,-1-1 0,1 1-1,0 0 1,-1 0 0,0 0-1,0 1 1,4 7 0,13 21 94,2 4-87,42 53 0,-64-89-195,1-1 0,-1 1 0,0-1 0,1 1 0,-1-1 0,0 0 0,1 1 0,-1-1 0,1 1 0,-1-1 0,1 0 0,-1 1 0,1-1 0,-1 0 0,1 0 0,-1 1 0,1-1 0,-1 0 0,1 0 0,0 0 0,-1 0 0,1 0 0,-1 0 0,1 0 0,-1 0 0,1 0 0,0 0 0,-1 0 0,1 0 0,-1 0 0,1 0 0,-1 0 0,1-1 0,0 1 0,-1 0 0,1 0 0,-1-1 0,1 1 0,-1 0 0,1-1 0,-1 1 0,1-1 0,10-17 0,-10 17 0,33-71 0,33-95 0,-66 165-57,-1 1-1,1-1 1,-1 1 0,1-1-1,-1 1 1,1 0 0,0-1-1,0 1 1,0 0 0,0-1-1,0 1 1,0 0 0,0 0 0,0 0-1,0 0 1,0 0 0,1 0-1,-1 0 1,0 0 0,1 0-1,-1 1 1,1-1 0,-1 1-1,1-1 1,-1 1 0,1-1-1,-1 1 1,1 0 0,-1 0-1,3 0 1,2 1-480,0 0 1,0 0-1,0 1 1,0 0-1,0 0 0,8 4 1,24 8-2188,-16-11-1031,0-1 1,26-1-1,0-1-3360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33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274 732 3730,'0'0'21562,"-12"-3"-19511,9 2-1949,-3 0 129,0-1 0,0 1 0,0 1 0,0-1 0,0 1 0,0 0 0,0 0 0,0 0 0,0 1 0,0 0 0,0 0 0,0 1 0,0 0 0,-10 4 0,13-4-189,-18 9 280,0 1 0,0 1 0,-26 22 0,43-33-302,1 1-1,-1 0 1,1 0-1,0 0 1,0 0-1,0 1 1,0-1-1,1 1 1,-1-1-1,1 1 1,0 0-1,0 0 1,1 0-1,-1 0 1,1 1-1,0-1 1,0 0-1,0 1 1,0-1-1,1 0 1,0 1-1,0-1 1,0 1-1,0-1 1,1 0-1,1 8 1,-1-11-20,0 0 0,-1 0 0,1 0 0,0 0 0,-1-1 0,1 1 0,0 0 0,0-1 0,0 1 0,0 0 0,0-1 0,0 1 0,0-1 0,0 0 0,0 1 0,0-1 0,0 0 0,0 1 0,0-1 0,0 0 0,2 0 0,28 1 0,-23-2 0,0 2-18,0-1 1,0 0-1,0-1 0,0 1 0,0-2 1,0 1-1,0-1 0,0-1 1,0 1-1,-1-1 0,0 0 1,1-1-1,-1 0 0,0 0 0,-1-1 1,1 1-1,-1-1 0,0-1 1,0 1-1,0-1 0,7-11 0,-8 10 80,-5 10 99,-3 15 6,3 1-173,-1-15-8,1 0 0,0 0 0,0 0 0,0 0 0,1 1 0,-1-1 0,1 0 0,2 5 0,-2-7-1,0-1 0,0 0 0,0 0 0,0 1 0,0-1 0,0 0 1,0 0-1,1 0 0,-1 0 0,0 0 0,1-1 0,-1 1 0,1 0 0,-1-1 0,1 1 0,-1-1 0,1 1 0,-1-1 0,1 0 0,0 1 0,-1-1 0,1 0 1,-1 0-1,1 0 0,2-1 0,9 0-325,1 0-1,-1-1 1,0-1 0,0 0 0,-1-1 0,1-1 0,-1 0 0,0 0 0,0-1-1,0-1 1,19-14 0,7-8-1354,63-63 0,-70 60 1126,-2-2 0,-1-1 0,-2-1 0,-2-1 0,-1-2 0,32-72 0,-32 54 939,-3 0 0,-2-2 0,-3 0 0,11-81 0,-24 79 4658,-4 54-2020,-7 10-1491,-2 4-1466,0 1-1,1 0 1,0 1 0,0 0 0,1 1-1,0 0 1,1 0 0,0 0-1,1 1 1,-6 13 0,-7 5-66,-6 10 14,1 2 0,2 1 0,-21 53 0,33-68 0,2 1 0,1-1 0,1 1 0,2 1 0,0-1 0,0 47 0,5-58 0,0 8 0,0 0 0,2 1 0,6 31 0,-7-51 0,1 0 0,-1 0 0,1 1 0,1-1 0,-1 0 0,1-1 0,0 1 0,0 0 0,1-1 0,0 0 0,0 0 0,0 0 0,0 0 0,1-1 0,0 1 0,0-1 0,0-1 0,8 6 0,-7-7-245,0 0-1,1 0 1,-1 0-1,1 0 1,0-1 0,0 0-1,0-1 1,-1 0 0,1 0-1,0 0 1,12-3-1,-8 2-898,0-2 1,0 0-1,0 0 0,0-1 0,-1 0 0,13-7 0,19-17-10971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33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 15575,'0'0'17192,"-6"-7"-17192,12 7 0,-6 9 0,0 7 0,7-3 0,0 3-4290,0-7-2945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33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1 7475,'0'0'21946,"-142"124"-18712,114-88-3122,1 0-112,7 3 0,-7 4 0,-14 4-1601,-6 0-2961,-14 3-4754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35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5763,'0'0'12603,"20"-7"-12192,144-65 674,25-20 3859,-191 100-4713,0 0 0,0 0 0,-1 1-1,0-2 1,0 1 0,-1 0 0,0-1 0,-9 13 0,1 1 39,5-6-181,0 0 0,2 0 0,-1 0 0,2 1 0,0 0 0,1 0 0,-2 28 0,6 116 161,0-152-225,0 6 14,1 0 0,1 0 0,0-1-1,1 1 1,0-1 0,1 0 0,1 0 0,0-1 0,1 0 0,0 0 0,0 0 0,15 16-1,-10-15 1,0 0 0,0 0-1,2-2 1,-1 0-1,1 0 1,1-1-1,0-1 1,0 0-1,28 11 1,-35-18-21,0 0-1,-1-1 1,1 0-1,0 0 1,0 0-1,11-1 1,-11 0-5,-8-1-1,0 0 0,0 1 0,0-1 0,0 0 0,0 1 0,0-1 0,0 1 0,0-1 0,0 0 0,-1 1 0,1-1-1,0 0 1,0 1 0,0-1 0,-1 1 0,1-1 0,0 1 0,-1-1 0,1 1 0,-1-1 0,1 1 0,0-1 0,-1 1 0,1-1 0,-1 1 0,0-1 0,-1 0-2,0-1 0,-1 1 0,1-1 0,0 1 0,-1 0 0,1 0 0,-1 0 0,0 0 0,1 1 0,-1-1 0,0 1 0,1 0 0,-1-1 0,0 1 0,1 0 0,-1 1 0,0-1 0,1 0 0,-1 1 0,0-1 0,1 1 0,-1 0 0,1 0 0,-1 0 0,1 0 0,0 0 0,-1 1 0,1-1 0,0 1 0,0 0 0,0-1 0,0 1 0,0 0 0,0 0 1,0 0-1,1 0 0,-1 1 0,1-1 0,0 0 0,-1 1 0,1-1 0,0 1 0,0-1 0,1 1 0,-1 0 0,1-1 0,-1 1 0,1 2 0,-3 20-248,1 0 1,1 1-1,1-1 1,1 0 0,2 0-1,0 0 1,2-1-1,0 1 1,2-1-1,1 0 1,1-1-1,21 42 1,-26-59 236,-1-3 6,-1 0 0,1 1 0,-1 0 0,0 0 0,0 0 1,0 0-1,0 0 0,-1 0 0,0 0 0,1 0 0,-2 1 0,1-1 0,0 0 0,-1 1 0,0-1 0,0 1 1,-1 6-1,0-10 87,-1 0 1,1 0-1,0 0 1,-1 0-1,1-1 1,-1 1-1,0 0 1,1-1-1,-1 1 1,1-1-1,-1 0 1,0 1-1,1-1 1,-1 0-1,0 0 1,0 0-1,1 0 1,-1 0 0,-1-1-1,-4 1 357,-125 3 4406,80-4-5877,27 1-4741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03.5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1 149 3890,'0'0'8545,"4"-2"-8238,7-4-194,-1-1 1,-1-1-1,1 1 0,-1-2 1,-1 1-1,13-16 0,-13 13 229,1 1 0,0 1-1,1 0 1,0 0 0,0 1 0,21-13-1,-31 21-286,0 0-1,1 0 0,-1 0 0,0 0 1,0-1-1,0 1 0,1 0 0,-1 0 1,0 0-1,0 0 0,1 0 1,-1 0-1,0 0 0,0 1 0,0-1 1,1 0-1,-1 0 0,0 0 0,0 0 1,0 0-1,0 0 0,1 0 0,-1 0 1,0 0-1,0 1 0,0-1 1,0 0-1,1 0 0,-1 0 0,0 0 1,0 0-1,0 1 0,0-1 0,0 0 1,0 0-1,0 0 0,1 1 1,-1-1-1,0 0 0,0 0 0,0 0 1,0 1-1,0-1 0,0 0 0,0 0 1,0 0-1,0 1 0,0-1 1,0 0-1,0 0 0,0 0 0,-1 1 1,0 21 810,-8 17-437,5-24-273,1 0-1,-3 30 1,6-41-219,-1 0 0,1 0-1,0-1 1,0 1 0,0 0 0,1 0 0,0 0 0,-1 0-1,1-1 1,0 1 0,1 0 0,-1-1 0,0 1 0,1-1 0,0 0-1,4 7 1,-4-9-479,0-1 0,1 1-1,-1 0 1,0-1 0,1 1-1,-1-1 1,0 1 0,1-1-1,-1 0 1,0 0 0,1 0 0,-1-1-1,0 1 1,1 0 0,-1-1-1,4-1 1,19-7-5721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04.0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 3 7507,'0'0'7569,"-6"0"-7417,-16-2-114,16 2 7,27 2 651,-16 1-549,-1 0 0,-1 1 0,1 0 0,0 0 0,-1 0 0,0 0 0,0 0-1,0 1 1,0-1 0,-1 1 0,0 0 0,2 6 0,0-2-15,-1 0-1,0 0 1,-1 1 0,0-1 0,1 20-1,-37-28 2228,33-1-2305,-1-1 0,1 1 0,-1 0 1,1 0-1,-1-1 0,1 1 0,-1-1 1,1 1-1,0-1 0,-1 1 0,1-1 1,0 0-1,-1 0 0,1 0 0,0 0 1,0 0-1,0 0 0,0 0 0,0 0 1,0 0-1,0 0 0,0-1 0,0 1 1,0 0-1,1 0 0,-2-3 0,1-1 85,-1 1-1,1-1 1,0 0-1,0 0 0,0 0 1,1 0-1,0-5 0,0 9-120,1 1-1,-1-1 0,1 0 0,-1 0 0,1 1 0,0-1 0,-1 0 0,1 1 0,0-1 0,0 0 0,0 1 0,-1-1 0,1 1 0,0 0 1,0-1-1,0 1 0,0 0 0,0-1 0,0 1 0,0 0 0,0 0 0,-1 0 0,1 0 0,0 0 0,0 0 0,2 0 0,35-1 161,-32 2-123,-5-2-113,-1 1-1,1 0 0,-1 0 1,1 0-1,-1 0 1,1 0-1,-1 0 0,1 0 1,-1 0-1,1 0 1,-1 0-1,1 0 0,-1 1 1,1-1-1,-1 0 1,0 0-1,1 0 0,-1 1 1,1-1-1,-1 0 1,0 0-1,1 1 0,-1-1 1,1 0-1,-1 1 1,0-1-1,0 0 1,1 1-1,-1 0 0,1 10-5526,-1-6 2726,0 7-7460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04.7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1745,'0'0'18504,"0"2"-18472,0 7 64,0 5-96,0 4-448,0 2-1105,0 3-1952,0 4-1842,0-2-2256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04.9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3265,'0'0'18073,"7"45"-17913,0-38-160,-7-1-288,0 1-817,0 0-1152,0 0-2289,0-1-1104,0-1-1298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05.1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7059,'0'155'14119,"0"-152"-12903,0-1-47,0 0-1089,0 0-2865,7-2-6164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05.5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 3794,'0'0'9572,"8"-9"-909,-5 9-8376,-1 0 0,1 1 0,0 0-1,-1 0 1,1 0 0,-1 0 0,1 0 0,-1 0 0,1 1 0,-1-1 0,4 4 0,20 9-62,10 2 62,-35-15-415,1 0-1,-1 0 1,0-1 0,0 1 0,0 0 0,0 1-1,0-1 1,0 0 0,0 0 0,0 0-1,0 0 1,0 1 0,-1-1 0,1 0-1,0 1 1,-1-1 0,1 1 0,-1-1-1,0 1 1,1-1 0,-1 3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06.0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 0 4882,'0'0'7959,"-1"36"428,-2-32-8111,0 1-1,0-1 0,0-1 0,0 1 0,-1 0 1,1-1-1,-7 5 0,7-6-224,0 0 1,1 0-1,0-1 0,-1 2 1,1-1-1,0 0 0,0 0 1,0 1-1,0-1 0,1 1 1,-1-1-1,0 1 0,1 0 1,0 0-1,0 0 0,0-1 1,0 1-1,0 0 0,0 6 1,1-8-119,0 17-13833,0-9 8804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05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302 530 6947,'0'0'10573,"-3"-8"-8932,2 6-1491,-1-1-1,1 1 1,0 0 0,-1-1 0,0 1 0,1 0 0,-1 0-1,0 0 1,0 1 0,0-1 0,0 0 0,0 1 0,-1-1-1,1 1 1,0-1 0,-1 1 0,1 0 0,-5-1 0,0 1 143,0-1 1,0 2 0,0-1 0,0 1-1,1 0 1,-1 0 0,0 1 0,-10 2-1,4 0 10,1 0 0,0 2 0,0-1 0,0 1 0,1 1 0,-1 0 0,1 1 0,1 0 0,-1 1 0,-13 13 0,20-18-276,0 0 0,0 1 0,1-1 0,-1 1 0,1 0 0,0 0-1,0 1 1,1-1 0,-1 1 0,1-1 0,0 1 0,0 0 0,1 0 0,-1-1 0,1 1 0,0 0 0,0 0 0,1 1 0,-1-1 0,1 0-1,0 0 1,1 0 0,-1 0 0,1 0 0,0 0 0,0 0 0,1 0 0,0 0 0,2 5 0,-1-5-78,0-1 1,1 0-1,-1 0 1,1-1-1,-1 1 1,1-1 0,1 1-1,-1-1 1,0-1-1,1 1 1,-1 0-1,1-1 1,0 0-1,0 0 1,0-1-1,0 1 1,0-1-1,0 0 1,0-1-1,8 1 1,-6 0-92,-1-1 1,1 0-1,-1 0 0,1 0 1,-1-1-1,1 0 0,-1-1 1,1 1-1,-1-1 0,0 0 1,0-1-1,0 0 0,0 1 1,0-2-1,-1 1 0,6-5 1,15-19-1201,-1-1 0,-1-1 1,23-35-1,54-103-4153,-94 154 5090,88-167-3489,-17-8 3973,-67 156 3212,-13 40 3082,-10 26-706,4-9-6527,-39 96 3702,-23 76 94,61-165-2746,2 0 0,1 0 0,1 0 0,0 49 0,5-80-240,0 0-1,0 0 1,0 0-1,0 0 1,1 0-1,-1 0 1,0 0-1,1 1 1,-1-1-1,1 0 1,-1 0-1,1-1 1,0 1 0,-1 0-1,1 0 1,0 0-1,-1 0 1,1 0-1,0-1 1,0 1-1,0 0 1,0-1-1,0 1 1,0-1-1,1 1 1,2 1-326,0-1 1,0 0-1,-1 0 0,1 0 0,0 0 1,0-1-1,7 1 0,-5-1-713,0 0 1,0-1-1,-1 1 0,1-1 0,0 0 0,0-1 0,-1 1 0,1-1 0,-1 0 1,10-5-1,1-13-6582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06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39 11205,'0'0'11045,"12"4"-10106,4 3-708,1-2 0,-1 0 1,32 4-1,-44-9-203,1 1 0,0-1 0,-1 0 0,1 0-1,-1-1 1,1 1 0,-1-1 0,0 0 0,1 0 0,6-3 0,-9 3-30,-1 0-1,1-1 0,0 1 1,-1 0-1,1 0 0,-1-1 1,1 1-1,-1-1 1,0 1-1,0-1 0,1 0 1,-1 0-1,0 1 0,-1-1 1,1 0-1,0 0 0,0 0 1,-1 0-1,1 0 0,-1 0 1,0 0-1,1 0 0,-1 0 1,0 0-1,0-2 0,-1 3 6,1 1 0,0-1 0,-1 0 0,1 0 0,0 1 0,-1-1 0,1 0 0,-1 1 0,1-1 0,-1 1 0,0-1 0,1 1 0,-1-1 0,1 1 0,-1-1 0,0 1-1,1-1 1,-1 1 0,0 0 0,0 0 0,1-1 0,-1 1 0,0 0 0,0 0 0,1 0 0,-1-1 0,0 1 0,0 0 0,-1 1 0,-28-3 83,25 2-68,-23 0 81,9-1 160,0 1 0,0 0 0,0 2 0,-27 5 0,43-7-208,-1 1 1,1 0-1,0 0 1,0 0-1,0 0 0,-1 1 1,1-1-1,0 1 0,1 0 1,-1 0-1,0 0 1,0 0-1,1 0 0,-1 1 1,1-1-1,0 1 1,0 0-1,0-1 0,0 1 1,0 0-1,1 0 0,-1 0 1,1 1-1,0-1 1,0 0-1,0 0 0,0 1 1,1-1-1,-1 0 1,1 1-1,0 3 0,-1-1-94,2-1-1,-1 1 1,1-1-1,-1 1 1,1-1 0,1 1-1,-1-1 1,1 1-1,0-1 1,0 0-1,1 0 1,0 0-1,-1 0 1,2-1 0,-1 1-1,0-1 1,1 0-1,0 1 1,8 5-1,-7-6-394,1-1-1,-1 0 0,1 0 0,0 0 1,0-1-1,0 0 0,0 0 1,0-1-1,0 1 0,0-1 1,10 0-1,-4 0-1293,-1-1 0,1 0 0,-1-1 0,1 0 1,-1-1-1,21-5 0,22-21-7387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06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1 9556,'0'0'14450,"-20"0"-12593,-66 3-398,81-2-1295,-1 0 0,1 0 0,0 1 0,0-1 0,0 1 0,-1 0 0,2 1 0,-1 0 0,0-1 0,0 1 0,1 1 0,0-1 0,0 1-1,0 0 1,0 0 0,-6 7 0,0 0 229,6-6-327,0-1 0,0 1 0,1 0 0,-1 0 0,1 0 1,0 0-1,0 0 0,1 1 0,-1 0 0,1-1 0,1 1 0,-1 0 0,1 0 0,0 0 1,0 0-1,1 0 0,0 8 0,0-13-69,0 0-1,0 0 1,1-1 0,-1 1 0,1 0-1,-1 0 1,1 0 0,-1-1 0,1 1-1,-1 0 1,1-1 0,0 1 0,-1 0-1,1-1 1,0 1 0,-1-1 0,1 1-1,0-1 1,0 1 0,0-1 0,0 0 0,-1 1-1,1-1 1,0 0 0,0 0 0,0 1-1,0-1 1,0 0 0,0 0 0,0 0-1,0 0 1,42 1-227,-26-1 25,-12-1 159,0 2 0,0-1 0,-1 0 0,1 1-1,0 0 1,0 0 0,-1 1 0,1-1 0,0 1 0,-1 0 0,0 0 0,1 0 0,-1 1-1,0-1 1,0 1 0,0 0 0,-1 1 0,5 3 0,-4-1 23,-1-1 1,0 1-1,0 0 1,-1 0-1,1 0 0,-1 0 1,0 0-1,-1 1 0,0-1 1,0 0-1,0 1 1,-1-1-1,0 10 0,0-3 51,-1 0-1,0 0 0,-1 0 0,0 0 0,-1 0 1,-1-1-1,0 1 0,-5 11 0,-4 1 208,-1-1 0,-29 39 0,-13 14 55,-190 277 1277,233-331-1567,13-23 0,0 0 0,0 1 0,-1-1 0,1 0 0,0 1 0,0-1 0,0 1 0,0-1 0,0 0 0,0 1 0,0-1 0,0 1 0,0-1 0,0 1 0,0-1 0,0 0 0,0 1 0,0-1 0,0 1 0,0-1 0,1 0 0,-1 1 0,0-1 0,0 0 0,0 1 0,1-1 0,-1 0 0,0 1 0,0-1 0,1 0 0,-1 1 0,0-1 0,1 0 0,-1 0 0,0 1 0,1-1 0,-1 0 0,0 0 0,1 0 0,-1 1 0,1-1 0,-1 0 0,0 0 0,1 0 0,-1 0 0,1 0 0,-1 0 0,0 0 0,1 0 0,-1 0 0,1 0 0,-1 0 0,0 0 0,1 0 0,-1 0 0,1-1 0,-1 1 0,0 0 0,1 0 0,0-1 0,6 0 0,1 0 0,0-1 0,-1 0 0,0-1 0,1 0 0,-1 0 0,0 0 0,0-1 0,-1 0 0,8-5 0,66-56 0,-59 46 0,193-198-10028,-192 193 8963,-2-2-4578,-5 0-1552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07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11733,'0'0'16563,"0"9"-14864,0 5-1004,-1-1-368,0 0 1,2-1-1,-1 1 1,2 0-1,2 14 1,-4-25-330,1 0 1,-1 0-1,1 0 1,0 0-1,-1 0 1,1-1-1,0 1 1,0 0-1,0 0 1,0-1-1,0 1 1,1-1-1,-1 1 1,0-1-1,1 1 1,-1-1-1,1 0 1,0 0-1,-1 1 1,1-1-1,0-1 1,0 1-1,-1 0 1,1 0-1,0-1 1,0 1-1,0-1 1,0 1-1,0-1 0,0 0 1,0 0-1,0 0 1,0 0-1,0 0 1,0 0-1,0 0 1,0-1-1,0 1 1,0-1-1,0 1 1,0-1-1,-1 0 1,4-2-1,0 1-172,0-1 0,0 0-1,0 0 1,0-1 0,0 1 0,-1-1-1,0 0 1,1 0 0,-2-1 0,6-6-1,33-56-1166,-19 28 1176,-19 54 3165,14 45-1866,-18-58-1437,1 0-1,0 0 1,0 0-1,0 0 1,0 0 0,0 0-1,0 0 1,0 0-1,1 0 1,-1-1-1,1 1 1,-1-1-1,1 1 1,0-1 0,-1 1-1,1-1 1,0 0-1,0 0 1,0 0-1,0 0 1,0 0-1,0-1 1,0 1 0,4 0-1,-3-1-784,0 0-2,-1 0-1,1 0 1,-1 0 0,1 0 0,0 0-1,-1-1 1,1 1 0,-1-1 0,0 0 0,4-1-1,14-15-8436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08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6019,'0'0'16407,"15"0"-14547,-6 0-1664,32 0 872,46-6 0,-76 5-1008,-1-1-1,1 0 1,-1 0-1,1-1 1,-1 0-1,0-1 1,0 0-1,0-1 1,-1 0-1,1 0 1,8-7 0,-17 10-50,0 1 0,0 0 0,0 0 0,1-1 0,-2 1 1,1-1-1,0 1 0,0-1 0,0 1 0,-1-1 1,1 0-1,-1 1 0,1-1 0,-1 0 0,1 1 1,-1-1-1,0 0 0,0 1 0,0-1 0,0 0 1,0 0-1,-1 1 0,1-1 0,0 0 0,-1 1 1,1-1-1,-1 0 0,-1-1 0,1 0-4,0 1 0,0 0 0,0 0 0,-1 0 0,1-1 0,-1 1 0,0 1 0,0-1 0,0 0 0,0 0 0,0 1 0,0-1 0,0 1 0,0-1 0,0 1 0,-4-1 0,-4-1 102,0 1-1,0 0 1,0 1 0,0 0-1,0 0 1,0 1 0,0 0-1,0 1 1,0 0 0,0 1-1,0 0 1,0 1 0,-12 4-1,17-5-10,0 1-1,0-1 0,1 1 1,-1 0-1,1 0 0,0 0 1,0 1-1,0-1 0,0 1 1,0 0-1,1 0 0,-1 0 1,1 1-1,0-1 0,1 1 1,-1 0-1,1 0 0,0 0 1,0 0-1,0 0 1,1 0-1,0 0 0,0 1 1,0-1-1,1 0 0,0 7 1,-1-7-91,1-1 1,0 0 0,0 1 0,0-1 0,0 0 0,1 1 0,0-1 0,0 0 0,0 0-1,0 1 1,1-1 0,-1 0 0,1 0 0,0-1 0,0 1 0,1 0 0,-1-1-1,1 1 1,0-1 0,0 0 0,0 0 0,0 0 0,0 0 0,1 0 0,0-1 0,-1 0-1,1 1 1,0-1 0,0-1 0,6 3 0,-2-1-202,0 0 0,1 0 0,-1 0 0,1-1 0,0-1 0,0 0 0,-1 0 0,13 0 0,-9-2-852,0-1 0,0 0 0,0 0 0,0-1 0,0-1 0,-1 0 0,0 0 0,0-1 0,14-9 0,-8 4-520,0-1 0,-1-1 1,-1-1-1,0 0 0,15-19 1,-16 16 1615,-1 0 1,14-24 0,-18 11 19525,-10 46-17071,1-13-2496,0-1 0,0 0 1,0 0-1,0 1 0,0-1 0,1 0 1,-1 0-1,1 1 0,0-1 0,0 0 1,0 0-1,1 0 0,-1 0 0,1 0 1,-1-1-1,4 5 0,-2-5-10,0 0 1,1 0-1,-1 0 0,0-1 0,0 1 1,1-1-1,-1 0 0,1 0 0,-1-1 1,1 1-1,-1-1 0,1 1 0,0-1 1,-1 0-1,5-1 0,-3 1 2,0 0 0,0-1 0,1 0 0,-1 0 0,0 0 0,0-1 0,0 1 0,0-1 0,-1-1 0,1 1 0,0-1 0,4-3 0,46-44 0,-19 15 0,-17 12 0,-16 19 0,-9 17 0,3-7 0,1-1 0,0 0 0,0 1 0,1 0 0,0-1 0,-1 1 0,2 0 0,-1 0 0,1 0 0,0 7 0,1-13-16,-1 1 1,1-1-1,-1 1 1,1 0-1,-1-1 1,1 1-1,-1-1 1,1 1-1,0-1 1,-1 0-1,1 1 1,0-1-1,-1 0 1,1 1-1,0-1 1,0 0-1,-1 0 1,1 1-1,0-1 1,0 0-1,-1 0 1,1 0-1,0 0 1,0 0-1,1-1 1,28 1-1607,-25 0 656,0 0-146,0 0 0,0 0-1,0-1 1,0 0 0,-1 0 0,1 0-1,0 0 1,-1-1 0,1 0 0,7-4-1,16-15-9561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08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9492,'0'0'16114,"8"7"-14852,-2-2-1096,0 0-1,0 0 0,1-1 0,0 1 0,0-2 1,0 1-1,1-1 0,-1 0 0,1 0 1,-1-1-1,1 0 0,0 0 0,0-1 1,15 1-1,-12-2-102,80-2 148,-84 2-231,0-2 1,0 1 0,0-1-1,0 0 1,0 0 0,0-1-1,-1 0 1,1 0 0,-1 0-1,10-8 1,-15 10 36,1 0 0,-1 0 0,0 0 0,0-1 0,0 1 0,0 0 0,0-1 0,0 1 0,0 0 0,0-1 0,0 1 0,-1-1 0,1 0 0,-1 1 0,1-1 0,-1 1 0,0-1 0,1 0 0,-1 1 0,0-1 0,0 0 0,0 1 0,0-1 0,-1 0 0,1 1 0,0-1 0,-1 0 0,1 1 0,-1-1 0,1 1 0,-1-1 0,0 1 0,0-1 0,0 1 0,1-1 0,-1 1 0,-1 0 0,1-1 0,0 1 0,0 0 0,0 0 0,-1 0 0,1 0 0,-1 0 0,1 0 0,0 0 0,-1 1 0,0-1 0,1 0 0,-1 1 0,1-1 0,-1 1 0,-2 0 0,-7-3 70,0 2-1,0-1 1,0 2 0,0-1-1,0 2 1,0-1 0,0 2-1,1-1 1,-1 1 0,0 1-1,1 0 1,-1 1 0,1 0-1,0 0 1,-14 9 0,17-9-40,1 1 1,-1 0 0,1 0 0,1 0 0,-1 1 0,1 0 0,0 0 0,0 0 0,0 1 0,1 0 0,0 0 0,1 0 0,0 0 0,0 0-1,0 1 1,1-1 0,0 1 0,0 0 0,1 0 0,0-1 0,0 15 0,1-19-48,1 0 0,-1 0 1,1 0-1,0 0 0,0 0 0,0-1 0,0 1 1,1 0-1,-1-1 0,1 1 0,-1-1 0,1 1 1,0-1-1,0 0 0,0 0 0,0 0 1,0 0-1,1 0 0,-1 0 0,1-1 0,-1 1 1,1-1-1,0 1 0,-1-1 0,6 2 0,8 2-278,-1 0-1,1-1 0,25 3 0,6-2-3603,68-2-1,-109-3 3471,94 0-9526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08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1 18328,'0'0'5907,"-183"110"-817,109-49-2672,13 12-1394,0 6-1024,20-3 0,14-1 0,20-10 0,7-6 0,0-9 0,28-7 0,5-10 0,15-8 0,13-16-2161,7-9-1489,-1-2-1728,1-30-5459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09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1969,'0'0'21885,"5"5"-20013,15 17-1210,0 2 0,-2 0 0,-1 1-1,-1 0 1,23 50 0,-31-55-355,-1 0 0,0 1 0,-1 0 0,-2 0 0,0 0 0,-1 1 0,-1-1 0,-1 1 0,-3 24 0,2-41-305,-1 1 1,-1 0-1,1 0 0,-1-1 1,0 1-1,0-1 0,0 0 1,-1 1-1,0-1 0,0 0 1,0-1-1,-1 1 0,0 0 1,1-1-1,-2 0 0,1 0 1,0 0-1,-1-1 0,-8 6 0,-8 3-31,-1-1 0,0 0-1,-34 10 1,23-9-95,20-8-173,7-4-1425,16-25-13432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09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98 14647,'0'0'17034,"-12"-16"-16111,6 6-823,3 5-97,0 0 0,0 0 0,0 1 0,0-1-1,-1 1 1,0 0 0,1 0 0,-2 0 0,1 1 0,0-1 0,-1 1-1,1 0 1,-1 0 0,0 1 0,0-1 0,0 1 0,0 0 0,-1 1-1,1-1 1,0 1 0,-10-1 0,-5 1-3,0 2 0,-1 0 0,1 1 0,0 1 0,-20 6 0,33-7 0,0 0 0,0 1 0,1-1 0,-1 1 0,1 1 0,0-1 0,0 1 0,0 0 0,0 1 0,1-1 0,0 1 0,0 0 0,0 0 0,0 1 0,1-1 0,0 1 0,-7 12 0,9-10 0,-1-1 0,1 1 0,0 0 0,1 0 0,0 0 0,0 0 0,1 0 0,0 0 0,0 0 0,1 0 0,0 0 0,0 0 0,1 0 0,0 0 0,0 0 0,1-1 0,0 1 0,1-1 0,-1 0 0,1 0 0,8 11 0,45 43 0,-34-39 0,-2 1 0,-1 1 0,0 1 0,27 47 0,-45-68 0,0 0 0,0 0 0,0 0 0,0 0 0,-1 0 0,0 0 0,0 1 0,0-1 0,0 1 0,-1-1 0,1 0 0,-1 1 0,0-1 0,-1 1 0,1-1 0,-1 1 0,0-1 0,0 0 0,0 1 0,-1-1 0,1 0 0,-1 0 0,0 0 0,0 0 0,0 0 0,-1-1 0,0 1 0,1-1 0,-1 1 0,-6 4 0,-7 5 0,-1-2 0,0 1 0,0-2 0,-2 0 0,-28 10 0,-15 9 0,16-4 0,41-20 0,7-4 0,9-3 0,46-25-804,-46 21 544,0 0 0,0 0 1,1 1-1,-1 1 0,1 0 0,0 0 1,0 1-1,1 1 0,19-2 0,-31 4 262,-1 0-1,1 0 1,-1 0-1,1 0 1,0 1-1,-1-1 1,1 0-1,-1 0 1,1 1-1,-1-1 1,1 0-1,-1 1 1,1-1-1,-1 0 1,1 1-1,-1-1 1,0 1-1,1-1 1,-1 1-1,1-1 1,-1 1-1,0-1 1,0 1-1,1-1 1,-1 1-1,0-1 1,0 1-1,0 0 1,1-1-1,-1 1 1,0 0-1,0 30 339,-1-22-121,-1 1-1,0-1 1,-1 0 0,-5 14-1,-38 50 462,37-62-577,1 1 0,0-1 1,1 1-1,0 0 1,1 1-1,0 0 1,1 0-1,1 0 1,0 1-1,0-1 1,-2 28-1,6-37-103,0-1 0,0 0 0,0 1 0,0-1 0,1 0 0,-1 0 0,1 0 0,0 1 0,0-1 0,0 0 0,0 0 0,1 0 0,-1 0 0,1-1 0,4 6 0,-2-4 0,0-1 0,0 0 0,1 0 0,-1 0 0,1-1 0,0 0 0,-1 0 0,1 0 0,6 1 0,3 1 0,0 0 0,1-1 0,-1 0 0,1-1 0,0-1 0,24-1 0,-30-1 0,0 1 0,-1-2 0,1 1 0,-1-1 0,1 0 0,-1-1 0,0 0 0,0 0 0,0-1 0,-1 0 0,1-1 0,8-6 0,-14 10-13,-1 0-1,0 0 1,0 0 0,0 0-1,1 0 1,-1 0 0,0 0-1,0 0 1,-1-1 0,1 1 0,0 0-1,0-1 1,-1 1 0,1 0-1,0-1 1,0-1 0,-2 2-23,1 1 1,0-1 0,0 1-1,0-1 1,0 0 0,-1 1-1,1-1 1,0 1 0,-1-1-1,1 1 1,0-1 0,-1 1-1,1-1 1,-1 1 0,1 0-1,0-1 1,-1 1 0,1 0-1,-1-1 1,1 1 0,-1 0-1,1-1 1,-1 1 0,0 0-1,1 0 1,-1 0 0,0-1 0,-50-3-6093,50 4 5945,-37 0-12492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16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14 162 2561,'0'0'6315,"-3"-5"-5277,-6-26 1353,7 13 8568,22 21-10327,-12 3-496,0 1 0,-1 0 0,0 0-1,-1 1 1,0 0 0,0 0 0,9 16-1,10 15-26,43 49 28,-68-88-132,1 1 1,-1-1-1,1 1 1,-1-1 0,0 1-1,1-1 1,-1 0 0,1 1-1,-1-1 1,1 0-1,-1 0 1,1 1 0,-1-1-1,1 0 1,-1 0 0,1 0-1,0 1 1,-1-1-1,1 0 1,-1 0 0,1 0-1,-1 0 1,1 0 0,0 0-1,-1 0 1,1 0-1,-1 0 1,1-1 0,-1 1-1,1 0 1,0 0 0,-1 0-1,1-1 1,-1 1-1,1 0 1,-1-1 0,1 1-1,-1 0 1,0-1 0,1 1-1,-1-1 1,1 1 0,-1 0-1,0-1 1,1 1-1,-1-1 1,0 1 0,0-1-1,1 0 1,-1 0 0,13-38 201,-8 23-136,75-222 471,-73 222-625,-6 22-1153,-1-3 755,0 0 0,0 0 0,0 0 0,1 0 0,-1 1 0,1-1 0,0-1 0,0 1 1,2 4-1,9 9-4618,2-2-1669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17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1 4722,'0'0'13777,"-23"8"-11955,-71 29-280,86-34-1326,1 1 1,0-1-1,0 1 0,0 1 0,1-1 0,-1 1 0,1 0 0,0 0 0,1 1 0,-1 0 0,1 0 1,0 0-1,1 0 0,-1 1 0,1 0 0,1 0 0,-1 0 0,1 1 0,-4 14 0,6-21-209,1-1 1,0 1-1,0 0 0,0 0 0,-1 0 0,1-1 0,0 1 0,0 0 0,0 0 1,0 0-1,0 0 0,0-1 0,1 1 0,-1 0 0,0 0 0,0 0 0,1-1 0,-1 1 1,0 0-1,1 0 0,-1-1 0,1 1 0,-1 0 0,1 0 0,-1-1 0,1 1 1,-1-1-1,1 1 0,0-1 0,-1 1 0,1-1 0,0 1 0,-1-1 0,2 1 0,1 0 3,1 0-1,-1 0 0,0 0 0,1-1 1,-1 1-1,1-1 0,-1 0 0,1 0 1,3-1-1,4 0-11,0-1 0,0 0 0,-1-1 1,1 0-1,13-6 0,-5-2-77,-19 11 71,1-1-1,-1 1 1,0-1 0,1 1 0,-1 0 0,1-1 0,-1 1 0,1-1-1,-1 1 1,1 0 0,-1-1 0,1 1 0,-1 0 0,1 0 0,-1-1-1,1 1 1,0 0 0,-1 0 0,1 0 0,-1 0 0,1 0 0,0-1-1,-1 1 1,1 1 0,0-1 0,-1 0 0,1 0 0,-1 0-1,1 0 1,0 0 0,-1 0 0,1 1 0,-1-1 0,1 0 0,-1 0-1,1 1 1,-1-1 0,1 0 0,-1 1 0,1-1 0,-1 1 0,1-1-1,-1 1 1,0-1 0,1 1 0,-1-1 0,0 1 0,1-1 0,-1 1-1,0-1 1,0 1 0,1-1 0,-1 1 0,0 0 0,0 0 0,6 8-297,-5-7 88,1 0 0,-1-1 1,0 1-1,1-1 1,-1 1-1,1-1 0,0 0 1,-1 1-1,1-1 0,0 0 1,0 0-1,0 0 0,0-1 1,-1 1-1,1 0 0,0-1 1,1 1-1,-1-1 1,0 0-1,0 0 0,0 1 1,0-1-1,0-1 0,0 1 1,0 0-1,0 0 0,0-1 1,0 1-1,0-1 1,0 0-1,0 1 0,0-1 1,0 0-1,0 0 0,-1 0 1,4-3-1,5-2-1207,-1-1 0,0 0 0,0-1 0,-1 0 0,10-12 0,15-21-2983,1-7 322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17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70 135 784,'0'0'2015,"9"-21"276,28-67 876,-27 63 11464,-14 36-14380,-4 15 1276,-1-1 1,-14 27 0,-15 40 1276,34-78-2618,-27 98 1188,28-99-1277,1-1 0,0 1 1,1 0-1,1-1 0,0 1 1,3 24-1,-3-36-95,1 0 0,0 1 0,-1-1 0,1 0 0,0 0 0,0 0 0,0 1-1,0-1 1,0 0 0,0 0 0,0 0 0,0 0 0,0-1 0,1 1 0,-1 0 0,0 0 0,1-1 0,-1 1 0,0-1 0,1 1 0,-1-1 0,1 0-1,-1 1 1,0-1 0,1 0 0,2 0 0,48 1-251,-34-2-88,-5 1-529,1-1 0,0-1-1,0 0 1,15-5-1,54-25-7276,-22 2-1995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17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9941,'0'0'19112,"122"-7"-18231,-81 5-433,-8 2-272,8-3-160,-7 3-16,-7 0-128,-7 0-945,-13 0-991,0 0-802,-7 9-1856,0 3-2337,-14 1-1377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17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8644,'0'0'18216,"115"0"-17912,-81 0-304,7 0-448,6-7-1713,7-13-3329,14-7-7380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20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44 1008,'4'-1'16262,"14"-3"-15505,-14 4-656,2 0-88,-2 1 41,-1-1 0,1 0 0,-1 0 0,1 0 0,-1-1 0,0 1 0,1-1 0,-1 0 0,1 0 0,-1 0 0,0 0 0,4-3 0,-6 4 32,-1-1-1,0 0 1,1 1 0,-1-1-1,0 0 1,0 1-1,1-1 1,-1 0-1,0 0 1,0 1-1,0-1 1,0 0-1,0 0 1,0 1 0,0-1-1,0 0 1,0 0-1,0 1 1,-1-1-1,1 0 1,0 1-1,0-1 1,-1 0 0,1 0-1,0 1 1,-1-1-1,1 1 1,-1-1-1,1 0 1,-1 1-1,1-1 1,-1 1-1,1-1 1,-1 1 0,0-1-1,1 1 1,-1 0-1,0-1 1,1 1-1,-1 0 1,0-1-1,1 1 1,-1 0 0,-1 0-1,-11-2 69,0 1 0,-1 0 0,1 1 0,0 1 0,0 0 0,0 1 0,0 0 0,0 1 0,1 0 0,-1 1 0,1 1 0,0 0 0,0 1 0,0 0 0,1 0 0,-1 1 0,-10 10 0,21-16-140,-1 0-1,1-1 1,0 1 0,0 0-1,0 0 1,0 0-1,0 0 1,0 1 0,0-1-1,0 0 1,1 0 0,-1 0-1,0 1 1,1-1 0,-1 0-1,1 1 1,-1-1-1,1 1 1,0-1 0,0 0-1,-1 1 1,1-1 0,0 1-1,0-1 1,1 2 0,-1-1-2,2-1 1,-1 0 0,0 1 0,0-1 0,0 0 0,0 0 0,1 0 0,-1 0 0,0 0 0,1 0 0,-1 0 0,1-1 0,-1 1 0,1 0-1,-1-1 1,1 1 0,3-1 0,11 3 35,0-1 0,1 0 1,19-2-1,-32 0-44,172 0 47,-175 1-24,0-1 0,0 1-1,-1 0 1,1-1 0,-1 1 0,1 0 0,0 0-1,-1 0 1,0-1 0,1 1 0,-1 0 0,1 0-1,-1 0 1,0 0 0,0 0 0,1 0-1,-1-1 1,0 1 0,0 0 0,0 0 0,0 0-1,0 0 1,0 0 0,0 0 0,-1 1 0,-1 30 797,2-32-814,-2 13 315,-1 0 0,0-1-1,-1 1 1,-1-1-1,0 0 1,0 0 0,-1-1-1,-13 19 1,-68 82 639,78-102-877,-165 183 801,172-190-883,0 0 0,-1 0-1,1 0 1,0 0 0,1 0-1,-1 0 1,1 0 0,-1 1-1,1-1 1,0 1 0,0-1-1,0 1 1,1-1 0,-1 1-1,1 5 1,0-9-5,1 1 0,-1 0 0,1-1 0,-1 1 0,1 0 0,-1-1 0,1 1 0,0-1 0,-1 1 0,1-1 0,0 1 0,0-1 0,-1 0 0,1 1 0,0-1 0,0 0 0,0 0 0,-1 1 0,1-1 0,0 0 0,0 0 0,0 0 0,0 0 0,-1 0 0,1 0 0,1 0 0,32 0 0,-26 0 0,17-2 0,1 0 0,-1-1 0,0-2 0,0 0 0,0-2 0,27-11 0,139-70 0,-155 70 0,-30 16 8,-5 2-12,1-1 0,-1 1 1,0 0-1,0-1 0,0 1 1,0-1-1,0 1 1,1-1-1,-1 1 0,0-1 1,0 0-1,0 0 0,0 1 1,-1-1-1,1 0 0,0 0 1,0 0-1,0 0 0,-1 0 1,1 0-1,0 0 0,-1 0 1,1-2-1,-11 2-2536,2 1 1476,-20 0-4764,0-8-5531,7-6-265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20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6531,'0'0'17912,"4"-7"-16340,15-24-118,-19 31-1401,1 0 0,-1-1 1,0 1-1,0-1 0,0 1 0,1 0 1,-1-1-1,0 1 0,0 0 1,1-1-1,-1 1 0,0 0 1,1 0-1,-1-1 0,0 1 1,1 0-1,-1 0 0,1 0 0,-1-1 1,0 1-1,1 0 0,-1 0 1,1 0-1,-1 0 0,0 0 1,1 0-1,-1 0 0,1 0 1,-1 0-1,0 0 0,1 0 1,-1 0-1,1 0 0,-1 0 0,1 0 1,-1 0-1,0 0 0,1 1 1,-1-1-1,0 0 0,1 0 1,-1 0-1,1 1 0,-1-1 1,0 0-1,0 1 0,1-1 0,-1 0 1,0 1-1,1-1 0,-1 0 1,0 1-1,0-1 0,0 0 1,1 1-1,-1-1 0,0 1 1,0-1-1,0 0 0,0 1 1,0-1-1,0 1 0,0-1 0,0 0 1,0 1-1,0-1 0,0 1 1,6 35 984,-6-32-742,1 0-275,-1 0 0,1 0 0,0 0-1,0 1 1,0-1 0,1 0 0,-1-1-1,1 1 1,0 0 0,0 0 0,1-1 0,-1 1-1,1-1 1,-1 0 0,1 0 0,0 0 0,0 0-1,1 0 1,5 3 0,-6-4-55,1-1 0,0 0 0,-1 0 1,1 0-1,0 0 0,0-1 0,0 1 0,-1-1 1,1 0-1,0 0 0,0-1 0,0 1 0,0-1 1,-1 0-1,1 0 0,0 0 0,-1 0 0,1-1 0,-1 1 1,1-1-1,5-4 0,12-8-337,0-2 0,-2 0 1,0-1-1,0-1 0,15-22 0,-24 30 390,-10 10 30,0-1 1,0 1 0,1-1 0,-1 1-1,0-1 1,1 1 0,-1 0 0,0-1-1,1 1 1,-1-1 0,0 1 0,1 0-1,-1 0 1,1-1 0,-1 1 0,1 0-1,-1 0 1,1-1 0,-1 1 0,1 0-1,-1 0 1,1 0 0,-1 0 0,1 0-1,-1 0 1,1 0 0,-1 0 0,2 0-1,5 18 1382,-4-4-1945,-2-8-492,1 1 0,-1-1 0,1 0 0,0 0-1,0 0 1,1-1 0,3 7 0,-5-11 692,1 1 1,-1-1-1,0 0 0,0 0 1,1 0-1,-1 0 1,1 0-1,-1 0 1,1 0-1,-1 0 1,1-1-1,-1 1 1,1 0-1,0-1 1,-1 0-1,1 1 1,0-1-1,0 0 0,-1 0 1,1 0-1,0 0 1,0 0-1,-1 0 1,1 0-1,0-1 1,-1 1-1,1-1 1,0 1-1,-1-1 1,1 0-1,-1 1 1,3-2-1,9-8-10117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21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10869,'0'0'13059,"24"2"-11912,-10 0-1058,38 4 327,1-2 0,54-3 0,-102-2-436,0 0 0,0 0 1,0 0-1,0-1 0,0 0 0,0 0 0,-1 0 1,1-1-1,0 1 0,-1-1 0,0 0 0,0 0 0,6-6 1,-8 8 8,-1-1 0,1 0 1,0 0-1,0 0 0,-1 0 1,1-1-1,-1 1 0,0 0 1,1 0-1,-1-1 0,0 1 1,-1-1-1,1 1 0,0-1 1,-1 0-1,1 1 0,-1-1 1,0 0-1,0 1 0,0-1 1,0 1-1,0-1 0,-1 0 0,1 1 1,-1-1-1,0 1 0,1-1 1,-3-2-1,2 3 27,-1 1-1,1-1 0,-1 1 1,0-1-1,0 1 0,0 0 1,0-1-1,0 1 0,0 0 1,0 0-1,0 1 0,0-1 1,0 0-1,-1 1 0,1-1 1,0 1-1,0 0 1,-1 0-1,-4 0 0,-50 2 565,52-1-522,-3 0 52,1 0 0,-1 1 1,0 0-1,1 0 0,0 0 1,-1 1-1,1 1 0,0-1 1,0 1-1,1 0 0,-1 1 1,1 0-1,0 0 0,0 0 1,0 0-1,1 1 0,0 0 1,0 0-1,1 1 0,-1-1 1,1 1-1,1 0 0,-1 0 1,1 0-1,1 1 0,-1-1 1,1 1-1,0-1 0,1 1 1,-1 14-1,2-18-210,-1-1 1,1 0-1,1 1 1,-1-1 0,0 0-1,1 1 1,0-1-1,-1 0 1,2 0-1,-1 0 1,0 1-1,0-1 1,1 0-1,0-1 1,-1 1-1,1 0 1,0 0-1,1-1 1,-1 1 0,0-1-1,1 0 1,-1 0-1,1 0 1,0 0-1,0 0 1,-1 0-1,1-1 1,0 1-1,1-1 1,-1 0-1,0 0 1,0 0 0,0 0-1,1-1 1,-1 1-1,0-1 1,1 0-1,3 0 1,53 4-5048,2-11-4345,-16-11 1646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21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3970,'0'0'21799,"0"15"-16262,0 18-4116,0-32-1419,0 0 0,0 0 0,0 0 0,0 1 1,0-1-1,1 0 0,-1 0 0,0 0 0,1 0 0,-1 0 0,1 0 0,-1 0 1,1 0-1,0 0 0,-1 0 0,1 0 0,0 0 0,0 0 0,-1 0 0,1 0 1,0-1-1,0 1 0,0 0 0,0-1 0,1 2 0,1-1-5,0 0-1,0 0 1,0-1-1,-1 1 1,1-1-1,0 1 1,0-1-1,0 0 1,0 0-1,4 0 1,-1-1-86,0 0 0,0 0 0,1 0 0,-1-1 0,0 0 1,0 0-1,-1 0 0,1-1 0,0 0 0,5-4 1,83-76-1185,-95 85 1381,1 0 0,-1-1 0,1 1 0,0 0 0,-1-1 1,1 1-1,0 0 0,0 0 0,0-1 0,1 1 0,-1 0 0,0-1 0,1 1 0,-1 0 1,1-1-1,-1 1 0,1 0 0,0-1 0,0 1 0,-1-1 0,1 0 0,2 3 0,-2-2-128,0 0-1,1 0 0,-1 0 0,0 0 1,1 0-1,-1 0 0,1 0 0,0-1 1,0 1-1,0-1 0,-1 1 0,1-1 1,0 0-1,1 1 0,-1-1 0,0 0 1,4 1-1,-1-2-449,-1 0 0,0 0 1,0 0-1,0-1 0,1 0 1,-1 0-1,0 0 0,0 0 0,0 0 1,0-1-1,-1 0 0,1 0 0,0 0 1,4-3-1,-4 1-341,0 0-1,0-1 1,-1 0 0,1 1 0,-1-1-1,0-1 1,0 1 0,0 0-1,-1-1 1,2-5 0,8-7-5421,-5 9 1526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22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16 672,'0'0'13049,"0"5"-10338,0-2-2224,0 0 0,-1 0 1,2 0-1,-1 0 1,0-1-1,1 1 1,-1 0-1,1 0 1,0 0-1,0-1 0,0 1 1,0-1-1,0 1 1,1 0-1,-1-1 1,1 0-1,-1 1 0,1-1 1,0 0-1,0 0 1,0 0-1,0 0 1,4 2-1,-3-3-395,0 1 0,1-1 0,-1 0 0,0 0 0,1 0 0,-1-1 0,1 1 1,0-1-1,5 0 0,19 2 172,-12-1-191,0-1-1,30-2 1,-44 1-70,1 1 1,0 0-1,0-1 1,-1 0-1,1 1 0,0-1 1,-1 0-1,1 0 0,-1-1 1,1 1-1,-1 0 1,0-1-1,0 0 0,1 1 1,-1-1-1,0 0 1,0 0-1,-1 0 0,1 0 1,0 0-1,-1-1 0,3-4 1,-3 6-2,0 0 1,-1-1-1,1 1 1,-1 0 0,1-1-1,-1 1 1,1-1-1,-1 1 1,0-1-1,0 1 1,0 0-1,0-1 1,0 1-1,0-1 1,0 1-1,0-1 1,-1 1-1,1-1 1,0 1-1,-1 0 1,1-1-1,-1 1 1,0-1 0,1 1-1,-1 0 1,0 0-1,0 0 1,0-1-1,0 1 1,0 0-1,0 0 1,0 0-1,0 0 1,0 0-1,-1 1 1,1-1-1,0 0 1,-1 1-1,1-1 1,0 0 0,-1 1-1,1 0 1,-3-1-1,-7-1 76,0 1 1,-1 0-1,1 0 1,-21 3-1,18-1 185,8-1-179,1 1 1,-1 0 0,1 1-1,0-1 1,-1 1 0,1 0 0,0 1-1,0-1 1,0 1 0,1 0-1,-1 0 1,1 0 0,-1 1-1,1 0 1,-4 5 0,5-7-44,0 1 1,1 0-1,0 0 0,0 0 1,0 0-1,0 1 1,0-1-1,0 0 1,1 1-1,0-1 0,-1 1 1,1 0-1,1-1 1,-1 1-1,0 0 0,1 0 1,0-1-1,0 1 1,0 0-1,1 0 0,-1 0 1,1-1-1,0 1 1,1 4-1,-1-5-41,1-1 1,0 0-1,0 0 0,-1 0 1,1 0-1,0 0 0,1 0 1,-1-1-1,0 1 0,0-1 0,1 1 1,-1-1-1,1 0 0,-1 0 1,1 0-1,0 0 0,-1 0 1,1-1-1,0 1 0,4-1 1,63 4-26,-63-4 16,24 1-38,12-1-2458,0-1 1,43-8 0,0-9-2571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22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29 9204,'0'0'17277,"-13"-5"-15665,-3-1-1274,0 2-1,0 0 1,0 0 0,0 2 0,0 0-1,-1 1 1,1 0 0,0 2 0,-22 2-1,-5 5-77,1 2-1,0 2 0,1 1 1,-60 30-1,79-28-259,22-14 0,-1-1 0,1 1 0,0-1 0,-1 1 0,1-1 0,0 1 0,0-1 0,0 1 0,-1-1 0,1 1 0,0-1 0,0 1 0,0-1 0,0 1 0,0 0 0,0-1 0,0 1 0,0-1 0,0 1 0,0-1 0,0 1 0,0-1 0,1 2 0,1 1 0,0-1 0,0 1 0,1-1 0,-1 1 0,1-1 0,-1 0 0,1 0 0,0 0 0,5 2 0,19 16 0,-20-13 0,-1 1 0,1 0 0,-1 0 0,-1 0 0,0 1 0,0 0 0,0 0 0,-1 0 0,-1 1 0,0-1 0,0 1 0,-1 0 0,0 0 0,1 11 0,-2-4 0,0 0 0,-1 0 0,-1-1 0,-1 1 0,0 0 0,-1-1 0,-10 29 0,3-16 0,-34 115 0,44-144 0,0 1 0,0-1 0,0 1 0,0 0 0,0-1 0,0 1 0,0-1 0,0 1 0,0 0 0,0-1 0,0 1 0,1-1 0,-1 1 0,0-1 0,0 1 0,1-1 0,-1 1 0,0-1 0,1 1 0,-1-1 0,1 1 0,-1-1 0,0 1 0,1-1 0,-1 0 0,1 1 0,-1-1 0,1 0 0,-1 1 0,1-1 0,-1 0 0,1 0 0,0 0 0,-1 1 0,1-1 0,-1 0 0,1 0 0,0 0 0,-1 0 0,1 0 0,0 0 0,31-1 0,-25 1 0,20-4 0,0-1 0,0-1 0,-1-1 0,1-1 0,41-20 0,-16 7 0,112-50 0,-157 68-229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23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4898,'0'0'24289,"-18"10"-22774,-57 36-418,72-44-1061,0 1 1,0 0 0,0 0 0,1 0 0,-1 1 0,1-1 0,0 1-1,0-1 1,0 1 0,0 0 0,1 0 0,-1 0 0,1 0 0,0 0 0,0 0-1,0 0 1,1 0 0,0 0 0,0 1 0,0-1 0,0 0 0,0 0-1,1 0 1,0 0 0,2 7 0,-2-2-27,0-6-10,0 0 0,0 0 0,0 0 0,0 0 0,0-1 0,1 1 0,0 0 0,-1-1 0,1 1 0,0-1 0,0 0 0,0 0 0,1 0 0,-1 0 0,0 0 0,1 0 0,-1 0 0,1-1 0,0 1 0,-1-1 0,1 0 0,0 0 0,0 0 0,0 0 0,0 0 0,5 0 0,9 2 0,0-1 0,0 0 0,24-2 0,-35 0 0,-2 1 0,0-2 0,1 1 0,-1 0 0,0-1 0,0 0 0,-1 0 0,1 0 0,0 0 0,0-1 0,0 0 0,-1 1 0,1-1 0,-1-1 0,1 1 0,-1 0 0,0-1 0,0 0 0,0 1 0,0-1 0,-1 0 0,1-1 0,-1 1 0,0 0 0,1-1 0,-2 1 0,4-7 0,-2 1 0,0 0 0,-1 0 0,0 0 0,0-1 0,-1 1 0,0-1 0,-1 1 0,0-1 0,0 1 0,-3-13 0,2 20-2,1 0 0,-1 0-1,0 0 1,0 0 0,0 0 0,0 0-1,0 0 1,0 1 0,0-1 0,-1 0-1,1 1 1,-1-1 0,1 1 0,-1-1 0,1 1-1,-1 0 1,0 0 0,0 0 0,0 0-1,0 0 1,0 0 0,0 0 0,0 1-1,0-1 1,-2 0 0,-1 0-65,-1 0-1,1 0 1,-1 1 0,1-1-1,-1 1 1,1 0-1,-1 1 1,-8 1 0,13-2-109,0 1 1,0-1-1,0 0 0,1 1 1,-1-1-1,0 1 1,0-1-1,1 1 1,-1-1-1,0 1 1,1 0-1,-1-1 0,1 1 1,-1 0-1,1-1 1,-1 1-1,1 0 1,-1 0-1,1-1 0,-1 1 1,1 1-1,-2 9-6427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23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11477,'0'0'16592,"18"-7"-15368,323-86 1826,-293 87-2645,-48 7-404,1-1 0,0 1-1,-1 0 1,1 0 0,0 0 0,-1-1-1,1 1 1,-1 0 0,1 0-1,-1 0 1,1 0 0,-1 0 0,0 0-1,0 0 1,1 0 0,-1 0-1,0 0 1,0 0 0,0 0 0,0 0-1,0 0 1,0 0 0,0 0-1,0 0 1,-1 0 0,0 2 0,1-2-2,0 39 1,1 0 0,2 0 0,1 0 0,3 0 0,1-1 0,2 0 0,1-1 0,25 57 0,-35-94 0,-1-1 0,0 1 0,0 0 0,0 0 0,-1-1 0,1 1 0,0 0 0,0 0 0,0-1 0,0 1 0,-1 0 0,1 0 0,0-1 0,-1 1 0,1 0 0,-1-1 0,1 1 0,0-1 0,-1 1 0,1 0 0,-1-1 0,0 1 0,1-1 0,-1 1 0,1-1 0,-1 0 0,0 1 0,0-1 0,1 0 0,-1 1 0,0-1 0,1 0 0,-1 0 0,0 1 0,0-1 0,1 0 0,-1 0 0,0 0 0,0 0 0,1 0 0,-1 0 0,0 0 0,-1-1 0,-4 2 0,-66 17 0,-114 44 0,184-61 0,0 0 0,0 0 0,0-1 0,1 1 0,-1 0 0,0 1 0,0-1 0,1 0 0,-1 0 0,1 1 0,-3 2 0,4-3-10,1-1 0,-1 0 1,0 1-1,1-1 0,-1 0 0,0 1 1,1-1-1,-1 0 0,1 1 0,-1-1 1,1 0-1,-1 1 0,0-1 0,1 0 1,-1 0-1,1 0 0,-1 0 0,1 1 1,-1-1-1,1 0 0,-1 0 0,1 0 1,-1 0-1,1 0 0,-1 0 0,1 0 1,-1 0-1,1-1 0,-1 1 0,1 0 1,0 0-161,5 0-349,40-5-7366,-19-8-1007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24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13270,'0'0'19497,"41"-9"-19497,-41 16 0,0 11 0,0 3-3778,0-3-4177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24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0 15639,'0'0'13846,"-128"118"-10916,87-89-2578,0 3-352,-6 6-464,-1 7-2161,-13 3-2802,1-3-6883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39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366 103 2801,'0'0'12129,"8"0"-10073,1 1-1462,-6-1-383,0 1 0,0-1 1,0 0-1,0 0 1,0 0-1,0 0 0,0 0 1,0-1-1,0 1 1,3-2-1,-5 2-83,0-1 0,0 0 0,0 1 0,-1-1 0,1 0 1,0 0-1,0 0 0,-1 0 0,1 0 0,-1 0 0,1 0 0,-1 0 0,1 0 0,-1 0 0,1 0 0,-1 0 0,0 0 0,0 0 0,0 0 1,1-1-1,-1 1 0,0 0 0,0 0 0,-1 0 0,1 0 0,0 0 0,0 0 0,0 0 0,-1-1 0,0-1 0,0 0-23,1 0 0,-1 0 0,0 0-1,0 1 1,-1-1 0,1 0 0,-1 0-1,1 1 1,-1-1 0,-3-3-1,-3 1-72,0 0 0,0 1-1,-1 0 1,1 1 0,-1 0-1,0 0 1,0 1 0,0 0-1,0 0 1,-1 1 0,1 1-1,0-1 1,-1 1 0,-16 3-1,17-2-19,1 0-1,-1 0 0,1 1 1,0 0-1,0 0 0,0 1 0,0 0 1,0 1-1,1 0 0,-1 0 1,1 1-1,0-1 0,1 2 1,-1-1-1,1 1 0,-9 9 0,14-14-8,0 0-1,0 0 1,0 1-1,0-1 1,0 0-1,1 1 1,-1-1-1,0 1 0,1-1 1,-1 1-1,1-1 1,-1 1-1,1-1 1,0 1-1,-1 0 1,1-1-1,0 1 0,0-1 1,0 1-1,0 0 1,1-1-1,-1 1 1,0-1-1,1 1 1,-1 0-1,1-1 0,-1 1 1,1-1-1,0 0 1,0 1-1,0-1 1,0 0-1,0 1 1,0-1-1,0 0 0,0 0 1,0 0-1,0 0 1,1 0-1,-1 0 1,0 0-1,1 0 1,-1 0-1,1-1 0,-1 1 1,1 0-1,1 0 1,62 9 255,-53-9-231,0 0 1,0 1-1,0 0 0,0 1 0,0 1 0,-1 0 0,22 10 0,-30-12-13,-1 1 0,1-1 0,-1 1 1,0 0-1,0 0 0,0 0 0,0 0 1,-1 0-1,1 0 0,-1 0 1,0 1-1,0-1 0,0 1 0,0-1 1,0 1-1,-1-1 0,1 1 0,-1-1 1,0 1-1,0-1 0,-1 1 0,1-1 1,-1 1-1,-1 4 0,0 4 143,-1 1 0,-1-1-1,0 0 1,-1 0 0,-8 15-1,-29 38 860,-3-2-1,-2-2 0,-96 95 0,127-139-900,10-11-52,4-5-54,1 1 1,-1-1-1,1 1 0,-1-1 1,1 1-1,0 0 1,0-1-1,-1 1 0,1 0 1,0 0-1,-1 3 1,2-5-26,16-3 64,138-84 189,30-3-53,-160 81-792,-22 9-307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40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8900,'0'0'15028,"11"6"-11901,-9-1-2703,0 0-1,0 0 1,0 0 0,-1 1-1,0-1 1,1 8 0,-2-8-346,1 1 0,0-1 0,0 0 0,0 0 0,1 0 0,0 0 0,0 0 0,5 9 0,-7-14-102,1 1-1,0 0 0,0 0 1,-1-1-1,1 1 0,0 0 1,0-1-1,0 1 0,0-1 1,0 1-1,0-1 1,0 1-1,0-1 0,0 0 1,0 1-1,0-1 0,0 0 1,0 0-1,2 0 0,1 0-63,-1-1-1,0 0 1,0 1-1,0-1 0,0 0 1,0-1-1,0 1 0,0 0 1,5-4-1,3-4-147,0 0-1,0 0 1,-1-1-1,14-17 1,-15 16 331,1 0 0,0 1-1,20-16 1,-30 27 58,-1 1 0,1-1 0,0 0 0,0 0 0,0 1 1,0-1-1,0 0 0,0 0 0,0 0 0,0 1 0,0-1 0,1 0 0,-1 0 0,0 0 0,1 1 0,-1-1 0,1 0 0,0 0 1,-1 0-1,1 0 0,0 0 0,-1 0 0,1 0 0,0 0 0,0 0 0,2 1 0,-1 1-429,1 1 0,0-1 0,0 0-1,0 0 1,1 0 0,-1 0 0,7 3 0,21-2-4769,-17-5 9,-12 1 4178,12-2-7703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40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6275,'0'0'13577,"12"0"-11752,42 4-161,-26-1-1060,-1-1-1,1-1 1,51-6 0,-78 5-600,1-1 1,-1 0 0,1 1-1,-1-1 1,1 0-1,-1 0 1,0 1 0,0-1-1,1 0 1,-1 0 0,0-1-1,0 1 1,0 0-1,0 0 1,0 0 0,0-1-1,-1 1 1,1 0-1,0-1 1,-1 1 0,1-1-1,0 1 1,-1-1-1,0 1 1,1-1 0,-1 1-1,0-1 1,0 0 0,0 1-1,0-1 1,0 1-1,-1-3 1,1 1 8,0 1 0,0 0 0,-1 0 0,1-1 0,-1 1 0,0 0 1,1 0-1,-1-1 0,0 1 0,0 0 0,0 0 0,-1 0 0,1 0 0,0 0 0,-1 1 0,1-1 0,-1 0 0,0 1 0,1-1 1,-4-1-1,-5-1 247,1 1 0,-1 0 1,-1 1-1,1 0 0,0 0 1,-19 0-1,25 2-100,0 0 0,0 0 0,0 0-1,0 1 1,0-1 0,0 1 0,0 0 0,1 0-1,-1 0 1,0 1 0,1-1 0,-1 1 0,1 0-1,-1 0 1,1 0 0,0 0 0,0 1 0,0-1-1,0 1 1,-4 5 0,2 1-60,1 0 1,0 0-1,0 1 1,1-1-1,1 1 1,-1 0-1,1 0 0,1 0 1,0 0-1,1 0 1,0 1-1,0-1 1,3 15-1,-3-23-166,1 0 1,0 0-1,-1 1 1,1-1-1,0 0 1,0 0-1,0-1 0,1 1 1,-1 0-1,0 0 1,1-1-1,-1 1 1,1 0-1,-1-1 0,1 0 1,0 1-1,0-1 1,0 0-1,0 0 1,-1 0-1,2 0 0,-1 0 1,0 0-1,0-1 1,0 1-1,0-1 1,4 1-1,6 1-834,1-1 0,0 0 0,22-3-1,-13 2-337,-10-1-343,-1 0 1,1 0-1,0-1 0,-1-1 0,0 0 1,1 0-1,-1-1 0,0 0 1,-1-1-1,1 0 0,13-10 0,-16 9 928,-1 1-1,0-1 0,-1 0 1,1-1-1,6-9 0,2-26 22069,-10 54-14606,3 4-7014,-8-13 235,1-1 1,1 1 0,-1-1 0,0 1 0,0-1-1,1 0 1,0 1 0,-1-1 0,1 0-1,0 0 1,3 3 0,-1-4-60,0 0 0,-1 0 0,1 0 0,0 0 0,-1-1 0,1 1 0,0-1 1,0 0-1,5 0 0,-3-1-119,1 0-1,-1 0 1,1 0 0,-1-1 0,1 0 0,-1 0 0,0-1-1,0 1 1,0-1 0,-1-1 0,1 1 0,7-6 0,8-9-227,32-32 1,-40 37 479,-13 100 3932,0-86-4121,1 0 1,-1 0-1,1-1 1,0 1-1,-1 0 0,1-1 1,0 1-1,0 0 1,0-1-1,0 1 0,-1-1 1,1 1-1,0-1 0,0 1 1,0-1-1,0 0 1,0 1-1,0-1 0,0 0 1,0 0-1,0 0 1,0 0-1,0 0 0,0 0 1,0 0-1,0 0 1,1-1-1,36 0-5286,-35 1 4288,25-7-7584,0-10-3617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41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23 13126,'0'0'11581,"7"12"-10762,22 36-277,-26-46-506,-1 1 1,1-1-1,0 0 0,-1 0 0,1 0 1,0 0-1,1 0 0,-1-1 1,0 1-1,0-1 0,1 0 1,-1 0-1,0 0 0,1 0 1,-1-1-1,1 1 0,0-1 0,-1 0 1,1 0-1,-1 0 0,1-1 1,-1 1-1,5-2 0,9 1-19,-14 0-15,0 1 0,-1-1-1,1 1 1,0-1-1,-1 0 1,1 0 0,-1 0-1,1 0 1,-1-1-1,0 1 1,0 0 0,1-1-1,-1 0 1,0 0-1,0 1 1,0-1 0,-1 0-1,1-1 1,0 1-1,-1 0 1,0 0 0,1-1-1,-1 1 1,0-1-1,0 1 1,0-1 0,0 1-1,-1-1 1,1 1-1,-1-1 1,0 0 0,0 0-1,1 1 1,-2-1-1,1 0 1,0 1 0,0-1-1,-1 0 1,0-2-1,0 4 32,0-1 1,0 1-1,0-1 0,0 1 0,0 0 0,-1 0 0,1-1 0,0 1 0,0 0 0,-1 0 0,1 0 0,-1 0 0,1 1 1,-1-1-1,1 0 0,-1 0 0,1 1 0,-1-1 0,0 1 0,1 0 0,-1-1 0,-3 1 0,-40-2 1061,39 2-897,-4 0 33,0 0 0,-1 0 0,1 1 0,0 1 0,0 0 0,1 0 0,-1 1 0,-12 5 0,19-6-168,-1 0 1,1 0-1,0 0 1,0 0-1,0 0 1,0 1-1,1 0 1,-1-1-1,1 1 1,-1 0-1,1 0 1,0 0-1,0 0 1,1 1-1,-1-1 1,0 1-1,1-1 1,0 1-1,0-1 1,0 1-1,0 0 1,1-1-1,0 1 1,-1 0-1,2 4 1,-2-1-63,1 0 0,0 0 0,1 0 0,0-1 0,0 1 0,0 0 0,1-1 0,4 13 0,-3-15 0,-1-1 0,1 1 0,0-1 0,0 0 0,0 0 0,0 0 0,0 0 0,1 0 0,0-1 0,-1 1 0,1-1 0,0 0 0,0 0 0,9 2 0,3 2-732,2-2 0,-1 1 0,0-2 0,1 0 0,21 0 0,-9-3-2886,1 0-1,39-7 1,17-14-13230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41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3 8612,'0'0'16842,"-14"-1"-15644,-7 0-756,-1 0 0,1 2 1,-1 0-1,1 2 0,0 0 0,-26 8 0,12 0 143,-7 1-68,0 2 1,2 2-1,-58 30 0,85-34-452,15-4-125,29 2-164,-5-2 246,-22-5-24,0-1 0,-1 1 1,1 0-1,-1 1 0,1-1 0,-1 0 0,0 1 1,-1 0-1,1 0 0,-1 0 0,1 0 0,-1 0 0,0 0 1,0 1-1,-1-1 0,0 1 0,1-1 0,0 7 1,0 10-10,0 0 1,-1 39-1,-2-33 16,0-4 10,-2 1 0,-1-1 0,0 0-1,-2 0 1,-1-1 0,0 1 0,-2-1 0,0-1 0,-14 23 0,20-39-11,-1 3-8,0 0 0,0 1 0,1-1 0,0 1 0,0 0 0,-2 13 0,54-22 188,-28-3-141,0-1 0,-1-1 0,0 0 0,0-2-1,34-16 1,18-6 15,-60 22-40,-11 6-25,0 0 1,0 0-1,0 1 0,1-1 0,-1 0 1,0 0-1,1 1 0,-1-1 1,0 1-1,1-1 0,-1 1 0,1 0 1,-1-1-1,3 1 0,-3 0-660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42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0 162 1072,'0'0'11494,"9"-6"-9507,16-11-843,17-12 1027,0-2 0,49-48 0,-97 101 3128,0 25-3894,5-43-1437,0 0-1,1 1 0,0-1 0,0 1 1,0-1-1,1 0 0,-1 1 0,1-1 0,0 0 1,0 1-1,1-1 0,-1 0 0,1 0 1,0 0-1,0 0 0,0 0 0,0-1 1,1 1-1,0 0 0,4 4 0,-2-6-411,0 1 0,1-1 0,-1 0 0,0 0 0,1 0 0,-1-1-1,10 1 1,-11-1-415,-1 0-1,1-1 0,0 0 0,-1 0 1,1 0-1,-1 0 0,1-1 0,0 0 1,-1 1-1,1-1 0,-1 0 1,7-4-1,6-16-8059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43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10 9492,'0'0'14359,"-34"-9"-14423,41 9-897,0 0-751,0 0-2210,6 0-3650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43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4530,'0'0'12763,"5"-1"-11162,35-7-646,-1-1 0,-1-2 0,0-2 0,0-1 1,-1-2-1,39-24 0,-75 40-864,-1 0 1,0 0 0,0-1-1,0 1 1,0 0-1,0 0 1,1 0 0,-1 0-1,0 0 1,0 0-1,0 0 1,0 0 0,1 1-1,-1-1 1,0 0-1,0 0 1,0 0 0,0 0-1,1 0 1,-1 0-1,0 0 1,0 0 0,0 0-1,0 0 1,0 0-1,0 1 1,1-1 0,-1 0-1,0 0 1,0 0-1,0 0 1,0 0 0,0 1-1,0-1 1,0 0-1,0 0 1,0 0 0,0 0-1,0 1 1,0-1-1,0 0 1,0 0 0,0 0-1,0 0 1,0 0-1,0 1 1,0-1 0,0 0-1,0 0 1,0 0-1,0 1 1,1 18 1313,-5 23-1371,3-39 412,-2 47-266,2 0-1,5 53 1,-1-83-180,1 0 0,9 32 0,-8-36 0,-1 1 0,0 1 0,-1-1 0,1 24 0,-4-39 0,-1 0 0,0-1 0,1 1 0,-1 0 0,0 0 0,0-1 0,0 1 0,0-1 0,0 1 0,0-1 0,0 1 0,-1-1 0,1 0 0,0 1 0,-1-1 0,1 0 0,-1 0 0,0 0 0,-2 1 0,-40 20 0,31-16 0,3-1 0,-7 4-3,0-1 0,-1 0 0,1-1 0,-2-1 0,1-1 0,-1 0 0,1-1 0,-24 1 0,51-25-8347,16-2-1052,8-4-5586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44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3330,'0'0'10399,"7"0"-8115,25 1 54,1-2 0,0-1 0,57-12 0,99-38-1238,-228 70-19849,12-2 11977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8:44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3570,'0'0'20393,"47"21"-18408,-13-21-512,0 0-289,6-5-720,1-4-224,0 2-240,-8 3-176,1-1-1536,-7 1-1522,1-1-4305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1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41 1985,'0'0'10666,"5"-24"352,-6 16-10198,-4 7-770,1-1 1,-1 0 0,0 1 0,0 0 0,0 0 0,0 1 0,0-1 0,0 1-1,0 0 1,0 1 0,0-1 0,0 1 0,0 0 0,0 0 0,0 0 0,1 1-1,-7 2 1,-5 3-36,1 1-1,0 0 1,-26 20-1,39-26-14,-61 50 16,60-49-13,-1 0 0,1 0 1,0 1-1,0 0 0,1-1 0,-1 1 0,1 0 1,0 0-1,0 1 0,0-1 0,0 0 0,1 1 0,-1-1 1,1 1-1,0 4 0,1-8-4,1 0 0,-1 0 0,1 0 0,-1 0 0,1 0 0,0 0 0,-1 0 0,1 0-1,0 0 1,0 0 0,0-1 0,-1 1 0,1 0 0,0-1 0,0 1 0,0-1 0,0 1 0,0-1 0,0 1 0,0-1 0,0 0 0,1 1 0,-1-1 0,0 0 0,0 0-1,0 0 1,0 0 0,0 0 0,0 0 0,0 0 0,3-1 0,41-2 22,-37 0-15,0 1 0,-1-1 1,1-1-1,0 1 0,-1-1 0,0-1 1,14-9-1,-13 7 35,0 2 0,1-1 1,0 1-1,16-6 0,-24 10 378,-3 11-202,1 0 0,-2 1 0,1-2-1,-1 1 1,-1 0 0,0-1 0,0 1 0,-11 15 0,-8 22 296,-164 387 1899,185-429-2386,0-1 1,1 0 0,0 1-1,0-1 1,0 1 0,0 0-1,0 7 1,1-12-27,0 0 1,0 0-1,0 0 0,0 1 0,0-1 1,0 0-1,0 0 0,0 1 1,0-1-1,0 0 0,0 0 1,0 1-1,0-1 0,0 0 0,0 0 1,0 1-1,0-1 0,0 0 1,0 1-1,0-1 0,0 0 0,0 0 1,0 0-1,0 1 0,1-1 1,-1 0-1,0 0 0,0 1 0,0-1 1,0 0-1,1 0 0,-1 0 1,0 0-1,0 1 0,0-1 1,1 0-1,-1 0 0,0 0 0,0 0 1,1 0-1,-1 0 0,0 0 1,0 0-1,1 0 0,-1 0 0,0 1 1,0-1-1,1 0 0,-1 0 1,0-1-1,0 1 0,1 0 1,-1 0-1,0 0 0,0 0 0,1 0 1,-1 0-1,0 0 0,0 0 1,1-1-1,2 1 6,12-5 87,1 0-1,-1-1 1,0-1-1,0 0 1,-1-1 0,15-11-1,23-11 447,-45 27-512,48-25 97,99-69 0,-154 97-179,0 0 0,-1 0 0,1 0-1,0 1 1,0-1 0,0 0 0,-1 0 0,1 0 0,0 0 0,0 0 0,0 0-1,-1 0 1,1 0 0,0 0 0,0 0 0,0 0 0,0-1 0,-1 1 0,1 0-1,0 0 1,0 0 0,0 0 0,-1 0 0,1 0 0,0 0 0,0 0-1,0-1 1,0 1 0,0 0 0,-1 0 0,1 0 0,0 0 0,0 0 0,0-1-1,0 1 1,0 0 0,0 0 0,0 0 0,0-1 0,0 1 0,0 0 0,-1 0-1,1 0 1,0 0 0,0-1 0,0 1 0,0 0 0,0 0 0,0 0-1,0-1 1,1 1 0,-1 0 0,0 0 0,0 0 0,0-1 0,0 1 0,0 0-1,0 0 1,0 0 0,0 0 0,0-1 0,0 1 0,1 0 0,-1 0-1,0 0 1,0 0 0,0-1 0,-27-1-8224,-1-1-1367,15-10-871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15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8404,'0'0'16554,"1"15"-14972,0-6-1415,4 54 1429,-5-57-1425,1-1 1,0 0-1,1 0 1,-1 0-1,1 0 1,0 0-1,0 0 1,1 0-1,0 0 1,-1-1-1,6 7 1,-7-11-181,0 1 1,0 0 0,-1 0 0,1-1 0,0 1 0,0 0 0,0-1 0,0 1 0,0-1 0,0 1-1,1-1 1,-1 0 0,0 1 0,0-1 0,0 0 0,0 0 0,0 0 0,0 0 0,1 0 0,-1 0 0,0 0-1,0 0 1,0 0 0,0-1 0,0 1 0,0 0 0,1-1 0,-1 1 0,0-1 0,0 1 0,1-2-1,29-27-805,-21 19 591,23-20-200,-22 21 349,-1 0 0,0-1 0,0 1 0,-1-2 0,8-12 0,-17 23 132,0 0 1,0 0-1,0-1 0,0 1 0,0 0 1,0 0-1,1 0 0,-1-1 1,0 1-1,0 0 0,0 0 0,0-1 1,0 1-1,0 0 0,0 0 1,1 0-1,-1 0 0,0-1 0,0 1 1,0 0-1,0 0 0,1 0 1,-1 0-1,0 0 0,0 0 1,0-1-1,1 1 0,-1 0 0,0 0 1,0 0-1,1 0 0,-1 0 1,0 0-1,0 0 0,0 0 0,1 0 1,-1 0-1,0 0 0,0 0 1,1 0-1,-1 0 0,0 0 1,0 0-1,0 0 0,1 1 0,-1-1 1,0 0-1,0 0 0,0 0 1,1 0-1,-1 0 0,0 0 0,0 1 1,0-1-1,0 0 0,1 0 1,-1 0-1,0 0 0,0 1 1,0-1-1,0 0 0,0 1 0,8 21 629,-7-18-702,0 0 0,0-1 1,0 1-1,0-1 1,1 1-1,-1-1 0,1 0 1,0 1-1,3 3 1,-1-5-276,-1 1 1,1-1 0,-1 0-1,1-1 1,0 1 0,0-1-1,0 0 1,0 0 0,0 0-1,0 0 1,5 0 0,27 0-7269,-23-1 3381,1 0-5102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1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4882,'0'0'16979,"21"-1"-16206,159-1 708,-178 2-1483,0 0 0,-1-1-1,1 1 1,0 0 0,-1-1 0,1 1-1,-1-1 1,1 1 0,0-1 0,-1 0-1,1 0 1,-1 0 0,0 0 0,1 0 0,-1 0-1,0 0 1,1 0 0,-1 0 0,0-1-1,0 1 1,0 0 0,0-1 0,0 1-1,-1-1 1,1 1 0,0-1 0,-1 1 0,1-1-1,-1 0 1,1 1 0,-1-1 0,0 0-1,1 1 1,-1-3 0,0 1-4,0 1 1,0-1-1,0 0 0,-1 1 1,1-1-1,-1 1 0,1-1 0,-1 1 1,0-1-1,0 1 0,0 0 1,0-1-1,0 1 0,0 0 1,-1 0-1,1 0 0,-1 0 1,0 0-1,1 0 0,-5-3 1,2 2 100,0 1 0,-1-1 0,1 1 0,0 0 0,-1 1 0,0-1 0,1 1 0,-1 0 0,0 0 0,0 0 0,0 0 0,1 1 0,-1 0 0,0 0 0,0 0 0,0 1 0,0 0 0,0 0 0,1 0 0,-1 0 0,0 1 0,1 0 0,-1-1 0,1 2 0,0-1 0,-1 1 0,1-1 0,0 1 0,1 0 0,-1 0 0,0 1 0,1-1 0,0 1 0,0 0 0,0 0 0,0 0 0,1 0 0,-1 0 0,1 1 0,0-1 0,0 1 0,1-1 0,0 1 0,-1 0 0,1 0 0,1-1 0,-1 1 0,1 8 0,0-2-46,0 1 1,0-1-1,2 0 0,-1 0 1,1 1-1,1-1 0,4 12 1,-5-19-77,0-1 0,0 1 0,0 0 1,0-1-1,1 1 0,0-1 0,-1 0 0,1 0 1,0 0-1,1 0 0,-1-1 0,0 1 1,1-1-1,-1 0 0,1 1 0,0-2 0,0 1 1,0 0-1,0-1 0,0 0 0,0 0 0,8 1 1,1 0-755,0-1 0,1 0 0,-1-1 0,0 0 0,15-3 0,-19 1-379,0 0 0,-1 0-1,1 0 1,-1-2 0,0 1 0,1-1 0,-2 0 0,14-8 0,26-25-7743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16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9076,'0'0'17224,"0"9"-15079,-1 8-1272,0 48 1396,1-61-2184,0 0-1,0 0 0,0 0 0,1-1 1,0 1-1,0 0 0,0 0 0,0-1 1,0 1-1,1 0 0,0-1 1,0 1-1,2 2 0,-3-5-85,1 0 0,-1 0 0,1 0 0,-1 0 0,1 0 0,-1-1 0,1 1 0,0 0 0,-1-1 0,1 0 0,0 1 0,-1-1 0,1 0 0,0 0 0,0 0 0,-1 0 0,1 0 0,0 0 0,-1 0 0,1-1 0,0 1 0,-1-1 0,1 1 0,0-1-1,-1 0 1,1 1 0,2-3 0,40-28-140,-41 29 119,54-58-690,-21 19 781,-36 47 51,0 5 23,-1-1 0,1 1 0,1-1 0,3 17 0,-2-25-657,1-1 0,0 1 1,0 0-1,0-1 0,0 0 0,0 1 0,0-1 1,0 0-1,0-1 0,0 1 0,0-1 1,1 1-1,-1-1 0,5 0 0,-1 0-1675,0 0-1,0 0 0,0-1 1,0 0-1,13-4 1,1-8-9734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16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3698,'0'0'21658,"13"3"-20247,86 15 554,-84-16-1786,0-1-1,-1-1 1,1 0-1,0 0 1,0-2-1,14-3 1,-26 4-188,0 0-1,-1 0 1,1-1 0,-1 1 0,1-1 0,-1 0 0,0 0 0,1 0 0,-1 0-1,0 0 1,-1 0 0,1-1 0,0 1 0,0-1 0,-1 1 0,0-1 0,1 1-1,-1-1 1,0 0 0,0 0 0,0-3 0,0 4 3,-1 0 0,1 1 0,-1-1-1,0 0 1,1 0 0,-1 0 0,0 0 0,0 0 0,-1 0-1,1 0 1,0 0 0,0 0 0,-1 0 0,0 0 0,1 0 0,-1 0-1,0 1 1,0-1 0,0 0 0,0 0 0,0 1 0,0-1 0,0 1-1,0-1 1,-1 1 0,1-1 0,-1 1 0,1 0 0,-1 0 0,0 0-1,-3-2 1,-14-2 136,-1 1 0,0 1-1,0 1 1,0 0 0,0 2 0,0 0-1,-27 5 1,45-5-91,-1 1 1,0-1-1,1 1 0,-1 0 0,0 0 0,1 0 1,0 0-1,-1 0 0,1 1 0,-1-1 1,1 1-1,0-1 0,0 1 0,0 0 1,0 0-1,0 0 0,1 0 0,-1 0 1,0 1-1,1-1 0,0 0 0,0 1 1,-1-1-1,1 1 0,0-1 0,1 1 1,-1 0-1,0-1 0,1 1 0,-1 4 1,0 8 145,0 0 1,1 0 0,0 0-1,3 19 1,-2-30-305,0 0 1,0-1-1,0 1 1,0 0-1,0 0 1,1-1-1,0 1 1,0-1-1,0 0 1,0 1-1,1-1 1,-1 0-1,1 0 1,-1 0-1,1-1 1,0 1-1,0-1 1,1 1-1,-1-1 1,0 0-1,1 0 1,-1-1-1,1 1 1,0-1-1,-1 0 1,1 1-1,7 0 1,6 1-1296,0-1 1,1 0-1,-1-1 0,30-3 1,9-4-7778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1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509 7 10677,'0'0'10549,"-22"-1"-7932,-128-5 918,116 7-2500,1 2 1,-37 6 0,55-6-710,-1 0 0,1 1 0,0 1 0,0 0 0,1 1 0,-25 14 0,37-18-326,0 0 0,0-1 0,0 1 0,0 0 0,0 0 0,1 1 0,-1-1 0,1 0 0,0 0 0,-1 1 0,1-1 0,0 1 0,0-1 0,1 1 0,-1-1 0,1 1 0,-1 5 0,1 50 0,1-32 0,0 45 0,-5 135 0,1-169 0,-1 0 0,-3-1 0,-15 55 0,20-84 0,0 0 0,0 1 0,1-1 0,0 0 0,1 14 0,0-20 0,0-1 0,0 1 0,0-1 0,0 0 0,0 1 0,0-1 0,1 1 0,-1-1 0,0 0 0,0 1 0,0-1 0,1 0 0,-1 1 0,0-1 0,1 0 0,-1 1 0,0-1 0,0 0 0,1 1 0,-1-1 0,1 0 0,-1 0 0,0 0 0,1 1 0,-1-1 0,0 0 0,1 0 0,-1 0 0,1 0 0,-1 0 0,1 0 0,-1 0 0,0 0 0,1 0 0,-1 0 0,1 0 0,-1 0 0,1 0 0,-1 0 0,0 0 0,1 0 0,-1 0 0,1-1 0,2 1 0,9-1 0,-1 0 0,1-1 0,0-1 0,-1 0 0,1 0 0,-1-1 0,16-8 0,81-47 0,-66 35 0,-14 7 34,-18 11-83,1-1 0,0 2 0,0-1 0,14-3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17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0 112 880,'0'0'25457,"12"-8"-24248,26-16-179,0 1 0,83-34-1,-120 58-981,0 0-1,0 0 0,0 0 1,-1 0-1,1 0 1,0 0-1,-1 0 0,1 1 1,0-1-1,-1 0 0,0 0 1,1 1-1,-1-1 0,0 0 1,0 0-1,1 1 1,-1-1-1,0 0 0,0 1 1,-1-1-1,1 0 0,-1 3 1,0 37 156,-1-27-143,-1-3 13,2 1 0,0-1 0,0 20 0,1-30-114,0 1-1,0-1 0,0 1 1,0 0-1,0-1 0,1 1 0,-1 0 1,0-1-1,1 1 0,0-1 0,-1 1 1,1-1-1,0 1 0,0-1 0,-1 0 1,1 1-1,0-1 0,1 0 0,-1 0 1,0 1-1,0-1 0,0 0 1,1 0-1,-1 0 0,0-1 0,1 1 1,-1 0-1,1 0 0,-1-1 0,1 1 1,0-1-1,2 1 0,1 0-501,0-1 0,0 0 0,0 0 0,0-1 0,0 1 0,0-1 0,-1 0 0,10-3-1,-10 2-409,0 0 0,0 0 0,0 0 0,0 0 0,0-1 0,0 0 0,-1 0 0,1 0 0,-1 0 0,4-5 0,14-24-9629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17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16 12454,'0'0'17960,"-20"-16"-17960,26 16-816,8 5-1313,6 6-1393,7-4-3681,0-7-5779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17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3602,'0'0'27820,"0"140"-26475,0-106-1345,0-5 0,0 0 0,0-2 0,0-4 0,0-7 0,0-3 0,6-6-416,-6-2-1745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17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11637,'0'0'14343,"116"-59"-13415,-76 50-431,1 0-321,-7 2-176,0 3-689,-1-1-1600,1-4-2225,7-4-4706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18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9828,'0'0'22939,"0"102"-22939,0-75 0,0-5 0,0 1 0,0-7 0,0 0 0,0-7 0,0-3-2977,13-6-2706,7 0-5794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18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9588,'0'0'14194,"4"-2"-12234,25-9-379,0 1 0,1 2 0,50-7 0,-17 2-997,-14 1-489,-28 6-90,0 1-1,0 1 0,1 1 1,22-1-1,-44 5-4,1-1 0,-1 0 0,1 0 0,-1 1 0,1-1 0,-1 0 0,0 1 0,1-1 0,-1 1 0,1-1 0,-1 1 0,0-1 0,1 0 0,-1 1 0,0-1 0,0 1 0,1-1 0,-1 1 0,0-1 0,0 1 0,0 0 0,0-1 0,0 1 0,0-1 0,0 1 0,0-1 0,0 1 0,0-1 0,0 2 0,0 18 0,-1-18 0,-9 102 0,6-72 0,-2 45 0,6-55 0,1 1 0,1-1 0,8 41 0,-7-52 0,1 0 0,0 0 0,1 0 0,0 0 0,0-1 0,1 1 0,1-2 0,-1 1 0,10 9 0,-15-18 0,1 1 0,0 0 0,0 0 0,0-1 0,-1 1 0,1 0 0,-1 1 0,0-1 0,0 0 0,1 0 0,-1 0 0,1 5 0,-4-7 0,1 1 0,0-1 0,0 1 0,0 0 0,-1-1 0,1 0 0,0 1 0,-1-1 0,1 0 0,-1 0 0,1 0 0,0 0 0,-1 0 0,1 0 0,0 0 0,-1 0 0,-1-1 0,-19 0 0,-29 3 0,-1 1 0,1 3 0,-89 21 0,113-18-545,40-7-1145,47-8-5447,-14-5-4925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19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16279,'0'0'16488,"7"20"-16488,-7-8 0,0 4 0,6-3 0,-6 3-640,0 0-5331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19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489 1 18280,'0'0'8420,"-129"101"-4786,81-71-2994,8 6-640,-8 0-1104,-13 9-2338,-6 3-2689,-28 6-7411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0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394 146 2849,'0'0'11688,"3"-3"-9735,0 0-1430,-1 0 0,1-1 0,-1 1 0,0 0 0,0-1 0,0 1 0,-1-1 0,1 0 0,-1 1 0,0-1 0,0 0 0,0 0 0,0 0 0,-1 0 0,0-4 0,0 6-484,0-1-1,0 0 1,-1 1-1,1-1 1,-1 1-1,0-1 1,0 1-1,0 0 1,0-1-1,0 1 1,-1 0-1,1 0 1,-1-1-1,1 1 1,-1 0 0,-4-3-1,0 0-16,0 1-1,-1 0 1,1 0-1,-1 1 1,0 0 0,0 0-1,-1 0 1,1 1-1,-1 0 1,1 1 0,-1-1-1,1 1 1,-1 1 0,0 0-1,0 0 1,1 0-1,-15 3 1,3 1 0,1 0 1,-1 1 0,1 0-1,1 2 1,-1 0-1,-19 11 1,33-15-12,-1 0 0,1 0 0,0 1 1,0-1-1,0 1 0,1 0 0,-1 0 0,1 0 1,0 0-1,0 1 0,0-1 0,1 1 0,-1 0 0,1 0 1,0 0-1,1 0 0,-1 0 0,-1 9 0,0 8 217,2 0 0,0 0-1,2 29 1,0-9 295,-8 668 1811,1-659-5007,-8-54-6712,6-14 2085,-4-8-597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1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0 343 5747,'0'0'15097,"26"-14"-13371,7-3-1209,127-61 1506,371-155 264,-531 233-2278,0 0 0,-1 0 1,1 0-1,0 1 1,0-1-1,0 0 1,0 0-1,0 0 1,-1 1-1,1-1 1,0 0-1,0 0 0,0 1 1,0-1-1,0 0 1,0 0-1,0 1 1,0-1-1,0 0 1,0 0-1,0 0 0,0 1 1,0-1-1,0 0 1,0 0-1,0 1 1,0-1-1,1 0 1,-1 0-1,0 1 1,0-1-1,0 0 0,0 0 1,0 0-1,1 1 1,-1-1-1,0 0 1,0 0-1,0 0 1,0 0-1,1 0 0,-1 1 1,0-1-1,0 0 1,1 0-1,-1 0 1,0 0-1,0 0 1,0 0-1,1 0 1,-1 0-1,0 0 0,0 0 1,1 0-1,-1 0 1,0 0-1,0 0 1,1 0-1,-1 0 1,0 0-1,1 0 1,-13 20 417,-51 55 629,51-63-951,0 0 0,1 1 0,1 0 0,0 0 0,0 1 0,2 0-1,0 1 1,0 0 0,-6 19 0,13-29-89,0 1-1,0-1 1,0 0-1,1 0 1,0 1-1,0-1 0,1 7 1,-1-11-17,0 0 1,0 0-1,1 1 1,-1-1-1,1 0 0,-1 0 1,1 1-1,-1-1 1,1 0-1,0 0 0,-1 0 1,1 0-1,0 0 1,0 0-1,0 0 0,0 0 1,0 0-1,0 0 1,0-1-1,0 1 0,0 0 1,0-1-1,0 1 1,0-1-1,1 1 1,-1-1-1,0 1 0,1-1 1,-1 0-1,0 0 1,0 0-1,2 0 0,7 1-53,0-2 0,1 0 1,-1 0-1,-1-1 0,1 0 0,0 0 0,0-1 0,-1-1 0,0 0 0,1 0 0,-2 0 0,1-1 0,0-1 0,-1 0 0,0 0 0,0 0 0,-1-1 0,0 0 1,0 0-1,0-1 0,-1 0 0,9-15 0,-11 17-5,-1-1 0,0 1 1,0-1-1,-1 0 0,0 0 1,0 0-1,2-14 0,-4 18 64,0 0-1,1 0 1,-1 0-1,0 0 1,-1 0-1,1 1 1,0-1-1,-1 0 1,0 0-1,0 0 1,0 0-1,0 1 1,0-1-1,0 1 1,0-1-1,-1 1 1,0-1-1,1 1 1,-1 0-1,0-1 0,-3-1 1,-3-2 15,0 0-1,0 1 1,0-1 0,-1 2-1,0-1 1,0 2 0,-12-5-1,20 8-160,29 3-8660,-8 4 3150,6-1-1926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1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18 154 5282,'0'0'17926,"6"15"-16189,16 49-691,-17-34 776,-5-29-1804,0-1 0,0 0 0,0 0 1,0 1-1,0-1 0,-1 0 0,1 0 0,0 1 0,0-1 1,0 0-1,0 0 0,-1 0 0,1 0 0,0 1 0,0-1 1,0 0-1,-1 0 0,1 0 0,0 0 0,0 0 0,-1 1 1,1-1-1,0 0 0,0 0 0,-1 0 0,1 0 0,0 0 1,0 0-1,-1 0 0,1 0 0,0 0 0,0 0 0,-1 0 1,1 0-1,0 0 0,0 0 0,-1 0 0,1-1 0,0 1 1,0 0-1,-1 0 0,1 0 0,0 0 0,-1-1 0,-1 0 19,0-1-1,-1 1 1,1-1-1,0 0 1,0 0-1,0 0 1,0 0-1,0 0 1,1-1-1,-3-3 1,1-2 29,0-1-1,0 1 1,1-1 0,0 0 0,0 0-1,1 0 1,1 0 0,-1 0-1,2 0 1,-1 0 0,1 0 0,0 0-1,1 0 1,0 0 0,0 1 0,1-1-1,1 1 1,-1-1 0,1 1-1,0 0 1,6-8 0,-6 12-193,0 0 0,-1 0 1,2 0-1,-1 0 0,0 1 0,1-1 1,6-3-1,-6 6-845,-1-1-1,1 1 1,-1 0 0,1 0 0,0 0-1,-1 1 1,1-1 0,6 1-1,11 0-7911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1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0 7796,'0'0'13136,"-20"7"-11250,11-4-1638,-8 2 156,0 0 0,0 2 1,1 0-1,0 1 0,0 0 1,1 1-1,-19 15 0,14-7 128,1 1 0,1 1 0,1 0 0,1 1 0,0 1 0,2 0 0,0 1 1,-12 29-1,18-34-435,0 1 0,2 1 0,0-1 0,1 1 1,1 0-1,1 0 0,1 1 0,0-1 0,1 0 0,2 1 1,3 32-1,-3-47-159,0 0 1,1 0 0,-1 0-1,1 0 1,0 0-1,1 0 1,-1 0 0,1-1-1,0 1 1,0-1-1,0 0 1,1 0 0,-1 0-1,1 0 1,0-1-1,0 0 1,0 1 0,1-1-1,-1-1 1,1 1-1,-1-1 1,1 1 0,0-1-1,0-1 1,0 1-1,0-1 1,7 1 0,2 1-1038,1-1 0,-1 0 0,24-1 1,39-8-8086,-43-1 1733,0-5-2055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2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13638,'0'0'16248,"-20"126"-15752,20-103-304,0-7-192,0-5-112,0-6-865,0-46-17975,0 0 9123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2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7043,'0'0'15047,"47"59"-15239,-33-25-912,-1 2-2050,1 0-3297,0-2-3025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2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7075,'0'0'21231,"4"11"-19283,33 88 565,-36-98-2536,-1 0 1,1 0-1,-1 0 1,1 0-1,0 0 0,-1 0 1,1 0-1,0 0 1,0 0-1,0 0 0,0-1 1,0 1-1,0 0 1,0 0-1,0-1 0,0 1 1,0-1-1,0 1 1,0-1-1,0 1 0,1-1 1,-1 0-1,0 0 1,0 1-1,0-1 0,1 0 1,-1 0-1,0 0 1,0 0-1,0 0 0,1-1 1,-1 1-1,0 0 1,0 0-1,0-1 1,1 1-1,-1-1 0,0 1 1,0-1-1,0 0 1,1 0-1,5-3-192,0 0 0,-1 0 0,0 0 0,0-1 1,6-6-1,5-5-220,-10 10 333,0-1 0,0 1 0,0-2 0,-1 1 0,0-1 0,0 1-1,4-10 1,-11 22 597,1 0 0,-1 0-1,2 0 1,-1 1-1,0-1 1,1 0-1,2 7 1,-3-10-711,0 0 1,1 1-1,0-1 1,-1 0-1,1 1 1,0-1-1,0 0 1,1 0 0,-1 0-1,0 0 1,1 0-1,-1 0 1,1 0-1,-1 0 1,1-1-1,0 1 1,0 0-1,0-1 1,0 0-1,0 1 1,0-1-1,0 0 1,1 0-1,-1 0 1,3 0-1,48 0-11445,-21-5 1133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2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10453,'0'0'15231,"-12"22"-11619,-39 72-1435,47-86-2081,1 0 0,-1 0-1,2 1 1,-1-1 0,1 1-1,1 0 1,-1-1 0,1 1 0,1 0-1,0 0 1,0 0 0,2 10 0,0 17-47,-2-33-298,0 1-1,0 0 1,0 0 0,0 0-1,1 0 1,0 0 0,0 0-1,0 0 1,0-1 0,0 1-1,1 0 1,0-1 0,0 1-1,0-1 1,0 0 0,0 0-1,1 0 1,-1 0 0,1 0-1,0 0 1,0 0 0,5 3-1,-1-3-807,0 0-1,0 0 1,1 0-1,-1-1 0,1 0 1,0 0-1,-1-1 1,1 0-1,0 0 1,12-2-1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2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4434,'0'0'19657,"163"-36"-19657,-109 31-848,-7 1-2306,1-1-4081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3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1 174 1601,'0'0'21692,"10"-14"-20934,-6 9-709,11-15 228,0 0 1,1 2-1,1 0 0,20-16 0,22-10-77,-63 83 1588,2-31-1694,0-1 1,0 0 0,0 1-1,1-1 1,1 1-1,-1-1 1,1 1-1,0 0 1,1-1 0,0 1-1,3 13 1,-3-17-181,1-1 0,-1 0 0,0 0 0,1-1 0,0 1 0,-1 0 0,1 0 0,0-1 0,1 1 0,-1-1 0,0 0 0,4 3 0,-3-3-358,0 0 1,0-1 0,0 1-1,1-1 1,-1 1 0,1-1-1,-1 0 1,1 0 0,-1-1-1,1 1 1,0-1 0,5 0-1,6-2-5473,-1-9-2818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3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13446,'0'0'14647,"20"9"-14647,-6 7-624,-1-3-1201,1-2-2081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3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7924,'0'0'13913,"8"0"-12275,28-1 493,61-10 0,39-19-2234,-112 24-463,-16 5-2230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4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9364,'0'0'19225,"95"-9"-18377,-68 0-511,0 2-273,-6 3-64,-1-3-256,0 3-1697,-6-1-1617,-1-2-4130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4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21 4418,'1'-2'14645,"1"-11"-13296,-3 13-1174,0-1-1,0 0 1,0 1 0,-1-1-1,1 1 1,0-1 0,0 1-1,0 0 1,-1-1 0,1 1-1,0 0 1,-1 0 0,1 0 0,0 0-1,-1 0 1,1 0 0,0 0-1,0 0 1,-1 1 0,1-1-1,0 0 1,-2 2 0,-31 8 1855,22-4-1716,0 1 0,1 0 0,0 1 0,0 1 0,1-1 0,0 2 0,1-1-1,-14 18 1,17-19-143,1 0-1,-1 1 1,2-1 0,-1 1-1,1 0 1,1 0-1,0 0 1,0 1-1,0-1 1,1 1-1,1 0 1,-1 15-1,2-21-184,1 0-1,0-1 1,0 1-1,0 0 1,0 0-1,1-1 1,0 1-1,-1-1 1,1 1-1,1-1 1,-1 0-1,0 1 1,1-1-1,-1 0 1,1-1-1,0 1 1,0 0-1,0-1 1,0 0-1,1 0 1,-1 0-1,1 0 1,-1 0-1,1-1 1,-1 1-1,1-1 1,8 2-1,-2 0-47,0-1-1,1 0 0,-1 0 1,1-1-1,-1-1 0,1 1 1,0-2-1,-1 1 1,18-4-1,-20 1-7,-1-1-1,1 0 1,0 0-1,-1 0 1,0-1-1,0 0 1,0 0-1,-1-1 1,1 0-1,-1 0 1,-1-1 0,1 1-1,-1-1 1,0 0-1,-1-1 1,0 1-1,0-1 1,0 0-1,-1 0 1,-1 0 0,1 0-1,-1-1 1,0 1-1,-1-1 1,0 1-1,0-1 1,-1 1-1,0-1 1,-1 0-1,0 1 1,-2-11 0,2 17 124,0 1 0,0-1 0,0 0 0,0 0 0,0 0 0,0 1 0,-1-1 1,1 0-1,0 1 0,-1-1 0,1 1 0,-1 0 0,0-1 0,0 1 0,1 0 0,-1 0 1,0 0-1,0 0 0,0 1 0,0-1 0,0 0 0,-3 0 0,-29-2-276,12 3-3745,9 0-1111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7571,'0'0'22427,"33"-81"-19658,-26 81-2769,0 0 0,0 4 0,-7 12 0,7 4 0,-7 3 0,0 0-1649,0 1-2801,0-3-4466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6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4946,'0'0'19865,"-101"126"-17159,94-96-2418,0 1-288,0-4-1073,7-9-3121,0-6-5474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6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0 171 3618,'0'0'9615,"21"-19"-7233,67-60-1088,-78 71-1042,1 0 0,0 0-1,0 1 1,1 0 0,-1 1 0,18-6 0,8-5 749,-74 46 6343,4 15-5353,30-40-1998,1 1 0,-1-1 0,1 1 0,1-1 0,-1 1 0,1 0 0,-1 0 0,1 0 0,1 0 0,-1 0 0,1 0 0,0 0 0,0 0 0,0 0 0,1 0 0,-1 0 0,1 0 0,1 0 0,-1-1 0,4 10 0,-4-12-157,0 0 1,1 0-1,-1 0 0,0-1 0,1 1 0,0 0 0,-1 0 0,1-1 1,0 1-1,0-1 0,0 0 0,0 0 0,0 1 0,0-1 0,0 0 1,0-1-1,1 1 0,-1 0 0,0 0 0,3-1 0,3 1-1518,0 0-1,0-1 1,0 0-1,14-2 1,5-4-6474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7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15527,'0'0'13030,"7"-16"-14022,13 16-1345,0 0-3330,7 0-7571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27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562 1 9845,'0'0'15297,"-13"1"-13958,-15 3-842,0 2 0,1 1 0,-1 1 0,1 1 0,1 2 0,-40 21 0,8 0 907,-102 76-1,142-93-1403,0 0 0,0 2 0,-28 35 0,50-51 0,0 1 0,0-1 0,0-1 0,0 1 0,0-1 0,0 1 0,7-2 0,52-2 0,86-15 0,-63 6 0,-68 9 0,196-31 0,-214 34 1,0 0 1,0 0-1,0 0 1,0-1-1,1 1 1,-1 0-1,0 0 1,0 0-1,1 0 1,-1-1-1,0 1 1,0 0-1,0 0 1,1 0-1,-1 0 1,0 0-1,1 0 1,-1 0-1,0 0 0,0 0 1,1 0-1,-1 0 1,0 0-1,0 0 1,1 0-1,-1 0 1,0 0-1,1 0 1,-1 0-1,0 0 1,0 0-1,1 0 1,-1 0-1,0 0 1,0 1-1,1-1 0,-1 0 1,0 0-1,0 0 1,0 1-1,1-1 1,-1 0-1,0 0 1,0 0-1,0 1 1,0-1-1,1 0 1,-1 0-1,0 1 1,0-1-1,0 0 1,0 0-1,0 1 1,0-1-1,0 0 0,0 0 1,0 1-1,0-1 1,0 0-1,0 1 1,0-1-1,0 0 1,0 0-1,0 1 1,0-1-1,0 0 1,0 1-1,-7 8-501,4-6-713,0 0 0,0-1 0,0 1 0,0-1 0,-1 0 0,1 0 1,-8 3-1,-9 0-10406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31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0 190 256,'0'0'16770,"4"-3"-15705,-4 3-1012,1-1 0,-1 1 0,1 0 0,-1-1 1,1 1-1,-1 0 0,1 0 0,0-1 0,-1 1 0,1 0 0,-1 0 1,1 0-1,0 0 0,-1-1 0,1 1 0,-1 0 0,1 0 0,0 0 1,-1 0-1,1 1 0,-1-1 0,1 0 0,0 0 0,-1 0 0,1 0 0,-1 1 1,1-1-1,0 0 0,-1 0 0,1 1 0,-1-1 0,1 1 0,-1-1 1,1 0-1,-1 1 0,0-1 0,1 1 0,10 30 1599,-6 45 167,2 72-207,-7-457-1535,0 306-79,0 1-1,0-1 0,0 0 1,0 1-1,0-1 0,1 1 1,-1-1-1,1 1 0,0 0 1,0-1-1,1-2 0,7 3-159,4 15 95,-8-8 41,0 1 1,0-1 0,1-1 0,0 1-1,0-1 1,0 0 0,0 0-1,1 0 1,-1-1 0,1 0-1,0-1 1,0 1 0,0-1-1,0-1 1,9 2 0,16 1-31,-1-2 1,40-1-1,-50-1 92,0 0-38,0-1 1,0-1-1,-1-1 1,39-10-1,-51 11 8,0-1-1,0 0 1,-1 0 0,1 0-1,-1-1 1,0-1 0,0 1-1,0-1 1,-1 0-1,0-1 1,0 1 0,0-1-1,0-1 1,-1 1 0,6-11-1,-9 15 17,-1 0 0,0 0-1,0 0 1,0 0 0,0 0-1,0 0 1,0 0 0,-1-1-1,1 1 1,-1 0 0,1 0 0,-1-1-1,0 1 1,0 0 0,0-1-1,0 1 1,0 0 0,-1-1-1,0-2 1,0 4 25,0-1 0,0 0-1,0 1 1,-1-1 0,1 1 0,0 0 0,-1-1-1,1 1 1,-1 0 0,1 0 0,-1 0 0,0 0-1,0 0 1,1 0 0,-1 0 0,0 1 0,0-1-1,-2 0 1,-10-1 374,-1 0 0,1 1 0,-1 0-1,-26 3 1,29-1-163,10-1-230,0 0 1,0 0-1,0 1 1,0-1-1,0 1 1,0-1 0,0 1-1,0 0 1,0 0-1,0 0 1,1 0-1,-1 0 1,0 0-1,1 1 1,-1-1 0,1 0-1,-1 1 1,1-1-1,0 1 1,-1 0-1,1-1 1,0 1 0,0 0-1,0 0 1,0 0-1,1 0 1,-1 0-1,0 0 1,1 0-1,-1 2 1,-1 8 23,1 0 1,0 0-1,0 0 0,2 14 0,0-7-25,-1-16-59,0 1 0,0-1 0,0 0 0,1 0 0,0 1-1,0-1 1,0 0 0,0 0 0,0 0 0,0 0-1,1 0 1,-1-1 0,1 1 0,0 0 0,0-1 0,0 1-1,5 4 1,-3-4-227,1 1 0,0-1 0,0 0 0,1 0 0,-1 0 0,0-1 0,1 0 0,0 0 0,7 1 0,0 0-1074,0-1 0,0 0 0,21-1 0,31-8-7472,-11-14-997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32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 11733,'0'0'3410,"-18"3"90,1-1-2492,1 1-1,0 1 1,0 0 0,0 1-1,-20 10 1,31-13-831,0 1-1,1-1 1,-1 1 0,1 0-1,-1 0 1,1 1 0,0-1 0,0 1-1,1 0 1,-1 0 0,1 0-1,0 1 1,0-1 0,0 1 0,0-1-1,1 1 1,0 0 0,0 0-1,0 0 1,1 0 0,-1 1 0,1-1-1,1 0 1,-1 9 0,1-13-173,0 0 0,1 0 0,-1 0 0,0 0 0,1 0 0,-1 0 1,1 0-1,0 0 0,-1 0 0,1 0 0,0 0 0,-1-1 0,1 1 1,0 0-1,0 0 0,0-1 0,-1 1 0,1-1 0,0 1 0,0-1 1,0 1-1,0-1 0,0 1 0,0-1 0,0 0 0,0 0 0,1 1 1,-1-1-1,0 0 0,0 0 0,0 0 0,1 0 0,45 0 29,-34-1-8,-9 1 10,1 0-1,0-1 0,-1 1 0,1-1 0,0 0 1,-1 0-1,1 0 0,-1-1 0,0 0 0,1 0 0,-1 0 1,0 0-1,0-1 0,0 1 0,-1-1 0,1 0 1,-1 0-1,1-1 0,-1 1 0,0-1 0,0 1 0,0-1 1,-1 0-1,0 0 0,1 0 0,-1-1 0,-1 1 1,1 0-1,-1-1 0,1 1 0,0-10 1494,12 44-1298,-13-26-313,1 0 0,0 0 0,1 0 0,-1 0 1,1-1-1,-1 1 0,1-1 0,0 1 0,0-1 0,1 0 1,5 4-1,27 9-3531,-2-13-2618,1-9-3959,-8-7 816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32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64 183 2353,'0'0'22162,"1"15"-20863,5 101 2607,-8-116-3876,0-1 0,0 1 0,0-1 0,0 0 0,0 0 0,0 0 0,0 0 0,0 0 0,1 0 0,-1 0 0,0 0 0,-2-4 0,-1-2-17,0 0-1,0-1 1,1 1 0,0-1 0,0 0 0,1 0-1,0-1 1,1 1 0,0-1 0,-2-13 0,2 2-3,2-1 1,0 1 0,3-30 0,-2 46-14,0 0 0,0 0 0,0 1 0,0-1 1,1 1-1,-1-1 0,1 1 0,0-1 0,0 1 0,0 0 0,1 0 1,-1 0-1,1 0 0,0 0 0,-1 1 0,1-1 0,0 1 0,1 0 0,-1 0 1,0 0-1,1 0 0,-1 0 0,1 1 0,-1-1 0,1 1 0,4-1 1,50-9-3630,-4 9-8666,-28 2-308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32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14038,'0'0'18729,"-21"14"-18729,21-5 0,0 0 0,0 4-208,0 1-3138,0-1-2160,0 1-4787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32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1 176,'0'0'19785,"-135"101"-14903,101-62-1264,0-3-2193,13-5-1089,8 1-336,-1-3-592,8-2-1697,-1-8-2258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33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1 204 8820,'0'0'11213,"23"-17"-10412,156-119 645,-130 86 1864,-52 50-3226,0 1-1,0 0 0,0 0 0,0 0 0,0 0 0,1 0 0,-1 1 0,0-1 1,1 1-1,-1-1 0,1 1 0,0 0 0,-1 0 0,-2 4 0,-27 36-38,30-38-94,-1-1 0,1 1 0,0 1 0,0-1 0,1 0 0,-1 0 0,1 1 0,0-1 0,0 1 0,1-1 0,-1 1 0,1-1 0,0 1 0,0 0 0,0-1 0,1 1 0,0-1 0,0 1 0,0-1 0,0 1 0,0-1 0,1 0 0,0 0 0,0 0 0,0 0 0,1 0 0,-1 0 0,1 0 0,0-1 0,0 1 0,0-1 0,1 0 0,-1 0 0,1 0 0,-1-1 0,1 1 0,0-1 0,9 4 0,-4-2-1035,1-1-1,0-1 0,0 0 1,12 1-1,17-6-8048,-24-7 2240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33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16343,'0'0'10309,"-14"72"-10741,34-49-1521,8-3-2705,-8-8-3618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34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12886,'0'0'17363,"0"21"-15419,0 207-1278,0-122-6158,-20-106-10830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34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13622,'0'0'14567,"149"-52"-14055,-102 46-432,1-4-80,-1 4-1184,7-3-1378,-6-5-2272,-8-2-3618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34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14535,'0'0'18232,"7"147"-18232,-1-113 0,8-7 0,-7-4 0,-1-3 0,1-4 0,-7-3 0,0-2 0,0-2 0,0 1-1809,-20-4-9300,0-6-1553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34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13622,'0'0'12262,"129"-45"-10757,-89 31-993,8 3-480,-8 2-32,1-2-1489,0-1-2369,-1-3-4241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3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0 896,'0'0'16803,"11"2"-15013,2 1-1353,0 0 0,0 1 0,0 1 0,-1 0 0,0 1 0,0 0 0,-1 1 0,1 1 0,-1-1 0,13 14 0,-3-2 89,0 2-1,-2 0 1,0 2-1,-2 0 1,0 1-1,-2 0 0,0 1 1,-2 1-1,12 31 1,-12-22-97,-1 1 0,-2 1 0,-2-1 0,-1 2 0,-2-1 0,1 58 0,-6-85-416,0-1 0,-1 1 0,0-1-1,0 1 1,-1-1 0,0 1 0,-1-1 0,0 0 0,-1 0 0,-7 15 0,6-18-8,0 1 0,0-1 0,0 0 1,-1 0-1,0-1 0,0 1 0,0-1 0,-1-1 0,0 1 0,0-1 0,0 0 0,0-1 0,-9 4 0,5-3-371,-1 0-1,1-1 1,-1 0-1,0 0 1,-22 1 0,32-38-25977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37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55 560,'0'0'17291,"-6"-9"-16005,4 6-1210,0-1 0,0 1 0,-1 0 0,1 1 1,-1-1-1,0 0 0,0 1 0,0-1 0,0 1 0,-1 0 1,1 0-1,0 0 0,-1 0 0,1 1 0,-6-2 0,0 1 91,0 1-1,0-1 0,0 2 0,0-1 0,0 1 0,-1 1 0,-10 1 1,-1 1 303,0 2 1,1 0-1,0 1 1,-32 13 0,42-15-298,0 1 1,1 0 0,0 1-1,0-1 1,0 2 0,0-1-1,1 1 1,0 0 0,1 1-1,-13 16 1,18-20-156,0 1 0,0 0 0,0 1 0,1-1 0,0 0 0,0 0 0,0 1 0,1-1 0,-1 0 0,1 1 1,1-1-1,-1 0 0,1 1 0,0-1 0,0 0 0,0 0 0,1 1 0,-1-1 0,1 0 0,1 0 0,-1-1 0,1 1 0,0 0 0,0-1 0,6 7 0,53 34 50,-47-36-115,0 2-1,0-1 1,22 24-1,-33-29 35,0-1 0,0 1 0,-1 0-1,0 0 1,0 0 0,0 1 0,-1-1 0,0 1-1,0-1 1,0 1 0,0 0 0,-1 0 0,0 0-1,0 0 1,-1 9 0,0-10 23,0 1 1,0-1-1,-1 0 0,1 0 1,-1 1-1,-1-1 0,1 0 1,-1 0-1,0 0 0,0 0 1,0-1-1,0 1 1,-1-1-1,-4 6 0,1-4 40,0 0 0,0 0-1,-1 0 1,0-1 0,0 0 0,-1-1-1,1 0 1,-11 5 0,-2 1-42,-1-1 1,0-1-1,0 0 0,-1-2 1,0 0-1,-38 4 1,77-31-1917,-8 16 1704,0 1-1,1-1 1,-1 2-1,1 0 1,0 0-1,0 0 1,19-1-1,76 0-569,-88 4 684,-14 0 91,0 0 0,0 0 0,0 0 0,0 0 0,1 0 0,-1 1 0,0-1 0,0 1 0,0 0 0,0 0 0,0 0 0,0 1 0,0-1 0,-1 1 0,1-1 0,0 1 0,-1 0 0,1 0 0,-1 0 0,0 0 0,1 0 0,-1 1 0,2 2 0,-1 1 102,-1 1-1,0-1 1,0 1-1,0-1 1,-1 1-1,0-1 0,0 1 1,-1 0-1,0 13 1,0-13-1,1 6 225,-1 1 0,0-1 0,-1 1 0,0-1 0,-1 0 0,-1 1 0,0-1 0,-1 0 0,-10 23 0,8-26 11,1 0 1,0 1 0,0-1-1,1 1 1,0 0-1,1 0 1,0 1 0,1-1-1,0 1 1,0 17-1,3-26-287,0 0 0,-1 0 0,1 0 0,1 0 0,-1 0 0,0 0-1,1 0 1,-1-1 0,1 1 0,0-1 0,0 1 0,0-1 0,0 1 0,0-1 0,0 0-1,1 0 1,-1 0 0,1-1 0,-1 1 0,1 0 0,0-1 0,0 0 0,0 0-1,-1 0 1,1 0 0,0 0 0,4 0 0,13 5 120,2-1-1,34 3 1,-46-7-115,16 2-6,29 5-319,-60-7-3666,-29-1-2684,-28 0-6504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38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28 352,'0'0'3933,"-13"20"12263,2-21-7338,53-19-8673,-36 17-173,0-1 1,1 1 0,-1 0 0,1 0-1,-1 1 1,1 0 0,0 0 0,0 1 0,0-1-1,13 1 1,-16 1-11,-1 0 0,0 0 0,1 1-1,-1-1 1,0 1 0,1 0 0,-1 0 0,0 0-1,0 1 1,0-1 0,0 1 0,0 0 0,0 0-1,0 0 1,-1 0 0,1 0 0,-1 0 0,4 4-1,-2 0 3,1 0-1,-1 1 1,0 0-1,0 0 1,-1 0-1,0 0 1,4 14 0,-2 4-11,0 0 1,-1 0 0,-2 0 0,0 30 0,-3-35 14,0 0 0,-2 0 0,-1 0 0,-6 22 0,10-41-18,0-1-1,-1 0 0,1 0 0,0 1 1,0-1-1,0 0 0,-1 1 0,1-1 1,0 0-1,0 0 0,0 1 1,0-1-1,0 0 0,0 1 0,0-1 1,0 0-1,0 1 0,0-1 1,0 0-1,0 1 0,0-1 0,0 0 1,0 1-1,0-1 0,0 0 0,0 1 1,0-1-1,0 0 0,1 1 1,-1-1-1,0 0 0,0 0 0,0 1 1,0-1-1,1 0 0,-1 0 1,0 1-1,0-1 0,1 0 0,-1 0 1,0 1-1,1-1 0,-1 0 0,0 0 1,0 0-1,1 0 0,-1 0 1,0 0-1,1 0 0,-1 1 0,22-12-106,17-24 104,-37 33 6,-1 1 1,0 0-1,0-1 1,0 1-1,0-1 1,0 1-1,0-1 1,0 1-1,0-1 1,-1 0-1,1 1 1,0-1-1,-1 0 1,0 0-1,1 1 1,-1-1-1,0 0 1,0 0-1,0 0 1,0-1-1,-1 1 0,0 1 1,0 0-1,0 0 0,0 1 0,-1-1 0,1 0 0,0 0 0,0 0 0,-1 1 1,1-1-1,0 1 0,-1-1 0,1 1 0,0-1 0,-1 1 0,1 0 0,-1 0 0,1 0 1,-1 0-1,1 0 0,0 0 0,-1 0 0,-1 0 0,2 1-7,-1-1 0,0 1 0,1 0 0,-1 0 0,0 0 0,1 0 0,-1 0 0,1 0 0,0 0 0,-1 0 0,1 0 0,0 1 0,0-1 0,0 1 0,0-1 0,0 1 0,0-1 0,0 1 0,0-1 0,0 1 0,1 0 0,-1-1 0,1 1 1,-1 0-1,1 0 0,0-1 0,0 1 0,0 0 0,0 0 0,0 3 0,-1 2-38,1 0 1,0 0-1,0 1 1,1-1-1,0 0 0,0 0 1,3 9-1,19 29-195,-18-39 238,-1 1 1,0 0-1,-1 0 1,1 0-1,-1 0 1,-1 1-1,1-1 1,-1 1-1,-1 0 1,2 12-1,-2-10 226,-2 1 0,1 0 0,-1 0 0,-1 0-1,0 0 1,0-1 0,-1 1 0,0-1 0,-1 0 0,0 0 0,-1 0 0,0 0 0,-1-1 0,0 0-1,0 0 1,-1 0 0,0-1 0,0 0 0,-10 8 0,16-15-195,0 0 1,0 1-1,0-1 1,0 0-1,-1 0 1,1 0-1,0 0 0,-1 0 1,1-1-1,-1 1 1,1 0-1,-1-1 1,1 1-1,-1-1 0,1 1 1,-1-1-1,1 0 1,-1 0-1,0 1 1,1-1-1,-1 0 1,0-1-1,1 1 0,-1 0 1,1 0-1,-1-1 1,0 1-1,1-1 1,-1 1-1,1-1 0,-1 0 1,1 1-1,0-1 1,-1 0-1,1 0 1,0 0-1,-1 0 1,1 0-1,-1-2 0,-1-1-32,1 0-1,0 0 1,0 0-1,0 0 1,1 0-1,0-1 1,-1 1-1,1-1 1,1 1-1,-1-1 1,1-8-1,0 12-137,0 0-1,0 1 1,0-1 0,1 1 0,-1-1 0,0 0-1,1 1 1,-1-1 0,0 1 0,1-1-1,-1 1 1,1-1 0,-1 1 0,1-1-1,-1 1 1,1-1 0,-1 1 0,1 0-1,-1-1 1,1 1 0,0 0 0,-1-1-1,1 1 1,0 0 0,-1 0 0,1 0-1,0-1 1,-1 1 0,1 0 0,0 0-1,-1 0 1,1 0 0,0 0 0,0 1-1,10-1-5884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46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86 400,'0'0'2591,"0"-30"3265,0 13-9079,2-1 11596,-2 17-8353,1 0-1,-1 0 1,1-1-1,-1 1 0,1 0 1,0 0-1,-1-1 1,1 1-1,0 0 1,0 0-1,0 0 1,0 0-1,0 0 0,0 0 1,0 1-1,0-1 1,1 0-1,1 0 1,-3 1 35,0 0 0,0-1 0,0 1 0,0 0 1,0 0-1,0 0 0,1 0 0,-1 0 0,0 0 0,0 0 1,0 0-1,0 0 0,1 0 0,-1 0 0,0 0 1,0 0-1,0 0 0,0 0 0,0 0 0,1 0 0,-1 0 1,0 1-1,0-1 0,0 0 0,0 0 0,0 0 1,0 0-1,1 0 0,-1 0 0,0 0 0,0 0 0,0 0 1,0 1-1,0-1 0,0 0 0,0 0 0,0 0 1,0 0-1,0 0 0,1 1 0,-1-1 0,0 0 0,0 0 1,0 0-1,0 0 0,0 0 0,0 1 0,0-1 1,0 0-1,0 0 0,0 0 0,0 0 0,0 0 0,0 1 1,0-1-1,-1 0 0,1 0 0,0 0 0,0 0 1,0 0-1,0 1 0,0-1 0,0 0 0,-4 21 1171,-9 24-178,5-19-500,-26 82 775,-4-1 1,-91 177 0,45-134-1400,-108 266 0,192-456-13861,11-8 6280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48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99 1649,'0'0'9839,"-7"6"-9105,-52 44 1365,58-50-2103,1 0 1,0 1-1,0-1 0,0 0 0,0 0 0,0 0 0,0 0 0,0 0 1,0 0-1,0 0 0,0 0 0,0 0 0,0 0 0,-1 1 0,1-1 1,0 0-1,0 0 0,0 0 0,0 0 0,0 0 0,0 0 0,0 0 1,-1 0-1,1 0 0,0 0 0,0 0 0,0 0 0,0 0 1,0 0-1,0 0 0,0 0 0,-1 0 0,1 0 0,0 0 0,0 0 1,0 0-1,0 0 0,0 0 0,0 0 0,0 0 0,-1 0 0,1-1 1,0 1-1,0 0 0,0 0 0,0 0 0,0 0 0,0 0 1,0 0-1,0 0 0,0 0 0,0 0 0,0 0 0,-1-1 0,1 1 1,0 0-1,0 0 0,0 0 0,0 0 0,0 0 0,0 0 0,0-1 1,0 1-1,0 0 0,0 0 0,0 0 0,0 0 0,0 0 0,4-14-1488,11-13-2414,-10 17 6408,-16 14-1361,0 4 376,11-8-1451,0 0 0,0 0 0,0 0 0,0 1 0,0-1 0,0 0 1,0 0-1,0 0 0,1 1 0,-1-1 0,0 0 0,0 0 0,0 0 0,0 1 0,0-1 0,0 0 0,0 0 0,0 0 0,0 0 0,1 1 0,-1-1 1,0 0-1,0 0 0,0 0 0,0 0 0,1 0 0,-1 1 0,0-1 0,0 0 0,0 0 0,0 0 0,1 0 0,-1 0 0,0 0 0,0 0 0,0 0 0,1 0 1,-1 0-1,0 0 0,0 0 0,0 0 0,1 0 0,-1 0 0,0 0 0,0 0 0,0 0 0,1 0 0,-1 0 0,0 0 0,0 0 0,0 0 0,1-1 1,-1 1-1,0 0 0,1 0-45,0 0 24,4 0-47,-4 0-44,0-1 0,-1 1 0,1-1 0,0 0-1,0 1 1,-1-1 0,1 0 0,0 1 0,-1-1 0,1 0 0,-1 0 0,1 0 0,-1 1 0,1-1 0,-1 0 0,1 0 0,-1 0 0,0 0 0,0 0 0,1 0 0,-1 0 0,0 0 0,0 0 0,0-1 0,2-27-535,-2 20 525,0 8 68,0-1 1,-1 0 0,1 1-1,0-1 1,0 0 0,0 0-1,0 1 1,1-1-1,-1 0 1,0 1 0,1-1-1,-1 0 1,1 1 0,0-1-1,-1 1 1,1-1-1,1-1 1,6-15 1186,-3 7-874,-3 20 5258,-4 3-5235,0-1-1,-1 1 0,0-1 0,-1 0 1,-1 0-1,1 0 0,-2 0 1,-8 14-1,-4 8 100,-29 64 352,-88 170 72,81-162-721,4 3 0,4 3 0,-35 136 0,52-121-1876,29-125 1538,0 0 1,0 0-1,-1 0 1,1 0 0,-1 0-1,1-1 1,-1 1-1,0 0 1,1 0-1,-1 0 1,0-1 0,1 1-1,-1 0 1,0 0-1,0-1 1,0 1-1,1-1 1,-1 1 0,0-1-1,0 1 1,0-1-1,0 0 1,0 1-1,0-1 1,-1 0-1,-18 2-7525,20-2 7523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49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265 136 4338,'0'0'14841,"-9"6"-12709,-13 9-1444,0 1 0,1 1-1,0 1 1,2 1 0,0 1 0,-29 40 0,37-45-586,2 0-1,-1 0 1,2 1 0,0 0 0,1 1 0,0-1 0,2 1 0,0 1 0,1-1 0,0 1 0,-1 33 0,5-49-116,0 0 1,0-1 0,0 1 0,0 0-1,0 0 1,1-1 0,-1 1 0,0-1-1,1 1 1,0 0 0,-1-1 0,1 1-1,0-1 1,0 1 0,0-1 0,-1 0-1,2 1 1,-1-1 0,0 0 0,0 0 0,0 1-1,1-1 1,1 1 0,0-1-13,0 1-1,0-1 1,0 0 0,0-1 0,0 1 0,0-1 0,0 1-1,1-1 1,-1 0 0,0 0 0,6-1 0,2-1-10,-1 0 1,0 0-1,1-2 1,-1 1-1,-1-1 1,19-10-1,-1-2-53,-2-1 1,0-2-1,-1 0 0,-1-2 0,0 0 1,32-42-1,-46 50 91,0 0 1,-1-1-1,0 0 1,-1-1-1,-1 0 1,0 0-1,-1 0 1,0-1-1,-2 0 1,0 1-1,0-1 0,-2 0 1,0-1-1,-1-25 1,-1 37 30,0 0 0,1 0 0,-1 0 0,-1 0 1,1 0-1,-1 1 0,0-1 0,0 0 0,0 1 0,-1 0 1,1-1-1,-1 1 0,0 0 0,0 0 0,-1 1 0,1-1 1,-1 1-1,0-1 0,0 1 0,-7-4 0,3 2 26,-1 1 0,0 1 0,1-1 0,-1 1 0,0 1 0,0-1 0,-1 2 0,1-1 0,0 1 0,-13 1-1,19 0-263,1 0-1,-1 0 0,0 1 0,0-1 0,0 1 0,1 0 1,-1 0-1,0 0 0,1 0 0,-1 0 0,1 0 0,-1 1 0,1-1 1,0 1-1,-1 0 0,1 0 0,0 0 0,0 0 0,0 0 0,1 0 1,-1 0-1,0 1 0,1-1 0,-1 0 0,1 1 0,0 0 1,0-1-1,0 1 0,-1 3 0,-1 7-1789,0 1 1,1-1-1,1 0 0,0 26 1,1-13-5885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49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691 10 13334,'0'0'6411,"-28"-2"-2551,8 0-3196,5 0-376,0 0 1,0 1-1,0 1 0,0 0 0,0 1 0,0 1 0,0 0 1,0 1-1,0 0 0,1 2 0,-16 6 0,-10 8 290,1 2 0,2 2 0,0 2 0,1 1 0,2 1 0,-47 49-1,66-61-544,1 1 0,1 1-1,0 0 1,1 1 0,1 0-1,1 1 1,0 0 0,1 1-1,1 0 1,2 0 0,-1 0-1,2 1 1,1 0-1,1 0 1,-1 27 0,4-42-100,0 0 0,0 0 1,1 0-1,0 0 0,0-1 0,1 1 0,-1 0 1,1-1-1,1 1 0,-1-1 0,1 0 1,0 0-1,0 0 0,0 0 0,1 0 1,0-1-1,-1 1 0,2-1 0,-1 0 1,0 0-1,1-1 0,0 1 0,0-1 1,0 0-1,0 0 0,0-1 0,1 0 1,-1 1-1,12 1 0,12 3-1065,0-2 0,0-1 0,0-1 0,50-2 0,-77-1 999,10 0-1031,-1 0 1,0-1-1,0 0 0,0-1 0,0 0 0,0-1 1,0 0-1,15-7 0,29-18-7835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49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68 768,'0'0'20042,"20"-7"-18719,66-24-43,-82 30-1107,1-1-1,-1 1 1,1 0-1,-1 0 1,1 0-1,0 1 1,-1 0-1,1-1 1,-1 2-1,1-1 1,0 0-1,5 2 1,-9-1-87,1 0 1,0-1-1,-1 1 1,1 0 0,-1 0-1,1 0 1,-1 0-1,1 0 1,-1 0-1,0 1 1,1-1-1,-1 0 1,0 1 0,0-1-1,0 1 1,0-1-1,0 1 1,-1-1-1,1 1 1,0 0-1,0 2 1,0 2 50,-1 1 0,1-1-1,-1 1 1,0 0 0,-1-1 0,0 1 0,0-1 0,0 1-1,-1-1 1,0 1 0,0-1 0,-5 10 0,-26 32 378,20-31-390,35-42-460,1 1 0,32-26 1,-13 13 100,-22 17 186,46-37 424,-65 57 387,-1 8 1778,0 26-2158,-1-6-495,0-20 66,0 0 0,1 0-1,1 1 1,-1-1 0,3 10-1,10 5-2603,-11-22 2102,-1 1-1,1-1 0,0 1 0,0-1 1,0 0-1,1 0 0,-1 0 0,0 0 1,0 0-1,4 1 0,21 3-9013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9:50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6643,'0'0'13425,"22"1"-11342,-7 0-1642,-6-2-240,0 1 0,-1 1 0,1 0-1,0 0 1,-1 0 0,1 1 0,-1 1-1,1-1 1,-1 2 0,0-1 0,0 1-1,0 0 1,-1 0 0,14 11 0,-7 0 26,-1 0 1,-1 0 0,0 1-1,-1 1 1,-1 0-1,-1 0 1,0 1 0,-1 1-1,-1-1 1,-1 1-1,-1 0 1,0 0 0,-1 1-1,-1-1 1,-1 1 0,-1 0-1,-1 0 1,-2 20-1,1-31-215,0 0 0,0-1-1,-1 1 1,0-1 0,0 1-1,-1-1 1,0 0 0,-1 0-1,0 0 1,0 0 0,-1-1-1,0 0 1,0 0 0,0 0-1,-8 7 1,-7 4 49,-1-1-1,0-1 1,-36 21 0,-12 8 43,58-35-226,-1 2-1785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71 576,'0'0'5141,"13"-37"-2684,-13 30-2011,0 6-336,-1 0 0,1 0 0,0 0 1,0-1-1,0 1 0,0 0 1,0 0-1,0 0 0,0 0 0,0 0 1,0 0-1,0 0 0,1 0 1,-1 0-1,1 0 0,-1 0 0,0 0 1,1 0-1,-1 0 0,1 0 1,0 0-1,-1 0 0,3-1 3704,-3 21-1637,14 345 4788,-14 239-3078,0-603-3830,0-35-7856,0 22 2725,0-4-1785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0 269 416,'0'0'5112,"2"-5"-4765,1 0 176,4-7-871,-5 0 8238,37 12-7429,197 1-81,572-11 1228,-681 6-1601,212-14 111,392-14 204,-472 27-204,650-53-72,-420 48 367,4 0-357,-122-13-31,-32 3-15,202 4 1396,-141 8-1235,-327 0-165,20-1 4,1095 9 14,-1168-1 602,-22-1-173,-16 1-2022,-4 0-3872,-16 1-2547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1 301 1056,'0'0'4320,"47"2"1827,151-11-1364,7 0-4217,735-5 138,-128-33-421,-168 15-83,-282 4-162,54-2 41,345 14 117,-295 9 89,-135-2 174,317-4 333,-207-4-567,-197 4-178,-130 10-126,206-17 454,-9-7 1164,-135 19 726,-140 8 1689,-75 7-6294,20-3-1989,1-2-5668,11-2 3215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64 160,'0'0'4706,"2"-10"-3567,1-1-763,-1 6-169,-1 1-1,1 0 1,-1-1-1,0 1 1,-1-1-1,1 0 1,-1-6 3929,15 25 1322,-11 4-4720,0-1-1,-1 1 0,-1 0 1,-1 0-1,-1 0 1,-1 20-1,0-2 96,1 535 4916,-7-433-4297,-6 39 474,13-154-1715,0-23-289,0-3-2069,0-6-387,-22 2-12767,-4-1 3055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75 2209,'0'0'10458,"0"-9"-9004,0-43 1051,0 51-2453,0 0 0,-1 1 0,1-1 0,-1 0 0,1 0 0,-1 1 0,1-1 0,-1 0 0,1 0 0,-1 1 0,1-1 0,-1 1 0,0-1 0,1 1 0,-1-1 0,0 1 0,0-1 0,1 1 0,-1 0 0,0-1 0,0 1 0,0 0 0,1 0 0,-1-1 0,0 1 0,0 0 0,0 0 0,0 0 0,0 0 0,1 0 0,-2 0 0,-37 1-78,30-1 133,-1 2-101,0 1 0,0-1 0,0 2 0,0 0 0,0 0 0,1 0 0,0 1 0,0 1 0,0-1 0,1 2 0,-1-1 0,2 1 0,-1 0 0,1 1 0,-10 12 0,16-19-7,-1 1 0,1-1 0,0 1 0,1-1 1,-1 1-1,0-1 0,0 1 0,0-1 0,1 1 0,-1 0 0,1-1 0,0 1 0,-1 0 0,1 0 0,0-1 0,0 1 0,0 0 0,0 0 1,0-1-1,1 4 0,0-4 2,0 1 0,-1-1 0,1 0 0,0 0 0,0 0 0,1 1 0,-1-1 0,0 0 0,0 0 0,0 0 0,1-1 0,-1 1 1,0 0-1,1 0 0,-1-1 0,1 1 0,-1-1 0,3 1 0,8 2 44,1-1 0,0-1 0,0 0 0,18-1 0,-20 0 33,0 0-13,0 0 25,1 1 0,-1-2 0,0 1 0,1-1 0,-1-1-1,0 0 1,0-1 0,0 0 0,-1-1 0,16-6 0,27-15 1092,-52 25 269,-10 18-453,-8 6-460,-1 0-1,-1-1 1,-37 34-1,-14 16 32,5-2-340,36-41-82,1 2 0,-45 66-1,72-97-145,0 0 1,0 1-1,1-1 0,-1 1 0,0-1 0,0 0 1,1 1-1,-1-1 0,1 1 0,-1 0 0,1-1 1,0 1-1,-1-1 0,1 1 0,0 0 0,0-1 1,0 1-1,1 0 0,-1-1 0,0 1 0,0-1 1,2 3-1,-1-3 3,0 0-1,0 1 1,0-1 0,0 0-1,0 0 1,1 0 0,-1 0 0,0-1-1,1 1 1,-1 0 0,1-1-1,-1 1 1,1 0 0,-1-1-1,1 0 1,-1 1 0,1-1 0,1 0-1,9 1 37,0-1 0,0 0-1,0-1 1,19-4-1,0-4 44,1-1-1,-2-2 1,1-1-1,-2-1 0,0-2 1,0-1-1,30-24 0,-55 38-393,10-9-157,-11 0-3984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5651,'0'0'13112,"5"-7"-11716,18-25-22,-17 24-243,-5 9-1014,0 1 1,-1-1 0,1 0 0,0 1 0,0-1-1,-1 1 1,1-1 0,0 1 0,-1-1-1,0 1 1,1-1 0,-1 1 0,0 0 0,0-1-1,0 1 1,0-1 0,0 1 0,0 0-1,-1 1 1,2 5 197,-1-6-299,0 0 0,1 0 0,-1 0 1,1 0-1,-1 0 0,1 0 0,0 0 0,0 0 0,0 0 0,0-1 0,0 1 0,0 0 0,1 0 0,-1-1 0,1 1 0,-1-1 0,1 0 0,-1 1 0,1-1 1,0 0-1,-1 0 0,1 0 0,0 0 0,0 0 0,0 0 0,0-1 0,0 1 0,3 0 0,-2-1-35,1 0 1,0 0-1,-1-1 0,1 1 0,0-1 0,-1 0 1,1 0-1,-1 0 0,1 0 0,-1 0 1,1-1-1,-1 0 0,0 0 0,0 0 0,4-3 1,32-31-208,-32 29 242,-1 1 1,1-1 0,0 1 0,0 0 0,1 1 0,0 0-1,0 0 1,10-4 0,-17 9 268,-1 41 1698,0 46-1527,1-86-797,0-1 0,0 1 0,0 0 0,0-1 1,1 1-1,-1-1 0,0 1 0,0-1 0,0 0 0,0 1 1,1-1-1,-1 0 0,0 0 0,0 0 0,1 0 0,-1 0 0,0 0 1,3-1-1,25 0-5293,-7-6-1340,4-8-2091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4418,'0'0'14231,"22"31"-12004,-18-27-2195,0-1-1,1 0 0,-1-1 1,1 1-1,0-1 0,-1 0 0,1 0 1,0 0-1,0-1 0,0 0 1,0 0-1,1 0 0,6 0 1,65-1 92,-76-1-153,1 1-1,-1 0 1,0-1 0,0 1-1,1-1 1,-1 1 0,0-1-1,0 1 1,0-1 0,0 0-1,0 0 1,0 1 0,0-1-1,0 0 1,0 0 0,0 0-1,0 0 1,-1 0 0,1 0-1,0 0 1,-1-1 0,1 1-1,-1 0 1,1 0 0,-1 0-1,0-1 1,1 1 0,-1 0-1,0-1 1,0 1 0,0 0-1,0 0 1,0-1 0,0 1-1,0-2 1,0 0 11,0 1 0,-1-1 0,1 0 1,0 0-1,-1 1 0,0-1 0,1 0 0,-1 1 1,0-1-1,0 1 0,-1-1 0,1 1 0,0 0 1,-4-4-1,1 3 87,-1 1-1,0-1 1,0 1 0,0 0 0,0 1-1,0-1 1,0 1 0,0 0-1,0 0 1,-1 0 0,1 1 0,0 0-1,-1 0 1,1 0 0,-10 3 0,11-3 18,1 1 1,-1-1 0,0 1 0,0 0-1,1 1 1,-1-1 0,1 1 0,-1-1 0,1 1-1,0 0 1,-1 0 0,1 1 0,0-1-1,0 1 1,1-1 0,-1 1 0,1 0-1,-1 0 1,1 0 0,0 0 0,-3 6 0,1 6-68,0 1 0,1-1 0,1 1 0,1 0 0,0-1 0,2 22 0,-1-10-371,0-26 254,0 1 0,0-1 0,1 0 0,-1 0-1,0 0 1,0 1 0,1-1 0,-1 0 0,1 0 0,-1 0 0,1 0 0,-1 0 0,1 0 0,0 0 0,0 0 0,-1 0-1,1 0 1,0 0 0,0 0 0,0-1 0,0 1 0,0 0 0,2 1 0,0-1-307,1 1 0,0-1 0,-1 0 0,1 0-1,0 0 1,-1 0 0,1-1 0,4 1 0,3-1-942,0-1 0,0 1 0,0-1-1,0-1 1,11-3 0,16-12-2272,-3-5 505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2193,'0'0'12382,"2"-7"-10101,2-21-422,-3 21 558,0 43 259,0-33-2682,0 1 0,-1-1 0,1 1 0,1-1 0,-1 0 0,0 1-1,1-1 1,0 0 0,-1 0 0,1 0 0,0 0 0,1 0 0,2 3 0,-2-5-49,-1 0 0,1 0 0,-1 0 1,1 0-1,-1-1 0,1 1 0,0-1 1,-1 0-1,1 1 0,0-1 0,0 0 1,-1-1-1,1 1 0,0 0 0,-1-1 1,1 0-1,0 1 0,-1-1 0,1 0 1,2-2-1,6-1-23,0-2-1,0 0 1,0 0 0,-1-1-1,0 0 1,0-1-1,8-8 1,-18 44 5542,0-27-5528,0 0 0,0 1 0,0-1 0,0 0 0,1 0-1,-1 1 1,0-1 0,1 0 0,-1 0 0,1 0 0,-1 0 0,1 1-1,-1-1 1,1 0 0,0 0 0,0 0 0,-1 0 0,1 0-1,0 0 1,0-1 0,0 1 0,0 0 0,0 0 0,2 0-1,37 1-5512,1-8-4733,-8-7 1159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4866,'0'0'13441,"8"27"-11296,-5-23-2065,1-1-1,-1 1 1,1-1-1,0 0 0,0 0 1,1 0-1,-1 0 1,0-1-1,1 0 1,0 0-1,-1 0 1,1 0-1,6 1 1,3-1-23,-1 0 0,1 0 1,19-2-1,-31-37-110,-3 35 70,1 0 1,-1 0 0,0 0-1,1 0 1,-1 0 0,0 1-1,0-1 1,-1 0 0,1 1-1,0-1 1,0 1-1,-1-1 1,1 1 0,-1-1-1,0 1 1,1 0 0,-1 0-1,0 0 1,1 0 0,-1 0-1,0 0 1,0 1 0,0-1-1,0 0 1,0 1 0,0 0-1,0-1 1,0 1 0,-3 0-1,-3-1 384,0 0-1,0 0 0,0 1 1,0 0-1,1 1 0,-11 1 1,16-1-287,1 0 1,-1 0-1,1 0 0,-1 0 1,1 0-1,0 0 0,-1 1 1,1-1-1,0 1 0,0-1 1,0 0-1,0 1 1,0 0-1,0-1 0,0 1 1,0 0-1,1-1 0,-2 4 1,-6 31 884,4-5-606,2 52 0,2-67-472,0-15-8,1 1 0,-1 0 0,1-1 1,-1 1-1,1-1 0,0 1 0,0-1 0,0 1 1,0-1-1,0 0 0,0 1 0,0-1 0,0 0 0,0 0 1,1 0-1,-1 0 0,1 0 0,-1 0 0,0 0 1,1 0-1,-1 0 0,1-1 0,0 1 0,-1-1 0,1 1 1,0-1-1,-1 0 0,1 1 0,0-1 0,-1 0 1,3 0-1,67 1-5395,-54-1 3057,30 0-5277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2289,'0'0'12427,"0"-6"-10007,0-15-285,0 41 610,0 49 512,0 131-23,0 0-5510,4-182 931,0-11-2192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66 5234,'0'0'9453,"21"-5"-7991,5-2-1100,-2 1 3,1 1 1,0 1 0,32-1 0,108-8 1617,159-6 646,-289 19-2205,-17-1 111,-1 0 1,1 1-1,-1 1 0,1 1 0,0 1 0,-1 0 1,0 1-1,0 1 0,31 13 0,-36-13 146,-5-1 394,-6 15-683,0 15-134,-2-1 0,-11 63 0,-1-9-247,3 0 1,4 175 0,7-185-149,-1-76 44,-5-1-2,0 1 0,0-1 0,1 0 0,-1 0 0,0 0 1,0 0-1,-6-2 0,8 1 24,-242-15-1516,150 15 1457,1 5 0,-141 24 0,185-19 132,13-3 156,-53 17 0,77-23-156,12 0-84,17-16-9562,-11 12 7373,8-9-4698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 3105,'0'0'11640,"-1"4"-10079,-4 24-129,2 0 0,1 0 0,1 0 1,1 0-1,6 40 0,0 36-554,-6 671-275,-3-753-601,-4-17 229,6-6-260,0 0 0,0 0 0,0 0 0,0 0 0,0 0-1,1 0 1,-1-1 0,0 1 0,1 0 0,-1 0 0,1-1-1,-1 1 1,1 0 0,0-1 0,-1 1 0,1-1 0,0 1 0,0 0-1,0-1 1,0 1 0,1-3 0,0 2 2,0 0-1,0 1 1,0-1-1,1 0 1,-1 1 0,1 0-1,-1-1 1,1 1 0,0 0-1,-1 0 1,1-1 0,0 2-1,0-1 1,0 0 0,0 0-1,0 0 1,0 1 0,0-1-1,3 1 1,0-2-37,80-23-450,162-27 1,93 13 136,-221 27 170,-65 6 62,665-74-532,-451 52 2163,-248 21-764,-17 3 840,-15 2 1850,6 9-4488,6-6 169,-1 0 1,0 0-1,1 0 0,-1 0 1,0 1-1,0-1 0,0 0 1,0 0-1,0-1 0,0 1 1,0 0-1,0 0 0,0 0 0,-3 0 1,-3 0-6476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4018,'0'0'12331,"7"-1"-10488,-5 0-1706,-1 1-1,1 0 1,0-1 0,0 1-1,0 0 1,-1 0-1,1 0 1,0 1-1,0-1 1,-1 0-1,1 1 1,0-1-1,0 1 1,-1 0 0,1-1-1,0 1 1,-1 0-1,1 0 1,-1 0-1,1 0 1,-1 0-1,0 0 1,2 2-1,1 3 346,0-1 0,-1 2-1,1-1 1,-1 0-1,0 0 1,1 8 0,2 10 40,-1-1 1,-1 1 0,-1-1 0,-2 1 0,0 0-1,-4 37 1,1 2 438,2-63-787,2-18-118,0-1 0,-2 1 0,0-1 0,-5-33 0,1-17-403,4 45-33,-7-45 0,4 56 142,-1-5-1,3 32 340,1-11-91,1 0 0,0 0 0,0 0 0,0 0 0,0-1 1,0 1-1,1 0 0,-1-1 0,1 1 0,-1-1 0,1 1 0,0-1 1,0 0-1,0 0 0,1 0 0,2 2 0,47 35 79,-32-26-84,-18-12 34,0 0-1,1 0 0,-2 1 1,1-1-1,0 1 0,0-1 1,0 1-1,-1 0 0,1-1 0,-1 1 1,1 0-1,-1 0 0,0 0 1,0 0-1,0 0 0,0 1 0,0-1 1,0 0-1,-1 0 0,1 1 1,-1-1-1,1 0 0,-1 1 1,0-1-1,0 0 0,0 1 0,0-1 1,0 0-1,-1 1 0,1-1 1,-1 0-1,1 1 0,-1-1 0,0 0 1,0 0-1,0 0 0,0 0 1,-1 0-1,1 0 0,0 0 1,-1 0-1,1 0 0,-1-1 0,-2 3 1,-3 3 189,-1-1 1,0 0 0,0 0-1,0 0 1,-1-1 0,0-1-1,0 0 1,0 0 0,-15 4-1,23-7-439,-42 14 1081,27-1-3514,10 7-8555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5 1953,'0'0'10992,"0"0"-10886,0-1 1,0 1 0,0 0-1,0 0 1,0-1-1,0 1 1,0 0 0,-1 0-1,1 0 1,0-1 0,0 1-1,0 0 1,0 0 0,0 0-1,0 0 1,-1-1 0,1 1-1,0 0 1,0 0 0,0 0-1,-1 0 1,1 0-1,0 0 1,0-1 0,0 1-1,-1 0 1,1 0 0,0 0-1,0 0 1,0 0 0,-1 0-1,1 0 1,0 0 0,0 0-1,-1 0 1,1 0 0,0 0-1,-1 0 1,-3 6 458,0 0 1,1 1-1,-1-1 1,1 1-1,0-1 1,1 1-1,0 0 1,0 0-1,0 0 1,1 0-1,0 9 1,-2-5 11,-6 59 1719,3 0-1,6 133 1,2-86-1934,5 217 516,-7-334-961,0 0 0,1 0 0,-1 1 0,0-1 0,0 0 0,1 0 0,-1 0 0,0 0 1,1 1-1,-1-1 0,1 0 0,-1 0 0,0 0 0,1 0 0,-1 0 0,0 0 1,1 0-1,-1 0 0,1 0 0,-1 0 0,0 0 0,1 0 0,-1 0 0,0 0 0,1 0 1,-1 0-1,0-1 0,1 1 0,-1 0 0,0 0 0,1 0 0,-1 0 0,0-1 0,1 1 1,-1 0-1,0 0 0,0-1 0,1 1 0,-1 0 0,0-1 0,0 1 0,1 0 0,-1-1 1,0 1-1,0 0 0,0-1 0,0 1 0,0 0 0,0-1 0,1 1 0,-1-1 1,0 1-1,0 0 0,0-1 0,0 1 0,0 0 0,0-1 0,-1 0 0,22-51-9857,-2 18-11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1 720,'0'0'13257,"0"5"-10818,14 86 5209,-6 103-2082,22 99-3204,-20-198-2102,3-4-713,-8-74-1733,-4-16 1625,-1 0-1,1 0 1,0-1-1,0 1 1,0 0-1,1-1 1,-1 1-1,0-1 1,0 1-1,0-1 1,0 1-1,0-1 1,1 0-1,-1 0 1,0 0-1,0 1 1,1-1-1,1-1 1,16 1-7483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1521,'0'0'14849,"0"3"-11243,0 18-1881,2 207 5878,3-119-6134,21 120-1,-11-159-1506,4 24 111,-18-31-6497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4034,'0'0'10087,"8"-4"-4698,3-3-3361,-8-2-1022,0 1 1996,-1 18-1418,-3 93 821,21 160 0,12 57-1648,-30-251-4447,-1 0-4001,13-69-7814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5 3906,'3'-2'16258,"8"0"-11939,-18 414 1562,0 6-3801,7-416-2061,0 0-6,0 0 0,0 0 1,-1-1-1,1 1 0,0 0 0,1 0 1,-1-1-1,0 1 0,0 0 0,1-1 0,-1 1 1,1 0-1,0-1 0,-1 1 0,1-1 0,0 1 1,0 0-1,0-1 0,0 0 0,0 1 1,0-1-1,2 2 0,5 42-1331,-9-44 1017,1 0 0,0 1-1,-1-1 1,1 0 0,-1 0 0,1 1-1,-1-1 1,0 0 0,1 0 0,-1 0-1,0 0 1,0 0 0,0 0 0,0 0-1,0 0 1,0 0 0,0-1 0,0 1-1,0 0 1,0 0 0,-1-1 0,-1 1-1,-31 11-7920,7-7-1417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1024,'0'0'3914,"7"0"-3876,38-4 4,-24 0 14390,-28 11-10598,-3 8-5281,4-6 1651,1 0 1,0 1 0,0-1-1,1 1 1,0 0 0,1 0 0,0 0-1,1 0 1,0 1 0,-1 12-1,3-22-200,1-1-1,-1 1 0,1-1 1,-1 1-1,0 0 1,1-1-1,0 0 0,-1 1 1,1-1-1,-1 1 0,1-1 1,-1 0-1,1 1 1,0-1-1,-1 0 0,1 1 1,0-1-1,-1 0 0,1 0 1,0 0-1,0 0 1,-1 0-1,1 0 0,0 0 1,-1 0-1,2 0 0,28 0 47,-22 0-20,0 0-22,-1 0-1,1 0 0,-1-1 1,0 0-1,1 0 1,-1-1-1,0 0 0,0 0 1,0-1-1,10-4 1,-14 5-18,0-1 0,0 1 0,0-1 0,-1 0 1,1 1-1,-1-1 0,1 0 0,-1 0 0,0-1 1,0 1-1,-1 0 0,1-1 0,-1 1 0,1-1 0,-1 1 1,0-1-1,0 0 0,-1 0 0,1 1 0,-1-1 1,0 0-1,0-6 0,0 6 5,0 1-1,0-1 1,-1 1-1,1-1 1,-1 1-1,1 0 1,-1-1-1,0 1 1,-1-1 0,1 1-1,0 0 1,-1 0-1,0 0 1,0 0-1,0 0 1,0 0-1,0 1 1,-4-4 0,3 3 91,-1 1 1,0-1 0,0 1 0,0 0 0,0 0 0,0 1 0,-1-1 0,1 1 0,0 0 0,-1 0 0,1 0 0,-1 1 0,1-1 0,-7 2 0,10-1-81,1 0 1,-1 0 0,0 0 0,1 0 0,-1 0 0,0 0 0,1 1 0,-1-1-1,0 0 1,1 1 0,-1-1 0,1 0 0,-1 1 0,1-1 0,-1 0 0,1 1-1,-1-1 1,1 1 0,-1-1 0,1 1 0,-1 0 0,1-1 0,0 1-1,-1-1 1,1 1 0,0 0 0,0-1 0,-1 1 0,1-1 0,0 1 0,0 0-1,0-1 1,0 1 0,0 0 0,0 0 0,0-1 0,0 1 0,0 1 0,2 11-3037,18-7-15522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8724,'0'0'13862,"1"12"-12221,12 183 2305,-13-193-4001,0-1-1,0 0 1,0 0 0,0 0 0,0 0 0,0 0-1,0 1 1,1-1 0,-1 0 0,0 0-1,1 0 1,-1 0 0,1 0 0,-1 0-1,1 0 1,0 0 0,-1 0 0,1 0-1,0 0 1,0 0 0,-1-1 0,1 1 0,0 0-1,0 0 1,0-1 0,0 1 0,2 0-1,31 3-7688,-31-4 6849,12 0-6591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4706,'0'0'12024,"1"0"-11835,0 0-1,-1-1 1,1 1-1,0 0 1,0 0-1,0-1 0,-1 1 1,1 0-1,0 0 1,0 0-1,0 0 1,0 0-1,-1 0 1,1 0-1,0 0 1,0 1-1,0-1 0,0 0 1,-1 0-1,1 1 1,1 0-1,3 25 1085,0 1 1,-2 0-1,-1 33 0,-1-68-1323,1-1 0,0 1-1,1 0 1,-1 0 0,2 1 0,-1-1 0,1 1-1,0-1 1,1 1 0,-1 0 0,1 1-1,1-1 1,-1 1 0,1 0 0,0 1-1,1-1 1,-1 1 0,1 0 0,0 1-1,0-1 1,1 2 0,-1-1 0,11-3-1,-17 7 107,-1 0 0,1 1 0,0-1 0,0 0 0,0 0 0,0 1 0,0-1 0,0 0 0,0 1 0,0-1 0,0 1 0,-1-1 0,1 1 0,0-1 0,0 1 0,-1 0 0,1-1 0,0 1 0,-1 0 0,1 0 0,-1-1 0,1 1 0,-1 0 0,1 0 0,-1 0 0,0 0 0,1 0 0,-1 0 0,0 0 0,1 0 0,-1-1 0,0 1 0,0 0 0,0 0 0,0 0 0,0 0 0,-1 2 0,2 48 1263,-2-37-721,1 45 341,0-58-1050,1 0 1,-1-1-1,1 1 0,-1-1 0,1 1 1,-1 0-1,1-1 0,-1 1 1,1-1-1,0 1 0,-1-1 1,1 0-1,0 1 0,0-1 0,-1 0 1,1 1-1,0-1 0,0 0 1,-1 0-1,1 1 0,0-1 0,0 0 1,0 0-1,-1 0 0,1 0 1,0 0-1,1-1 0,31 1-5205,-24 0 2714,17 0-5050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1056,'0'0'19906,"19"-3"-18274,91-8 756,-43 9-5416,-65 2 2187,0 0-1,0 0 1,0-1-1,0 1 1,0 0 0,0-1-1,-1 1 1,1-1-1,0 1 1,0-1 0,0 0-1,2-2 1,10-7-8398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11973,'0'0'16056,"0"120"-14279,0-95-865,0-3-480,0 1-352,0-3-80,0 1-576,0 1-897,0-2-1280,0 1-2017,0-3-4482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0,'4'6'14179,"-1"9"-13074,4 465 5589,-7-297-4809,0-155-4039,0-131-10578,0 71 6876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1 165 352,'0'0'5384,"0"-11"-1785,124 9 4020,-79-1-7109,-1-2 1,49-12 0,329-71 626,-310 71-569,206-5 0,-197 22 275,-120 0-141,-1 22 373,-14 352 2265,14-18-1627,5-332-1603,-5-21-233,-5-5-46,-9-5 12,2 3 118,0 1-1,1 0 1,-1 0 0,0 1 0,-1 0 0,-21 1-1,4 1-32,-51 8 0,-302 70-112,362-73 192,-291 64 467,251-66 1152,60-3-1059,-1 0-487,-7 0-15,7 0 887,0 0-969,-48 2 308,35 0-3961,-1-2-7169,4 0 796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481 210 4530,'0'0'6486,"-8"-19"-5048,-25-63-203,29 75-1008,1 0 0,-1 0 0,0 1 0,-1-1-1,0 1 1,0 0 0,0 0 0,0 0 0,-1 1 0,0 0 0,0 0 0,-1 0 0,0 1 0,1 0-1,-1 0 1,0 1 0,-1 0 0,1 0 0,-1 1 0,1 0 0,-1 0 0,0 1 0,0-1 0,1 2-1,-1-1 1,-12 2 0,11-1-99,-1 1 0,0 0 0,1 1 0,-1 0 0,1 1 0,-1 0 0,1 0 0,0 1 0,0 0 0,1 1 0,-1 0 0,1 0 0,0 1 0,0-1 0,1 2 1,0-1-1,0 1 0,0 1 0,-7 10 0,3 1 83,0 1 1,2 0 0,1 1 0,0-1-1,2 2 1,0-1 0,1 1-1,1-1 1,1 1 0,0 32 0,1 221 1285,3-152-777,-1-98-632,1 1 1,1-1 0,1 1 0,1-1 0,1 0-1,13 38 1,-13-54-1543,-7-16-3275,-1-9 2506,2 10 1025,-1-1-1,0 1 1,0 0 0,-1 0-1,0 1 1,-4-9 0,-13-15-4429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1 142 2673,'0'0'13863,"67"-25"-11927,-26 19-175,13-6-112,-6-1-512,6 2-433,0-3-496,0 3-208,-6-1-48,-1-1-832,-6 2-1474,-14 2-1471,-7 4-3907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0 172 5539,'0'0'15335,"9"7"-13839,28 21-271,-34-26-1078,-1 1 1,0-1 0,0 1-1,0-1 1,-1 1 0,1 0-1,-1 0 1,1-1 0,-1 1-1,0 0 1,0 0 0,0 1-1,-1-1 1,1 0 0,-1 0-1,0 0 1,0 0 0,0 6-1,0-7-92,0-2 100,-2 0-142,1 0 1,-1-1 0,0 0 0,1 1-1,-1-1 1,1 0 0,-1 0 0,1 0-1,0 0 1,-1 0 0,1 0 0,0 0-1,0 0 1,0 0 0,-1-1 0,1 1-1,1-1 1,-1 1 0,0 0 0,0-1-1,0 1 1,1-1 0,-1 0 0,1 1 0,-1-1-1,1 0 1,0 1 0,0-1 0,-1 0-1,1-2 1,-3-62-4,3 57 20,0-8 10,1 0 1,0 0-1,4-18 0,-4 32-39,0-1 0,0 0 0,0 0 0,0 0 0,0 1 0,1-1 0,0 1 0,0-1 0,0 1 0,0 0 0,0-1 0,1 1 0,-1 0 0,1 1 1,0-1-1,0 0 0,0 1 0,0-1 0,5-1 0,-7 3-151,0 1 0,0 0 0,-1 0 0,1-1 0,0 1 1,0 0-1,0 0 0,0 0 0,-1 0 0,1 0 0,0 0 0,0 1 0,0-1 1,0 0-1,-1 0 0,1 0 0,0 1 0,0-1 0,-1 0 0,1 1 0,0-1 0,0 1 1,-1-1-1,1 1 0,-1-1 0,2 2 0,17 22-5593,-3-3-3214,3-7 446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56 4578,'0'0'16170,"-12"2"-14745,-40 8-214,50-10-1162,0 1 1,0 0-1,1 0 1,-1 0-1,1 0 1,-1 1-1,1-1 1,-1 0-1,1 1 1,-1-1-1,1 0 0,0 1 1,0 0-1,0-1 1,0 1-1,0 0 1,0-1-1,1 1 1,-1 0-1,0 0 1,1 0-1,-1 0 0,1 0 1,0 0-1,0-1 1,0 1-1,0 0 1,0 0-1,0 0 1,0 0-1,1 0 0,-1 0 1,1 0-1,0 2 1,0 10 9,0-13-54,0 0-1,0-1 1,0 1-1,0 0 1,0 0-1,0 0 1,0-1-1,0 1 1,1 0-1,-1-1 1,0 1 0,0-1-1,1 0 1,-1 1-1,0-1 1,1 0-1,-1 0 1,0 0-1,1 0 1,-1 0-1,0 0 1,2 0-1,36-3 34,-36 1 19,0 0 0,1 0 0,-1-1 1,0 1-1,0 0 0,0-1 0,-1 0 0,1 0 1,-1 0-1,1 0 0,-1 0 0,0 0 1,0-1-1,-1 1 0,1-1 0,-1 1 1,1-1-1,-1 0 0,0 1 0,0-1 1,0-8-1,-1 10-15,1-1 0,-1 0-1,0 0 1,0 0 0,0 1 0,0-1 0,-1 0 0,1 0 0,-1 1 0,0-1 0,1 0-1,-1 1 1,0-1 0,-1 0 0,1 1 0,0 0 0,-1-1 0,1 1 0,-1 0 0,0-1-1,0 1 1,0 0 0,0 1 0,0-1 0,0 0 0,-1 0 0,1 1 0,0 0 0,-5-3-1,6 4-225,1 0-1,0 0 1,-1 0-1,1 0 1,-1 0-1,1 0 0,0 0 1,-1 1-1,1-1 1,0 0-1,-1 0 1,1 0-1,0 0 1,-1 0-1,1 1 0,0-1 1,-1 0-1,1 0 1,0 1-1,0-1 1,-1 0-1,1 0 0,0 1 1,0-1-1,-1 0 1,1 1-1,0-1 1,0 0-1,0 1 1,0-1-1,-1 0 0,1 1 1,0-1-1,0 0 1,0 1-1,0-1 1,0 1-1,0-1 0,0 0 1,0 1-1,0-1 1,0 1-1,0-1 1,0 23-5697,1-18 2485,-1 8-4461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0 0 3394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3394,'51'9'1677,"2"0"240,-1-7 5571,-50-1-6971,-1-1 0,1 1 1,0 0-1,0 0 0,-1-1 0,1 1 0,0 0 1,-1 0-1,1 1 0,-1-1 0,1 0 1,-1 0-1,0 1 0,0-1 0,1 1 0,-1-1 1,0 1-1,0 0 0,0 1 0,0-1-384,0-1-1,0 1 1,0 0-1,0-1 1,0 1 0,1-1-1,-1 1 1,0-1-1,1 0 1,-1 1-1,1-1 1,-1 0-1,1 0 1,0 0-1,-1 0 1,1 0 0,0-1-1,0 1 1,2 0-1,-1-3-160,0 1 0,1-1 1,-1 0-1,0-1 0,0 1 0,0 0 0,0-1 0,-1 0 0,1 0 0,-1 0 0,1 0 1,-1 0-1,0 0 0,2-5 0,15-16-138,-17 21 181,0 1 1,0 0-1,0 0 0,1 1 1,-1-1-1,1 0 0,-1 1 1,1-1-1,0 1 0,0 0 1,2-1-1,-3 2 348,-2 6-264,1 0 1,0 0-1,0 0 1,1-1-1,0 1 1,0 0-1,0-1 1,1 0-1,0 1 1,4 6-1,19 16-1567,-24-27 933,0 1 1,0-1 0,0 0-1,0 0 1,0 0 0,0 0-1,0 0 1,0-1 0,0 1-1,1-1 1,-1 1 0,4-1-1,9 0-4515,4 0-1673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2881,'0'0'16875,"5"22"-14319,3 23-467,-1 0 1,0 58 0,-7 111 31,34-212-4186,-26-1 1189,-1-1 1,1-1-1,-1 1 0,1-1 0,-1-1 1,14-3-1,-18 3 1,1 1 0,-1-1-1,0 0 1,0 0 0,0 0 0,0 0 0,-1-1 0,1 1 0,-1-1 0,5-4 0,6-13-5971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7988,'0'0'15159,"149"-29"-14519,-94 22-448,-8 5-160,-6-2-32,-7 4-2081,6 0-1553,-6 0-5042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3298,'0'0'5906,"61"0"-5778,-55 0-48,8 0-80,-7 0-80,6 0-736,1 0-1073,6 3-1617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6019,'0'0'6019,"54"-2"-6003,-40 2-16,-1 0-961,7 0-848,1 0-448,-1 0-848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2897,'0'0'10165,"34"-9"-10069,-20 9-96,-1 0-16,14 0-912,1 0-977,-1 0-1217,7 0-655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4386,'0'0'9156,"115"-23"-8612,-101 23-95,6 0-449,7 0-32,-7 0-1073,7 0-1264,7 0-624,0 0-2498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54 3394,'0'0'14710,"0"-11"-14342,0 9-207,0-1-161,0-1-513,0-3-1087,0 0-1586,-7-2-1312,7-2-656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1 186 3025,'0'0'12278,"0"-93"-12118,0 80-96,0 1-64,0 1-880,0-5-1073,0 5-1089,0-3-191,0-1 288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21 165 3618,'0'0'7235,"0"-75"-6819,-7 66-224,7 3-176,0-6-16,-6-1-688,6-3-1841,-7-2 336,7 2-1409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96 4434,'0'0'9060,"7"-50"-8852,-7 48-192,0-1-16,0-1-384,0-1-224,0 3-641,0-2-576,0-1-175,0 1-161,0-3-177,0-2-415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74 1713,'0'0'8070,"-2"-7"-7187,0 0-630,-13-24 914,14 29-963,1 0 1,-1 1-1,1-1 1,-1 0-1,1 1 1,0-1 0,-1 0-1,1 1 1,0-1-1,0 0 1,0 0-1,1 1 1,-1-3 0,1 1 2910,-6 21-1675,3-11-1356,-1 0 0,-1 0-1,1 0 1,-1 0 0,0-1 0,-1 0 0,1 0-1,-1 0 1,-1 0 0,1-1 0,-1 1 0,-9 5 0,-12 9 35,-47 24 1,44-27 16,9-5-93,23-14 80,36-23 134,-17 11-256,8-6-21,-1-1 0,-1-1 0,45-50 0,-71 71 69,-1 0 0,0 1 0,1-1 1,0 0-1,-1 0 0,1 0 0,-1 1 0,1-1 0,0 0 1,0 1-1,-1-1 0,1 1 0,0-1 0,0 0 1,0 1-1,0 0 0,0-1 0,0 1 0,-1 0 1,1-1-1,0 1 0,0 0 0,0 0 0,0 0 1,0 0-1,0 0 0,0 0 0,0 0 0,0 0 0,0 0 1,0 0-1,0 1 0,2-1 0,17 28 1988,-18-23-2139,2 1 292,0 0 1,1 0 0,-1 0-1,1 0 1,1-1 0,-1 0-1,1 0 1,9 7 0,-7-6 16,33 32 1965,-41-38-2275,0 0 1,0 1-1,0-1 0,0 0 0,1 0 1,-1 1-1,0-1 0,0 0 1,0 0-1,0 1 0,0-1 1,0 0-1,0 1 0,0-1 1,0 0-1,0 0 0,0 1 0,0-1 1,0 0-1,0 1 0,-1-1 1,1 0-1,0 0 0,0 1 1,0-1-1,0 0 0,0 0 0,0 1 1,-1-1-1,1 0 0,0 0 1,0 0-1,0 1 0,-1-1 1,1 0-1,0 0 0,0 0 1,-1 0-1,1 1 0,-1-1 0,-17 15-4852,-2 1-3813,2-3 295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3650,'0'0'10004,"149"-25"-8579,-122 25-465,0 0-63,-6 0-897,-8 0-240,8 0-1329,-8 0-2289,7 0-1408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33 3153,'0'0'17000,"-27"0"-17000,27-3-112,0-3-1393,0-3-1872,0-5-2258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7780,'0'0'9897,"10"-3"-9486,1 1-264,6-3 173,0 2-1,0 0 0,1 0 0,0 2 0,27 1 1,-44 4-125,0 0 1,0 0-1,-1 0 1,0 1-1,1-1 1,-2 0 0,1 6-1,-1-6 15,0 2-68,0 1 0,-1 0 0,0-1 0,0 1 0,0-1 1,-1 1-1,0-1 0,0 0 0,-1 0 0,0-1 0,0 1 0,0-1 0,-1 1 1,-7 5-1,7-6-21,0 1 1,0-1 0,0 1-1,0 0 1,1 0 0,0 1-1,0-1 1,1 1-1,0 0 1,0 0 0,1 0-1,-1 0 1,2 0 0,-3 14-1,46-19 245,-32-2-414,7 1-231,1-2-1,-1 0 0,25-5 1,-36 5-612,0-1 0,1 0 0,-1-1 1,-1 1-1,1-1 0,0 0 1,9-8-1,6-4-6451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09:53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23 8148,'0'0'9143,"21"-3"-7551,3-4-1165,-12 4-176,0 0-1,-1 1 0,1 0 1,0 1-1,20 0 0,-31 1-195,0 0-1,0 1 0,0-1 0,-1 0 1,1 1-1,0-1 0,0 0 1,0 1-1,-1 0 0,1-1 1,0 1-1,0-1 0,-1 1 1,1 0-1,0-1 0,-1 1 1,1 0-1,-1 0 0,1 0 0,-1-1 1,1 1-1,-1 0 0,0 0 1,0 0-1,1 0 0,-1 0 1,0 0-1,0 0 0,0 0 1,0 0-1,0 0 0,0-1 1,0 1-1,0 0 0,0 0 0,0 0 1,-1 0-1,1 0 0,0 0 1,0 0-1,-1 0 0,0 1 1,0 2 84,0 0 1,0-1 0,-1 1 0,1 0 0,-1 0 0,0-1 0,0 1-1,0-1 1,0 1 0,-4 3 0,-8 5 474,0 0 1,-1 0-1,-1-1 1,0-1-1,-29 13 1,78-8-735,-25-13 43,0 0-1,0 1 1,0 0-1,-1 0 1,0 1 0,1 0-1,-1 0 1,0 1 0,-1 0-1,9 7 1,-11-7 69,-1-1 1,0 0-1,0 1 1,0 0-1,0 0 1,-1 0-1,1 0 1,-1 0-1,-1 0 1,1 0-1,-1 1 0,0-1 1,0 1-1,0-1 1,-1 1-1,0 5 1,0-9 38,-1 0 0,0 0 0,1 0 1,-1-1-1,0 1 0,0 0 0,0 0 0,0-1 0,0 1 1,0 0-1,0-1 0,-1 1 0,1-1 0,0 0 0,-1 1 1,1-1-1,-1 0 0,0 0 0,1 0 0,-1 0 1,0 0-1,0 0 0,-3 1 0,-53 16 1397,46-15-1131,-26 4 591,9-1-2045,10-2-5028,25-5-2141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8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28 240 1793,'0'0'5514,"0"-15"-4799,0-45 126,0 45 8806,0-2-8906,0-3-616,1 11-97,-1 0-1,0 0 1,0 0-1,-1 0 1,0 0-1,0 1 1,-1-1-1,-1 0 0,1 1 1,-8-17-1,10 25 24,0 0 0,0 0 0,0 0 0,0 1 0,0-1 0,0 0 1,0 0-1,0 0 0,0 0 0,0 0 0,0 0 0,0 0 0,0 0 0,0 1 0,0-1 0,0 0 0,0 0 0,0 0 0,0 0 0,0 0 0,-1 0 0,1 0 0,0 0 0,0 0 0,0 1 0,0-1 0,0 0 0,0 0 0,0 0 0,0 0 0,0 0 0,0 0 0,0 0 0,-1 0 0,1 0 0,0 0 0,0 0 0,0 0 0,0 0 0,0 0 0,0 0 0,0 0 0,0 0 0,-1 0 0,1 0 1,0 0-1,0 0 0,0 0 0,0 0 0,0 0 0,0 0 0,0 0 0,0 0 0,-1 0 0,1 0 0,0 0 0,0 0 0,0 0 0,0 0 0,0 0 0,0 0 0,0 0 0,0-1 0,0 1 0,0 0 0,-1 0 0,-1 17 646,1 23-581,2 26 541,3 0 0,3-1 0,28 123-1,-25-120-545,-8-53-254,0 0 0,0 0 0,8 24 0,-5-31-2016,-2-33-7970,-3 24 10289,0-34-6408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9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62 180 96,'0'0'11178,"1"-4"-10118,-1 3-928,1 0 0,-1 0 1,0 0-1,1 0 0,0 0 1,-1 0-1,1 0 1,0 1-1,-1-1 0,1 0 1,0 0-1,0 0 0,-1 1 1,1-1-1,0 0 0,0 1 1,0-1-1,0 1 1,0-1-1,0 1 0,0 0 1,0-1-1,0 1 0,0 0 1,1 0-1,-1 0 0,0-1 1,0 1-1,0 0 1,0 0-1,0 1 0,0-1 1,0 0-1,0 0 0,0 1 1,0-1-1,1 0 0,-1 1 1,0-1-1,-1 1 1,1-1-1,0 1 0,1 1 1,15 3 204,0 0 0,1-1 0,-1-1 1,1 0-1,-1-2 0,1 0 1,23-1-1,-6-3-83,0-1 0,58-13 0,114-41 34,-79 21-270,164-27 1,-290 63 59,0 1 0,1-1-1,-1 1 1,0-1-1,0 1 1,0 0 0,1 0-1,-1 0 1,0 0-1,0 0 1,0 1 0,0-1-1,1 1 1,-1-1-1,0 1 1,0 0 0,0 0-1,0 0 1,0 0-1,0 0 1,1 1 0,-1 2 108,0 0 1,0 0-1,0 0 1,-1 0 0,0 1-1,0-1 1,0 0-1,-1 0 1,1 9 0,-1-13-188,22 207 2570,-12-124-1930,1 10-24,42 172 1,-52-259-603,1-1 0,-1 0 0,1 0 0,0 0 0,1 0-1,-1 0 1,1-1 0,0 1 0,0-1 0,0 1 0,5 3 0,-51-3-224,-13-3 107,1 4 0,0 1 0,0 3 0,-82 27 0,-53 17 140,-427 117 155,580-163-151,40-17-611,8-3-29,1-1 1,0 1 0,1 1 0,21-15-1,29-17-6744,-43 30 2873,1-1-2381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29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1 269 5106,'0'0'9733,"5"-2"-8431,-3 1-1179,0 0 1,0 0-1,1 0 1,-1 0-1,1 1 1,-1-1 0,0 1-1,1-1 1,-1 1-1,1 0 1,0 0-1,-1 0 1,1 0-1,-1 1 1,0-1-1,1 1 1,-1-1 0,1 1-1,-1 0 1,0 0-1,1 0 1,-1 0-1,0 1 1,0-1-1,0 0 1,0 1-1,0-1 1,0 1-1,0 0 1,0 0 0,-1 0-1,1 0 1,-1 0-1,0 0 1,1 0-1,-1 0 1,0 1-1,1 2 1,2 5 73,0 1 0,-1-1 0,0 1 0,0-1 0,-2 1 0,2 21 0,-22-38 59,15-2-228,0-1 0,1 0-1,0 0 1,0 0 0,1 0 0,0 0-1,-1-19 1,-1 2 100,0-9 79,1-1 0,3-54-1,0 40-127,0 48-92,0 0 1,0-1 0,0 1-1,0 0 1,0 0-1,0-1 1,1 1-1,-1 0 1,1 0 0,-1 0-1,1 0 1,0 0-1,0 0 1,0 0-1,0 0 1,1 0 0,-1 0-1,0 0 1,1 1-1,-1-1 1,1 0-1,-1 1 1,1-1 0,0 1-1,0 0 1,0 0-1,3-2 1,2 1-987,1 0-1,-1 1 1,0 0 0,0 0 0,0 1-1,15 1 1,-3-1-3685,-4 0-769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0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3378,'0'0'11389,"25"2"-9351,3 3-1582,-8-1-155,-1-1-1,1-1 1,0-1-1,0 0 1,36-5 0,-51 3-269,-1-1 0,1 0 1,-1 0-1,0 0 0,1 0 1,-1-1-1,0 1 0,0-1 0,-1 0 1,5-5-1,-6 7-16,-1 1 0,0-1 0,0-1-1,1 1 1,-1 0 0,0 0 0,0 0 0,-1 0 0,1-1 0,0 1-1,0 0 1,0-1 0,-1 1 0,1-1 0,-1 1 0,1-1-1,-1 1 1,0-1 0,1 1 0,-1-1 0,0 1 0,0-1-1,0 0 1,0 1 0,-1-1 0,1 1 0,0-1 0,0 1-1,-1-1 1,1 1 0,-1-1 0,0 1 0,1-1 0,-2 0-1,-3-1 111,0 1 0,0 0-1,0 0 1,-1 1 0,1 0-1,-1 0 1,1 0 0,-1 0-1,1 1 1,-1 0 0,1 0-1,-10 2 1,1-2 65,3 0-66,0 0-1,0 1 1,0 0-1,1 1 1,-1 0-1,-13 4 1,22-5-88,-1 0-1,0 0 1,1 1 0,-1-1 0,1 1 0,-1-1 0,1 1-1,0 0 1,-1 0 0,1 0 0,0 0 0,0 0 0,1 0-1,-1 1 1,0-1 0,1 1 0,-1-1 0,1 1 0,0-1-1,0 1 1,0 0 0,0 0 0,0 0 0,1-1 0,-1 1-1,1 0 1,0 0 0,0 3 0,0 1-62,0-1 0,0 1 0,1 0 0,0-1 0,0 1 0,1 0 0,0-1 0,0 0 0,5 12 0,-5-15-226,1 0 1,-1 0 0,0 0-1,1 0 1,-1 0 0,1-1 0,0 1-1,0-1 1,0 0 0,0 0 0,0 0-1,1 0 1,-1-1 0,0 1-1,1-1 1,-1 0 0,1 0 0,0 0-1,6 0 1,7 1-2048,0-2 1,-1 0-1,21-2 0,16-8-3200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6787,'0'0'12414,"-24"9"-9760,-75 28-890,92-34-1588,0 0 0,0 0 1,0 0-1,1 1 0,0 0 0,-1 0 0,1 0 1,1 1-1,-1 0 0,1 0 0,0 1 1,0-1-1,0 1 0,1 0 0,0 1 0,0-1 1,-5 14-1,8-17-165,0 0 0,0 0 0,0 0 1,0 0-1,1 0 0,0 1 0,0-1 0,0 0 0,0 0 0,0 0 1,1 5-1,-1-7-31,1 1 0,-1-1-1,1 0 1,-1 0 0,1 1 0,0-1 0,-1 0 0,1 0 0,0 0 0,0 0 0,0 0-1,0 0 1,0 0 0,0 0 0,0-1 0,0 1 0,0 0 0,0 0 0,1-1 0,-1 1-1,0-1 1,0 1 0,1-1 0,-1 0 0,0 1 0,0-1 0,1 0 0,-1 0-1,2 0 1,8 1-189,0-1 0,0 0-1,0-1 1,1 0-1,-1-1 1,0 0-1,-1-1 1,1 0 0,0-1-1,-1 0 1,0 0-1,0-1 1,0-1-1,0 1 1,-1-2 0,0 1-1,0-1 1,-1-1-1,10-10 1,-8 0 3075,-11 45-1874,2-20-1307,1 0 1,0 1-1,0-1 0,0 0 1,1 0-1,6 12 1,13 4-3709,-19-21 3171,0-1 0,-1 0 0,1 1 0,0-1 1,0 0-1,0 0 0,0-1 0,0 1 1,5 0-1,29 0-6010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0:3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38 194 7892,'0'0'12592,"6"19"-11658,35 108 629,-42-127-1547,1 0 0,0 0-1,-1-1 1,1 1 0,0 0 0,-1 0 0,1 0-1,-1 0 1,1-1 0,0 1 0,-1 0-1,1 0 1,0 0 0,-1 0 0,1 0-1,-1 0 1,1 0 0,0 0 0,-1 0-1,1 0 1,-1 0 0,1 0 0,0 1 0,-1-1-1,1 0 1,-1 0 0,1 0 0,0 0-1,-1 1 1,1-1 0,0 0 0,0 0-1,-1 1 1,1-1 0,0 0 0,-1 1 0,1-1-1,0 0 1,0 1 0,0-1 0,-1 0-1,1 1 1,0-1 0,0 0 0,0 1-1,0-1 1,0 0 0,0 1 0,-1-1-1,1 1 1,0-1 0,0 0 0,0 1 0,0-1-1,1 1 1,-1-1 0,0 0 0,0 1-1,0-1 1,0 1 0,0-1 0,0 0-1,1 1 1,-29-22 226,23 15-231,0-1-1,1 0 0,0 0 1,0 0-1,1-1 1,0 1-1,0-1 0,1 0 1,0 0-1,-2-15 0,3 17-20,0-1 1,0 1-1,1-1 0,0 1 0,0-1 1,0 1-1,1-1 0,0 1 0,0 0 0,1-1 1,-1 1-1,2 0 0,-1 0 0,1 0 1,3-7-1,4 3-126,-1 0-1,1 0 1,1 1 0,0 1 0,0 0 0,25-13-1,39-16-4816,-41 23-1132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1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1857,'0'0'9868,"25"0"-2664,7 0-4841,-13 3-2165,1-2-1,0-1 1,-1 0-1,1-1 1,24-5-1,-40 5-177,0 0-1,0 0 1,0 0-1,0-1 0,0 0 1,0 1-1,-1-1 1,1 0-1,-1-1 0,1 1 1,-1-1-1,0 1 1,0-1-1,0 0 1,0 0-1,-1 0 0,1-1 1,-1 1-1,0 0 1,0-1-1,0 0 0,0 1 1,-1-1-1,0 0 1,1 0-1,-1 0 0,0 0 1,-1 0-1,1 0 1,-1 0-1,0-8 1,0 11-9,0 0 0,0 0 0,0 0 0,0 0 0,0 0 0,0 0 0,0 0 0,0 0 0,0 0 0,-1 0 1,1 0-1,0 0 0,-1 0 0,1 0 0,-1 0 0,1 0 0,-1 0 0,1 1 0,-1-1 0,0 0 0,1 0 0,-1 1 1,0-1-1,-1-1 0,-24 0 345,13 2-261,9 0-69,0 0-1,0 0 1,0 1 0,0-1 0,1 1 0,-1 0-1,0 0 1,0 0 0,0 1 0,1-1-1,-1 1 1,1 0 0,-1 0 0,1 0 0,0 1-1,-1-1 1,1 1 0,1-1 0,-1 1-1,0 0 1,1 0 0,-1 1 0,1-1-1,-3 5 1,1 1 14,1 0-1,0 0 1,0 0 0,1 0-1,0 1 1,0-1 0,1 1-1,0-1 1,1 11-1,0-18-45,0 0-1,0 0 1,1 0 0,-1 0-1,0 0 1,1 0-1,-1 0 1,1 0-1,0-1 1,0 1-1,0 0 1,0 0 0,0-1-1,0 1 1,0-1-1,0 1 1,1-1-1,-1 1 1,0-1-1,1 0 1,-1 0 0,3 2-1,1-1-150,0 1 0,0-1-1,0 0 1,0 0 0,0-1 0,0 0 0,1 0-1,5 1 1,7-1-1485,-1-1 0,0 0 1,1-1-1,21-5 0,6-8-5300,-9-5-1163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1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4610,'0'0'13190,"3"-5"-11835,-2 4-1237,-1 0-1,1 0 1,0 0-1,-1 0 1,1 0-1,0 0 1,0 0-1,0 0 1,0 0-1,0 0 0,0 1 1,0-1-1,0 0 1,0 1-1,0-1 1,1 1-1,-1-1 1,0 1-1,0-1 1,1 1-1,-1 0 0,0 0 1,0 0-1,1 0 1,1 0-1,-1 1 13,0 0 0,0 0-1,0 1 1,0-1 0,0 1-1,0-1 1,0 1 0,-1 0-1,1-1 1,-1 1 0,1 0-1,-1 0 1,0 0 0,0 1-1,0-1 1,2 3 0,-3-3-133,1 0 1,-1-1-1,1 1 0,0-1 1,-1 1-1,1 0 0,0-1 1,0 1-1,0-1 0,0 0 1,1 1-1,-1-1 0,0 0 1,1 0-1,-1 0 0,1 1 0,-1-2 1,1 1-1,-1 0 0,1 0 1,-1 0-1,1-1 0,0 1 1,0-1-1,-1 1 0,1-1 1,0 0-1,2 1 0,1-3-28,0 0 0,0 0 0,0 0 0,-1 0 0,1-1 0,-1 0 0,0 0-1,8-6 1,9-10 49,-15 14-16,0-1 1,1 1-1,-1 0 1,1 1-1,0-1 1,12-4-1,-12 25 3450,-5-13-3567,0 0 0,0 0 1,0 0-1,0 0 0,1-1 0,-1 1 0,1-1 0,0 0 0,0 0 0,4 3 0,5-3-1584,0-1 1,-1 0 0,1-1 0,13-1 0,2 1-4896,0 0-1527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2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2 4594,'0'0'15498,"-4"-1"-14607,-1 0-836,1 1 1,-1 0-1,1 0 1,-1 1 0,1-1-1,-1 1 1,1 0-1,0 0 1,-1 1-1,1-1 1,0 1-1,0 0 1,0 0-1,0 0 1,0 1-1,1-1 1,-1 1-1,1 0 1,0 0-1,-1 0 1,1 0-1,1 1 1,-1-1-1,0 1 1,-2 5-1,4-8-67,1 0 1,-1 0-1,0 0 0,1 0 0,-1 0 0,1 0 1,-1 0-1,1 0 0,0 0 0,-1 0 0,1 0 1,0 0-1,0 0 0,-1 0 0,1 0 0,0 0 1,0 0-1,0 0 0,1 0 0,-1 1 0,0-1 1,0 0-1,1 0 0,-1 0 0,0 0 1,1 0-1,-1 0 0,1 0 0,-1 0 0,1 0 1,0-1-1,-1 1 0,1 0 0,0 0 0,-1 0 1,1-1-1,0 1 0,0 0 0,0-1 0,0 1 1,0-1-1,0 1 0,0-1 0,0 1 0,0-1 1,0 0-1,0 1 0,0-1 0,0 0 0,0 0 1,0 0-1,0 0 0,0 0 0,0 0 0,1 0 1,0 0-1,7 0-73,0 0 1,-1-1-1,1 0 0,0 0 1,-1-1-1,10-2 1,-2-1 72,0-1 0,0 0 0,-1-1 0,1-1 0,-2-1 0,1 0 0,24-20 0,-75 83 5549,-33 72-4013,11-19-571,-32 42 5,39-69-699,4 1-1,-60 144 1,104-216-255,0 0-1,0-1 1,1 1-1,0 0 1,-1 15-1,3-24-5,0 1 0,1-1 1,-1 1-1,0-1 0,0 0 0,0 1 0,0-1 0,0 1 0,1-1 0,-1 0 0,0 1 0,0-1 0,1 0 0,-1 1 0,0-1 0,1 0 0,-1 1 0,0-1 0,1 0 0,-1 0 0,0 0 0,1 1 0,-1-1 0,0 0 0,1 0 0,-1 0 0,1 0 0,-1 1 0,0-1 0,1 0 0,-1 0 0,1 0 0,-1 0 0,1 0 0,0 0 0,19-2-13,-16 1 19,17-3 22,-1-2 0,-1 0 1,1-2-1,-1 0 1,33-19-1,20-9 27,-13 12-334,-25 11-376,0-1 1,-1-2-1,0-1 0,55-39 0,-67 30-3576,-14 7-2443,-6 7-1138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3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7924,'2'0'17035,"-2"0"-17014,1 0 1,-1 0 0,1 0 0,-1 0 0,1 0-1,-1 0 1,0 0 0,1 0 0,-1 0 0,1 1 0,-1-1-1,0 0 1,1 0 0,-1 0 0,0 1 0,1-1-1,-1 0 1,0 1 0,1-1 0,-1 0 0,0 0-1,0 1 1,1-1 0,-1 1 0,0-1 0,0 0 0,0 1-1,1-1 1,-1 0 0,0 1 0,0-1 0,0 1-1,5 36 796,-5-30-757,0 0 1,1-1 0,0 1 0,1 0 0,-1-1-1,1 1 1,1-1 0,2 8 0,-4-13-92,0 0 1,1 0 0,-1 0-1,0 0 1,0-1 0,0 1-1,0-1 1,0 1 0,1 0-1,-1-1 1,0 0 0,1 1 0,-1-1-1,0 0 1,1 0 0,-1 0-1,0 0 1,1 0 0,-1 0-1,0 0 1,0 0 0,1 0-1,-1-1 1,0 1 0,1-1-1,-1 1 1,0-1 0,2 0-1,36-20-549,7-20-197,62-67-1,-99 100 2479,-9 17 1013,-1 6-3100,1-12 301,0-1 0,0 0 1,0 0-1,1 0 1,-1 0-1,0 0 1,1 1-1,0-1 1,0 0-1,0 0 1,0 0-1,0-1 1,0 1-1,0 0 1,0 0-1,1-1 1,-1 1-1,1 0 1,-1-1-1,1 1 1,-1-1-1,1 0 1,0 0-1,0 0 1,0 0-1,0 0 1,0 0-1,0 0 1,0 0-1,2 0 1,7 1-2010,-1 0 0,1-1 0,-1 0 0,20-1 0,-21 0-117,20 0-5982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3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75 4274,'0'0'12184,"6"0"-11661,29 2-49,-21-1-131,0 1 0,0-2 0,0 0 0,0-1 0,0 0 0,0-1 1,0-1-1,15-4 0,-28 6-311,0 0 1,0 0 0,-1 0 0,1 0-1,0 0 1,-1 0 0,1 0-1,-1 0 1,1-1 0,-1 1 0,0 0-1,1 0 1,-1 0 0,0 0-1,0-1 1,0 1 0,0 0 0,0 0-1,0-1 1,0 1 0,-1 0-1,1 0 1,0 0 0,-1 0 0,1-1-1,0 1 1,-1 0 0,1 0-1,-1 0 1,0 0 0,1 0 0,-1 0-1,0 0 1,0 0 0,0 1-1,0-1 1,1 0 0,-1 0 0,0 1-1,0-1 1,-3-1 0,-9-2 157,0 0 0,0 0 0,0 1 0,-1 1 0,0 0 0,1 1 0,-1 1 0,-22 1 0,7 0 1186,28-1-1356,0 1 0,0-1-1,0 1 1,0-1-1,1 1 1,-1-1-1,0 1 1,0 0-1,1 0 1,-1-1-1,0 1 1,1 0-1,-1 0 1,1 0-1,-1-1 1,1 1-1,-1 0 1,1 0-1,0 0 1,-1 0 0,1 0-1,0 0 1,0 0-1,0 0 1,0 0-1,-1 0 1,2 0-1,-1 2 1,-1 37-86,1-33 115,0 0-123,0 0 0,0 0 0,0 1 0,1-1-1,0 0 1,1 0 0,0 0 0,4 11 0,-5-15-118,1-1-1,0 1 1,0 0-1,1-1 1,-1 0-1,0 1 1,1-1-1,-1 0 1,1 0 0,0-1-1,-1 1 1,1 0-1,0-1 1,0 0-1,0 0 1,0 0-1,1 0 1,-1 0-1,0 0 1,0-1 0,5 0-1,10 3-1817,1-2 0,0 0-1,-1-1 1,1-2 0,0 1 0,-1-2-1,33-9 1,-2-7-1744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3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6403,'0'0'17952,"0"67"-13270,0-66-4719,0 0-1,1 0 1,-1 1-1,0-1 0,0 0 1,1 0-1,-1 0 1,0 1-1,1-1 1,0 0-1,-1 0 0,1 0 1,-1 0-1,1 0 1,0 0-1,0 0 1,0 0-1,-1 0 0,1-1 1,0 1-1,0 0 1,0 0-1,0-1 1,1 1-1,-1-1 0,0 1 1,0-1-1,0 1 1,0-1-1,0 0 1,1 1-1,-1-1 0,0 0 1,0 0-1,1 0 1,-1 0-1,0 0 1,0 0-1,1 0 0,-1-1 1,2 0-1,1 1-118,1-1 1,-1 0-1,0 0 0,1 0 0,-1-1 0,0 1 0,0-1 1,0 0-1,0 0 0,4-4 0,15-15-167,-4 4 368,-2 0 1,18-22-1,-36 41 388,1 0 0,-1 0 0,1 0 0,0 0 0,0 0 0,-1 0 0,1 0 0,1 0 0,-1 0 0,0 0 0,0 0 0,1 0 0,0 2-1,0-1-684,-1 1 0,1-1 0,0 0 0,0 0 0,0 0-1,0 0 1,1 0 0,0 0 0,-1-1 0,1 1 0,0 0-1,0-1 1,0 0 0,0 1 0,1-1 0,4 3 0,-1-3-977,1-1 0,0 1 1,0-2-1,0 1 0,0-1 1,9-1-1,-1 1-1432,19 0-5294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4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17 6499,'0'0'13107,"-3"7"-12498,3-7-609,-1 3 71,0 1 0,-1-1 1,1 1-1,0 0 0,1-1 0,-1 1 1,1 0-1,0 7 0,0-10-57,1 0 0,-1 1 1,1-1-1,-1 0 0,1 0 0,0 1 0,-1-1 0,1 0 0,0 0 0,0 0 0,0 0 1,0 0-1,0 0 0,0 0 0,0 0 0,1-1 0,-1 1 0,0 0 0,0-1 0,1 1 0,-1-1 1,0 1-1,1-1 0,-1 1 0,0-1 0,1 0 0,-1 0 0,1 0 0,-1 0 0,0 0 1,1 0-1,1 0 0,12 1 206,42-1-13,-56 0-185,0 0-1,1-1 1,-1 1 0,0 0-1,1-1 1,-1 1-1,0-1 1,1 1-1,-1-1 1,0 1-1,0-1 1,0 0 0,0 0-1,0 0 1,0 0-1,0 0 1,0 0-1,0 0 1,0 0-1,0 0 1,0 0 0,-1 0-1,1 0 1,0-1-1,-1 1 1,1 0-1,-1-1 1,0 1-1,1 0 1,-1-1 0,0 1-1,0 0 1,0-2-1,1 1 81,-1 0 1,0 0-1,0 0 0,0 0 0,0 1 0,0-1 1,0 0-1,0 0 0,-1 0 0,1 1 0,-1-1 1,1 0-1,-1 0 0,0 1 0,1-1 0,-1 0 0,0 1 1,0-1-1,0 1 0,0-1 0,-1 1 0,1 0 1,0-1-1,-1 1 0,1 0 0,0 0 0,-1 0 1,0 0-1,1 0 0,-1 0 0,1 1 0,-1-1 0,0 0 1,0 1-1,1-1 0,-1 1 0,0 0 0,0-1 1,0 1-1,0 0 0,1 0 0,-4 1 0,-12-3 602,0 0 0,1 1 0,-33 4 0,46-3-660,0 0 0,1 0 1,-1 0-1,1 0 0,-1 1 0,0 0 0,1-1 0,-1 1 0,1 0 1,-1 0-1,1 0 0,0 0 0,-1 1 0,1-1 0,0 1 0,0-1 1,0 1-1,0 0 0,0 0 0,1 0 0,-1 0 0,0 0 0,1 0 1,-1 0-1,1 1 0,0-1 0,0 1 0,0-1 0,0 1 0,0-1 1,1 1-1,-1-1 0,0 5 0,1-2-91,0 0 1,0 0-1,0 0 0,1 0 1,0 0-1,0 0 1,0 0-1,1 0 0,-1 0 1,3 4-1,-2-6-85,0-1 0,0 1-1,0-1 1,1 0 0,-1 1 0,1-1 0,-1 0 0,1-1-1,0 1 1,0 0 0,0-1 0,0 0 0,0 1 0,0-1-1,0 0 1,0-1 0,3 2 0,19 2-1819,1 0 1,-1-1-1,50-2 0,24-8-6147,-25-7 276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4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0 15223,'0'0'4154,"-20"7"-846,7-4-2632,1 0-148,0 1 1,1 0-1,-1 1 0,1 0 0,0 0 0,0 1 0,1 1 0,0 0 0,0 0 1,-16 16-1,2 3-80,1 2 1,1 0-1,1 2 1,-29 55-1,41-64-298,0 0 1,0 0-1,2 1 1,1 0-1,1 0 1,1 1-1,0 0 1,1 35-1,2-51-196,1 1 1,1 0-1,-1-1 1,1 1-1,0-1 1,1 1-1,0-1 1,0 0-1,1 0 1,6 13-1,-6-16-28,0-1 0,0 1-1,0 0 1,1-1 0,0 1-1,0-1 1,0 0 0,0-1-1,0 1 1,0-1 0,1 0 0,-1 0-1,1 0 1,0 0 0,0-1-1,-1 0 1,10 2 0,3-1-1015,1 0 1,-1-1 0,0-1-1,0 0 1,0-1 0,34-7-1,-34 4-1208,0-1 0,-1-1-1,29-13 1,24-18-7646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5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14679,'0'0'13891,"-13"9"-12645,4-3-1041,-4 2 225,1 0 0,0 2-1,-19 17 1,27-22-366,0-1 1,1 1-1,-1-1 0,1 1 0,0 0 0,0 0 0,1 1 1,-1-1-1,1 0 0,0 1 0,1 0 0,-1-1 0,1 1 1,0 0-1,0 8 0,2-13-67,0 0 1,-1-1-1,1 1 1,0 0-1,-1-1 1,1 1-1,0 0 0,0-1 1,0 1-1,-1-1 1,1 0-1,0 1 1,0-1-1,0 0 0,0 1 1,0-1-1,0 0 1,0 0-1,0 0 1,0 0-1,0 0 0,1 0 1,29 2-188,-28-2 135,34 0-352,41 2-1446,-72-1 1673,1-1 0,-1 1 0,0 1 0,0-1 0,1 1 1,-1 0-1,0 0 0,9 6 0,-13-7 255,0 1 0,-1-1 1,1 1-1,0 0 1,-1-1-1,0 1 0,1 0 1,-1 0-1,0 0 0,0 0 1,0 0-1,0 0 0,0 0 1,0 1-1,-1-1 0,1 0 1,-1 0-1,0 1 0,1-1 1,-1 0-1,0 0 1,0 1-1,-1-1 0,1 0 1,0 0-1,-1 1 0,1-1 1,-1 0-1,0 0 0,-2 4 1,0 3 172,-1-1 0,-1 0 1,1 0-1,-1 0 0,-1 0 0,-6 6 1,3-4-204,-1 0 1,-1-2 0,0 1-1,0-1 1,-1-1 0,-23 12-1,25-15-554,0 0-1,0 0 0,-21 4 1,26-8-216,0 1 1,0 0-1,0-1 1,0 0-1,0 0 1,0-1-1,0 0 1,0 1-1,-5-3 1,8-4-5111,2-15-3268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5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11573,'0'0'15303,"115"-11"-14854,-81 11-257,-7-3-192,7 1-241,0 0-1199,-7-5-2466,0-2-2753,-6-2-3922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15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0 384,'0'0'23456,"13"17"-21852,2 0-1131,-3-4-9,0 1 0,-1 0 0,-1 1 0,-1 0 0,16 31 0,-2 10 773,23 78-1,-40-111-1008,-1 0-1,-1 0 1,-1 1-1,-1-1 1,-2 1-1,-2 37 1,0-50-228,-1 0 0,0 0 0,-1 0 0,0-1 0,0 1 0,-1-1 0,0 0 0,-1 0 0,0 0 0,-1-1 0,0 0 0,0 0 0,-1-1 0,0 0 0,-1 0 0,-16 11 0,7-7 0,-1 0 0,0-1 0,0-1 0,-1 0 0,0-2 0,-1-1 0,-38 10 0,58-17-142,-8 2-3331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4594,'0'0'6115,"7"5"-4851,6-1-959,1-1-81,-7 3-96,6-1-64,1 2-64,-1-1-256,8 3-1393,-1-4-1104,0 2-1249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5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4130,'0'0'13046,"108"-12"-12950,-74 8-96,0 4-272,7-2-1121,6 2-1104,-6-3-656,-1-1-449,8 2-208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1457,'0'0'15015,"109"-13"-14583,-96 13-256,8 0-176,-1 0-112,14-2-1425,0-3-1664,6-4-1201,8 0-112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36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3570,'0'0'10853,"41"0"-10629,-21 0-128,7 0-96,-6 0-176,13 0-1329,0 0-1328,6 0-513,8 0-255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4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 6195,'0'0'24635,"6"-9"-23754,1 9-577,-7 11-689,0 5-1055,0 5-1185,-7 1-1441,-6 3-3490,-1-2-3889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4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11189,'0'0'15591,"-33"102"-16007,26-78-2193,0 10-3218,-7 5-5602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59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18 118 1697,'0'0'13371,"3"0"-13088,25 1 296,-16 0 105,0-1 0,0 0 0,24-4 0,-32 3-611,-1 0 0,0 1-1,0-2 1,0 1-1,0 0 1,0-1 0,0 1-1,0-1 1,-1 0-1,1 0 1,0 0 0,-1 0-1,1 0 1,-1-1-1,0 1 1,0-1 0,0 1-1,0-1 1,2-4 0,9-35 215,-13 41-286,0 0-1,0 0 1,1-1-1,-1 1 0,0 0 1,0 0-1,0 0 0,0 0 1,0 0-1,-1 0 0,1 0 1,0 0-1,0 0 0,-1 0 1,1 0-1,-1 0 0,1 0 1,-1 0-1,1 0 0,-1 0 1,0 0-1,1 0 0,-1 1 1,0-1-1,0 0 1,1 0-1,-1 1 0,0-1 1,0 1-1,0-1 0,0 1 1,0-1-1,0 1 0,0-1 1,0 1-1,0 0 0,0-1 1,0 1-1,0 0 0,-2 0 1,-4 0 8,0 1 0,0 1 1,0-1-1,1 1 0,-1 0 1,0 0-1,1 1 1,-1 0-1,1 0 0,0 0 1,0 1-1,0 0 0,0 0 1,1 1-1,0 0 0,0 0 1,0 0-1,0 0 0,1 1 1,-6 9-1,6-10 1,0 1-1,0-1 1,1 1-1,0 0 1,0 0-1,0 0 1,1 1-1,0-1 1,0 1-1,1-1 1,0 1-1,0-1 1,0 1-1,1 0 1,0 0-1,0-1 1,1 1-1,0 0 1,0-1-1,0 1 1,1-1-1,3 9 1,-3-11-352,1-1 1,0 1 0,0-1 0,0 1 0,0-1 0,0 0 0,0 0 0,1-1 0,0 1 0,0-1 0,-1 1-1,1-1 1,0 0 0,1-1 0,-1 1 0,0-1 0,0 0 0,1 0 0,-1 0 0,1 0 0,5-1-1,-2 1-369,-1-1 0,0 0-1,1-1 1,-1 0 0,0 0-1,0 0 1,0-1-1,1 0 1,-2-1 0,1 1-1,0-1 1,8-6 0,13-9-2647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1:59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1185,'0'0'13224,"0"0"-13149,0 0 0,0 0-1,0 0 1,1 0-1,-1-1 1,0 1 0,0 0-1,0 0 1,0 0 0,0 0-1,0 0 1,0 0-1,0-1 1,0 1 0,0 0-1,1 0 1,-1 0 0,0 0-1,0 0 1,0 0-1,0 0 1,0 0 0,0 0-1,1-1 1,-1 1 0,0 0-1,0 0 1,0 0-1,0 0 1,0 0 0,1 0-1,-1 0 1,0 0 0,0 0-1,0 0 1,0 0-1,0 0 1,1 0 0,-1 0-1,0 0 1,0 1 0,0-1-1,0 0 1,0 0-1,1 0 1,-1 0 0,0 0-1,0 0 1,0 0-1,0 0 1,0 0 0,0 0-1,0 1 1,0-1 0,1 0-1,-1 0 1,0 0-1,0 0 1,0 0 0,0 0-1,0 1 1,0-1 0,0 0-1,0 0 1,0 0-1,0 0 1,0 0 0,0 1-1,0-1 1,0 6 345,1 0 0,0 0 0,0 0 0,0 0 0,1-1 0,0 1 1,3 6-1,4 13 221,-9-24-633,1 0 1,0 1-1,-1-1 1,1 0-1,0 1 1,0-1-1,0 0 1,0 0-1,0 0 1,1 0-1,-1 0 1,0 0-1,0 0 1,1 0-1,-1 0 1,0 0-1,1-1 1,-1 1-1,1-1 1,-1 1-1,1-1 1,-1 0-1,1 1 1,-1-1-1,1 0 1,0 0-1,-1 0 1,1 0-1,-1 0 1,1 0-1,-1-1 1,1 1-1,-1-1 1,1 1 0,1-1-1,4-1-9,-1 0 1,1 0-1,-1-1 0,1 0 1,-1 0-1,7-5 0,9-18-23,3 0 4050,4 66-3410,-24-36-862,0-1-1,0 0 0,1 0 0,0-1 1,-1 0-1,1 0 0,0 0 0,0 0 1,9 0-1,56 1-6295,-52-3 4018,35 0-5613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0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4 5619,'0'0'16220,"-15"-1"-14835,-47-2-342,57 4-931,1 0 1,-1 0-1,0 0 0,0 1 1,1-1-1,-1 1 0,1 0 0,0 1 1,0-1-1,0 1 0,0-1 0,0 1 1,0 0-1,0 1 0,1-1 1,0 1-1,-3 3 0,-9 9 159,12-14-256,0 0-1,0 0 1,1 1 0,-1-1 0,1 1 0,0 0-1,0-1 1,0 1 0,0 0 0,1 0 0,-1 0-1,1 1 1,-1-1 0,1 0 0,0 1 0,0-1 0,1 0-1,-1 1 1,1 3 0,2-6-50,1 0 0,-1 0 0,1 0-1,0 0 1,-1 0 0,1-1 0,0 1 0,0-1 0,-1 0 0,1 0-1,0 0 1,0 0 0,4-1 0,-1 0-31,3 1-10,0-1 0,0-1 0,-1 1 0,1-2 0,-1 1-1,1-1 1,7-4 0,16-5 26,-28 12 64,-3 0 23,-1 8 40,0-1-32,-1 0-1,0-1 1,-1 1-1,1-1 0,-1 1 1,0-1-1,-1 1 1,0-1-1,-4 7 1,-39 57 433,31-48-333,-33 44 225,-47 73 372,86-122-678,0 0 0,1 1 0,0-1 0,2 2 0,0-1 0,-5 30 0,11-47-65,-1 0 0,1 0 0,0 0 0,0 0 0,-1 0 0,1 0 0,0-1 0,0 1 0,0 0 0,0 0 0,0 0 0,0 0 0,1 0 0,-1 0 0,0 0 0,0 0 0,1 0 0,-1 0 0,1 0 0,-1-1 0,1 1 0,-1 0 0,1 0 0,-1-1 0,1 1 0,-1 0 0,1 0 0,0-1 0,0 1 0,1 0 0,29 0-1,-25-1 14,4-2 13,0 0 0,-1 0-1,1-1 1,-1-1 0,0 1 0,0-2-1,0 1 1,9-7 0,65-50-168,-36 24-1065,16-14-3500,-25 14-5122,-23 18 1285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0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1825,'0'0'20310,"0"29"-16254,0-26-3960,-1-1 1,1 1 0,0 0 0,1 0 0,-1 0 0,0 0-1,1 0 1,0-1 0,-1 1 0,1 0 0,0 0-1,0-1 1,1 1 0,-1-1 0,1 1 0,-1-1-1,1 1 1,0-1 0,2 2 0,-2-2-128,0-1-1,0 0 1,0-1 0,0 1-1,0 0 1,0-1 0,0 1-1,1-1 1,-1 1 0,0-1-1,0 0 1,1 0 0,-1 0-1,0 0 1,0-1 0,0 1-1,1 0 1,3-2-1,7-3-251,1-1 0,-1 0 0,0-1 0,-1 0 0,20-16 0,42-30 227,-62 69 3475,7 14-6995,-18-28 3056,1-1 0,-1 1 0,0 0 0,1-1 0,0 0 1,-1 1-1,1-1 0,0 0 0,-1 0 0,1 0 0,0 0 0,0 0 0,0 0 0,2 0 0,21 1-6123,2-1-1718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6739,'0'0'11824,"4"0"-11098,22 8 163,26 6 500,-30-13-1212,-11 1-146,1-1 1,-1-1 0,1 0-1,-1 0 1,0-1-1,1 0 1,18-6 0,-29 7-31,0 0 1,0 0-1,0-1 1,0 1-1,0 0 1,0-1-1,0 1 1,0-1-1,-1 1 1,1-1-1,0 1 1,0-1-1,-1 1 1,1-1-1,0 0 1,-1 1-1,1-1 1,0 0-1,-1 0 1,1 1-1,-1-1 1,1 0-1,-1 0 1,0 0-1,1 0 1,-1 0-1,0 0 1,0 1-1,1-1 1,-1 0-1,0 0 1,0 0-1,0 0 1,0 0-1,0 0 1,0 0-1,-1 0 1,1 0-1,0 0 1,0 0-1,-1 0 1,1 1-1,0-1 1,-1 0-1,1 0 1,-1 0-1,1 0 1,-1 1-1,0-1 1,1 0-1,-1 1 1,0-1-1,1 0 1,-1 1-1,0-1 1,0 1-1,0-1 1,1 1-1,-1-1 0,0 1 1,-1-1-1,-6-3 18,1 0 0,-1 0 0,1 1 0,-1 0-1,-8-2 1,7 2 69,0 2-1,0-1 1,0 1-1,-1 0 1,1 1 0,0 0-1,0 0 1,0 1-1,0 1 1,-12 2-1,18-3-53,-1 1 0,1-1 0,0 1-1,0 0 1,0 0 0,0 0 0,1 0-1,-1 1 1,1-1 0,-1 1 0,1-1-1,0 1 1,0 0 0,0 0 0,0 0-1,0 0 1,1 0 0,-1 1 0,1-1 0,0 0-1,0 1 1,0-1 0,0 1 0,1-1-1,0 1 1,-1-1 0,1 1 0,1 5-1,-1-5-51,0-1 1,0 1-1,0-1 0,0 1 0,1-1 0,-1 1 0,1-1 0,0 1 0,0-1 0,1 0 0,-1 1 0,1-1 0,-1 0 1,1 0-1,0 0 0,4 4 0,-3-4-135,0-1 1,1 0-1,-1 0 0,1 0 1,-1 0-1,1 0 1,0-1-1,0 0 1,0 1-1,0-1 0,0-1 1,0 1-1,0-1 1,5 1-1,12 0-2018,0 0 0,1-1 1,-1-1-1,0-1 0,0-1 0,20-5 0,8-11-3592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1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38 176,'0'-1'26175,"-1"19"-25772,1 23 66,0-40-510,0 0 1,0 0 0,0 0-1,0 0 1,1-1 0,-1 1-1,0 0 1,1 0 0,-1 0-1,0 0 1,1 0 0,-1-1-1,1 1 1,-1 0 0,1 0 0,0-1-1,-1 1 1,1 0 0,0-1-1,0 1 1,-1-1 0,1 1-1,0-1 1,0 1 0,0-1-1,-1 1 1,1-1 0,0 0-1,0 0 1,0 1 0,0-1-1,0 0 1,1 0 0,2 0-102,-1 0 1,0 0 0,0 0-1,1-1 1,-1 0 0,0 1-1,0-1 1,0 0-1,0 0 1,0-1 0,0 1-1,0-1 1,0 1-1,0-1 1,-1 0 0,4-3-1,-1-1 119,1 0-1,-2-1 0,1 0 1,7-13-1,-8 11 477,1 1-1,0 0 1,0 0-1,10-10 1,-7 30 3048,-7-9-3787,1 1 1,0 0 0,0-1 0,0 1-1,0-1 1,0 1 0,1-1-1,-1 0 1,1 0 0,0 0 0,0-1-1,6 5 1,0-5-1055,0 0 1,0 0-1,-1-1 1,1 0-1,0-1 1,11-1 0,-6 1-1613,26 0-5239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1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59 5138,'0'0'15688,"-1"6"-14619,0-4-994,1 0 0,-1 0 0,1 0 0,-1 0 0,1 0 0,0 0 0,0 0 0,0 1 0,0-1-1,0 0 1,1 0 0,-1 0 0,2 3 0,-1-4-44,0 1 0,0-1 0,0 0 0,1 0 0,-1 0 0,0-1-1,1 1 1,-1 0 0,1 0 0,-1-1 0,1 1 0,-1-1 0,1 1 0,0-1 0,-1 0 0,1 1 0,-1-1 0,1 0-1,0 0 1,-1 0 0,4-1 0,5 1 58,11 0 32,-1 0 1,25-5-1,-40 4-132,0 0 1,0 0-1,0 0 0,0-1 1,0 0-1,0 0 1,-1 0-1,1-1 0,-1 1 1,0-1-1,0 0 0,0 0 1,0-1-1,4-4 1,-7 7 25,0 0 0,0 0 0,0 0 0,0 0 0,0 0 0,0 0 1,0 0-1,-1-1 0,1 1 0,-1 0 0,1 0 0,-1-1 1,1 1-1,-1-1 0,0 1 0,1 0 0,-1-1 0,0 1 0,0-1 1,0 1-1,0-1 0,0 1 0,0 0 0,-1-1 0,1 1 0,0-1 1,-1 1-1,1 0 0,-1-1 0,0 1 0,1 0 0,-1 0 0,0-1 1,0 1-1,-1-2 0,-1 1 92,1 0 1,-1 1-1,0-1 0,1 0 1,-1 1-1,0-1 0,0 1 1,0 0-1,0 0 0,0 0 1,-1 1-1,1-1 1,0 1-1,-6 0 0,0-1 100,1 2 0,0-1 0,0 1 0,0 1 0,-1-1 0,1 1 0,1 1 0,-1 0 0,-13 6 0,17-7-110,0 1 0,1-1 1,-1 1-1,0 0 0,1 0 0,0 1 0,0-1 0,0 1 0,0-1 1,0 1-1,1 0 0,0 0 0,0 0 0,0 1 0,0-1 0,1 0 0,-1 1 1,1-1-1,-1 8 0,0-4-49,1 0 0,1 0 1,-1 0-1,1 0 0,0 1 1,2 7-1,-2-14-75,1 0 0,-1 0 0,1 0-1,0 0 1,0 0 0,0-1 0,0 1 0,0 0-1,0 0 1,0-1 0,0 1 0,1-1 0,-1 1 0,0-1-1,1 0 1,-1 1 0,1-1 0,0 0 0,-1 0 0,1 0-1,0 0 1,0 0 0,0-1 0,0 1 0,0-1-1,-1 1 1,1-1 0,0 1 0,0-1 0,3 0 0,40 2-2000,1-1 1,76-9 0,-74 1-2053,48-14 1,37-17-9107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2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1 1585,'0'0'17458,"-8"3"-15569,-13 8-1157,1 1 0,0 1 0,1 0 0,0 2-1,1 0 1,1 1 0,-27 32 0,-100 142 2057,131-171-2687,0 1 0,1 0 1,2 1-1,0 1 0,1 0 0,1 0 0,1 0 0,1 1 0,1 0 1,0 0-1,2 1 0,1-1 0,3 47 0,-1-63-163,1 0-1,0 0 1,0 0 0,1 0-1,0-1 1,0 1 0,0 0-1,1-1 1,0 0 0,1 0-1,-1 0 1,1 0-1,0 0 1,1-1 0,9 10-1,-7-9-157,1 0 0,0-1-1,0 1 1,0-2 0,1 1 0,0-1-1,0-1 1,0 0 0,0 0-1,16 3 1,-9-4-176,-1 0 1,1-1-1,-1-1 0,1 0 1,0-1-1,-1 0 1,1-2-1,-1 0 0,0 0 1,0-2-1,0 0 0,0 0 1,-1-1-1,16-10 1,16-20-6031,-10-6-3048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3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7075,'0'0'16386,"0"0"-16289,1 0-1,-1 1 1,1-1-1,-1 0 0,0 1 1,1-1-1,-1 0 1,1 1-1,-1-1 1,0 1-1,1-1 0,-1 0 1,0 1-1,1-1 1,-1 1-1,0-1 0,0 1 1,0-1-1,0 1 1,1-1-1,-1 1 1,0-1-1,0 1 0,0-1 1,0 1-1,0-1 1,0 1-1,0-1 0,0 1 1,0-1-1,0 1 1,-1 0-1,1-1 1,0 1-1,-1 0 0,-2 13 416,-1 0-1,-1-1 1,0 1-1,-1-1 1,0 0-1,-1-1 1,0 1-1,-16 18 1,13-18-371,1 0 1,0 1-1,1 0 1,1 0 0,0 1-1,1-1 1,-5 19-1,11-32-151,-1 0-1,1 0 1,0 0 0,-1 0-1,1 0 1,0 1-1,0-1 1,-1 0 0,1 0-1,0 0 1,0 0-1,1 1 1,-1-1 0,0 0-1,0 0 1,0 0-1,1 0 1,-1 1 0,1-1-1,-1 0 1,1 0-1,-1 0 1,1 0 0,0 0-1,-1 0 1,2 1-1,1-1-23,-1 0-1,1-1 0,-1 1 0,1-1 0,0 1 1,-1-1-1,1 0 0,-1 0 0,1 0 0,2 0 1,8-1 132,32 2-181,0-2-1,0-2 1,0-1 0,0-3 0,64-19 0,-107 26 99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3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9524,'0'0'16264,"-48"131"-15160,48-95-223,0-2-529,0-3-208,0-2-144,0 1-368,0-5-977,14-5-960,0 0-1505,-1-4-2545,1-9-1936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3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4226,'0'0'19422,"0"3"-19270,2 3-28,0 1-1,0-1 1,1 0-1,0 0 1,0 0 0,1 0-1,-1 0 1,1-1-1,10 10 1,2 7 318,13 20 1089,44 83-1,-64-105-1282,0 0 1,-2 1 0,0 1 0,-2-1 0,0 1 0,3 42 0,-6-44-201,-2 0 0,-3 38 0,2-51-29,0-1-1,-1 1 1,0-1 0,0 1-1,-1-1 1,1 0 0,-1 1-1,-1-1 1,1-1 0,-1 1-1,0 0 1,-6 6-1,-4 1 135,-1-1-1,0 0 1,-1-1-1,0-1 1,-17 9-1,-90 37 465,123-56-712,-1 1 0,1-1 0,-1 0 0,0 1 0,1-1 0,-1 0 0,1 1 0,-1-1 0,0 0 1,1 0-1,-1 0 0,0 0 0,1 0 0,-1 0 0,0 0 0,1 0 0,-1 0 0,1 0 0,-1 0 0,0 0 0,1 0 1,-1 0-1,0-1 0,1 1 0,-1 0 0,1 0 0,-1-1 0,0 1 0,1 0 0,-1-1 0,1 1 0,-1-1 0,1 1 1,-1-1-1,1 1 0,0-1 0,-1 1 0,1-1 0,0 1 0,-1-1 0,1 1 0,0-1 0,-1 0 0,1 1 0,0-1 1,0 1-1,0-1 0,0 0 0,0 1 0,0-1 0,0 0 0,0 1 0,0-2 0,6-37-4843,18-13-2233,9-14-2687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4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10101,'0'0'21449,"14"99"-20696,-14-90-465,0-2-288,0 4-48,0 3-784,0 1-1233,0 6-1425,-14 4-1969,1-1-3633,-1 3-336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05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0 6403,'0'0'15831,"-122"135"-13094,88-103 769,7-5-2498,0-2-783,0 16-225,-7-3-2546,0-2-3584,0-2-12503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8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4706,'0'0'12566,"34"0"-11814,-20 0-272,-7 0-319,6 0-145,1 0 48,-1 0-128,8 0-16,-1 0-865,0 0-1344,14 0-1761,0-9-736,7 2-432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1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2385,'0'0'16376,"55"0"-15976,-35 0-176,7 0-224,0 0-272,0 0-1009,14 0-2320,-1 0-1106,15 0-591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4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21 7347,'0'0'11790,"12"39"-7988,-10-36-3685,-1 0 1,0 0 0,1 0-1,0 0 1,-1 0 0,1-1-1,0 1 1,1-1 0,-1 1-1,0-1 1,1 1 0,-1-1 0,1 0-1,0 0 1,0-1 0,0 1-1,0 0 1,0-1 0,0 0-1,5 2 1,2-1-53,1 1 0,0-1-1,0-1 1,0 0 0,11-1-1,-21-1-80,1 0 0,-1 0 0,0 0 0,0 0 0,0 0 0,0 0 0,0 0 0,0 0 0,0 0 0,0 0 0,0-1 0,-1 1 0,1 0-1,0-1 1,-1 1 0,1 0 0,-1-1 0,0 1 0,1-1 0,-1 1 0,0-1 0,0 1 0,0-1 0,0 1 0,0-1 0,0 1 0,0-1 0,-1 1-1,0-2 1,1-5-88,0 1-1,-1 0 1,0 1-1,0-1 0,-4-10 1,4 16 104,1-1 0,-1 1 0,0-1 0,1 1 0,-1-1 0,0 1 0,0 0 0,0-1 0,0 1 0,0 0 0,0 0 1,-1 0-1,1 0 0,0 0 0,-1 0 0,1 0 0,0 1 0,-1-1 0,1 0 0,-1 1 0,1-1 0,-1 1 0,1-1 0,-1 1 1,0 0-1,1 0 0,-1-1 0,1 1 0,-1 0 0,0 1 0,1-1 0,-1 0 0,1 0 0,-1 1 0,0-1 0,1 1 0,-1-1 1,1 1-1,0 0 0,-1 0 0,1-1 0,-1 1 0,1 0 0,0 0 0,-3 3 0,-4 3 94,0 0 0,0 1 1,1 0-1,0 1 0,-7 9 0,7-7-10,1 0 0,0 0 0,0 1 0,2-1 0,-1 1 0,1 0 0,1 0 0,0 1 0,1-1 0,0 1 0,1-1 0,0 1 0,1-1 0,1 1 0,2 12 1,-3-22-248,1-1 1,0 0 0,1 1 0,-1-1 0,0 0 0,1 0 0,-1 0 0,1 0 0,-1 0 0,1 0 0,0 0 0,0 0 0,0-1 0,0 1 0,0-1 0,0 0 0,1 1 0,-1-1 0,0 0-1,1 0 1,-1 0 0,1-1 0,-1 1 0,1-1 0,-1 1 0,1-1 0,-1 0 0,1 0 0,-1 0 0,1 0 0,0 0 0,2-1 0,3 0-970,-1 1 0,1-1 0,0-1 0,-1 1 1,1-1-1,-1-1 0,1 1 0,-1-2 0,10-4 0,16-18-3339,-5-1 800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48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95 480,'0'0'14946,"9"-15"-12236,27-47-322,-21 45 2501,-8 23-2869,-5 15-549,-2-18-1355,1 0 0,-1 0 0,1 0 0,0 0 0,0 1 0,0-1 0,0 0 0,1-1 0,-1 1 0,1 0 0,0 0 0,-1-1 0,1 1 0,1-1 1,3 4-1,-3-4-180,1 0 1,0 0 0,0-1 0,0 0 0,0 0 0,0 0 0,0 0 0,1-1-1,-1 1 1,0-1 0,7-1 0,-7 1-2,0 0 0,-1-1-1,1 0 1,0 0 0,-1 0 0,1 0-1,-1 0 1,1-1 0,-1 1 0,0-1 0,1 0-1,-1 0 1,0 0 0,0-1 0,4-3-1,33-46-400,-32 44 3144,-7 14-2065,-1-5-607,1 1-1,-1-1 1,0 1-1,0-1 0,0 0 1,1 1-1,-1-1 1,0 0-1,1 1 0,0-1 1,-1 0-1,1 0 1,0 0-1,0 2 0,5 2-746,0 0-1,-1 0 0,2 0 1,-1 0-1,1-1 0,9 4 1,-10-5-1115,0-1 1,0 0 0,0 0 0,1-1 0,-1 0-1,0 0 1,13 0 0,9-1-6920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48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1 0,'0'0'20577,"-4"0"-18341,-1-1-1884,0 1 1,0 0-1,0 1 1,0-1-1,0 1 0,0 0 1,1 0-1,-1 0 0,0 1 1,1 0-1,-1 0 1,1 0-1,-9 5 0,10-4-307,0-1 0,1 1 0,-1-1 0,0 1-1,1 0 1,-1 0 0,1 0 0,0 0 0,0 0 0,1 1-1,-1-1 1,0 1 0,1-1 0,0 1 0,0-1 0,0 1-1,0 0 1,1 0 0,-1-1 0,1 7 0,1-10-83,-1 1 1,0-1-1,1 1 1,-1-1-1,1 1 1,-1-1-1,1 1 1,-1-1-1,1 1 1,-1-1-1,1 0 0,0 1 1,-1-1-1,1 0 1,-1 0-1,1 1 1,0-1-1,-1 0 1,1 0-1,0 0 1,-1 0-1,1 0 1,0 0-1,-1 0 1,1 0-1,1 0 1,27 0-389,-21-1 245,4 1 92,-1 0-1,0-2 1,0 1-1,0-1 1,-1-1-1,1 0 0,0 0 1,-1-1-1,0-1 1,0 0-1,0 0 1,0-1-1,8-7 0,-14-3 4882,-412 584-2631,391-546-2161,-1 0 0,0 1 0,2 1 0,1 0 0,0 1 0,2 1 0,-18 50 0,31-76 0,0 0 0,0 1 0,-1-1 0,1 1 0,0-1 0,0 0 0,1 1 0,-1-1 0,0 1 0,0-1 0,0 0 0,0 1 0,0-1 0,0 0 0,0 1 0,1-1 0,-1 1 0,0-1 0,0 0 0,0 1 0,1-1 0,-1 0 0,0 0 0,1 1 0,-1-1 0,0 0 0,1 0 0,-1 1 0,0-1 0,1 0 0,-1 0 0,0 0 0,1 0 0,-1 1 0,0-1 0,1 0 0,-1 0 0,1 0 0,-1 0 0,0 0 0,1 0 0,0 0 0,22-1 0,-16 1 0,9-3 0,0 0 0,-1-1 0,1 0 0,-1-1 0,0-1 0,-1 0 0,1-1 0,-1-1 0,17-12 0,26-12 0,104-43 25,-81 40-96,95-57 0,-171 90-213,-1 0 1,0 0 0,0 0 0,0-1 0,-1 1-1,1-1 1,-1 0 0,5-6 0,0-15-9318,-7 10 450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49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 8132,'0'0'19625,"6"-8"-16744,-5 8-2839,-1 1 0,0 0 0,1-1 0,-1 1 1,1 0-1,-1-1 0,0 1 0,0 0 0,1 0 0,-1-1 0,0 1 0,0 0 0,0 0 1,0-1-1,0 1 0,0 0 0,0 0 0,0 0 0,0-1 0,-1 1 0,1 0 0,0 1 1,0 21 761,0-22-792,1 0-1,-1-1 1,0 1-1,0 0 1,1-1-1,-1 1 1,1 0-1,-1-1 1,1 1-1,-1-1 1,1 1-1,-1-1 0,1 1 1,-1-1-1,1 1 1,-1-1-1,1 0 1,0 1-1,-1-1 1,1 0-1,0 1 1,-1-1-1,1 0 1,0 0-1,0 0 1,-1 0-1,1 0 1,0 1-1,0-1 1,1-1-1,7 1-93,0-1 0,0 0-1,0-1 1,-1 0 0,1-1 0,0 0 0,-1 0 0,1 0-1,-1-1 1,9-7 0,12-7-648,36-32-1,-21 14 375,9-6 364,-53 42-1,1 0 1,-1 0 0,0 0-1,0 0 1,0-1 0,0 1-1,1 0 1,-1 0 0,0 0-1,0 0 1,0 0 0,0 0-1,1 0 1,-1 0 0,0 0-1,0 0 1,0 0 0,0 0-1,0 1 1,1-1 0,-1 0-1,0 0 1,0 0 0,0 0-1,0 0 1,0 0 0,1 0-1,-1 0 1,0 0 0,0 0-1,0 1 1,0-1 0,0 0-1,0 0 1,0 0 0,1 0-1,-1 0 1,0 1-1,0-1 1,0 0 0,0 0-1,0 0 1,0 0 0,0 0-1,0 1 1,0-1 0,0 0-1,0 0 1,0 0 0,0 0-1,0 1 1,0-1 0,3 18 798,-3 25 626,0-38-1363,5 11-1809,-4-15 1297,0 0 0,0 0 0,0 0-1,0 0 1,0-1 0,0 1 0,1 0 0,-1 0 0,0-1 0,0 1 0,0-1 0,1 0 0,-1 1 0,0-1 0,2 1 0,40-3-12397,-23-4 4511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49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2001,'0'0'16936,"12"-2"-14933,13 0-1177,-3 2-194,0-2 0,0 0 0,0-2 0,0-1 1,-1 0-1,40-16 0,-61 21-626,1 0 1,-1-1-1,1 1 1,0 0 0,-1 0-1,1-1 1,-1 1-1,1 0 1,-1-1 0,1 1-1,-1-1 1,0 1-1,1 0 1,-1-1 0,1 1-1,-1-1 1,0 1-1,1-1 1,-1 1 0,0-1-1,0 0 1,1 1-1,-1-1 1,0 1 0,0-1-1,0 0 1,0 1-1,0-1 1,0 1 0,0-1-1,0 0 1,0 1-1,0-1 1,0 1-1,0-1 1,0 0 0,0 1-1,-1-1 1,1 1-1,0-1 1,0 0 0,-1 1-1,1-1 1,0 1-1,-1-1 1,1 1 0,-1 0-1,1-1 1,0 1-1,-1-1 1,0 0 0,-1 0 13,-1-1 0,1 0 0,0 1 1,0 0-1,-1-1 0,1 1 0,-1 0 1,1 0-1,-1 0 0,-4 0 0,-2 0 72,1 0 0,0 1 0,0 0 0,0 0 0,0 1-1,0 0 1,0 0 0,0 1 0,0 0 0,0 1 0,-9 4 0,13-5-44,-1 1 0,1 0 0,1 0 1,-1 0-1,0 1 0,1-1 0,-1 1 1,1 0-1,0 0 0,1 0 1,-1 0-1,1 0 0,-1 1 0,1-1 1,1 1-1,-1 0 0,1 0 0,-1-1 1,0 11-1,1-9-159,-1 0 0,1 0 0,1 0-1,-1 1 1,1-1 0,0 0 0,0 0 0,1 0 0,1 7 0,0-10-184,-1-1 1,0 0-1,1-1 1,-1 1 0,1 0-1,0 0 1,-1-1-1,1 1 1,0 0 0,0-1-1,0 0 1,0 0-1,0 1 1,1-1 0,-1 0-1,0-1 1,0 1-1,1 0 1,-1-1 0,1 1-1,-1-1 1,0 0-1,1 0 1,-1 0-1,1 0 1,2 0 0,29 0-5397,6 0-1979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0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63 976,'0'0'25815,"4"11"-20424,13 28-5478,-14-39-106,0 0 0,0 0 0,0 0 0,0 0 1,0-1-1,0 1 0,0-1 0,0 0 0,-1 1 1,1-1-1,0-1 0,0 1 0,-1 0 0,1-1 0,3-2 1,39-35-356,-18 14 475,-14 10 97,-12 13 317,0 0 0,1 0 1,-1 1-1,1-1 0,-1 1 1,1-1-1,0 1 0,-1-1 0,1 1 1,0 0-1,3-2 0,-5 48-82,0-43-426,0-1 0,0 1 0,0 0 0,0-1 1,1 1-1,-1 0 0,1-1 0,-1 1 0,1-1 0,-1 1 0,1-1 0,0 1 1,0-1-1,0 1 0,0-1 0,0 0 0,0 1 0,0-1 0,1 0 0,-1 0 1,0 0-1,0 0 0,1 0 0,-1 0 0,1 0 0,-1-1 0,1 1 0,-1 0 0,1-1 1,0 1-1,-1-1 0,1 0 0,3 1 0,4-1-1476,0 1 1,0-1-1,0 0 1,0-1-1,10-2 0,15-6-7814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0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37 7668,'0'0'17351,"0"6"-16393,0-4-910,0 1 0,1 0-1,-1 0 1,1-1 0,-1 1 0,1 0-1,0-1 1,0 1 0,0-1 0,0 1-1,1-1 1,-1 0 0,1 1-1,-1-1 1,1 0 0,0 0 0,0 0-1,0 0 1,0 0 0,0-1 0,0 1-1,0 0 1,1-1 0,-1 0 0,1 0-1,-1 1 1,1-2 0,-1 1-1,1 0 1,0 0 0,-1-1 0,1 1-1,0-1 1,0 0 0,-1 0 0,4 0-1,1 1-61,1-1 0,0 0 0,-1 0 0,1 0 0,-1-1 0,1 0-1,14-5 1,-20 5 41,0 0 0,-1 0-1,1 0 1,0 0 0,0 0 0,-1-1-1,1 1 1,-1-1 0,1 1-1,-1-1 1,0 0 0,1 1-1,-1-1 1,0 0 0,0 0 0,0 0-1,0 0 1,-1 0 0,1 0-1,-1 0 1,1 0 0,-1 0 0,1 0-1,-1 0 1,0 0 0,0 0-1,0 0 1,0 0 0,-1 0 0,1-1-1,-1 1 1,1 0 0,-1 0-1,-1-3 1,1 3 69,-1-1 1,1 1-1,-1 0 0,1 0 1,-1 0-1,0 0 0,0 1 0,0-1 1,0 0-1,0 1 0,-1-1 1,1 1-1,0 0 0,-1 0 0,1 0 1,-1 0-1,1 0 0,-1 0 1,1 1-1,-1-1 0,0 1 1,1 0-1,-5 0 0,-4-1 282,0 0 0,1 1 1,-1 0-1,-15 3 0,20-1-378,1 0 0,0 1 0,0-1 0,0 1 0,0 0 0,0 0 0,1 1 0,-1 0 0,1-1 0,0 1 0,0 1 0,0-1 0,1 0 0,0 1 0,0 0 0,0 0 0,0 0 0,0 0 0,1 0 0,-3 11 0,3-12 0,1 1 0,-1-1 0,1 1 0,0 0 0,0 0 0,0-1 0,1 1 0,0 0 0,0 0 0,0 0 0,0 0 0,1-1 0,0 1 0,0 0 0,0 0 0,0-1 0,1 1 0,0-1 0,0 1 0,0-1 0,0 0 0,1 0 0,0 0 0,3 4 0,1-3-52,0 0-1,0 0 1,0-1 0,1 0 0,0 0-1,0-1 1,0 0 0,0 0-1,0-1 1,1 0 0,8 1 0,15 0-993,53-1 0,-66-2 507,117-6-5623,-46-8-713,26-20-7730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0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1 10709,'0'0'12085,"-122"50"-9475,61-12 2560,0 9-2977,21 1-2193,6 4 0,27 0 0,7-3 0,0-1 0,20-8 0,7-6 0,7-7 0,14-13 0,6-10 0,7-4-144,13-2-3250,8-27-2128,-1-10-5219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1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10389,'0'0'14241,"14"6"-11816,5-3-1729,0-1 0,0 0 0,0-1 0,38-4 0,-1 1-337,44 2-175,-98 0-141,-3 2-7,1 1 0,-1 0 0,0-1 1,0 1-1,0 0 0,0-1 0,0 1 0,0-1 0,-1 0 1,1 1-1,-1-1 0,0 0 0,1 0 0,-5 4 0,-37 30 824,21-18-616,19-15-244,0 0 1,0 0-1,0 0 0,1 1 1,0-1-1,0 0 0,0 1 0,0 0 1,0-1-1,0 1 0,1 0 1,-2 6-1,3-9-1,0 1 1,0 0-1,0-1 1,0 1-1,0-1 0,0 1 1,0-1-1,1 1 1,-1-1-1,0 1 1,1-1-1,-1 1 0,1-1 1,0 1-1,-1-1 1,1 1-1,0-1 0,0 0 1,0 0-1,0 1 1,0-1-1,0 0 0,0 0 1,0 0-1,1 0 1,-1 0-1,0 0 1,1-1-1,-1 1 0,1 0 1,-1-1-1,0 1 1,4 0-1,31 8-389,-28-7 100,0-1 0,0 1 0,0 1 0,0 0 0,-1 0 0,11 6 0,-17-9 292,-1 0 0,0 0-1,1 0 1,-1 1 0,0-1-1,1 0 1,-1 0 0,0 1 0,1-1-1,-1 0 1,0 0 0,1 1-1,-1-1 1,0 1 0,0-1 0,1 0-1,-1 1 1,0-1 0,0 0-1,0 1 1,0-1 0,1 1 0,-1-1-1,0 1 1,0-1 0,0 0-1,0 1 1,0-1 0,0 1-1,0-1 1,0 1 0,0-1 0,0 0-1,-1 1 1,1-1 0,0 1-1,0-1 1,0 0 0,0 1 0,-1-1-1,1 1 1,-21 13 929,-29 3 417,50-16-1383,-129 42-10,154-48-8428,10-4 1445,-1-13-3302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1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6739,'0'0'22117,"17"11"-19748,-1-2-1767,-9-5-535,0 0 0,0 0 0,-1 0 0,1 1 1,-1 0-1,0 1 0,0-1 0,0 1 0,-1 0 0,0 0 1,0 1-1,-1 0 0,8 14 0,0 5-67,-1 1 0,-1 0 0,-1 1 0,-2 0 0,-1 0 0,-1 1 0,-1-1 0,-2 1 0,-1 51 0,-3-74 0,1-1 0,-1 1 0,-1-1 0,1 0 0,0 0 0,-1 0 0,0 0 0,-1 0 0,1-1 0,-1 0 0,1 1 0,-1-1 0,0 0 0,-1-1 0,-8 7 0,-5 2 0,0-1 0,-36 18 0,20-15 0,34-14 2,-1 0 0,1 0 0,0 0 1,0 0-1,0 0 0,-1 0 0,1 0 0,0 0 0,0 0 0,0 0 1,-1 0-1,1 0 0,0 0 0,0 0 0,0 0 0,-1 0 0,1 0 1,0 0-1,0-1 0,0 1 0,-1 0 0,1 0 0,0 0 0,0 0 1,0 0-1,0 0 0,-1-1 0,1 1 0,0 0 0,0 0 0,0 0 1,0 0-1,0-1 0,0 1 0,0 0 0,-1 0 0,1 0 0,0-1 1,0 1-1,0 0 0,0 0 0,0 0 0,0-1 0,0 1 1,0 0-1,0 0 0,0 0 0,0-1 0,0 1 0,0 0 0,0 0 1,0-1-1,1 1 0,-1 0 0,0 0 0,0 0 0,0 0 0,0-1 1,0 1-1,5-12-646,4 0-1238,1 1 0,1 0 0,0 1 0,20-14 0,-19 14-668,54-41-13132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22874,'0'0'9893,"0"52"-9893,0-43 0,0 2 0,0 0 0,7 3 0,0-1-1169,0-4-5057,6 0-5444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2:51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 13750,'0'0'17096,"-122"131"-15175,95-98-1921,13-3 0,1 6 0,-1 7 0,-6 0-864,-7 2-3250,-7-2-15127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05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2625,'0'0'20362,"1"14"-19367,4 116 540,-4-69-3399,-16-62-9877,3-7 4663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05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6259,'0'0'12486,"14"14"-12486,-8 8-817,1 3-2400,-7 5-2450,0 1-3297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06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6755,'0'0'13700,"9"16"-12438,43 73 632,-51-87-1893,0 0 1,0-1 0,0 1 0,0-1-1,1 0 1,-1 1 0,0-1-1,1 0 1,-1 0 0,1 0-1,-1 0 1,1 0 0,0 0-1,-1 0 1,1-1 0,0 1-1,0 0 1,-1-1 0,1 0-1,0 1 1,0-1 0,0 0-1,0 0 1,0 0 0,-1 0-1,1 0 1,0 0 0,0-1-1,0 1 1,0-1 0,-1 1-1,1-1 1,0 0 0,-1 1-1,4-3 1,3-1-163,-1-1-1,0 1 1,0-1-1,-1-1 1,1 1-1,5-8 1,1-2-164,-12 13 412,0 0-1,1 0 1,-1 0 0,1 1 0,0-1 0,0 0 0,-1 1 0,1-1-1,0 1 1,0 0 0,3-2 0,-3 3-55,-1 0 1,0 1 0,0-1-1,0 0 1,1 1 0,-1-1-1,0 1 1,0-1-1,0 1 1,0 0 0,0-1-1,0 1 1,0 0-1,0 0 1,0 0 0,0 0-1,-1 0 1,1 0 0,0 0-1,0 0 1,-1 0-1,1 0 1,-1 0 0,1 0-1,-1 0 1,0 1-1,1 1 1,2 1-137,-1 1-1,1 0 1,0-1-1,0 0 1,1 0-1,-1 0 1,1 0 0,0 0-1,6 4 1,-8-7-217,-1 0 0,1 0 1,0 0-1,0 0 0,0-1 1,0 1-1,0 0 0,0-1 1,0 0-1,0 1 0,0-1 1,2 0-1,-2 0-328,0 0 0,0-1 0,0 1-1,-1-1 1,1 1 0,0-1 0,0 0 0,0 1-1,-1-1 1,1 0 0,0 0 0,-1 0 0,1-1-1,2-1 1,16-25-8379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06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5635,'0'0'19096,"-34"149"-17383,27-118-256,7 1-801,0-5-400,0-2-192,0-3-64,7-4-336,0-2-848,0 0-113,6-7-1857,1-4-1632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06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10917,'0'0'8500,"136"-21"-8212,-82 21-288,7 0-720,7 0-3474,6 0-3554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07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1 189 9604,'0'0'13921,"13"11"-12448,90 86 1673,-101-94-3123,1 0 0,-1 0 1,1 0-1,0-1 0,0 1 1,0-1-1,0 1 1,1-1-1,-1 0 0,0-1 1,1 1-1,0 0 1,-1-1-1,1 0 0,0 0 1,5 1-1,-8-4-24,0-1 0,0 0 1,0 1-1,0-1 0,0 0 0,-1 1 0,1-1 1,-1 0-1,0 1 0,0-6 0,1 3 15,4-34 49,2 1 0,1 0-1,2 0 1,2 1 0,26-57 0,-37 92-74,-1 2 5,0-1 0,0 1 0,0 0 0,0-1 0,1 1-1,-1-1 1,0 1 0,0 0 0,1-1 0,-1 1 0,0 0-1,0-1 1,1 1 0,-1 0 0,1 0 0,-1-1 0,0 1 0,1 0-1,-1 0 1,0 0 0,1-1 0,-1 1 0,1 0 0,-1 0-1,0 0 1,1 0 0,-1 0 0,1 0 0,-1 0 0,1 0-1,-1 0 1,1 0 0,13 27-3571,-11-18 2259,2-3-26,-1 1 0,1-2 1,1 1-1,-1-1 0,1 0 1,0 0-1,0 0 0,0-1 1,1 0-1,8 4 0,14 5-5672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07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170 380 1056,'0'0'19215,"-20"7"-16924,-65 26-573,81-31-1548,-1 0 0,0 0 0,1 0 0,-1 1 0,1-1 0,0 1-1,0 0 1,0 1 0,0-1 0,0 1 0,-4 5 0,6-5-29,1-1 1,-1 1 0,1 0-1,0-1 1,0 1 0,1 0-1,-1 0 1,1 0-1,0 0 1,0 7 0,1-10-137,-1 0 0,1 0 0,-1 0 0,1 0 1,0 0-1,-1 0 0,1 0 0,0 0 0,0 0 1,0-1-1,0 1 0,0 0 0,0 0 0,0-1 0,0 1 1,0-1-1,0 1 0,0-1 0,0 0 0,0 1 0,0-1 1,1 0-1,-1 0 0,0 0 0,0 1 0,0-1 0,1-1 1,1 1-1,45 0 53,-39 0-39,-2-1-69,0 0 1,-1 0 0,1 0 0,0-1 0,-1 0-1,0 0 1,1-1 0,-1 0 0,0 0-1,0 0 1,0-1 0,-1 0 0,10-8 0,10-6-119,-24 17 926,-1 2-795,0 1 0,0-1 0,0 0 0,0 0 0,0 1-1,1-1 1,-1 0 0,0 0 0,1 1 0,-1-1 0,1 0 0,-1 0 0,1 0 0,-1 0 0,1 0 0,0 0 0,1 2 0,2-1-302,0 0 0,0 0-1,1 0 1,-1-1 0,0 1 0,1-1 0,-1 0 0,1 0 0,-1-1 0,1 1 0,0-1-1,-1 0 1,1 0 0,0-1 0,-1 1 0,1-1 0,-1 0 0,8-3 0,-2 1-540,0-1 1,0-1-1,-1 0 1,1 0-1,-1-1 1,16-12-1,-9 4-1,-1 0-1,-1-2 1,0 1-1,-1-2 1,-1 0 0,0 0-1,-1-1 1,-1-1-1,14-37 1,-15 29 1409,-1 1-1,7-42 1,-10 35 4220,-1-58 5280,-11 101-8016,-9 23-406,-11 22 805,-24 73-1,46-113-2274,0 1 0,1 1 0,1-1-1,0 0 1,2 1 0,-1 0 0,2-1 0,0 1-1,5 29 1,-4-43-234,0 0-1,0 0 1,1-1 0,-1 1-1,1 0 1,0 0-1,-1-1 1,1 1 0,1-1-1,-1 1 1,0-1-1,0 0 1,1 0 0,-1 0-1,1 0 1,0-1-1,-1 1 1,1-1 0,0 1-1,0-1 1,0 0 0,0 0-1,0 0 1,0-1-1,0 1 1,6 0 0,10 1-1614,-1-1 1,1-1-1,25-3 0,-36 3 770,58-8-6644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07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14919,'0'0'12165,"162"0"-11957,-121 0-191,-1 0-17,-13 0-961,-6 0-1264,-14 0-1985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08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8468,'0'0'11381,"142"-16"-11397,-95 7-2513,8-5-5411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08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235 596 15079,'0'0'13451,"-23"5"-12469,-72 18-152,88-20-737,0 0 0,0 1 0,0-1 0,0 1 0,0 1 0,1-1-1,0 1 1,0 1 0,0-1 0,1 1 0,-1 0 0,1 0 0,1 0 0,-1 1 0,-4 8 0,5-8-51,3-6-40,0 1 1,-1-1-1,1 1 1,0 0-1,0-1 1,0 1 0,0 0-1,1 0 1,-1 0-1,0-1 1,1 1-1,-1 0 1,1 0 0,0 0-1,-1 0 1,1 0-1,0 0 1,0 0-1,0 0 1,1 3 0,0-5-19,0 1 0,0 0 1,0-1-1,0 1 1,0-1-1,0 1 0,0-1 1,0 1-1,0-1 1,0 0-1,0 0 0,0 1 1,0-1-1,1 0 1,-1 0-1,0 0 0,0 0 1,0 0-1,0 0 1,0-1-1,1 1 0,-1 0 1,0-1-1,1 0 1,10-2-102,-1-1 0,0 0 0,0-1 0,-1 0 0,14-9 0,24-24-963,-1-1-1,-2-3 1,-3-1 0,59-75 0,-26 16-1498,68-126 0,-136 218 2663,-1 1 0,-1-2 0,0 1 0,0 0 0,-1-1 0,0 0 0,-1 0 1,4-21-1,-8 31 88,0 1 0,0 0 0,0-1 0,0 1 0,0 0 0,0 0 0,1-1 0,-1 1 0,0 0 0,0 0 0,0 0 1,0 0-1,0 0 0,0 1 0,0-1 0,0 0 0,0 0 0,1 0 0,-1 1 0,0-1 0,0 0 0,0 1 0,-1 0 1,-9 6 185,0 1 1,0 0 0,0 0 0,2 1 0,-1 0 0,1 1 0,0 0 0,-8 13 0,-58 94 1902,57-84-2074,0 0 0,2 2 0,2 0 1,2 0-1,0 1 0,3 1 0,1 0 0,1 0 1,3 1-1,-1 51 0,5-74-392,-1-11-89,1 0 0,0 1 0,0-1 0,1 0 0,-1 0 0,1 1 0,0-1 0,1 5 0,-1-8 168,0 0 1,0 1-1,0-1 1,0 0-1,0 0 0,0 1 1,1-1-1,-1 0 1,0 0-1,1-1 1,-1 1-1,1 0 0,-1 0 1,1-1-1,-1 1 1,1 0-1,-1-1 1,1 0-1,-1 1 0,1-1 1,0 0-1,-1 0 1,1 0-1,0 0 0,2 0 1,0 0-588,0-1-1,-1 1 1,1 0 0,0-1-1,-1 0 1,1 0 0,0 0-1,-1 0 1,1 0 0,-1-1-1,0 0 1,6-3 0,18-18-8903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09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10997,'0'0'11752,"19"5"-10693,6 3-816,1-2 0,0-1 0,0-1-1,35 2 1,-51-7-252,0 1-1,0-1 1,0 0-1,0-1 1,0-1-1,12-3 1,-21 5-1,1 1 1,0-1-1,0 1 1,-1-1-1,1 0 0,0 0 1,-1 0-1,1 0 1,-1 0-1,1 0 0,-1-1 1,0 1-1,1 0 1,-1-1-1,0 1 0,0-1 1,0 1-1,0-1 1,0 1-1,0-1 1,-1 0-1,1 1 0,0-1 1,-1 0-1,1 0 1,-1 0-1,0 1 0,0-1 1,0 0-1,1 0 1,-2 0-1,1 0 0,0 0 1,0 1-1,-1-1 1,1 0-1,-1 0 0,1 0 1,-1 1-1,0-1 1,1 0-1,-1 1 0,-2-3 1,1 2 25,1 0 0,-1 1 1,1-1-1,-1 1 0,0-1 0,0 1 1,1 0-1,-1 0 0,0 0 0,0 0 1,0 0-1,-1 0 0,1 0 0,0 1 0,0-1 1,0 1-1,0-1 0,-4 1 0,-47-1 384,40 1-249,-13-1 7,15 0 146,0 1 1,0 0-1,0 1 0,0 0 1,1 0-1,-14 5 1,21-6-267,1 1 0,0 0 1,0 0-1,0 1 0,0-1 0,0 0 0,0 1 0,0-1 1,1 1-1,-1 0 0,0-1 0,1 1 0,0 0 1,-1 0-1,1 0 0,0 0 0,0 0 0,0 0 1,0 1-1,0-1 0,0 0 0,1 0 0,-1 1 1,1-1-1,0 0 0,0 1 0,0-1 0,0 0 0,0 1 1,0-1-1,0 1 0,1-1 0,-1 0 0,2 3 1,-1-2-102,0 0 0,0 0 1,0 0-1,1 0 0,-1 0 0,1 0 1,0-1-1,0 1 0,0 0 1,0-1-1,0 0 0,0 0 1,1 1-1,-1-1 0,1-1 0,0 1 1,-1 0-1,1-1 0,0 1 1,0-1-1,0 0 0,0 0 0,0 0 1,0 0-1,6 0 0,10 2-1791,0 0 0,-1-2 0,24 0 0,-34-1 464,43-3-6472,-2-12-2282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0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28 12374,'0'0'17074,"-16"-4"-15900,-50-14-454,64 17-683,0 0-1,0 0 1,-1 1-1,1-1 1,0 1-1,0-1 1,-1 1-1,1 0 1,0 0-1,-1 0 1,1 0 0,0 1-1,-1-1 1,1 0-1,0 1 1,0 0-1,-1 0 1,-2 1-1,4-1-35,0 0 0,1 0-1,-1 1 1,0-1 0,0 0 0,1 1-1,-1-1 1,1 0 0,-1 1-1,1-1 1,-1 1 0,1-1 0,0 1-1,0-1 1,0 1 0,0-1 0,0 4-1,0-5-20,1 1 0,-1-1 0,1 1 0,-1 0 0,0-1 0,1 1 0,-1-1 0,1 1 0,0-1 0,-1 1 0,1-1 0,-1 1 0,1-1 0,0 0 0,-1 1 0,1-1 0,0 0 0,-1 1 0,1-1 0,0 0 0,-1 0 0,1 0 0,0 0 0,0 0 0,-1 0 0,2 0 0,25 2-375,-23-2 293,20-1-275,-19 0 224,0 1 0,0-1 0,1 1 1,-1 0-1,0 0 0,0 1 0,1 0 0,-1 0 0,0 0 0,0 0 1,0 1-1,9 4 0,-13-4 119,1 0 0,-1 0 1,0 0-1,0 0 0,0 0 1,0 0-1,-1 0 0,1 1 1,0-1-1,-1 0 0,0 1 1,0-1-1,1 0 0,-1 0 0,0 1 1,-1-1-1,0 4 0,1 1 67,-1-1 0,0 0-1,-1-1 1,0 1-1,-4 11 1,-17 19 465,-2-1 1,-1-1-1,-54 54 1,23-26 140,42-46-468,-15 17 189,2 0-1,2 2 0,-24 40 1,47-71-346,1 0 0,0 0 1,1 0-1,-1 0 0,1 0 1,0 0-1,0 0 0,0 0 1,1 0-1,-1 9 0,2-12-41,1-1 0,0 1 0,-1-1 0,1 1 0,0-1 0,0 0 0,-1 1 0,1-1 0,0 0 0,0 0 0,0 0 0,2-1 0,-1 1-22,6-1 14,0 0-1,0 0 1,0-1-1,0 0 1,0-1 0,0 0-1,11-6 1,62-35-314,-46 24 173,-2 1-479,-1-2 0,-1-1 0,-1-1 0,49-49 0,-23 7-5062,-6-6-6058,-29 35 1610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09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3298,'0'0'23269,"12"9"-19822,-9-5-3256,-1-1 0,0 1 0,0 0 1,0 0-1,-1 0 0,1 0 0,-1 0 0,1 6 1,-1-6-78,0 1 1,1-1 0,-1 1-1,1-1 1,0 1 0,0-1 0,0 0-1,4 6 1,-4-8-125,0 1 1,1-1-1,-1 0 1,0 0-1,0 0 1,1 0-1,0 0 0,-1 0 1,1-1-1,0 1 1,-1-1-1,1 0 0,0 0 1,0 0-1,0 0 1,0 0-1,0-1 1,1 1-1,-1-1 0,0 0 1,0 0-1,0 0 1,0 0-1,0-1 0,0 1 1,0-1-1,0 0 1,0 0-1,5-2 1,2-2-72,-2 1 1,1-2-1,-1 1 1,1-1-1,-1 0 1,-1-1-1,14-14 1,32-37-899,-46 66 1381,0 0 0,0 0 1,10 19-1,-13-22-405,-4-4-359,1 1 1,0-1-1,0 0 0,1 0 1,-1 0-1,0 0 1,0 0-1,1 0 0,-1 0 1,0 0-1,1-1 1,-1 1-1,1 0 1,-1-1-1,4 1 0,25 2-10963,-28-3 10684,24 0-10644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10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13222,'0'0'12643,"11"3"-11957,19 3-517,1-1 1,-1-2-1,55 0 0,-83-3-210,0 0-1,0 0 0,0-1 0,0 1 0,0-1 1,0 1-1,0-1 0,0 0 0,-1 1 1,1-1-1,0 0 0,0 0 0,-1 0 0,1-1 1,-1 1-1,1 0 0,-1-1 0,1 1 0,-1-1 1,0 1-1,0-1 0,0 1 0,0-1 0,0 0 1,0 0-1,0 1 0,1-4 0,0-3-97,-1 1 0,0-1 1,0 1-1,0-1 0,-1-11 0,0 18 137,0-1 1,-1 0-1,1 0 1,0 0-1,-1 1 0,1-1 1,-1 0-1,0 0 1,1 1-1,-1-1 0,0 1 1,0-1-1,0 1 1,0-1-1,-1 1 0,1-1 1,0 1-1,0 0 1,-1 0-1,1 0 0,-1 0 1,1 0-1,-1 0 1,0 0-1,1 0 0,-1 0 1,0 1-1,1-1 1,-1 1-1,0-1 1,-2 1-1,-7-2 178,-1 0 1,0 1-1,-21 1 1,23 0 16,7 0-127,0 0-1,1 1 1,-1-1 0,0 1-1,0-1 1,1 1-1,-1 0 1,1 0 0,-1 0-1,1 0 1,-1 1-1,1-1 1,0 1 0,0 0-1,0-1 1,0 1-1,0 0 1,0 0 0,0 0-1,-2 3 1,1 0 30,0 1 0,0-1 0,0 1 0,1-1 0,0 1 1,0 0-1,0 0 0,1 0 0,-2 8 0,2-8-215,1-1 1,-1 1-1,1-1 0,0 1 0,0-1 0,0 1 1,1-1-1,0 1 0,0-1 0,0 0 0,1 1 1,-1-1-1,1 0 0,1 0 0,-1 0 0,1 0 1,0-1-1,0 1 0,0-1 0,0 1 0,1-1 1,0 0-1,5 4 0,-4-5-636,0-1 0,0 0 0,0-1 0,0 1 0,0-1 0,8 2 0,-2-2-1996,-1-1 0,1 1 0,-1-2-1,19-1 1,5-8-3769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10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3249,'1'0'25190,"5"9"-23682,-6-6-1429,0 0-1,0 0 1,1 0 0,-1 0-1,1 0 1,0 0 0,0 0-1,0 0 1,0 0 0,1 0-1,-1-1 1,1 1 0,0 0-1,-1-1 1,1 0-1,0 1 1,1-1 0,-1 0-1,0 0 1,1 0 0,-1 0-1,1 0 1,-1-1 0,1 1-1,0-1 1,0 0 0,0 1-1,5 0 1,-3-1-238,0 1-1,0-1 1,0-1 0,0 1 0,1-1-1,-1 0 1,0 0 0,0 0-1,1-1 1,-1 0 0,0 0 0,0 0-1,0-1 1,0 1 0,0-1-1,8-5 1,-1-1-374,-1-1-1,0-1 1,17-18 0,-17 17 1810,1-1 1,25-18 0,-35 31-1169,-1 0 0,1 0 0,0 0 0,0 0 1,-1 1-1,1-1 0,-1 0 0,1 1 1,-1-1-1,1 1 0,-1-1 0,0 1 0,0 0 1,2 3-1,19 20-3247,13-22-6205,-9-3 459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11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11573,'0'0'13406,"16"5"-12603,7 1-608,0 0 0,1-2 0,0 0-1,28 0 1,-44-4-182,0 0 0,0 0 0,0-1 0,0 0-1,0-1 1,0 1 0,-1-1 0,15-6 0,-19 6-11,-1 0-1,1 1 1,-1-1 0,1 0 0,-1 0 0,0-1 0,1 1 0,-1 0 0,0-1 0,-1 1-1,1-1 1,0 0 0,-1 0 0,1 0 0,-1 1 0,0-1 0,0 0 0,0 0 0,-1-1 0,1 1-1,-1 0 1,1 0 0,-1 0 0,0-6 0,-1 5 82,0 0 0,0 0 0,0 1 0,0-1 0,-1 0 0,1 0 0,-1 1 0,0-1 0,0 1 0,-1-1 0,1 1 0,-1 0 0,1 0 0,-1 0 0,0 0 0,0 1 0,0-1 0,-1 1 0,1 0 0,0 0 0,-1 0 0,0 0 0,1 0 0,-8-1 0,-2-3 356,-1 2 0,0 0 1,1 0-1,-2 2 0,-21-3 0,34 5-403,0-1 1,1 1-1,-1 0 1,0 0-1,0 0 0,0 0 1,1 1-1,-1-1 1,0 0-1,0 1 1,1-1-1,-1 1 1,0 0-1,0-1 0,1 1 1,-1 0-1,1 0 1,-1 0-1,1 0 1,-1 0-1,-1 3 1,1-1-10,1 0 0,-1 1 1,1-1-1,0 1 0,0-1 1,0 1-1,0-1 0,1 1 1,-1 4-1,-1 9-462,1 0 1,0 0-1,1-1 1,1 1-1,0 0 1,4 18-1,-4-31 217,0 0 0,1 1-1,-1-1 1,1 0 0,0 0 0,0 0-1,0 0 1,0 0 0,1 0-1,-1-1 1,1 1 0,0-1 0,0 0-1,0 0 1,1 0 0,-1 0-1,1 0 1,0-1 0,-1 0-1,1 0 1,0 0 0,0 0 0,1 0-1,-1-1 1,0 0 0,1 0-1,7 1 1,31 0-7861,15-2-2802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11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16359,'0'0'7292,"-23"8"-2477,-74 31-1688,87-35-3067,0 2 0,1-1-1,-1 1 1,1 1 0,0 0 0,1 0-1,0 0 1,0 1 0,0 1-1,1-1 1,0 1 0,1 0 0,0 1-1,0 0 1,1 0 0,1 0 0,-6 17-1,3-1-42,1 2-1,1-1 1,2 1-1,0-1 1,3 37-1,-1-58-82,1-1 0,1 1 0,-1-1 0,1 1 0,0 0 1,0-1-1,1 1 0,-1-1 0,1 0 0,0 0 0,1 0 0,-1 0 0,1 0 0,0 0 0,1 0 0,-1-1 1,1 0-1,-1 1 0,1-1 0,1-1 0,-1 1 0,0-1 0,1 1 0,0-1 0,0-1 0,0 1 0,0-1 0,0 1 1,0-2-1,1 1 0,-1 0 0,1-1 0,6 1 0,9 0-2935,1-1-1,30-1 1,1-4-5587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11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6275,'0'0'20809,"13"23"-18840,83 151 998,-83-152-2910,-1 1 1,-1 0-1,-1 0 1,-1 1-1,-1 0 1,-2 1-1,0 0 1,-1 0-1,-1 0 1,-2 0-1,-1 1 1,-2 32-1,0-49-57,-1-1 0,0 0 0,0 1 0,-1-1 0,0 0 0,0 0 0,-1 0 0,0 0 0,-1-1 0,0 0 0,0 0 0,0 0 0,-1 0 0,-9 7 0,14-12-600,13-11-6626,-4 2 4058,12-19-7864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11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17848,'0'0'14919,"7"0"-14919,-7 3 0,7 3 0,0 8 0,-7 0 0,0 4-2721,0-3-3554,0 1-5923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12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0 12950,'0'0'13590,"-95"147"-12725,75-111-865,-14 20-1361,-13-1-3409,-7-1-6227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29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16 1953,'3'-12'16978,"-1"9"-16439,0 2-171,-4 40 1113,-1-26-1299,-1 0 1,0 0-1,-1-1 0,-9 18 1,-10 24 71,8-18-159,12-30-69,1 1 0,0-1 0,0 0 1,1 1-1,0-1 0,0 1 0,0 0 1,0 11-1,2-12 13,0-6-38,-1 1-1,1-1 1,0 0-1,0 1 0,0-1 1,0 1-1,0-1 1,0 1-1,0-1 1,0 0-1,0 1 0,0-1 1,0 1-1,0-1 1,0 1-1,0-1 0,0 1 1,0-1-1,0 0 1,1 1-1,-1-1 1,0 1-1,0-1 0,1 0 1,-1 1-1,0-1 1,0 0-1,1 1 1,-1-1-1,0 0 0,1 0 1,-1 1-1,0-1 1,1 0-1,-1 0 0,1 1 1,-1-1-1,0 0 1,1 0-1,-1 0 1,1 0-1,-1 0 0,1 0 1,-1 0-1,1 0 1,-1 0-1,0 0 0,1 0 1,-1 0-1,1 0 1,-1 0-1,1 0 1,-1 0-1,0 0 0,1 0 1,-1-1-1,1 1 1,0 0-1,11-1 32,6 0-11,1-1 0,-1-1 0,0 0 0,23-8 0,-21 5-10,1 1 0,41-5 1,-15 8 735,-47 6-556,0 0 1009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29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4178,'0'0'11205,"0"5"-10191,0 195 6014,0 6-8160,1-203-32,0-1 1,0 0-1,0 1 0,0-1 1,1 0-1,-1 1 0,1-1 1,0 0-1,0 0 0,0-1 1,3 4-1,7 0-4716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30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69 4210,'0'0'10453,"-8"1"-9077,-3 2-1500,-7 2 2808,34-14-898,10-3-1601,1 1-1,-1 1 0,2 1 1,-1 2-1,1 1 1,0 1-1,1 1 0,36 0 1,-64 4-161,1 0 0,-1 0 0,1 1 0,0-1 0,-1 0 0,1 1 0,-1-1 0,1 1 0,-1 0 0,1-1 0,-1 1 0,0 0 0,1 0 0,-1 0 1,0 0-1,0 0 0,1 0 0,-1 1 0,0-1 0,0 0 0,0 0 0,0 1 0,-1-1 0,1 1 0,0-1 0,-1 1 0,1-1 0,-1 1 0,1-1 0,-1 1 0,0-1 0,1 1 0,-1 2 0,0 0 31,1-1-1,-1 0 0,0 0 0,-1 1 1,1-1-1,-1 0 0,1 0 0,-1 1 0,0-1 1,0 0-1,0 0 0,0 0 0,-1 0 1,1 0-1,-1 0 0,-3 4 0,-21 20 593,-2-1-1,-51 37 1,76-62-618,-1 1-37,3-2-48,29 0-800,-5 1 390,1 0 0,-1 1 0,37 8 0,-53-8 321,0-1-1,-1 1 1,1 0 0,-1 1-1,0 0 1,0 0-1,0 0 1,0 0 0,0 1-1,-1 0 1,1 0-1,-1 1 1,0 0 0,-1-1-1,1 2 1,7 10-1,-10-12 206,0 1-1,-1 0 1,0 0-1,1 0 0,-2 0 1,1 0-1,0 0 0,-1 1 1,0-1-1,0 0 1,-1 0-1,0 0 0,1 0 1,-2 0-1,1 0 0,0 0 1,-1 0-1,0 0 1,0-1-1,-1 1 0,1 0 1,-1-1-1,0 0 1,0 0-1,-7 7 0,0 1 393,-1-1-1,-1 0 0,1-1 1,-2 0-1,1-1 0,-1 0 0,-21 10 1,14-13 288,0 0-1,0-1 1,-1-1 0,1 0 0,-1-2-1,0-1 1,-35-2 0,54 1-581,1 0 116,4 1-2008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46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4802,'0'0'9749,"0"-21"-8981,0 17-768,13-1-240,-13-2-1057,0-6-800,0 2-1024,7-10-849,-7 3-240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47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4322,'0'0'9925,"0"-18"-9765,0 13-160,0 1-449,0-3-815,0-2-769,0 0-1505,0-4 641,0-1-753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47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4562,'0'0'11045,"0"-38"-10901,0 31-144,7 1-240,-7-1-528,6-2-1025,-6-3-1040,7 1-545,-7-5 65,0-4-113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47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0 154 3121,'0'0'9781,"0"-33"-9477,0 21-304,0 1-368,0-5-657,0-2-895,0-2-642,0-3-575,0 3-113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47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7 127 2865,'0'0'8772,"0"-38"-8580,0 29-192,0 2-16,0-2-560,0 0-1073,0-2 33,0-3-1442,-7-2 337,7 3 528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4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21 114 1265,'0'0'11701,"0"-9"-10613,0 4-447,0 1-513,0-3-128,0 0-544,0-4-849,-7 0-752,7-7-1409,-6-3 1265,-1 1-960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48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7 116 4914,'0'0'7790,"0"-10"-7304,0-42-110,-1 43 433,-1-1-3759,-2-15-5884,4 16 7444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48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1505,'0'0'11189,"0"3"-11685,0 1-1393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46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5282,'0'0'15053,"0"-31"-19639,0-5-6534,0 22 6651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46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4594,'0'0'10453,"0"-16"-9621,0 13-416,0 1-271,0 0-129,0-3-16,0 1-657,0 2-911,0-5-1026,0 0-1103,0 0-161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49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3506,'0'0'7184,"7"-20"1903,-5 22-8820,1 0 1,-1 0-1,0 0 0,0 0 1,0 0-1,0 1 0,0-1 0,-1 1 1,1-1-1,-1 1 0,3 4 1,5 9 491,30 38 636,-20-26-1049,2 0 0,0-2 0,2 0-1,30 25 1,20 9 105,-71-46-133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15:49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6467,'0'0'10973,"-6"12"-9975,-9 17 183,-1 0-1,-1-2 1,-2 0 0,-24 27 0,38-49-1031,-1 1 0,1 0 0,-1 0 0,2 0-1,-1 1 1,1 0 0,0-1 0,0 2 0,1-1 0,0 0 0,0 1 0,1-1 0,0 1 0,-2 15 0,4-22-409,1-1-941,0 0 928,0 0 0,0 0 0,-1 0 0,1-1 0,0 1 1,0 0-1,-1 0 0,1-1 0,0 1 0,0 0 0,-1-1 0,1 1 0,0 0 0,-1-1 1,1 1-1,0-1 0,-1 1 0,1-1 0,-1 0 0,1 1 0,-1-1 0,1 1 0,-1-1 0,1 0 1,-1 0-1,0 1 0,1-1 0,-1 0 0,0 0 0,0 1 0,1-1 0,-1-1 0,7-20-9580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1 123 160,'0'0'2676,"1"5"-1310,3 15 9089,0-4-5428,4-13-4904,-1 1 0,1-2 0,0 1 0,1-1 0,-1 0 0,0 0 0,1-1 0,-1-1 1,0 1-1,1-1 0,-1 0 0,1-1 0,-1 0 0,1-1 0,15-4 0,-19 4-109,-1 0 0,1 0 0,-1 0-1,1 0 1,-1-1 0,0 0 0,0 0 0,0 0-1,0 0 1,0-1 0,-1 0 0,0 1 0,1-1-1,-1 0 1,-1-1 0,1 1 0,-1 0 0,0-1-1,0 0 1,0 1 0,0-1 0,-1 0-1,0 0 1,0 0 0,0 0 0,0 0 0,-1-9-1,0 12-18,0-1-1,0 0 1,0 1-1,0-1 1,0 0-1,0 1 1,-1-1-1,1 0 1,-1 1-1,0-1 1,0 1-1,0-1 1,0 1-1,0-1 1,-1 1-1,-2-4 1,2 5 1,-1-1 1,0 1 0,0-1-1,0 1 1,1 0-1,-1 0 1,0 0 0,0 1-1,-1-1 1,1 1 0,0-1-1,0 1 1,0 0 0,-5 1-1,1-2-4,0 1-1,1 1 1,-1-1 0,0 1-1,1 0 1,-1 1-1,0 0 1,1 0-1,0 0 1,-1 1 0,1 0-1,0 0 1,1 0-1,-1 1 1,0 0-1,1 0 1,0 0 0,0 1-1,0 0 1,1-1-1,-1 2 1,1-1-1,0 1 1,-3 6 0,2-1 152,1 1 1,0-1 0,0 1-1,1 1 1,1-1 0,0 0-1,0 0 1,1 1 0,1-1-1,0 1 1,1-1 0,4 21-1,-4-29-130,0 0-1,0 0 1,1 0-1,0 0 1,-1 0-1,1 0 1,1 0-1,-1-1 1,1 1-1,-1-1 0,1 0 1,0 0-1,0 0 1,0 0-1,1 0 1,-1-1-1,1 1 1,-1-1-1,1 0 1,0 0-1,0 0 0,0-1 1,0 1-1,0-1 1,0 0-1,0 0 1,1-1-1,-1 1 1,7-1-1,0 1-559,0-1 1,0 0-1,-1 0 0,20-5 0,-22 4-776,0-1 0,0 0 0,0-1 0,-1 0 0,13-7-1,20-12-7358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3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247 101 3105,'0'0'13158,"-17"-16"-11778,-53-49-9,68 64-1287,1-1-1,0 1 1,-1-1 0,1 1-1,-1-1 1,0 1 0,0 0-1,1 0 1,-1 0-1,0 0 1,0 0 0,0 0-1,0 0 1,0 1 0,0-1-1,0 1 1,0-1 0,0 1-1,-1 0 1,1 0 0,0 0-1,0 0 1,0 0-1,0 0 1,0 1 0,-4 0-1,-2 1 498,4 0-488,1-1 0,0 0 0,0 1 1,0 0-1,0 0 0,0-1 0,0 2 0,1-1 1,-1 0-1,1 1 0,0-1 0,-1 1 1,1-1-1,0 1 0,0 0 0,1 0 0,-1 0 1,1 0-1,-2 5 0,-21 66 537,14-10-339,2 1-1,3-1 1,6 115-1,1-65-155,-2 147-1232,0-292-21833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3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3426,'0'0'17159,"47"-47"-17047,-20 36-112,7-1-176,0-1-1728,7-8-3299,6-3-2913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3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28 12614,'0'0'12656,"-22"-4"-11927,0-2-476,9 1-71,-1 2 0,1 0 0,-1 0 0,0 1 0,0 1 0,0 1 0,0-1 0,-16 4 0,20-1-73,0 1-1,0 0 1,1 1-1,-1 0 1,1 0-1,0 1 0,0 1 1,1-1-1,0 1 1,0 1-1,0-1 1,1 1-1,-1 1 1,2-1-1,-1 1 1,1 1-1,1-1 1,-1 1-1,-5 14 1,-1 2-51,1 0-1,1 0 1,1 1 0,1 1 0,2 0 0,-4 30 0,7-33-54,0 0 0,1 0 0,1 0 1,2 1-1,0-1 0,2 0 0,0 0 0,2 0 1,1-1-1,0 1 0,12 25 0,-12-35-1148,16 32 3049,-7-27-6035,3-12-8737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4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4210,'0'0'17376,"13"-8"-16402,10-4-494,1 0 0,0 1 0,1 2 1,31-9-1,6 1-34,-39 9-374,1 1 0,-1 1 0,1 2 0,34-3-1,-57 8-69,0 0 0,0 0-1,1 1 1,-1-1 0,-1 1 0,1-1-1,0 0 1,0 1 0,-1 0-1,1-1 1,0 1 0,-1-1-1,0 1 1,1 0 0,-1-1-1,0 4 1,0-4-1,3 35 158,1 7-89,2-25-950,-5-13-2870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4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2273,'0'0'20457,"28"5"-21225,-15 10-1041,7 1-2433,7-5-2337,1-2-1697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4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10549,'0'0'12101,"-115"97"-10788,95-67 80,6-3-705,8-2-496,6-7-64,0-5-96,0 1-64,0-5 32,6-5-400,8-4-705,13 0-880,7 0-1408,7-13-2722,6-12-2577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6627,'0'0'19737,"-6"82"-19497,6-71-240,0-4 0,0-3-608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5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8452,'0'0'16247,"7"18"-16359,-7 7-864,0 5-2050,7-6-3377,0 1-3281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5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11349,'0'0'8652,"15"6"-8342,48 15-169,-57-20-120,0 0 1,0 0-1,0 0 0,0-1 1,0 1-1,0-2 1,0 1-1,0 0 0,-1-1 1,1 0-1,0-1 0,0 1 1,7-4-1,0-1 9,0-1 1,-1 0-1,19-14 0,-26 17-15,-4 3 27,1 0 0,-1 0 0,1 0 0,-1 0 0,0 0 0,1 0 0,-1 0 0,0-1 0,0 1 0,0 0 0,0-1 0,0 1 0,0-1 0,0 1 0,-1-1 0,1 1 0,-1-1 0,1 0 0,-1 1 0,1-3 0,-1 3 42,-1 0 0,1 0-1,-1 1 1,1-1-1,-1 0 1,0 0 0,1 0-1,-1 1 1,0-1 0,1 0-1,-1 1 1,0-1 0,0 0-1,0 1 1,0-1 0,0 1-1,1-1 1,-1 1-1,0 0 1,0-1 0,0 1-1,0 0 1,0 0 0,0 0-1,0 0 1,0 0 0,0 0-1,0 0 1,0 0 0,0 0-1,-2 1 1,-10-2 192,0 1 42,-1 0 1,1 1-1,-1 0 0,0 1 0,-13 4 0,24-6-286,0 1 1,0 0 0,1 0-1,-1 1 1,0-1-1,1 0 1,-1 1 0,1 0-1,-1-1 1,1 1 0,0 0-1,0 0 1,0 1 0,0-1-1,0 0 1,0 1 0,1-1-1,-1 1 1,1-1 0,0 1-1,-1 0 1,1-1-1,1 1 1,-1 0 0,0 0-1,1 0 1,-1 0 0,1 0-1,0 5 1,0 7 6,-1-8-189,1 0 0,0 0 0,1 0 0,0 0 0,2 11 0,-2-16-26,0 1 0,0-1 0,1 0 0,-1 1 0,1-1 0,-1 0 0,1 0 0,0 0 0,0 0 0,-1 0 0,1 0 0,1-1 0,-1 1 0,0-1 0,0 1 0,1-1 0,3 2 0,3 1-1412,-1-1-1,1 0 0,0-1 0,0 0 0,0 0 0,0-1 0,0 0 0,18-1 1,18 0-3772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5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9492,'0'0'17897,"-1"0"-17761,0 1 1,0-1-1,0 0 1,0 1 0,1-1-1,-1 1 1,0-1 0,0 1-1,1-1 1,-1 1-1,0 0 1,1-1 0,-1 1-1,0 0 1,1 0 0,-1-1-1,1 1 1,-1 1-1,1 47-170,34-49-2514,-31 0 2484,1-1 0,-1 0 0,1 0 0,-1 0 0,0-1 0,0 1 0,0-1 0,0 0 0,0 1 0,0-1 0,0-1 1,0 1-1,-1 0 0,1-1 0,-1 1 0,0-1 0,0 0 0,0 0 0,0 1 0,2-5 0,3-2 188,-2 24 2789,18 13-6421,-21-26 2895,0-1 1,0 0 0,1 0-1,-1-1 1,0 1 0,0 0-1,1-1 1,-1 1 0,1-1-1,-1 0 1,1 0 0,-1 0-1,4 0 1,1 0-932,31 0-6948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6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16760,'0'0'5944,"-7"20"-2681,-6 22-1910,1 1 1,2 0 0,2 1-1,-3 66 1,11-91-1453,-1-15 123,1 1 1,0 0-1,0 0 1,0-1-1,1 1 1,0 0-1,-1-1 1,3 7 0,-2-10-110,1 1 0,-1-1 0,0 1 0,0-1 0,0 1 0,1-1 0,-1 0 0,1 0 0,-1 0 0,1 0 0,-1 0 1,1 0-1,0 0 0,0-1 0,-1 1 0,1 0 0,0-1 0,0 1 0,0-1 0,-1 0 0,1 0 0,0 0 0,0 0 1,0 0-1,3 0 0,13 0-2055,0-1 0,1-1 1,28-7-1,18-14-7464,-17-1-1105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6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18761,'0'0'5858,"169"2"-5762,-88-2-96,7 4-1312,-13 5-5219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6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9780,'0'0'15752,"13"72"-14824,-6-29 113,-7-2-673,7-7-288,-7-9-80,7-12-288,-1-6-1089,-6-27-13606,0-21 4450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7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10613,'0'0'12422,"88"83"-12983,-75-44-2352,1 1-4146,-1-4-3090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7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3362,'0'0'18984,"3"12"-17500,2 9-1028,0-1 230,0 0-1,1 0 1,9 19-1,-14-38-692,-1-1-1,0 1 1,1-1-1,-1 1 1,0-1 0,1 1-1,-1-1 1,1 0-1,-1 1 1,1-1-1,-1 0 1,1 1-1,-1-1 1,1 0-1,-1 0 1,1 1-1,-1-1 1,1 0-1,-1 0 1,1 0-1,0 0 1,-1 0-1,1 0 1,-1 0 0,1 0-1,-1 0 1,1 0-1,0 0 1,-1 0-1,1 0 1,-1 0-1,1 0 1,-1-1-1,1 1 1,-1 0-1,1 0 1,-1-1-1,1 1 1,-1 0-1,1-1 1,-1 1-1,1-1 1,-1 1 0,0 0-1,1-1 1,19-21-405,8-14 170,52-53-1,-80 89 324,0-1 0,0 1 1,1 0-1,-1-1 0,0 1 1,1 0-1,-1 0 0,0-1 0,1 1 1,-1 0-1,0 0 0,1 0 1,-1-1-1,1 1 0,-1 0 1,0 0-1,1 0 0,-1 0 0,1 0 1,-1 0-1,1 0 0,-1 0 1,0 0-1,1 0 0,-1 0 1,1 0-1,-1 0 0,1 0 0,-1 0 1,0 0-1,1 0 0,-1 1 1,1-1-1,-1 0 0,0 0 0,1 1 1,-1-1-1,0 0 0,1 0 1,-1 1-1,0-1 0,1 0 1,-1 1-1,0-1 0,0 0 0,1 1 1,-1-1-1,0 1 0,0 0 1,11 28-584,-4-10 258,14 12-2614,-2-15-4022,0-8-2452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7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6867,'0'0'13556,"13"0"-12537,24 1-383,102-3 1577,-137 2-2186,-1 0 1,1 0-1,-1 0 0,1 0 0,-1-1 1,0 1-1,1-1 0,-1 1 0,0-1 0,1 1 1,-1-1-1,0 0 0,0 1 0,0-1 1,1 0-1,-1 0 0,0 0 0,0 0 1,0 0-1,0 0 0,-1 0 0,1 0 1,0-1-1,0 1 0,-1 0 0,1 0 0,0-1 1,-1 1-1,0 0 0,1-1 0,-1 1 1,0-1-1,1-1 0,-1 1 51,-1 0 0,1-1 0,0 1 0,-1 0 0,1 0 0,-1 0 0,0 0 0,0 0 0,0 1 0,0-1-1,0 0 1,0 0 0,0 0 0,0 1 0,-1-1 0,1 1 0,-1-1 0,1 1 0,-1-1 0,0 1 0,1 0 0,-5-2 0,-5-2 237,0 1 0,-1 0 0,1 1 0,-1 0 0,0 1 0,0 0 0,0 1 0,0 1 0,0-1 0,-18 3 0,29-1-288,0 0 1,0-1-1,0 1 0,0 0 0,0-1 0,0 1 0,0 0 0,0 0 0,0 0 1,0 0-1,0 0 0,0 0 0,1 0 0,-1 1 0,0-1 0,1 0 0,-1 0 0,1 0 1,0 1-1,-1-1 0,1 0 0,0 1 0,0-1 0,-1 0 0,1 1 0,0-1 1,1 0-1,-1 1 0,0-1 0,1 2 0,-1 2-46,0 0 1,0 0-1,1 0 0,0 0 0,0 0 1,1 0-1,-1 0 0,4 5 1,-1-3-342,1 0 1,0-1 0,1 0-1,-1 0 1,1-1 0,0 0-1,1 0 1,-1 0 0,1-1-1,0 0 1,12 6 0,-6-5-1717,-1 0 1,1-1-1,19 4 1,9-1-7591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89 15703,'0'0'6454,"-19"-15"-2690,-63-42-1645,78 55-2005,0 0 1,1 0 0,-1 0 0,0 0 0,0 1 0,0-1 0,0 1 0,-1 0 0,1 1 0,0-1 0,0 1 0,-1-1 0,1 1 0,0 0 0,0 1 0,-5 0-1,-5 1 224,5-1-273,0 1 0,1 0 0,0 0 1,-1 1-1,1 0 0,0 0 0,1 1 0,-1 0 0,0 1 0,1-1 0,0 1 0,0 1 0,1-1 0,-1 1 1,1 1-1,1-1 0,-1 1 0,1 0 0,0 0 0,1 0 0,-7 14 0,-1 3 103,1 2-1,1-1 0,1 1 0,1 1 1,-7 44-1,9-17-167,3 1 0,5 101 0,3-123 0,0 0 0,2-1 0,20 57 0,-17-60 0,-2-10-2086,-2-16-2921,-5-5 4141,0 0 0,0 0-1,0 0 1,-1 0 0,1 0-1,-1-1 1,1 1 0,-1 0-1,0 0 1,0-1 0,0 1-1,0-3 1,0-28-8808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8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14567,'0'0'13702,"128"-25"-13702,-80 20-432,6-1-1553,7-3-2081,7-7-2225,-7-4-4530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8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509 16 13798,'0'0'5032,"-21"-2"-1212,-156-11 5257,167 13-9031,0 2 0,-1-1 0,1 1 0,0 1 0,0 0 0,1 0 0,-1 1 0,1 0 0,-1 1 0,1 0 0,1 0 0,-1 1 0,1 0 0,0 0 0,0 1 0,1 0 0,-13 16 0,10-10-27,0 0 0,1 0 1,0 1-1,1 0 0,1 1 1,1-1-1,0 1 0,0 1 0,2-1 1,-6 31-1,7 15-19,2 0 0,2 0 0,11 65 0,-4-39 0,-7 42-3199,-1-128 2944,0-1-1,0 1 0,0 0 1,0-1-1,-1 1 0,1 0 1,0-1-1,0 1 0,-1 0 1,1-1-1,0 1 0,-1 0 1,1-1-1,-1 1 0,1-1 1,-1 1-1,1-1 0,-1 1 1,1-1-1,-1 1 0,0-1 1,1 0-1,-1 1 1,0-1-1,1 0 0,-1 1 1,0-1-1,1 0 0,-1 0 1,0 0-1,0 0 0,1 0 1,-1 0-1,-1 0 0,-27-3-9631,9-8 819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8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 8868,'0'0'14119,"22"-10"-11118,12-6-2001,0 2 1,1 1-1,72-15 1,-48 16-349,-19 4-523,0 1-1,62-2 1,-101 49 329,-1 41-719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9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11381,'0'0'18313,"14"34"-18329,-1-18-721,8 2-1376,-1 0-1200,0-2-2370,1-2-2112,6-3-1666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9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9108,'0'0'8959,"-21"8"-4594,-64 23-1628,80-29-2524,1-1 0,-1 1 1,1 0-1,-1 0 0,1 1 0,0-1 0,0 1 1,0 0-1,1 0 0,-1 0 0,1 1 1,-1-1-1,1 1 0,-3 4 0,4-3-26,1 0 0,-1 0-1,1 0 1,0 1 0,0-1-1,1 0 1,-1 1 0,1-1-1,1 7 1,-1-7-221,1-2 2,0 1-1,0 0 0,0 0 0,1-1 0,0 1 0,0-1 0,0 1 0,0-1 0,0 0 0,1 0 0,-1 0 0,1 0 0,0 0 0,0 0 1,0-1-1,0 0 0,0 1 0,7 2 0,-2 0-1020,0 0 0,0-1 0,1 0 0,-1 0 0,1-1 0,0 0 0,11 2 0,9-4-6268,3-1-2955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9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16824,'0'0'15639,"-40"120"-15335,46-109-304,1-2 0,7-7-432,-8 1-1489,1-3-1521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19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12198,'0'0'16839,"41"14"-16839,-21 19-880,7 8-2001,-7 0-2530,1-1-6258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20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41 108 5907,'0'0'17389,"21"6"-16138,-15-4-1179,18 5 231,1-1 0,0-1 1,0 0-1,0-3 0,46 1 1,-68-3-294,-1-1-1,0 1 1,1-1 0,-1 1-1,0-1 1,0 0 0,0 1 0,1-1-1,-1 0 1,0 0 0,0-1-1,0 1 1,-1 0 0,1-1 0,0 1-1,0-1 1,-1 0 0,1 1-1,-1-1 1,1 0 0,-1 0 0,0 0-1,0 0 1,0 0 0,0 0-1,0-1 1,0 1 0,-1 0 0,1 0-1,-1-1 1,1 1 0,-1 0-1,0-1 1,0 1 0,0 0 0,0 0-1,-1-1 1,1 1 0,0 0 0,-1-1-1,0 1 1,1 0 0,-1 0-1,0 0 1,0 0 0,0 0 0,-1 0-1,1 0 1,0 0 0,-1 0-1,1 0 1,-1 1 0,0-1 0,1 0-1,-5-1 1,-5-4 24,-1 1 0,-1 0-1,1 1 1,-1 0 0,0 1 0,0 1 0,0 0-1,-1 0 1,1 2 0,0-1 0,-1 2 0,0 0-1,1 0 1,-27 6 0,36-5 36,1 0-1,-1 0 1,1 0 0,0 0 0,-1 1 0,1 0-1,0-1 1,0 1 0,0 1 0,0-1-1,0 0 1,1 1 0,-1-1 0,0 1 0,1 0-1,0 0 1,0 0 0,0 0 0,0 0 0,0 0-1,1 1 1,-1-1 0,1 0 0,0 1-1,0-1 1,0 1 0,1 0 0,-1 6 0,0-4-55,1 0 0,0 0 1,1 0-1,-1 0 1,1 0-1,0 0 1,1 0-1,-1 0 1,1 0-1,0 0 1,1-1-1,-1 1 0,1-1 1,0 1-1,1-1 1,6 8-1,1-2-272,-1 0-1,2-1 1,-1-1 0,1 0-1,25 14 1,-30-20-400,0 0 0,0 0 0,0-1 0,0 0 0,0 0 0,0-1 0,1 0 0,11 0 1,-1 0-1312,-11-1 912,0 1 0,0-1 0,-1 0 0,1-1 0,0 0 1,-1 0-1,1 0 0,0-1 0,-1 0 0,0 0 0,11-5 0,17-18-4048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20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3618,'0'0'21327,"4"-6"-18974,0 1-2299,10-8 2246,-13 15-2144,0 0 1,0 0-1,-1 0 1,1-1 0,-1 1-1,1 0 1,-1 0 0,0 0-1,1 0 1,-1 0 0,0 0-1,0 0 1,-1 0 0,1 2-1,0-1-161,0-1-1,0 0 1,1 1-1,-1-1 1,1 1-1,-1-1 1,1 1-1,0-1 1,0 0-1,0 0 1,1 0-1,-1 1 1,0-1 0,1 0-1,-1 0 1,1-1-1,0 1 1,-1 0-1,1 0 1,0-1-1,0 1 1,0-1-1,0 0 1,1 0-1,-1 1 1,0-1-1,0-1 1,3 2-1,-2-1-187,1 0 0,-1-1-1,0 1 1,0-1 0,1 1 0,-1-1-1,0 0 1,1 0 0,-1-1-1,0 1 1,0-1 0,1 1 0,-1-1-1,0 0 1,0 0 0,0-1 0,0 1-1,0-1 1,0 1 0,5-5-1,2-2-359,-6 6 568,-1 0 0,0-1 0,1 1 0,-1-1 0,0 0 0,-1 0 0,1 0 0,0 0 0,-1 0 0,0-1 0,4-6 3129,-5 26-2287,2-2-1450,5 32 1723,1-28-3952,5-11-5434,-1-7-561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20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18392,'0'0'2423,"-2"19"842,-15 324 5422,16-327-8687,-1 74 0,2-83 0,1 1 0,0-1 0,0-1 0,0 1 0,1 0 0,0 0 0,1 0 0,-1-1 0,1 0 0,5 8 0,-6-12-120,0 0 0,1 0 0,-1 0 0,1-1 0,-1 1 0,1-1 0,0 1 0,0-1 0,-1 0-1,1 0 1,0 0 0,0-1 0,0 1 0,0-1 0,0 1 0,0-1 0,1 0 0,-1 0 0,4-1 0,60-10-4298,-26-3-926,-1-4-4455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0:21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17848,'0'0'6275,"169"-34"-5747,-81 16-528,0 0-272,-6-2-2641,-15-3-4771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71 576,'0'0'5141,"13"-37"-2684,-13 30-2011,0 6-336,-1 0 0,1 0 0,0 0 1,0-1-1,0 1 0,0 0 1,0 0-1,0 0 0,0 0 0,0 0 1,0 0-1,0 0 0,1 0 1,-1 0-1,1 0 0,-1 0 0,0 0 1,1 0-1,-1 0 0,1 0 1,0 0-1,-1 0 0,3-1 3704,-3 21-1637,14 345 4788,-14 239-3078,0-603-3830,0-35-7856,0 22 2725,0-4-1785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0 269 416,'0'0'5112,"2"-5"-4765,1 0 176,4-7-871,-5 0 8238,37 12-7429,197 1-81,572-11 1228,-681 6-1601,212-14 111,392-14 204,-472 27-204,650-53-72,-420 48 367,4 0-357,-122-13-31,-32 3-15,202 4 1396,-141 8-1235,-327 0-165,20-1 4,1095 9 14,-1168-1 602,-22-1-173,-16 1-2022,-4 0-3872,-16 1-2547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1 301 1056,'0'0'4320,"47"2"1827,151-11-1364,7 0-4217,735-5 138,-128-33-421,-168 15-83,-282 4-162,54-2 41,345 14 117,-295 9 89,-135-2 174,317-4 333,-207-4-567,-197 4-178,-130 10-126,206-17 454,-9-7 1164,-135 19 726,-140 8 1689,-75 7-6294,20-3-1989,1-2-5668,11-2 3215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64 160,'0'0'4706,"2"-10"-3567,1-1-763,-1 6-169,-1 1-1,1 0 1,-1-1-1,0 1 1,-1-1-1,1 0 1,-1-6 3929,15 25 1322,-11 4-4720,0-1-1,-1 1 0,-1 0 1,-1 0-1,-1 0 1,-1 20-1,0-2 96,1 535 4916,-7-433-4297,-6 39 474,13-154-1715,0-23-289,0-3-2069,0-6-387,-22 2-12767,-4-1 3055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75 2209,'0'0'10458,"0"-9"-9004,0-43 1051,0 51-2453,0 0 0,-1 1 0,1-1 0,-1 0 0,1 0 0,-1 1 0,1-1 0,-1 0 0,1 0 0,-1 1 0,1-1 0,-1 1 0,0-1 0,1 1 0,-1-1 0,0 1 0,0-1 0,1 1 0,-1 0 0,0-1 0,0 1 0,0 0 0,1 0 0,-1-1 0,0 1 0,0 0 0,0 0 0,0 0 0,0 0 0,1 0 0,-2 0 0,-37 1-78,30-1 133,-1 2-101,0 1 0,0-1 0,0 2 0,0 0 0,0 0 0,1 0 0,0 1 0,0 1 0,0-1 0,1 2 0,-1-1 0,2 1 0,-1 0 0,1 1 0,-10 12 0,16-19-7,-1 1 0,1-1 0,0 1 0,1-1 1,-1 1-1,0-1 0,0 1 0,0-1 0,1 1 0,-1 0 0,1-1 0,0 1 0,-1 0 0,1 0 0,0-1 0,0 1 0,0 0 0,0 0 1,0-1-1,1 4 0,0-4 2,0 1 0,-1-1 0,1 0 0,0 0 0,0 0 0,1 1 0,-1-1 0,0 0 0,0 0 0,0 0 0,1-1 0,-1 1 1,0 0-1,1 0 0,-1-1 0,1 1 0,-1-1 0,3 1 0,8 2 44,1-1 0,0-1 0,0 0 0,18-1 0,-20 0 33,0 0-13,0 0 25,1 1 0,-1-2 0,0 1 0,1-1 0,-1-1-1,0 0 1,0-1 0,0 0 0,-1-1 0,16-6 0,27-15 1092,-52 25 269,-10 18-453,-8 6-460,-1 0-1,-1-1 1,-37 34-1,-14 16 32,5-2-340,36-41-82,1 2 0,-45 66-1,72-97-145,0 0 1,0 1-1,1-1 0,-1 1 0,0-1 0,0 0 1,1 1-1,-1-1 0,1 1 0,-1 0 0,1-1 1,0 1-1,-1-1 0,1 1 0,0 0 0,0-1 1,0 1-1,1 0 0,-1-1 0,0 1 0,0-1 1,2 3-1,-1-3 3,0 0-1,0 1 1,0-1 0,0 0-1,0 0 1,1 0 0,-1 0 0,0-1-1,1 1 1,-1 0 0,1-1-1,-1 1 1,1 0 0,-1-1-1,1 0 1,-1 1 0,1-1 0,1 0-1,9 1 37,0-1 0,0 0-1,0-1 1,19-4-1,0-4 44,1-1-1,-2-2 1,1-1-1,-2-1 0,0-2 1,0-1-1,30-24 0,-55 38-393,10-9-157,-11 0-3984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5651,'0'0'13112,"5"-7"-11716,18-25-22,-17 24-243,-5 9-1014,0 1 1,-1-1 0,1 0 0,0 1 0,0-1-1,-1 1 1,1-1 0,0 1 0,-1-1-1,0 1 1,1-1 0,-1 1 0,0 0 0,0-1-1,0 1 1,0-1 0,0 1 0,0 0-1,-1 1 1,2 5 197,-1-6-299,0 0 0,1 0 0,-1 0 1,1 0-1,-1 0 0,1 0 0,0 0 0,0 0 0,0 0 0,0-1 0,0 1 0,0 0 0,1 0 0,-1-1 0,1 1 0,-1-1 0,1 0 0,-1 1 0,1-1 1,0 0-1,-1 0 0,1 0 0,0 0 0,0 0 0,0 0 0,0-1 0,0 1 0,3 0 0,-2-1-35,1 0 1,0 0-1,-1-1 0,1 1 0,0-1 0,-1 0 1,1 0-1,-1 0 0,1 0 0,-1 0 1,1-1-1,-1 0 0,0 0 0,0 0 0,4-3 1,32-31-208,-32 29 242,-1 1 1,1-1 0,0 1 0,0 0 0,1 1 0,0 0-1,0 0 1,10-4 0,-17 9 268,-1 41 1698,0 46-1527,1-86-797,0-1 0,0 1 0,0 0 0,0-1 1,1 1-1,-1-1 0,0 1 0,0-1 0,0 0 0,0 1 1,1-1-1,-1 0 0,0 0 0,0 0 0,1 0 0,-1 0 0,0 0 1,3-1-1,25 0-5293,-7-6-1340,4-8-2091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4418,'0'0'14231,"22"31"-12004,-18-27-2195,0-1-1,1 0 0,-1-1 1,1 1-1,0-1 0,-1 0 0,1 0 1,0 0-1,0-1 0,0 0 1,0 0-1,1 0 0,6 0 1,65-1 92,-76-1-153,1 1-1,-1 0 1,0-1 0,0 1-1,1-1 1,-1 1 0,0-1-1,0 1 1,0-1 0,0 0-1,0 0 1,0 1 0,0-1-1,0 0 1,0 0 0,0 0-1,0 0 1,-1 0 0,1 0-1,0 0 1,-1-1 0,1 1-1,-1 0 1,1 0 0,-1 0-1,0-1 1,1 1 0,-1 0-1,0-1 1,0 1 0,0 0-1,0 0 1,0-1 0,0 1-1,0-2 1,0 0 11,0 1 0,-1-1 0,1 0 1,0 0-1,-1 1 0,0-1 0,1 0 0,-1 1 1,0-1-1,0 1 0,-1-1 0,1 1 0,0 0 1,-4-4-1,1 3 87,-1 1-1,0-1 1,0 1 0,0 0 0,0 1-1,0-1 1,0 1 0,0 0-1,0 0 1,-1 0 0,1 1 0,0 0-1,-1 0 1,1 0 0,-10 3 0,11-3 18,1 1 1,-1-1 0,0 1 0,0 0-1,1 1 1,-1-1 0,1 1 0,-1-1 0,1 1-1,0 0 1,-1 0 0,1 1 0,0-1-1,0 1 1,1-1 0,-1 1 0,1 0-1,-1 0 1,1 0 0,0 0 0,-3 6 0,1 6-68,0 1 0,1-1 0,1 1 0,1 0 0,0-1 0,2 22 0,-1-10-371,0-26 254,0 1 0,0-1 0,1 0 0,-1 0-1,0 0 1,0 1 0,1-1 0,-1 0 0,1 0 0,-1 0 0,1 0 0,-1 0 0,1 0 0,0 0 0,0 0 0,-1 0-1,1 0 1,0 0 0,0 0 0,0-1 0,0 1 0,0 0 0,2 1 0,0-1-307,1 1 0,0-1 0,-1 0 0,1 0-1,0 0 1,-1 0 0,1-1 0,4 1 0,3-1-942,0-1 0,0 1 0,0-1-1,0-1 1,11-3 0,16-12-2272,-3-5 505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2193,'0'0'12382,"2"-7"-10101,2-21-422,-3 21 558,0 43 259,0-33-2682,0 1 0,-1-1 0,1 1 0,1-1 0,-1 0 0,0 1-1,1-1 1,0 0 0,-1 0 0,1 0 0,0 0 0,1 0 0,2 3 0,-2-5-49,-1 0 0,1 0 0,-1 0 1,1 0-1,-1-1 0,1 1 0,0-1 1,-1 0-1,1 1 0,0-1 0,0 0 1,-1-1-1,1 1 0,0 0 0,-1-1 1,1 0-1,0 1 0,-1-1 0,1 0 1,2-2-1,6-1-23,0-2-1,0 0 1,0 0 0,-1-1-1,0 0 1,0-1-1,8-8 1,-18 44 5542,0-27-5528,0 0 0,0 1 0,0-1 0,0 0 0,1 0-1,-1 1 1,0-1 0,1 0 0,-1 0 0,1 0 0,-1 0 0,1 1-1,-1-1 1,1 0 0,0 0 0,0 0 0,-1 0 0,1 0-1,0 0 1,0-1 0,0 1 0,0 0 0,0 0 0,2 0-1,37 1-5512,1-8-4733,-8-7 1159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4866,'0'0'13441,"8"27"-11296,-5-23-2065,1-1-1,-1 1 1,1-1-1,0 0 0,0 0 1,1 0-1,-1 0 1,0-1-1,1 0 1,0 0-1,-1 0 1,1 0-1,6 1 1,3-1-23,-1 0 0,1 0 1,19-2-1,-31-37-110,-3 35 70,1 0 1,-1 0 0,0 0-1,1 0 1,-1 0 0,0 1-1,0-1 1,-1 0 0,1 1-1,0-1 1,0 1-1,-1-1 1,1 1 0,-1-1-1,0 1 1,1 0 0,-1 0-1,0 0 1,1 0 0,-1 0-1,0 0 1,0 1 0,0-1-1,0 0 1,0 1 0,0 0-1,0-1 1,0 1 0,-3 0-1,-3-1 384,0 0-1,0 0 0,0 1 1,0 0-1,1 1 0,-11 1 1,16-1-287,1 0 1,-1 0-1,1 0 0,-1 0 1,1 0-1,0 0 0,-1 1 1,1-1-1,0 1 0,0-1 1,0 0-1,0 1 1,0 0-1,0-1 0,0 1 1,0 0-1,1-1 0,-2 4 1,-6 31 884,4-5-606,2 52 0,2-67-472,0-15-8,1 1 0,-1 0 0,1-1 1,-1 1-1,1-1 0,0 1 0,0-1 0,0 1 1,0-1-1,0 0 0,0 1 0,0-1 0,0 0 0,0 0 1,1 0-1,-1 0 0,1 0 0,-1 0 0,0 0 1,1 0-1,-1 0 0,1-1 0,0 1 0,-1-1 0,1 1 1,0-1-1,-1 0 0,1 1 0,0-1 0,-1 0 1,3 0-1,67 1-5395,-54-1 3057,30 0-5277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2289,'0'0'12427,"0"-6"-10007,0-15-285,0 41 610,0 49 512,0 131-23,0 0-5510,4-182 931,0-11-2192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66 5234,'0'0'9453,"21"-5"-7991,5-2-1100,-2 1 3,1 1 1,0 1 0,32-1 0,108-8 1617,159-6 646,-289 19-2205,-17-1 111,-1 0 1,1 1-1,-1 1 0,1 1 0,0 1 0,-1 0 1,0 1-1,0 1 0,31 13 0,-36-13 146,-5-1 394,-6 15-683,0 15-134,-2-1 0,-11 63 0,-1-9-247,3 0 1,4 175 0,7-185-149,-1-76 44,-5-1-2,0 1 0,0-1 0,1 0 0,-1 0 0,0 0 1,0 0-1,-6-2 0,8 1 24,-242-15-1516,150 15 1457,1 5 0,-141 24 0,185-19 132,13-3 156,-53 17 0,77-23-156,12 0-84,17-16-9562,-11 12 7373,8-9-4698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 3105,'0'0'11640,"-1"4"-10079,-4 24-129,2 0 0,1 0 0,1 0 1,1 0-1,6 40 0,0 36-554,-6 671-275,-3-753-601,-4-17 229,6-6-260,0 0 0,0 0 0,0 0 0,0 0 0,0 0-1,1 0 1,-1-1 0,0 1 0,1 0 0,-1 0 0,1-1-1,-1 1 1,1 0 0,0-1 0,-1 1 0,1-1 0,0 1 0,0 0-1,0-1 1,0 1 0,1-3 0,0 2 2,0 0-1,0 1 1,0-1-1,1 0 1,-1 1 0,1 0-1,-1-1 1,1 1 0,0 0-1,-1 0 1,1-1 0,0 2-1,0-1 1,0 0 0,0 0-1,0 0 1,0 1 0,0-1-1,3 1 1,0-2-37,80-23-450,162-27 1,93 13 136,-221 27 170,-65 6 62,665-74-532,-451 52 2163,-248 21-764,-17 3 840,-15 2 1850,6 9-4488,6-6 169,-1 0 1,0 0-1,1 0 0,-1 0 1,0 1-1,0-1 0,0 0 1,0 0-1,0-1 0,0 1 1,0 0-1,0 0 0,0 0 0,-3 0 1,-3 0-6476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4018,'0'0'12331,"7"-1"-10488,-5 0-1706,-1 1-1,1 0 1,0-1 0,0 1-1,0 0 1,-1 0-1,1 0 1,0 1-1,0-1 1,-1 0-1,1 1 1,0-1-1,0 1 1,-1 0 0,1-1-1,0 1 1,-1 0-1,1 0 1,-1 0-1,1 0 1,-1 0-1,0 0 1,2 2-1,1 3 346,0-1 0,-1 2-1,1-1 1,-1 0-1,0 0 1,1 8 0,2 10 40,-1-1 1,-1 1 0,-1-1 0,-2 1 0,0 0-1,-4 37 1,1 2 438,2-63-787,2-18-118,0-1 0,-2 1 0,0-1 0,-5-33 0,1-17-403,4 45-33,-7-45 0,4 56 142,-1-5-1,3 32 340,1-11-91,1 0 0,0 0 0,0 0 0,0 0 0,0-1 1,0 1-1,1 0 0,-1-1 0,1 1 0,-1-1 0,1 1 0,0-1 1,0 0-1,0 0 0,1 0 0,2 2 0,47 35 79,-32-26-84,-18-12 34,0 0-1,1 0 0,-2 1 1,1-1-1,0 1 0,0-1 1,0 1-1,-1 0 0,1-1 0,-1 1 1,1 0-1,-1 0 0,0 0 1,0 0-1,0 0 0,0 1 0,0-1 1,0 0-1,-1 0 0,1 1 1,-1-1-1,1 0 0,-1 1 1,0-1-1,0 0 0,0 1 0,0-1 1,0 0-1,-1 1 0,1-1 1,-1 0-1,1 1 0,-1-1 0,0 0 1,0 0-1,0 0 0,0 0 1,-1 0-1,1 0 0,0 0 1,-1 0-1,1 0 0,-1-1 0,-2 3 1,-3 3 189,-1-1 1,0 0 0,0 0-1,0 0 1,-1-1 0,0-1-1,0 0 1,0 0 0,-15 4-1,23-7-439,-42 14 1081,27-1-3514,10 7-8555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5 1953,'0'0'10992,"0"0"-10886,0-1 1,0 1 0,0 0-1,0 0 1,0-1-1,0 1 1,0 0 0,-1 0-1,1 0 1,0-1 0,0 1-1,0 0 1,0 0 0,0 0-1,0 0 1,-1-1 0,1 1-1,0 0 1,0 0 0,0 0-1,-1 0 1,1 0-1,0 0 1,0-1 0,0 1-1,-1 0 1,1 0 0,0 0-1,0 0 1,0 0 0,-1 0-1,1 0 1,0 0 0,0 0-1,-1 0 1,1 0 0,0 0-1,-1 0 1,-3 6 458,0 0 1,1 1-1,-1-1 1,1 1-1,0-1 1,1 1-1,0 0 1,0 0-1,0 0 1,1 0-1,0 9 1,-2-5 11,-6 59 1719,3 0-1,6 133 1,2-86-1934,5 217 516,-7-334-961,0 0 0,1 0 0,-1 1 0,0-1 0,0 0 0,1 0 0,-1 0 0,0 0 1,1 1-1,-1-1 0,1 0 0,-1 0 0,0 0 0,1 0 0,-1 0 0,0 0 1,1 0-1,-1 0 0,1 0 0,-1 0 0,0 0 0,1 0 0,-1 0 0,0 0 0,1 0 1,-1 0-1,0-1 0,1 1 0,-1 0 0,0 0 0,1 0 0,-1 0 0,0-1 0,1 1 1,-1 0-1,0 0 0,0-1 0,1 1 0,-1 0 0,0-1 0,0 1 0,1 0 0,-1-1 1,0 1-1,0 0 0,0-1 0,0 1 0,0 0 0,0-1 0,1 1 0,-1-1 1,0 1-1,0 0 0,0-1 0,0 1 0,0 0 0,0-1 0,-1 0 0,22-51-9857,-2 18-11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1 720,'0'0'13257,"0"5"-10818,14 86 5209,-6 103-2082,22 99-3204,-20-198-2102,3-4-713,-8-74-1733,-4-16 1625,-1 0-1,1 0 1,0-1-1,0 1 1,0 0-1,1-1 1,-1 1-1,0-1 1,0 1-1,0-1 1,0 1-1,0-1 1,1 0-1,-1 0 1,0 0-1,0 1 1,1-1-1,1-1 1,16 1-7483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1521,'0'0'14849,"0"3"-11243,0 18-1881,2 207 5878,3-119-6134,21 120-1,-11-159-1506,4 24 111,-18-31-6497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4034,'0'0'10087,"8"-4"-4698,3-3-3361,-8-2-1022,0 1 1996,-1 18-1418,-3 93 821,21 160 0,12 57-1648,-30-251-4447,-1 0-4001,13-69-7814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5 3906,'3'-2'16258,"8"0"-11939,-18 414 1562,0 6-3801,7-416-2061,0 0-6,0 0 0,0 0 1,-1-1-1,1 1 0,0 0 0,1 0 1,-1-1-1,0 1 0,0 0 0,1-1 0,-1 1 1,1 0-1,0-1 0,-1 1 0,1-1 0,0 1 1,0 0-1,0-1 0,0 0 0,0 1 1,0-1-1,2 2 0,5 42-1331,-9-44 1017,1 0 0,0 1-1,-1-1 1,1 0 0,-1 0 0,1 1-1,-1-1 1,0 0 0,1 0 0,-1 0-1,0 0 1,0 0 0,0 0 0,0 0-1,0 0 1,0 0 0,0-1 0,0 1-1,0 0 1,0 0 0,-1-1 0,-1 1-1,-31 11-7920,7-7-1417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1024,'0'0'3914,"7"0"-3876,38-4 4,-24 0 14390,-28 11-10598,-3 8-5281,4-6 1651,1 0 1,0 1 0,0-1-1,1 1 1,0 0 0,1 0 0,0 0-1,1 0 1,0 1 0,-1 12-1,3-22-200,1-1-1,-1 1 0,1-1 1,-1 1-1,0 0 1,1-1-1,0 0 0,-1 1 1,1-1-1,-1 1 0,1-1 1,-1 0-1,1 1 1,0-1-1,-1 0 0,1 1 1,0-1-1,-1 0 0,1 0 1,0 0-1,0 0 1,-1 0-1,1 0 0,0 0 1,-1 0-1,2 0 0,28 0 47,-22 0-20,0 0-22,-1 0-1,1 0 0,-1-1 1,0 0-1,1 0 1,-1-1-1,0 0 0,0 0 1,0-1-1,10-4 1,-14 5-18,0-1 0,0 1 0,0-1 0,-1 0 1,1 1-1,-1-1 0,1 0 0,-1 0 0,0-1 1,0 1-1,-1 0 0,1-1 0,-1 1 0,1-1 0,-1 1 1,0-1-1,0 0 0,-1 0 0,1 1 0,-1-1 1,0 0-1,0-6 0,0 6 5,0 1-1,0-1 1,-1 1-1,1-1 1,-1 1-1,1 0 1,-1-1-1,0 1 1,-1-1 0,1 1-1,0 0 1,-1 0-1,0 0 1,0 0-1,0 0 1,0 0-1,0 1 1,-4-4 0,3 3 91,-1 1 1,0-1 0,0 1 0,0 0 0,0 0 0,0 1 0,-1-1 0,1 1 0,0 0 0,-1 0 0,1 0 0,-1 1 0,1-1 0,-7 2 0,10-1-81,1 0 1,-1 0 0,0 0 0,1 0 0,-1 0 0,0 0 0,1 1 0,-1-1-1,0 0 1,1 1 0,-1-1 0,1 0 0,-1 1 0,1-1 0,-1 0 0,1 1-1,-1-1 1,1 1 0,-1-1 0,1 1 0,-1 0 0,1-1 0,0 1-1,-1-1 1,1 1 0,0 0 0,0-1 0,-1 1 0,1-1 0,0 1 0,0 0-1,0-1 1,0 1 0,0 0 0,0 0 0,0-1 0,0 1 0,0 1 0,2 11-3037,18-7-15522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8724,'0'0'13862,"1"12"-12221,12 183 2305,-13-193-4001,0-1-1,0 0 1,0 0 0,0 0 0,0 0 0,0 0-1,0 1 1,1-1 0,-1 0 0,0 0-1,1 0 1,-1 0 0,1 0 0,-1 0-1,1 0 1,0 0 0,-1 0 0,1 0-1,0 0 1,0 0 0,-1-1 0,1 1 0,0 0-1,0 0 1,0-1 0,0 1 0,2 0-1,31 3-7688,-31-4 6849,12 0-6591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4706,'0'0'12024,"1"0"-11835,0 0-1,-1-1 1,1 1-1,0 0 1,0 0-1,0-1 0,-1 1 1,1 0-1,0 0 1,0 0-1,0 0 1,0 0-1,-1 0 1,1 0-1,0 0 1,0 1-1,0-1 0,0 0 1,-1 0-1,1 1 1,1 0-1,3 25 1085,0 1 1,-2 0-1,-1 33 0,-1-68-1323,1-1 0,0 1-1,1 0 1,-1 0 0,2 1 0,-1-1 0,1 1-1,0-1 1,1 1 0,-1 0 0,1 1-1,1-1 1,-1 1 0,1 0 0,0 1-1,1-1 1,-1 1 0,1 0 0,0 1-1,0-1 1,1 2 0,-1-1 0,11-3-1,-17 7 107,-1 0 0,1 1 0,0-1 0,0 0 0,0 0 0,0 1 0,0-1 0,0 0 0,0 1 0,0-1 0,0 1 0,-1-1 0,1 1 0,0-1 0,0 1 0,-1 0 0,1-1 0,0 1 0,-1 0 0,1 0 0,-1-1 0,1 1 0,-1 0 0,1 0 0,-1 0 0,0 0 0,1 0 0,-1 0 0,0 0 0,1 0 0,-1-1 0,0 1 0,0 0 0,0 0 0,0 0 0,0 0 0,-1 2 0,2 48 1263,-2-37-721,1 45 341,0-58-1050,1 0 1,-1-1-1,1 1 0,-1-1 0,1 1 1,-1 0-1,1-1 0,-1 1 1,1-1-1,0 1 0,-1-1 1,1 0-1,0 1 0,0-1 0,-1 0 1,1 1-1,0-1 0,0 0 1,-1 0-1,1 1 0,0-1 0,0 0 1,0 0-1,-1 0 0,1 0 1,0 0-1,1-1 0,31 1-5205,-24 0 2714,17 0-5050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1056,'0'0'19906,"19"-3"-18274,91-8 756,-43 9-5416,-65 2 2187,0 0-1,0 0 1,0-1-1,0 1 1,0 0 0,0-1-1,-1 1 1,1-1-1,0 1 1,0-1 0,0 0-1,2-2 1,10-7-8398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11973,'0'0'16056,"0"120"-14279,0-95-865,0-3-480,0 1-352,0-3-80,0 1-576,0 1-897,0-2-1280,0 1-2017,0-3-4482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0,'4'6'14179,"-1"9"-13074,4 465 5589,-7-297-4809,0-155-4039,0-131-10578,0 71 6876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1 165 352,'0'0'5384,"0"-11"-1785,124 9 4020,-79-1-7109,-1-2 1,49-12 0,329-71 626,-310 71-569,206-5 0,-197 22 275,-120 0-141,-1 22 373,-14 352 2265,14-18-1627,5-332-1603,-5-21-233,-5-5-46,-9-5 12,2 3 118,0 1-1,1 0 1,-1 0 0,0 1 0,-1 0 0,-21 1-1,4 1-32,-51 8 0,-302 70-112,362-73 192,-291 64 467,251-66 1152,60-3-1059,-1 0-487,-7 0-15,7 0 887,0 0-969,-48 2 308,35 0-3961,-1-2-7169,4 0 796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481 210 4530,'0'0'6486,"-8"-19"-5048,-25-63-203,29 75-1008,1 0 0,-1 0 0,0 1 0,-1-1-1,0 1 1,0 0 0,0 0 0,0 0 0,-1 1 0,0 0 0,0 0 0,-1 0 0,0 1 0,1 0-1,-1 0 1,0 1 0,-1 0 0,1 0 0,-1 1 0,1 0 0,-1 0 0,0 1 0,0-1 0,1 2-1,-1-1 1,-12 2 0,11-1-99,-1 1 0,0 0 0,1 1 0,-1 0 0,1 1 0,-1 0 0,1 0 0,0 1 0,0 0 0,1 1 0,-1 0 0,1 0 0,0 1 0,0-1 0,1 2 1,0-1-1,0 1 0,0 1 0,-7 10 0,3 1 83,0 1 1,2 0 0,1 1 0,0-1-1,2 2 1,0-1 0,1 1-1,1-1 1,1 1 0,0 32 0,1 221 1285,3-152-777,-1-98-632,1 1 1,1-1 0,1 1 0,1-1 0,1 0-1,13 38 1,-13-54-1543,-7-16-3275,-1-9 2506,2 10 1025,-1-1-1,0 1 1,0 0 0,-1 0-1,0 1 1,-4-9 0,-13-15-4429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1 142 2673,'0'0'13863,"67"-25"-11927,-26 19-175,13-6-112,-6-1-512,6 2-433,0-3-496,0 3-208,-6-1-48,-1-1-832,-6 2-1474,-14 2-1471,-7 4-3907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0 172 5539,'0'0'15335,"9"7"-13839,28 21-271,-34-26-1078,-1 1 1,0-1 0,0 1-1,0-1 1,-1 1 0,1 0-1,-1 0 1,1-1 0,-1 1-1,0 0 1,0 0 0,0 1-1,-1-1 1,1 0 0,-1 0-1,0 0 1,0 0 0,0 6-1,0-7-92,0-2 100,-2 0-142,1 0 1,-1-1 0,0 0 0,1 1-1,-1-1 1,1 0 0,-1 0 0,1 0-1,0 0 1,-1 0 0,1 0 0,0 0-1,0 0 1,0 0 0,-1-1 0,1 1-1,1-1 1,-1 1 0,0 0 0,0-1-1,0 1 1,1-1 0,-1 0 0,1 1 0,-1-1-1,1 0 1,0 1 0,0-1 0,-1 0-1,1-2 1,-3-62-4,3 57 20,0-8 10,1 0 1,0 0-1,4-18 0,-4 32-39,0-1 0,0 0 0,0 0 0,0 0 0,0 1 0,1-1 0,0 1 0,0-1 0,0 1 0,0 0 0,0-1 0,1 1 0,-1 0 0,1 1 1,0-1-1,0 0 0,0 1 0,0-1 0,5-1 0,-7 3-151,0 1 0,0 0 0,-1 0 0,1-1 0,0 1 1,0 0-1,0 0 0,0 0 0,-1 0 0,1 0 0,0 0 0,0 1 0,0-1 1,0 0-1,-1 0 0,1 0 0,0 1 0,0-1 0,-1 0 0,1 1 0,0-1 0,0 1 1,-1-1-1,1 1 0,-1-1 0,2 2 0,17 22-5593,-3-3-3214,3-7 446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56 4578,'0'0'16170,"-12"2"-14745,-40 8-214,50-10-1162,0 1 1,0 0-1,1 0 1,-1 0-1,1 0 1,-1 1-1,1-1 1,-1 0-1,1 1 1,-1-1-1,1 0 0,0 1 1,0 0-1,0-1 1,0 1-1,0 0 1,0-1-1,1 1 1,-1 0-1,0 0 1,1 0-1,-1 0 0,1 0 1,0 0-1,0-1 1,0 1-1,0 0 1,0 0-1,0 0 1,0 0-1,1 0 0,-1 0 1,1 0-1,0 2 1,0 10 9,0-13-54,0 0-1,0-1 1,0 1-1,0 0 1,0 0-1,0 0 1,0-1-1,0 1 1,1 0-1,-1-1 1,0 1 0,0-1-1,1 0 1,-1 1-1,0-1 1,1 0-1,-1 0 1,0 0-1,1 0 1,-1 0-1,0 0 1,2 0-1,36-3 34,-36 1 19,0 0 0,1 0 0,-1-1 1,0 1-1,0 0 0,0-1 0,-1 0 0,1 0 1,-1 0-1,1 0 0,-1 0 0,0 0 1,0-1-1,-1 1 0,1-1 0,-1 1 1,1-1-1,-1 0 0,0 1 0,0-1 1,0-8-1,-1 10-15,1-1 0,-1 0-1,0 0 1,0 0 0,0 1 0,0-1 0,-1 0 0,1 0 0,-1 1 0,0-1 0,1 0-1,-1 1 1,0-1 0,-1 0 0,1 1 0,0 0 0,-1-1 0,1 1 0,-1 0 0,0-1-1,0 1 1,0 0 0,0 1 0,0-1 0,0 0 0,-1 0 0,1 1 0,0 0 0,-5-3-1,6 4-225,1 0-1,0 0 1,-1 0-1,1 0 1,-1 0-1,1 0 0,0 0 1,-1 1-1,1-1 1,0 0-1,-1 0 1,1 0-1,0 0 1,-1 0-1,1 1 0,0-1 1,-1 0-1,1 0 1,0 1-1,0-1 1,-1 0-1,1 0 0,0 1 1,0-1-1,-1 0 1,1 1-1,0-1 1,0 0-1,0 1 1,0-1-1,-1 0 0,1 1 1,0-1-1,0 0 1,0 1-1,0-1 1,0 1-1,0-1 0,0 0 1,0 1-1,0-1 1,0 1-1,0-1 1,0 23-5697,1-18 2485,-1 8-4461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0 0 3394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3394,'51'9'1677,"2"0"240,-1-7 5571,-50-1-6971,-1-1 0,1 1 1,0 0-1,0 0 0,-1-1 0,1 1 0,0 0 1,-1 0-1,1 1 0,-1-1 0,1 0 1,-1 0-1,0 1 0,0-1 0,1 1 0,-1-1 1,0 1-1,0 0 0,0 1 0,0-1-384,0-1-1,0 1 1,0 0-1,0-1 1,0 1 0,1-1-1,-1 1 1,0-1-1,1 0 1,-1 1-1,1-1 1,-1 0-1,1 0 1,0 0-1,-1 0 1,1 0 0,0-1-1,0 1 1,2 0-1,-1-3-160,0 1 0,1-1 1,-1 0-1,0-1 0,0 1 0,0 0 0,0-1 0,-1 0 0,1 0 0,-1 0 0,1 0 1,-1 0-1,0 0 0,2-5 0,15-16-138,-17 21 181,0 1 1,0 0-1,0 0 0,1 1 1,-1-1-1,1 0 0,-1 1 1,1-1-1,0 1 0,0 0 1,2-1-1,-3 2 348,-2 6-264,1 0 1,0 0-1,0 0 1,1-1-1,0 1 1,0 0-1,0-1 1,1 0-1,0 1 1,4 6-1,19 16-1567,-24-27 933,0 1 1,0-1 0,0 0-1,0 0 1,0 0 0,0 0-1,0 0 1,0-1 0,0 1-1,1-1 1,-1 1 0,4-1-1,9 0-4515,4 0-1673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2881,'0'0'16875,"5"22"-14319,3 23-467,-1 0 1,0 58 0,-7 111 31,34-212-4186,-26-1 1189,-1-1 1,1-1-1,-1 1 0,1-1 0,-1-1 1,14-3-1,-18 3 1,1 1 0,-1-1-1,0 0 1,0 0 0,0 0 0,0 0 0,-1-1 0,1 1 0,-1-1 0,5-4 0,6-13-5971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7988,'0'0'15159,"149"-29"-14519,-94 22-448,-8 5-160,-6-2-32,-7 4-2081,6 0-1553,-6 0-5042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3298,'0'0'5906,"61"0"-5778,-55 0-48,8 0-80,-7 0-80,6 0-736,1 0-1073,6 3-1617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6019,'0'0'6019,"54"-2"-6003,-40 2-16,-1 0-961,7 0-848,1 0-448,-1 0-848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2897,'0'0'10165,"34"-9"-10069,-20 9-96,-1 0-16,14 0-912,1 0-977,-1 0-1217,7 0-655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4386,'0'0'9156,"115"-23"-8612,-101 23-95,6 0-449,7 0-32,-7 0-1073,7 0-1264,7 0-624,0 0-2498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54 3394,'0'0'14710,"0"-11"-14342,0 9-207,0-1-161,0-1-513,0-3-1087,0 0-1586,-7-2-1312,7-2-656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1 186 3025,'0'0'12278,"0"-93"-12118,0 80-96,0 1-64,0 1-880,0-5-1073,0 5-1089,0-3-191,0-1 288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21 165 3618,'0'0'7235,"0"-75"-6819,-7 66-224,7 3-176,0-6-16,-6-1-688,6-3-1841,-7-2 336,7 2-1409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96 4434,'0'0'9060,"7"-50"-8852,-7 48-192,0-1-16,0-1-384,0-1-224,0 3-641,0-2-576,0-1-175,0 1-161,0-3-177,0-2-415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74 1713,'0'0'8070,"-2"-7"-7187,0 0-630,-13-24 914,14 29-963,1 0 1,-1 1-1,1-1 1,-1 0-1,1 1 1,0-1 0,-1 0-1,1 1 1,0-1-1,0 0 1,0 0-1,1 1 1,-1-3 0,1 1 2910,-6 21-1675,3-11-1356,-1 0 0,-1 0-1,1 0 1,-1 0 0,0-1 0,-1 0 0,1 0-1,-1 0 1,-1 0 0,1-1 0,-1 1 0,-9 5 0,-12 9 35,-47 24 1,44-27 16,9-5-93,23-14 80,36-23 134,-17 11-256,8-6-21,-1-1 0,-1-1 0,45-50 0,-71 71 69,-1 0 0,0 1 0,1-1 1,0 0-1,-1 0 0,1 0 0,-1 1 0,1-1 0,0 0 1,0 1-1,-1-1 0,1 1 0,0-1 0,0 0 1,0 1-1,0 0 0,0-1 0,0 1 0,-1 0 1,1-1-1,0 1 0,0 0 0,0 0 0,0 0 1,0 0-1,0 0 0,0 0 0,0 0 0,0 0 0,0 0 1,0 0-1,0 1 0,2-1 0,17 28 1988,-18-23-2139,2 1 292,0 0 1,1 0 0,-1 0-1,1 0 1,1-1 0,-1 0-1,1 0 1,9 7 0,-7-6 16,33 32 1965,-41-38-2275,0 0 1,0 1-1,0-1 0,0 0 0,1 0 1,-1 1-1,0-1 0,0 0 1,0 0-1,0 1 0,0-1 1,0 0-1,0 1 0,0-1 1,0 0-1,0 0 0,0 1 0,0-1 1,0 0-1,0 1 0,-1-1 1,1 0-1,0 0 0,0 1 1,0-1-1,0 0 0,0 0 0,0 1 1,-1-1-1,1 0 0,0 0 1,0 0-1,0 1 0,-1-1 1,1 0-1,0 0 0,0 0 1,-1 0-1,1 1 0,-1-1 0,-17 15-4852,-2 1-3813,2-3 295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0 154 5491,'0'0'12058,"2"-7"-11569,-1 4-421,1 1 0,-1-1 0,1 1 0,-1-1 1,1 1-1,0-1 0,0 1 0,0 0 1,0 0-1,0 0 0,1 0 0,2-2 0,-4 4-44,0-1-1,0 1 1,0-1-1,0 1 1,0 0-1,1-1 1,-1 1-1,0 0 1,0 0-1,0 0 0,0 0 1,0 0-1,0 0 1,1 0-1,-1 0 1,0 1-1,0-1 1,0 0-1,0 1 1,0-1-1,0 1 0,0-1 1,0 1-1,0-1 1,0 1-1,0 0 1,0-1-1,0 1 1,-1 0-1,1 0 0,0-1 1,0 1-1,-1 0 1,1 0-1,0 0 1,-1 0-1,1 0 1,-1 0-1,0 0 1,1 0-1,-1 1 0,0-1 1,0 0-1,1 1 1,19 69 958,-21-105-895,0 19-78,1 0 0,0-1 1,5-29-1,-5 42 10,1-1 1,0 0-1,0 1 1,1-1-1,-1 1 1,1-1-1,-1 1 1,1 0-1,0 0 0,1-1 1,-1 2-1,0-1 1,1 0-1,0 0 1,-1 1-1,1-1 1,0 1-1,0 0 1,1 0-1,-1 0 0,4-1 1,-1 0-11,0 0 0,1 1 0,-1 0 0,0 0 1,1 1-1,-1-1 0,1 2 0,0-1 0,-1 1 0,1 0 0,0 0 1,-1 0-1,11 3 0,-16-2 14,0 0 0,1 0 0,-1 1 0,0-1-1,0 0 1,0 1 0,0-1 0,0 0 0,0 1 0,-1-1 0,1 1 0,0-1 0,-1 1 0,1 0 0,-1 1 0,13 21-2446,3-17-6275,-4-7 1988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95 3522,'0'0'8508,"15"6"-7316,-11-4-1211,13 5 748,0-1-1,35 8 1,-47-13-615,0 0 1,0 0-1,1 0 1,-1-1-1,1 0 1,-1 0 0,0-1-1,1 1 1,-1-1-1,0 0 1,0 0-1,0-1 1,0 0-1,0 0 1,0 0 0,0 0-1,6-5 1,-7 4-85,-1 0 0,1 0 1,-1 0-1,0 0 0,0-1 1,0 1-1,-1-1 0,1 0 1,-1 0-1,0 0 1,0 0-1,0 0 0,1-8 1,-3 10-6,1 0 1,-1 0 0,0 0 0,-1 1 0,1-1 0,0 0 0,0 0-1,-1 0 1,1 1 0,-1-1 0,0 0 0,1 0 0,-1 1 0,0-1 0,0 1-1,0-1 1,0 1 0,0-1 0,-1 1 0,1 0 0,0-1 0,-1 1-1,1 0 1,-1 0 0,1 0 0,-1 0 0,1 0 0,-1 0 0,0 0 0,1 1-1,-1-1 1,0 1 0,0-1 0,0 1 0,1 0 0,-4-1 0,-8-1 153,0 0 0,-1 0 0,1 1-1,-1 1 1,1 0 0,0 1 0,-1 1 0,1 0 0,-24 7 0,32-8-60,0 1 0,0-1 0,0 1 0,0 0 0,1 0-1,-1 1 1,1 0 0,-1-1 0,1 2 0,0-1 0,0 0 0,1 1 0,-1-1 0,1 1-1,0 0 1,0 1 0,0-1 0,0 0 0,1 1 0,-1-1 0,1 1 0,0 0-1,1 0 1,-1 0 0,1 0 0,0 0 0,0 0 0,0 8 0,1-6-60,1 0-1,-1 0 1,1 1 0,0-1 0,1 0 0,-1 0 0,2-1 0,-1 1-1,1 0 1,0-1 0,6 11 0,-7-13-172,1-1 0,0 1-1,1-1 1,-1 0 0,1 1 0,-1-2-1,1 1 1,0 0 0,0-1 0,0 1 0,0-1-1,0 0 1,1-1 0,-1 1 0,1-1 0,-1 0-1,1 0 1,-1 0 0,8 0 0,58 0-4698,-62-1 3513,-1-1-1,1 0 1,-1 0-1,1-1 0,-1 0 1,0 0-1,11-6 1,16-12-5343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1 5539,'0'0'12944,"-9"0"-11653,2 0-1069,0 1 0,0 0 0,1 0 0,-1 1-1,1-1 1,-1 2 0,1-1 0,-1 1 0,1 0-1,0 0 1,0 0 0,-7 7 0,8-7-99,2 0-1,-1 1 1,0 0 0,0-1 0,1 1-1,0 0 1,0 1 0,0-1 0,1 1-1,-1-1 1,1 1 0,0 0 0,0-1-1,1 1 1,-1 0 0,1 1 0,0-1-1,1 0 1,-1 7 0,1-10-117,-1 0 0,1 1 0,0-1 0,1 0 0,-1 0 0,0 0 0,1 0-1,-1 0 1,1 0 0,-1 0 0,1 0 0,0 0 0,0 0 0,0 0 0,0 0 0,0 0 0,1-1 0,-1 1 0,0 0 0,1-1 0,2 3 0,0-2-18,-1-1 0,1 1 1,-1-1-1,1 0 0,0 0 1,0 0-1,-1-1 1,1 1-1,0-1 0,7 0 1,-4-1-87,-1 0 0,0 0 0,1 0 1,-1-1-1,0 1 0,0-2 0,0 1 1,-1-1-1,1 0 0,0 0 0,-1 0 1,0-1-1,0 0 0,0 0 0,0 0 1,-1 0-1,1-1 0,-1 0 0,0 0 1,-1 0-1,6-10 0,-7 11 252,1-1 0,-1 0 0,0 0 0,0 0 0,-1-1 0,0 1 0,0 0 0,0-1 0,0-7 1291,-1 50-1210,0-32-421,0 0 1,0 0-1,0 0 1,0 0-1,1 0 1,0 0 0,0 0-1,1 0 1,-1 0-1,4 7 1,-3-10-261,0 0 1,0 0 0,0 0-1,0 0 1,1 0 0,-1-1-1,0 1 1,1-1 0,-1 1-1,1-1 1,-1 0 0,1 0-1,0 0 1,0 0 0,-1 0-1,1-1 1,0 1 0,0-1-1,0 0 1,5 0 0,18 0-4782,1 0-87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3 203 5699,'0'0'11480,"7"11"-10085,20 38-235,-26-46-1009,0 0 1,1 0-1,-1 0 0,0 1 0,0-1 0,-1 0 0,1 1 0,-1-1 1,0 0-1,0 1 0,0-1 0,-1 7 0,0 3 1553,-36-16-920,36-1-765,0 1 0,0-1-1,0 0 1,0 0 0,1 0-1,0 0 1,-1 0 0,1 0 0,1 0-1,0-6 1,0-4 5,-1-4 7,-1 10-33,0 0 0,1 0 0,0 0 0,1 0 0,0 0 0,0 0 0,0 0-1,1 0 1,1 1 0,-1-1 0,1 1 0,0-1 0,9-13 0,-3 9-58,0 0 0,1 0-1,1 1 1,0 1-1,0 0 1,20-13 0,-24 19-328,-1 0 0,1 1 0,0 0 0,0 0 0,1 0 0,-1 1 0,0 1 0,1-1 0,-1 1 0,1 0 0,-1 1 0,1 0 0,0 0 0,-1 0 0,9 2 0,3 6-5166,-5 8-2519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6131,'0'0'9562,"4"15"-7948,7 42 313,-2 0 0,1 77 0,-9 134 1005,-2-143-4282,1-124 1060,-1-1 0,1 0 0,0 1 1,-1-1-1,1 0 0,-1 1 0,0-1 0,1 0 1,-1 0-1,1 0 0,-1 0 0,1 0 0,-1 1 0,1-1 1,-1 0-1,1 0 0,-1 0 0,0 0 0,1-1 0,-1 1 1,1 0-1,-1 0 0,1 0 0,-1 0 0,1-1 1,-1 1-1,1 0 0,-1 0 0,1-1 0,-1 1 0,1 0 1,-1-1-1,1 1 0,-1 0 0,1-1 0,0 1 0,-1-1 1,1 1-1,0-1 0,-1 0 0,-7-20-5494,-4-7-275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447 244 6515,'0'0'9207,"23"-6"-7879,6-5-886,-15 6-223,0 1 1,1 0 0,-1 0-1,1 2 1,0 0 0,0 0-1,17 2 1,244-8 1446,499-77 0,-694 70-1666,48-9-119,150-48 1,-278 72 1724,-1 3-721,-1 29 1014,-11 53-1,6-52-807,-2 58 0,1 265 862,1 98-1953,6-454-17,0 1-1,0-1 1,0 0 0,0 1-1,0-1 1,0 0 0,0 1-1,0-1 1,0 0 0,0 1-1,0-1 1,0 0 0,0 1-1,0-1 1,0 0-1,0 1 1,0-1 0,-1 0-1,1 1 1,0-1 0,0 0-1,0 1 1,-1-1 0,1 0-1,0 0 1,0 1 0,0-1-1,-1 0 1,1 0 0,0 1-1,-1-1 1,1 0 0,0 0-1,-1 0 1,1 0 0,0 1-1,0-1 1,-1 0 0,1 0-1,0 0 1,-1 0 0,1 0-1,-1 0 1,1 0-1,0 0 1,-1 0 0,1 0-1,0 0 1,-1 0 0,1 0-1,0 0 1,-1 0 0,1-1-1,0 1 1,-1 0 0,1 0-1,-10-1-180,-308-5-2817,-352 30 2021,213-3 1334,167-6 342,-84 1 515,371-16-1163,32 0-799,79-8-316,-34-3-3463,-33 5-1498,-8 0-1473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2993,'0'0'15864,"68"-32"-14264,-48 28-287,7-1-417,-6 5-287,12 0-449,1 0-128,7 0-32,6 0-1041,14 0-816,7 0-1808,7-9-2386,13-6-1120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2209,'0'0'19593,"129"-7"-19129,-95 7-208,-7 0-256,13 0-384,-6 0-624,14 0-1425,-1 0-2049,14 0-785,-7 0-1408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7203,'0'0'8660,"128"-20"-8564,-107 18 16,-1 2-112,7 0-1376,0 0-785,7 0-1953,7 0-2001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8516,'0'0'9636,"88"-20"-9636,-74 20-1024,13 0-1841,0 0-1233,7-3-1505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3650,'0'0'10004,"149"-25"-8579,-122 25-465,0 0-63,-6 0-897,-8 0-240,8 0-1329,-8 0-2289,7 0-1408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33 3153,'0'0'17000,"-27"0"-17000,27-3-112,0-3-1393,0-3-1872,0-5-2258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7 274 5491,'0'0'11189,"-6"-127"-10677,6 107-400,0 0-112,0-3-752,0 1-1762,0-8-1247,0-1-1426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61 334 6243,'0'0'6691,"-6"-115"-4738,6 93-1665,0-1-208,0 0-80,0 8-208,0-6-865,0 1-687,-7 2-65,-7-5 112,1-1-2561,-8-6-48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89 452 1489,'0'0'9172,"-28"-135"-6419,28 105-912,0 3-432,0 2-849,0-2-256,0 5-224,0-3-80,0 2 0,-6 1-512,-8 1-273,1-3-1071,-1 1-1090,7 0-1408,0-1 1809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7780,'0'0'9897,"10"-3"-9486,1 1-264,6-3 173,0 2-1,0 0 0,1 0 0,0 2 0,27 1 1,-44 4-125,0 0 1,0 0-1,-1 0 1,0 1-1,1-1 1,-2 0 0,1 6-1,-1-6 15,0 2-68,0 1 0,-1 0 0,0-1 0,0 1 0,0-1 1,-1 1-1,0-1 0,0 0 0,-1 0 0,0-1 0,0 1 0,0-1 0,-1 1 1,-7 5-1,7-6-21,0 1 1,0-1 0,0 1-1,0 0 1,1 0 0,0 1-1,0-1 1,1 1-1,0 0 1,0 0 0,1 0-1,-1 0 1,2 0 0,-3 14-1,46-19 245,-32-2-414,7 1-231,1-2-1,-1 0 0,25-5 1,-36 5-612,0-1 0,1 0 0,-1-1 1,-1 1-1,1-1 0,0 0 1,9-8-1,6-4-6451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23 8148,'0'0'9143,"21"-3"-7551,3-4-1165,-12 4-176,0 0-1,-1 1 0,1 0 1,0 1-1,20 0 0,-31 1-195,0 0-1,0 1 0,0-1 0,-1 0 1,1 1-1,0-1 0,0 0 1,0 1-1,-1 0 0,1-1 1,0 1-1,0-1 0,-1 1 1,1 0-1,0-1 0,-1 1 1,1 0-1,-1 0 0,1 0 0,-1-1 1,1 1-1,-1 0 0,0 0 1,0 0-1,1 0 0,-1 0 1,0 0-1,0 0 0,0 0 1,0 0-1,0 0 0,0-1 1,0 1-1,0 0 0,0 0 0,0 0 1,-1 0-1,1 0 0,0 0 1,0 0-1,-1 0 0,0 1 1,0 2 84,0 0 1,0-1 0,-1 1 0,1 0 0,-1 0 0,0-1 0,0 1-1,0-1 1,0 1 0,-4 3 0,-8 5 474,0 0 1,-1 0-1,-1-1 1,0-1-1,-29 13 1,78-8-735,-25-13 43,0 0-1,0 1 1,0 0-1,-1 0 1,0 1 0,1 0-1,-1 0 1,0 1 0,-1 0-1,9 7 1,-11-7 69,-1-1 1,0 0-1,0 1 1,0 0-1,0 0 1,-1 0-1,1 0 1,-1 0-1,-1 0 1,1 0-1,-1 1 0,0-1 1,0 1-1,0-1 1,-1 1-1,0 5 1,0-9 38,-1 0 0,0 0 0,1 0 1,-1-1-1,0 1 0,0 0 0,0 0 0,0-1 0,0 1 1,0 0-1,0-1 0,-1 1 0,1-1 0,0 0 0,-1 1 1,1-1-1,-1 0 0,0 0 0,1 0 0,-1 0 1,0 0-1,0 0 0,-3 1 0,-53 16 1397,46-15-1131,-26 4 591,9-1-2045,10-2-5028,25-5-2141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1 313 3762,'0'0'8211,"27"-134"-7954,-14 110 959,-6-1-944,-7 4 625,0 8-817,0-1-80,0-2 0,0 5-128,0 0-641,0 2-399,0 4-433,0-4-1280,0 0-865,0-2 945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0 172 4370,'0'0'10757,"27"-124"-10293,-27 115-288,0 2-64,0 0-112,0 3-32,0 1-1168,0 1-609,0-2 448,0-1-3505,0-2 560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34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 39 3810,'0'0'10295,"1"-8"-9124,0 5-966,2-19 104,-2 16 46,0 11 510,-1-3-829,-1 1-1,0-1 1,1 0-1,-1 1 1,0-1-1,0 0 1,0 0-1,-1 0 1,1 1 0,0-1-1,-1-1 1,0 1-1,1 0 1,-1 0-1,0 0 1,-2 1-1,-43 32 1038,14-12-490,-16 18 267,16-14-351,-45 47 1,71-62-469,7-11-23,0 0 0,0 0 0,0 0 0,-1 0 0,1 0 0,0 0 0,-1-1 0,1 1 0,-1 0-1,1 0 1,-1-1 0,1 1 0,-1 0 0,0-1 0,1 1 0,-1 0 0,0-1 0,0 1 0,1-1 0,-1 1 0,0-1 0,-1 1-1,2-2 0,-1 1-1,1-1 0,0 0 0,0 0 1,0 0-1,0 0 0,0 1 1,0-1-1,0 0 0,0 0 0,1 0 1,-1 1-1,0-1 0,0 0 0,1 0 1,-1 1-1,0-1 0,1 0 0,-1 0 1,1 1-1,-1-1 0,1 0 0,-1 1 1,1-1-1,1 0 0,125-69-393,-109 58 337,-2-1-1,1-1 0,-2 0 1,0-2-1,25-30 0,-40 45 74,0 1-1,1-1 1,-1 1-1,0-1 0,0 1 1,1-1-1,-1 1 1,1 0-1,-1-1 1,0 1-1,1-1 1,-1 1-1,1 0 0,-1-1 1,1 1-1,-1 0 1,1 0-1,-1-1 1,1 1-1,-1 0 1,1 0-1,-1 0 0,1 0 1,-1 0-1,1 0 1,-1 0-1,1 0 1,0 0-1,-1 0 1,1 0-1,-1 0 0,1 0 1,-1 0-1,1 0 1,-1 0-1,1 1 1,-1-1-1,1 0 1,-1 0-1,1 1 0,-1-1 1,1 0-1,-1 1 1,0-1-1,1 1 1,9 10 393,-1 0 0,-1 1 0,0 0-1,12 26 1,-12-23-71,0 0-1,1 0 1,13 16-1,-13-18-88,1-1-1,1-1 0,0 0 1,0 0-1,1-1 0,0 0 0,1-1 1,0-1-1,27 14 0,-33-11-216,-7 18-9570,0-20 4105,0-4-2413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51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2376 174 976,'0'0'4699,"2"-4"-3591,8-18 7868,-9 18-9197,0 3 265,1-1-1,-1 0 1,0 0 0,1 1-1,-1-1 1,1 1 0,-1-1 0,1 1-1,0 0 1,0-1 0,-1 1 0,1 0-1,0 0 1,0 0 0,0 1 0,3-2-1,40-15 118,-11 5 467,1 2 1,1 2-1,61-8 0,-3 8 227,4-2 180,1 4 0,124 9-1,39 32 364,-208-24-992,0 2-1,89 35 1,-113-34-126,-1 1 0,37 28 0,-37-24 116,50 25 1,-46-27-285,-1 1 0,0 1 0,-2 1 0,33 28 0,38 25 220,6 6 60,-95-69-311,-1 0 0,0 1 0,-1 1 0,0 0 0,-1 0 0,12 22 0,25 36 379,3 5 139,-42-61-426,0 0-1,-1 1 0,-1 0 1,0 0-1,-1 0 0,2 19 0,2 13 105,2-1 0,2 0 0,1-1 0,30 64 0,-26-67-256,-2-1 0,-2 2-1,-2-1 1,10 77 0,-12-80-21,-6-30 0,-1-1 0,0 1 0,-1 0 0,1 12 0,18 315 0,-20 224 0,-13-462 0,10-58 0,-2 0 0,-2 0 0,-19 64 0,9-33 0,11-42 0,-1 0 0,-2 0 0,-13 29 0,-140 284 0,74-193 0,5-11 0,62-100 0,-2-1 0,-31 38 0,25-37 0,-32 57 0,40-58 0,-2-2 0,-1 0 0,-37 41 0,-55 62 0,97-114 0,-1-1 0,-1-1 0,0 0 0,-2-2 0,-40 29 0,-2 2 0,43-32 0,0-1 0,-48 27 0,-171 78 0,185-94 0,0-2 0,-2-3 0,-114 32 0,-188 20 0,221-50 0,43-11 0,-156 6 0,-98-24 0,311 0 0,0-2 0,-39-10 0,35 5 0,-56-4 0,13 6 0,1-3 0,-142-40 0,215 48 0,0-1 0,1-1 0,0 0 0,0 0 0,0-1 0,1 0 0,0-1 0,0-1 0,1 1 0,-1-1 0,2-1 0,-12-13 0,9 11 0,0 0 0,-1 1 0,0 0 0,-27-16 0,28 20 0,1-1 0,-1-1 0,1 1 0,0-1 0,1-1 0,0 0 0,0 0 0,-10-16 0,-9-15 0,-1 1 0,-3 1 0,-57-53 0,25 25 0,23 24 0,-1-1 0,-58-78 0,-15-51 0,100 145 0,1-1 0,1-1 0,2-1 0,1 1 0,2-1 0,0-1 0,-3-35 0,-16-56 0,24 100 0,-6-81 0,6 47 0,-15-78 0,17 128 0,-4-32 0,-2-69 0,8 29 0,1 19 0,-11-99 0,5 112 0,2 0 0,5-52 0,-1 10 0,-1 66 0,2 0 0,0 1 0,6-23 0,4-25 0,20-89 0,-23 104 0,27-90 0,-24 100 0,-5 14 0,-3 10 0,1 1 0,0 0 0,1 0 0,1 1 0,13-22 0,1 5-17,-2 0 1,-2-1-1,17-45 0,-28 56-10,13-29-34,53-80-963,-41 74 796,-23 41 97,1 1 0,1-1 0,18-23-1,9-21-426,-4 5 281,25-31-369,-38 54 545,28-34 0,33-22-62,-61 69 74,1 1-1,30-23 1,-25 23-31,42-43 1,-42 37-178,2 2 0,45-31 0,-57 44 281,31-21-65,28-21 101,-2-8-81,-51 44 46,1 1 1,0 1-1,1 1 1,0 1 0,1 1-1,1 1 1,0 2-1,1 0 1,39-7 0,69-25 14,-92 27 0,82-18 0,-46 15-17,30-3-36,-84 17 86,0-2-1,0-1 0,30-12 1,-36 12 22,1 0 0,-1 1-1,1 1 1,0 1 0,38-3 0,118 0 1492,-157 6-1322,0 1-1,1 1 1,-1 1-1,1 0 0,24 8 1,-20-5-163,0-1 1,42 2-1,-67-5-208,0 0 0,0-1 0,0 1-1,0-1 1,0 1 0,0 0 0,0-1-1,-1 1 1,1-1 0,0 1 0,0-1-1,0 1 1,-1-1 0,1 1 0,0-1-1,-1 1 1,1-1 0,0 1 0,-1-1-1,1 1 1,0-1 0,-1 0 0,1 1-1,-1-1 1,1 0 0,-1 1-1,0-1 1,-23 14-7403,15-8 2330,-10 3-6200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12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12182,'0'0'16468,"8"-18"-12636,-3 18-3750,-4 0-178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13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5330,'0'-3'25275,"0"1"-25403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13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5923,'1'-1'23549,"-1"0"-23975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41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7764,'0'0'10762,"6"6"-9100,3 4-1171,-1 0 1,-1 0-1,0 0 1,-1 1-1,0 0 0,0 1 1,-1-1-1,-1 1 1,5 18-1,16 113 790,5 24-211,-18-138-4843,-6-19 567,-3-16 463,-3-17-2598,0-5-886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4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7 259 3890,'0'0'9321,"-1"-5"-7888,-3-18-16,3 18-374,53 5 1767,10 1-1796,1-2 1,-1-4-1,69-12 0,172-56-470,-109 24-316,221-27 0,-379 72-83,67 2-1,-101 2-26,1 1 1,-1-1-1,1 1 1,-1 0-1,0 0 1,1 0 0,-1 0-1,0 0 1,0 0-1,0 0 1,0 1-1,0-1 1,0 1 0,0 0-1,0-1 1,0 1-1,-1 0 1,1 0-1,-1 0 1,3 4 0,22 53 3329,-15-29-2084,11 22-1296,-3 0 1,14 65-1,-17-33-68,-13-59 0,2 0 0,1 0 0,11 32 0,-10-38 0,-7-15 0,1 0 0,0-1 0,1 1 0,-1-1 0,1 1 0,-1-1 0,1 1 0,0-1 0,0 0 0,4 4 0,-14-15 0,7 6 0,0 1 0,0-1 0,0 1 0,0-1 0,-1 1 0,1 0 0,-1 0 0,1-1 0,-1 1 0,1 0 0,-1 0 0,0 1 0,-1-2 0,-13-3 0,0 2 0,0-1 0,-1 2 0,1 0 0,-31 1 0,2 3 0,-45 7 0,-2 10 0,1 5 0,-142 55 0,149-48 0,-162 59 0,-234 79 0,464-164 0,7-2 0,0 0 0,0 0 0,0-1 0,0-1 0,-16 2 0,25-3 0,-1 0 0,1-1 0,-1 1 0,1 0 0,-1 0 0,1-1 0,-1 1 0,1 0 0,0-1 0,-1 1 0,1 0 0,0-1 0,-1 1 0,1 0 0,0-1 0,-1 1 0,1-1 0,0 1 0,0-1 0,0 1 0,-1-1 0,1 1 0,0-1 0,0 1 0,0-1 0,0 1 0,0-1 0,0 1 0,0-1 0,0 1 0,0-1 0,0 1 0,0-1 0,1 0 0,2-16 0,0 13-374,0-1-1,1 1 1,0 1 0,-1-1-1,2 0 1,-1 1 0,0 0 0,1 0-1,-1 0 1,1 1 0,0-1-1,0 1 1,0 0 0,0 1-1,0-1 1,1 1 0,-1 0 0,0 0-1,8 0 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44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264 129 2497,'0'0'10317,"8"-7"-8367,2 0-1292,-7 5-381,1 0 1,-1-1-1,0 1 0,1-1 1,-1 0-1,-1 0 0,1 0 0,0 0 1,4-7-1,-6 9-56,-1 0 0,1-1-1,0 1 1,0 0 0,-1-1 0,1 1 0,-1-1-1,1 1 1,-1-1 0,0 1 0,1-1 0,-1 1 0,0-1-1,0 0 1,0 1 0,0-1 0,0 1 0,-1-1-1,1 1 1,0-1 0,-1 1 0,1-1 0,-1 1-1,-1-3 1,0 2-94,0-1-1,0 1 1,0 0 0,0 0-1,0 0 1,-1 0 0,1 0-1,-1 1 1,1-1-1,-1 1 1,-5-3 0,-2 1-121,-1-1-1,1 1 1,-1 1 0,1 0 0,-20-1 0,21 3 10,1 0-1,0 1 0,-1 0 0,1 0 1,0 1-1,0-1 0,0 2 1,0-1-1,-12 7 0,16-7-19,1 0 0,0 0 0,0 1 0,1-1-1,-1 1 1,0-1 0,1 1 0,0 0 0,-1 0 0,1 0 0,0 0-1,1 0 1,-1 1 0,0-1 0,1 1 0,0-1 0,0 1-1,0-1 1,0 1 0,1-1 0,-1 1 0,1 0 0,0 6 0,1-8 4,-1 0 0,1 0 0,-1 1 0,1-1 0,0 0 0,0 0 0,0 0 0,0 0 0,0 0 0,1-1 0,-1 1 0,0 0 0,1 0 0,0-1 0,-1 1 0,1-1 0,0 0 0,0 1 0,0-1 0,0 0 0,0 0 0,0 0 0,0 0 0,0 0 0,0-1 0,0 1 0,0-1 0,3 1 0,12 3 44,0-1 1,28 2 0,-29-3-35,-14-2-6,8 1-12,0 0-1,0 1 0,0 0 1,17 6-1,-25-7 7,0 0 1,0 0-1,0 0 0,0 0 1,0 1-1,0-1 1,0 0-1,0 1 0,-1 0 1,1-1-1,-1 1 0,1 0 1,-1 0-1,0 0 1,0 0-1,0 0 0,0 0 1,0 0-1,0 0 0,0 0 1,-1 0-1,1 1 0,-1-1 1,1 0-1,-1 0 1,0 4-1,0 6 23,0 0 0,-1-1 0,0 1 1,-1-1-1,-1 0 0,0 1 0,0-1 0,-1 0 0,0-1 0,-1 1 0,0-1 1,-7 10-1,-108 152 916,81-122 143,-62 105 0,100-154-1077,1 0 0,-1 1 0,0-1 0,0 0-1,0 1 1,1-1 0,-1 1 0,1-1 0,-1 1-1,1-1 1,0 1 0,-1-1 0,1 1 0,0 0 0,0-1-1,0 1 1,0-1 0,0 1 0,1 0 0,0 2 0,-1-4-4,1 1 1,0-1 0,0 1 0,0-1 0,-1 1-1,1-1 1,0 0 0,0 1 0,0-1-1,0 0 1,0 0 0,0 0 0,0 0 0,0 1-1,0-1 1,0-1 0,0 1 0,0 0 0,0 0-1,0 0 1,0 0 0,0-1 0,1 0-1,9-2 2,0-1 0,-1-1 0,1 0 0,10-6 0,40-28 22,152-85 535,-211 122-440,-5 4-2320,0 0 832,-1-1 0,1 1 0,-1-1 0,1 0 0,-1 0 0,1-1 0,-1 1 0,-5 0 0,-5-1-6346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45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7059,'0'0'14879,"0"22"-13377,0 149 1497,0-171-3004,0 0 1,0 1-1,0-1 1,1 0 0,-1 0-1,0 0 1,0 0-1,0 0 1,1 1-1,-1-1 1,0 0-1,0 0 1,1 0 0,-1 0-1,0 0 1,0 0-1,1 0 1,-1 0-1,0 0 1,0 0 0,1 0-1,-1 0 1,0 0-1,0 0 1,1 0-1,-1 0 1,0 0-1,0 0 1,1 0 0,-1 0-1,0 0 1,0-1-1,0 1 1,1 0-1,-1 0 1,0 0 0,0 0-1,0 0 1,1-1-1,-1 1 1,0 0-1,0 0 1,0 0-1,0-1 1,1 1 0,-1 0-1,0 0 1,0-1-1,0 1 1,0 0-1,0 0 1,0-1-1,0 1 1,0 0 0,12-14-377,73-105-24,-85 119 483,1 0 1,0-1-1,-1 1 0,1 0 0,-1 0 1,1 0-1,0 1 0,-1-1 0,1 0 1,-1 0-1,1 0 0,-1 0 1,1 1-1,-1-1 0,1 0 0,-1 0 1,1 1-1,-1-1 0,1 0 0,-1 1 1,1-1-1,-1 0 0,1 1 1,-1-1-1,0 1 0,1-1 0,-1 1 1,0-1-1,1 1 0,-1-1 0,0 1 1,0-1-1,0 1 0,1-1 1,-1 1-1,0 0 0,16 29 311,-13-25-144,-2-3-349,0 0 1,0-1 0,0 1 0,1 0-1,-1-1 1,1 1 0,-1-1 0,1 1-1,-1-1 1,1 0 0,0 1 0,0-1 0,-1 0-1,1 0 1,0 0 0,0-1 0,4 2-1,-4-1-349,1-1 1,-1 0-1,0 0 0,0 0 0,1 0 0,-1 0 0,0-1 0,0 1 0,0-1 0,0 1 0,1-1 0,-1 0 1,0 0-1,0 0 0,0 0 0,0 0 0,-1 0 0,3-2 0,17-17-7985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45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87 208,'0'0'20415,"3"3"-19007,3 1-1102,0-1-1,0 0 0,1 0 0,-1-1 1,1 0-1,0 0 0,0 0 1,-1-1-1,1 0 0,0 0 0,9-1 1,-11 0-265,1 1 0,-1-2 1,1 1-1,-1 0 0,1-1 1,-1 0-1,1-1 0,-1 1 1,0-1-1,1 0 0,-1 0 1,0-1-1,0 1 0,-1-1 1,7-5-1,-10 7-41,1 0 0,-1 0 0,0 0-1,0-1 1,0 1 0,-1 0 0,1-1 0,0 1 0,0 0 0,-1-1-1,1 1 1,-1-1 0,1 1 0,-1-1 0,1 1 0,-1-1 0,0 1-1,0-1 1,0 0 0,0 1 0,0-1 0,0 1 0,-1-1 0,1 1-1,0-1 1,-1 1 0,1-1 0,-1 1 0,1-1 0,-1 1 0,-1-2-1,0 0-1,0 0 0,0 1-1,0-1 1,-1 1 0,1-1-1,-1 1 1,0 0 0,1 0-1,-1 0 1,0 1 0,0-1-1,0 0 1,-5 0 0,3 0 58,-1 0-1,1 1 1,-1 0 0,0 0 0,1 0 0,-1 1-1,0-1 1,0 2 0,0-1 0,1 1 0,-1-1-1,0 1 1,-9 4 0,12-4 16,0 1 0,0-1 0,0 1 0,1-1 0,-1 1 0,1 0 0,-1 0 0,1 0 0,0 1 0,0-1-1,0 1 1,0-1 0,0 1 0,1-1 0,-1 1 0,1 0 0,-1 0 0,1 0 0,0 0 0,0 0 0,1 0 0,-1 0 0,0 0 0,1 0 0,0 0 0,0 1 0,0 2 0,0 18 9,-1-11 87,1 0-1,0-1 0,1 1 0,0 0 1,6 22-1,-6-32-336,0 0-1,0 0 1,1 0 0,-1-1 0,1 1-1,-1 0 1,1-1 0,0 1-1,0-1 1,0 0 0,1 0-1,-1 1 1,0-1 0,1-1-1,-1 1 1,1 0 0,0-1 0,0 1-1,-1-1 1,1 0 0,0 0-1,0 0 1,0 0 0,0 0-1,0-1 1,0 0 0,1 1-1,-1-1 1,5-1 0,5 2-1226,-7-1 389,0 1-1,0-2 1,0 1 0,0 0 0,0-1 0,11-3-1,23-19-6663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46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9636,'0'0'16101,"0"6"-14460,0 73 2219,35-80-6087,-26-5 1975,0 0 0,-1-1 0,0 0 0,0-1 0,0 1 0,-1-2 0,0 1 0,10-17 0,9-9 228,-26 34 87,0 0 0,0 1 1,0-1-1,0 0 0,0 0 0,0 1 1,0-1-1,0 0 0,0 1 0,1-1 1,-1 0-1,0 0 0,0 1 0,0-1 1,0 0-1,0 0 0,0 1 0,1-1 0,-1 0 1,0 0-1,0 0 0,0 1 0,1-1 1,-1 0-1,0 0 0,0 0 0,0 0 1,1 1-1,-1-1 0,0 0 0,1 0 1,-1 0-1,0 0 0,0 0 0,1 0 1,-1 0-1,0 0 0,0 0 0,1 0 1,-1 0-1,0 0 0,1 0 0,-1 0 1,0 0-1,0 0 0,1 0 0,-1 0 1,0 0-1,0 0 0,1-1 0,-1 1 0,0 0 1,0 0-1,1 0 0,-1 0 0,0-1 1,0 1-1,0 0 0,1 0 0,-1 0 1,0-1-1,0 1 0,0 0 0,0 0 1,1-1-1,-1 39 614,2 6-777,1-43-284,0 1 1,0-1-1,0 0 0,1 0 0,-1 0 0,0 0 0,1 0 0,-1-1 0,0 0 0,1 0 0,-1 0 0,1 0 0,-1 0 0,6-2 0,3 2-1396,16-4-3564,5-15-2758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46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7 5122,'0'0'16619,"-1"9"-15419,-2 29-165,3-37-967,0 1 0,1-1 0,-1 1 0,1-1-1,-1 1 1,1-1 0,0 0 0,-1 1 0,1-1-1,0 0 1,0 1 0,0-1 0,0 0 0,0 0-1,0 0 1,0 0 0,0 0 0,0 0 0,1 0-1,-1 0 1,0-1 0,1 1 0,-1 0 0,1-1-1,-1 1 1,1-1 0,-1 0 0,1 1 0,2-1 0,43 4 919,-47-4-978,2 1-6,-1-1 1,1 0-1,-1 0 0,1 0 1,-1 0-1,1 0 0,0 0 1,-1-1-1,1 1 1,-1 0-1,1-1 0,-1 1 1,1-1-1,-1 0 0,0 1 1,1-1-1,-1 0 0,0 0 1,1 0-1,-1 0 0,0 0 1,0 0-1,2-2 0,-2 0-19,0-1 0,0 1-1,-1 0 1,1-1-1,-1 1 1,0-1 0,0 1-1,0-1 1,0-3-1,-1-9 66,1 15-26,0 0-1,0 0 0,0 0 0,-1 0 0,1 0 1,0 0-1,-1 0 0,1 0 0,-1 1 1,1-1-1,-1 0 0,1 0 0,-1 0 0,0 1 1,1-1-1,-1 0 0,0 1 0,0-1 0,0 0 1,1 1-1,-1-1 0,0 1 0,0-1 1,0 1-1,0 0 0,0-1 0,0 1 0,0 0 1,0 0-1,0 0 0,0-1 0,0 1 1,0 0-1,0 0 0,-1 1 0,-2-1 123,0 0-1,0 0 0,0 0 1,1 1-1,-1 0 1,0 0-1,1 0 1,-7 2-1,3 2 41,-1 0-1,1 0 1,1 1 0,-1-1 0,1 2-1,0-1 1,1 0 0,-1 1 0,1 0-1,1 1 1,-1-1 0,1 1 0,0 0 0,1 0-1,0 0 1,0 0 0,1 0 0,0 1-1,-1 12 1,3-19-195,0-1 0,1 0-1,-1 1 1,0-1 0,1 0 0,-1 0-1,1 1 1,0-1 0,-1 0 0,1 0-1,0 0 1,0 0 0,0 0 0,-1 0-1,1 0 1,0 0 0,0 0 0,1 0 0,-1-1-1,0 1 1,0 0 0,0-1 0,0 1-1,1-1 1,-1 1 0,0-1 0,0 1-1,1-1 1,-1 0 0,0 0 0,1 0-1,1 0 1,57 2-1092,-40-3 408,-20 1 669,24 0-2265,-1-1-1,0 0 1,26-7 0,18-12-7296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57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2735 166 1008,'0'0'6126,"26"0"336,-25 0-5486,46-4 2380,23-8-2791,10-2-591,244-26 392,-250 33-131,62-9 709,79-18-385,3 10 1,0 9 0,263 16-1,-418 5-201,0 3-1,90 25 1,-100-22-300,184 60 483,-46-13 522,-136-43-819,0 2-1,-2 3 1,0 2 0,88 53 0,-12-11-33,-99-51-75,1 0 0,-2 2 0,55 39 0,-80-50-114,1 0 0,-1 0 1,0 1-1,0-1 0,-1 1 0,0 0 0,4 8 0,9 16 12,166 274 1695,-35 12 385,-58-115-1070,-81-186-959,0 1 0,-2 0 0,0 0 0,0 1 1,-2-1-1,0 1 0,3 30 0,-3 31-74,4-1 0,31 133 1,-9-57-17,-13-71 5,-10-52 0,-1 0 0,-1 0 0,1 41 0,1 139 0,13 76 0,-15-102 0,-4 123 0,-8-255 0,-2 0 0,-17 54 0,-6 36 0,27-112 0,0 1 0,-1 0 0,-12 35 0,10-39 0,-8 52 0,1 0 0,-35 167 0,5-23 0,-17 20 0,-32 10 0,25-80 0,30-74 0,-11 33 0,35-94 0,-3 0 0,0-1 0,-3-1 0,-38 53 0,15-24 0,-38 53 0,67-95 0,0-1 0,-2 0 0,0-2 0,-1 0 0,-22 18 0,-109 82 0,103-85 0,-19 9 0,-1-2 0,-91 41 0,84-47 0,-130 87 0,157-91 0,-1-3 0,-2-2 0,-1-1 0,-53 18 0,-221 63 0,140-50 0,-14 0 0,-214 31 0,213-49 0,-267 47 0,326-68 0,-195 2 0,181-18 0,-198-7 0,299-2 0,1-1 0,0-3 0,0-3 0,1-1 0,1-3 0,1-2 0,1-2 0,0-2 0,-86-60 0,114 69 0,-4-5 0,-1 1 0,-1 1 0,0 2 0,-2 0 0,0 2 0,-33-12 0,46 21 0,0 0 0,0-1 0,1-1 0,0 0 0,-14-10 0,22 13 0,1-1 0,-1 0 0,1 0 0,0-1 0,1 1 0,-1-1 0,1 0 0,0 0 0,0-1 0,1 1 0,0-1 0,0 0 0,-2-7 0,1 0 0,-35-94 0,33 96 0,1 1 0,-1 1 0,-1-1 0,0 1 0,-1 0 0,0 0 0,-11-10 0,-5-5 0,2 0 0,1-1 0,-24-39 0,30 43 0,-24-40 0,-52-112 0,67 129 0,-2 1 0,-2 1 0,-43-50 0,33 44 0,-51-84 0,80 115 0,2 1 0,-11-35 0,-10-25 0,-46-114 0,59 156-20,2-1 0,-17-71-1,14 43-25,3 9-141,3-2-1,-4-75 0,8 72 55,-19-92-13,15 102-142,2 0-1,-2-70 1,-10-57-761,17 71 436,0 45 301,7-79-1,3-81-212,-5 133 504,-2 64 5,0 0 0,6-42 0,8-19-9,-4 25 33,21-76 1,-29 130-11,22-71-184,57-127 0,-54 143-224,31-108 0,7-14-851,-34 107 852,39-83-839,-29 75 819,-31 60 104,1 0 0,1 1 0,1 0 0,1 1 0,28-33 0,92-105-1330,-66 79 1231,108-87-742,-139 133 466,37-44-1,-44 45 401,66-57 0,47-39-548,-129 114 443,-1 0-1,22-35 1,-25 35-26,0 0-1,2 1 1,0 0 0,18-17 0,145-119-514,-158 134 1079,1-1 0,19-26-1,-25 28-111,1 0 0,0 1 0,1 1-1,26-21 1,87-61-393,-101 77 104,2 0 0,0 2 0,0 2 0,2 0 0,31-10 0,30-16 413,-59 25 736,0 2 0,1 1 1,39-10-1,-4 8-680,38-11 871,-42 4 3071,-29 11-2488,-14 11-1001,-2 0 131,1 0 0,-1-1 0,0 0 0,0-2 0,24-6 0,-3-9 2255,-38 16-3046,-2 2-56,-30 3-8077,-1 7 751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58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4466,'0'0'10287,"15"-3"-3476,-3 5-5722,-1 14-424,-1-1 1,0 1-1,-1 1 0,7 19 1,8 14 316,-4-4-383,-1 0 1,-3 2-1,-2 0 1,-2 0-1,7 62 0,-18-104-546,40 222 2103,-38-209-2156,-3-17 0,0 1 0,0 0 0,0-1 0,1 1 0,-1-1 0,1 1 0,0-1 0,-1 1 0,1-1 0,0 1 0,1-1 0,-1 0 0,2 3 0,-4-24-2873,-3-27-7100,3 26-552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1:59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1056,'0'0'11568,"2"8"-6557,3 12-3240,-6 166 4705,-11 94-2366,8-180-3404,4-62-292,-2 0 0,-1-1 0,-2 1-1,-17 61 1,3-48-7433,15-42 3531,0 0 0,1 1 0,0 0 0,-2 14 0,4-2-3956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00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597 0 2049,'0'5'15232,"0"20"-13462,-1-18-1490,0-1-1,0 1 0,0-1 0,-1 0 1,0 1-1,0-1 0,-1 0 0,1 0 0,-7 9 1,-39 53 1328,32-46-1089,-75 100 969,-77 110 599,-13 21 1381,146-198-4386,10-16-2042,19-25-722,4 0-3623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01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1009 0 384,'0'0'11971,"-8"1"-10696,-143 24 7644,-4 3-4290,-312 73-2158,315-67-719,148-32-2439,0 0 1,-1 0-1,2 0 1,-1 0-1,0 1 0,0 0 1,1-1-1,-1 2 1,1-1-1,0 0 1,-3 4-1,-9 9-7730,1-3-2598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03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4402,'0'0'10712,"-28"14"-6855,10 1-2452,18-14-1365,0-1 0,0 1 0,0-1 0,0 1 0,0-1 0,0 1 0,-1-1 0,1 1 0,0-1 1,0 1-1,0-1 0,1 1 0,-1-1 0,0 1 0,0-1 0,0 1 0,0-1 0,0 1 1,1-1-1,-1 1 0,0-1 0,0 0 0,1 1 0,-1-1 0,0 1 0,1-1 0,-1 0 0,0 1 1,1-1-1,-1 0 0,0 1 0,1-1 0,-1 0 0,1 0 0,-1 1 0,1-1 0,-1 0 1,1 0-1,-1 0 0,1 0 0,-1 1 0,1-1 0,-1 0 0,1 0 0,-1 0 0,1 0 1,-1 0-1,1 0 0,-1 0 0,1-1 0,54 7 1700,72 0-1,20 1 80,-61 2-1323,370 53 4056,-437-60-4552,16 4 0,-33-2-330,-10 1-579,-11 4-2156,18-9 1969,-27 9-13222,9-5 2486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04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4322,'0'0'10319,"-21"6"-7219,16 0-2716,0 0-1,1 1 0,0-1 0,0 1 0,0 0 0,1 1 0,0-1 0,0 1 1,0-1-1,-1 12 0,1 2 27,1 1-1,2 33 1,0-31-398,0-22 9,0 0 0,1 1 0,-1-1 0,0 0 0,1 1 0,0-1 0,-1 0 0,1 0-1,0 0 1,0 0 0,0 0 0,1 0 0,-1 0 0,0 0 0,1 0 0,-1-1 0,1 1 0,0 0-1,-1-1 1,1 0 0,0 1 0,0-1 0,0 0 0,0 0 0,0 0 0,0 0 0,0 0 0,1 0-1,-1-1 1,0 1 0,0-1 0,1 1 0,-1-1 0,0 0 0,0 0 0,1 0 0,2-1 0,2 1 46,0 0 0,0-1 0,0 0 0,0 0 1,0 0-1,0-1 0,0 0 0,-1-1 0,1 0 1,-1 0-1,9-5 0,-11 6 23,0-1 0,-1 1 0,1-1 0,-1 1 0,1-1 0,-1 0-1,0-1 1,0 1 0,-1 0 0,1-1 0,-1 0 0,0 1 0,1-1 0,-2 0 0,1 0 0,0 0 0,-1 0 0,0-1-1,0 1 1,0 0 0,0 0 0,-1-1 0,0 1 0,0-1 0,0 1 0,-1-7 0,2 4 94,-2 0 0,1-1 1,0 1-1,-1 0 0,-1 0 1,1-1-1,-1 1 0,0 0 0,-1 1 1,0-1-1,0 0 0,-6-9 1,-5 13 2914,7 4-5129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05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4258,'0'0'18643,"0"27"-16941,0 213 4018,0-239-5386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06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31 3089,'0'0'10357,"2"-4"-9308,-2 2-964,1 0 1,0 1 0,-1-1 0,1 1 0,0 0 0,0-1 0,0 1-1,0 0 1,1-1 0,-1 1 0,0 0 0,0 0 0,1 0-1,-1 0 1,1 0 0,-1 1 0,1-1 0,-1 0 0,1 0-1,-1 1 1,1-1 0,0 1 0,-1 0 0,1 0 0,2-1-1,55 0 1627,-33 2-1064,-24 0-600,-1-1 1,0 0-1,1 0 1,-1 1-1,0-1 1,1 1-1,-1-1 0,0 1 1,1 0-1,-1 0 1,0-1-1,0 1 1,0 0-1,0 0 0,0 0 1,0 0-1,0 0 1,0 0-1,0 0 0,-1 1 1,1-1-1,0 0 1,-1 0-1,1 1 1,-1-1-1,1 0 0,-1 1 1,1-1-1,-1 0 1,0 1-1,0-1 1,0 1-1,0-1 0,0 0 1,0 1-1,0-1 1,0 0-1,-1 1 0,1-1 1,-1 2-1,0 1 44,1 0 0,-1 1 0,0-1 0,0 0 0,-1 0 0,1-1 0,-1 1 0,0 0 0,0 0 0,0-1 0,0 1-1,0-1 1,-1 0 0,-3 3 0,-38 25 941,29-22-508,1 1-1,1 0 1,-21 20-1,30-26-353,1 1 0,-1-1 0,1 0-1,0 1 1,1 0 0,-1 0 0,1 0 0,0 0 0,0 0-1,0 0 1,1 0 0,0 0 0,0 1 0,0-1-1,1 10 1,0-14-128,0 0 0,1 1-1,0-1 1,-1 0 0,1 0 0,0 1-1,0-1 1,-1 0 0,1 0-1,0 0 1,0 0 0,0 0 0,0 0-1,1 0 1,-1-1 0,0 1 0,0 0-1,0-1 1,1 1 0,-1 0-1,0-1 1,1 0 0,-1 1 0,0-1-1,1 0 1,-1 0 0,1 1-1,-1-1 1,0 0 0,3-1 0,59 2 497,-46-2-532,2 1-140,14 0-168,-12 0-3462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06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25 576,'0'0'11688,"-5"-2"-10637,5 2-609,-15-7-482,8-2 5537,54 7-1567,-15 0-3096,-24 1-668,1 0-1,-1 1 1,1-1-1,-1 2 1,1-1-1,-1 1 1,0 1-1,10 2 1,-17-4-148,-1 1 1,1-1-1,0 0 1,0 1-1,0-1 1,0 1 0,0-1-1,-1 1 1,1 0-1,0-1 1,0 1-1,-1 0 1,1 0-1,-1-1 1,1 1-1,0 0 1,-1 0 0,0 0-1,1 0 1,-1 0-1,1 0 1,-1 0-1,0-1 1,0 1-1,0 0 1,1 0 0,-1 0-1,0 0 1,0 0-1,0 0 1,-1 0-1,1 0 1,0 0-1,0 0 1,0 0 0,-1 0-1,1 0 1,0 0-1,-1 0 1,1 0-1,-1 0 1,1-1-1,-1 1 1,-1 1 0,0 2 115,-1 0 1,0-1 0,0 0 0,-1 0-1,1 0 1,0 0 0,-1 0-1,0-1 1,-6 4 0,2-2 57,-20 12 643,27-15-831,0 0-1,1-1 1,-1 1 0,1 0-1,-1 0 1,1 0-1,-1 0 1,1 1 0,-1-1-1,1 0 1,0 0-1,0 0 1,-1 0-1,1 0 1,0 0 0,0 1-1,0-1 1,0 0-1,0 0 1,1 0 0,-1 0-1,0 0 1,0 0-1,1 0 1,-1 0-1,1 1 1,-1-1 0,2 1-1,51 55-1606,-52-55 1565,1 0-1,-1 0 1,0 1 0,1-1 0,-1 1 0,0-1-1,-1 1 1,1-1 0,0 1 0,-1 0 0,0-1-1,1 6 1,-2-6 81,1-1 0,-1 0 0,1 1 0,-1-1 0,1 0 0,-1 1 0,0-1 0,0 0 1,0 0-1,1 0 0,-1 1 0,0-1 0,-1 0 0,1 0 0,0 0 0,0-1 0,0 1 0,-1 0 0,1 0 0,0-1 0,-1 1 0,1-1 0,-3 2 0,-5 1 739,-1-1 1,0 1-1,-1-1 1,-12 0-1,-8 2 359,25-2-1141,4 4-3025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07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0 864,'0'0'5237,"-5"0"-4447,-11 1 2436,43 3 890,29 3 1057,-25 4-3640,1 1 0,-2 2-1,0 1 1,42 29 0,-3-3-51,-55-33-1438,268 159 2297,-220-125-1731,-2 1 0,76 73 0,12 6-610,-59-52 0,-80-65 0,7 5 0,-17-10 0,1 0 0,0 0 0,0 0 0,0 0 0,0 0 0,0 0 0,0 0 0,0 0 0,0 0 0,0 0 0,0 1 0,0-1 0,0 0 0,0 0 0,0 0 0,0 0 0,0 0 0,0 0 0,0 0 0,0 1 0,0-1 0,0 0 0,0 0 0,0 0 0,0 0 0,0 0 0,0 0 0,0 0 0,0 1 0,0-1 0,0 0 0,0 0 0,0 0 0,0 0 0,0 0 0,0 0 0,0 0 0,0 0 0,0 0 0,0 0 0,0 1 0,1-1 0,-1 0 0,0 0 0,0 0 0,0 0 0,0 0 0,-7-2-59,0 0 1,0 0-1,0-1 1,1 0-1,-1 0 1,1-1-1,-12-8 1,-17-9-1395,-14-2-5313,15 7-1283,-18-8-7758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08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4562,'3'2'16156,"1"9"-14586,-5-5-1131,0 0 0,0 1 0,-1-1 1,0 0-1,0 0 0,0 0 1,-1 0-1,-5 8 0,-31 48 1410,32-51-1470,0-1-234,1 1 0,0 0 0,1 0-1,0 1 1,1-1 0,0 1 0,1 0 0,0 0-1,1 0 1,1 0 0,-1 1 0,2-1 0,0 13 0,1-24-142,-1 0 1,1 0-1,-1-1 1,1 1-1,-1 0 1,1 0 0,-1-1-1,1 1 1,-1 0-1,1-1 1,0 1-1,0-1 1,-1 1 0,1-1-1,0 1 1,0-1-1,-1 1 1,1-1-1,0 0 1,0 1 0,0-1-1,0 0 1,0 0-1,0 0 1,0 0-1,-1 0 1,3 0 0,30 3 81,-28-3-70,24 2 18,-9 0 20,0-1 1,-1-1 0,1-1-1,0 0 1,37-8 0,-52 9-33,-4 0-42,4 0 127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09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3922,'0'0'21370,"-47"131"-19097,40-91-80,0-4-1041,0 0-496,7-8-351,0-6-257,0-4 0,0-7-48,0-2-481,0-2-1183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15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 3858,'-6'-18'22728,"13"21"-22505,-1-1 0,-1 1 1,1 0-1,0 1 0,-1 0 1,0 0-1,0 0 0,0 0 1,0 1-1,-1 0 0,6 6 1,41 69 991,-1-2-671,-23-48-196,1 0 1,2-2-1,1-1 1,47 31-1,-60-44-348,-1 1 0,0 0 0,27 34 0,-29-29 0,17 16 0,28 14 0,-56-46 0,-4-4 0,10 1 0,-9 1 0,-1 0 0,0 28-2898,0-3-5470,0-3-5257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16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12 15191,'0'0'14305,"-7"-4"-10759,-13-3-5262,-14 7-10679,13 0 11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17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9492,'0'0'20839,"4"0"-18744,10-3-1754,-5 2-341,-2 1 0,0 0 0,-1 0-398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17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8500,'0'0'21247,"27"2"-18227,-24 0-3020,-2-1 0,1-1 0,-1 1 0,1 0 0,-1 0 0,1 0 0,-1 1 0,1-1 0,-1 0 0,0 0 0,0 1 0,0-1 0,0 1 0,0-1 0,0 1 0,0 0 0,0-1 0,0 1 0,-1 0 0,1-1 0,-1 1 0,1 2 0,-17-2-2180,-6-2-4284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20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3217,'1'3'19846,"3"3"-15610,16 33-3173,-12 56 85,-8-88-846,0-10 86,0-1-379,0-15 15,1 0 1,4-32-1,-3 44-30,0 0 1,0 0-1,0 0 0,1 1 0,0-1 1,0 1-1,1 0 0,0 0 1,0 0-1,8-8 0,1-2-29,-9 11 33,-1 0-1,1 1 1,0-1 0,0 1 0,0 0 0,1 0 0,0 1 0,-1-1 0,1 1 0,9-4-1,-9 6 3,-3 1 16,1 1 23,-1-1-1,0 1 1,1-1-1,-1 1 1,0 0-1,0 0 0,0 0 1,0 0-1,0 1 1,0-1-1,0 1 0,0-1 1,0 1-1,-1-1 1,1 1-1,0 0 0,-1 0 1,0 0-1,1 0 1,0 3-1,18 41 842,-18-42-805,-1 0 0,1 0 1,-1 0-1,1 0 0,1 0 1,-1-1-1,0 1 1,1 0-1,0-1 0,0 0 1,5 5-1,-7 2-7652,-1-4 3122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20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5138,'0'0'11835,"6"-2"-10826,10-4-12,-1 0 1,0-1-1,0-1 1,-1-1 0,14-10-1,37-21 1088,-65 40-2071,0 0-1,0 0 1,0 0 0,0 0-1,0 0 1,0 0-1,0 0 1,0 0 0,0 0-1,0 0 1,0 0 0,-1 0-1,1 0 1,0-1 0,0 1-1,0 0 1,0 0 0,0 0-1,0 0 1,0 0 0,0 0-1,0 0 1,0 0 0,0 0-1,0 0 1,0 0 0,0 0-1,0 0 1,0-1-1,0 1 1,0 0 0,0 0-1,0 0 1,0 0 0,0 0-1,0 0 1,0 0 0,1 0-1,-1 0 1,0 0 0,0 0-1,0 0 1,0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21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6275,'0'0'14615,"8"16"-10406,23 130 3459,-26-95-7668,4 16 0,-8-53 54,-1-13-70,0 0 0,0 1-1,0-1 1,0 1 0,0-1 0,0 0 0,0 1 0,1-1 0,-1 1-1,1-1 1,-1 0 0,1 1 0,-1-1 0,1 0 0,0 0 0,-1 0-1,1 1 1,0-1 0,0 0 0,0 0 0,0 0 0,1 1 0,-1-1-566,-1 0 1,0 1-1,0-1 1,0 0 0,0 1-1,0-1 1,0 0 0,0 1-1,0-1 1,0 0 0,-1 1-1,1-1 1,0 0 0,-1 0-1,1 1 1,-1-1-1,0 0 1,1 0 0,-1 0-1,0 0 1,-1 1 0,-10 12-10627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52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1 456 1521,'0'0'6155,"13"-11"1459,-6 199-4781,-7-112-2396,15 370 1127,-13-424-1509,2 0 1,1-1 0,0 0-1,2 0 1,9 21-1,-14-39-46,-1 0 0,1 0 0,0 0-1,0 0 1,0-1 0,1 1 0,-1-1 0,0 1-1,1-1 1,0 0 0,-1 0 0,1 0-1,0 0 1,0-1 0,0 1 0,6 1 0,-3-1 29,1-1 0,-1 0 0,0 0 0,1 0 1,-1-1-1,1 0 0,-1 0 0,9-2 0,8-3 91,-1 0-1,0-2 0,0 0 0,21-11 0,288-142 226,115-48-126,874-232 169,-1132 388-394,1025-263 42,-628 221 541,-484 81-542,181-1 533,-62 7-444,-133 3 1702,-84 8-1693,-1-1 0,1 1 0,-1 0 0,0 0 0,0 0 0,0 0 0,-1 1 0,2 4 1,-3-9-136,12 43 741,10 67-1,-15-65 192,21 68-1,8-27-194,-24-61-37,16 49 1,-27-69-702,1-1 0,0 1-1,0-1 1,0 0 0,0 0 0,1 0 0,0 0 0,0 0 0,0-1 0,0 1 0,0-1 0,6 4 0,52 32 52,-6-4-36,41 48-22,-45-36 0,114 78 0,-71-60 0,-90-61 0,1 0 0,-1 0 0,1 1 0,-1-1 0,0 1 0,-1 0 0,4 6 0,-3-5 0,0 0 0,0-1 0,1 1 0,-1-1 0,9 7 0,-3-5 0,0 1 0,0 0 0,-1 1 0,1 0 0,-2 0 0,0 1 0,0 0 0,11 19 0,-17-22 0,-1 0 0,0 0 0,0 1 0,0-1 0,-1 0 0,0 1 0,-3 13 0,1 11 0,2-32-16,0 0-1,1-1 1,-1 1 0,0 0-1,0 0 1,0-1 0,0 1 0,1 0-1,-1 0 1,0-1 0,0 1-1,1 0 1,-1 0 0,0 0-1,0-1 1,1 1 0,-1 0-1,0 0 1,0 0 0,1 0-1,-1 0 1,0-1 0,1 1 0,-1 0-1,0 0 1,1 0 0,-1 0-1,0 0 1,1 0 0,-1 0-1,0 0 1,0 0 0,1 0-1,-1 1 1,0-1 0,1 0 0,-1 0-1,0 0 1,1 0 0,-1 0-1,0 0 1,0 1 0,1-1-1,-1 0 1,0 0 0,0 0-1,1 1 1,-1-1 0,0 0-1,0 0 1,0 1 0,1 0 0,-8-36-7543,-8 14-2122,-4 3-3237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53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8932,'0'0'10762,"28"-11"-6752,-20 12-3525,1 1-1,0 0 1,-1 0-1,1 1 0,-1 0 1,0 0-1,0 1 1,0 0-1,10 7 1,38 17 94,91 27-302,-99-43-1692,-31-10-2175,2-1-3877,-7-1 202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53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 4466,'0'0'15194,"-6"0"-14559,-23-3 120,27 5-458,-1 0 0,1 0-1,0 0 1,0 0 0,0 0 0,0 1 0,0-1 0,0 1 0,1-1 0,-1 1 0,1 0 0,0-1 0,-2 6 0,-1 1 471,-19 33 2041,18-30-2310,-1-1 1,0 0-1,-1 0 0,0-1 1,-15 16-1,19-23-461,-13 13 301,1 0 1,-23 31 0,34-40-448,0-1 0,1 1 0,-1-1 0,1 1 0,1 0 1,0 1-1,0-1 0,0 0 0,1 0 0,0 1 0,0 13 0,0 1-3305,1-8-5216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58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4818,'0'0'10277,"1"6"-8972,4 24-256,3 17 1202,5 85 0,-13-33-588,0 52-795,0-50-4055,-6-91-163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2:59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1 326 5683,'0'0'10530,"3"-4"-9204,0 2-1001,-1 0 0,1 0-1,0 1 1,0-1 0,0 0 0,0 1 0,0 0 0,0 0 0,0 0 0,0 0 0,1 0 0,5 0 0,52 0 473,-6 0-730,388-81 95,-184 30-134,-9 9 17,292-61 2461,-516 97-2194,-15 3 360,1 1 1,-1 1-1,25-3 1135,-38 214 239,5 227-898,2-391-1131,13 55-1,-10-64-10,-2 1 0,3 60 0,-9-97-7,0 0 0,0 1-1,0-1 1,0 0 0,0 0 0,0 0 0,0 1-1,0-1 1,0 0 0,0 0 0,0 1 0,0-1 0,0 0-1,0 0 1,-1 0 0,1 0 0,0 1 0,0-1-1,0 0 1,0 0 0,-1 0 0,1 0 0,0 0-1,0 1 1,0-1 0,-1 0 0,1 0 0,0 0-1,0 0 1,0 0 0,-1 0 0,1 0 0,0 0-1,0 0 1,-1 0 0,1 0 0,0 0 0,0 0 0,0 0-1,-1 0 1,1 0 0,0 0 0,0 0 0,-1 0-1,1 0 1,0 0 0,0-1 0,-3 1-44,-157-27-887,-480 12 260,414 17 645,223-2 29,-170-1 682,-290 36 1,440-31-518,21-4-189,2 2 311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00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237 181 3954,'0'0'12934,"17"-14"-11446,52-46-106,-67 59-1248,-1 0-1,1-1 0,0 1 1,0 0-1,-1-1 0,1 1 1,-1-1-1,1 0 0,-1 0 1,0 1-1,0-1 0,0 0 1,0 0-1,0 0 0,0 0 1,0 0-1,-1 0 0,1-1 1,-1 1-1,1 0 0,-1 0 1,0 0-1,0-1 0,0 1 1,0 0-1,0 0 0,-1-3 1,-1-9 1156,2 12-1213,-1 1-1,1-1 1,-1 0-1,1 0 1,-1 1-1,0-1 1,0 0-1,0 1 1,0-1-1,0 1 1,0-1-1,0 1 1,0 0-1,-1-1 1,1 1-1,-1 0 1,1 0-1,-1 0 1,1 0-1,-1 0 1,0 0-1,1 0 1,-1 1-1,0-1 1,1 1-1,-1-1 1,0 1-1,0-1 1,0 1-1,0 0 1,-2 0-1,-66-3 907,62 4-948,0-1-14,0 1 1,0 1 0,0 0 0,0 0 0,0 0-1,1 1 1,-1 0 0,1 1 0,-1 0 0,1 0-1,0 0 1,1 1 0,-1 0 0,-7 7 0,7-4-1,-1-1 0,1 1 1,0 1-1,1-1 1,0 1-1,1 0 1,0 0-1,0 1 1,1 0-1,-6 18 1,-3 34 258,4 1 1,2-1-1,3 1 1,3 0-1,10 92 1,0-84-250,20 72-1,-24-127 1009,3 0-4809,-28-45-18195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00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2305,'0'0'20850,"21"-3"-18556,343-19 3274,-352 22-5546,-7 0-10,0 0-1,1 0 1,-1 0-1,1 1 0,-1 0 1,0 0-1,6 1 0,-9-1-9,0 1 0,0-1 0,0 0-1,-1 0 1,1 1 0,0-1 0,-1 1-1,1-1 1,-1 1 0,0 0 0,1-1-1,-1 1 1,0 0 0,0 0 0,0 0-1,0 0 1,-1 0 0,1 0 0,0 0-1,-1 0 1,1 4 0,9 21 32,-8-23-23,0 0 1,-1 0-1,1 0 1,-1 0-1,0 0 1,0 0-1,0 6 0,-1-10 243,0-30 210,0 8-374,-1 13-74,1 0-1,0-1 0,0 1 1,1 0-1,0 0 1,0-1-1,1 1 0,0 0 1,1 1-1,0-1 0,6-10 1,8-10-39,-12 18-26,1 1 0,1-1 0,0 1 1,0 0-1,1 1 0,0-1 1,1 2-1,17-15 0,-8 21-4419,-4 4-1482,9-2-2011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01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11 17400,'0'0'13241,"-15"21"-12742,-44 65-147,57-83-328,0-1 0,1 1 1,-1 0-1,0 0 0,1 0 0,0 0 1,-1 0-1,1 0 0,1 0 0,-1 0 1,0 0-1,1 0 0,-1 1 0,1-1 1,0 0-1,0 0 0,0 0 0,1 1 1,0 4-1,0-6-20,1 0 0,-1 0 1,0 0-1,1-1 0,0 1 0,-1 0 0,1-1 0,0 1 1,-1-1-1,1 0 0,0 0 0,0 0 0,0 0 1,0 0-1,0 0 0,1 0 0,-1 0 0,0-1 1,0 1-1,4-1 0,3 1-170,1 0 1,-1-1-1,1 0 0,0 0 1,-1-1-1,1 0 0,-1-1 1,0 0-1,13-5 1,-18 4-29,1 0 0,0 0 0,-1-1 0,0 1 0,0-1 1,0 0-1,0-1 0,-1 1 0,1 0 0,-1-1 0,0 0 0,0 0 1,-1 0-1,0 0 0,0 0 0,0-1 0,1-5 0,-2 8 192,0-1 0,0 0 0,0 0-1,-1 0 1,1 1 0,-1-1-1,0 0 1,0 0 0,-1 0 0,1 0-1,-1 1 1,0-1 0,0 0 0,0 0-1,0 1 1,-1-1 0,1 1-1,-1-1 1,0 1 0,0 0 0,0-1-1,-1 1 1,1 0 0,-1 1 0,-5-5-1,-16-11 323,22 17 73,5 1-719,223 28-2926,-223-28 3255,1 1 0,-1 0 0,1 0 0,0 0-1,-1 0 1,0 1 0,1-1 0,-1 1 0,0 0 0,0 0 0,0 0 0,0 0 0,0 1-1,0-1 1,-1 1 0,1 0 0,-1 0 0,1 0 0,-1 0 0,3 5 0,-4-3 309,1-1 1,-1 1-1,0-1 1,0 1-1,-1-1 1,1 1-1,-1 0 1,0-1-1,-1 1 1,1 0-1,-1-1 1,1 1-1,-1-1 1,-1 1-1,-2 7 1,7-18-223,1 0 1,0 0-1,0 1 1,0 0-1,1-1 0,0 1 1,0 1-1,8-7 1,-8 7-184,35-16 177,-39 19-54,0 1 0,-1 0 0,1-1 0,0 1 0,0 0 0,0 0 0,0-1 0,0 1 0,-1 0 0,1 0 0,0 0 0,0 0 0,0 0 0,0 0 0,0 0 0,-1 1 0,1-1 0,0 0 0,0 0 0,0 1 0,0-1 0,-1 0 0,1 1 0,0-1 0,0 1 0,-1-1 0,1 1 0,0-1 0,-1 1-1,1 0 1,-1-1 0,1 1 0,-1 0 0,1-1 0,-1 1 0,1 0 0,-1 0 0,1 0 0,-1-1 0,0 1 0,0 0 0,1 1 0,0 5 22,1 0 1,0 0-1,1 0 0,0 0 0,0 0 0,0-1 1,1 1-1,4 5 0,-6-10-296,-1 0-1,1-1 1,-1 1 0,1-1 0,0 1 0,0-1-1,0 0 1,0 1 0,-1-1 0,2 0-1,-1 0 1,0 0 0,2 0 0,-2-1-276,1 1 0,-1-1 0,0 0 0,0 0 0,0 0 1,0-1-1,0 1 0,0 0 0,0-1 0,0 1 0,0-1 0,0 0 1,0 0-1,0 0 0,-1 0 0,1 0 0,2-1 0,22-21-8895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0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18857,'0'0'6320,"-10"26"-2036,-32 82-1920,38-95-2260,0 0-1,1 0 0,0 1 0,1-1 1,1 0-1,0 1 0,1 0 1,1 16-1,0 7-91,0-33-158,-1 0 0,1 0 0,0 0 0,0-1 0,0 1 0,0 0 0,1-1 0,-1 1 0,1 0 0,0-1 0,0 0 0,0 0 0,1 1 0,-1-1 1,1-1-1,-1 1 0,1 0 0,0-1 0,0 1 0,0-1 0,1 0 0,-1 0 0,1 0 0,-1 0 0,1-1 0,-1 1 0,1-1 0,0 0 0,0 0 0,-1-1 0,1 1 0,6 0 0,-4 0-310,0-1 0,0 1 0,1-1 0,-1 0-1,0 0 1,0-1 0,0 0 0,0 0 0,0 0 0,0-1 0,0 0-1,0 0 1,0-1 0,-1 1 0,1-1 0,-1 0 0,0-1 0,1 1-1,-2-1 1,6-5 0,-1-8-10968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01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3650,'0'0'24795,"176"2"-24795,-95-2-208,-6 0-2753,-14 0-7092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02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8900,'0'0'16720,"0"3"-15602,0 36-895,6 203 3127,-3-204-2859,2-1 1,2 1-1,1-1 0,16 47 0,-5-44-3245,-19-38 2426,1 0 0,0 0 0,0 0 0,1 0 1,-1 0-1,0 0 0,1 0 0,-1-1 0,1 1 0,0 0 0,-1-1 0,1 1 0,3 1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03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0 203 624,'0'0'14775,"21"-16"-11976,-6 5-2368,-1-1-212,0 2 0,0 0 1,0 1-1,1 0 0,1 1 0,0 1 0,0 0 0,33-8 0,74-8 1775,236-12 0,130 32-441,-263 5 803,-220-3-2176,-1 1-1,1-1 1,-1 0 0,1 0-1,-1-1 1,1 1-1,-1-1 1,0 0-1,6-4 1,19-6 2280,-29 12-2460,0 0 0,0 0 1,-1 0-1,1 0 1,0 0-1,0 0 1,0 1-1,-1-1 0,1 0 1,0 0-1,0 1 1,-1-1-1,1 1 0,0-1 1,-1 1-1,1-1 1,-1 1-1,1-1 1,0 1-1,-1 0 0,1-1 1,-1 1-1,0 0 1,1-1-1,-1 1 0,1 0 1,-1-1-1,0 1 1,0 0-1,1 0 0,-1 0 1,0 1-1,0-1 0,8 19 0,-1 1 0,-1 0 0,6 38 0,8 29 0,-8-52 0,-2 0 0,-1 1 0,-2 0 0,-2 1 0,1 56 0,-6-86 0,0-4 0,1 0 0,-2 0 0,1-1 0,0 1 0,-1 0 0,1 0 0,-1 0 0,-2 6 0,1-8 0,1-1 0,0 1 0,0-1 0,0 0 0,-1 1 0,1-1 0,0 0 0,-1 0 0,1 0 0,-1 0 0,0 0 0,1-1 0,-1 1 0,0 0 0,1-1 0,-1 1 0,0-1 0,0 1 0,0-1 0,1 0 0,-1 0 0,0 0 0,0 0 0,-2 0 0,-79 0 0,0 5 0,-160 29 0,221-29 0,-621 156 0,592-142 0,0 2 0,-70 39 0,120-60 1,0 1-1,0-1 1,1 0-1,-1 0 1,0 1-1,0-1 1,1 0 0,-1 1-1,0-1 1,1 1-1,-1-1 1,1 1 0,-1-1-1,0 1 1,1-1-1,0 1 1,-1 0-1,1-1 1,-1 1 0,1 0-1,0-1 1,-1 1-1,1 0 1,0 0 0,-1-1-1,1 2 1,17 4 6,30-9-251,-17-7-948,-17 2-3267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04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30 131 14102,'0'0'8180,"10"20"-5659,32 66-1179,-38-78-1083,-1 1 0,0-1 0,-1 1 0,0 0 0,0 0 0,-1 0 0,0 0 0,0 0 0,-1 0 0,-2 16 0,1 7 1508,-19-35-1188,15 1-569,1-1 0,0 0 0,0 0 0,1 0 0,-1 0 1,1-1-1,-1 0 0,1 1 0,0-1 0,1 0 0,-1-1 1,1 1-1,-1 0 0,1-1 0,0 1 0,-1-6 0,-2-5-5,1 1-1,0-1 0,-3-30 0,7 45-4,-2-20 40,1 0-1,0-1 1,1 1-1,2-1 1,3-20-1,-4 37-41,0 0 0,0 0 0,0 1 0,0-1 0,1 0 0,-1 0-1,1 1 1,0-1 0,0 1 0,1 0 0,-1-1 0,1 1 0,-1 0 0,1 0 0,0 1 0,0-1 0,0 1-1,1-1 1,-1 1 0,1 0 0,-1 0 0,1 0 0,-1 1 0,1-1 0,0 1 0,0 0 0,0 0 0,0 0 0,0 1-1,0-1 1,0 1 0,5 0 0,-8 0-88,1 1 0,-1-1 0,1 0 0,-1 0 0,1 1-1,-1-1 1,0 1 0,1-1 0,-1 1 0,0-1 0,1 1 0,-1 0 0,0 0-1,0 0 1,1-1 0,-1 1 0,0 1 0,0-1 0,0 0 0,0 0 0,0 0-1,0 2 1,14 33-6229,-12-27 3725,4 10-6784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04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6787,'0'0'19268,"22"-4"-17241,-7 2-1781,158-34 2085,-160 32-2243,23-8-50,-35 11-12,0 0 0,1 1 1,-1-1-1,0 0 0,0 1 0,0-1 1,0 0-1,0 0 0,0 0 0,0 0 1,-1 0-1,1 0 0,0 0 0,0 0 1,-1-1-1,1 1 0,-1 0 0,1 0 1,-1 0-1,0-1 0,1 1 0,-1 0 1,0-1-1,0 0 0,0 0 17,0 1 0,-1 0 0,1 0 0,-1 0 0,0 0-1,1 0 1,-1 0 0,0 0 0,1 0 0,-1 0 0,0 0 0,0 0 0,0 0 0,0 1 0,0-1-1,0 0 1,0 1 0,0-1 0,0 0 0,-1 1 0,1-1 0,0 1 0,0 0 0,0-1 0,-1 1-1,1 0 1,0 0 0,-2 0 0,-41-4-9,41 4 6,-9-1-38,-5 0-1,0 1 1,0 0-1,0 1 0,0 1 1,-22 5-1,35-6-1,1 1 0,-1-1 0,1 0 0,-1 1 0,1-1 0,0 1 0,-1 0-1,1 0 1,0 1 0,0-1 0,1 1 0,-1-1 0,0 1 0,1 0 0,0 0 0,-1 0 0,1 0 0,0 0 0,1 1 0,-1-1 0,1 0 0,-1 1 0,1 0-1,0-1 1,0 1 0,1 0 0,-1-1 0,1 1 0,-1 0 0,2 5 0,-1-5-121,0 0-1,0 0 1,0 0 0,1 0-1,0 0 1,0 0 0,0 0 0,0 0-1,1 0 1,0 0 0,-1 0-1,1-1 1,1 1 0,-1-1 0,0 1-1,1-1 1,0 0 0,0 0-1,0 0 1,0-1 0,0 1-1,0-1 1,1 1 0,-1-1 0,1 0-1,0 0 1,-1-1 0,1 1-1,7 1 1,8 2-1407,1-2 0,0 0 0,-1-1-1,41-1 1,0-1-7970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04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10533,'0'0'11723,"-22"4"-7007,-69 13-1018,81-15-3510,0 2-1,0-1 1,1 1-1,-1 1 1,1-1-1,0 2 1,0-1-1,1 1 0,0 0 1,-12 12-1,3-3-152,15-13-35,0 0 0,0 0 0,0 0 0,0 0 0,0 1 0,1-1 0,-1 0 0,1 1 0,0-1 0,0 1 0,0 0 0,0-1 0,0 1 0,0 0 0,1-1 0,-1 1 0,1 0 0,0 0 0,0 0 0,0 0 0,0 5 0,0-6 0,2-1 0,0 0 0,-1-1 0,1 1 0,0-1 0,-1 0 0,1 1 0,0-1 0,0 0 0,-1 0 0,1 0 0,0 0 0,2-1 0,-2 1 0,13 0 0,0 0 0,0-2 0,-1 0 0,1 0 0,17-6 0,-27 6 0,-1 1 0,1-1 0,-1 0 0,1 0 0,-1 0 0,0-1 0,0 0 0,0 1 0,0-1 0,0-1 0,-1 1 0,1-1 0,-1 1 0,0-1 0,0 0 0,0 0 0,-1 0 0,1 0 0,2-9 0,-4 17-33,0 0 0,0 0 0,0-1 0,0 1 0,1 0 1,0 0-1,0-1 0,0 1 0,0-1 0,0 0 0,0 0 0,1 0 0,0 0 0,3 4 0,-1-2-176,0 0 0,0 0 0,0-1-1,0 1 1,1-1 0,0 0-1,-1-1 1,1 1 0,1-1-1,10 4 1,24-4-11650,-21-3 2103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05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5507,'0'0'22151,"9"16"-19985,57 97 777,-67-113-2943,1 0 0,0 0 0,0 0 0,0 0 0,0 0 0,0 0 0,0 0 0,0 0 0,0 1 0,0-1 0,0 0 0,0 0 0,-1 0 0,1 0 0,0 0 0,0 0 0,-13-17 0,9 11 0,1 1 0,-1 0 0,1-1 0,0 0 0,1 0 0,-4-11 0,5 13 2,1-1-1,0 0 1,0 1-1,0-1 1,1 0-1,-1 1 1,1-1-1,0 0 1,0 1-1,1-1 1,-1 1-1,1 0 1,0-1-1,0 1 1,6-7-1,-3 4-2,1 1-1,-1 0 1,2 0-1,-1 0 1,1 1-1,0 0 1,0 0-1,9-4 1,6-2-110,1 2 1,-1 0 0,2 2 0,-1 0-1,31-4 1,-43 10-1032,8-2-1112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15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5923,'0'0'13745,"-22"7"-13230,15-3-442,-67 28-2815,19-16-6763,16-7 2456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15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7187,'0'0'12598,"-34"16"-12166,27-12-368,0 1-48,-6 4-32,6 0-512,-13-2-1025,-14 2-592,0-2-1568,-7-3-3699,1 1 3090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15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3025,'0'0'13367,"-13"12"-12055,6-8-608,7 3-399,-7 0-193,0 0-112,1-1-144,-8 1-1185,7-2-1969,-6-1-1792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15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 8196,'0'0'13350,"-20"38"-12998,13-27-304,-20 3-48,-7-3-864,-13 3-2546,-8-1-3041,-6-2-288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15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4994,'0'0'14183,"-55"29"-13303,35-22-544,-7 2-176,14-4-160,-1-1-16,0 1-896,-6 1-961,-7 1-1488,-7 0-2722,7 0-272,-7-3 4402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16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0 992,'0'0'3106,"-115"20"-1585,81-13-593,7 2 241,-7 0-321,0 2-624,-6-1 192,6-1-288,0 2-128,-7-2-400,1 0-1121,6 2-672,0-4-1072,0 0 1664,7 0 1249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16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7523,'0'0'13959,"7"0"-13447,-7 2-1152,0 0-945,0 3-1712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16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10741,'-67'79'5298,"60"-75"-2945,0-1 1761,0-1-1232,7 2 863,0 1-5441,-7-1-417,-6 3-1249,6 2-992,-13-4-3329,6 1-2146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16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1313,'0'0'18424,"13"0"-17992,-6 0-336,0 0-96,0 0-864,6 0-1889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16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4610,'0'0'17400,"14"99"-16936,-7-85-416,-1-3-48,-6 3-32,0-1-1376,0 3-1378,0-2-2624,0 1-1521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17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9236,'0'0'12518,"14"41"-12342,-7-35-176,-7 3-512,0 3-1761,0-1-2690,0 5-1984,0 0-16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17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2353,'21'151'23147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17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3298,'0'0'12360,"5"-3"-10479,18-9-385,-17 9-218,-4 3-796,1 1 0,-1-1 0,0 0 0,1 1-1,-1-1 1,1 1 0,-1 0 0,0 0 0,4 2 0,39 64 2950,-31-44-3049,1-1 0,1 0 0,21 21 0,-23-29-319,-3-4-33,0 0 0,-1 1-1,12 18 1,-21-26-1263,3 6 3892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18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0 144,'0'0'19854,"-21"9"-17572,-39 50 269,10-11-26,-67 81-1,95-93-1419,20-32-927,0 1 1,-1-1-1,0 1 0,1-1 0,-1 0 0,-1 0 0,1 0 1,-1-1-1,-3 4 0,5-5-215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24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9845,'0'0'10900,"21"-22"-10803,-15 22-306,1 0-2592,7 0-1489,-1 0-2433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24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11365,'0'0'13238,"14"-11"-13238,-7 11-176,-7-3-960,6 1-1041,8 0-1217,6-5-2112,7 3-945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24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3 672,'0'0'23115,"0"-2"-22299,7 2-784,-1 0-32,8 0-784,0 0-1233,19 0-992,8 0-1762,13 0-319,21 0 528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24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4818,'0'0'21546,"0"4"-21546,0 5-400,0 5-1185,0 2-1648,0 2-1425,0 2-3122,0 5 369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24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1409,'0'0'8179,"-47"122"-5297,33-95-1730,7-4-848,1-1-224,6 1-80,0 2-1312,-7-5-2322,7 1-2849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25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9300,'0'0'15527,"-13"88"-15415,13-72-112,0 2-96,0 2-1040,0 3-705,0 2-928,7 4 128,-7 1-4291,0 1-495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25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3362,'0'0'19320,"-21"63"-18103,21-54-689,0 1-336,0 1-192,0 5-352,0 4-2065,0-2-1521,0 5-1168,0-1-5283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25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4914,'0'0'18969,"-13"58"-18649,13-46-272,0 1-48,0 5-720,0 5-177,0-1-2064,0 6-689,0-1-880,0 2-1553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25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5523,'0'0'13958,"6"117"-13190,-6-110-480,0-2-272,0-1-16,0 1-912,0-1-1569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25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13350,'0'0'16216,"-6"0"-15880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26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55 12982,'-162'-36'4914,"148"36"-2048,7 0 1840,1 0-2657,-1 0-2049,-7 0-48,1 0-1057,-7 0-1168,-14 0-1937,-7-7-2849,-13-5-4771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26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 8404,'0'0'15223,"-122"0"-11606,115 0-2368,0 0 0,-6 0-5491,6 0 912,-14 2-912,-6 0-2385,-13-2-1072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26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3282,'0'0'12949,"-115"4"-8050,101 1-2434,14-1-1089,-6-2-479,6 1-513,-7-1-256,0 0-128,7 0-512,-7 1-641,1-1-1296,-8-2-1281,-6 0-4241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26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8420,'0'0'16439,"-7"7"-16215,7-5-224,-7 0-32,0 3-1056,-6-1-2017,-1-4-3106,-6 0-4578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27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11637,'0'0'12150,"-7"0"-12134,1 4-16,6-1-736,-7 1-1153,0-2-881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3:2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10 800,'0'0'6030,"6"-2"-4360,29-5 14455,-40 47-11152,3-34-4831,-1 1 0,0-1 1,0 1-1,0-1 0,-1 0 0,0-1 1,0 1-1,0-1 0,-1 1 0,0-1 1,-6 5-1,-158 166 1253,154-162-1384,0 0 1,-1-1-1,-1-1 0,0 0 0,-23 11 0,28-13-11,18-5 0,27-4 0,-26-1 0,355 0 0,-330 4 0,-31-4 0,0 0 0,0 0 0,0 0 0,0 1 0,-1-1 0,1 0 0,0 1 0,0-1 0,0 0 0,-1 1 0,1-1 0,0 1 0,-1-1 0,1 1 0,0 0 0,-1-1 0,1 1 0,-1 0 0,1-1 0,-1 1 0,1 0 0,-1 0 0,1-1 0,-1 1 0,0 0 0,1 0 0,-1 1 0,2 5-1516,-1-2-2822,-1-5 4132,0 0-1,0 1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2376 174 976,'0'0'4699,"2"-4"-3591,8-18 7868,-9 18-9197,0 3 265,1-1-1,-1 0 1,0 0 0,1 1-1,-1-1 1,1 1 0,-1-1 0,1 1-1,0 0 1,0-1 0,-1 1 0,1 0-1,0 0 1,0 0 0,0 1 0,3-2-1,40-15 118,-11 5 467,1 2 1,1 2-1,61-8 0,-3 8 227,4-2 180,1 4 0,124 9-1,39 32 364,-208-24-992,0 2-1,89 35 1,-113-34-126,-1 1 0,37 28 0,-37-24 116,50 25 1,-46-27-285,-1 1 0,0 1 0,-2 1 0,33 28 0,38 25 220,6 6 60,-95-69-311,-1 0 0,0 1 0,-1 1 0,0 0 0,-1 0 0,12 22 0,25 36 379,3 5 139,-42-61-426,0 0-1,-1 1 0,-1 0 1,0 0-1,-1 0 0,2 19 0,2 13 105,2-1 0,2 0 0,1-1 0,30 64 0,-26-67-256,-2-1 0,-2 2-1,-2-1 1,10 77 0,-12-80-21,-6-30 0,-1-1 0,0 1 0,-1 0 0,1 12 0,18 315 0,-20 224 0,-13-462 0,10-58 0,-2 0 0,-2 0 0,-19 64 0,9-33 0,11-42 0,-1 0 0,-2 0 0,-13 29 0,-140 284 0,74-193 0,5-11 0,62-100 0,-2-1 0,-31 38 0,25-37 0,-32 57 0,40-58 0,-2-2 0,-1 0 0,-37 41 0,-55 62 0,97-114 0,-1-1 0,-1-1 0,0 0 0,-2-2 0,-40 29 0,-2 2 0,43-32 0,0-1 0,-48 27 0,-171 78 0,185-94 0,0-2 0,-2-3 0,-114 32 0,-188 20 0,221-50 0,43-11 0,-156 6 0,-98-24 0,311 0 0,0-2 0,-39-10 0,35 5 0,-56-4 0,13 6 0,1-3 0,-142-40 0,215 48 0,0-1 0,1-1 0,0 0 0,0 0 0,0-1 0,1 0 0,0-1 0,0-1 0,1 1 0,-1-1 0,2-1 0,-12-13 0,9 11 0,0 0 0,-1 1 0,0 0 0,-27-16 0,28 20 0,1-1 0,-1-1 0,1 1 0,0-1 0,1-1 0,0 0 0,0 0 0,-10-16 0,-9-15 0,-1 1 0,-3 1 0,-57-53 0,25 25 0,23 24 0,-1-1 0,-58-78 0,-15-51 0,100 145 0,1-1 0,1-1 0,2-1 0,1 1 0,2-1 0,0-1 0,-3-35 0,-16-56 0,24 100 0,-6-81 0,6 47 0,-15-78 0,17 128 0,-4-32 0,-2-69 0,8 29 0,1 19 0,-11-99 0,5 112 0,2 0 0,5-52 0,-1 10 0,-1 66 0,2 0 0,0 1 0,6-23 0,4-25 0,20-89 0,-23 104 0,27-90 0,-24 100 0,-5 14 0,-3 10 0,1 1 0,0 0 0,1 0 0,1 1 0,13-22 0,1 5-17,-2 0 1,-2-1-1,17-45 0,-28 56-10,13-29-34,53-80-963,-41 74 796,-23 41 97,1 1 0,1-1 0,18-23-1,9-21-426,-4 5 281,25-31-369,-38 54 545,28-34 0,33-22-62,-61 69 74,1 1-1,30-23 1,-25 23-31,42-43 1,-42 37-178,2 2 0,45-31 0,-57 44 281,31-21-65,28-21 101,-2-8-81,-51 44 46,1 1 1,0 1-1,1 1 1,0 1 0,1 1-1,1 1 1,0 2-1,1 0 1,39-7 0,69-25 14,-92 27 0,82-18 0,-46 15-17,30-3-36,-84 17 86,0-2-1,0-1 0,30-12 1,-36 12 22,1 0 0,-1 1-1,1 1 1,0 1 0,38-3 0,118 0 1492,-157 6-1322,0 1-1,1 1 1,-1 1-1,1 0 0,24 8 1,-20-5-163,0-1 1,42 2-1,-67-5-208,0 0 0,0-1 0,0 1-1,0-1 1,0 1 0,0 0 0,0-1-1,-1 1 1,1-1 0,0 1 0,0-1-1,0 1 1,-1-1 0,1 1 0,0-1-1,-1 1 1,1-1 0,0 1 0,-1-1-1,1 1 1,0-1 0,-1 0 0,1 1-1,-1-1 1,1 0 0,-1 1-1,0-1 1,-23 14-7403,15-8 2330,-10 3-6200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7764,'0'0'10762,"6"6"-9100,3 4-1171,-1 0 1,-1 0-1,0 0 1,-1 1-1,0 0 0,0 1 1,-1-1-1,-1 1 1,5 18-1,16 113 790,5 24-211,-18-138-4843,-6-19 567,-3-16 463,-3-17-2598,0-5-886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7 259 3890,'0'0'9321,"-1"-5"-7888,-3-18-16,3 18-374,53 5 1767,10 1-1796,1-2 1,-1-4-1,69-12 0,172-56-470,-109 24-316,221-27 0,-379 72-83,67 2-1,-101 2-26,1 1 1,-1-1-1,1 1 1,-1 0-1,0 0 1,1 0 0,-1 0-1,0 0 1,0 0-1,0 0 1,0 1-1,0-1 1,0 1 0,0 0-1,0-1 1,0 1-1,-1 0 1,1 0-1,-1 0 1,3 4 0,22 53 3329,-15-29-2084,11 22-1296,-3 0 1,14 65-1,-17-33-68,-13-59 0,2 0 0,1 0 0,11 32 0,-10-38 0,-7-15 0,1 0 0,0-1 0,1 1 0,-1-1 0,1 1 0,-1-1 0,1 1 0,0-1 0,0 0 0,4 4 0,-14-15 0,7 6 0,0 1 0,0-1 0,0 1 0,0-1 0,-1 1 0,1 0 0,-1 0 0,1-1 0,-1 1 0,1 0 0,-1 0 0,0 1 0,-1-2 0,-13-3 0,0 2 0,0-1 0,-1 2 0,1 0 0,-31 1 0,2 3 0,-45 7 0,-2 10 0,1 5 0,-142 55 0,149-48 0,-162 59 0,-234 79 0,464-164 0,7-2 0,0 0 0,0 0 0,0-1 0,0-1 0,-16 2 0,25-3 0,-1 0 0,1-1 0,-1 1 0,1 0 0,-1 0 0,1-1 0,-1 1 0,1 0 0,0-1 0,-1 1 0,1 0 0,0-1 0,-1 1 0,1 0 0,0-1 0,-1 1 0,1-1 0,0 1 0,0-1 0,0 1 0,-1-1 0,1 1 0,0-1 0,0 1 0,0-1 0,0 1 0,0-1 0,0 1 0,0-1 0,0 1 0,0-1 0,0 1 0,0-1 0,1 0 0,2-16 0,0 13-374,0-1-1,1 1 1,0 1 0,-1-1-1,2 0 1,-1 1 0,0 0 0,1 0-1,-1 0 1,1 1 0,0-1-1,0 1 1,0 0 0,0 1-1,0-1 1,1 1 0,-1 0 0,0 0-1,8 0 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264 129 2497,'0'0'10317,"8"-7"-8367,2 0-1292,-7 5-381,1 0 1,-1-1-1,0 1 0,1-1 1,-1 0-1,-1 0 0,1 0 0,0 0 1,4-7-1,-6 9-56,-1 0 0,1-1-1,0 1 1,0 0 0,-1-1 0,1 1 0,-1-1-1,1 1 1,-1-1 0,0 1 0,1-1 0,-1 1 0,0-1-1,0 0 1,0 1 0,0-1 0,0 1 0,-1-1-1,1 1 1,0-1 0,-1 1 0,1-1 0,-1 1-1,-1-3 1,0 2-94,0-1-1,0 1 1,0 0 0,0 0-1,0 0 1,-1 0 0,1 0-1,-1 1 1,1-1-1,-1 1 1,-5-3 0,-2 1-121,-1-1-1,1 1 1,-1 1 0,1 0 0,-20-1 0,21 3 10,1 0-1,0 1 0,-1 0 0,1 0 1,0 1-1,0-1 0,0 2 1,0-1-1,-12 7 0,16-7-19,1 0 0,0 0 0,0 1 0,1-1-1,-1 1 1,0-1 0,1 1 0,0 0 0,-1 0 0,1 0 0,0 0-1,1 0 1,-1 1 0,0-1 0,1 1 0,0-1 0,0 1-1,0-1 1,0 1 0,1-1 0,-1 1 0,1 0 0,0 6 0,1-8 4,-1 0 0,1 0 0,-1 1 0,1-1 0,0 0 0,0 0 0,0 0 0,0 0 0,0 0 0,1-1 0,-1 1 0,0 0 0,1 0 0,0-1 0,-1 1 0,1-1 0,0 0 0,0 1 0,0-1 0,0 0 0,0 0 0,0 0 0,0 0 0,0 0 0,0-1 0,0 1 0,0-1 0,3 1 0,12 3 44,0-1 1,28 2 0,-29-3-35,-14-2-6,8 1-12,0 0-1,0 1 0,0 0 1,17 6-1,-25-7 7,0 0 1,0 0-1,0 0 0,0 0 1,0 1-1,0-1 1,0 0-1,0 1 0,-1 0 1,1-1-1,-1 1 0,1 0 1,-1 0-1,0 0 1,0 0-1,0 0 0,0 0 1,0 0-1,0 0 0,0 0 1,-1 0-1,1 1 0,-1-1 1,1 0-1,-1 0 1,0 4-1,0 6 23,0 0 0,-1-1 0,0 1 1,-1-1-1,-1 0 0,0 1 0,0-1 0,-1 0 0,0-1 0,-1 1 0,0-1 1,-7 10-1,-108 152 916,81-122 143,-62 105 0,100-154-1077,1 0 0,-1 1 0,0-1 0,0 0-1,0 1 1,1-1 0,-1 1 0,1-1 0,-1 1-1,1-1 1,0 1 0,-1-1 0,1 1 0,0 0 0,0-1-1,0 1 1,0-1 0,0 1 0,1 0 0,0 2 0,-1-4-4,1 1 1,0-1 0,0 1 0,0-1 0,-1 1-1,1-1 1,0 0 0,0 1 0,0-1-1,0 0 1,0 0 0,0 0 0,0 0 0,0 1-1,0-1 1,0-1 0,0 1 0,0 0 0,0 0-1,0 0 1,0 0 0,0-1 0,1 0-1,9-2 2,0-1 0,-1-1 0,1 0 0,10-6 0,40-28 22,152-85 535,-211 122-440,-5 4-2320,0 0 832,-1-1 0,1 1 0,-1-1 0,1 0 0,-1 0 0,1-1 0,-1 1 0,-5 0 0,-5-1-6346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7059,'0'0'14879,"0"22"-13377,0 149 1497,0-171-3004,0 0 1,0 1-1,0-1 1,1 0 0,-1 0-1,0 0 1,0 0-1,0 0 1,1 1-1,-1-1 1,0 0-1,0 0 1,1 0 0,-1 0-1,0 0 1,0 0-1,1 0 1,-1 0-1,0 0 1,0 0 0,1 0-1,-1 0 1,0 0-1,0 0 1,1 0-1,-1 0 1,0 0-1,0 0 1,1 0 0,-1 0-1,0 0 1,0-1-1,0 1 1,1 0-1,-1 0 1,0 0 0,0 0-1,0 0 1,1-1-1,-1 1 1,0 0-1,0 0 1,0 0-1,0-1 1,1 1 0,-1 0-1,0 0 1,0-1-1,0 1 1,0 0-1,0 0 1,0-1-1,0 1 1,0 0 0,12-14-377,73-105-24,-85 119 483,1 0 1,0-1-1,-1 1 0,1 0 0,-1 0 1,1 0-1,0 1 0,-1-1 0,1 0 1,-1 0-1,1 0 0,-1 0 1,1 1-1,-1-1 0,1 0 0,-1 0 1,1 1-1,-1-1 0,1 0 0,-1 1 1,1-1-1,-1 0 0,1 1 1,-1-1-1,0 1 0,1-1 0,-1 1 1,0-1-1,1 1 0,-1-1 0,0 1 1,0-1-1,0 1 0,1-1 1,-1 1-1,0 0 0,16 29 311,-13-25-144,-2-3-349,0 0 1,0-1 0,0 1 0,1 0-1,-1-1 1,1 1 0,-1-1 0,1 1-1,-1-1 1,1 0 0,0 1 0,0-1 0,-1 0-1,1 0 1,0 0 0,0-1 0,4 2-1,-4-1-349,1-1 1,-1 0-1,0 0 0,0 0 0,1 0 0,-1 0 0,0-1 0,0 1 0,0-1 0,0 1 0,1-1 0,-1 0 1,0 0-1,0 0 0,0 0 0,0 0 0,-1 0 0,3-2 0,17-17-7985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87 208,'0'0'20415,"3"3"-19007,3 1-1102,0-1-1,0 0 0,1 0 0,-1-1 1,1 0-1,0 0 0,0 0 1,-1-1-1,1 0 0,0 0 0,9-1 1,-11 0-265,1 1 0,-1-2 1,1 1-1,-1 0 0,1-1 1,-1 0-1,1-1 0,-1 1 1,0-1-1,1 0 0,-1 0 1,0-1-1,0 1 0,-1-1 1,7-5-1,-10 7-41,1 0 0,-1 0 0,0 0-1,0-1 1,0 1 0,-1 0 0,1-1 0,0 1 0,0 0 0,-1-1-1,1 1 1,-1-1 0,1 1 0,-1-1 0,1 1 0,-1-1 0,0 1-1,0-1 1,0 0 0,0 1 0,0-1 0,0 1 0,-1-1 0,1 1-1,0-1 1,-1 1 0,1-1 0,-1 1 0,1-1 0,-1 1 0,-1-2-1,0 0-1,0 0 0,0 1-1,0-1 1,-1 1 0,1-1-1,-1 1 1,0 0 0,1 0-1,-1 0 1,0 1 0,0-1-1,0 0 1,-5 0 0,3 0 58,-1 0-1,1 1 1,-1 0 0,0 0 0,1 0 0,-1 1-1,0-1 1,0 2 0,0-1 0,1 1 0,-1-1-1,0 1 1,-9 4 0,12-4 16,0 1 0,0-1 0,0 1 0,1-1 0,-1 1 0,1 0 0,-1 0 0,1 0 0,0 1 0,0-1-1,0 1 1,0-1 0,0 1 0,1-1 0,-1 1 0,1 0 0,-1 0 0,1 0 0,0 0 0,0 0 0,1 0 0,-1 0 0,0 0 0,1 0 0,0 0 0,0 1 0,0 2 0,0 18 9,-1-11 87,1 0-1,0-1 0,1 1 0,0 0 1,6 22-1,-6-32-336,0 0-1,0 0 1,1 0 0,-1-1 0,1 1-1,-1 0 1,1-1 0,0 1-1,0-1 1,0 0 0,1 0-1,-1 1 1,0-1 0,1-1-1,-1 1 1,1 0 0,0-1 0,0 1-1,-1-1 1,1 0 0,0 0-1,0 0 1,0 0 0,0 0-1,0-1 1,0 0 0,1 1-1,-1-1 1,5-1 0,5 2-1226,-7-1 389,0 1-1,0-2 1,0 1 0,0 0 0,0-1 0,11-3-1,23-19-6663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9636,'0'0'16101,"0"6"-14460,0 73 2219,35-80-6087,-26-5 1975,0 0 0,-1-1 0,0 0 0,0-1 0,0 1 0,-1-2 0,0 1 0,10-17 0,9-9 228,-26 34 87,0 0 0,0 1 1,0-1-1,0 0 0,0 0 0,0 1 1,0-1-1,0 0 0,0 1 0,1-1 1,-1 0-1,0 0 0,0 1 0,0-1 1,0 0-1,0 0 0,0 1 0,1-1 0,-1 0 1,0 0-1,0 0 0,0 1 0,1-1 1,-1 0-1,0 0 0,0 0 0,0 0 1,1 1-1,-1-1 0,0 0 0,1 0 1,-1 0-1,0 0 0,0 0 0,1 0 1,-1 0-1,0 0 0,0 0 0,1 0 1,-1 0-1,0 0 0,1 0 0,-1 0 1,0 0-1,0 0 0,1 0 0,-1 0 1,0 0-1,0 0 0,1-1 0,-1 1 0,0 0 1,0 0-1,1 0 0,-1 0 0,0-1 1,0 1-1,0 0 0,1 0 0,-1 0 1,0-1-1,0 1 0,0 0 0,0 0 1,1-1-1,-1 39 614,2 6-777,1-43-284,0 1 1,0-1-1,0 0 0,1 0 0,-1 0 0,0 0 0,1 0 0,-1-1 0,0 0 0,1 0 0,-1 0 0,1 0 0,-1 0 0,6-2 0,3 2-1396,16-4-3564,5-15-2758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7 5122,'0'0'16619,"-1"9"-15419,-2 29-165,3-37-967,0 1 0,1-1 0,-1 1 0,1-1-1,-1 1 1,1-1 0,0 0 0,-1 1 0,1-1-1,0 0 1,0 1 0,0-1 0,0 0 0,0 0-1,0 0 1,0 0 0,0 0 0,0 0 0,1 0-1,-1 0 1,0-1 0,1 1 0,-1 0 0,1-1-1,-1 1 1,1-1 0,-1 0 0,1 1 0,2-1 0,43 4 919,-47-4-978,2 1-6,-1-1 1,1 0-1,-1 0 0,1 0 1,-1 0-1,1 0 0,0 0 1,-1-1-1,1 1 1,-1 0-1,1-1 0,-1 1 1,1-1-1,-1 0 0,0 1 1,1-1-1,-1 0 0,0 0 1,1 0-1,-1 0 0,0 0 1,0 0-1,2-2 0,-2 0-19,0-1 0,0 1-1,-1 0 1,1-1-1,-1 1 1,0-1 0,0 1-1,0-1 1,0-3-1,-1-9 66,1 15-26,0 0-1,0 0 0,0 0 0,-1 0 0,1 0 1,0 0-1,-1 0 0,1 0 0,-1 1 1,1-1-1,-1 0 0,1 0 0,-1 0 0,0 1 1,1-1-1,-1 0 0,0 1 0,0-1 0,0 0 1,1 1-1,-1-1 0,0 1 0,0-1 1,0 1-1,0 0 0,0-1 0,0 1 0,0 0 1,0 0-1,0 0 0,0-1 0,0 1 1,0 0-1,0 0 0,-1 1 0,-2-1 123,0 0-1,0 0 0,0 0 1,1 1-1,-1 0 1,0 0-1,1 0 1,-7 2-1,3 2 41,-1 0-1,1 0 1,1 1 0,-1-1 0,1 2-1,0-1 1,1 0 0,-1 1 0,1 0-1,1 1 1,-1-1 0,1 1 0,0 0 0,1 0-1,0 0 1,0 0 0,1 0 0,0 1-1,-1 12 1,3-19-195,0-1 0,1 0-1,-1 1 1,0-1 0,1 0 0,-1 0-1,1 1 1,0-1 0,-1 0 0,1 0-1,0 0 1,0 0 0,0 0 0,-1 0-1,1 0 1,0 0 0,0 0 0,1 0 0,-1-1-1,0 1 1,0 0 0,0-1 0,0 1-1,1-1 1,-1 1 0,0-1 0,0 1-1,1-1 1,-1 0 0,0 0 0,1 0-1,1 0 1,57 2-1092,-40-3 408,-20 1 669,24 0-2265,-1-1-1,0 0 1,26-7 0,18-12-7296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4466,'0'0'10287,"15"-3"-3476,-3 5-5722,-1 14-424,-1-1 1,0 1-1,-1 1 0,7 19 1,8 14 316,-4-4-383,-1 0 1,-3 2-1,-2 0 1,-2 0-1,7 62 0,-18-104-546,40 222 2103,-38-209-2156,-3-17 0,0 1 0,0 0 0,0-1 0,1 1 0,-1-1 0,1 1 0,0-1 0,-1 1 0,1-1 0,0 1 0,1-1 0,-1 0 0,2 3 0,-4-24-2873,-3-27-7100,3 26-552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1056,'0'0'11568,"2"8"-6557,3 12-3240,-6 166 4705,-11 94-2366,8-180-3404,4-62-292,-2 0 0,-1-1 0,-2 1-1,-17 61 1,3-48-7433,15-42 3531,0 0 0,1 1 0,0 0 0,-2 14 0,4-2-3956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597 0 2049,'0'5'15232,"0"20"-13462,-1-18-1490,0-1-1,0 1 0,0-1 0,-1 0 1,0 1-1,0-1 0,-1 0 0,1 0 0,-7 9 1,-39 53 1328,32-46-1089,-75 100 969,-77 110 599,-13 21 1381,146-198-4386,10-16-2042,19-25-722,4 0-3623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1009 0 384,'0'0'11971,"-8"1"-10696,-143 24 7644,-4 3-4290,-312 73-2158,315-67-719,148-32-2439,0 0 1,-1 0-1,2 0 1,-1 0-1,0 1 0,0 0 1,1-1-1,-1 2 1,1-1-1,0 0 1,-3 4-1,-9 9-7730,1-3-2598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4402,'0'0'10712,"-28"14"-6855,10 1-2452,18-14-1365,0-1 0,0 1 0,0-1 0,0 1 0,0-1 0,0 1 0,-1-1 0,1 1 0,0-1 1,0 1-1,0-1 0,1 1 0,-1-1 0,0 1 0,0-1 0,0 1 0,0-1 0,0 1 1,1-1-1,-1 1 0,0-1 0,0 0 0,1 1 0,-1-1 0,0 1 0,1-1 0,-1 0 0,0 1 1,1-1-1,-1 0 0,0 1 0,1-1 0,-1 0 0,1 0 0,-1 1 0,1-1 0,-1 0 1,1 0-1,-1 0 0,1 0 0,-1 1 0,1-1 0,-1 0 0,1 0 0,-1 0 0,1 0 1,-1 0-1,1 0 0,-1 0 0,1-1 0,54 7 1700,72 0-1,20 1 80,-61 2-1323,370 53 4056,-437-60-4552,16 4 0,-33-2-330,-10 1-579,-11 4-2156,18-9 1969,-27 9-13222,9-5 2486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4322,'0'0'10319,"-21"6"-7219,16 0-2716,0 0-1,1 1 0,0-1 0,0 1 0,0 0 0,1 1 0,0-1 0,0 1 1,0-1-1,-1 12 0,1 2 27,1 1-1,2 33 1,0-31-398,0-22 9,0 0 0,1 1 0,-1-1 0,0 0 0,1 1 0,0-1 0,-1 0 0,1 0-1,0 0 1,0 0 0,0 0 0,1 0 0,-1 0 0,0 0 0,1 0 0,-1-1 0,1 1 0,0 0-1,-1-1 1,1 0 0,0 1 0,0-1 0,0 0 0,0 0 0,0 0 0,0 0 0,0 0 0,1 0-1,-1-1 1,0 1 0,0-1 0,1 1 0,-1-1 0,0 0 0,0 0 0,1 0 0,2-1 0,2 1 46,0 0 0,0-1 0,0 0 0,0 0 1,0 0-1,0-1 0,0 0 0,-1-1 0,1 0 1,-1 0-1,9-5 0,-11 6 23,0-1 0,-1 1 0,1-1 0,-1 1 0,1-1 0,-1 0-1,0-1 1,0 1 0,-1 0 0,1-1 0,-1 0 0,0 1 0,1-1 0,-2 0 0,1 0 0,0 0 0,-1 0 0,0-1-1,0 1 1,0 0 0,0 0 0,-1-1 0,0 1 0,0-1 0,0 1 0,-1-7 0,2 4 94,-2 0 0,1-1 1,0 1-1,-1 0 0,-1 0 1,1-1-1,-1 1 0,0 0 0,-1 1 1,0-1-1,0 0 0,-6-9 1,-5 13 2914,7 4-5129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4258,'0'0'18643,"0"27"-16941,0 213 4018,0-239-5386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31 3089,'0'0'10357,"2"-4"-9308,-2 2-964,1 0 1,0 1 0,-1-1 0,1 1 0,0 0 0,0-1 0,0 1-1,0 0 1,1-1 0,-1 1 0,0 0 0,0 0 0,1 0-1,-1 0 1,1 0 0,-1 1 0,1-1 0,-1 0 0,1 0-1,-1 1 1,1-1 0,0 1 0,-1 0 0,1 0 0,2-1-1,55 0 1627,-33 2-1064,-24 0-600,-1-1 1,0 0-1,1 0 1,-1 1-1,0-1 1,1 1-1,-1-1 0,0 1 1,1 0-1,-1 0 1,0-1-1,0 1 1,0 0-1,0 0 0,0 0 1,0 0-1,0 0 1,0 0-1,0 0 0,-1 1 1,1-1-1,0 0 1,-1 0-1,1 1 1,-1-1-1,1 0 0,-1 1 1,1-1-1,-1 0 1,0 1-1,0-1 1,0 1-1,0-1 0,0 0 1,0 1-1,0-1 1,0 0-1,-1 1 0,1-1 1,-1 2-1,0 1 44,1 0 0,-1 1 0,0-1 0,0 0 0,-1 0 0,1-1 0,-1 1 0,0 0 0,0 0 0,0-1 0,0 1-1,0-1 1,-1 0 0,-3 3 0,-38 25 941,29-22-508,1 1-1,1 0 1,-21 20-1,30-26-353,1 1 0,-1-1 0,1 0-1,0 1 1,1 0 0,-1 0 0,1 0 0,0 0 0,0 0-1,0 0 1,1 0 0,0 0 0,0 1 0,0-1-1,1 10 1,0-14-128,0 0 0,1 1-1,0-1 1,-1 0 0,1 0 0,0 1-1,0-1 1,-1 0 0,1 0-1,0 0 1,0 0 0,0 0 0,0 0-1,1 0 1,-1-1 0,0 1 0,0 0-1,0-1 1,1 1 0,-1 0-1,0-1 1,1 0 0,-1 1 0,0-1-1,1 0 1,-1 0 0,1 1-1,-1-1 1,0 0 0,3-1 0,59 2 497,-46-2-532,2 1-140,14 0-168,-12 0-3462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25 576,'0'0'11688,"-5"-2"-10637,5 2-609,-15-7-482,8-2 5537,54 7-1567,-15 0-3096,-24 1-668,1 0-1,-1 1 1,1-1-1,-1 2 1,1-1-1,-1 1 1,0 1-1,10 2 1,-17-4-148,-1 1 1,1-1-1,0 0 1,0 1-1,0-1 1,0 1 0,0-1-1,-1 1 1,1 0-1,0-1 1,0 1-1,-1 0 1,1 0-1,-1-1 1,1 1-1,0 0 1,-1 0 0,0 0-1,1 0 1,-1 0-1,1 0 1,-1 0-1,0-1 1,0 1-1,0 0 1,1 0 0,-1 0-1,0 0 1,0 0-1,0 0 1,-1 0-1,1 0 1,0 0-1,0 0 1,0 0 0,-1 0-1,1 0 1,0 0-1,-1 0 1,1 0-1,-1 0 1,1-1-1,-1 1 1,-1 1 0,0 2 115,-1 0 1,0-1 0,0 0 0,-1 0-1,1 0 1,0 0 0,-1 0-1,0-1 1,-6 4 0,2-2 57,-20 12 643,27-15-831,0 0-1,1-1 1,-1 1 0,1 0-1,-1 0 1,1 0-1,-1 0 1,1 1 0,-1-1-1,1 0 1,0 0-1,0 0 1,-1 0-1,1 0 1,0 0 0,0 1-1,0-1 1,0 0-1,0 0 1,1 0 0,-1 0-1,0 0 1,0 0-1,1 0 1,-1 0-1,1 1 1,-1-1 0,2 1-1,51 55-1606,-52-55 1565,1 0-1,-1 0 1,0 1 0,1-1 0,-1 1 0,0-1-1,-1 1 1,1-1 0,0 1 0,-1 0 0,0-1-1,1 6 1,-2-6 81,1-1 0,-1 0 0,1 1 0,-1-1 0,1 0 0,-1 1 0,0-1 0,0 0 1,0 0-1,1 0 0,-1 1 0,0-1 0,-1 0 0,1 0 0,0 0 0,0-1 0,0 1 0,-1 0 0,1 0 0,0-1 0,-1 1 0,1-1 0,-3 2 0,-5 1 739,-1-1 1,0 1-1,-1-1 1,-12 0-1,-8 2 359,25-2-1141,4 4-3025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0 864,'0'0'5237,"-5"0"-4447,-11 1 2436,43 3 890,29 3 1057,-25 4-3640,1 1 0,-2 2-1,0 1 1,42 29 0,-3-3-51,-55-33-1438,268 159 2297,-220-125-1731,-2 1 0,76 73 0,12 6-610,-59-52 0,-80-65 0,7 5 0,-17-10 0,1 0 0,0 0 0,0 0 0,0 0 0,0 0 0,0 0 0,0 0 0,0 0 0,0 0 0,0 0 0,0 1 0,0-1 0,0 0 0,0 0 0,0 0 0,0 0 0,0 0 0,0 0 0,0 0 0,0 1 0,0-1 0,0 0 0,0 0 0,0 0 0,0 0 0,0 0 0,0 0 0,0 0 0,0 1 0,0-1 0,0 0 0,0 0 0,0 0 0,0 0 0,0 0 0,0 0 0,0 0 0,0 0 0,0 0 0,0 0 0,0 1 0,1-1 0,-1 0 0,0 0 0,0 0 0,0 0 0,0 0 0,-7-2-59,0 0 1,0 0-1,0-1 1,1 0-1,-1 0 1,1-1-1,-12-8 1,-17-9-1395,-14-2-5313,15 7-1283,-18-8-7758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4562,'3'2'16156,"1"9"-14586,-5-5-1131,0 0 0,0 1 0,-1-1 1,0 0-1,0 0 0,0 0 1,-1 0-1,-5 8 0,-31 48 1410,32-51-1470,0-1-234,1 1 0,0 0 0,1 0-1,0 1 1,1-1 0,0 1 0,1 0 0,0 0-1,1 0 1,1 0 0,-1 1 0,2-1 0,0 13 0,1-24-142,-1 0 1,1 0-1,-1-1 1,1 1-1,-1 0 1,1 0 0,-1-1-1,1 1 1,-1 0-1,1-1 1,0 1-1,0-1 1,-1 1 0,1-1-1,0 1 1,0-1-1,-1 1 1,1-1-1,0 0 1,0 1 0,0-1-1,0 0 1,0 0-1,0 0 1,0 0-1,-1 0 1,3 0 0,30 3 81,-28-3-70,24 2 18,-9 0 20,0-1 1,-1-1 0,1-1-1,0 0 1,37-8 0,-52 9-33,-4 0-42,4 0 127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3922,'0'0'21370,"-47"131"-19097,40-91-80,0-4-1041,0 0-496,7-8-351,0-6-257,0-4 0,0-7-48,0-2-481,0-2-1183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 3858,'-6'-18'22728,"13"21"-22505,-1-1 0,-1 1 1,1 0-1,0 1 0,-1 0 1,0 0-1,0 0 0,0 0 1,0 1-1,-1 0 0,6 6 1,41 69 991,-1-2-671,-23-48-196,1 0 1,2-2-1,1-1 1,47 31-1,-60-44-348,-1 1 0,0 0 0,27 34 0,-29-29 0,17 16 0,28 14 0,-56-46 0,-4-4 0,10 1 0,-9 1 0,-1 0 0,0 28-2898,0-3-5470,0-3-5257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12 15191,'0'0'14305,"-7"-4"-10759,-13-3-5262,-14 7-10679,13 0 11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9492,'0'0'20839,"4"0"-18744,10-3-1754,-5 2-341,-2 1 0,0 0 0,-1 0-398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8500,'0'0'21247,"27"2"-18227,-24 0-3020,-2-1 0,1-1 0,-1 1 0,1 0 0,-1 0 0,1 0 0,-1 1 0,1-1 0,-1 0 0,0 0 0,0 1 0,0-1 0,0 1 0,0-1 0,0 1 0,0 0 0,0-1 0,0 1 0,-1 0 0,1-1 0,-1 1 0,1 2 0,-17-2-2180,-6-2-4284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3217,'1'3'19846,"3"3"-15610,16 33-3173,-12 56 85,-8-88-846,0-10 86,0-1-379,0-15 15,1 0 1,4-32-1,-3 44-30,0 0 1,0 0-1,0 0 0,1 1 0,0-1 1,0 1-1,1 0 0,0 0 1,0 0-1,8-8 0,1-2-29,-9 11 33,-1 0-1,1 1 1,0-1 0,0 1 0,0 0 0,1 0 0,0 1 0,-1-1 0,1 1 0,9-4-1,-9 6 3,-3 1 16,1 1 23,-1-1-1,0 1 1,1-1-1,-1 1 1,0 0-1,0 0 0,0 0 1,0 0-1,0 1 1,0-1-1,0 1 0,0-1 1,0 1-1,-1-1 1,1 1-1,0 0 0,-1 0 1,0 0-1,1 0 1,0 3-1,18 41 842,-18-42-805,-1 0 0,1 0 1,-1 0-1,1 0 0,1 0 1,-1-1-1,0 1 1,1 0-1,0-1 0,0 0 1,5 5-1,-7 2-7652,-1-4 3122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5138,'0'0'11835,"6"-2"-10826,10-4-12,-1 0 1,0-1-1,0-1 1,-1-1 0,14-10-1,37-21 1088,-65 40-2071,0 0-1,0 0 1,0 0 0,0 0-1,0 0 1,0 0-1,0 0 1,0 0 0,0 0-1,0 0 1,0 0 0,-1 0-1,1 0 1,0-1 0,0 1-1,0 0 1,0 0 0,0 0-1,0 0 1,0 0 0,0 0-1,0 0 1,0 0 0,0 0-1,0 0 1,0 0 0,0 0-1,0 0 1,0-1-1,0 1 1,0 0 0,0 0-1,0 0 1,0 0 0,0 0-1,0 0 1,0 0 0,1 0-1,-1 0 1,0 0 0,0 0-1,0 0 1,0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6275,'0'0'14615,"8"16"-10406,23 130 3459,-26-95-7668,4 16 0,-8-53 54,-1-13-70,0 0 0,0 1-1,0-1 1,0 1 0,0-1 0,0 0 0,0 1 0,1-1 0,-1 1-1,1-1 1,-1 0 0,1 1 0,-1-1 0,1 0 0,0 0 0,-1 0-1,1 1 1,0-1 0,0 0 0,0 0 0,0 0 0,1 1 0,-1-1-566,-1 0 1,0 1-1,0-1 1,0 0 0,0 1-1,0-1 1,0 0 0,0 1-1,0-1 1,0 0 0,-1 1-1,1-1 1,0 0 0,-1 0-1,1 1 1,-1-1-1,0 0 1,1 0 0,-1 0-1,0 0 1,-1 1 0,-10 12-10627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1 456 1521,'0'0'6155,"13"-11"1459,-6 199-4781,-7-112-2396,15 370 1127,-13-424-1509,2 0 1,1-1 0,0 0-1,2 0 1,9 21-1,-14-39-46,-1 0 0,1 0 0,0 0-1,0 0 1,0-1 0,1 1 0,-1-1 0,0 1-1,1-1 1,0 0 0,-1 0 0,1 0-1,0 0 1,0-1 0,0 1 0,6 1 0,-3-1 29,1-1 0,-1 0 0,0 0 0,1 0 1,-1-1-1,1 0 0,-1 0 0,9-2 0,8-3 91,-1 0-1,0-2 0,0 0 0,21-11 0,288-142 226,115-48-126,874-232 169,-1132 388-394,1025-263 42,-628 221 541,-484 81-542,181-1 533,-62 7-444,-133 3 1702,-84 8-1693,-1-1 0,1 1 0,-1 0 0,0 0 0,0 0 0,0 0 0,-1 1 0,2 4 1,-3-9-136,12 43 741,10 67-1,-15-65 192,21 68-1,8-27-194,-24-61-37,16 49 1,-27-69-702,1-1 0,0 1-1,0-1 1,0 0 0,0 0 0,1 0 0,0 0 0,0 0 0,0-1 0,0 1 0,0-1 0,6 4 0,52 32 52,-6-4-36,41 48-22,-45-36 0,114 78 0,-71-60 0,-90-61 0,1 0 0,-1 0 0,1 1 0,-1-1 0,0 1 0,-1 0 0,4 6 0,-3-5 0,0 0 0,0-1 0,1 1 0,-1-1 0,9 7 0,-3-5 0,0 1 0,0 0 0,-1 1 0,1 0 0,-2 0 0,0 1 0,0 0 0,11 19 0,-17-22 0,-1 0 0,0 0 0,0 1 0,0-1 0,-1 0 0,0 1 0,-3 13 0,1 11 0,2-32-16,0 0-1,1-1 1,-1 1 0,0 0-1,0 0 1,0-1 0,0 1 0,1 0-1,-1 0 1,0-1 0,0 1-1,1 0 1,-1 0 0,0 0-1,0-1 1,1 1 0,-1 0-1,0 0 1,0 0 0,1 0-1,-1 0 1,0-1 0,1 1 0,-1 0-1,0 0 1,1 0 0,-1 0-1,0 0 1,1 0 0,-1 0-1,0 0 1,0 0 0,1 0-1,-1 1 1,0-1 0,1 0 0,-1 0-1,0 0 1,1 0 0,-1 0-1,0 0 1,0 1 0,1-1-1,-1 0 1,0 0 0,0 0-1,1 1 1,-1-1 0,0 0-1,0 0 1,0 1 0,1 0 0,-8-36-7543,-8 14-2122,-4 3-3237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8932,'0'0'10762,"28"-11"-6752,-20 12-3525,1 1-1,0 0 1,-1 0-1,1 1 0,-1 0 1,0 0-1,0 1 1,0 0-1,10 7 1,38 17 94,91 27-302,-99-43-1692,-31-10-2175,2-1-3877,-7-1 202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 4466,'0'0'15194,"-6"0"-14559,-23-3 120,27 5-458,-1 0 0,1 0-1,0 0 1,0 0 0,0 0 0,0 1 0,0-1 0,0 1 0,1-1 0,-1 1 0,1 0 0,0-1 0,-2 6 0,-1 1 471,-19 33 2041,18-30-2310,-1-1 1,0 0-1,-1 0 0,0-1 1,-15 16-1,19-23-461,-13 13 301,1 0 1,-23 31 0,34-40-448,0-1 0,1 1 0,-1-1 0,1 1 0,1 0 1,0 1-1,0-1 0,0 0 0,1 0 0,0 1 0,0 13 0,0 1-3305,1-8-5216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4818,'0'0'10277,"1"6"-8972,4 24-256,3 17 1202,5 85 0,-13-33-588,0 52-795,0-50-4055,-6-91-163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1 326 5683,'0'0'10530,"3"-4"-9204,0 2-1001,-1 0 0,1 0-1,0 1 1,0-1 0,0 0 0,0 1 0,0 0 0,0 0 0,0 0 0,0 0 0,1 0 0,5 0 0,52 0 473,-6 0-730,388-81 95,-184 30-134,-9 9 17,292-61 2461,-516 97-2194,-15 3 360,1 1 1,-1 1-1,25-3 1135,-38 214 239,5 227-898,2-391-1131,13 55-1,-10-64-10,-2 1 0,3 60 0,-9-97-7,0 0 0,0 1-1,0-1 1,0 0 0,0 0 0,0 0 0,0 1-1,0-1 1,0 0 0,0 0 0,0 1 0,0-1 0,0 0-1,0 0 1,-1 0 0,1 0 0,0 1 0,0-1-1,0 0 1,0 0 0,-1 0 0,1 0 0,0 0-1,0 1 1,0-1 0,-1 0 0,1 0 0,0 0-1,0 0 1,0 0 0,-1 0 0,1 0 0,0 0-1,0 0 1,-1 0 0,1 0 0,0 0 0,0 0 0,0 0-1,-1 0 1,1 0 0,0 0 0,0 0 0,-1 0-1,1 0 1,0 0 0,0-1 0,-3 1-44,-157-27-887,-480 12 260,414 17 645,223-2 29,-170-1 682,-290 36 1,440-31-518,21-4-189,2 2 311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237 181 3954,'0'0'12934,"17"-14"-11446,52-46-106,-67 59-1248,-1 0-1,1-1 0,0 1 1,0 0-1,-1-1 0,1 1 1,-1-1-1,1 0 0,-1 0 1,0 1-1,0-1 0,0 0 1,0 0-1,0 0 0,0 0 1,0 0-1,-1 0 0,1-1 1,-1 1-1,1 0 0,-1 0 1,0 0-1,0-1 0,0 1 1,0 0-1,0 0 0,-1-3 1,-1-9 1156,2 12-1213,-1 1-1,1-1 1,-1 0-1,1 0 1,-1 1-1,0-1 1,0 0-1,0 1 1,0-1-1,0 1 1,0-1-1,0 1 1,0 0-1,-1-1 1,1 1-1,-1 0 1,1 0-1,-1 0 1,1 0-1,-1 0 1,0 0-1,1 0 1,-1 1-1,0-1 1,1 1-1,-1-1 1,0 1-1,0-1 1,0 1-1,0 0 1,-2 0-1,-66-3 907,62 4-948,0-1-14,0 1 1,0 1 0,0 0 0,0 0 0,0 0-1,1 1 1,-1 0 0,1 1 0,-1 0 0,1 0-1,0 0 1,1 1 0,-1 0 0,-7 7 0,7-4-1,-1-1 0,1 1 1,0 1-1,1-1 1,0 1-1,1 0 1,0 0-1,0 1 1,1 0-1,-6 18 1,-3 34 258,4 1 1,2-1-1,3 1 1,3 0-1,10 92 1,0-84-250,20 72-1,-24-127 1009,3 0-4809,-28-45-18195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2305,'0'0'20850,"21"-3"-18556,343-19 3274,-352 22-5546,-7 0-10,0 0-1,1 0 1,-1 0-1,1 1 0,-1 0 1,0 0-1,6 1 0,-9-1-9,0 1 0,0-1 0,0 0-1,-1 0 1,1 1 0,0-1 0,-1 1-1,1-1 1,-1 1 0,0 0 0,1-1-1,-1 1 1,0 0 0,0 0 0,0 0-1,0 0 1,-1 0 0,1 0 0,0 0-1,-1 0 1,1 4 0,9 21 32,-8-23-23,0 0 1,-1 0-1,1 0 1,-1 0-1,0 0 1,0 0-1,0 6 0,-1-10 243,0-30 210,0 8-374,-1 13-74,1 0-1,0-1 0,0 1 1,1 0-1,0 0 1,0-1-1,1 1 0,0 0 1,1 1-1,0-1 0,6-10 1,8-10-39,-12 18-26,1 1 0,1-1 0,0 1 1,0 0-1,1 1 0,0-1 1,1 2-1,17-15 0,-8 21-4419,-4 4-1482,9-2-2011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11 17400,'0'0'13241,"-15"21"-12742,-44 65-147,57-83-328,0-1 0,1 1 1,-1 0-1,0 0 0,1 0 0,0 0 1,-1 0-1,1 0 0,1 0 0,-1 0 1,0 0-1,1 0 0,-1 1 0,1-1 1,0 0-1,0 0 0,0 0 0,1 1 1,0 4-1,0-6-20,1 0 0,-1 0 1,0 0-1,1-1 0,0 1 0,-1 0 0,1-1 0,0 1 1,-1-1-1,1 0 0,0 0 0,0 0 0,0 0 1,0 0-1,0 0 0,1 0 0,-1 0 0,0-1 1,0 1-1,4-1 0,3 1-170,1 0 1,-1-1-1,1 0 0,0 0 1,-1-1-1,1 0 0,-1-1 1,0 0-1,13-5 1,-18 4-29,1 0 0,0 0 0,-1-1 0,0 1 0,0-1 1,0 0-1,0-1 0,-1 1 0,1 0 0,-1-1 0,0 0 0,0 0 1,-1 0-1,0 0 0,0 0 0,0-1 0,1-5 0,-2 8 192,0-1 0,0 0 0,0 0-1,-1 0 1,1 1 0,-1-1-1,0 0 1,0 0 0,-1 0 0,1 0-1,-1 1 1,0-1 0,0 0 0,0 0-1,0 1 1,-1-1 0,1 1-1,-1-1 1,0 1 0,0 0 0,0-1-1,-1 1 1,1 0 0,-1 1 0,-5-5-1,-16-11 323,22 17 73,5 1-719,223 28-2926,-223-28 3255,1 1 0,-1 0 0,1 0 0,0 0-1,-1 0 1,0 1 0,1-1 0,-1 1 0,0 0 0,0 0 0,0 0 0,0 0 0,0 1-1,0-1 1,-1 1 0,1 0 0,-1 0 0,1 0 0,-1 0 0,3 5 0,-4-3 309,1-1 1,-1 1-1,0-1 1,0 1-1,-1-1 1,1 1-1,-1 0 1,0-1-1,-1 1 1,1 0-1,-1-1 1,1 1-1,-1-1 1,-1 1-1,-2 7 1,7-18-223,1 0 1,0 0-1,0 1 1,0 0-1,1-1 0,0 1 1,0 1-1,8-7 1,-8 7-184,35-16 177,-39 19-54,0 1 0,-1 0 0,1-1 0,0 1 0,0 0 0,0 0 0,0-1 0,0 1 0,-1 0 0,1 0 0,0 0 0,0 0 0,0 0 0,0 0 0,0 0 0,-1 1 0,1-1 0,0 0 0,0 0 0,0 1 0,0-1 0,-1 0 0,1 1 0,0-1 0,0 1 0,-1-1 0,1 1 0,0-1 0,-1 1-1,1 0 1,-1-1 0,1 1 0,-1 0 0,1-1 0,-1 1 0,1 0 0,-1 0 0,1 0 0,-1-1 0,0 1 0,0 0 0,1 1 0,0 5 22,1 0 1,0 0-1,1 0 0,0 0 0,0 0 0,0-1 1,1 1-1,4 5 0,-6-10-296,-1 0-1,1-1 1,-1 1 0,1-1 0,0 1 0,0-1-1,0 0 1,0 1 0,-1-1 0,2 0-1,-1 0 1,0 0 0,2 0 0,-2-1-276,1 1 0,-1-1 0,0 0 0,0 0 0,0 0 1,0-1-1,0 1 0,0 0 0,0-1 0,0 1 0,0-1 0,0 0 1,0 0-1,0 0 0,-1 0 0,1 0 0,2-1 0,22-21-8895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18857,'0'0'6320,"-10"26"-2036,-32 82-1920,38-95-2260,0 0-1,1 0 0,0 1 0,1-1 1,1 0-1,0 1 0,1 0 1,1 16-1,0 7-91,0-33-158,-1 0 0,1 0 0,0 0 0,0-1 0,0 1 0,0 0 0,1-1 0,-1 1 0,1 0 0,0-1 0,0 0 0,0 0 0,1 1 0,-1-1 1,1-1-1,-1 1 0,1 0 0,0-1 0,0 1 0,0-1 0,1 0 0,-1 0 0,1 0 0,-1 0 0,1-1 0,-1 1 0,1-1 0,0 0 0,0 0 0,-1-1 0,1 1 0,6 0 0,-4 0-310,0-1 0,0 1 0,1-1 0,-1 0-1,0 0 1,0-1 0,0 0 0,0 0 0,0 0 0,0-1 0,0 0-1,0 0 1,0-1 0,-1 1 0,1-1 0,-1 0 0,0-1 0,1 1-1,-2-1 1,6-5 0,-1-8-10968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3650,'0'0'24795,"176"2"-24795,-95-2-208,-6 0-2753,-14 0-7092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8900,'0'0'16720,"0"3"-15602,0 36-895,6 203 3127,-3-204-2859,2-1 1,2 1-1,1-1 0,16 47 0,-5-44-3245,-19-38 2426,1 0 0,0 0 0,0 0 0,1 0 1,-1 0-1,0 0 0,1 0 0,-1-1 0,1 1 0,0 0 0,-1-1 0,1 1 0,3 1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0 203 624,'0'0'14775,"21"-16"-11976,-6 5-2368,-1-1-212,0 2 0,0 0 1,0 1-1,1 0 0,1 1 0,0 1 0,0 0 0,33-8 0,74-8 1775,236-12 0,130 32-441,-263 5 803,-220-3-2176,-1 1-1,1-1 1,-1 0 0,1 0-1,-1-1 1,1 1-1,-1-1 1,0 0-1,6-4 1,19-6 2280,-29 12-2460,0 0 0,0 0 1,-1 0-1,1 0 1,0 0-1,0 0 1,0 1-1,-1-1 0,1 0 1,0 0-1,0 1 1,-1-1-1,1 1 0,0-1 1,-1 1-1,1-1 1,-1 1-1,1-1 1,0 1-1,-1 0 0,1-1 1,-1 1-1,0 0 1,1-1-1,-1 1 0,1 0 1,-1-1-1,0 1 1,0 0-1,1 0 0,-1 0 1,0 1-1,0-1 0,8 19 0,-1 1 0,-1 0 0,6 38 0,8 29 0,-8-52 0,-2 0 0,-1 1 0,-2 0 0,-2 1 0,1 56 0,-6-86 0,0-4 0,1 0 0,-2 0 0,1-1 0,0 1 0,-1 0 0,1 0 0,-1 0 0,-2 6 0,1-8 0,1-1 0,0 1 0,0-1 0,0 0 0,-1 1 0,1-1 0,0 0 0,-1 0 0,1 0 0,-1 0 0,0 0 0,1-1 0,-1 1 0,0 0 0,1-1 0,-1 1 0,0-1 0,0 1 0,0-1 0,1 0 0,-1 0 0,0 0 0,0 0 0,-2 0 0,-79 0 0,0 5 0,-160 29 0,221-29 0,-621 156 0,592-142 0,0 2 0,-70 39 0,120-60 1,0 1-1,0-1 1,1 0-1,-1 0 1,0 1-1,0-1 1,1 0 0,-1 1-1,0-1 1,1 1-1,-1-1 1,1 1 0,-1-1-1,0 1 1,1-1-1,0 1 1,-1 0-1,1-1 1,-1 1 0,1 0-1,0-1 1,-1 1-1,1 0 1,0 0 0,-1-1-1,1 2 1,17 4 6,30-9-251,-17-7-948,-17 2-3267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30 131 14102,'0'0'8180,"10"20"-5659,32 66-1179,-38-78-1083,-1 1 0,0-1 0,-1 1 0,0 0 0,0 0 0,-1 0 0,0 0 0,0 0 0,-1 0 0,-2 16 0,1 7 1508,-19-35-1188,15 1-569,1-1 0,0 0 0,0 0 0,1 0 0,-1 0 1,1-1-1,-1 0 0,1 1 0,0-1 0,1 0 0,-1-1 1,1 1-1,-1 0 0,1-1 0,0 1 0,-1-6 0,-2-5-5,1 1-1,0-1 0,-3-30 0,7 45-4,-2-20 40,1 0-1,0-1 1,1 1-1,2-1 1,3-20-1,-4 37-41,0 0 0,0 0 0,0 1 0,0-1 0,1 0 0,-1 0-1,1 1 1,0-1 0,0 1 0,1 0 0,-1-1 0,1 1 0,-1 0 0,1 0 0,0 1 0,0-1 0,0 1-1,1-1 1,-1 1 0,1 0 0,-1 0 0,1 0 0,-1 1 0,1-1 0,0 1 0,0 0 0,0 0 0,0 0 0,0 1-1,0-1 1,0 1 0,5 0 0,-8 0-88,1 1 0,-1-1 0,1 0 0,-1 0 0,1 1-1,-1-1 1,0 1 0,1-1 0,-1 1 0,0-1 0,1 1 0,-1 0 0,0 0-1,0 0 1,1-1 0,-1 1 0,0 1 0,0-1 0,0 0 0,0 0 0,0 0-1,0 2 1,14 33-6229,-12-27 3725,4 10-6784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6787,'0'0'19268,"22"-4"-17241,-7 2-1781,158-34 2085,-160 32-2243,23-8-50,-35 11-12,0 0 0,1 1 1,-1-1-1,0 0 0,0 1 0,0-1 1,0 0-1,0 0 0,0 0 0,0 0 1,-1 0-1,1 0 0,0 0 0,0 0 1,-1-1-1,1 1 0,-1 0 0,1 0 1,-1 0-1,0-1 0,1 1 0,-1 0 1,0-1-1,0 0 0,0 0 17,0 1 0,-1 0 0,1 0 0,-1 0 0,0 0-1,1 0 1,-1 0 0,0 0 0,1 0 0,-1 0 0,0 0 0,0 0 0,0 0 0,0 1 0,0-1-1,0 0 1,0 1 0,0-1 0,0 0 0,-1 1 0,1-1 0,0 1 0,0 0 0,0-1 0,-1 1-1,1 0 1,0 0 0,-2 0 0,-41-4-9,41 4 6,-9-1-38,-5 0-1,0 1 1,0 0-1,0 1 0,0 1 1,-22 5-1,35-6-1,1 1 0,-1-1 0,1 0 0,-1 1 0,1-1 0,0 1 0,-1 0-1,1 0 1,0 1 0,0-1 0,1 1 0,-1-1 0,0 1 0,1 0 0,0 0 0,-1 0 0,1 0 0,0 0 0,1 1 0,-1-1 0,1 0 0,-1 1 0,1 0-1,0-1 1,0 1 0,1 0 0,-1-1 0,1 1 0,-1 0 0,2 5 0,-1-5-121,0 0-1,0 0 1,0 0 0,1 0-1,0 0 1,0 0 0,0 0 0,0 0-1,1 0 1,0 0 0,-1 0-1,1-1 1,1 1 0,-1-1 0,0 1-1,1-1 1,0 0 0,0 0-1,0 0 1,0-1 0,0 1-1,0-1 1,1 1 0,-1-1 0,1 0-1,0 0 1,-1-1 0,1 1-1,7 1 1,8 2-1407,1-2 0,0 0 0,-1-1-1,41-1 1,0-1-7970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10533,'0'0'11723,"-22"4"-7007,-69 13-1018,81-15-3510,0 2-1,0-1 1,1 1-1,-1 1 1,1-1-1,0 2 1,0-1-1,1 1 0,0 0 1,-12 12-1,3-3-152,15-13-35,0 0 0,0 0 0,0 0 0,0 0 0,0 1 0,1-1 0,-1 0 0,1 1 0,0-1 0,0 1 0,0 0 0,0-1 0,0 1 0,0 0 0,1-1 0,-1 1 0,1 0 0,0 0 0,0 0 0,0 0 0,0 5 0,0-6 0,2-1 0,0 0 0,-1-1 0,1 1 0,0-1 0,-1 0 0,1 1 0,0-1 0,0 0 0,-1 0 0,1 0 0,0 0 0,2-1 0,-2 1 0,13 0 0,0 0 0,0-2 0,-1 0 0,1 0 0,17-6 0,-27 6 0,-1 1 0,1-1 0,-1 0 0,1 0 0,-1 0 0,0-1 0,0 0 0,0 1 0,0-1 0,0-1 0,-1 1 0,1-1 0,-1 1 0,0-1 0,0 0 0,0 0 0,-1 0 0,1 0 0,2-9 0,-4 17-33,0 0 0,0 0 0,0-1 0,0 1 0,1 0 1,0 0-1,0-1 0,0 1 0,0-1 0,0 0 0,0 0 0,1 0 0,0 0 0,3 4 0,-1-2-176,0 0 0,0 0 0,0-1-1,0 1 1,1-1 0,0 0-1,-1-1 1,1 1 0,1-1-1,10 4 1,24-4-11650,-21-3 2103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5507,'0'0'22151,"9"16"-19985,57 97 777,-67-113-2943,1 0 0,0 0 0,0 0 0,0 0 0,0 0 0,0 0 0,0 0 0,0 0 0,0 1 0,0-1 0,0 0 0,0 0 0,-1 0 0,1 0 0,0 0 0,0 0 0,-13-17 0,9 11 0,1 1 0,-1 0 0,1-1 0,0 0 0,1 0 0,-4-11 0,5 13 2,1-1-1,0 0 1,0 1-1,0-1 1,1 0-1,-1 1 1,1-1-1,0 0 1,0 1-1,1-1 1,-1 1-1,1 0 1,0-1-1,0 1 1,6-7-1,-3 4-2,1 1-1,-1 0 1,2 0-1,-1 0 1,1 1-1,0 0 1,0 0-1,9-4 1,6-2-110,1 2 1,-1 0 0,2 2 0,-1 0-1,31-4 1,-43 10-1032,8-2-1112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5923,'0'0'13745,"-22"7"-13230,15-3-442,-67 28-2815,19-16-6763,16-7 2456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7187,'0'0'12598,"-34"16"-12166,27-12-368,0 1-48,-6 4-32,6 0-512,-13-2-1025,-14 2-592,0-2-1568,-7-3-3699,1 1 3090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3025,'0'0'13367,"-13"12"-12055,6-8-608,7 3-399,-7 0-193,0 0-112,1-1-144,-8 1-1185,7-2-1969,-6-1-1792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 8196,'0'0'13350,"-20"38"-12998,13-27-304,-20 3-48,-7-3-864,-13 3-2546,-8-1-3041,-6-2-288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4994,'0'0'14183,"-55"29"-13303,35-22-544,-7 2-176,14-4-160,-1-1-16,0 1-896,-6 1-961,-7 1-1488,-7 0-2722,7 0-272,-7-3 4402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0 992,'0'0'3106,"-115"20"-1585,81-13-593,7 2 241,-7 0-321,0 2-624,-6-1 192,6-1-288,0 2-128,-7-2-400,1 0-1121,6 2-672,0-4-1072,0 0 1664,7 0 1249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7523,'0'0'13959,"7"0"-13447,-7 2-1152,0 0-945,0 3-1712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10741,'-67'79'5298,"60"-75"-2945,0-1 1761,0-1-1232,7 2 863,0 1-5441,-7-1-417,-6 3-1249,6 2-992,-13-4-3329,6 1-2146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1313,'0'0'18424,"13"0"-17992,-6 0-336,0 0-96,0 0-864,6 0-1889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4610,'0'0'17400,"14"99"-16936,-7-85-416,-1-3-48,-6 3-32,0-1-1376,0 3-1378,0-2-2624,0 1-1521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9236,'0'0'12518,"14"41"-12342,-7-35-176,-7 3-512,0 3-1761,0-1-2690,0 5-1984,0 0-16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2353,'21'151'23147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3298,'0'0'12360,"5"-3"-10479,18-9-385,-17 9-218,-4 3-796,1 1 0,-1-1 0,0 0 0,1 1-1,-1-1 1,1 1 0,-1 0 0,0 0 0,4 2 0,39 64 2950,-31-44-3049,1-1 0,1 0 0,21 21 0,-23-29-319,-3-4-33,0 0 0,-1 1-1,12 18 1,-21-26-1263,3 6 3892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0 144,'0'0'19854,"-21"9"-17572,-39 50 269,10-11-26,-67 81-1,95-93-1419,20-32-927,0 1 1,-1-1-1,0 1 0,1-1 0,-1 0 0,-1 0 0,1 0 1,-1-1-1,-3 4 0,5-5-215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9845,'0'0'10900,"21"-22"-10803,-15 22-306,1 0-2592,7 0-1489,-1 0-2433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45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1 9236,'0'0'12651,"-1"9"-10354,-5 14-1689,-2-1 0,-1 1 0,0-2 0,-2 1 0,0-2 0,-21 29 0,-98 108 599,87-108-792,-55 76 1,97-122-407,-1 0 0,0-1 0,1 1 1,-1 0-1,1 0 0,0 0 0,0 0 0,0 0 0,0 0 0,1 0 1,-1 0-1,1 0 0,0 5 0,1-7-6,0 0 0,1-1 0,-1 1 0,1 0 0,-1-1-1,1 1 1,-1-1 0,1 1 0,-1-1 0,1 0 0,-1 0 0,1 1 0,-1-1 0,1 0 0,-1-1 0,1 1 0,0 0-1,1-1 1,2 1 9,122-6-40,225-42 0,-300 39-167,-51 9 185,7-1-197,1-1 0,0 1 0,-1-2 0,13-4 0,-1-10-3954,-19 16 3204,0-1 0,0 0 0,0 1 1,0-1-1,-1 0 0,1 0 0,0 0 0,-1 0 0,0 0 0,1 0 0,-1 1 0,0-4 1,0-10-7515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45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8948,'0'0'12342,"163"-36"-10165,-102 25-945,13 2-415,-13 2-593,0 0-128,-7 5-96,-20 0-288,-7 2-1201,-20 0-1232,-7 11-5555,-41 14 3922,-6 2-800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45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4434,'0'0'16263,"129"16"-15174,-82-16-81,-6 0-623,6-2-385,7-3 0,-6 5-2033,6-2-1969,0 0-4130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46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1008,'0'0'17024,"29"1"-12376,-27 0-4522,0-1 0,0 1 0,0 0 1,0 0-1,0 1 0,0-1 0,0 0 1,0 1-1,0-1 0,0 1 0,-1 0 1,1-1-1,0 1 0,-1 0 0,0 0 0,1 0 1,-1 0-1,0 0 0,0 0 0,0 1 1,0 1-1,2 3 324,-1 0 1,-1 0-1,1 0 1,-1 0-1,0 15 1,0-22-529,0 1 0,0-1 0,1 1 0,-1-1 0,0 0 0,0 0 0,1 0 0,-1 0 0,0 0 1,0 0-1,1 0 0,-1 0 0,0 0 0,2-1 0,5-2-111,-1 0 0,0 0 0,1-1 0,-2 0 0,1 0 0,0-1 0,11-10 1,-12 9 141,1 0-1,0 1 1,1 0 0,-1 1 0,1-1 0,9-3 0,-16 8 880,8 22 1034,-8-18-1814,1 0 0,-1 0 0,0 0 0,1 0 0,0 0 0,0-1 0,4 6 0,0-8-194,0 0-1,0-1 1,0 1 0,0-1-1,0 0 1,0-1-1,0 1 1,0-1 0,8-3-1,-10 2 275,0 0 1,0 0-1,0-1 0,0 0 0,0 1 0,0-1 0,-1-1 1,0 1-1,1 0 0,-1-1 0,4-7 3759,-5 12-3877,-1-1 0,1 1 0,-1-1 0,1 1 0,-1 0 0,0 0 0,1-1 0,-1 1 0,0 0 0,1 0 0,-1 0 1,0 1-1,0-1 0,0 0 0,0 0 0,0 0 0,1 3 0,0-2-200,-1 0 1,1 1-1,0-1 1,0 0 0,0-1-1,0 1 1,0 0-1,0-1 1,0 1 0,4 1-1,24 5-4069,-6-7-3975,-5-1-1167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46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9604,'0'0'11694,"-2"27"-9451,-16 170 1404,12-138-2488,-10 84 138,10-110-2114,0-1 1,-14 39-1,8-52-4886,6-32-1728,5-18 520,3 13 5954,15-32-3954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46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6 1425,'0'0'23859,"9"-2"-21989,-4 1-1670,-3 1-61,1-1-1,-1 0 1,1 1 0,0 0-1,-1 0 1,1-1 0,-1 1 0,1 1-1,-1-1 1,4 1 0,-5-1-60,0 1 0,0 0 1,0 0-1,1 0 0,-1-1 1,0 1-1,-1 0 0,1 0 1,0 0-1,0 0 0,0 1 0,0-1 1,-1 0-1,1 0 0,-1 0 1,1 1-1,-1-1 0,1 0 1,-1 0-1,0 1 0,0-1 0,1 0 1,-1 1-1,0-1 0,0 1 1,0-1-1,-1 0 0,1 2 1,0 1-7,0 0 0,0 1 1,0-1-1,-1 0 1,1 0-1,-1 0 1,0 0-1,-1 0 0,1 0 1,-1 0-1,1 0 1,-1 0-1,-5 6 0,4-6-22,-1 0 0,0-1 0,-1 1 0,1-1 0,-1 0 0,1 0 0,-1 0-1,0-1 1,0 0 0,-7 3 0,-1 0-51,0-1 0,1 0 0,-1 0 0,-1-1 0,-23 2 0,37-5-40,-1 0 0,1 0 0,0 0 0,-1-1 0,1 1 0,0 0 0,-1 0 0,1 0 0,0 0 0,0 0 0,-1-1 0,1 1 0,0 0 0,0 0 0,-1 0-1,1-1 1,0 1 0,0 0 0,0 0 0,-1-1 0,1 1 0,0 0 0,0 0 0,0-1 0,0 1 0,0 0 0,0-1 0,-1 1 0,1 0 0,0-1 0,0 1 0,0 0 0,0 0 0,0-1 0,0 1 0,0 0 0,0-1 0,1 1 0,-1 0 0,0-1 0,0 1 0,0 0 0,0-1 0,0 1 0,0 0 0,0 0-1,1-1 1,-1 1 0,0 0 0,7-14-4582,12-11-2189,7-5-3941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47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15863,'0'0'13430,"-5"22"-11682,1-7-1340,-4 20 32,-2 0-1,-23 52 0,-4-15-439,17-33 0,-21 53 0,37-81 0,0 0 0,1 0 0,1 1 0,-1-1 0,2 1 0,0-1 0,0 1 0,1-1 0,3 22 0,-3-31 1,1 0 0,0 1 0,0-1 0,0 0 0,0 0 0,0 0 0,1 0 0,-1 0 0,1-1 0,-1 1 0,1 0 0,-1-1 0,1 1 0,0-1 0,0 1 0,0-1 0,0 0 0,0 0 0,0 0 0,0 0 0,1 0 0,-1 0 0,0-1 0,0 1 0,1-1 0,2 1 0,9 1-21,1 0 0,-1-1-1,16-2 1,-17 1-38,4 1-320,40-3-3064,-55 2 2913,0-1 0,0 1 0,0-1 0,0 1 0,0-1 0,-1 1 0,1-1 0,0 0 0,0 0 1,-1 0-1,1 0 0,0 0 0,-1-1 0,1 1 0,-1 0 0,1-1 0,-1 1 0,0-1 0,0 1 0,1-1 0,-1 0 1,0 1-1,1-4 0,0-19-9481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47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11733,'0'0'16696,"88"0"-15207,-41 0-1105,1 2-368,-1 2-16,0 1-1361,8-3-1808,-8-2-2642,0 0-6370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47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10053,'0'0'18824,"41"63"-17927,-34-54-529,6-4-368,-6-1-16,7-4-657,-1 0-1407,1 0-690,6 0-1968,0 0-2849,-6 0-2642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47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1 816,'0'0'24171,"-122"122"-22506,75-75-256,-1 5-353,8 0-367,-1 0-577,0 0 16,8-2-128,6 2-961,-1-7-1264,15-7-1616,6-13-3251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48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1 6611,'0'0'17717,"-12"2"-15929,-11 5-1347,0 0-1,1 2 1,0 0-1,0 2 1,1 0 0,1 1-1,0 1 1,-35 31 0,29-21-92,1 1 0,0 1 1,2 2-1,1 0 0,-33 56 0,45-65-320,1 1 0,1 0 0,-6 22-1,11-33-33,1-1 0,0 1-1,0-1 1,1 1 0,0 0-1,1-1 1,0 1 0,0 0-1,0 0 1,1 0-1,2 8 1,-1-13-39,0 0 0,0 0-1,0 0 1,0-1 0,0 1 0,0-1-1,1 1 1,-1-1 0,1 0 0,-1 0-1,1 0 1,0 0 0,0-1 0,0 1-1,0-1 1,0 1 0,0-1 0,1 0-1,-1 0 1,0-1 0,1 1 0,-1-1-1,0 0 1,6 0 0,10 1-144,-1-1 1,1-1-1,20-3 0,-19 0 29,0 0-1,1-2 0,-2 0 1,1-1-1,-1-1 0,0-1 1,-1-1-1,0 0 0,33-26 1,-39 27 22,-1 0 1,-1 0 0,0-1-1,0-1 1,-1 0 0,-1 0-1,1-1 1,-2 0 0,0 0-1,0-1 1,-1 1 0,-1-2 0,0 1-1,0 0 1,3-24 0,-6 23 101,-1-1 1,0 1 0,-1 0 0,-1-1 0,-4-22 0,3 29 67,0 0 1,0 1-1,-1 0 0,0-1 0,0 1 1,-1 0-1,0 0 0,0 1 0,-1-1 1,0 1-1,-8-9 0,11 13-54,0 0 0,-1 0 0,1 0 0,-1 1 0,1-1 0,-1 0 0,0 1-1,1 0 1,-1 0 0,0 0 0,0 0 0,0 0 0,0 0 0,0 1 0,0-1 0,0 1 0,0 0-1,0 0 1,0 0 0,0 0 0,0 1 0,0-1 0,0 1 0,0 0 0,-4 1 0,1 0-442,0 1 1,1 0-1,0 0 1,-1 0-1,1 1 1,0 0-1,1 0 0,-1 0 1,1 0-1,-1 1 1,-3 5-1,-34 59-10515,22-35 2388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48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5699,'0'0'19977,"27"118"-17976,-13-91-225,-1 0-831,7-5-625,1-1-240,-1 3-80,0-6-400,7-2-1057,1-2-640,-1-14-3009,0 0-1777,-7-2-4771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49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9700,'0'0'16203,"2"8"-14512,1 2-1147,0 0 0,1 0 1,0 0-1,1-1 0,7 13 0,-11-20-576,1 0 0,-1-1-1,0 1 1,0 0 0,1-1 0,-1 1 0,1-1-1,-1 0 1,1 1 0,0-1 0,-1 0 0,1 0-1,0 0 1,0 0 0,0 0 0,0 0 0,0-1-1,0 1 1,0-1 0,0 1 0,0-1 0,0 0-1,0 0 1,0 0 0,0 0 0,0 0 0,0 0-1,0-1 1,0 1 0,0-1 0,0 1 0,0-1-1,0 0 1,0 0 0,0 0 0,0 0-1,0 0 1,-1 0 0,4-3 0,108-79-3460,-107 90 9036,30 19-5411,-24-22-789,1 1-1,0-2 1,0 1 0,25 1-1,-8-4-4107,0-5-3483,-9-3-2222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49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92 5010,'0'0'15642,"8"0"-14233,35 6 208,-14-1-1083,0-2-1,31 0 0,-58-3-540,0-1 0,0 1 0,0-1 0,0 1 0,0-1 0,0 0 0,0 0 0,0 0 0,0 0 0,0-1 0,-1 1 0,1 0 0,0-1 0,-1 1 0,1-1 0,-1 1 0,1-1 0,-1 0 1,0 0-1,0 0 0,0 0 0,0 0 0,0 0 0,1-2 0,-2 2-13,1 1 0,0-1 1,-1 0-1,0 1 1,1-1-1,-1 0 0,0 0 1,0 0-1,0 1 1,0-1-1,0 0 1,0 0-1,0 1 0,-1-1 1,1 0-1,-1 0 1,1 1-1,-1-1 1,0 0-1,0 1 0,1-1 1,-1 1-1,0-1 1,0 1-1,-1-1 0,1 1 1,0 0-1,0 0 1,-1-1-1,-1 0 1,-8-3 126,0 1 1,0 1-1,-1 0 1,1 0 0,-1 1-1,1 1 1,-1 0-1,1 0 1,-1 1 0,0 1-1,-16 2 1,25-2-18,0 0 0,1 0 0,-1 0 0,0 0 0,1 0 0,-1 1 0,0-1 0,1 1 0,0 0 0,-1 0 0,1 0 0,0 0 1,0 0-1,0 0 0,0 0 0,1 1 0,-1-1 0,0 1 0,1-1 0,0 1 0,0 0 0,0-1 0,0 1 0,0 0 0,0 0 0,1 0 0,-1 0 0,1 0 0,0-1 0,0 1 0,0 0 1,0 5-1,0-3-97,0 0 0,1 0 0,-1 0 0,1-1 0,-1 1 0,2 0 0,-1 0 0,0 0 0,1-1 0,0 1 0,0-1 1,0 1-1,1-1 0,-1 0 0,1 0 0,0 0 0,1 0 0,-1 0 0,5 3 0,0-3-574,1 0-1,0 0 1,1-1 0,-1 0-1,1-1 1,-1 0 0,1 0-1,0-1 1,-1-1 0,15 0-1,-12 0-1059,0-1-1,0 0 0,0-1 1,0 0-1,-1-1 0,1 0 1,-1-1-1,14-6 0,8-8-3488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49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41 288,'0'0'20359,"4"-6"-16563,-1 0-3759,6-6 4925,-8 12-4860,-1 1 0,1-1 0,-1 0 0,1 1 0,-1-1 0,0 1 0,1-1 0,-1 1 1,0-1-1,1 1 0,-1-1 0,0 1 0,0-1 0,1 1 0,-1-1 0,0 1 0,0-1 0,0 1 0,0 0 0,0-1 0,0 1 1,0-1-1,0 1 0,0-1 0,0 1 0,0 0 0,0-1 0,0 1 0,-1-1 0,1 1 0,0 0 0,0 9-80,-1-7-18,1 1 0,0-1 0,0 1 0,0-1 0,1 0 0,-1 1 0,1-1 0,0 1-1,0-1 1,1 5 0,0-7-5,-1 0 0,1 1-1,-1-1 1,1 0 0,0 0-1,0 0 1,-1 0 0,1 0-1,0 0 1,0 0 0,0-1 0,0 1-1,0-1 1,0 1 0,0-1-1,0 0 1,0 0 0,0 0-1,0 0 1,4-1 0,4 1-201,0-2 0,0 1 0,-1-1 0,1-1 0,-1 0 0,1 0 0,-1-1 0,0 0 0,0-1 0,-1 0 0,1 0 0,-1-1 0,0 0 0,0 0 0,-1-1 0,8-9 0,-4-4 3113,-12 35-2367,2-14-750,-1 1 0,1-1 0,-1 0 0,1 0 0,-1 0 0,1 0 0,0 0 0,-1 0 0,1 0 0,0 0 1,0 0-1,0 0 0,0 0 0,0 0 0,0-1 0,0 1 0,0 0 0,0-1 0,0 1 0,0 0 0,0-1 0,1 0 0,-1 1 0,0-1 0,0 0 0,0 0 0,1 1 0,-1-1 0,0 0 0,0 0 0,1 0 1,1-1-1,44 0-12237,-46 0 12236,19-2-12794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50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46 2081,'0'0'22584,"1"6"-21440,0-4-1075,0 1 1,0 0-1,0 0 0,0-1 0,0 1 0,1 0 1,-1-1-1,1 1 0,-1-1 0,1 0 0,0 0 1,0 1-1,0-1 0,0 0 0,1-1 0,-1 1 1,0 0-1,1-1 0,-1 1 0,1-1 0,0 0 1,-1 1-1,1-1 0,0-1 0,0 1 0,0 0 1,-1-1-1,1 1 0,0-1 0,0 0 0,5 0 0,7 0 22,-12 0-222,1 0 0,-1 1-1,0-1 1,1-1 0,-1 1 0,0 0 0,1-1-1,-1 0 1,0 0 0,5-1 0,-7 0 56,0 1 0,1-1 1,-1 1-1,0-1 0,0 1 1,0-1-1,0 0 0,0 0 0,-1 1 1,1-1-1,0 0 0,-1 0 1,1 0-1,-1 0 0,0 0 1,0 0-1,0 0 0,0 0 1,0 0-1,0-3 0,0 2 80,-1 1 0,1 0 0,0 0-1,-1 0 1,1 0 0,-1 0 0,0-1 0,1 1-1,-1 0 1,0 0 0,0 0 0,0 1-1,-1-1 1,1 0 0,0 0 0,-1 1 0,1-1-1,-1 1 1,0-1 0,1 1 0,-4-2 0,1 1 202,0-1 1,0 1-1,0 1 1,0-1 0,-1 1-1,1-1 1,0 1 0,-1 1-1,1-1 1,-7 0-1,6 1 51,1 0 0,-1 0 0,1 1 0,0-1 0,-1 1 0,1 0 0,0 0 0,0 1 0,0-1 0,-7 4 0,9-4-181,1 0-1,-1 0 1,0 0 0,1 1 0,-1-1-1,1 0 1,0 1 0,-1-1 0,1 1 0,0-1-1,0 1 1,0 0 0,0 0 0,0-1-1,0 1 1,0 0 0,1 0 0,-1 0 0,1 0-1,-1 0 1,1 0 0,0 3 0,-1 14 112,0-16-171,1 0 1,-1 0 0,1 0-1,0 0 1,-1 0-1,1-1 1,1 1 0,-1 0-1,0 0 1,1 0-1,-1 0 1,1 0-1,0-1 1,0 1 0,0 0-1,0-1 1,1 1-1,-1-1 1,1 1-1,-1-1 1,1 1 0,0-1-1,0 0 1,0 0-1,3 3 1,5-1-353,0 1 1,0-1-1,1-1 0,-1 0 1,1-1-1,19 3 1,67-2-5382,-78-3 4326,35 0-8429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0:36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3750 12 976,'2'-10'22017,"-4"8"-20511,-101 6-189,-114 19-1,140-19-1178,63-4-101,0 0 0,-1 0 0,1 1 1,0 1-1,0 0 0,0 1 0,1 1 1,-1 0-1,1 1 0,0 0 0,-14 8 1,11-5 31,-1-1 1,-1-1-1,1-1 0,-1 0 1,0-1-1,0-1 1,0-1-1,-20 1 1,7 0-50,-12 1 7,1 2 0,-1 3-1,1 1 1,-46 17 0,-14 4 104,74-24 67,1 1 0,0 2 0,-39 18 0,38-11-114,21-12-70,-1 0 0,1-1 0,-1 0 0,0 0 0,0-1-1,-15 4 1,-110 13 97,97-16-69,1 0 0,0 3 0,0 1-1,-40 14 1,67-18-35,0 1 0,0 0 0,0 1 0,0-1 0,-8 10 0,-18 11 13,-201 111 383,220-126-371,1 0 0,-1 1 0,2 0 0,-22 27 0,-10 8 98,-6-2 188,-106 70-1,151-110-304,-1 1-1,2-1 1,-1 1-1,1 1 1,0-1-1,0 1 1,0 0-1,1 0 1,-6 15-1,-16 22 53,3-9 111,-2-2 1,-2-1 0,-1-1-1,-58 50 1,44-43-84,1 2 1,-66 85-1,28-19 11,55-77-104,14-18 0,0 1 0,1 0 0,0 1 0,1 0 0,-12 26 0,2-1 0,-1-1 0,-2-1 0,-28 37 0,19-30 0,-30 57 0,22-32 0,-3-1 0,-55 65 0,21-8 0,53-82 0,3 1 0,1 0 0,2 1 0,2 1 0,-9 55 0,-14 41 0,-51 178 0,79-276 0,2 1 0,2-1 0,2 1 0,2 0 0,6 64 0,-3-94 0,0-1 0,1 1 0,0-1 0,1 1 0,1-1 0,0 0 0,0-1 0,12 18 0,6 7 0,38 44 0,-22-32 0,89 99 0,-83-100 0,66 91 0,-71-79 0,-4 1 0,-2 2 0,-2 1 0,-4 2 0,-2 1 0,21 87 0,0 7 0,-26-94 0,14 71 0,-22-72 0,3-1 0,3 0 0,50 113 0,-57-156 0,0 0 0,2-1 0,1 0 0,28 30 0,79 68 0,-77-78 0,69 80 0,-107-112 0,-1 1 0,1 0 0,-2 0 0,0 0 0,0 1 0,-1 0 0,0 0 0,4 18 0,-4-3 0,-1-1 0,0 48 0,-2-65 0,0 1 0,0-1 0,1 0 0,0 1 0,1-1 0,0 0 0,0-1 0,0 1 0,1-1 0,1 1 0,-1-1 0,1 0 0,0 0 0,9 9 0,11 9 0,1-1 0,32 24 0,-47-40 0,55 43 0,2-4 0,116 60 0,-84-62 0,142 41 0,-180-65 0,-25-7 0,-1 2 0,-1 2 0,44 30 0,56 28 0,-69-48 0,0-3 0,2-2 0,0-4 0,1-2 0,1-4 0,1-3 0,88 2 0,-87-9 0,148-1 0,-178-4 0,1-2 0,-1-2 0,46-11 0,62-28 0,-3-7 0,-1-6 0,176-98 0,-279 133 0,-1-1 0,0-2 0,-3-2 0,52-45 0,72-71 0,-130 117 0,2 3 0,1 1 0,42-21 0,-28 20 0,-1-2 0,-1-2 0,85-67 0,-74 45 0,2 2 0,2 4 0,2 2 0,120-57 0,-159 87 0,-1-2 0,-1 0 0,0-2 0,-1 0 0,23-23 0,96-106 0,-127 128 0,59-56 0,21-24 0,-85 85 0,-1 0 0,-1 0 0,0-1 0,-1 0 0,0-1 0,10-27 0,-1-1 0,1 0 0,2 2 0,2 0 0,2 1 0,1 2 0,2 0 0,45-47 0,-62 72 0,0-1 0,-1 1 0,0-1 0,-1-1 0,0 1 0,-1-1 0,-1-1 0,6-23 0,-2-6 0,4-70 0,5-26 0,-17 139 0,18-84 0,-3 0 0,8-172 0,-24 87 0,-27-208 0,20 304 0,5-110 0,3 113 0,-13-124 0,3 153 0,-2-1 0,-28-71 0,23 71 0,1 0 0,-10-57 0,3-14 0,17 88 0,-1 0 0,-1 0 0,-1 0 0,-2 1 0,-24-46 0,3 3 0,-47-87 0,52 109 0,3-1 0,1-1 0,-19-64 0,36 91 0,-13-48 0,-3 0 0,-55-120 0,40 112 0,25 51 0,0 1 0,-2 1 0,0 0 0,-2 0 0,-29-34 0,0 6 0,32 36 0,-1 1 0,-1 0 0,0 1 0,-19-15 0,-249-164 0,257 173 0,-38-38 0,45 40 0,-1 0 0,-1 1 0,-33-21 0,-3 8 0,-2 3 0,-105-34 0,-61-28 0,180 71 0,-1 1 0,0 2 0,-68-13 0,-46-15 0,-4-20 0,145 57 0,0 1 0,-1 0 0,-31-3 0,30 6 0,0-2 0,-37-11 0,-201-75 0,238 85 0,0 0 0,-1 1 0,1 1 0,0 2 0,-1 0 0,-40 3 0,13-1 0,-6-2 0,34 0 0,0 0 0,0 2 0,0 0 0,-26 6 0,35 3-1243,6-1-3666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0:37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11109,'0'0'20063,"-20"5"-20082,-38 13-4282,1-1-6200,30-11 1882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0:37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 2849,'0'0'19017,"-75"4"-18745,62-2-496,-1-2-1377,-6 0-1888,-7 0-3667,-7 0-95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0:37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5106,'0'0'10165,"-122"0"-10021,95 0-144,13 0-320,-6 0-2834,0 0-3441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0:37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10 8404,'0'0'13478,"-128"-9"-13238,107 9-176,8 0-64,-1 0-1681,1 0-1760,-1 0-3474,-6 0-2962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0:37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2257,'0'0'19305,"-14"0"-19273,14 2-1361,0 3-1392,-6-1-3106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0:38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9556,'0'0'12454,"-41"0"-12518,21 0-1297,-7 0-2368,0 0-4339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0:38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5619,'0'0'13222,"-7"0"-13222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0:38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5 9893,'-82'-4'20521,"82"8"-22042,0 1-960,0 2-464,7-1-1121,0 1-1809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0:38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3682,'0'0'7427,"-47"43"-6659,40-39-575,0 5-193,-6 0-225,6-2-1904,-7 0-2177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0:38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4418,'0'0'16472,"-13"39"-15464,13-32-624,0-3-272,-7 1-112,7-1-64,-7 1-1777,0 1-1056,1 1-2241,-1-2-657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0:3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6243,'-101'170'19673,"101"-168"-19785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0:40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6 4578,'-7'-5'21535,"7"32"-20726,1-15-224,0 1-1,-1-1 1,-1 0-1,0 0 1,0 1-1,-2-1 1,1 0-1,-1 0 1,-8 18-1,9-26-584,0-1 0,0 0 0,1 0 0,-1 1 0,1-1 0,0 1 0,0-1 0,0 1 0,0 4 0,36-6 0,14-5 0,0-2 0,54-14 0,-88 16-1475,-1 1 1,1 1-1,0 0 0,16 1 0,-4 1-2324,20-1-6478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06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4 8100,'0'0'12280,"-6"-2"-11546,1 1-570,1 1 1,-1 0-1,0 0 0,0 0 1,1 1-1,-1 0 1,0 0-1,0 0 0,1 0 1,-1 1-1,1-1 1,0 1-1,-1 0 1,1 1-1,0-1 0,0 1 1,0 0-1,-5 5 1,-17 12 1205,-33 36 0,51-48-1202,2-1 13,0-1 1,1 1 0,0 0 0,0 1-1,0-1 1,1 1 0,-6 15-1,9-21-175,0 0-1,0 0 0,1 0 0,-1 0 1,1 0-1,-1 0 0,1 1 1,0-1-1,-1 0 0,1 0 0,0 0 1,1 1-1,-1-1 0,0 0 0,1 0 1,-1 0-1,1 0 0,-1 0 1,1 0-1,0 0 0,0 0 0,0 0 1,0 0-1,1 0 0,-1 0 0,0-1 1,1 1-1,-1 0 0,1-1 1,-1 1-1,1-1 0,0 0 0,0 0 1,0 1-1,3 0 0,6 2-543,0-1 0,1 0 1,-1-1-1,1 0 0,0-1 0,0 0 0,0-1 0,12-1 0,1 0-2187,-20 1 1731,-1 0-1,1-1 1,0 1-1,-1-1 1,1 0-1,0-1 1,-1 1-1,0-1 1,1 0-1,-1 0 1,7-4 0,23-16-7480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06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50 5507,'0'0'16885,"-3"3"-15589,-2 4-1148,0-1 0,0 1 0,1 0 0,0 0-1,0 1 1,1-1 0,0 1 0,0 0 0,1 0-1,0 0 1,0 0 0,1 0 0,0 0 0,0 0 0,1 0-1,1 11 1,-1-17-158,1-1 0,0 0 0,0 1 0,0-1 0,0 0 0,0 0 0,0 0 0,0 1 0,0-1 0,1-1 0,-1 1 0,0 0 0,0 0 0,1 0 0,-1-1 0,1 1 0,-1 0 0,1-1 0,-1 0 0,1 1 0,-1-1-1,1 0 1,-1 0 0,1 0 0,-1 0 0,1 0 0,0 0 0,-1 0 0,2-1 0,52-3-236,-49 1 224,1 0-1,0-1 0,-1 0 1,0 0-1,1 0 0,-2-1 0,1 1 1,0-1-1,-1-1 0,0 1 1,-1-1-1,1 0 0,4-8 1,-6 10 37,-1 1 0,0-1 0,0 1 0,0-1 0,0 0 0,0 0 0,-1 0 0,0 0 0,0 0 0,0 0 0,0-1 0,0 1 0,-1 0 0,0 0 0,0-1 1,0 1-1,-1 0 0,1 0 0,-1-1 0,0 1 0,0 0 0,0 0 0,-1 0 0,-3-6 0,4 8 14,-1 0 0,0-1 0,0 1 0,0 1 0,-1-1 0,1 0 0,0 1 0,0-1 0,-1 1 0,1-1 0,-1 1 0,0 0 0,1 0 0,-1 0 0,0 1 0,-3-1 0,-48-2-185,37 3-7,15 1 31,0-1 0,1 1 0,-1 0 1,0-1-1,0 1 0,0 0 0,1 0 1,-1 0-1,0 0 0,1 0 0,-1 0 1,1 1-1,-1-1 0,1 1 0,0-1 1,-1 1-1,1-1 0,-2 4 0,-2 15-4739,5-19 4408,1 0-1,-1 0 0,0 0 0,0 0 1,1 0-1,-1-1 0,1 1 1,-1 0-1,1 0 0,-1 0 1,1 0-1,-1-1 0,1 1 1,0 0-1,-1 0 0,1-1 0,0 1 1,0-1-1,-1 1 0,2 0 1,16 6-5319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06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 3554,'0'0'18381,"1"-1"-18275,-1 1 0,0 0-1,0 0 1,1-1 0,-1 1 0,0 0-1,0 0 1,1-1 0,-1 1-1,0 0 1,1 0 0,-1 0-1,0 0 1,1 0 0,-1-1 0,0 1-1,1 0 1,-1 0 0,0 0-1,1 0 1,-1 0 0,0 0-1,1 0 1,-1 0 0,1 0-1,-1 0 1,0 1 0,1-1 0,-1 0-1,0 0 1,1 0 0,-1 0-1,1 1 1,-1 3 109,0 0 1,0 0-1,0 0 1,-1 0-1,0 0 0,1 0 1,-1 0-1,0-1 1,-1 1-1,1 0 0,-1 0 1,-2 3-1,-7 26 597,10-29-766,0 0-1,0 1 0,1-1 0,-1 1 0,1-1 1,0 1-1,1-1 0,-1 1 0,2 7 1,-1-11-76,0 1 0,0-1 0,0 0 0,0 1 0,1-1 0,-1 0 0,0 0 1,0 0-1,1 0 0,-1 0 0,1 0 0,-1 0 0,0 0 0,1-1 0,0 1 0,-1-1 0,1 1 1,-1-1-1,1 1 0,0-1 0,-1 0 0,1 0 0,0 0 0,-1 0 0,1 0 0,3-1 1,-1 0-74,1 0 1,0 0 0,0 0 0,0-1 0,-1 0-1,1 0 1,-1-1 0,0 1 0,1-1 0,-1 0 0,0 0-1,-1 0 1,1 0 0,-1-1 0,5-5 0,-1 2 70,-1 0 1,0-1-1,-1 0 1,0 0 0,0 0-1,-1-1 1,5-12-1,-9 22 68,0-1 0,0 0 0,0 0-1,0 0 1,0 0 0,0 0 0,0 0-1,1 0 1,-1 0 0,0 1 0,0-1-1,0 0 1,0 0 0,0 0 0,0 0-1,0 0 1,0 0 0,0 0 0,0 0-1,0 0 1,0 0 0,1 0 0,-1 0 0,0 1-1,0-1 1,0 0 0,0 0 0,0 0-1,0 0 1,0 0 0,0 0 0,1 0-1,-1 0 1,0 0 0,0 0 0,0 0-1,0 0 1,0 0 0,0 0 0,0 0-1,1 0 1,-1 0 0,0 0 0,0-1-1,0 1 1,0 0 0,0 0 0,0 0-1,0 0 1,0 0 0,0 0 0,0 0 0,1 0-1,-1 0 1,0 0 0,0 0 0,0 0-1,0-1 1,0 1 0,0 0 0,0 0-1,0 0 1,0 0 0,0 0 0,0 0-1,8 17 612,19 34-4626,-26-49 3326,1 1 0,-1-1 1,1 0-1,0 0 0,0 0 0,0 0 0,0 0 0,0 0 1,0 0-1,1-1 0,-1 1 0,1-1 0,-1 0 0,1 1 1,-1-1-1,1 0 0,5 1 0,18-2-7329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07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8740,'0'0'16493,"1"4"-14935,-1-3-1435,2 7 411,0-1 0,1 0 0,0-1 0,0 1 0,7 10 0,-9-16-562,-1 0 0,1 0-1,0 0 1,0 0 0,0 0 0,0 0-1,0 0 1,0 0 0,0 0 0,0 0 0,0-1-1,0 1 1,1-1 0,-1 1 0,0-1-1,0 1 1,1-1 0,-1 0 0,0 1-1,1-1 1,-1 0 0,0 0 0,1 0-1,-1 0 1,0 0 0,1 0 0,-1 0 0,0-1-1,1 1 1,-1-1 0,0 1 0,1 0-1,-1-1 1,0 0 0,0 1 0,0-1-1,0 0 1,0 0 0,0 1 0,0-1-1,0 0 1,1-1 0,2-1-29,-1 0 0,1 1 1,-1-1-1,0 0 0,0-1 0,0 1 0,-1-1 1,1 1-1,-1-1 0,1 0 0,-1 0 0,-1 0 1,4-8 575,2 28-25,-7-14-557,0 0-1,0 0 1,0 0 0,0-1 0,0 1 0,1 0-1,-1-1 1,1 1 0,-1 0 0,1-1 0,0 1-1,0-1 1,0 1 0,0-1 0,0 1 0,0-1 0,2 3-1,-1-3-306,0 1 0,0-1 0,0 0-1,0 0 1,0 0 0,0 0-1,0 0 1,1 0 0,-1 0 0,0-1-1,5 1 1,0 0-1077,0-1 0,1 0 0,-1-1 0,0 1 0,1-2 0,-1 1 0,0-1 0,9-3 1,30-18-7961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07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13766,'0'0'7996,"-2"28"-4128,-10 223 2629,11-201-6083,-1-34-389,1 0 0,1 0 0,0 0 0,1 1 0,1-2 1,1 1-1,0 0 0,6 18 0,-8-32-46,0-1 0,1 1 0,-1-1 0,1 1 0,-1-1 0,1 1 0,-1-1 0,1 0 0,0 0 0,-1 1 0,1-2 0,0 1 0,0 0 0,0 0 0,0 0 0,0-1 0,0 1 0,0-1 0,0 0 0,0 1 0,0-1 0,0 0 0,0 0 0,0 0-1,1-1 1,-1 1 0,0 0 0,0-1 0,0 1 0,3-3 0,4 1-292,-1-1 0,0 0-1,0 0 1,0-1 0,14-9-1,47-42-6088,-32 10-3395,-15 8-974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07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8884,'0'0'10981,"149"9"-10229,-81-9-607,-1 0-145,-12 0-385,-8 0-3921,-13 0-5954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08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14839,'0'0'11891,"4"22"-9960,31 137 1108,-28-117-2573,1 83-1,-3-25-329,-4-14-395,-1-93-5818,8-25 1253,5 0-1010,0-7-2384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08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1 320 11093,'0'0'11635,"29"-7"-10373,-7 2-1003,186-47 1322,-188 45-1477,523-148 1206,-405 123-1226,282-28 1,-418 59 66,-1 1 0,1 0 0,-1-1 0,1 1 0,-1 0 0,1 0 0,-1 0 0,1 1 0,-1-1 0,1 0 0,-1 0 1,1 1-1,-1-1 0,1 1 0,-1 0 0,0-1 0,1 1 0,-1 0 0,2 1 0,-2 0 66,0 0-1,0 0 0,-1 0 1,1 0-1,-1 0 1,0 0-1,1 0 0,-1 0 1,0 0-1,0 1 0,-1 2 1,1 4-548,-1 93 387,3 121-30,1-196-28,0 0 0,2 0 0,1-1-1,1 0 1,1 0 0,12 27 0,-14-40 2,3 6 0,0-1 0,21 32 0,-30-55 0,0 4 0,0 0 0,0 0 0,0 1 0,0-1 0,0 0 0,-1 0 0,1 0 0,0 0 0,0 1 0,-1-1 0,1 0 0,0 0 0,-1 1 0,1-1 0,0 0 0,-1 0 0,1 1 0,-1-1 0,0 0 0,1 1 0,-1-1 0,-1 0 0,-6-3 0,0 1 0,0 0 0,0 1 0,0 0 0,-1 0 0,0 1 0,1 0 0,-1 0 0,1 1 0,-1 0 0,-9 2 0,-8-2 0,-49 2 0,0 3 0,1 3 0,0 4 0,-86 24 0,-222 78 0,293-83 0,2 5 0,-102 57 0,176-81 31,25-11 0,29-13-341,-32 7-787,1 0 1,-1-1-1,16-14 1,22-29-11937,-21 22 1182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09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97 4002,'0'0'12851,"-1"-3"-11127,1 2-1608,0 1 0,0 0 1,0-1-1,0 1 0,0-1 1,0 1-1,0 0 0,0-1 1,-1 1-1,1-1 0,0 1 1,0 0-1,-1-1 0,1 1 1,0 0-1,0-1 0,-1 1 1,1 0-1,0 0 1,-1-1-1,1 1 0,0 0 1,-1 0-1,1-1 0,0 1 1,-1 0-1,1 0 0,-1 0 1,1 0-1,0 0 0,-1 0 1,1 0-1,-1-1 0,1 1 1,-1 0-1,1 0 0,0 1 1,-1-1-1,1 0 1,-1 0-1,1 0 0,0 0 1,-1 0-1,1 0 0,-1 0 1,1 1-1,0-1 0,-1 0 1,1 0-1,0 1 0,-1-1 1,1 1-1,-24 28 2553,-14 43-57,36-65-2491,0-1-1,0 1 0,1 0 1,-1 0-1,1 0 0,1 0 0,-1 0 1,1 0-1,1 0 0,-1 0 0,3 7 1,-3-13-120,0 0 0,1 0 0,-1 0 0,1 0 1,0 0-1,-1 0 0,1-1 0,0 1 0,0 0 1,-1 0-1,1-1 0,0 1 0,0 0 0,0-1 0,0 1 1,0-1-1,0 1 0,0-1 0,0 1 0,0-1 1,0 0-1,0 0 0,0 1 0,2-1 0,28 1 4,-24-1-5,16 0-79,0 0-1,0-2 1,39-7-1,-55 7 62,-1 0 0,1 0-1,-1 0 1,1-1 0,-1 0-1,0-1 1,0 1 0,0-1-1,-1 0 1,1 0 0,-1-1-1,0 1 1,0-1-1,-1-1 1,1 1 0,-1-1-1,3-5 1,-4 5 22,-1 0-1,0 1 1,0-1 0,-1 0-1,1 0 1,-1 0 0,-1 0-1,1-1 1,-1 1 0,0 0-1,0 0 1,-1 0 0,-1-9-1,0 7 14,0 0 0,0 0 0,0 0 1,-1 0-1,-1 0 0,1 1 0,-1 0 0,0-1 0,-6-6 0,9 12-3,-1-1 1,0 1 0,-1-1 0,1 1 0,0 0 0,-1 0 0,1 0-1,-1 0 1,1 0 0,-1 1 0,0-1 0,0 1 0,0 0 0,0 0-1,0 0 1,0 0 0,0 0 0,0 1 0,0-1 0,0 1 0,-4 0-1,5 0-53,-1 1-1,1 0 0,0 0 1,-1 0-1,1 0 0,0 0 1,0 0-1,0 1 0,0-1 1,0 1-1,0-1 0,0 1 1,1 0-1,-1 0 0,0 0 1,1 0-1,0 0 0,-1 0 1,1 0-1,0 0 0,0 1 1,0-1-1,0 0 0,1 1 1,-1-1-1,0 4 0,-1 45-7286,2-32-1913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2376 174 976,'0'0'4699,"2"-4"-3591,8-18 7868,-9 18-9197,0 3 265,1-1-1,-1 0 1,0 0 0,1 1-1,-1-1 1,1 1 0,-1-1 0,1 1-1,0 0 1,0-1 0,-1 1 0,1 0-1,0 0 1,0 0 0,0 1 0,3-2-1,40-15 118,-11 5 467,1 2 1,1 2-1,61-8 0,-3 8 227,4-2 180,1 4 0,124 9-1,39 32 364,-208-24-992,0 2-1,89 35 1,-113-34-126,-1 1 0,37 28 0,-37-24 116,50 25 1,-46-27-285,-1 1 0,0 1 0,-2 1 0,33 28 0,38 25 220,6 6 60,-95-69-311,-1 0 0,0 1 0,-1 1 0,0 0 0,-1 0 0,12 22 0,25 36 379,3 5 139,-42-61-426,0 0-1,-1 1 0,-1 0 1,0 0-1,-1 0 0,2 19 0,2 13 105,2-1 0,2 0 0,1-1 0,30 64 0,-26-67-256,-2-1 0,-2 2-1,-2-1 1,10 77 0,-12-80-21,-6-30 0,-1-1 0,0 1 0,-1 0 0,1 12 0,18 315 0,-20 224 0,-13-462 0,10-58 0,-2 0 0,-2 0 0,-19 64 0,9-33 0,11-42 0,-1 0 0,-2 0 0,-13 29 0,-140 284 0,74-193 0,5-11 0,62-100 0,-2-1 0,-31 38 0,25-37 0,-32 57 0,40-58 0,-2-2 0,-1 0 0,-37 41 0,-55 62 0,97-114 0,-1-1 0,-1-1 0,0 0 0,-2-2 0,-40 29 0,-2 2 0,43-32 0,0-1 0,-48 27 0,-171 78 0,185-94 0,0-2 0,-2-3 0,-114 32 0,-188 20 0,221-50 0,43-11 0,-156 6 0,-98-24 0,311 0 0,0-2 0,-39-10 0,35 5 0,-56-4 0,13 6 0,1-3 0,-142-40 0,215 48 0,0-1 0,1-1 0,0 0 0,0 0 0,0-1 0,1 0 0,0-1 0,0-1 0,1 1 0,-1-1 0,2-1 0,-12-13 0,9 11 0,0 0 0,-1 1 0,0 0 0,-27-16 0,28 20 0,1-1 0,-1-1 0,1 1 0,0-1 0,1-1 0,0 0 0,0 0 0,-10-16 0,-9-15 0,-1 1 0,-3 1 0,-57-53 0,25 25 0,23 24 0,-1-1 0,-58-78 0,-15-51 0,100 145 0,1-1 0,1-1 0,2-1 0,1 1 0,2-1 0,0-1 0,-3-35 0,-16-56 0,24 100 0,-6-81 0,6 47 0,-15-78 0,17 128 0,-4-32 0,-2-69 0,8 29 0,1 19 0,-11-99 0,5 112 0,2 0 0,5-52 0,-1 10 0,-1 66 0,2 0 0,0 1 0,6-23 0,4-25 0,20-89 0,-23 104 0,27-90 0,-24 100 0,-5 14 0,-3 10 0,1 1 0,0 0 0,1 0 0,1 1 0,13-22 0,1 5-17,-2 0 1,-2-1-1,17-45 0,-28 56-10,13-29-34,53-80-963,-41 74 796,-23 41 97,1 1 0,1-1 0,18-23-1,9-21-426,-4 5 281,25-31-369,-38 54 545,28-34 0,33-22-62,-61 69 74,1 1-1,30-23 1,-25 23-31,42-43 1,-42 37-178,2 2 0,45-31 0,-57 44 281,31-21-65,28-21 101,-2-8-81,-51 44 46,1 1 1,0 1-1,1 1 1,0 1 0,1 1-1,1 1 1,0 2-1,1 0 1,39-7 0,69-25 14,-92 27 0,82-18 0,-46 15-17,30-3-36,-84 17 86,0-2-1,0-1 0,30-12 1,-36 12 22,1 0 0,-1 1-1,1 1 1,0 1 0,38-3 0,118 0 1492,-157 6-1322,0 1-1,1 1 1,-1 1-1,1 0 0,24 8 1,-20-5-163,0-1 1,42 2-1,-67-5-208,0 0 0,0-1 0,0 1-1,0-1 1,0 1 0,0 0 0,0-1-1,-1 1 1,1-1 0,0 1 0,0-1-1,0 1 1,-1-1 0,1 1 0,0-1-1,-1 1 1,1-1 0,0 1 0,-1-1-1,1 1 1,0-1 0,-1 0 0,1 1-1,-1-1 1,1 0 0,-1 1-1,0-1 1,-23 14-7403,15-8 2330,-10 3-6200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7764,'0'0'10762,"6"6"-9100,3 4-1171,-1 0 1,-1 0-1,0 0 1,-1 1-1,0 0 0,0 1 1,-1-1-1,-1 1 1,5 18-1,16 113 790,5 24-211,-18-138-4843,-6-19 567,-3-16 463,-3-17-2598,0-5-886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7 259 3890,'0'0'9321,"-1"-5"-7888,-3-18-16,3 18-374,53 5 1767,10 1-1796,1-2 1,-1-4-1,69-12 0,172-56-470,-109 24-316,221-27 0,-379 72-83,67 2-1,-101 2-26,1 1 1,-1-1-1,1 1 1,-1 0-1,0 0 1,1 0 0,-1 0-1,0 0 1,0 0-1,0 0 1,0 1-1,0-1 1,0 1 0,0 0-1,0-1 1,0 1-1,-1 0 1,1 0-1,-1 0 1,3 4 0,22 53 3329,-15-29-2084,11 22-1296,-3 0 1,14 65-1,-17-33-68,-13-59 0,2 0 0,1 0 0,11 32 0,-10-38 0,-7-15 0,1 0 0,0-1 0,1 1 0,-1-1 0,1 1 0,-1-1 0,1 1 0,0-1 0,0 0 0,4 4 0,-14-15 0,7 6 0,0 1 0,0-1 0,0 1 0,0-1 0,-1 1 0,1 0 0,-1 0 0,1-1 0,-1 1 0,1 0 0,-1 0 0,0 1 0,-1-2 0,-13-3 0,0 2 0,0-1 0,-1 2 0,1 0 0,-31 1 0,2 3 0,-45 7 0,-2 10 0,1 5 0,-142 55 0,149-48 0,-162 59 0,-234 79 0,464-164 0,7-2 0,0 0 0,0 0 0,0-1 0,0-1 0,-16 2 0,25-3 0,-1 0 0,1-1 0,-1 1 0,1 0 0,-1 0 0,1-1 0,-1 1 0,1 0 0,0-1 0,-1 1 0,1 0 0,0-1 0,-1 1 0,1 0 0,0-1 0,-1 1 0,1-1 0,0 1 0,0-1 0,0 1 0,-1-1 0,1 1 0,0-1 0,0 1 0,0-1 0,0 1 0,0-1 0,0 1 0,0-1 0,0 1 0,0-1 0,0 1 0,0-1 0,1 0 0,2-16 0,0 13-374,0-1-1,1 1 1,0 1 0,-1-1-1,2 0 1,-1 1 0,0 0 0,1 0-1,-1 0 1,1 1 0,0-1-1,0 1 1,0 0 0,0 1-1,0-1 1,1 1 0,-1 0 0,0 0-1,8 0 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264 129 2497,'0'0'10317,"8"-7"-8367,2 0-1292,-7 5-381,1 0 1,-1-1-1,0 1 0,1-1 1,-1 0-1,-1 0 0,1 0 0,0 0 1,4-7-1,-6 9-56,-1 0 0,1-1-1,0 1 1,0 0 0,-1-1 0,1 1 0,-1-1-1,1 1 1,-1-1 0,0 1 0,1-1 0,-1 1 0,0-1-1,0 0 1,0 1 0,0-1 0,0 1 0,-1-1-1,1 1 1,0-1 0,-1 1 0,1-1 0,-1 1-1,-1-3 1,0 2-94,0-1-1,0 1 1,0 0 0,0 0-1,0 0 1,-1 0 0,1 0-1,-1 1 1,1-1-1,-1 1 1,-5-3 0,-2 1-121,-1-1-1,1 1 1,-1 1 0,1 0 0,-20-1 0,21 3 10,1 0-1,0 1 0,-1 0 0,1 0 1,0 1-1,0-1 0,0 2 1,0-1-1,-12 7 0,16-7-19,1 0 0,0 0 0,0 1 0,1-1-1,-1 1 1,0-1 0,1 1 0,0 0 0,-1 0 0,1 0 0,0 0-1,1 0 1,-1 1 0,0-1 0,1 1 0,0-1 0,0 1-1,0-1 1,0 1 0,1-1 0,-1 1 0,1 0 0,0 6 0,1-8 4,-1 0 0,1 0 0,-1 1 0,1-1 0,0 0 0,0 0 0,0 0 0,0 0 0,0 0 0,1-1 0,-1 1 0,0 0 0,1 0 0,0-1 0,-1 1 0,1-1 0,0 0 0,0 1 0,0-1 0,0 0 0,0 0 0,0 0 0,0 0 0,0 0 0,0-1 0,0 1 0,0-1 0,3 1 0,12 3 44,0-1 1,28 2 0,-29-3-35,-14-2-6,8 1-12,0 0-1,0 1 0,0 0 1,17 6-1,-25-7 7,0 0 1,0 0-1,0 0 0,0 0 1,0 1-1,0-1 1,0 0-1,0 1 0,-1 0 1,1-1-1,-1 1 0,1 0 1,-1 0-1,0 0 1,0 0-1,0 0 0,0 0 1,0 0-1,0 0 0,0 0 1,-1 0-1,1 1 0,-1-1 1,1 0-1,-1 0 1,0 4-1,0 6 23,0 0 0,-1-1 0,0 1 1,-1-1-1,-1 0 0,0 1 0,0-1 0,-1 0 0,0-1 0,-1 1 0,0-1 1,-7 10-1,-108 152 916,81-122 143,-62 105 0,100-154-1077,1 0 0,-1 1 0,0-1 0,0 0-1,0 1 1,1-1 0,-1 1 0,1-1 0,-1 1-1,1-1 1,0 1 0,-1-1 0,1 1 0,0 0 0,0-1-1,0 1 1,0-1 0,0 1 0,1 0 0,0 2 0,-1-4-4,1 1 1,0-1 0,0 1 0,0-1 0,-1 1-1,1-1 1,0 0 0,0 1 0,0-1-1,0 0 1,0 0 0,0 0 0,0 0 0,0 1-1,0-1 1,0-1 0,0 1 0,0 0 0,0 0-1,0 0 1,0 0 0,0-1 0,1 0-1,9-2 2,0-1 0,-1-1 0,1 0 0,10-6 0,40-28 22,152-85 535,-211 122-440,-5 4-2320,0 0 832,-1-1 0,1 1 0,-1-1 0,1 0 0,-1 0 0,1-1 0,-1 1 0,-5 0 0,-5-1-6346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7059,'0'0'14879,"0"22"-13377,0 149 1497,0-171-3004,0 0 1,0 1-1,0-1 1,1 0 0,-1 0-1,0 0 1,0 0-1,0 0 1,1 1-1,-1-1 1,0 0-1,0 0 1,1 0 0,-1 0-1,0 0 1,0 0-1,1 0 1,-1 0-1,0 0 1,0 0 0,1 0-1,-1 0 1,0 0-1,0 0 1,1 0-1,-1 0 1,0 0-1,0 0 1,1 0 0,-1 0-1,0 0 1,0-1-1,0 1 1,1 0-1,-1 0 1,0 0 0,0 0-1,0 0 1,1-1-1,-1 1 1,0 0-1,0 0 1,0 0-1,0-1 1,1 1 0,-1 0-1,0 0 1,0-1-1,0 1 1,0 0-1,0 0 1,0-1-1,0 1 1,0 0 0,12-14-377,73-105-24,-85 119 483,1 0 1,0-1-1,-1 1 0,1 0 0,-1 0 1,1 0-1,0 1 0,-1-1 0,1 0 1,-1 0-1,1 0 0,-1 0 1,1 1-1,-1-1 0,1 0 0,-1 0 1,1 1-1,-1-1 0,1 0 0,-1 1 1,1-1-1,-1 0 0,1 1 1,-1-1-1,0 1 0,1-1 0,-1 1 1,0-1-1,1 1 0,-1-1 0,0 1 1,0-1-1,0 1 0,1-1 1,-1 1-1,0 0 0,16 29 311,-13-25-144,-2-3-349,0 0 1,0-1 0,0 1 0,1 0-1,-1-1 1,1 1 0,-1-1 0,1 1-1,-1-1 1,1 0 0,0 1 0,0-1 0,-1 0-1,1 0 1,0 0 0,0-1 0,4 2-1,-4-1-349,1-1 1,-1 0-1,0 0 0,0 0 0,1 0 0,-1 0 0,0-1 0,0 1 0,0-1 0,0 1 0,1-1 0,-1 0 1,0 0-1,0 0 0,0 0 0,0 0 0,-1 0 0,3-2 0,17-17-7985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87 208,'0'0'20415,"3"3"-19007,3 1-1102,0-1-1,0 0 0,1 0 0,-1-1 1,1 0-1,0 0 0,0 0 1,-1-1-1,1 0 0,0 0 0,9-1 1,-11 0-265,1 1 0,-1-2 1,1 1-1,-1 0 0,1-1 1,-1 0-1,1-1 0,-1 1 1,0-1-1,1 0 0,-1 0 1,0-1-1,0 1 0,-1-1 1,7-5-1,-10 7-41,1 0 0,-1 0 0,0 0-1,0-1 1,0 1 0,-1 0 0,1-1 0,0 1 0,0 0 0,-1-1-1,1 1 1,-1-1 0,1 1 0,-1-1 0,1 1 0,-1-1 0,0 1-1,0-1 1,0 0 0,0 1 0,0-1 0,0 1 0,-1-1 0,1 1-1,0-1 1,-1 1 0,1-1 0,-1 1 0,1-1 0,-1 1 0,-1-2-1,0 0-1,0 0 0,0 1-1,0-1 1,-1 1 0,1-1-1,-1 1 1,0 0 0,1 0-1,-1 0 1,0 1 0,0-1-1,0 0 1,-5 0 0,3 0 58,-1 0-1,1 1 1,-1 0 0,0 0 0,1 0 0,-1 1-1,0-1 1,0 2 0,0-1 0,1 1 0,-1-1-1,0 1 1,-9 4 0,12-4 16,0 1 0,0-1 0,0 1 0,1-1 0,-1 1 0,1 0 0,-1 0 0,1 0 0,0 1 0,0-1-1,0 1 1,0-1 0,0 1 0,1-1 0,-1 1 0,1 0 0,-1 0 0,1 0 0,0 0 0,0 0 0,1 0 0,-1 0 0,0 0 0,1 0 0,0 0 0,0 1 0,0 2 0,0 18 9,-1-11 87,1 0-1,0-1 0,1 1 0,0 0 1,6 22-1,-6-32-336,0 0-1,0 0 1,1 0 0,-1-1 0,1 1-1,-1 0 1,1-1 0,0 1-1,0-1 1,0 0 0,1 0-1,-1 1 1,0-1 0,1-1-1,-1 1 1,1 0 0,0-1 0,0 1-1,-1-1 1,1 0 0,0 0-1,0 0 1,0 0 0,0 0-1,0-1 1,0 0 0,1 1-1,-1-1 1,5-1 0,5 2-1226,-7-1 389,0 1-1,0-2 1,0 1 0,0 0 0,0-1 0,11-3-1,23-19-6663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9636,'0'0'16101,"0"6"-14460,0 73 2219,35-80-6087,-26-5 1975,0 0 0,-1-1 0,0 0 0,0-1 0,0 1 0,-1-2 0,0 1 0,10-17 0,9-9 228,-26 34 87,0 0 0,0 1 1,0-1-1,0 0 0,0 0 0,0 1 1,0-1-1,0 0 0,0 1 0,1-1 1,-1 0-1,0 0 0,0 1 0,0-1 1,0 0-1,0 0 0,0 1 0,1-1 0,-1 0 1,0 0-1,0 0 0,0 1 0,1-1 1,-1 0-1,0 0 0,0 0 0,0 0 1,1 1-1,-1-1 0,0 0 0,1 0 1,-1 0-1,0 0 0,0 0 0,1 0 1,-1 0-1,0 0 0,0 0 0,1 0 1,-1 0-1,0 0 0,1 0 0,-1 0 1,0 0-1,0 0 0,1 0 0,-1 0 1,0 0-1,0 0 0,1-1 0,-1 1 0,0 0 1,0 0-1,1 0 0,-1 0 0,0-1 1,0 1-1,0 0 0,1 0 0,-1 0 1,0-1-1,0 1 0,0 0 0,0 0 1,1-1-1,-1 39 614,2 6-777,1-43-284,0 1 1,0-1-1,0 0 0,1 0 0,-1 0 0,0 0 0,1 0 0,-1-1 0,0 0 0,1 0 0,-1 0 0,1 0 0,-1 0 0,6-2 0,3 2-1396,16-4-3564,5-15-2758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7 5122,'0'0'16619,"-1"9"-15419,-2 29-165,3-37-967,0 1 0,1-1 0,-1 1 0,1-1-1,-1 1 1,1-1 0,0 0 0,-1 1 0,1-1-1,0 0 1,0 1 0,0-1 0,0 0 0,0 0-1,0 0 1,0 0 0,0 0 0,0 0 0,1 0-1,-1 0 1,0-1 0,1 1 0,-1 0 0,1-1-1,-1 1 1,1-1 0,-1 0 0,1 1 0,2-1 0,43 4 919,-47-4-978,2 1-6,-1-1 1,1 0-1,-1 0 0,1 0 1,-1 0-1,1 0 0,0 0 1,-1-1-1,1 1 1,-1 0-1,1-1 0,-1 1 1,1-1-1,-1 0 0,0 1 1,1-1-1,-1 0 0,0 0 1,1 0-1,-1 0 0,0 0 1,0 0-1,2-2 0,-2 0-19,0-1 0,0 1-1,-1 0 1,1-1-1,-1 1 1,0-1 0,0 1-1,0-1 1,0-3-1,-1-9 66,1 15-26,0 0-1,0 0 0,0 0 0,-1 0 0,1 0 1,0 0-1,-1 0 0,1 0 0,-1 1 1,1-1-1,-1 0 0,1 0 0,-1 0 0,0 1 1,1-1-1,-1 0 0,0 1 0,0-1 0,0 0 1,1 1-1,-1-1 0,0 1 0,0-1 1,0 1-1,0 0 0,0-1 0,0 1 0,0 0 1,0 0-1,0 0 0,0-1 0,0 1 1,0 0-1,0 0 0,-1 1 0,-2-1 123,0 0-1,0 0 0,0 0 1,1 1-1,-1 0 1,0 0-1,1 0 1,-7 2-1,3 2 41,-1 0-1,1 0 1,1 1 0,-1-1 0,1 2-1,0-1 1,1 0 0,-1 1 0,1 0-1,1 1 1,-1-1 0,1 1 0,0 0 0,1 0-1,0 0 1,0 0 0,1 0 0,0 1-1,-1 12 1,3-19-195,0-1 0,1 0-1,-1 1 1,0-1 0,1 0 0,-1 0-1,1 1 1,0-1 0,-1 0 0,1 0-1,0 0 1,0 0 0,0 0 0,-1 0-1,1 0 1,0 0 0,0 0 0,1 0 0,-1-1-1,0 1 1,0 0 0,0-1 0,0 1-1,1-1 1,-1 1 0,0-1 0,0 1-1,1-1 1,-1 0 0,0 0 0,1 0-1,1 0 1,57 2-1092,-40-3 408,-20 1 669,24 0-2265,-1-1-1,0 0 1,26-7 0,18-12-7296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2735 166 1008,'0'0'6126,"26"0"336,-25 0-5486,46-4 2380,23-8-2791,10-2-591,244-26 392,-250 33-131,62-9 709,79-18-385,3 10 1,0 9 0,263 16-1,-418 5-201,0 3-1,90 25 1,-100-22-300,184 60 483,-46-13 522,-136-43-819,0 2-1,-2 3 1,0 2 0,88 53 0,-12-11-33,-99-51-75,1 0 0,-2 2 0,55 39 0,-80-50-114,1 0 0,-1 0 1,0 1-1,0-1 0,-1 1 0,0 0 0,4 8 0,9 16 12,166 274 1695,-35 12 385,-58-115-1070,-81-186-959,0 1 0,-2 0 0,0 0 0,0 1 1,-2-1-1,0 1 0,3 30 0,-3 31-74,4-1 0,31 133 1,-9-57-17,-13-71 5,-10-52 0,-1 0 0,-1 0 0,1 41 0,1 139 0,13 76 0,-15-102 0,-4 123 0,-8-255 0,-2 0 0,-17 54 0,-6 36 0,27-112 0,0 1 0,-1 0 0,-12 35 0,10-39 0,-8 52 0,1 0 0,-35 167 0,5-23 0,-17 20 0,-32 10 0,25-80 0,30-74 0,-11 33 0,35-94 0,-3 0 0,0-1 0,-3-1 0,-38 53 0,15-24 0,-38 53 0,67-95 0,0-1 0,-2 0 0,0-2 0,-1 0 0,-22 18 0,-109 82 0,103-85 0,-19 9 0,-1-2 0,-91 41 0,84-47 0,-130 87 0,157-91 0,-1-3 0,-2-2 0,-1-1 0,-53 18 0,-221 63 0,140-50 0,-14 0 0,-214 31 0,213-49 0,-267 47 0,326-68 0,-195 2 0,181-18 0,-198-7 0,299-2 0,1-1 0,0-3 0,0-3 0,1-1 0,1-3 0,1-2 0,1-2 0,0-2 0,-86-60 0,114 69 0,-4-5 0,-1 1 0,-1 1 0,0 2 0,-2 0 0,0 2 0,-33-12 0,46 21 0,0 0 0,0-1 0,1-1 0,0 0 0,-14-10 0,22 13 0,1-1 0,-1 0 0,1 0 0,0-1 0,1 1 0,-1-1 0,1 0 0,0 0 0,0-1 0,1 1 0,0-1 0,0 0 0,-2-7 0,1 0 0,-35-94 0,33 96 0,1 1 0,-1 1 0,-1-1 0,0 1 0,-1 0 0,0 0 0,-11-10 0,-5-5 0,2 0 0,1-1 0,-24-39 0,30 43 0,-24-40 0,-52-112 0,67 129 0,-2 1 0,-2 1 0,-43-50 0,33 44 0,-51-84 0,80 115 0,2 1 0,-11-35 0,-10-25 0,-46-114 0,59 156-20,2-1 0,-17-71-1,14 43-25,3 9-141,3-2-1,-4-75 0,8 72 55,-19-92-13,15 102-142,2 0-1,-2-70 1,-10-57-761,17 71 436,0 45 301,7-79-1,3-81-212,-5 133 504,-2 64 5,0 0 0,6-42 0,8-19-9,-4 25 33,21-76 1,-29 130-11,22-71-184,57-127 0,-54 143-224,31-108 0,7-14-851,-34 107 852,39-83-839,-29 75 819,-31 60 104,1 0 0,1 1 0,1 0 0,1 1 0,28-33 0,92-105-1330,-66 79 1231,108-87-742,-139 133 466,37-44-1,-44 45 401,66-57 0,47-39-548,-129 114 443,-1 0-1,22-35 1,-25 35-26,0 0-1,2 1 1,0 0 0,18-17 0,145-119-514,-158 134 1079,1-1 0,19-26-1,-25 28-111,1 0 0,0 1 0,1 1-1,26-21 1,87-61-393,-101 77 104,2 0 0,0 2 0,0 2 0,2 0 0,31-10 0,30-16 413,-59 25 736,0 2 0,1 1 1,39-10-1,-4 8-680,38-11 871,-42 4 3071,-29 11-2488,-14 11-1001,-2 0 131,1 0 0,-1-1 0,0 0 0,0-2 0,24-6 0,-3-9 2255,-38 16-3046,-2 2-56,-30 3-8077,-1 7 751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4466,'0'0'10287,"15"-3"-3476,-3 5-5722,-1 14-424,-1-1 1,0 1-1,-1 1 0,7 19 1,8 14 316,-4-4-383,-1 0 1,-3 2-1,-2 0 1,-2 0-1,7 62 0,-18-104-546,40 222 2103,-38-209-2156,-3-17 0,0 1 0,0 0 0,0-1 0,1 1 0,-1-1 0,1 1 0,0-1 0,-1 1 0,1-1 0,0 1 0,1-1 0,-1 0 0,2 3 0,-4-24-2873,-3-27-7100,3 26-552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1056,'0'0'11568,"2"8"-6557,3 12-3240,-6 166 4705,-11 94-2366,8-180-3404,4-62-292,-2 0 0,-1-1 0,-2 1-1,-17 61 1,3-48-7433,15-42 3531,0 0 0,1 1 0,0 0 0,-2 14 0,4-2-3956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597 0 2049,'0'5'15232,"0"20"-13462,-1-18-1490,0-1-1,0 1 0,0-1 0,-1 0 1,0 1-1,0-1 0,-1 0 0,1 0 0,-7 9 1,-39 53 1328,32-46-1089,-75 100 969,-77 110 599,-13 21 1381,146-198-4386,10-16-2042,19-25-722,4 0-3623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1009 0 384,'0'0'11971,"-8"1"-10696,-143 24 7644,-4 3-4290,-312 73-2158,315-67-719,148-32-2439,0 0 1,-1 0-1,2 0 1,-1 0-1,0 1 0,0 0 1,1-1-1,-1 2 1,1-1-1,0 0 1,-3 4-1,-9 9-7730,1-3-2598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4402,'0'0'10712,"-28"14"-6855,10 1-2452,18-14-1365,0-1 0,0 1 0,0-1 0,0 1 0,0-1 0,0 1 0,-1-1 0,1 1 0,0-1 1,0 1-1,0-1 0,1 1 0,-1-1 0,0 1 0,0-1 0,0 1 0,0-1 0,0 1 1,1-1-1,-1 1 0,0-1 0,0 0 0,1 1 0,-1-1 0,0 1 0,1-1 0,-1 0 0,0 1 1,1-1-1,-1 0 0,0 1 0,1-1 0,-1 0 0,1 0 0,-1 1 0,1-1 0,-1 0 1,1 0-1,-1 0 0,1 0 0,-1 1 0,1-1 0,-1 0 0,1 0 0,-1 0 0,1 0 1,-1 0-1,1 0 0,-1 0 0,1-1 0,54 7 1700,72 0-1,20 1 80,-61 2-1323,370 53 4056,-437-60-4552,16 4 0,-33-2-330,-10 1-579,-11 4-2156,18-9 1969,-27 9-13222,9-5 2486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4322,'0'0'10319,"-21"6"-7219,16 0-2716,0 0-1,1 1 0,0-1 0,0 1 0,0 0 0,1 1 0,0-1 0,0 1 1,0-1-1,-1 12 0,1 2 27,1 1-1,2 33 1,0-31-398,0-22 9,0 0 0,1 1 0,-1-1 0,0 0 0,1 1 0,0-1 0,-1 0 0,1 0-1,0 0 1,0 0 0,0 0 0,1 0 0,-1 0 0,0 0 0,1 0 0,-1-1 0,1 1 0,0 0-1,-1-1 1,1 0 0,0 1 0,0-1 0,0 0 0,0 0 0,0 0 0,0 0 0,0 0 0,1 0-1,-1-1 1,0 1 0,0-1 0,1 1 0,-1-1 0,0 0 0,0 0 0,1 0 0,2-1 0,2 1 46,0 0 0,0-1 0,0 0 0,0 0 1,0 0-1,0-1 0,0 0 0,-1-1 0,1 0 1,-1 0-1,9-5 0,-11 6 23,0-1 0,-1 1 0,1-1 0,-1 1 0,1-1 0,-1 0-1,0-1 1,0 1 0,-1 0 0,1-1 0,-1 0 0,0 1 0,1-1 0,-2 0 0,1 0 0,0 0 0,-1 0 0,0-1-1,0 1 1,0 0 0,0 0 0,-1-1 0,0 1 0,0-1 0,0 1 0,-1-7 0,2 4 94,-2 0 0,1-1 1,0 1-1,-1 0 0,-1 0 1,1-1-1,-1 1 0,0 0 0,-1 1 1,0-1-1,0 0 0,-6-9 1,-5 13 2914,7 4-5129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4258,'0'0'18643,"0"27"-16941,0 213 4018,0-239-5386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31 3089,'0'0'10357,"2"-4"-9308,-2 2-964,1 0 1,0 1 0,-1-1 0,1 1 0,0 0 0,0-1 0,0 1-1,0 0 1,1-1 0,-1 1 0,0 0 0,0 0 0,1 0-1,-1 0 1,1 0 0,-1 1 0,1-1 0,-1 0 0,1 0-1,-1 1 1,1-1 0,0 1 0,-1 0 0,1 0 0,2-1-1,55 0 1627,-33 2-1064,-24 0-600,-1-1 1,0 0-1,1 0 1,-1 1-1,0-1 1,1 1-1,-1-1 0,0 1 1,1 0-1,-1 0 1,0-1-1,0 1 1,0 0-1,0 0 0,0 0 1,0 0-1,0 0 1,0 0-1,0 0 0,-1 1 1,1-1-1,0 0 1,-1 0-1,1 1 1,-1-1-1,1 0 0,-1 1 1,1-1-1,-1 0 1,0 1-1,0-1 1,0 1-1,0-1 0,0 0 1,0 1-1,0-1 1,0 0-1,-1 1 0,1-1 1,-1 2-1,0 1 44,1 0 0,-1 1 0,0-1 0,0 0 0,-1 0 0,1-1 0,-1 1 0,0 0 0,0 0 0,0-1 0,0 1-1,0-1 1,-1 0 0,-3 3 0,-38 25 941,29-22-508,1 1-1,1 0 1,-21 20-1,30-26-353,1 1 0,-1-1 0,1 0-1,0 1 1,1 0 0,-1 0 0,1 0 0,0 0 0,0 0-1,0 0 1,1 0 0,0 0 0,0 1 0,0-1-1,1 10 1,0-14-128,0 0 0,1 1-1,0-1 1,-1 0 0,1 0 0,0 1-1,0-1 1,-1 0 0,1 0-1,0 0 1,0 0 0,0 0 0,0 0-1,1 0 1,-1-1 0,0 1 0,0 0-1,0-1 1,1 1 0,-1 0-1,0-1 1,1 0 0,-1 1 0,0-1-1,1 0 1,-1 0 0,1 1-1,-1-1 1,0 0 0,3-1 0,59 2 497,-46-2-532,2 1-140,14 0-168,-12 0-3462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25 576,'0'0'11688,"-5"-2"-10637,5 2-609,-15-7-482,8-2 5537,54 7-1567,-15 0-3096,-24 1-668,1 0-1,-1 1 1,1-1-1,-1 2 1,1-1-1,-1 1 1,0 1-1,10 2 1,-17-4-148,-1 1 1,1-1-1,0 0 1,0 1-1,0-1 1,0 1 0,0-1-1,-1 1 1,1 0-1,0-1 1,0 1-1,-1 0 1,1 0-1,-1-1 1,1 1-1,0 0 1,-1 0 0,0 0-1,1 0 1,-1 0-1,1 0 1,-1 0-1,0-1 1,0 1-1,0 0 1,1 0 0,-1 0-1,0 0 1,0 0-1,0 0 1,-1 0-1,1 0 1,0 0-1,0 0 1,0 0 0,-1 0-1,1 0 1,0 0-1,-1 0 1,1 0-1,-1 0 1,1-1-1,-1 1 1,-1 1 0,0 2 115,-1 0 1,0-1 0,0 0 0,-1 0-1,1 0 1,0 0 0,-1 0-1,0-1 1,-6 4 0,2-2 57,-20 12 643,27-15-831,0 0-1,1-1 1,-1 1 0,1 0-1,-1 0 1,1 0-1,-1 0 1,1 1 0,-1-1-1,1 0 1,0 0-1,0 0 1,-1 0-1,1 0 1,0 0 0,0 1-1,0-1 1,0 0-1,0 0 1,1 0 0,-1 0-1,0 0 1,0 0-1,1 0 1,-1 0-1,1 1 1,-1-1 0,2 1-1,51 55-1606,-52-55 1565,1 0-1,-1 0 1,0 1 0,1-1 0,-1 1 0,0-1-1,-1 1 1,1-1 0,0 1 0,-1 0 0,0-1-1,1 6 1,-2-6 81,1-1 0,-1 0 0,1 1 0,-1-1 0,1 0 0,-1 1 0,0-1 0,0 0 1,0 0-1,1 0 0,-1 1 0,0-1 0,-1 0 0,1 0 0,0 0 0,0-1 0,0 1 0,-1 0 0,1 0 0,0-1 0,-1 1 0,1-1 0,-3 2 0,-5 1 739,-1-1 1,0 1-1,-1-1 1,-12 0-1,-8 2 359,25-2-1141,4 4-3025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0 864,'0'0'5237,"-5"0"-4447,-11 1 2436,43 3 890,29 3 1057,-25 4-3640,1 1 0,-2 2-1,0 1 1,42 29 0,-3-3-51,-55-33-1438,268 159 2297,-220-125-1731,-2 1 0,76 73 0,12 6-610,-59-52 0,-80-65 0,7 5 0,-17-10 0,1 0 0,0 0 0,0 0 0,0 0 0,0 0 0,0 0 0,0 0 0,0 0 0,0 0 0,0 0 0,0 1 0,0-1 0,0 0 0,0 0 0,0 0 0,0 0 0,0 0 0,0 0 0,0 0 0,0 1 0,0-1 0,0 0 0,0 0 0,0 0 0,0 0 0,0 0 0,0 0 0,0 0 0,0 1 0,0-1 0,0 0 0,0 0 0,0 0 0,0 0 0,0 0 0,0 0 0,0 0 0,0 0 0,0 0 0,0 0 0,0 1 0,1-1 0,-1 0 0,0 0 0,0 0 0,0 0 0,0 0 0,-7-2-59,0 0 1,0 0-1,0-1 1,1 0-1,-1 0 1,1-1-1,-12-8 1,-17-9-1395,-14-2-5313,15 7-1283,-18-8-7758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4562,'3'2'16156,"1"9"-14586,-5-5-1131,0 0 0,0 1 0,-1-1 1,0 0-1,0 0 0,0 0 1,-1 0-1,-5 8 0,-31 48 1410,32-51-1470,0-1-234,1 1 0,0 0 0,1 0-1,0 1 1,1-1 0,0 1 0,1 0 0,0 0-1,1 0 1,1 0 0,-1 1 0,2-1 0,0 13 0,1-24-142,-1 0 1,1 0-1,-1-1 1,1 1-1,-1 0 1,1 0 0,-1-1-1,1 1 1,-1 0-1,1-1 1,0 1-1,0-1 1,-1 1 0,1-1-1,0 1 1,0-1-1,-1 1 1,1-1-1,0 0 1,0 1 0,0-1-1,0 0 1,0 0-1,0 0 1,0 0-1,-1 0 1,3 0 0,30 3 81,-28-3-70,24 2 18,-9 0 20,0-1 1,-1-1 0,1-1-1,0 0 1,37-8 0,-52 9-33,-4 0-42,4 0 127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3922,'0'0'21370,"-47"131"-19097,40-91-80,0-4-1041,0 0-496,7-8-351,0-6-257,0-4 0,0-7-48,0-2-481,0-2-1183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 3858,'-6'-18'22728,"13"21"-22505,-1-1 0,-1 1 1,1 0-1,0 1 0,-1 0 1,0 0-1,0 0 0,0 0 1,0 1-1,-1 0 0,6 6 1,41 69 991,-1-2-671,-23-48-196,1 0 1,2-2-1,1-1 1,47 31-1,-60-44-348,-1 1 0,0 0 0,27 34 0,-29-29 0,17 16 0,28 14 0,-56-46 0,-4-4 0,10 1 0,-9 1 0,-1 0 0,0 28-2898,0-3-5470,0-3-5257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12 15191,'0'0'14305,"-7"-4"-10759,-13-3-5262,-14 7-10679,13 0 11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9492,'0'0'20839,"4"0"-18744,10-3-1754,-5 2-341,-2 1 0,0 0 0,-1 0-398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8500,'0'0'21247,"27"2"-18227,-24 0-3020,-2-1 0,1-1 0,-1 1 0,1 0 0,-1 0 0,1 0 0,-1 1 0,1-1 0,-1 0 0,0 0 0,0 1 0,0-1 0,0 1 0,0-1 0,0 1 0,0 0 0,0-1 0,0 1 0,-1 0 0,1-1 0,-1 1 0,1 2 0,-17-2-2180,-6-2-4284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3217,'1'3'19846,"3"3"-15610,16 33-3173,-12 56 85,-8-88-846,0-10 86,0-1-379,0-15 15,1 0 1,4-32-1,-3 44-30,0 0 1,0 0-1,0 0 0,1 1 0,0-1 1,0 1-1,1 0 0,0 0 1,0 0-1,8-8 0,1-2-29,-9 11 33,-1 0-1,1 1 1,0-1 0,0 1 0,0 0 0,1 0 0,0 1 0,-1-1 0,1 1 0,9-4-1,-9 6 3,-3 1 16,1 1 23,-1-1-1,0 1 1,1-1-1,-1 1 1,0 0-1,0 0 0,0 0 1,0 0-1,0 1 1,0-1-1,0 1 0,0-1 1,0 1-1,-1-1 1,1 1-1,0 0 0,-1 0 1,0 0-1,1 0 1,0 3-1,18 41 842,-18-42-805,-1 0 0,1 0 1,-1 0-1,1 0 0,1 0 1,-1-1-1,0 1 1,1 0-1,0-1 0,0 0 1,5 5-1,-7 2-7652,-1-4 3122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5138,'0'0'11835,"6"-2"-10826,10-4-12,-1 0 1,0-1-1,0-1 1,-1-1 0,14-10-1,37-21 1088,-65 40-2071,0 0-1,0 0 1,0 0 0,0 0-1,0 0 1,0 0-1,0 0 1,0 0 0,0 0-1,0 0 1,0 0 0,-1 0-1,1 0 1,0-1 0,0 1-1,0 0 1,0 0 0,0 0-1,0 0 1,0 0 0,0 0-1,0 0 1,0 0 0,0 0-1,0 0 1,0 0 0,0 0-1,0 0 1,0-1-1,0 1 1,0 0 0,0 0-1,0 0 1,0 0 0,0 0-1,0 0 1,0 0 0,1 0-1,-1 0 1,0 0 0,0 0-1,0 0 1,0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6275,'0'0'14615,"8"16"-10406,23 130 3459,-26-95-7668,4 16 0,-8-53 54,-1-13-70,0 0 0,0 1-1,0-1 1,0 1 0,0-1 0,0 0 0,0 1 0,1-1 0,-1 1-1,1-1 1,-1 0 0,1 1 0,-1-1 0,1 0 0,0 0 0,-1 0-1,1 1 1,0-1 0,0 0 0,0 0 0,0 0 0,1 1 0,-1-1-566,-1 0 1,0 1-1,0-1 1,0 0 0,0 1-1,0-1 1,0 0 0,0 1-1,0-1 1,0 0 0,-1 1-1,1-1 1,0 0 0,-1 0-1,1 1 1,-1-1-1,0 0 1,1 0 0,-1 0-1,0 0 1,-1 1 0,-10 12-10627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1 456 1521,'0'0'6155,"13"-11"1459,-6 199-4781,-7-112-2396,15 370 1127,-13-424-1509,2 0 1,1-1 0,0 0-1,2 0 1,9 21-1,-14-39-46,-1 0 0,1 0 0,0 0-1,0 0 1,0-1 0,1 1 0,-1-1 0,0 1-1,1-1 1,0 0 0,-1 0 0,1 0-1,0 0 1,0-1 0,0 1 0,6 1 0,-3-1 29,1-1 0,-1 0 0,0 0 0,1 0 1,-1-1-1,1 0 0,-1 0 0,9-2 0,8-3 91,-1 0-1,0-2 0,0 0 0,21-11 0,288-142 226,115-48-126,874-232 169,-1132 388-394,1025-263 42,-628 221 541,-484 81-542,181-1 533,-62 7-444,-133 3 1702,-84 8-1693,-1-1 0,1 1 0,-1 0 0,0 0 0,0 0 0,0 0 0,-1 1 0,2 4 1,-3-9-136,12 43 741,10 67-1,-15-65 192,21 68-1,8-27-194,-24-61-37,16 49 1,-27-69-702,1-1 0,0 1-1,0-1 1,0 0 0,0 0 0,1 0 0,0 0 0,0 0 0,0-1 0,0 1 0,0-1 0,6 4 0,52 32 52,-6-4-36,41 48-22,-45-36 0,114 78 0,-71-60 0,-90-61 0,1 0 0,-1 0 0,1 1 0,-1-1 0,0 1 0,-1 0 0,4 6 0,-3-5 0,0 0 0,0-1 0,1 1 0,-1-1 0,9 7 0,-3-5 0,0 1 0,0 0 0,-1 1 0,1 0 0,-2 0 0,0 1 0,0 0 0,11 19 0,-17-22 0,-1 0 0,0 0 0,0 1 0,0-1 0,-1 0 0,0 1 0,-3 13 0,1 11 0,2-32-16,0 0-1,1-1 1,-1 1 0,0 0-1,0 0 1,0-1 0,0 1 0,1 0-1,-1 0 1,0-1 0,0 1-1,1 0 1,-1 0 0,0 0-1,0-1 1,1 1 0,-1 0-1,0 0 1,0 0 0,1 0-1,-1 0 1,0-1 0,1 1 0,-1 0-1,0 0 1,1 0 0,-1 0-1,0 0 1,1 0 0,-1 0-1,0 0 1,0 0 0,1 0-1,-1 1 1,0-1 0,1 0 0,-1 0-1,0 0 1,1 0 0,-1 0-1,0 0 1,0 1 0,1-1-1,-1 0 1,0 0 0,0 0-1,1 1 1,-1-1 0,0 0-1,0 0 1,0 1 0,1 0 0,-8-36-7543,-8 14-2122,-4 3-3237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8932,'0'0'10762,"28"-11"-6752,-20 12-3525,1 1-1,0 0 1,-1 0-1,1 1 0,-1 0 1,0 0-1,0 1 1,0 0-1,10 7 1,38 17 94,91 27-302,-99-43-1692,-31-10-2175,2-1-3877,-7-1 202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 4466,'0'0'15194,"-6"0"-14559,-23-3 120,27 5-458,-1 0 0,1 0-1,0 0 1,0 0 0,0 0 0,0 1 0,0-1 0,0 1 0,1-1 0,-1 1 0,1 0 0,0-1 0,-2 6 0,-1 1 471,-19 33 2041,18-30-2310,-1-1 1,0 0-1,-1 0 0,0-1 1,-15 16-1,19-23-461,-13 13 301,1 0 1,-23 31 0,34-40-448,0-1 0,1 1 0,-1-1 0,1 1 0,1 0 1,0 1-1,0-1 0,0 0 0,1 0 0,0 1 0,0 13 0,0 1-3305,1-8-5216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4818,'0'0'10277,"1"6"-8972,4 24-256,3 17 1202,5 85 0,-13-33-588,0 52-795,0-50-4055,-6-91-163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1 326 5683,'0'0'10530,"3"-4"-9204,0 2-1001,-1 0 0,1 0-1,0 1 1,0-1 0,0 0 0,0 1 0,0 0 0,0 0 0,0 0 0,0 0 0,1 0 0,5 0 0,52 0 473,-6 0-730,388-81 95,-184 30-134,-9 9 17,292-61 2461,-516 97-2194,-15 3 360,1 1 1,-1 1-1,25-3 1135,-38 214 239,5 227-898,2-391-1131,13 55-1,-10-64-10,-2 1 0,3 60 0,-9-97-7,0 0 0,0 1-1,0-1 1,0 0 0,0 0 0,0 0 0,0 1-1,0-1 1,0 0 0,0 0 0,0 1 0,0-1 0,0 0-1,0 0 1,-1 0 0,1 0 0,0 1 0,0-1-1,0 0 1,0 0 0,-1 0 0,1 0 0,0 0-1,0 1 1,0-1 0,-1 0 0,1 0 0,0 0-1,0 0 1,0 0 0,-1 0 0,1 0 0,0 0-1,0 0 1,-1 0 0,1 0 0,0 0 0,0 0 0,0 0-1,-1 0 1,1 0 0,0 0 0,0 0 0,-1 0-1,1 0 1,0 0 0,0-1 0,-3 1-44,-157-27-887,-480 12 260,414 17 645,223-2 29,-170-1 682,-290 36 1,440-31-518,21-4-189,2 2 311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237 181 3954,'0'0'12934,"17"-14"-11446,52-46-106,-67 59-1248,-1 0-1,1-1 0,0 1 1,0 0-1,-1-1 0,1 1 1,-1-1-1,1 0 0,-1 0 1,0 1-1,0-1 0,0 0 1,0 0-1,0 0 0,0 0 1,0 0-1,-1 0 0,1-1 1,-1 1-1,1 0 0,-1 0 1,0 0-1,0-1 0,0 1 1,0 0-1,0 0 0,-1-3 1,-1-9 1156,2 12-1213,-1 1-1,1-1 1,-1 0-1,1 0 1,-1 1-1,0-1 1,0 0-1,0 1 1,0-1-1,0 1 1,0-1-1,0 1 1,0 0-1,-1-1 1,1 1-1,-1 0 1,1 0-1,-1 0 1,1 0-1,-1 0 1,0 0-1,1 0 1,-1 1-1,0-1 1,1 1-1,-1-1 1,0 1-1,0-1 1,0 1-1,0 0 1,-2 0-1,-66-3 907,62 4-948,0-1-14,0 1 1,0 1 0,0 0 0,0 0 0,0 0-1,1 1 1,-1 0 0,1 1 0,-1 0 0,1 0-1,0 0 1,1 1 0,-1 0 0,-7 7 0,7-4-1,-1-1 0,1 1 1,0 1-1,1-1 1,0 1-1,1 0 1,0 0-1,0 1 1,1 0-1,-6 18 1,-3 34 258,4 1 1,2-1-1,3 1 1,3 0-1,10 92 1,0-84-250,20 72-1,-24-127 1009,3 0-4809,-28-45-18195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2305,'0'0'20850,"21"-3"-18556,343-19 3274,-352 22-5546,-7 0-10,0 0-1,1 0 1,-1 0-1,1 1 0,-1 0 1,0 0-1,6 1 0,-9-1-9,0 1 0,0-1 0,0 0-1,-1 0 1,1 1 0,0-1 0,-1 1-1,1-1 1,-1 1 0,0 0 0,1-1-1,-1 1 1,0 0 0,0 0 0,0 0-1,0 0 1,-1 0 0,1 0 0,0 0-1,-1 0 1,1 4 0,9 21 32,-8-23-23,0 0 1,-1 0-1,1 0 1,-1 0-1,0 0 1,0 0-1,0 6 0,-1-10 243,0-30 210,0 8-374,-1 13-74,1 0-1,0-1 0,0 1 1,1 0-1,0 0 1,0-1-1,1 1 0,0 0 1,1 1-1,0-1 0,6-10 1,8-10-39,-12 18-26,1 1 0,1-1 0,0 1 1,0 0-1,1 1 0,0-1 1,1 2-1,17-15 0,-8 21-4419,-4 4-1482,9-2-2011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11 17400,'0'0'13241,"-15"21"-12742,-44 65-147,57-83-328,0-1 0,1 1 1,-1 0-1,0 0 0,1 0 0,0 0 1,-1 0-1,1 0 0,1 0 0,-1 0 1,0 0-1,1 0 0,-1 1 0,1-1 1,0 0-1,0 0 0,0 0 0,1 1 1,0 4-1,0-6-20,1 0 0,-1 0 1,0 0-1,1-1 0,0 1 0,-1 0 0,1-1 0,0 1 1,-1-1-1,1 0 0,0 0 0,0 0 0,0 0 1,0 0-1,0 0 0,1 0 0,-1 0 0,0-1 1,0 1-1,4-1 0,3 1-170,1 0 1,-1-1-1,1 0 0,0 0 1,-1-1-1,1 0 0,-1-1 1,0 0-1,13-5 1,-18 4-29,1 0 0,0 0 0,-1-1 0,0 1 0,0-1 1,0 0-1,0-1 0,-1 1 0,1 0 0,-1-1 0,0 0 0,0 0 1,-1 0-1,0 0 0,0 0 0,0-1 0,1-5 0,-2 8 192,0-1 0,0 0 0,0 0-1,-1 0 1,1 1 0,-1-1-1,0 0 1,0 0 0,-1 0 0,1 0-1,-1 1 1,0-1 0,0 0 0,0 0-1,0 1 1,-1-1 0,1 1-1,-1-1 1,0 1 0,0 0 0,0-1-1,-1 1 1,1 0 0,-1 1 0,-5-5-1,-16-11 323,22 17 73,5 1-719,223 28-2926,-223-28 3255,1 1 0,-1 0 0,1 0 0,0 0-1,-1 0 1,0 1 0,1-1 0,-1 1 0,0 0 0,0 0 0,0 0 0,0 0 0,0 1-1,0-1 1,-1 1 0,1 0 0,-1 0 0,1 0 0,-1 0 0,3 5 0,-4-3 309,1-1 1,-1 1-1,0-1 1,0 1-1,-1-1 1,1 1-1,-1 0 1,0-1-1,-1 1 1,1 0-1,-1-1 1,1 1-1,-1-1 1,-1 1-1,-2 7 1,7-18-223,1 0 1,0 0-1,0 1 1,0 0-1,1-1 0,0 1 1,0 1-1,8-7 1,-8 7-184,35-16 177,-39 19-54,0 1 0,-1 0 0,1-1 0,0 1 0,0 0 0,0 0 0,0-1 0,0 1 0,-1 0 0,1 0 0,0 0 0,0 0 0,0 0 0,0 0 0,0 0 0,-1 1 0,1-1 0,0 0 0,0 0 0,0 1 0,0-1 0,-1 0 0,1 1 0,0-1 0,0 1 0,-1-1 0,1 1 0,0-1 0,-1 1-1,1 0 1,-1-1 0,1 1 0,-1 0 0,1-1 0,-1 1 0,1 0 0,-1 0 0,1 0 0,-1-1 0,0 1 0,0 0 0,1 1 0,0 5 22,1 0 1,0 0-1,1 0 0,0 0 0,0 0 0,0-1 1,1 1-1,4 5 0,-6-10-296,-1 0-1,1-1 1,-1 1 0,1-1 0,0 1 0,0-1-1,0 0 1,0 1 0,-1-1 0,2 0-1,-1 0 1,0 0 0,2 0 0,-2-1-276,1 1 0,-1-1 0,0 0 0,0 0 0,0 0 1,0-1-1,0 1 0,0 0 0,0-1 0,0 1 0,0-1 0,0 0 1,0 0-1,0 0 0,-1 0 0,1 0 0,2-1 0,22-21-8895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18857,'0'0'6320,"-10"26"-2036,-32 82-1920,38-95-2260,0 0-1,1 0 0,0 1 0,1-1 1,1 0-1,0 1 0,1 0 1,1 16-1,0 7-91,0-33-158,-1 0 0,1 0 0,0 0 0,0-1 0,0 1 0,0 0 0,1-1 0,-1 1 0,1 0 0,0-1 0,0 0 0,0 0 0,1 1 0,-1-1 1,1-1-1,-1 1 0,1 0 0,0-1 0,0 1 0,0-1 0,1 0 0,-1 0 0,1 0 0,-1 0 0,1-1 0,-1 1 0,1-1 0,0 0 0,0 0 0,-1-1 0,1 1 0,6 0 0,-4 0-310,0-1 0,0 1 0,1-1 0,-1 0-1,0 0 1,0-1 0,0 0 0,0 0 0,0 0 0,0-1 0,0 0-1,0 0 1,0-1 0,-1 1 0,1-1 0,-1 0 0,0-1 0,1 1-1,-2-1 1,6-5 0,-1-8-10968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3650,'0'0'24795,"176"2"-24795,-95-2-208,-6 0-2753,-14 0-7092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8900,'0'0'16720,"0"3"-15602,0 36-895,6 203 3127,-3-204-2859,2-1 1,2 1-1,1-1 0,16 47 0,-5-44-3245,-19-38 2426,1 0 0,0 0 0,0 0 0,1 0 1,-1 0-1,0 0 0,1 0 0,-1-1 0,1 1 0,0 0 0,-1-1 0,1 1 0,3 1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0 203 624,'0'0'14775,"21"-16"-11976,-6 5-2368,-1-1-212,0 2 0,0 0 1,0 1-1,1 0 0,1 1 0,0 1 0,0 0 0,33-8 0,74-8 1775,236-12 0,130 32-441,-263 5 803,-220-3-2176,-1 1-1,1-1 1,-1 0 0,1 0-1,-1-1 1,1 1-1,-1-1 1,0 0-1,6-4 1,19-6 2280,-29 12-2460,0 0 0,0 0 1,-1 0-1,1 0 1,0 0-1,0 0 1,0 1-1,-1-1 0,1 0 1,0 0-1,0 1 1,-1-1-1,1 1 0,0-1 1,-1 1-1,1-1 1,-1 1-1,1-1 1,0 1-1,-1 0 0,1-1 1,-1 1-1,0 0 1,1-1-1,-1 1 0,1 0 1,-1-1-1,0 1 1,0 0-1,1 0 0,-1 0 1,0 1-1,0-1 0,8 19 0,-1 1 0,-1 0 0,6 38 0,8 29 0,-8-52 0,-2 0 0,-1 1 0,-2 0 0,-2 1 0,1 56 0,-6-86 0,0-4 0,1 0 0,-2 0 0,1-1 0,0 1 0,-1 0 0,1 0 0,-1 0 0,-2 6 0,1-8 0,1-1 0,0 1 0,0-1 0,0 0 0,-1 1 0,1-1 0,0 0 0,-1 0 0,1 0 0,-1 0 0,0 0 0,1-1 0,-1 1 0,0 0 0,1-1 0,-1 1 0,0-1 0,0 1 0,0-1 0,1 0 0,-1 0 0,0 0 0,0 0 0,-2 0 0,-79 0 0,0 5 0,-160 29 0,221-29 0,-621 156 0,592-142 0,0 2 0,-70 39 0,120-60 1,0 1-1,0-1 1,1 0-1,-1 0 1,0 1-1,0-1 1,1 0 0,-1 1-1,0-1 1,1 1-1,-1-1 1,1 1 0,-1-1-1,0 1 1,1-1-1,0 1 1,-1 0-1,1-1 1,-1 1 0,1 0-1,0-1 1,-1 1-1,1 0 1,0 0 0,-1-1-1,1 2 1,17 4 6,30-9-251,-17-7-948,-17 2-3267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30 131 14102,'0'0'8180,"10"20"-5659,32 66-1179,-38-78-1083,-1 1 0,0-1 0,-1 1 0,0 0 0,0 0 0,-1 0 0,0 0 0,0 0 0,-1 0 0,-2 16 0,1 7 1508,-19-35-1188,15 1-569,1-1 0,0 0 0,0 0 0,1 0 0,-1 0 1,1-1-1,-1 0 0,1 1 0,0-1 0,1 0 0,-1-1 1,1 1-1,-1 0 0,1-1 0,0 1 0,-1-6 0,-2-5-5,1 1-1,0-1 0,-3-30 0,7 45-4,-2-20 40,1 0-1,0-1 1,1 1-1,2-1 1,3-20-1,-4 37-41,0 0 0,0 0 0,0 1 0,0-1 0,1 0 0,-1 0-1,1 1 1,0-1 0,0 1 0,1 0 0,-1-1 0,1 1 0,-1 0 0,1 0 0,0 1 0,0-1 0,0 1-1,1-1 1,-1 1 0,1 0 0,-1 0 0,1 0 0,-1 1 0,1-1 0,0 1 0,0 0 0,0 0 0,0 0 0,0 1-1,0-1 1,0 1 0,5 0 0,-8 0-88,1 1 0,-1-1 0,1 0 0,-1 0 0,1 1-1,-1-1 1,0 1 0,1-1 0,-1 1 0,0-1 0,1 1 0,-1 0 0,0 0-1,0 0 1,1-1 0,-1 1 0,0 1 0,0-1 0,0 0 0,0 0 0,0 0-1,0 2 1,14 33-6229,-12-27 3725,4 10-6784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6787,'0'0'19268,"22"-4"-17241,-7 2-1781,158-34 2085,-160 32-2243,23-8-50,-35 11-12,0 0 0,1 1 1,-1-1-1,0 0 0,0 1 0,0-1 1,0 0-1,0 0 0,0 0 0,0 0 1,-1 0-1,1 0 0,0 0 0,0 0 1,-1-1-1,1 1 0,-1 0 0,1 0 1,-1 0-1,0-1 0,1 1 0,-1 0 1,0-1-1,0 0 0,0 0 17,0 1 0,-1 0 0,1 0 0,-1 0 0,0 0-1,1 0 1,-1 0 0,0 0 0,1 0 0,-1 0 0,0 0 0,0 0 0,0 0 0,0 1 0,0-1-1,0 0 1,0 1 0,0-1 0,0 0 0,-1 1 0,1-1 0,0 1 0,0 0 0,0-1 0,-1 1-1,1 0 1,0 0 0,-2 0 0,-41-4-9,41 4 6,-9-1-38,-5 0-1,0 1 1,0 0-1,0 1 0,0 1 1,-22 5-1,35-6-1,1 1 0,-1-1 0,1 0 0,-1 1 0,1-1 0,0 1 0,-1 0-1,1 0 1,0 1 0,0-1 0,1 1 0,-1-1 0,0 1 0,1 0 0,0 0 0,-1 0 0,1 0 0,0 0 0,1 1 0,-1-1 0,1 0 0,-1 1 0,1 0-1,0-1 1,0 1 0,1 0 0,-1-1 0,1 1 0,-1 0 0,2 5 0,-1-5-121,0 0-1,0 0 1,0 0 0,1 0-1,0 0 1,0 0 0,0 0 0,0 0-1,1 0 1,0 0 0,-1 0-1,1-1 1,1 1 0,-1-1 0,0 1-1,1-1 1,0 0 0,0 0-1,0 0 1,0-1 0,0 1-1,0-1 1,1 1 0,-1-1 0,1 0-1,0 0 1,-1-1 0,1 1-1,7 1 1,8 2-1407,1-2 0,0 0 0,-1-1-1,41-1 1,0-1-7970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10533,'0'0'11723,"-22"4"-7007,-69 13-1018,81-15-3510,0 2-1,0-1 1,1 1-1,-1 1 1,1-1-1,0 2 1,0-1-1,1 1 0,0 0 1,-12 12-1,3-3-152,15-13-35,0 0 0,0 0 0,0 0 0,0 0 0,0 1 0,1-1 0,-1 0 0,1 1 0,0-1 0,0 1 0,0 0 0,0-1 0,0 1 0,0 0 0,1-1 0,-1 1 0,1 0 0,0 0 0,0 0 0,0 0 0,0 5 0,0-6 0,2-1 0,0 0 0,-1-1 0,1 1 0,0-1 0,-1 0 0,1 1 0,0-1 0,0 0 0,-1 0 0,1 0 0,0 0 0,2-1 0,-2 1 0,13 0 0,0 0 0,0-2 0,-1 0 0,1 0 0,17-6 0,-27 6 0,-1 1 0,1-1 0,-1 0 0,1 0 0,-1 0 0,0-1 0,0 0 0,0 1 0,0-1 0,0-1 0,-1 1 0,1-1 0,-1 1 0,0-1 0,0 0 0,0 0 0,-1 0 0,1 0 0,2-9 0,-4 17-33,0 0 0,0 0 0,0-1 0,0 1 0,1 0 1,0 0-1,0-1 0,0 1 0,0-1 0,0 0 0,0 0 0,1 0 0,0 0 0,3 4 0,-1-2-176,0 0 0,0 0 0,0-1-1,0 1 1,1-1 0,0 0-1,-1-1 1,1 1 0,1-1-1,10 4 1,24-4-11650,-21-3 2103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5507,'0'0'22151,"9"16"-19985,57 97 777,-67-113-2943,1 0 0,0 0 0,0 0 0,0 0 0,0 0 0,0 0 0,0 0 0,0 0 0,0 1 0,0-1 0,0 0 0,0 0 0,-1 0 0,1 0 0,0 0 0,0 0 0,-13-17 0,9 11 0,1 1 0,-1 0 0,1-1 0,0 0 0,1 0 0,-4-11 0,5 13 2,1-1-1,0 0 1,0 1-1,0-1 1,1 0-1,-1 1 1,1-1-1,0 0 1,0 1-1,1-1 1,-1 1-1,1 0 1,0-1-1,0 1 1,6-7-1,-3 4-2,1 1-1,-1 0 1,2 0-1,-1 0 1,1 1-1,0 0 1,0 0-1,9-4 1,6-2-110,1 2 1,-1 0 0,2 2 0,-1 0-1,31-4 1,-43 10-1032,8-2-1112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5923,'0'0'13745,"-22"7"-13230,15-3-442,-67 28-2815,19-16-6763,16-7 2456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7187,'0'0'12598,"-34"16"-12166,27-12-368,0 1-48,-6 4-32,6 0-512,-13-2-1025,-14 2-592,0-2-1568,-7-3-3699,1 1 3090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3025,'0'0'13367,"-13"12"-12055,6-8-608,7 3-399,-7 0-193,0 0-112,1-1-144,-8 1-1185,7-2-1969,-6-1-1792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 8196,'0'0'13350,"-20"38"-12998,13-27-304,-20 3-48,-7-3-864,-13 3-2546,-8-1-3041,-6-2-288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4994,'0'0'14183,"-55"29"-13303,35-22-544,-7 2-176,14-4-160,-1-1-16,0 1-896,-6 1-961,-7 1-1488,-7 0-2722,7 0-272,-7-3 4402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0 992,'0'0'3106,"-115"20"-1585,81-13-593,7 2 241,-7 0-321,0 2-624,-6-1 192,6-1-288,0 2-128,-7-2-400,1 0-1121,6 2-672,0-4-1072,0 0 1664,7 0 1249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7523,'0'0'13959,"7"0"-13447,-7 2-1152,0 0-945,0 3-1712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10741,'-67'79'5298,"60"-75"-2945,0-1 1761,0-1-1232,7 2 863,0 1-5441,-7-1-417,-6 3-1249,6 2-992,-13-4-3329,6 1-2146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1313,'0'0'18424,"13"0"-17992,-6 0-336,0 0-96,0 0-864,6 0-1889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4610,'0'0'17400,"14"99"-16936,-7-85-416,-1-3-48,-6 3-32,0-1-1376,0 3-1378,0-2-2624,0 1-1521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9236,'0'0'12518,"14"41"-12342,-7-35-176,-7 3-512,0 3-1761,0-1-2690,0 5-1984,0 0-16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2353,'21'151'23147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3298,'0'0'12360,"5"-3"-10479,18-9-385,-17 9-218,-4 3-796,1 1 0,-1-1 0,0 0 0,1 1-1,-1-1 1,1 1 0,-1 0 0,0 0 0,4 2 0,39 64 2950,-31-44-3049,1-1 0,1 0 0,21 21 0,-23-29-319,-3-4-33,0 0 0,-1 1-1,12 18 1,-21-26-1263,3 6 3892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0 144,'0'0'19854,"-21"9"-17572,-39 50 269,10-11-26,-67 81-1,95-93-1419,20-32-927,0 1 1,-1-1-1,0 1 0,1-1 0,-1 0 0,-1 0 0,1 0 1,-1-1-1,-3 4 0,5-5-215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8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7732,'0'0'9705,"13"4"-8595,10 3-519,1-1 0,0-1-1,0-1 1,38 2 0,-50-6-382,7 0 29,0 0 0,1-1-1,33-7 1,-49 7-218,-1 1 1,0-1-1,0 0 0,0 0 0,0 0 1,0 0-1,0 0 0,0-1 0,0 1 0,-1-1 1,1 0-1,-1 0 0,1 0 0,-1 0 0,1 0 1,-1 0-1,0-1 0,0 1 0,0-1 1,-1 0-1,1 1 0,-1-1 0,1 0 0,-1 0 1,0 0-1,0 0 0,0 0 0,0 0 1,-1 0-1,1-6 0,-1 7-14,-1-1 0,0 1 0,0-1 0,0 1 0,0 0-1,0-1 1,-1 1 0,1 0 0,-1 0 0,1 0 0,-1 0 0,0 0 0,0 1 0,1-1 0,-1 0 0,-1 1-1,1-1 1,0 1 0,0 0 0,0 0 0,-1 0 0,1 0 0,-4-1 0,-2-2 4,-1 1 1,0 0 0,0 1-1,0 0 1,-12-1-1,17 3 15,0 0 1,0 0-1,0 0 0,1 1 0,-1-1 0,0 1 0,0 0 0,1 0 0,-1 0 0,1 1 0,-1-1 0,1 1 0,-1 0 0,1 0 0,0 0 0,-6 5 0,5-2 37,-1 0 0,1 1 0,0-1-1,0 1 1,0 0 0,1-1 0,0 2-1,-5 11 1,2 1 57,1 0 1,1 1-1,1 0 0,0 0 0,1 32 0,2-49-171,0 0 0,1 0 0,-1 1 0,1-1 0,-1 0 0,1 0 0,0 0 0,0 0 0,1 0 0,-1 0 0,1 0 0,-1 0 0,1 0 0,0-1 0,0 1 0,0-1 0,0 1 0,1-1 0,-1 0 0,0 0 0,1 0 0,0 0 0,-1 0 0,1-1 0,0 1 0,0-1 0,0 0 0,0 1 0,0-1 0,5 0 0,48 8-3963,-2-8-3427,-43-1 5208,23 0-3987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9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4386,'0'0'15476,"0"13"-14120,0 116 3590,37-132-4767,-20-6-279,-1-1 0,0-1 0,0-1 0,15-15 0,32-22-539,-62 48 671,0 0 1,0 0 0,0 0 0,1 0 0,-1 1 0,0-1 0,1 0 0,-1 1-1,1-1 1,-1 1 0,1-1 0,-1 1 0,1 0 0,-1-1 0,3 1 0,1 13 1352,-5-11-1370,0-1 0,0 1 0,0-1-1,1 1 1,-1-1 0,0 1 0,1-1 0,-1 0 0,1 1 0,-1-1 0,1 0 0,-1 1-1,1-1 1,0 0 0,0 0 0,0 0 0,0 0 0,0 1 0,0-1 0,0-1 0,0 1 0,0 0-1,0 0 1,3 1 0,3 1-375,0-1 0,1-1-1,-1 1 1,0-1 0,16 1-1,41-4-5095,-25 0-150,-3 2-1190,3 0-575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9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78 384,'0'0'22685,"-5"-8"-20636,2 3-1810,0 1-59,1-1 0,-1 1 0,0 0-1,0 1 1,0-1 0,0 0 0,0 1 0,-1 0 0,0-1 0,0 2 0,0-1 0,0 0 0,0 1 0,-8-4 0,1 3 224,6 1-310,1 1-1,-1 0 0,1 0 0,-1 0 0,1 0 1,-1 1-1,1 0 0,-1 0 0,0 0 0,-6 1 1,10 0-101,0 0 1,1 0 0,-1 0 0,0 0 0,0 0 0,1 0-1,-1 0 1,1 0 0,-1 1 0,1-1 0,0 0 0,-1 0 0,1 1-1,0-1 1,0 0 0,0 0 0,0 1 0,0-1 0,0 0-1,0 0 1,0 0 0,1 1 0,-1-1 0,0 0 0,1 0 0,-1 0-1,1 1 1,-1-1 0,1 0 0,0 0 0,-1 0 0,1 0 0,0 0-1,0 0 1,1 1 0,29 7-159,-28-9 152,0 1-1,-1-1 0,1 0 1,0 1-1,-1 0 0,1-1 1,-1 1-1,1 0 0,-1 0 0,1 1 1,-1-1-1,0 0 0,0 1 1,1-1-1,-1 1 0,0 0 1,0 0-1,-1 0 0,1 0 0,0 0 1,-1 0-1,1 0 0,-1 0 1,0 1-1,1-1 0,-1 1 1,-1-1-1,1 1 0,0-1 1,0 1-1,0 4 0,0 4 32,0 0 1,-1 1-1,-1-1 0,1 0 0,-2 1 1,0-1-1,0 0 0,-1 0 1,0 0-1,-1 0 0,0 0 0,0-1 1,-8 12-1,-10 15 70,-2-2 1,-33 39-1,40-53-19,-37 46 65,-74 100 151,111-144-267,13-19-29,1-1 0,1 0 1,-1 1-1,0-1 0,1 1 0,0 0 0,0 0 0,0 0 0,0 0 1,0 0-1,1 0 0,0 1 0,-1 6 0,3-10-7,0-1 0,0 1 0,0 0 0,0-1 1,0 1-1,0-1 0,0 1 0,0-1 0,0 0 0,0 1 0,1-1 0,-1 0 0,0 0 0,0 0 0,0 0 0,1 0 0,-1 0 0,0 0 0,2-1 1,28-1 7,-8-2 19,0-2 1,-1-1-1,0 0 1,0-2-1,-1 0 1,26-16-1,9-3-19,-25 13-45,1 2-476,0-2 0,-1-1 0,-1-2 0,-1-1 0,35-29 0,-61 46 168,0-1 0,-1 1 1,0-1-1,1 0 0,-1 0 1,0 0-1,-1 0 0,1 0 1,0 0-1,1-7 1,1-21-5598,-4 7-1110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 5635,'0'0'15761,"0"11"-13898,0-1-1589,-1-3-6,0 0 1,1 0-1,0 0 0,0 0 0,0 0 0,1 0 0,1 0 0,-1 0 0,1 0 0,0-1 0,0 1 0,5 8 0,-6-14-270,0-1-1,1 1 1,-1 0 0,0-1 0,1 1 0,-1-1 0,0 1-1,1-1 1,-1 0 0,1 1 0,-1-1 0,1 0-1,-1 0 1,1 0 0,-1 0 0,1 0 0,-1 0 0,1-1-1,-1 1 1,1 0 0,1-2 0,31-11-569,132-111-62,-156 120 2935,-10 12 1217,-1 3-4231,1-7 559,0-1 0,1 0 0,-1 1 0,1-1 0,-1 0 0,1 1 0,0-1 0,0 0 0,0 0-1,1 0 1,-1 0 0,1 0 0,0 0 0,-1 0 0,5 4 0,-3-4-592,-1-1 1,1 0-1,0 0 0,-1-1 1,1 1-1,0 0 0,0-1 1,0 0-1,0 0 1,0 0-1,0 0 0,0 0 1,1 0-1,-1-1 0,0 0 1,6 1-1,17-1-7531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61 7892,'0'0'12096,"13"4"-11250,19 4-162,1-2 0,0-2 0,65 1 1,-97-36-341,-2 28-351,1 1 1,-1 0-1,0-1 0,0 1 1,-1 0-1,1 0 0,0 0 1,-1 0-1,1 0 0,-1 0 1,0 0-1,0 0 0,1 1 1,-1-1-1,0 1 0,-1-1 1,1 1-1,0 0 1,0 0-1,0 0 0,-1 0 1,-4-1-1,-1-2 10,0 2 0,0-1-1,0 1 1,-1 0 0,1 1 0,-9-1 0,12 3 37,0-1 0,0 1 0,1 0 0,-1 0 0,0 0 0,1 1 0,-1-1 0,1 1 1,0 1-1,0-1 0,-1 0 0,1 1 0,1 0 0,-1 0 0,0 0 0,1 0 1,-1 1-1,1-1 0,-5 8 0,4-5 48,0 1-1,0-1 1,0 1 0,1 0-1,0 0 1,1 0-1,0 1 1,0-1 0,0 0-1,1 1 1,-1 14 0,1 3-52,1-18-61,-1 0 1,1-1-1,0 1 1,1 0-1,0-1 1,0 1-1,0 0 1,3 8-1,-2-13-193,0 1-1,-1-1 1,1 0-1,0 0 1,0 0-1,0 0 1,0 0-1,0-1 1,1 1-1,-1-1 0,0 1 1,1-1-1,-1 0 1,1 0-1,0 0 1,-1 0-1,1 0 1,0-1-1,-1 1 1,1-1-1,0 1 0,0-1 1,0 0-1,4-1 1,-2 1-315,77-2-9387,-29-11 3042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21 1169,'0'0'24341,"0"4"-23399,-13 94 2729,13-97-3662,1 0-1,0 0 0,-1 0 1,1 0-1,0-1 1,0 1-1,0 0 1,0 0-1,0 0 0,0-1 1,0 1-1,0-1 1,0 1-1,1-1 1,-1 1-1,0-1 0,0 0 1,0 1-1,0-1 1,1 0-1,-1 0 0,0 0 1,0 0-1,1 0 1,-1 0-1,0 0 1,3-1-1,39-5-14,-26-2-194,0-1 1,-1 0 0,26-21 0,12-8-85,-35 24 177,1-2 507,-10 12 2613,-10 38-2824,0-29-469,0 0 0,0-1 0,0 1 0,1 0 0,-1 0 0,1 0 0,0-1 1,1 1-1,1 5 0,-2-9 71,1 1 1,-1 0-1,1-1 1,0 1-1,-1-1 1,1 0-1,0 1 1,0-1-1,0 0 1,0 0-1,0 0 1,0 0-1,0-1 1,0 1-1,0-1 1,0 1-1,0-1 1,0 0-1,1 1 0,-1-1 1,0 0-1,0 0 1,3-1-1,26 1-5479,3-2-3262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1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14 111 864,'0'0'19991,"1"3"-19663,0 0 0,1 0-1,-1 0 1,1 0 0,-1 0 0,1 0 0,0-1 0,2 4 0,4-2-193,1-1 0,-1 1 0,1-2 0,0 1 0,-1-1 0,1-1 0,0 0 0,0 0 0,0 0 0,0-1 0,0-1 0,10-1 0,9 2-103,-26 0-47,1-1 1,0 1-1,0 0 1,0-1-1,-1 1 1,1-1-1,0 0 1,-1 0-1,1 0 1,0 0-1,-1 0 0,0-1 1,1 1-1,-1-1 1,0 0-1,1 1 1,-1-1-1,0 0 1,0 0-1,-1-1 0,1 1 1,0 0-1,-1-1 1,1 1-1,-1 0 1,2-5-1,-1 1 34,0 0 0,-1 0-1,1 0 1,-1 0 0,0-1 0,-1 1-1,0 0 1,0 0 0,0-1-1,0 1 1,-3-7 0,3 11 51,-1 0 0,0 0-1,0 0 1,0 0 0,0 1 0,-1-1 0,1 0-1,0 1 1,-1-1 0,1 1 0,-1-1 0,1 1 0,-1 0-1,0 0 1,0 0 0,0 0 0,1 0 0,-1 0-1,0 0 1,0 0 0,0 1 0,0-1 0,0 1 0,0-1-1,-4 1 1,-62-3 2067,53 4-1476,10-2-587,0 1-1,0 1 1,0-1 0,0 1 0,0-1-1,0 2 1,0-1 0,1 0 0,-1 1-1,0 0 1,1 0 0,-1 0 0,1 1-1,0 0 1,0-1 0,0 2 0,0-1 0,0 0-1,1 1 1,-1-1 0,1 1 0,0 0-1,0 0 1,0 0 0,1 1 0,0-1-1,0 1 1,0-1 0,0 1 0,0 0-1,1 0 1,0 0 0,0-1 0,1 1-1,-1 0 1,1 6 0,-1 13-93,3 31-238,-1-52 216,-1 0 1,1-1-1,0 1 0,0 0 0,0 0 1,1-1-1,-1 1 0,1-1 1,-1 1-1,1-1 0,0 0 0,0 1 1,0-1-1,0 0 0,0 0 0,4 2 1,3 1-493,0 0 1,1 0 0,-1-1 0,1-1 0,0 0 0,0 0 0,0-1 0,0 0 0,15 1-1,14-2-4164,46-4-1,-85 3 4666,86-7-10295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1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1 16824,'-20'9'2596,"-28"16"-77,2 1 0,1 3 0,-59 48 0,74-51-1954,2 0 0,1 3 0,-38 48 0,57-65-487,-1 1-1,2 0 1,0 1 0,0-1 0,1 1 0,1 1-1,0-1 1,1 1 0,1-1 0,0 1-1,1 0 1,0 19 0,2-27-82,-1 0 0,2 1 0,-1-1 0,1 0 0,0 0 0,0 1 0,1-1 0,0 0 0,0 0 0,1-1-1,0 1 1,0 0 0,1-1 0,-1 0 0,1 0 0,1 0 0,-1 0 0,1-1 0,0 1 0,0-1 0,1-1 0,0 1 0,-1-1 0,1 0 0,1 0 0,6 3 0,-2-1-250,1-1 1,-1 0-1,1-1 1,0 0 0,0-1-1,0-1 1,1 0 0,-1 0-1,13-1 1,22 0-3195,47-6 1,-89 4 3066,80-13-8533,-2-15-4172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10837,'0'0'21268,"-7"14"-20606,0 2-662,-2 6 0,-1 0 0,-24 38 0,33-59-2,0 0 1,0-1-1,1 1 1,-1 0-1,0 0 1,0 0-1,1 0 1,-1 0-1,0 0 1,1 1-1,-1-1 0,1 0 1,0 0-1,-1 0 1,1 0-1,0 1 1,0-1-1,0 0 1,-1 0-1,1 1 1,1-1-1,-1 0 0,0 0 1,0 0-1,0 1 1,1-1-1,-1 0 1,0 0-1,1 0 1,-1 1-1,1-1 1,0 0-1,-1 0 0,1 0 1,0 0-1,-1 0 1,1 0-1,0-1 1,0 1-1,0 0 1,0 0-1,0 0 1,0-1-1,0 1 0,0-1 1,0 1-1,0-1 1,1 1-1,-1-1 1,0 1-1,0-1 1,0 0-1,1 0 1,-1 0-1,0 0 0,2 0 1,226 1-8704,-228-1 9198,-2 2-181,1 1 1,-1 0-1,1 0 0,-1-1 0,0 1 0,0 0 1,0-1-1,0 1 0,-1-1 0,1 0 0,-1 1 1,1-1-1,-1 0 0,0 0 0,-4 4 0,-40 31 2003,7-7-1368,-17 38-904,55-68-236,0 1 1,0-1-1,0 1 0,0-1 0,0 1 1,0-1-1,0 0 0,0 1 0,-1-1 1,1 0-1,0 0 0,0 0 1,0 0-1,0 0 0,0 0 0,-1 0 1,1 0-1,0 0 0,0-1 1,-2 0-1,-24-1-11332,12-7 365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11349,'0'0'19145,"122"-9"-17960,-102 9-625,7 0-320,0 0-208,-7 0-32,7 0-96,1 0-785,5 0-975,8-2-1314,6-10-1840,1-8-5027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10101,'0'0'16877,"4"13"-14674,-2-1-1748,1 0-93,0-1-1,0 1 0,1 0 0,1-1 0,0 0 0,9 16 0,-10-21-316,18 25 35,-2 0 0,-2 1-1,0 1 1,-3 0 0,0 1-1,11 44 1,-19-50-80,-2 1 0,0 0 0,-2 0 0,-2 56 0,-2-80 3,0-1-1,-1 1 1,1-1-1,-1 0 1,0 0-1,-1 0 1,1 0-1,-1 0 1,1 0-1,-1 0 1,0-1-1,0 0 1,-1 1-1,1-1 1,-1 0-1,0-1 1,0 1-1,0-1 1,0 1-1,-8 2 1,1 0-36,1-1 0,-1 0 0,0-1 0,0 0 0,0 0 0,0-2 0,-18 2 0,26-9-4593,9-19-1465,22-12-3550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4258,'0'0'28509,"0"4"-28509,0 10 0,0 2 0,0-3 0,0 3 0,0 2-1441,0 0-3729,0-4-3170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3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7507,'0'0'18585,"-109"136"-17577,96-104-1008,-14 6-352,0 3-3249,-14 4-6548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7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31 3410,'0'0'7859,"7"-30"4824,-7 247-4079,20-222-8516,-6-4-192,0 1 0,1 1 0,-1 0 0,2 1 0,-1 1 0,1 0 0,-1 1 0,1 1 0,0 1 0,24-2 0,-27 3 75,39 0-83,-50 1 109,-1 0 1,1 0 0,-1 0-1,0 0 1,1 1 0,-1-1 0,1 0-1,-1 1 1,0-1 0,1 1-1,-1-1 1,0 1 0,1-1-1,-1 1 1,0 0 0,0 0 0,0 0-1,0 0 1,0 0 0,0 0-1,0 0 1,0 0 0,0 0 0,0 0-1,0 0 1,-1 1 0,2 1-1,0 12 68,0-1-1,-1 1 1,0 0-1,-1 0 1,-1-1-1,0 1 1,-1 0-1,-1-1 1,0 1-1,-1-1 1,-8 20-1,9-29-47,0 1-1,-1-1 1,0 0-1,1-1 1,-1 1 0,-1-1-1,1 1 1,-1-1-1,1 0 1,-1-1 0,0 1-1,-1-1 1,1 0-1,-11 4 1,-1-2 68,-1 0-1,-1 0 1,-26 2-1,-30 6 28,68-10-112,1 0 0,-1 0 0,0 0 0,1 1 0,0 0 0,0 0 0,0 1 0,1 0 0,-7 6 0,-8 7 0,20-18 0,-1 0 0,1 0 0,0 0 0,-1-1 0,1 1 0,0 0 0,-1 0 0,1 0 0,0 0 0,-1-1 1,1 1-1,0 0 0,-1 0 0,1-1 0,0 1 0,0 0 0,-1-1 0,1 1 0,0 0 0,0-1 0,0 1 0,0 0 0,-1-1 0,1 1 0,0 0 0,0-1 0,0 1 0,0 0 0,0-1 0,0 1 0,0-1 1,0 1-1,0 0 0,0-1 0,0 1 0,0 0 0,0-1 0,0 1 0,0-1 0,0 1 0,1 0 0,-1-1 0,0-20-10,18-13-3120,-3 9-7149,-8 10-1548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8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48,'4'12'27523,"-1"-10"-25689,19-3-1632,1-1 0,-1-1 0,0-1 0,0-1 0,0 0 0,29-13 0,-24 9-135,12-5-10,-9 3 260,62-14 0,-92 25-300,0 0 1,1 0-1,-1 0 0,0 0 0,0 0 0,0-1 1,1 1-1,-1 0 0,0 0 0,0 0 0,0 0 0,0 0 1,1 0-1,-1 0 0,0 0 0,0 0 0,0 0 1,1 0-1,-1 0 0,0 0 0,0 0 0,0 0 1,1 0-1,-1 0 0,0 0 0,0 1 0,0-1 1,1 0-1,-1 0 0,0 0 0,0 0 0,0 0 1,0 0-1,0 0 0,1 1 0,-1-1 0,0 0 1,0 0-1,0 0 0,0 0 0,0 1 0,0-1 1,0 0-1,0 0 0,1 0 0,-1 1 0,0-1 1,0 0-1,0 0 0,0 0 0,0 1 0,0-1 1,0 0-1,0 0 0,0 0 0,0 1 0,0-1 1,0 0-1,-1 0 0,1 0 0,0 0 0,0 1 1,0-1-1,0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50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2881,'0'0'24604,"-20"2"-25442,-35 14-9860,35-11 2609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51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7924,'0'0'14374,"-27"0"-14278,20 0-96,-7 3-48,1 1-1216,-7 1-1057,-14-3-3074,0 0-2480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51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3105,'0'0'18521,"-27"0"-17401,27 2-575,0 0-449,-7 0-96,1 1 0,-1 1-432,-13-1-1441,-7 1-833,-7 1-2096,0-1-112,0-2 384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51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0 144,'0'0'15831,"-67"0"-13942,60 0-688,0 0-369,-6 0-416,-1 0-416,-13 5 0,0-3-576,-7 5-1761,0-5-2369,-7 0-1841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51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6499,'0'0'16632,"-13"0"-15944,6 0-688,0 0-16,-6 0-1281,-8 0-1248,-13 0-1569,-6 0-3537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51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2081,'0'0'19321,"-40"5"-18793,33-5-496,0 0-32,0 0-928,1 2-1505,-15-2-3586,-6 0-3650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52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7780,'0'0'16135,"0"2"-15671,0 0-464,-7 0-2241,0 1-1072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52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6739,'-129'49'15303,"129"-40"-12710,0 0-1040,0 0-272,0 0-353,0-2-688,0 2-128,0-2-112,0 2 0,0 2-816,0-2-833,0 3-464,-14-1-1729,1-2-2657,-1 0-1584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52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3730,'0'0'14887,"0"33"-13639,0-30-400,0 1-559,0 1-241,0-1-48,-7 3-657,7 0-1344,0 0-2977,-6 4-1409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52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1377,'-54'176'23098,"47"-172"-20601,7-2-2000,0 1-209,0-15-8692,0-1-304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53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4434,'7'9'22566,"27"37"-19624,-19-20-2239,25 57 0,-32-62-467,1-1 1,1 0-1,1 0 1,1-1-1,17 22 1,-18-28-237,19 14 0,-27-28 0,0-1 0,0 1 0,0-1 0,0 0 0,0 0 0,0 0 0,0-1 0,-1 1 0,1 0 0,3-6 0,2 1 0,3-3 0,0 2 0,1 0 0,0 0 0,1 1 0,-1 0 0,1 1 0,27-8 0,105-20 0,-85 21 0,-47 14-1429,-13-1 1339,0 0 1,1 0 0,-1 0 0,0 0 0,0 0-1,0 0 1,0 1 0,1-1 0,-1 0 0,0 0-1,0 0 1,0 0 0,0 0 0,0 0-1,0 1 1,1-1 0,-1 0 0,0 0 0,0 0-1,0 0 1,0 1 0,0-1 0,0 0-1,0 0 1,0 0 0,0 0 0,0 1 0,0-1-1,0 0 1,0 0 0,0 0 0,0 1 0,0-1-1,0 0 1,0 0 0,0 0 0,0 0-1,0 1 1,0-1 0,0 0 0,0 0 0,0 0-1,-1 0 1,1 1 0,0-1 0,0 0 0,0 0-1,0 0 1,0 0 0,0 0 0,-1 1-1,1-1 1,0 0 0,0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13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55 4802,'0'0'16400,"3"-9"-14954,11-26-208,-14 35-1214,0 0 1,0 0 0,0-1-1,0 1 1,0 0 0,1-1 0,-1 1-1,0 0 1,0-1 0,0 1-1,0 0 1,0-1 0,0 1-1,0 0 1,0 0 0,-1-1 0,1 1-1,0 0 1,0-1 0,0 1-1,0 0 1,0 0 0,0-1-1,-1 1 1,1 0 0,0 0 0,0-1-1,0 1 1,-1 0 0,1 0-1,0-1 1,0 1 0,-1 0-1,1 0 1,0 0 0,0 0 0,-1 0-1,1-1 1,0 1 0,0 0-1,-1 0 1,1 0 0,0 0 0,-1 0-1,1 0 1,0 0 0,-1 0-1,1 0 1,0 0 0,-1 0-1,1 0 1,0 0 0,0 0 0,-1 0-1,1 0 1,0 1 0,-1-1-1,1 0 1,0 0 0,0 0-1,-1 0 1,1 1 0,0-1 0,-1 0-1,-1 1 182,-12 2 91,0 1-1,1 0 1,-1 1 0,1 0 0,-25 14-1,-59 44 1035,91-60-1268,0 2 0,0-1 0,0 1 0,0-1 0,1 2 0,0-1 0,0 0 0,0 1 0,1 0-1,-1 0 1,2 1 0,-1-1 0,1 1 0,0 0 0,0 0 0,0 0 0,1 0 0,1 0 0,-1 0 0,1 1 0,0-1 0,1 0 0,-1 1 0,2 11 0,-1-17-74,1 1 0,-1-1 1,0 0-1,1 0 0,-1 0 0,1 0 0,-1 0 1,1 0-1,0 0 0,0 0 0,0 0 1,0 0-1,0-1 0,0 1 0,1 0 0,-1-1 1,1 1-1,-1-1 0,1 1 0,-1-1 1,4 2-1,0 0-137,0 0 1,0-1-1,1 1 1,-1-1 0,1-1-1,-1 1 1,1-1-1,6 1 1,2 0-386,0-2 0,1 1 1,-1-1-1,0-1 0,0-1 1,19-4-1,-10-2-1769,0-2 0,-1-1 0,0 0 0,41-29 1,-40 25-749,38-26-5687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13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73 6035,'0'0'16255,"-12"13"-14742,-39 43-297,49-54-1170,0 1-1,0-1 0,0 1 1,0-1-1,0 1 0,1-1 1,-1 1-1,1 0 0,0 0 1,0 0-1,0 0 0,0 0 0,0 0 1,1 0-1,0 0 0,-1 0 1,1 0-1,0 0 0,0 0 1,1 0-1,-1 0 0,1 0 1,-1 0-1,2 4 0,0-5-51,-1 1-1,1-1 1,-1 1 0,1-1-1,0 0 1,0 0-1,0 1 1,0-2 0,0 1-1,1 0 1,-1 0-1,0-1 1,1 1 0,0-1-1,-1 0 1,1 0-1,0 0 1,4 1 0,3 1-18,-1-1 1,1-1 0,-1 0-1,1 0 1,0-1 0,-1 0 0,1-1-1,0 0 1,18-4 0,-25 4-52,1-1 1,-1 1-1,0-1 1,0 1-1,0-1 1,0 0-1,0 0 1,0-1-1,-1 1 1,1 0-1,-1-1 1,0 0-1,1 1 1,-1-1-1,0 0 1,-1 0-1,1 0 1,0-1-1,-1 1 1,0 0-1,0 0 1,0-1-1,0 1 1,0-1-1,-1 1 1,1-1-1,-1 1 1,0-1-1,0-4 1,0 5 29,-1-1 0,1 1 0,-1-1 0,1 1 0,-1 0 1,0-1-1,0 1 0,0 0 0,-1-1 0,1 1 0,-1 0 0,0 0 0,0 0 0,0 0 1,0 0-1,0 1 0,0-1 0,-1 1 0,0-1 0,1 1 0,-1 0 0,-4-2 1,-6-3-174,0 0 0,-1 1 1,0 1-1,-17-5 0,-26-11-460,62 22 402,0 0 0,0 0-1,0 0 1,0-1 0,0 0-1,0 0 1,0 0 0,8-2-1,9 0-80,21 2 114,0-1 1,-1-2-1,1-3 0,-1-1 0,56-17 1951,-98 33 2994,-2 26-2937,-5-13-952,2-9-532,2 0 1,0 0 0,0 0-1,1 0 1,0 16-1,2-19-202,3 21-50,-2-30-39,0 0 1,0-1 0,0 1-1,0 0 1,-1-1-1,1 1 1,0-1 0,0 1-1,0-1 1,0 1 0,1-1-1,-1 0 1,0 1 0,0-1-1,0 0 1,0 0-1,0 0 1,0 0 0,0 0-1,0 0 1,0 0 0,1 0-1,-1 0 1,0-1 0,0 1-1,0 0 1,2-1-1,1-1-49,1 0 0,0-1-1,0 1 1,-1-1-1,1 0 1,-1 0-1,0 0 1,0-1-1,0 0 1,-1 1-1,1-1 1,2-5-1,37-53-100,-43 64 335,-1 1 0,1-1 0,0 1 0,0-1 1,0 0-1,1 1 0,-1-1 0,0 0 0,1 1 0,0-1 1,-1 0-1,1 0 0,0 1 0,0-1 0,0 0 0,2 2 1,-2-2-525,0 0 0,0 1 0,1-1 0,-1 0 0,0 0 0,1-1 0,0 1 1,-1 0-1,1 0 0,0-1 0,0 1 0,0-1 0,0 1 0,0-1 0,0 0 0,1 0 1,-1 0-1,0 0 0,0 0 0,4 0 0,39-1-9792,-24-2 2946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14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5074,'0'0'18817,"0"6"-17072,-1 6-1106,2 26 1373,-1-37-2012,0 0 0,1 0 0,-1 0 0,1 0-1,-1 1 1,1-1 0,-1 0 0,1-1 0,0 1 0,-1 0 0,1 0-1,0 0 1,0 0 0,-1 0 0,1-1 0,0 1 0,0 0-1,0-1 1,0 1 0,0-1 0,0 1 0,0-1 0,0 1 0,0-1-1,1 0 1,-1 1 0,0-1 0,0 0 0,0 0 0,0 0-1,2 0 1,2-1-157,-1 1-1,0-1 1,0 0-1,0 0 1,0-1-1,0 1 1,0-1-1,0 0 1,-1 0-1,1 0 1,-1-1-1,1 1 1,-1-1-1,0 1 1,0-1-1,0 0 0,0-1 1,0 1-1,-1 0 1,1-1-1,-1 0 1,0 1-1,2-6 1,-4 9 182,-1 0-1,1-1 1,0 1-1,0 0 1,0 0 0,0-1-1,0 1 1,1 0 0,-1-1-1,0 1 1,0 0-1,0 0 1,0-1 0,0 1-1,0 0 1,0 0 0,0-1-1,1 1 1,-1 0 0,0 0-1,0 0 1,0-1-1,1 1 1,-1 0 0,0 0-1,0 0 1,0-1 0,1 1-1,-1 0 1,0 0-1,0 0 1,1 0 0,-1 0-1,0 0 1,0 0 0,1 0-1,-1 0 1,0-1 0,1 1-1,-1 0 1,0 0-1,0 0 1,1 1 0,-1-1-1,0 0 1,1 0 0,-1 0-1,0 0 1,7 15 1479,2 3-4028,-8-17 2145,0-1 1,0 1-1,0 0 1,0-1 0,1 1-1,-1-1 1,0 1 0,0-1-1,0 0 1,0 1-1,1-1 1,-1 0 0,0 0-1,0 0 1,0 0-1,1 0 1,1 0 0,4 0-1341,19 0-4563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14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9524,'0'0'10293,"-68"138"-5859,55-80-1569,13-1-704,0-8-720,0-8-464,0-7-577,6-9-336,8-5-64,6-9-80,1-4-401,-1-7-543,0 0-417,1 0-928,-1-14-928,7-10-2114,-13-6-4513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14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13206,'0'0'12198,"149"9"-11654,-75-9-352,1-9-192,-1 0-608,-6 0-3042,-21 2-5106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15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135 320 10773,'0'0'14708,"0"21"-12603,0 384 3076,-1-338-5181,-1-39 0,1-1 0,1 1 0,2 0 0,0 0 0,2-1 0,2 0 0,10 36 0,-13-53 0,9 18 0,-11-27 0,-1-1 0,1 1 0,-1-1 0,1 1 0,-1-1 0,1 1 0,-1-1 0,1 1 0,-1-1 0,1 0 0,0 1 0,-1-1 0,1 0 0,-1 0 0,1 1 0,0-1 0,-1 0 0,1 0 0,0 0 0,0 0 0,-1 0 0,1 0 0,0 0 0,-1 0 0,1 0 0,0 0 0,-1 0 0,1 0 0,0-1 0,-1 1 0,1 0 0,0 0 0,-1-1 0,1 1 0,-1 0 0,1-1 0,-1 1 0,1-1 0,-1 1 0,2-1 0,42-42 0,-34 31 0,1 1 0,1 1 0,16-13 0,27-10-155,2 2 1,1 2-1,1 3 0,1 2 0,67-15 1,10 4-399,171-19 1,-195 42 1219,142 5 0,-255 5-628,0 1 0,1 0 0,-1-1-1,0 1 1,0 0 0,0-1 0,-1 1 0,1-1 0,0 1-1,-1 0 1,1-1 0,0 1 0,-1 0 0,0-1 0,1 1-1,-1 0 1,-1-2 0,-4-9-39,-1-1 0,2-1 0,-1 1 0,2-1 0,0 1 0,1-1 0,-3-20 0,2-10 0,2-47 0,1 48 0,2 0 0,2 0 0,2 1 0,13-58 0,-8 67-8,-4 14-1,-1 0 0,0 0 0,-2-1 0,3-30 0,-11 55 16,0 0 1,0 0 0,-1 0-1,0-1 1,0 1-1,-9 3 1,-18 12-8,-1-3 0,-1 0 0,0-3 0,-63 18 0,-154 20 0,154-34 0,22-4 0,-309 65 0,284-53 0,-168 65 0,255-85 0,9-5 0,0 0 0,1 1 0,-1 0 0,0 0 0,1 0 0,0 1 0,-1 0 0,1 0 0,0 0 0,0 0 0,1 0 0,-1 1 0,-5 7 0,9-11 0,0 0 0,0 1 0,0-1 0,0 0 0,0 1 0,0-1 0,1 1 0,-1-1 0,0 0 0,0 0 0,0 1 0,1-1 0,-1 0 0,0 1 0,0-1 0,1 0 0,-1 0 0,0 1 0,1-1 0,-1 0 0,0 0 0,0 0 0,1 1 0,-1-1 0,1 0 0,-1 0 0,0 0 0,1 0 0,-1 0 0,0 0 0,1 0 0,-1 0 0,0 0 0,1 0 0,-1 0 0,1 0 0,-1 0 0,0 0 0,1 0 0,-1 0 0,24 0 0,-19 0 0,11-1-671,-1 0 0,0-1 1,24-6-1,-6-1-3949,58-27 0,-70 27-4891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16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2897,'0'0'12337,"3"-4"-10030,8-5-665,-5 13 865,-5 26 2370,-2-11-3879,1 9 1380,7 46 0,5-24-3572,10-8-7544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2376 174 976,'0'0'4699,"2"-4"-3591,8-18 7868,-9 18-9197,0 3 265,1-1-1,-1 0 1,0 0 0,1 1-1,-1-1 1,1 1 0,-1-1 0,1 1-1,0 0 1,0-1 0,-1 1 0,1 0-1,0 0 1,0 0 0,0 1 0,3-2-1,40-15 118,-11 5 467,1 2 1,1 2-1,61-8 0,-3 8 227,4-2 180,1 4 0,124 9-1,39 32 364,-208-24-992,0 2-1,89 35 1,-113-34-126,-1 1 0,37 28 0,-37-24 116,50 25 1,-46-27-285,-1 1 0,0 1 0,-2 1 0,33 28 0,38 25 220,6 6 60,-95-69-311,-1 0 0,0 1 0,-1 1 0,0 0 0,-1 0 0,12 22 0,25 36 379,3 5 139,-42-61-426,0 0-1,-1 1 0,-1 0 1,0 0-1,-1 0 0,2 19 0,2 13 105,2-1 0,2 0 0,1-1 0,30 64 0,-26-67-256,-2-1 0,-2 2-1,-2-1 1,10 77 0,-12-80-21,-6-30 0,-1-1 0,0 1 0,-1 0 0,1 12 0,18 315 0,-20 224 0,-13-462 0,10-58 0,-2 0 0,-2 0 0,-19 64 0,9-33 0,11-42 0,-1 0 0,-2 0 0,-13 29 0,-140 284 0,74-193 0,5-11 0,62-100 0,-2-1 0,-31 38 0,25-37 0,-32 57 0,40-58 0,-2-2 0,-1 0 0,-37 41 0,-55 62 0,97-114 0,-1-1 0,-1-1 0,0 0 0,-2-2 0,-40 29 0,-2 2 0,43-32 0,0-1 0,-48 27 0,-171 78 0,185-94 0,0-2 0,-2-3 0,-114 32 0,-188 20 0,221-50 0,43-11 0,-156 6 0,-98-24 0,311 0 0,0-2 0,-39-10 0,35 5 0,-56-4 0,13 6 0,1-3 0,-142-40 0,215 48 0,0-1 0,1-1 0,0 0 0,0 0 0,0-1 0,1 0 0,0-1 0,0-1 0,1 1 0,-1-1 0,2-1 0,-12-13 0,9 11 0,0 0 0,-1 1 0,0 0 0,-27-16 0,28 20 0,1-1 0,-1-1 0,1 1 0,0-1 0,1-1 0,0 0 0,0 0 0,-10-16 0,-9-15 0,-1 1 0,-3 1 0,-57-53 0,25 25 0,23 24 0,-1-1 0,-58-78 0,-15-51 0,100 145 0,1-1 0,1-1 0,2-1 0,1 1 0,2-1 0,0-1 0,-3-35 0,-16-56 0,24 100 0,-6-81 0,6 47 0,-15-78 0,17 128 0,-4-32 0,-2-69 0,8 29 0,1 19 0,-11-99 0,5 112 0,2 0 0,5-52 0,-1 10 0,-1 66 0,2 0 0,0 1 0,6-23 0,4-25 0,20-89 0,-23 104 0,27-90 0,-24 100 0,-5 14 0,-3 10 0,1 1 0,0 0 0,1 0 0,1 1 0,13-22 0,1 5-17,-2 0 1,-2-1-1,17-45 0,-28 56-10,13-29-34,53-80-963,-41 74 796,-23 41 97,1 1 0,1-1 0,18-23-1,9-21-426,-4 5 281,25-31-369,-38 54 545,28-34 0,33-22-62,-61 69 74,1 1-1,30-23 1,-25 23-31,42-43 1,-42 37-178,2 2 0,45-31 0,-57 44 281,31-21-65,28-21 101,-2-8-81,-51 44 46,1 1 1,0 1-1,1 1 1,0 1 0,1 1-1,1 1 1,0 2-1,1 0 1,39-7 0,69-25 14,-92 27 0,82-18 0,-46 15-17,30-3-36,-84 17 86,0-2-1,0-1 0,30-12 1,-36 12 22,1 0 0,-1 1-1,1 1 1,0 1 0,38-3 0,118 0 1492,-157 6-1322,0 1-1,1 1 1,-1 1-1,1 0 0,24 8 1,-20-5-163,0-1 1,42 2-1,-67-5-208,0 0 0,0-1 0,0 1-1,0-1 1,0 1 0,0 0 0,0-1-1,-1 1 1,1-1 0,0 1 0,0-1-1,0 1 1,-1-1 0,1 1 0,0-1-1,-1 1 1,1-1 0,0 1 0,-1-1-1,1 1 1,0-1 0,-1 0 0,1 1-1,-1-1 1,1 0 0,-1 1-1,0-1 1,-23 14-7403,15-8 2330,-10 3-6200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7764,'0'0'10762,"6"6"-9100,3 4-1171,-1 0 1,-1 0-1,0 0 1,-1 1-1,0 0 0,0 1 1,-1-1-1,-1 1 1,5 18-1,16 113 790,5 24-211,-18-138-4843,-6-19 567,-3-16 463,-3-17-2598,0-5-886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7 259 3890,'0'0'9321,"-1"-5"-7888,-3-18-16,3 18-374,53 5 1767,10 1-1796,1-2 1,-1-4-1,69-12 0,172-56-470,-109 24-316,221-27 0,-379 72-83,67 2-1,-101 2-26,1 1 1,-1-1-1,1 1 1,-1 0-1,0 0 1,1 0 0,-1 0-1,0 0 1,0 0-1,0 0 1,0 1-1,0-1 1,0 1 0,0 0-1,0-1 1,0 1-1,-1 0 1,1 0-1,-1 0 1,3 4 0,22 53 3329,-15-29-2084,11 22-1296,-3 0 1,14 65-1,-17-33-68,-13-59 0,2 0 0,1 0 0,11 32 0,-10-38 0,-7-15 0,1 0 0,0-1 0,1 1 0,-1-1 0,1 1 0,-1-1 0,1 1 0,0-1 0,0 0 0,4 4 0,-14-15 0,7 6 0,0 1 0,0-1 0,0 1 0,0-1 0,-1 1 0,1 0 0,-1 0 0,1-1 0,-1 1 0,1 0 0,-1 0 0,0 1 0,-1-2 0,-13-3 0,0 2 0,0-1 0,-1 2 0,1 0 0,-31 1 0,2 3 0,-45 7 0,-2 10 0,1 5 0,-142 55 0,149-48 0,-162 59 0,-234 79 0,464-164 0,7-2 0,0 0 0,0 0 0,0-1 0,0-1 0,-16 2 0,25-3 0,-1 0 0,1-1 0,-1 1 0,1 0 0,-1 0 0,1-1 0,-1 1 0,1 0 0,0-1 0,-1 1 0,1 0 0,0-1 0,-1 1 0,1 0 0,0-1 0,-1 1 0,1-1 0,0 1 0,0-1 0,0 1 0,-1-1 0,1 1 0,0-1 0,0 1 0,0-1 0,0 1 0,0-1 0,0 1 0,0-1 0,0 1 0,0-1 0,0 1 0,0-1 0,1 0 0,2-16 0,0 13-374,0-1-1,1 1 1,0 1 0,-1-1-1,2 0 1,-1 1 0,0 0 0,1 0-1,-1 0 1,1 1 0,0-1-1,0 1 1,0 0 0,0 1-1,0-1 1,1 1 0,-1 0 0,0 0-1,8 0 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264 129 2497,'0'0'10317,"8"-7"-8367,2 0-1292,-7 5-381,1 0 1,-1-1-1,0 1 0,1-1 1,-1 0-1,-1 0 0,1 0 0,0 0 1,4-7-1,-6 9-56,-1 0 0,1-1-1,0 1 1,0 0 0,-1-1 0,1 1 0,-1-1-1,1 1 1,-1-1 0,0 1 0,1-1 0,-1 1 0,0-1-1,0 0 1,0 1 0,0-1 0,0 1 0,-1-1-1,1 1 1,0-1 0,-1 1 0,1-1 0,-1 1-1,-1-3 1,0 2-94,0-1-1,0 1 1,0 0 0,0 0-1,0 0 1,-1 0 0,1 0-1,-1 1 1,1-1-1,-1 1 1,-5-3 0,-2 1-121,-1-1-1,1 1 1,-1 1 0,1 0 0,-20-1 0,21 3 10,1 0-1,0 1 0,-1 0 0,1 0 1,0 1-1,0-1 0,0 2 1,0-1-1,-12 7 0,16-7-19,1 0 0,0 0 0,0 1 0,1-1-1,-1 1 1,0-1 0,1 1 0,0 0 0,-1 0 0,1 0 0,0 0-1,1 0 1,-1 1 0,0-1 0,1 1 0,0-1 0,0 1-1,0-1 1,0 1 0,1-1 0,-1 1 0,1 0 0,0 6 0,1-8 4,-1 0 0,1 0 0,-1 1 0,1-1 0,0 0 0,0 0 0,0 0 0,0 0 0,0 0 0,1-1 0,-1 1 0,0 0 0,1 0 0,0-1 0,-1 1 0,1-1 0,0 0 0,0 1 0,0-1 0,0 0 0,0 0 0,0 0 0,0 0 0,0 0 0,0-1 0,0 1 0,0-1 0,3 1 0,12 3 44,0-1 1,28 2 0,-29-3-35,-14-2-6,8 1-12,0 0-1,0 1 0,0 0 1,17 6-1,-25-7 7,0 0 1,0 0-1,0 0 0,0 0 1,0 1-1,0-1 1,0 0-1,0 1 0,-1 0 1,1-1-1,-1 1 0,1 0 1,-1 0-1,0 0 1,0 0-1,0 0 0,0 0 1,0 0-1,0 0 0,0 0 1,-1 0-1,1 1 0,-1-1 1,1 0-1,-1 0 1,0 4-1,0 6 23,0 0 0,-1-1 0,0 1 1,-1-1-1,-1 0 0,0 1 0,0-1 0,-1 0 0,0-1 0,-1 1 0,0-1 1,-7 10-1,-108 152 916,81-122 143,-62 105 0,100-154-1077,1 0 0,-1 1 0,0-1 0,0 0-1,0 1 1,1-1 0,-1 1 0,1-1 0,-1 1-1,1-1 1,0 1 0,-1-1 0,1 1 0,0 0 0,0-1-1,0 1 1,0-1 0,0 1 0,1 0 0,0 2 0,-1-4-4,1 1 1,0-1 0,0 1 0,0-1 0,-1 1-1,1-1 1,0 0 0,0 1 0,0-1-1,0 0 1,0 0 0,0 0 0,0 0 0,0 1-1,0-1 1,0-1 0,0 1 0,0 0 0,0 0-1,0 0 1,0 0 0,0-1 0,1 0-1,9-2 2,0-1 0,-1-1 0,1 0 0,10-6 0,40-28 22,152-85 535,-211 122-440,-5 4-2320,0 0 832,-1-1 0,1 1 0,-1-1 0,1 0 0,-1 0 0,1-1 0,-1 1 0,-5 0 0,-5-1-6346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7059,'0'0'14879,"0"22"-13377,0 149 1497,0-171-3004,0 0 1,0 1-1,0-1 1,1 0 0,-1 0-1,0 0 1,0 0-1,0 0 1,1 1-1,-1-1 1,0 0-1,0 0 1,1 0 0,-1 0-1,0 0 1,0 0-1,1 0 1,-1 0-1,0 0 1,0 0 0,1 0-1,-1 0 1,0 0-1,0 0 1,1 0-1,-1 0 1,0 0-1,0 0 1,1 0 0,-1 0-1,0 0 1,0-1-1,0 1 1,1 0-1,-1 0 1,0 0 0,0 0-1,0 0 1,1-1-1,-1 1 1,0 0-1,0 0 1,0 0-1,0-1 1,1 1 0,-1 0-1,0 0 1,0-1-1,0 1 1,0 0-1,0 0 1,0-1-1,0 1 1,0 0 0,12-14-377,73-105-24,-85 119 483,1 0 1,0-1-1,-1 1 0,1 0 0,-1 0 1,1 0-1,0 1 0,-1-1 0,1 0 1,-1 0-1,1 0 0,-1 0 1,1 1-1,-1-1 0,1 0 0,-1 0 1,1 1-1,-1-1 0,1 0 0,-1 1 1,1-1-1,-1 0 0,1 1 1,-1-1-1,0 1 0,1-1 0,-1 1 1,0-1-1,1 1 0,-1-1 0,0 1 1,0-1-1,0 1 0,1-1 1,-1 1-1,0 0 0,16 29 311,-13-25-144,-2-3-349,0 0 1,0-1 0,0 1 0,1 0-1,-1-1 1,1 1 0,-1-1 0,1 1-1,-1-1 1,1 0 0,0 1 0,0-1 0,-1 0-1,1 0 1,0 0 0,0-1 0,4 2-1,-4-1-349,1-1 1,-1 0-1,0 0 0,0 0 0,1 0 0,-1 0 0,0-1 0,0 1 0,0-1 0,0 1 0,1-1 0,-1 0 1,0 0-1,0 0 0,0 0 0,0 0 0,-1 0 0,3-2 0,17-17-7985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87 208,'0'0'20415,"3"3"-19007,3 1-1102,0-1-1,0 0 0,1 0 0,-1-1 1,1 0-1,0 0 0,0 0 1,-1-1-1,1 0 0,0 0 0,9-1 1,-11 0-265,1 1 0,-1-2 1,1 1-1,-1 0 0,1-1 1,-1 0-1,1-1 0,-1 1 1,0-1-1,1 0 0,-1 0 1,0-1-1,0 1 0,-1-1 1,7-5-1,-10 7-41,1 0 0,-1 0 0,0 0-1,0-1 1,0 1 0,-1 0 0,1-1 0,0 1 0,0 0 0,-1-1-1,1 1 1,-1-1 0,1 1 0,-1-1 0,1 1 0,-1-1 0,0 1-1,0-1 1,0 0 0,0 1 0,0-1 0,0 1 0,-1-1 0,1 1-1,0-1 1,-1 1 0,1-1 0,-1 1 0,1-1 0,-1 1 0,-1-2-1,0 0-1,0 0 0,0 1-1,0-1 1,-1 1 0,1-1-1,-1 1 1,0 0 0,1 0-1,-1 0 1,0 1 0,0-1-1,0 0 1,-5 0 0,3 0 58,-1 0-1,1 1 1,-1 0 0,0 0 0,1 0 0,-1 1-1,0-1 1,0 2 0,0-1 0,1 1 0,-1-1-1,0 1 1,-9 4 0,12-4 16,0 1 0,0-1 0,0 1 0,1-1 0,-1 1 0,1 0 0,-1 0 0,1 0 0,0 1 0,0-1-1,0 1 1,0-1 0,0 1 0,1-1 0,-1 1 0,1 0 0,-1 0 0,1 0 0,0 0 0,0 0 0,1 0 0,-1 0 0,0 0 0,1 0 0,0 0 0,0 1 0,0 2 0,0 18 9,-1-11 87,1 0-1,0-1 0,1 1 0,0 0 1,6 22-1,-6-32-336,0 0-1,0 0 1,1 0 0,-1-1 0,1 1-1,-1 0 1,1-1 0,0 1-1,0-1 1,0 0 0,1 0-1,-1 1 1,0-1 0,1-1-1,-1 1 1,1 0 0,0-1 0,0 1-1,-1-1 1,1 0 0,0 0-1,0 0 1,0 0 0,0 0-1,0-1 1,0 0 0,1 1-1,-1-1 1,5-1 0,5 2-1226,-7-1 389,0 1-1,0-2 1,0 1 0,0 0 0,0-1 0,11-3-1,23-19-6663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9636,'0'0'16101,"0"6"-14460,0 73 2219,35-80-6087,-26-5 1975,0 0 0,-1-1 0,0 0 0,0-1 0,0 1 0,-1-2 0,0 1 0,10-17 0,9-9 228,-26 34 87,0 0 0,0 1 1,0-1-1,0 0 0,0 0 0,0 1 1,0-1-1,0 0 0,0 1 0,1-1 1,-1 0-1,0 0 0,0 1 0,0-1 1,0 0-1,0 0 0,0 1 0,1-1 0,-1 0 1,0 0-1,0 0 0,0 1 0,1-1 1,-1 0-1,0 0 0,0 0 0,0 0 1,1 1-1,-1-1 0,0 0 0,1 0 1,-1 0-1,0 0 0,0 0 0,1 0 1,-1 0-1,0 0 0,0 0 0,1 0 1,-1 0-1,0 0 0,1 0 0,-1 0 1,0 0-1,0 0 0,1 0 0,-1 0 1,0 0-1,0 0 0,1-1 0,-1 1 0,0 0 1,0 0-1,1 0 0,-1 0 0,0-1 1,0 1-1,0 0 0,1 0 0,-1 0 1,0-1-1,0 1 0,0 0 0,0 0 1,1-1-1,-1 39 614,2 6-777,1-43-284,0 1 1,0-1-1,0 0 0,1 0 0,-1 0 0,0 0 0,1 0 0,-1-1 0,0 0 0,1 0 0,-1 0 0,1 0 0,-1 0 0,6-2 0,3 2-1396,16-4-3564,5-15-2758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7 5122,'0'0'16619,"-1"9"-15419,-2 29-165,3-37-967,0 1 0,1-1 0,-1 1 0,1-1-1,-1 1 1,1-1 0,0 0 0,-1 1 0,1-1-1,0 0 1,0 1 0,0-1 0,0 0 0,0 0-1,0 0 1,0 0 0,0 0 0,0 0 0,1 0-1,-1 0 1,0-1 0,1 1 0,-1 0 0,1-1-1,-1 1 1,1-1 0,-1 0 0,1 1 0,2-1 0,43 4 919,-47-4-978,2 1-6,-1-1 1,1 0-1,-1 0 0,1 0 1,-1 0-1,1 0 0,0 0 1,-1-1-1,1 1 1,-1 0-1,1-1 0,-1 1 1,1-1-1,-1 0 0,0 1 1,1-1-1,-1 0 0,0 0 1,1 0-1,-1 0 0,0 0 1,0 0-1,2-2 0,-2 0-19,0-1 0,0 1-1,-1 0 1,1-1-1,-1 1 1,0-1 0,0 1-1,0-1 1,0-3-1,-1-9 66,1 15-26,0 0-1,0 0 0,0 0 0,-1 0 0,1 0 1,0 0-1,-1 0 0,1 0 0,-1 1 1,1-1-1,-1 0 0,1 0 0,-1 0 0,0 1 1,1-1-1,-1 0 0,0 1 0,0-1 0,0 0 1,1 1-1,-1-1 0,0 1 0,0-1 1,0 1-1,0 0 0,0-1 0,0 1 0,0 0 1,0 0-1,0 0 0,0-1 0,0 1 1,0 0-1,0 0 0,-1 1 0,-2-1 123,0 0-1,0 0 0,0 0 1,1 1-1,-1 0 1,0 0-1,1 0 1,-7 2-1,3 2 41,-1 0-1,1 0 1,1 1 0,-1-1 0,1 2-1,0-1 1,1 0 0,-1 1 0,1 0-1,1 1 1,-1-1 0,1 1 0,0 0 0,1 0-1,0 0 1,0 0 0,1 0 0,0 1-1,-1 12 1,3-19-195,0-1 0,1 0-1,-1 1 1,0-1 0,1 0 0,-1 0-1,1 1 1,0-1 0,-1 0 0,1 0-1,0 0 1,0 0 0,0 0 0,-1 0-1,1 0 1,0 0 0,0 0 0,1 0 0,-1-1-1,0 1 1,0 0 0,0-1 0,0 1-1,1-1 1,-1 1 0,0-1 0,0 1-1,1-1 1,-1 0 0,0 0 0,1 0-1,1 0 1,57 2-1092,-40-3 408,-20 1 669,24 0-2265,-1-1-1,0 0 1,26-7 0,18-12-7296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2735 166 1008,'0'0'6126,"26"0"336,-25 0-5486,46-4 2380,23-8-2791,10-2-591,244-26 392,-250 33-131,62-9 709,79-18-385,3 10 1,0 9 0,263 16-1,-418 5-201,0 3-1,90 25 1,-100-22-300,184 60 483,-46-13 522,-136-43-819,0 2-1,-2 3 1,0 2 0,88 53 0,-12-11-33,-99-51-75,1 0 0,-2 2 0,55 39 0,-80-50-114,1 0 0,-1 0 1,0 1-1,0-1 0,-1 1 0,0 0 0,4 8 0,9 16 12,166 274 1695,-35 12 385,-58-115-1070,-81-186-959,0 1 0,-2 0 0,0 0 0,0 1 1,-2-1-1,0 1 0,3 30 0,-3 31-74,4-1 0,31 133 1,-9-57-17,-13-71 5,-10-52 0,-1 0 0,-1 0 0,1 41 0,1 139 0,13 76 0,-15-102 0,-4 123 0,-8-255 0,-2 0 0,-17 54 0,-6 36 0,27-112 0,0 1 0,-1 0 0,-12 35 0,10-39 0,-8 52 0,1 0 0,-35 167 0,5-23 0,-17 20 0,-32 10 0,25-80 0,30-74 0,-11 33 0,35-94 0,-3 0 0,0-1 0,-3-1 0,-38 53 0,15-24 0,-38 53 0,67-95 0,0-1 0,-2 0 0,0-2 0,-1 0 0,-22 18 0,-109 82 0,103-85 0,-19 9 0,-1-2 0,-91 41 0,84-47 0,-130 87 0,157-91 0,-1-3 0,-2-2 0,-1-1 0,-53 18 0,-221 63 0,140-50 0,-14 0 0,-214 31 0,213-49 0,-267 47 0,326-68 0,-195 2 0,181-18 0,-198-7 0,299-2 0,1-1 0,0-3 0,0-3 0,1-1 0,1-3 0,1-2 0,1-2 0,0-2 0,-86-60 0,114 69 0,-4-5 0,-1 1 0,-1 1 0,0 2 0,-2 0 0,0 2 0,-33-12 0,46 21 0,0 0 0,0-1 0,1-1 0,0 0 0,-14-10 0,22 13 0,1-1 0,-1 0 0,1 0 0,0-1 0,1 1 0,-1-1 0,1 0 0,0 0 0,0-1 0,1 1 0,0-1 0,0 0 0,-2-7 0,1 0 0,-35-94 0,33 96 0,1 1 0,-1 1 0,-1-1 0,0 1 0,-1 0 0,0 0 0,-11-10 0,-5-5 0,2 0 0,1-1 0,-24-39 0,30 43 0,-24-40 0,-52-112 0,67 129 0,-2 1 0,-2 1 0,-43-50 0,33 44 0,-51-84 0,80 115 0,2 1 0,-11-35 0,-10-25 0,-46-114 0,59 156-20,2-1 0,-17-71-1,14 43-25,3 9-141,3-2-1,-4-75 0,8 72 55,-19-92-13,15 102-142,2 0-1,-2-70 1,-10-57-761,17 71 436,0 45 301,7-79-1,3-81-212,-5 133 504,-2 64 5,0 0 0,6-42 0,8-19-9,-4 25 33,21-76 1,-29 130-11,22-71-184,57-127 0,-54 143-224,31-108 0,7-14-851,-34 107 852,39-83-839,-29 75 819,-31 60 104,1 0 0,1 1 0,1 0 0,1 1 0,28-33 0,92-105-1330,-66 79 1231,108-87-742,-139 133 466,37-44-1,-44 45 401,66-57 0,47-39-548,-129 114 443,-1 0-1,22-35 1,-25 35-26,0 0-1,2 1 1,0 0 0,18-17 0,145-119-514,-158 134 1079,1-1 0,19-26-1,-25 28-111,1 0 0,0 1 0,1 1-1,26-21 1,87-61-393,-101 77 104,2 0 0,0 2 0,0 2 0,2 0 0,31-10 0,30-16 413,-59 25 736,0 2 0,1 1 1,39-10-1,-4 8-680,38-11 871,-42 4 3071,-29 11-2488,-14 11-1001,-2 0 131,1 0 0,-1-1 0,0 0 0,0-2 0,24-6 0,-3-9 2255,-38 16-3046,-2 2-56,-30 3-8077,-1 7 751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4466,'0'0'10287,"15"-3"-3476,-3 5-5722,-1 14-424,-1-1 1,0 1-1,-1 1 0,7 19 1,8 14 316,-4-4-383,-1 0 1,-3 2-1,-2 0 1,-2 0-1,7 62 0,-18-104-546,40 222 2103,-38-209-2156,-3-17 0,0 1 0,0 0 0,0-1 0,1 1 0,-1-1 0,1 1 0,0-1 0,-1 1 0,1-1 0,0 1 0,1-1 0,-1 0 0,2 3 0,-4-24-2873,-3-27-7100,3 26-552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1056,'0'0'11568,"2"8"-6557,3 12-3240,-6 166 4705,-11 94-2366,8-180-3404,4-62-292,-2 0 0,-1-1 0,-2 1-1,-17 61 1,3-48-7433,15-42 3531,0 0 0,1 1 0,0 0 0,-2 14 0,4-2-3956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597 0 2049,'0'5'15232,"0"20"-13462,-1-18-1490,0-1-1,0 1 0,0-1 0,-1 0 1,0 1-1,0-1 0,-1 0 0,1 0 0,-7 9 1,-39 53 1328,32-46-1089,-75 100 969,-77 110 599,-13 21 1381,146-198-4386,10-16-2042,19-25-722,4 0-3623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1009 0 384,'0'0'11971,"-8"1"-10696,-143 24 7644,-4 3-4290,-312 73-2158,315-67-719,148-32-2439,0 0 1,-1 0-1,2 0 1,-1 0-1,0 1 0,0 0 1,1-1-1,-1 2 1,1-1-1,0 0 1,-3 4-1,-9 9-7730,1-3-2598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4402,'0'0'10712,"-28"14"-6855,10 1-2452,18-14-1365,0-1 0,0 1 0,0-1 0,0 1 0,0-1 0,0 1 0,-1-1 0,1 1 0,0-1 1,0 1-1,0-1 0,1 1 0,-1-1 0,0 1 0,0-1 0,0 1 0,0-1 0,0 1 1,1-1-1,-1 1 0,0-1 0,0 0 0,1 1 0,-1-1 0,0 1 0,1-1 0,-1 0 0,0 1 1,1-1-1,-1 0 0,0 1 0,1-1 0,-1 0 0,1 0 0,-1 1 0,1-1 0,-1 0 1,1 0-1,-1 0 0,1 0 0,-1 1 0,1-1 0,-1 0 0,1 0 0,-1 0 0,1 0 1,-1 0-1,1 0 0,-1 0 0,1-1 0,54 7 1700,72 0-1,20 1 80,-61 2-1323,370 53 4056,-437-60-4552,16 4 0,-33-2-330,-10 1-579,-11 4-2156,18-9 1969,-27 9-13222,9-5 2486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4322,'0'0'10319,"-21"6"-7219,16 0-2716,0 0-1,1 1 0,0-1 0,0 1 0,0 0 0,1 1 0,0-1 0,0 1 1,0-1-1,-1 12 0,1 2 27,1 1-1,2 33 1,0-31-398,0-22 9,0 0 0,1 1 0,-1-1 0,0 0 0,1 1 0,0-1 0,-1 0 0,1 0-1,0 0 1,0 0 0,0 0 0,1 0 0,-1 0 0,0 0 0,1 0 0,-1-1 0,1 1 0,0 0-1,-1-1 1,1 0 0,0 1 0,0-1 0,0 0 0,0 0 0,0 0 0,0 0 0,0 0 0,1 0-1,-1-1 1,0 1 0,0-1 0,1 1 0,-1-1 0,0 0 0,0 0 0,1 0 0,2-1 0,2 1 46,0 0 0,0-1 0,0 0 0,0 0 1,0 0-1,0-1 0,0 0 0,-1-1 0,1 0 1,-1 0-1,9-5 0,-11 6 23,0-1 0,-1 1 0,1-1 0,-1 1 0,1-1 0,-1 0-1,0-1 1,0 1 0,-1 0 0,1-1 0,-1 0 0,0 1 0,1-1 0,-2 0 0,1 0 0,0 0 0,-1 0 0,0-1-1,0 1 1,0 0 0,0 0 0,-1-1 0,0 1 0,0-1 0,0 1 0,-1-7 0,2 4 94,-2 0 0,1-1 1,0 1-1,-1 0 0,-1 0 1,1-1-1,-1 1 0,0 0 0,-1 1 1,0-1-1,0 0 0,-6-9 1,-5 13 2914,7 4-5129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4258,'0'0'18643,"0"27"-16941,0 213 4018,0-239-5386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31 3089,'0'0'10357,"2"-4"-9308,-2 2-964,1 0 1,0 1 0,-1-1 0,1 1 0,0 0 0,0-1 0,0 1-1,0 0 1,1-1 0,-1 1 0,0 0 0,0 0 0,1 0-1,-1 0 1,1 0 0,-1 1 0,1-1 0,-1 0 0,1 0-1,-1 1 1,1-1 0,0 1 0,-1 0 0,1 0 0,2-1-1,55 0 1627,-33 2-1064,-24 0-600,-1-1 1,0 0-1,1 0 1,-1 1-1,0-1 1,1 1-1,-1-1 0,0 1 1,1 0-1,-1 0 1,0-1-1,0 1 1,0 0-1,0 0 0,0 0 1,0 0-1,0 0 1,0 0-1,0 0 0,-1 1 1,1-1-1,0 0 1,-1 0-1,1 1 1,-1-1-1,1 0 0,-1 1 1,1-1-1,-1 0 1,0 1-1,0-1 1,0 1-1,0-1 0,0 0 1,0 1-1,0-1 1,0 0-1,-1 1 0,1-1 1,-1 2-1,0 1 44,1 0 0,-1 1 0,0-1 0,0 0 0,-1 0 0,1-1 0,-1 1 0,0 0 0,0 0 0,0-1 0,0 1-1,0-1 1,-1 0 0,-3 3 0,-38 25 941,29-22-508,1 1-1,1 0 1,-21 20-1,30-26-353,1 1 0,-1-1 0,1 0-1,0 1 1,1 0 0,-1 0 0,1 0 0,0 0 0,0 0-1,0 0 1,1 0 0,0 0 0,0 1 0,0-1-1,1 10 1,0-14-128,0 0 0,1 1-1,0-1 1,-1 0 0,1 0 0,0 1-1,0-1 1,-1 0 0,1 0-1,0 0 1,0 0 0,0 0 0,0 0-1,1 0 1,-1-1 0,0 1 0,0 0-1,0-1 1,1 1 0,-1 0-1,0-1 1,1 0 0,-1 1 0,0-1-1,1 0 1,-1 0 0,1 1-1,-1-1 1,0 0 0,3-1 0,59 2 497,-46-2-532,2 1-140,14 0-168,-12 0-3462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25 576,'0'0'11688,"-5"-2"-10637,5 2-609,-15-7-482,8-2 5537,54 7-1567,-15 0-3096,-24 1-668,1 0-1,-1 1 1,1-1-1,-1 2 1,1-1-1,-1 1 1,0 1-1,10 2 1,-17-4-148,-1 1 1,1-1-1,0 0 1,0 1-1,0-1 1,0 1 0,0-1-1,-1 1 1,1 0-1,0-1 1,0 1-1,-1 0 1,1 0-1,-1-1 1,1 1-1,0 0 1,-1 0 0,0 0-1,1 0 1,-1 0-1,1 0 1,-1 0-1,0-1 1,0 1-1,0 0 1,1 0 0,-1 0-1,0 0 1,0 0-1,0 0 1,-1 0-1,1 0 1,0 0-1,0 0 1,0 0 0,-1 0-1,1 0 1,0 0-1,-1 0 1,1 0-1,-1 0 1,1-1-1,-1 1 1,-1 1 0,0 2 115,-1 0 1,0-1 0,0 0 0,-1 0-1,1 0 1,0 0 0,-1 0-1,0-1 1,-6 4 0,2-2 57,-20 12 643,27-15-831,0 0-1,1-1 1,-1 1 0,1 0-1,-1 0 1,1 0-1,-1 0 1,1 1 0,-1-1-1,1 0 1,0 0-1,0 0 1,-1 0-1,1 0 1,0 0 0,0 1-1,0-1 1,0 0-1,0 0 1,1 0 0,-1 0-1,0 0 1,0 0-1,1 0 1,-1 0-1,1 1 1,-1-1 0,2 1-1,51 55-1606,-52-55 1565,1 0-1,-1 0 1,0 1 0,1-1 0,-1 1 0,0-1-1,-1 1 1,1-1 0,0 1 0,-1 0 0,0-1-1,1 6 1,-2-6 81,1-1 0,-1 0 0,1 1 0,-1-1 0,1 0 0,-1 1 0,0-1 0,0 0 1,0 0-1,1 0 0,-1 1 0,0-1 0,-1 0 0,1 0 0,0 0 0,0-1 0,0 1 0,-1 0 0,1 0 0,0-1 0,-1 1 0,1-1 0,-3 2 0,-5 1 739,-1-1 1,0 1-1,-1-1 1,-12 0-1,-8 2 359,25-2-1141,4 4-3025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0 864,'0'0'5237,"-5"0"-4447,-11 1 2436,43 3 890,29 3 1057,-25 4-3640,1 1 0,-2 2-1,0 1 1,42 29 0,-3-3-51,-55-33-1438,268 159 2297,-220-125-1731,-2 1 0,76 73 0,12 6-610,-59-52 0,-80-65 0,7 5 0,-17-10 0,1 0 0,0 0 0,0 0 0,0 0 0,0 0 0,0 0 0,0 0 0,0 0 0,0 0 0,0 0 0,0 1 0,0-1 0,0 0 0,0 0 0,0 0 0,0 0 0,0 0 0,0 0 0,0 0 0,0 1 0,0-1 0,0 0 0,0 0 0,0 0 0,0 0 0,0 0 0,0 0 0,0 0 0,0 1 0,0-1 0,0 0 0,0 0 0,0 0 0,0 0 0,0 0 0,0 0 0,0 0 0,0 0 0,0 0 0,0 0 0,0 1 0,1-1 0,-1 0 0,0 0 0,0 0 0,0 0 0,0 0 0,-7-2-59,0 0 1,0 0-1,0-1 1,1 0-1,-1 0 1,1-1-1,-12-8 1,-17-9-1395,-14-2-5313,15 7-1283,-18-8-7758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4562,'3'2'16156,"1"9"-14586,-5-5-1131,0 0 0,0 1 0,-1-1 1,0 0-1,0 0 0,0 0 1,-1 0-1,-5 8 0,-31 48 1410,32-51-1470,0-1-234,1 1 0,0 0 0,1 0-1,0 1 1,1-1 0,0 1 0,1 0 0,0 0-1,1 0 1,1 0 0,-1 1 0,2-1 0,0 13 0,1-24-142,-1 0 1,1 0-1,-1-1 1,1 1-1,-1 0 1,1 0 0,-1-1-1,1 1 1,-1 0-1,1-1 1,0 1-1,0-1 1,-1 1 0,1-1-1,0 1 1,0-1-1,-1 1 1,1-1-1,0 0 1,0 1 0,0-1-1,0 0 1,0 0-1,0 0 1,0 0-1,-1 0 1,3 0 0,30 3 81,-28-3-70,24 2 18,-9 0 20,0-1 1,-1-1 0,1-1-1,0 0 1,37-8 0,-52 9-33,-4 0-42,4 0 127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3922,'0'0'21370,"-47"131"-19097,40-91-80,0-4-1041,0 0-496,7-8-351,0-6-257,0-4 0,0-7-48,0-2-481,0-2-1183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 3858,'-6'-18'22728,"13"21"-22505,-1-1 0,-1 1 1,1 0-1,0 1 0,-1 0 1,0 0-1,0 0 0,0 0 1,0 1-1,-1 0 0,6 6 1,41 69 991,-1-2-671,-23-48-196,1 0 1,2-2-1,1-1 1,47 31-1,-60-44-348,-1 1 0,0 0 0,27 34 0,-29-29 0,17 16 0,28 14 0,-56-46 0,-4-4 0,10 1 0,-9 1 0,-1 0 0,0 28-2898,0-3-5470,0-3-5257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12 15191,'0'0'14305,"-7"-4"-10759,-13-3-5262,-14 7-10679,13 0 11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9492,'0'0'20839,"4"0"-18744,10-3-1754,-5 2-341,-2 1 0,0 0 0,-1 0-398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8500,'0'0'21247,"27"2"-18227,-24 0-3020,-2-1 0,1-1 0,-1 1 0,1 0 0,-1 0 0,1 0 0,-1 1 0,1-1 0,-1 0 0,0 0 0,0 1 0,0-1 0,0 1 0,0-1 0,0 1 0,0 0 0,0-1 0,0 1 0,-1 0 0,1-1 0,-1 1 0,1 2 0,-17-2-2180,-6-2-4284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3217,'1'3'19846,"3"3"-15610,16 33-3173,-12 56 85,-8-88-846,0-10 86,0-1-379,0-15 15,1 0 1,4-32-1,-3 44-30,0 0 1,0 0-1,0 0 0,1 1 0,0-1 1,0 1-1,1 0 0,0 0 1,0 0-1,8-8 0,1-2-29,-9 11 33,-1 0-1,1 1 1,0-1 0,0 1 0,0 0 0,1 0 0,0 1 0,-1-1 0,1 1 0,9-4-1,-9 6 3,-3 1 16,1 1 23,-1-1-1,0 1 1,1-1-1,-1 1 1,0 0-1,0 0 0,0 0 1,0 0-1,0 1 1,0-1-1,0 1 0,0-1 1,0 1-1,-1-1 1,1 1-1,0 0 0,-1 0 1,0 0-1,1 0 1,0 3-1,18 41 842,-18-42-805,-1 0 0,1 0 1,-1 0-1,1 0 0,1 0 1,-1-1-1,0 1 1,1 0-1,0-1 0,0 0 1,5 5-1,-7 2-7652,-1-4 3122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5138,'0'0'11835,"6"-2"-10826,10-4-12,-1 0 1,0-1-1,0-1 1,-1-1 0,14-10-1,37-21 1088,-65 40-2071,0 0-1,0 0 1,0 0 0,0 0-1,0 0 1,0 0-1,0 0 1,0 0 0,0 0-1,0 0 1,0 0 0,-1 0-1,1 0 1,0-1 0,0 1-1,0 0 1,0 0 0,0 0-1,0 0 1,0 0 0,0 0-1,0 0 1,0 0 0,0 0-1,0 0 1,0 0 0,0 0-1,0 0 1,0-1-1,0 1 1,0 0 0,0 0-1,0 0 1,0 0 0,0 0-1,0 0 1,0 0 0,1 0-1,-1 0 1,0 0 0,0 0-1,0 0 1,0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6275,'0'0'14615,"8"16"-10406,23 130 3459,-26-95-7668,4 16 0,-8-53 54,-1-13-70,0 0 0,0 1-1,0-1 1,0 1 0,0-1 0,0 0 0,0 1 0,1-1 0,-1 1-1,1-1 1,-1 0 0,1 1 0,-1-1 0,1 0 0,0 0 0,-1 0-1,1 1 1,0-1 0,0 0 0,0 0 0,0 0 0,1 1 0,-1-1-566,-1 0 1,0 1-1,0-1 1,0 0 0,0 1-1,0-1 1,0 0 0,0 1-1,0-1 1,0 0 0,-1 1-1,1-1 1,0 0 0,-1 0-1,1 1 1,-1-1-1,0 0 1,1 0 0,-1 0-1,0 0 1,-1 1 0,-10 12-10627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1 456 1521,'0'0'6155,"13"-11"1459,-6 199-4781,-7-112-2396,15 370 1127,-13-424-1509,2 0 1,1-1 0,0 0-1,2 0 1,9 21-1,-14-39-46,-1 0 0,1 0 0,0 0-1,0 0 1,0-1 0,1 1 0,-1-1 0,0 1-1,1-1 1,0 0 0,-1 0 0,1 0-1,0 0 1,0-1 0,0 1 0,6 1 0,-3-1 29,1-1 0,-1 0 0,0 0 0,1 0 1,-1-1-1,1 0 0,-1 0 0,9-2 0,8-3 91,-1 0-1,0-2 0,0 0 0,21-11 0,288-142 226,115-48-126,874-232 169,-1132 388-394,1025-263 42,-628 221 541,-484 81-542,181-1 533,-62 7-444,-133 3 1702,-84 8-1693,-1-1 0,1 1 0,-1 0 0,0 0 0,0 0 0,0 0 0,-1 1 0,2 4 1,-3-9-136,12 43 741,10 67-1,-15-65 192,21 68-1,8-27-194,-24-61-37,16 49 1,-27-69-702,1-1 0,0 1-1,0-1 1,0 0 0,0 0 0,1 0 0,0 0 0,0 0 0,0-1 0,0 1 0,0-1 0,6 4 0,52 32 52,-6-4-36,41 48-22,-45-36 0,114 78 0,-71-60 0,-90-61 0,1 0 0,-1 0 0,1 1 0,-1-1 0,0 1 0,-1 0 0,4 6 0,-3-5 0,0 0 0,0-1 0,1 1 0,-1-1 0,9 7 0,-3-5 0,0 1 0,0 0 0,-1 1 0,1 0 0,-2 0 0,0 1 0,0 0 0,11 19 0,-17-22 0,-1 0 0,0 0 0,0 1 0,0-1 0,-1 0 0,0 1 0,-3 13 0,1 11 0,2-32-16,0 0-1,1-1 1,-1 1 0,0 0-1,0 0 1,0-1 0,0 1 0,1 0-1,-1 0 1,0-1 0,0 1-1,1 0 1,-1 0 0,0 0-1,0-1 1,1 1 0,-1 0-1,0 0 1,0 0 0,1 0-1,-1 0 1,0-1 0,1 1 0,-1 0-1,0 0 1,1 0 0,-1 0-1,0 0 1,1 0 0,-1 0-1,0 0 1,0 0 0,1 0-1,-1 1 1,0-1 0,1 0 0,-1 0-1,0 0 1,1 0 0,-1 0-1,0 0 1,0 1 0,1-1-1,-1 0 1,0 0 0,0 0-1,1 1 1,-1-1 0,0 0-1,0 0 1,0 1 0,1 0 0,-8-36-7543,-8 14-2122,-4 3-3237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8932,'0'0'10762,"28"-11"-6752,-20 12-3525,1 1-1,0 0 1,-1 0-1,1 1 0,-1 0 1,0 0-1,0 1 1,0 0-1,10 7 1,38 17 94,91 27-302,-99-43-1692,-31-10-2175,2-1-3877,-7-1 202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 4466,'0'0'15194,"-6"0"-14559,-23-3 120,27 5-458,-1 0 0,1 0-1,0 0 1,0 0 0,0 0 0,0 1 0,0-1 0,0 1 0,1-1 0,-1 1 0,1 0 0,0-1 0,-2 6 0,-1 1 471,-19 33 2041,18-30-2310,-1-1 1,0 0-1,-1 0 0,0-1 1,-15 16-1,19-23-461,-13 13 301,1 0 1,-23 31 0,34-40-448,0-1 0,1 1 0,-1-1 0,1 1 0,1 0 1,0 1-1,0-1 0,0 0 0,1 0 0,0 1 0,0 13 0,0 1-3305,1-8-5216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4818,'0'0'10277,"1"6"-8972,4 24-256,3 17 1202,5 85 0,-13-33-588,0 52-795,0-50-4055,-6-91-163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1 326 5683,'0'0'10530,"3"-4"-9204,0 2-1001,-1 0 0,1 0-1,0 1 1,0-1 0,0 0 0,0 1 0,0 0 0,0 0 0,0 0 0,0 0 0,1 0 0,5 0 0,52 0 473,-6 0-730,388-81 95,-184 30-134,-9 9 17,292-61 2461,-516 97-2194,-15 3 360,1 1 1,-1 1-1,25-3 1135,-38 214 239,5 227-898,2-391-1131,13 55-1,-10-64-10,-2 1 0,3 60 0,-9-97-7,0 0 0,0 1-1,0-1 1,0 0 0,0 0 0,0 0 0,0 1-1,0-1 1,0 0 0,0 0 0,0 1 0,0-1 0,0 0-1,0 0 1,-1 0 0,1 0 0,0 1 0,0-1-1,0 0 1,0 0 0,-1 0 0,1 0 0,0 0-1,0 1 1,0-1 0,-1 0 0,1 0 0,0 0-1,0 0 1,0 0 0,-1 0 0,1 0 0,0 0-1,0 0 1,-1 0 0,1 0 0,0 0 0,0 0 0,0 0-1,-1 0 1,1 0 0,0 0 0,0 0 0,-1 0-1,1 0 1,0 0 0,0-1 0,-3 1-44,-157-27-887,-480 12 260,414 17 645,223-2 29,-170-1 682,-290 36 1,440-31-518,21-4-189,2 2 311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237 181 3954,'0'0'12934,"17"-14"-11446,52-46-106,-67 59-1248,-1 0-1,1-1 0,0 1 1,0 0-1,-1-1 0,1 1 1,-1-1-1,1 0 0,-1 0 1,0 1-1,0-1 0,0 0 1,0 0-1,0 0 0,0 0 1,0 0-1,-1 0 0,1-1 1,-1 1-1,1 0 0,-1 0 1,0 0-1,0-1 0,0 1 1,0 0-1,0 0 0,-1-3 1,-1-9 1156,2 12-1213,-1 1-1,1-1 1,-1 0-1,1 0 1,-1 1-1,0-1 1,0 0-1,0 1 1,0-1-1,0 1 1,0-1-1,0 1 1,0 0-1,-1-1 1,1 1-1,-1 0 1,1 0-1,-1 0 1,1 0-1,-1 0 1,0 0-1,1 0 1,-1 1-1,0-1 1,1 1-1,-1-1 1,0 1-1,0-1 1,0 1-1,0 0 1,-2 0-1,-66-3 907,62 4-948,0-1-14,0 1 1,0 1 0,0 0 0,0 0 0,0 0-1,1 1 1,-1 0 0,1 1 0,-1 0 0,1 0-1,0 0 1,1 1 0,-1 0 0,-7 7 0,7-4-1,-1-1 0,1 1 1,0 1-1,1-1 1,0 1-1,1 0 1,0 0-1,0 1 1,1 0-1,-6 18 1,-3 34 258,4 1 1,2-1-1,3 1 1,3 0-1,10 92 1,0-84-250,20 72-1,-24-127 1009,3 0-4809,-28-45-18195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2305,'0'0'20850,"21"-3"-18556,343-19 3274,-352 22-5546,-7 0-10,0 0-1,1 0 1,-1 0-1,1 1 0,-1 0 1,0 0-1,6 1 0,-9-1-9,0 1 0,0-1 0,0 0-1,-1 0 1,1 1 0,0-1 0,-1 1-1,1-1 1,-1 1 0,0 0 0,1-1-1,-1 1 1,0 0 0,0 0 0,0 0-1,0 0 1,-1 0 0,1 0 0,0 0-1,-1 0 1,1 4 0,9 21 32,-8-23-23,0 0 1,-1 0-1,1 0 1,-1 0-1,0 0 1,0 0-1,0 6 0,-1-10 243,0-30 210,0 8-374,-1 13-74,1 0-1,0-1 0,0 1 1,1 0-1,0 0 1,0-1-1,1 1 0,0 0 1,1 1-1,0-1 0,6-10 1,8-10-39,-12 18-26,1 1 0,1-1 0,0 1 1,0 0-1,1 1 0,0-1 1,1 2-1,17-15 0,-8 21-4419,-4 4-1482,9-2-2011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11 17400,'0'0'13241,"-15"21"-12742,-44 65-147,57-83-328,0-1 0,1 1 1,-1 0-1,0 0 0,1 0 0,0 0 1,-1 0-1,1 0 0,1 0 0,-1 0 1,0 0-1,1 0 0,-1 1 0,1-1 1,0 0-1,0 0 0,0 0 0,1 1 1,0 4-1,0-6-20,1 0 0,-1 0 1,0 0-1,1-1 0,0 1 0,-1 0 0,1-1 0,0 1 1,-1-1-1,1 0 0,0 0 0,0 0 0,0 0 1,0 0-1,0 0 0,1 0 0,-1 0 0,0-1 1,0 1-1,4-1 0,3 1-170,1 0 1,-1-1-1,1 0 0,0 0 1,-1-1-1,1 0 0,-1-1 1,0 0-1,13-5 1,-18 4-29,1 0 0,0 0 0,-1-1 0,0 1 0,0-1 1,0 0-1,0-1 0,-1 1 0,1 0 0,-1-1 0,0 0 0,0 0 1,-1 0-1,0 0 0,0 0 0,0-1 0,1-5 0,-2 8 192,0-1 0,0 0 0,0 0-1,-1 0 1,1 1 0,-1-1-1,0 0 1,0 0 0,-1 0 0,1 0-1,-1 1 1,0-1 0,0 0 0,0 0-1,0 1 1,-1-1 0,1 1-1,-1-1 1,0 1 0,0 0 0,0-1-1,-1 1 1,1 0 0,-1 1 0,-5-5-1,-16-11 323,22 17 73,5 1-719,223 28-2926,-223-28 3255,1 1 0,-1 0 0,1 0 0,0 0-1,-1 0 1,0 1 0,1-1 0,-1 1 0,0 0 0,0 0 0,0 0 0,0 0 0,0 1-1,0-1 1,-1 1 0,1 0 0,-1 0 0,1 0 0,-1 0 0,3 5 0,-4-3 309,1-1 1,-1 1-1,0-1 1,0 1-1,-1-1 1,1 1-1,-1 0 1,0-1-1,-1 1 1,1 0-1,-1-1 1,1 1-1,-1-1 1,-1 1-1,-2 7 1,7-18-223,1 0 1,0 0-1,0 1 1,0 0-1,1-1 0,0 1 1,0 1-1,8-7 1,-8 7-184,35-16 177,-39 19-54,0 1 0,-1 0 0,1-1 0,0 1 0,0 0 0,0 0 0,0-1 0,0 1 0,-1 0 0,1 0 0,0 0 0,0 0 0,0 0 0,0 0 0,0 0 0,-1 1 0,1-1 0,0 0 0,0 0 0,0 1 0,0-1 0,-1 0 0,1 1 0,0-1 0,0 1 0,-1-1 0,1 1 0,0-1 0,-1 1-1,1 0 1,-1-1 0,1 1 0,-1 0 0,1-1 0,-1 1 0,1 0 0,-1 0 0,1 0 0,-1-1 0,0 1 0,0 0 0,1 1 0,0 5 22,1 0 1,0 0-1,1 0 0,0 0 0,0 0 0,0-1 1,1 1-1,4 5 0,-6-10-296,-1 0-1,1-1 1,-1 1 0,1-1 0,0 1 0,0-1-1,0 0 1,0 1 0,-1-1 0,2 0-1,-1 0 1,0 0 0,2 0 0,-2-1-276,1 1 0,-1-1 0,0 0 0,0 0 0,0 0 1,0-1-1,0 1 0,0 0 0,0-1 0,0 1 0,0-1 0,0 0 1,0 0-1,0 0 0,-1 0 0,1 0 0,2-1 0,22-21-8895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18857,'0'0'6320,"-10"26"-2036,-32 82-1920,38-95-2260,0 0-1,1 0 0,0 1 0,1-1 1,1 0-1,0 1 0,1 0 1,1 16-1,0 7-91,0-33-158,-1 0 0,1 0 0,0 0 0,0-1 0,0 1 0,0 0 0,1-1 0,-1 1 0,1 0 0,0-1 0,0 0 0,0 0 0,1 1 0,-1-1 1,1-1-1,-1 1 0,1 0 0,0-1 0,0 1 0,0-1 0,1 0 0,-1 0 0,1 0 0,-1 0 0,1-1 0,-1 1 0,1-1 0,0 0 0,0 0 0,-1-1 0,1 1 0,6 0 0,-4 0-310,0-1 0,0 1 0,1-1 0,-1 0-1,0 0 1,0-1 0,0 0 0,0 0 0,0 0 0,0-1 0,0 0-1,0 0 1,0-1 0,-1 1 0,1-1 0,-1 0 0,0-1 0,1 1-1,-2-1 1,6-5 0,-1-8-10968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3650,'0'0'24795,"176"2"-24795,-95-2-208,-6 0-2753,-14 0-7092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0 203 624,'0'0'14775,"21"-16"-11976,-6 5-2368,-1-1-212,0 2 0,0 0 1,0 1-1,1 0 0,1 1 0,0 1 0,0 0 0,33-8 0,74-8 1775,236-12 0,130 32-441,-263 5 803,-220-3-2176,-1 1-1,1-1 1,-1 0 0,1 0-1,-1-1 1,1 1-1,-1-1 1,0 0-1,6-4 1,19-6 2280,-29 12-2460,0 0 0,0 0 1,-1 0-1,1 0 1,0 0-1,0 0 1,0 1-1,-1-1 0,1 0 1,0 0-1,0 1 1,-1-1-1,1 1 0,0-1 1,-1 1-1,1-1 1,-1 1-1,1-1 1,0 1-1,-1 0 0,1-1 1,-1 1-1,0 0 1,1-1-1,-1 1 0,1 0 1,-1-1-1,0 1 1,0 0-1,1 0 0,-1 0 1,0 1-1,0-1 0,8 19 0,-1 1 0,-1 0 0,6 38 0,8 29 0,-8-52 0,-2 0 0,-1 1 0,-2 0 0,-2 1 0,1 56 0,-6-86 0,0-4 0,1 0 0,-2 0 0,1-1 0,0 1 0,-1 0 0,1 0 0,-1 0 0,-2 6 0,1-8 0,1-1 0,0 1 0,0-1 0,0 0 0,-1 1 0,1-1 0,0 0 0,-1 0 0,1 0 0,-1 0 0,0 0 0,1-1 0,-1 1 0,0 0 0,1-1 0,-1 1 0,0-1 0,0 1 0,0-1 0,1 0 0,-1 0 0,0 0 0,0 0 0,-2 0 0,-79 0 0,0 5 0,-160 29 0,221-29 0,-621 156 0,592-142 0,0 2 0,-70 39 0,120-60 1,0 1-1,0-1 1,1 0-1,-1 0 1,0 1-1,0-1 1,1 0 0,-1 1-1,0-1 1,1 1-1,-1-1 1,1 1 0,-1-1-1,0 1 1,1-1-1,0 1 1,-1 0-1,1-1 1,-1 1 0,1 0-1,0-1 1,-1 1-1,1 0 1,0 0 0,-1-1-1,1 2 1,17 4 6,30-9-251,-17-7-948,-17 2-3267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30 131 14102,'0'0'8180,"10"20"-5659,32 66-1179,-38-78-1083,-1 1 0,0-1 0,-1 1 0,0 0 0,0 0 0,-1 0 0,0 0 0,0 0 0,-1 0 0,-2 16 0,1 7 1508,-19-35-1188,15 1-569,1-1 0,0 0 0,0 0 0,1 0 0,-1 0 1,1-1-1,-1 0 0,1 1 0,0-1 0,1 0 0,-1-1 1,1 1-1,-1 0 0,1-1 0,0 1 0,-1-6 0,-2-5-5,1 1-1,0-1 0,-3-30 0,7 45-4,-2-20 40,1 0-1,0-1 1,1 1-1,2-1 1,3-20-1,-4 37-41,0 0 0,0 0 0,0 1 0,0-1 0,1 0 0,-1 0-1,1 1 1,0-1 0,0 1 0,1 0 0,-1-1 0,1 1 0,-1 0 0,1 0 0,0 1 0,0-1 0,0 1-1,1-1 1,-1 1 0,1 0 0,-1 0 0,1 0 0,-1 1 0,1-1 0,0 1 0,0 0 0,0 0 0,0 0 0,0 1-1,0-1 1,0 1 0,5 0 0,-8 0-88,1 1 0,-1-1 0,1 0 0,-1 0 0,1 1-1,-1-1 1,0 1 0,1-1 0,-1 1 0,0-1 0,1 1 0,-1 0 0,0 0-1,0 0 1,1-1 0,-1 1 0,0 1 0,0-1 0,0 0 0,0 0 0,0 0-1,0 2 1,14 33-6229,-12-27 3725,4 10-6784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6787,'0'0'19268,"22"-4"-17241,-7 2-1781,158-34 2085,-160 32-2243,23-8-50,-35 11-12,0 0 0,1 1 1,-1-1-1,0 0 0,0 1 0,0-1 1,0 0-1,0 0 0,0 0 0,0 0 1,-1 0-1,1 0 0,0 0 0,0 0 1,-1-1-1,1 1 0,-1 0 0,1 0 1,-1 0-1,0-1 0,1 1 0,-1 0 1,0-1-1,0 0 0,0 0 17,0 1 0,-1 0 0,1 0 0,-1 0 0,0 0-1,1 0 1,-1 0 0,0 0 0,1 0 0,-1 0 0,0 0 0,0 0 0,0 0 0,0 1 0,0-1-1,0 0 1,0 1 0,0-1 0,0 0 0,-1 1 0,1-1 0,0 1 0,0 0 0,0-1 0,-1 1-1,1 0 1,0 0 0,-2 0 0,-41-4-9,41 4 6,-9-1-38,-5 0-1,0 1 1,0 0-1,0 1 0,0 1 1,-22 5-1,35-6-1,1 1 0,-1-1 0,1 0 0,-1 1 0,1-1 0,0 1 0,-1 0-1,1 0 1,0 1 0,0-1 0,1 1 0,-1-1 0,0 1 0,1 0 0,0 0 0,-1 0 0,1 0 0,0 0 0,1 1 0,-1-1 0,1 0 0,-1 1 0,1 0-1,0-1 1,0 1 0,1 0 0,-1-1 0,1 1 0,-1 0 0,2 5 0,-1-5-121,0 0-1,0 0 1,0 0 0,1 0-1,0 0 1,0 0 0,0 0 0,0 0-1,1 0 1,0 0 0,-1 0-1,1-1 1,1 1 0,-1-1 0,0 1-1,1-1 1,0 0 0,0 0-1,0 0 1,0-1 0,0 1-1,0-1 1,1 1 0,-1-1 0,1 0-1,0 0 1,-1-1 0,1 1-1,7 1 1,8 2-1407,1-2 0,0 0 0,-1-1-1,41-1 1,0-1-7970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10533,'0'0'11723,"-22"4"-7007,-69 13-1018,81-15-3510,0 2-1,0-1 1,1 1-1,-1 1 1,1-1-1,0 2 1,0-1-1,1 1 0,0 0 1,-12 12-1,3-3-152,15-13-35,0 0 0,0 0 0,0 0 0,0 0 0,0 1 0,1-1 0,-1 0 0,1 1 0,0-1 0,0 1 0,0 0 0,0-1 0,0 1 0,0 0 0,1-1 0,-1 1 0,1 0 0,0 0 0,0 0 0,0 0 0,0 5 0,0-6 0,2-1 0,0 0 0,-1-1 0,1 1 0,0-1 0,-1 0 0,1 1 0,0-1 0,0 0 0,-1 0 0,1 0 0,0 0 0,2-1 0,-2 1 0,13 0 0,0 0 0,0-2 0,-1 0 0,1 0 0,17-6 0,-27 6 0,-1 1 0,1-1 0,-1 0 0,1 0 0,-1 0 0,0-1 0,0 0 0,0 1 0,0-1 0,0-1 0,-1 1 0,1-1 0,-1 1 0,0-1 0,0 0 0,0 0 0,-1 0 0,1 0 0,2-9 0,-4 17-33,0 0 0,0 0 0,0-1 0,0 1 0,1 0 1,0 0-1,0-1 0,0 1 0,0-1 0,0 0 0,0 0 0,1 0 0,0 0 0,3 4 0,-1-2-176,0 0 0,0 0 0,0-1-1,0 1 1,1-1 0,0 0-1,-1-1 1,1 1 0,1-1-1,10 4 1,24-4-11650,-21-3 2103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5507,'0'0'22151,"9"16"-19985,57 97 777,-67-113-2943,1 0 0,0 0 0,0 0 0,0 0 0,0 0 0,0 0 0,0 0 0,0 0 0,0 1 0,0-1 0,0 0 0,0 0 0,-1 0 0,1 0 0,0 0 0,0 0 0,-13-17 0,9 11 0,1 1 0,-1 0 0,1-1 0,0 0 0,1 0 0,-4-11 0,5 13 2,1-1-1,0 0 1,0 1-1,0-1 1,1 0-1,-1 1 1,1-1-1,0 0 1,0 1-1,1-1 1,-1 1-1,1 0 1,0-1-1,0 1 1,6-7-1,-3 4-2,1 1-1,-1 0 1,2 0-1,-1 0 1,1 1-1,0 0 1,0 0-1,9-4 1,6-2-110,1 2 1,-1 0 0,2 2 0,-1 0-1,31-4 1,-43 10-1032,8-2-1112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5923,'0'0'13745,"-22"7"-13230,15-3-442,-67 28-2815,19-16-6763,16-7 2456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7187,'0'0'12598,"-34"16"-12166,27-12-368,0 1-48,-6 4-32,6 0-512,-13-2-1025,-14 2-592,0-2-1568,-7-3-3699,1 1 3090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3025,'0'0'13367,"-13"12"-12055,6-8-608,7 3-399,-7 0-193,0 0-112,1-1-144,-8 1-1185,7-2-1969,-6-1-1792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 8196,'0'0'13350,"-20"38"-12998,13-27-304,-20 3-48,-7-3-864,-13 3-2546,-8-1-3041,-6-2-288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4994,'0'0'14183,"-55"29"-13303,35-22-544,-7 2-176,14-4-160,-1-1-16,0 1-896,-6 1-961,-7 1-1488,-7 0-2722,7 0-272,-7-3 4402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0 992,'0'0'3106,"-115"20"-1585,81-13-593,7 2 241,-7 0-321,0 2-624,-6-1 192,6-1-288,0 2-128,-7-2-400,1 0-1121,6 2-672,0-4-1072,0 0 1664,7 0 1249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7523,'0'0'13959,"7"0"-13447,-7 2-1152,0 0-945,0 3-1712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10741,'-67'79'5298,"60"-75"-2945,0-1 1761,0-1-1232,7 2 863,0 1-5441,-7-1-417,-6 3-1249,6 2-992,-13-4-3329,6 1-2146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1313,'0'0'18424,"13"0"-17992,-6 0-336,0 0-96,0 0-864,6 0-1889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4610,'0'0'17400,"14"99"-16936,-7-85-416,-1-3-48,-6 3-32,0-1-1376,0 3-1378,0-2-2624,0 1-1521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9236,'0'0'12518,"14"41"-12342,-7-35-176,-7 3-512,0 3-1761,0-1-2690,0 5-1984,0 0-16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2353,'21'151'23147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3298,'0'0'12360,"5"-3"-10479,18-9-385,-17 9-218,-4 3-796,1 1 0,-1-1 0,0 0 0,1 1-1,-1-1 1,1 1 0,-1 0 0,0 0 0,4 2 0,39 64 2950,-31-44-3049,1-1 0,1 0 0,21 21 0,-23-29-319,-3-4-33,0 0 0,-1 1-1,12 18 1,-21-26-1263,3 6 3892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0 144,'0'0'19854,"-21"9"-17572,-39 50 269,10-11-26,-67 81-1,95-93-1419,20-32-927,0 1 1,-1-1-1,0 1 0,1-1 0,-1 0 0,-1 0 0,1 0 1,-1-1-1,-3 4 0,5-5-215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8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7732,'0'0'9705,"13"4"-8595,10 3-519,1-1 0,0-1-1,0-1 1,38 2 0,-50-6-382,7 0 29,0 0 0,1-1-1,33-7 1,-49 7-218,-1 1 1,0-1-1,0 0 0,0 0 0,0 0 1,0 0-1,0 0 0,0-1 0,0 1 0,-1-1 1,1 0-1,-1 0 0,1 0 0,-1 0 0,1 0 1,-1 0-1,0-1 0,0 1 0,0-1 1,-1 0-1,1 1 0,-1-1 0,1 0 0,-1 0 1,0 0-1,0 0 0,0 0 0,0 0 1,-1 0-1,1-6 0,-1 7-14,-1-1 0,0 1 0,0-1 0,0 1 0,0 0-1,0-1 1,-1 1 0,1 0 0,-1 0 0,1 0 0,-1 0 0,0 0 0,0 1 0,1-1 0,-1 0 0,-1 1-1,1-1 1,0 1 0,0 0 0,0 0 0,-1 0 0,1 0 0,-4-1 0,-2-2 4,-1 1 1,0 0 0,0 1-1,0 0 1,-12-1-1,17 3 15,0 0 1,0 0-1,0 0 0,1 1 0,-1-1 0,0 1 0,0 0 0,1 0 0,-1 0 0,1 1 0,-1-1 0,1 1 0,-1 0 0,1 0 0,0 0 0,-6 5 0,5-2 37,-1 0 0,1 1 0,0-1-1,0 1 1,0 0 0,1-1 0,0 2-1,-5 11 1,2 1 57,1 0 1,1 1-1,1 0 0,0 0 0,1 32 0,2-49-171,0 0 0,1 0 0,-1 1 0,1-1 0,-1 0 0,1 0 0,0 0 0,0 0 0,1 0 0,-1 0 0,1 0 0,-1 0 0,1 0 0,0-1 0,0 1 0,0-1 0,0 1 0,1-1 0,-1 0 0,0 0 0,1 0 0,0 0 0,-1 0 0,1-1 0,0 1 0,0-1 0,0 0 0,0 1 0,0-1 0,5 0 0,48 8-3963,-2-8-3427,-43-1 5208,23 0-3987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9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4386,'0'0'15476,"0"13"-14120,0 116 3590,37-132-4767,-20-6-279,-1-1 0,0-1 0,0-1 0,15-15 0,32-22-539,-62 48 671,0 0 1,0 0 0,0 0 0,1 0 0,-1 1 0,0-1 0,1 0 0,-1 1-1,1-1 1,-1 1 0,1-1 0,-1 1 0,1 0 0,-1-1 0,3 1 0,1 13 1352,-5-11-1370,0-1 0,0 1 0,0-1-1,1 1 1,-1-1 0,0 1 0,1-1 0,-1 0 0,1 1 0,-1-1 0,1 0 0,-1 1-1,1-1 1,0 0 0,0 0 0,0 0 0,0 0 0,0 1 0,0-1 0,0-1 0,0 1 0,0 0-1,0 0 1,3 1 0,3 1-375,0-1 0,1-1-1,-1 1 1,0-1 0,16 1-1,41-4-5095,-25 0-150,-3 2-1190,3 0-575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9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78 384,'0'0'22685,"-5"-8"-20636,2 3-1810,0 1-59,1-1 0,-1 1 0,0 0-1,0 1 1,0-1 0,0 0 0,0 1 0,-1 0 0,0-1 0,0 2 0,0-1 0,0 0 0,0 1 0,-8-4 0,1 3 224,6 1-310,1 1-1,-1 0 0,1 0 0,-1 0 0,1 0 1,-1 1-1,1 0 0,-1 0 0,0 0 0,-6 1 1,10 0-101,0 0 1,1 0 0,-1 0 0,0 0 0,0 0 0,1 0-1,-1 0 1,1 0 0,-1 1 0,1-1 0,0 0 0,-1 0 0,1 1-1,0-1 1,0 0 0,0 0 0,0 1 0,0-1 0,0 0-1,0 0 1,0 0 0,1 1 0,-1-1 0,0 0 0,1 0 0,-1 0-1,1 1 1,-1-1 0,1 0 0,0 0 0,-1 0 0,1 0 0,0 0-1,0 0 1,1 1 0,29 7-159,-28-9 152,0 1-1,-1-1 0,1 0 1,0 1-1,-1 0 0,1-1 1,-1 1-1,1 0 0,-1 0 0,1 1 1,-1-1-1,0 0 0,0 1 1,1-1-1,-1 1 0,0 0 1,0 0-1,-1 0 0,1 0 0,0 0 1,-1 0-1,1 0 0,-1 0 1,0 1-1,1-1 0,-1 1 1,-1-1-1,1 1 0,0-1 1,0 1-1,0 4 0,0 4 32,0 0 1,-1 1-1,-1-1 0,1 0 0,-2 1 1,0-1-1,0 0 0,-1 0 1,0 0-1,-1 0 0,0 0 0,0-1 1,-8 12-1,-10 15 70,-2-2 1,-33 39-1,40-53-19,-37 46 65,-74 100 151,111-144-267,13-19-29,1-1 0,1 0 1,-1 1-1,0-1 0,1 1 0,0 0 0,0 0 0,0 0 0,0 0 1,0 0-1,1 0 0,0 1 0,-1 6 0,3-10-7,0-1 0,0 1 0,0 0 0,0-1 1,0 1-1,0-1 0,0 1 0,0-1 0,0 0 0,0 1 0,1-1 0,-1 0 0,0 0 0,0 0 0,0 0 0,1 0 0,-1 0 0,0 0 0,2-1 1,28-1 7,-8-2 19,0-2 1,-1-1-1,0 0 1,0-2-1,-1 0 1,26-16-1,9-3-19,-25 13-45,1 2-476,0-2 0,-1-1 0,-1-2 0,-1-1 0,35-29 0,-61 46 168,0-1 0,-1 1 1,0-1-1,1 0 0,-1 0 1,0 0-1,-1 0 0,1 0 1,0 0-1,1-7 1,1-21-5598,-4 7-1110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 5635,'0'0'15761,"0"11"-13898,0-1-1589,-1-3-6,0 0 1,1 0-1,0 0 0,0 0 0,0 0 0,1 0 0,1 0 0,-1 0 0,1 0 0,0-1 0,0 1 0,5 8 0,-6-14-270,0-1-1,1 1 1,-1 0 0,0-1 0,1 1 0,-1-1 0,0 1-1,1-1 1,-1 0 0,1 1 0,-1-1 0,1 0-1,-1 0 1,1 0 0,-1 0 0,1 0 0,-1 0 0,1-1-1,-1 1 1,1 0 0,1-2 0,31-11-569,132-111-62,-156 120 2935,-10 12 1217,-1 3-4231,1-7 559,0-1 0,1 0 0,-1 1 0,1-1 0,-1 0 0,1 1 0,0-1 0,0 0 0,0 0-1,1 0 1,-1 0 0,1 0 0,0 0 0,-1 0 0,5 4 0,-3-4-592,-1-1 1,1 0-1,0 0 0,-1-1 1,1 1-1,0 0 0,0-1 1,0 0-1,0 0 1,0 0-1,0 0 0,0 0 1,1 0-1,-1-1 0,0 0 1,6 1-1,17-1-7531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61 7892,'0'0'12096,"13"4"-11250,19 4-162,1-2 0,0-2 0,65 1 1,-97-36-341,-2 28-351,1 1 1,-1 0-1,0-1 0,0 1 1,-1 0-1,1 0 0,0 0 1,-1 0-1,1 0 0,-1 0 1,0 0-1,0 0 0,1 1 1,-1-1-1,0 1 0,-1-1 1,1 1-1,0 0 1,0 0-1,0 0 0,-1 0 1,-4-1-1,-1-2 10,0 2 0,0-1-1,0 1 1,-1 0 0,1 1 0,-9-1 0,12 3 37,0-1 0,0 1 0,1 0 0,-1 0 0,0 0 0,1 1 0,-1-1 0,1 1 1,0 1-1,0-1 0,-1 0 0,1 1 0,1 0 0,-1 0 0,0 0 0,1 0 1,-1 1-1,1-1 0,-5 8 0,4-5 48,0 1-1,0-1 1,0 1 0,1 0-1,0 0 1,1 0-1,0 1 1,0-1 0,0 0-1,1 1 1,-1 14 0,1 3-52,1-18-61,-1 0 1,1-1-1,0 1 1,1 0-1,0-1 1,0 1-1,0 0 1,3 8-1,-2-13-193,0 1-1,-1-1 1,1 0-1,0 0 1,0 0-1,0 0 1,0 0-1,0-1 1,1 1-1,-1-1 0,0 1 1,1-1-1,-1 0 1,1 0-1,0 0 1,-1 0-1,1 0 1,0-1-1,-1 1 1,1-1-1,0 1 0,0-1 1,0 0-1,4-1 1,-2 1-315,77-2-9387,-29-11 3042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21 1169,'0'0'24341,"0"4"-23399,-13 94 2729,13-97-3662,1 0-1,0 0 0,-1 0 1,1 0-1,0-1 1,0 1-1,0 0 1,0 0-1,0 0 0,0-1 1,0 1-1,0-1 1,0 1-1,1-1 1,-1 1-1,0-1 0,0 0 1,0 1-1,0-1 1,1 0-1,-1 0 0,0 0 1,0 0-1,1 0 1,-1 0-1,0 0 1,3-1-1,39-5-14,-26-2-194,0-1 1,-1 0 0,26-21 0,12-8-85,-35 24 177,1-2 507,-10 12 2613,-10 38-2824,0-29-469,0 0 0,0-1 0,0 1 0,1 0 0,-1 0 0,1 0 0,0-1 1,1 1-1,1 5 0,-2-9 71,1 1 1,-1 0-1,1-1 1,0 1-1,-1-1 1,1 0-1,0 1 1,0-1-1,0 0 1,0 0-1,0 0 1,0 0-1,0-1 1,0 1-1,0-1 1,0 1-1,0-1 1,0 0-1,1 1 0,-1-1 1,0 0-1,0 0 1,3-1-1,26 1-5479,3-2-3262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1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14 111 864,'0'0'19991,"1"3"-19663,0 0 0,1 0-1,-1 0 1,1 0 0,-1 0 0,1 0 0,0-1 0,2 4 0,4-2-193,1-1 0,-1 1 0,1-2 0,0 1 0,-1-1 0,1-1 0,0 0 0,0 0 0,0 0 0,0-1 0,0-1 0,10-1 0,9 2-103,-26 0-47,1-1 1,0 1-1,0 0 1,0-1-1,-1 1 1,1-1-1,0 0 1,-1 0-1,1 0 1,0 0-1,-1 0 0,0-1 1,1 1-1,-1-1 1,0 0-1,1 1 1,-1-1-1,0 0 1,0 0-1,-1-1 0,1 1 1,0 0-1,-1-1 1,1 1-1,-1 0 1,2-5-1,-1 1 34,0 0 0,-1 0-1,1 0 1,-1 0 0,0-1 0,-1 1-1,0 0 1,0 0 0,0-1-1,0 1 1,-3-7 0,3 11 51,-1 0 0,0 0-1,0 0 1,0 0 0,0 1 0,-1-1 0,1 0-1,0 1 1,-1-1 0,1 1 0,-1-1 0,1 1 0,-1 0-1,0 0 1,0 0 0,0 0 0,1 0 0,-1 0-1,0 0 1,0 0 0,0 1 0,0-1 0,0 1 0,0-1-1,-4 1 1,-62-3 2067,53 4-1476,10-2-587,0 1-1,0 1 1,0-1 0,0 1 0,0-1-1,0 2 1,0-1 0,1 0 0,-1 1-1,0 0 1,1 0 0,-1 0 0,1 1-1,0 0 1,0-1 0,0 2 0,0-1 0,0 0-1,1 1 1,-1-1 0,1 1 0,0 0-1,0 0 1,0 0 0,1 1 0,0-1-1,0 1 1,0-1 0,0 1 0,0 0-1,1 0 1,0 0 0,0-1 0,1 1-1,-1 0 1,1 6 0,-1 13-93,3 31-238,-1-52 216,-1 0 1,1-1-1,0 1 0,0 0 0,0 0 1,1-1-1,-1 1 0,1-1 1,-1 1-1,1-1 0,0 0 0,0 1 1,0-1-1,0 0 0,0 0 0,4 2 1,3 1-493,0 0 1,1 0 0,-1-1 0,1-1 0,0 0 0,0 0 0,0-1 0,0 0 0,15 1-1,14-2-4164,46-4-1,-85 3 4666,86-7-10295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1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1 16824,'-20'9'2596,"-28"16"-77,2 1 0,1 3 0,-59 48 0,74-51-1954,2 0 0,1 3 0,-38 48 0,57-65-487,-1 1-1,2 0 1,0 1 0,0-1 0,1 1 0,1 1-1,0-1 1,1 1 0,1-1 0,0 1-1,1 0 1,0 19 0,2-27-82,-1 0 0,2 1 0,-1-1 0,1 0 0,0 0 0,0 1 0,1-1 0,0 0 0,0 0 0,1-1-1,0 1 1,0 0 0,1-1 0,-1 0 0,1 0 0,1 0 0,-1 0 0,1-1 0,0 1 0,0-1 0,1-1 0,0 1 0,-1-1 0,1 0 0,1 0 0,6 3 0,-2-1-250,1-1 1,-1 0-1,1-1 1,0 0 0,0-1-1,0-1 1,1 0 0,-1 0-1,13-1 1,22 0-3195,47-6 1,-89 4 3066,80-13-8533,-2-15-4172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10837,'0'0'21268,"-7"14"-20606,0 2-662,-2 6 0,-1 0 0,-24 38 0,33-59-2,0 0 1,0-1-1,1 1 1,-1 0-1,0 0 1,0 0-1,1 0 1,-1 0-1,0 0 1,1 1-1,-1-1 0,1 0 1,0 0-1,-1 0 1,1 0-1,0 1 1,0-1-1,0 0 1,-1 0-1,1 1 1,1-1-1,-1 0 0,0 0 1,0 0-1,0 1 1,1-1-1,-1 0 1,0 0-1,1 0 1,-1 1-1,1-1 1,0 0-1,-1 0 0,1 0 1,0 0-1,-1 0 1,1 0-1,0-1 1,0 1-1,0 0 1,0 0-1,0 0 1,0-1-1,0 1 0,0-1 1,0 1-1,0-1 1,1 1-1,-1-1 1,0 1-1,0-1 1,0 0-1,1 0 1,-1 0-1,0 0 0,2 0 1,226 1-8704,-228-1 9198,-2 2-181,1 1 1,-1 0-1,1 0 0,-1-1 0,0 1 0,0 0 1,0-1-1,0 1 0,-1-1 0,1 0 0,-1 1 1,1-1-1,-1 0 0,0 0 0,-4 4 0,-40 31 2003,7-7-1368,-17 38-904,55-68-236,0 1 1,0-1-1,0 1 0,0-1 0,0 1 1,0-1-1,0 0 0,0 1 0,-1-1 1,1 0-1,0 0 0,0 0 1,0 0-1,0 0 0,0 0 0,-1 0 1,1 0-1,0 0 0,0-1 1,-2 0-1,-24-1-11332,12-7 365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11349,'0'0'19145,"122"-9"-17960,-102 9-625,7 0-320,0 0-208,-7 0-32,7 0-96,1 0-785,5 0-975,8-2-1314,6-10-1840,1-8-5027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10101,'0'0'16877,"4"13"-14674,-2-1-1748,1 0-93,0-1-1,0 1 0,1 0 0,1-1 0,0 0 0,9 16 0,-10-21-316,18 25 35,-2 0 0,-2 1-1,0 1 1,-3 0 0,0 1-1,11 44 1,-19-50-80,-2 1 0,0 0 0,-2 0 0,-2 56 0,-2-80 3,0-1-1,-1 1 1,1-1-1,-1 0 1,0 0-1,-1 0 1,1 0-1,-1 0 1,1 0-1,-1 0 1,0-1-1,0 0 1,-1 1-1,1-1 1,-1 0-1,0-1 1,0 1-1,0-1 1,0 1-1,-8 2 1,1 0-36,1-1 0,-1 0 0,0-1 0,0 0 0,0 0 0,0-2 0,-18 2 0,26-9-4593,9-19-1465,22-12-3550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4258,'0'0'28509,"0"4"-28509,0 10 0,0 2 0,0-3 0,0 3 0,0 2-1441,0 0-3729,0-4-3170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3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7507,'0'0'18585,"-109"136"-17577,96-104-1008,-14 6-352,0 3-3249,-14 4-6548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7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31 3410,'0'0'7859,"7"-30"4824,-7 247-4079,20-222-8516,-6-4-192,0 1 0,1 1 0,-1 0 0,2 1 0,-1 1 0,1 0 0,-1 1 0,1 1 0,0 1 0,24-2 0,-27 3 75,39 0-83,-50 1 109,-1 0 1,1 0 0,-1 0-1,0 0 1,1 1 0,-1-1 0,1 0-1,-1 1 1,0-1 0,1 1-1,-1-1 1,0 1 0,1-1-1,-1 1 1,0 0 0,0 0 0,0 0-1,0 0 1,0 0 0,0 0-1,0 0 1,0 0 0,0 0 0,0 0-1,0 0 1,-1 1 0,2 1-1,0 12 68,0-1-1,-1 1 1,0 0-1,-1 0 1,-1-1-1,0 1 1,-1 0-1,-1-1 1,0 1-1,-1-1 1,-8 20-1,9-29-47,0 1-1,-1-1 1,0 0-1,1-1 1,-1 1 0,-1-1-1,1 1 1,-1-1-1,1 0 1,-1-1 0,0 1-1,-1-1 1,1 0-1,-11 4 1,-1-2 68,-1 0-1,-1 0 1,-26 2-1,-30 6 28,68-10-112,1 0 0,-1 0 0,0 0 0,1 1 0,0 0 0,0 0 0,0 1 0,1 0 0,-7 6 0,-8 7 0,20-18 0,-1 0 0,1 0 0,0 0 0,-1-1 0,1 1 0,0 0 0,-1 0 0,1 0 0,0 0 0,-1-1 1,1 1-1,0 0 0,-1 0 0,1-1 0,0 1 0,0 0 0,-1-1 0,1 1 0,0 0 0,0-1 0,0 1 0,0 0 0,-1-1 0,1 1 0,0 0 0,0-1 0,0 1 0,0 0 0,0-1 0,0 1 0,0-1 1,0 1-1,0 0 0,0-1 0,0 1 0,0 0 0,0-1 0,0 1 0,0-1 0,0 1 0,1 0 0,-1-1 0,0-20-10,18-13-3120,-3 9-7149,-8 10-1548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8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48,'4'12'27523,"-1"-10"-25689,19-3-1632,1-1 0,-1-1 0,0-1 0,0-1 0,0 0 0,29-13 0,-24 9-135,12-5-10,-9 3 260,62-14 0,-92 25-300,0 0 1,1 0-1,-1 0 0,0 0 0,0 0 0,0-1 1,1 1-1,-1 0 0,0 0 0,0 0 0,0 0 0,0 0 1,1 0-1,-1 0 0,0 0 0,0 0 0,0 0 1,1 0-1,-1 0 0,0 0 0,0 0 0,0 0 1,1 0-1,-1 0 0,0 0 0,0 1 0,0-1 1,1 0-1,-1 0 0,0 0 0,0 0 0,0 0 1,0 0-1,0 0 0,1 1 0,-1-1 0,0 0 1,0 0-1,0 0 0,0 0 0,0 1 0,0-1 1,0 0-1,0 0 0,1 0 0,-1 1 0,0-1 1,0 0-1,0 0 0,0 0 0,0 1 0,0-1 1,0 0-1,0 0 0,0 0 0,0 1 0,0-1 1,0 0-1,-1 0 0,1 0 0,0 0 0,0 1 1,0-1-1,0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50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2881,'0'0'24604,"-20"2"-25442,-35 14-9860,35-11 2609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28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70 9012,'0'0'10792,"5"3"-9856,1 1-1001,0 1 592,0-1-1,0-1 0,0 1 0,0-1 1,0 0-1,1 0 0,0-1 0,-1 0 1,1 0-1,0 0 0,0-1 0,7 1 1,-10-2-533,-1 0-1,0 0 1,1 0 0,-1 0 0,0-1 0,1 1 0,-1-1 0,0 0 0,0 0 0,1 0 0,-1 0 0,0 0 0,0-1 0,0 1-1,-1-1 1,1 0 0,0 0 0,-1 0 0,1 0 0,-1-1 0,1 1 0,-1-1 0,0 1 0,0-1 0,0 0 0,-1 0 0,1 0-1,-1 0 1,1 0 0,-1 0 0,0 0 0,0 0 0,0 0 0,-1-1 0,1-4 0,0 7 22,-1 0 0,1-1 1,-1 1-1,0 0 0,0 0 1,1-1-1,-1 1 0,0 0 0,0-1 1,0 1-1,0 0 0,0-1 1,-1 1-1,1 0 0,0 0 0,-1-1 1,1 1-1,-1 0 0,1 0 1,-1-1-1,1 1 0,-1 0 0,0 0 1,0 0-1,1 0 0,-1 0 1,0 0-1,0 0 0,-2-1 0,-1 1 110,0 0-1,0 0 0,0 1 0,0 0 1,0-1-1,0 1 0,0 1 0,-6 0 1,1 0-53,3 0-44,-1 0 1,0 1 0,1-1 0,-1 2 0,1-1 0,-1 1-1,1 0 1,0 0 0,0 1 0,1-1 0,-1 1 0,1 1-1,-1-1 1,1 1 0,1 0 0,-1 0 0,1 0 0,0 1-1,0-1 1,0 1 0,1 0 0,0 0 0,-3 8 0,1-3-56,1 1 1,1-1 0,-1 1 0,2-1 0,-1 1 0,2 0 0,0 0 0,0 0 0,1 0-1,0 0 1,1 0 0,5 20 0,-5-29-160,0 0-1,0 0 1,1 0-1,0-1 1,-1 1-1,1-1 1,0 1-1,0-1 1,0 0-1,0 0 1,1 0-1,-1 0 1,1 0-1,-1 0 1,1-1 0,0 1-1,-1-1 1,1 0-1,0 1 1,0-1-1,0-1 1,0 1-1,0 0 1,0-1-1,4 1 1,10 1-2100,0-1 0,0-1 0,20-2 0,-35 2 1947,52-9-6545,6-15-542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29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4978,'0'0'21461,"0"8"-19933,-1 12-592,0-7-458,0 0 0,1 0 0,1 1 0,0-1 0,0 0 0,4 13 0,-4-26-496,0 1-1,-1 0 1,1 0-1,0 0 0,-1-1 1,1 1-1,0 0 0,0-1 1,0 1-1,0 0 0,0-1 1,0 1-1,0-1 0,0 0 1,0 1-1,0-1 1,0 0-1,0 1 0,0-1 1,0 0-1,0 0 0,0 0 1,0 0-1,0 0 0,0 0 1,0 0-1,0-1 1,1 1-1,-1 0 0,0 0 1,0-1-1,0 1 0,0-1 1,-1 1-1,1-1 0,0 1 1,0-1-1,0 0 1,1-1-1,36-26-441,-24 15 410,1 0 0,0 0 1,1 2-1,0 0 1,1 0-1,24-10 1,-40 22 105,1-1 0,-1 1-1,-1 0 1,1 0 0,0 0 0,0 0 0,0 0 0,0 0 0,-1 0 0,1 1 0,-1-1 0,1 0 0,-1 0 0,1 1 0,-1-1 0,0 0-1,1 0 1,-1 1 0,0-1 0,0 0 0,0 2 0,10 24 784,-7-25-969,1 0-1,-1 0 1,0 0-1,1 0 1,0-1-1,-1 1 1,1-1-1,0 0 1,0 0-1,0-1 1,-1 1-1,1-1 1,5 0-1,64-2-3615,-43 1 1753,58 0-10598,-46-3 4781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29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583 5 6675,'0'0'20428,"-15"-1"-18822,14 0-1571,-12 0 204,1 0-1,-1 0 0,1 1 0,-1 1 0,1 0 1,0 0-1,-1 2 0,1-1 0,-16 7 0,23-7-146,-3 1 7,0 0 1,0 0-1,0 1 0,0 0 1,1 1-1,-1 0 0,1 0 0,1 0 1,-1 1-1,1 0 0,-8 9 1,13-14-126,1-1 0,0 1 0,0-1 0,0 0 0,-1 1 0,1-1 0,0 1 0,0-1 0,0 1 0,0-1 0,0 1 0,0-1 0,0 1 0,0-1 0,0 0 0,0 1 0,0-1 0,0 1 0,0-1 0,0 1 0,1-1 0,-1 1 0,0-1 0,0 0 0,0 1 0,1-1 0,-1 1 0,0-1 0,0 0 0,1 1 0,-1-1 0,0 0 0,2 1 0,19 6-424,33-5 64,-45-2 241,6-1-15,-11 1 117,0 0 0,0 0 0,0 0 0,0 0 0,0 0 0,0 1-1,0 0 1,6 2 0,-9-3 48,0 1 0,0 0 0,0 0 0,0 0-1,0 0 1,-1 0 0,1 0 0,0 0 0,0 0 0,-1 1 0,1-1-1,-1 0 1,1 0 0,-1 1 0,0-1 0,1 0 0,-1 0 0,0 1-1,0-1 1,0 0 0,0 1 0,0-1 0,0 0 0,0 1-1,0-1 1,-1 0 0,1 0 0,0 1 0,-1-1 0,1 0 0,-2 2-1,-2 7 138,0 0 0,-1 0 0,-1-1 0,1 1 0,-2-1 0,1-1 0,-13 14 0,-6 8 136,-161 187 473,17-22-301,161-184-450,4-8 0,1 1 0,0 0 0,-1 0 0,2 0 0,-1 0 0,0 0 0,1 1 0,0-1 0,0 1 0,0 0 0,1 0 0,-3 8 0,4-12 0,0-1 0,0 0 0,0 0 0,0 0 0,0 1 0,0-1 0,0 0 0,0 0 0,1 0 0,-1 0 0,0 1 0,0-1 0,0 0 0,0 0 0,0 0 0,0 1 0,0-1 0,0 0 0,0 0 0,0 0 0,1 0 0,-1 1 0,0-1 0,0 0 0,0 0 0,0 0 0,1 0 0,-1 0 0,0 0 0,0 0 0,0 0 0,0 1 0,1-1 0,-1 0 0,0 0 0,0 0 0,0 0 0,1 0 0,-1 0 0,0 0 0,0 0 0,0 0 0,1 0 0,-1 0 0,18 1 0,-1-1 0,1 0 0,-1-1 0,1-1 0,-1 0 0,1-1 0,16-6 0,123-47 0,-119 41 0,137-53 0,-147 49-2614,-26 17 2007,0 0 0,-1 0 0,1-1 0,-1 1-1,0 0 1,0-1 0,0 1 0,0-1 0,0 1 0,0-1-1,-1 1 1,1-1 0,-1 1 0,0-1 0,0-4 0,0-10-10660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0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11813,'0'0'20231,"0"10"-19609,0 106-521,1-114-101,0-1 0,0 0 0,0 0 0,0 0 0,0 0 0,0 1 0,0-1 0,1-1 0,-1 1 0,0 0 0,1 0 0,-1 0 0,1-1 0,-1 1 0,1-1 0,-1 1 0,1-1 0,-1 1 0,1-1 0,-1 0 0,1 0 0,-1 0 0,1 0 0,0 0 0,-1 0 0,1 0 0,2-1 0,51-6 0,-37 0-36,0-1 0,0-1 1,-1 0-1,-1-1 0,0-1 0,28-24 0,-44 34 40,0 1-1,1 0 1,-1 0-1,0 0 1,0-1 0,1 1-1,-1 0 1,0 0-1,1 0 1,-1 0-1,0-1 1,1 1 0,-1 0-1,1 0 1,-1 0-1,0 0 1,1 0-1,-1 0 1,0 0-1,1 0 1,-1 0 0,0 0-1,1 0 1,-1 1-1,0-1 1,1 0-1,-1 0 1,0 0-1,1 0 1,-1 0 0,0 1-1,1-1 1,-1 0-1,0 0 1,0 1-1,1-1 1,-1 0 0,0 0-1,0 1 1,1-1-1,-1 0 1,0 1-1,0-1 1,7 13 87,-7-13-88,1 4-325,0-1 0,-1 0 0,1 1 0,1-1 0,-1 0 0,1 0 0,-1 0 0,1 0 0,0 0 0,0 0 0,0-1 0,4 5 0,-3-5-158,-1-1 1,1 0-1,-1 0 0,1 0 0,0 0 1,0 0-1,0-1 0,-1 1 0,1-1 1,0 1-1,0-1 0,0 0 0,0-1 1,0 1-1,-1 0 0,7-2 0,11-4-8708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0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29 10117,'0'0'17818,"5"6"-16660,-2-2-1094,0 0 0,1 0 0,0-1 0,0 1 0,0-1 0,0 0 1,0 0-1,1-1 0,0 1 0,-1-1 0,1 0 0,0 0 0,0 0 0,0-1 0,0 0 0,0 0 0,0 0 0,1 0 0,-1-1 0,8 0 0,8 0 78,-12 1-395,0-1 0,0 0 0,0-1 0,0 1 0,14-5 0,-21 5 180,-1-1-1,1 0 1,0 1-1,0-1 0,0 0 1,-1 0-1,1 0 1,0-1-1,-1 1 1,1 0-1,-1-1 1,1 1-1,-1-1 1,0 1-1,0-1 1,0 0-1,1 1 1,-2-1-1,1 0 1,0 0-1,0 0 1,0 1-1,-1-1 1,1 0-1,-1 0 1,0 0-1,0 0 1,1 0-1,-1 0 0,-1-3 1,1 4 76,0 0-1,0 0 1,-1 0 0,1 0-1,0 0 1,-1 0 0,1 0 0,-1 0-1,1 0 1,-1 1 0,0-1-1,1 0 1,-1 0 0,0 0 0,0 1-1,1-1 1,-1 0 0,0 1-1,0-1 1,0 0 0,0 1 0,0-1-1,0 1 1,0 0 0,0-1-1,0 1 1,0 0 0,0 0 0,-2-1-1,-36-3 367,34 4-256,1 0-88,-11-1 352,-1 0 0,1 1 0,-1 1 0,1 1 0,-27 5 0,38-6-314,1 0-1,0 1 1,-1-1 0,1 1 0,0 0 0,0 0 0,0 0 0,0 0 0,0 0 0,0 1 0,1-1-1,-1 1 1,1 0 0,0-1 0,0 1 0,0 0 0,0 1 0,0-1 0,1 0 0,-1 0 0,1 1-1,0-1 1,0 1 0,0-1 0,0 1 0,1-1 0,0 1 0,-1 0 0,1-1 0,1 5-1,-2-5-155,1 1 0,0-1 0,0 0 0,0 1 0,1-1-1,-1 1 1,1-1 0,-1 0 0,1 1 0,0-1 0,1 0 0,-1 0-1,1 0 1,-1 0 0,1 0 0,0 0 0,0 0 0,0 0-1,0-1 1,0 1 0,1-1 0,-1 0 0,1 0 0,0 0-1,0 0 1,-1 0 0,1 0 0,1-1 0,-1 1 0,0-1 0,0 0-1,0 0 1,1 0 0,-1 0 0,0-1 0,8 1 0,9 3-2045,1-2 1,37 1 0,-43-4 33,1 0-1,-1-1 1,0 0 0,27-9-1,11-9-4151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1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39 224,'0'0'22136,"4"-6"-18743,15-20-525,-15 20-718,-4 84-154,1-77-2006,-1 0 1,1 0-1,0 0 0,0 0 0,-1 0 1,1-1-1,0 1 0,0 0 0,0-1 1,0 1-1,0 0 0,0-1 0,0 1 1,0-1-1,0 1 0,0-1 1,1 0-1,-1 1 0,0-1 0,0 0 1,0 0-1,0 0 0,1 0 0,-1 0 1,0 0-1,1 0 0,40-2-677,-35-1 488,-1 1 0,0-1 0,0 0 0,0 0-1,0 0 1,0-1 0,-1 0 0,1 0 0,-1-1 0,0 1 0,0-1-1,-1 0 1,1-1 0,-1 1 0,0-1 0,6-3 4311,-9 10-4112,-1 1-1,0 0 0,1 0 0,0 0 0,-1 0 0,1-1 0,0 1 0,0 0 0,0-1 0,0 1 0,0-1 0,0 1 0,0-1 0,1 1 0,-1-1 0,0 0 0,1 1 0,-1-1 0,1 0 0,0 0 0,-1 0 0,1-1 0,0 1 0,3 1 0,45 0-4424,0-8-6811,-16-10-876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9716,'0'0'14615,"13"9"-13254,-7-5-1269,4 3 25,1 0-1,-1-1 0,1 0 0,1-1 1,-1 0-1,1 0 0,0-2 0,0 1 1,0-1-1,17 1 0,-26-4-184,1 1 0,-1-1-1,0 0 1,1-1 0,-1 1-1,1-1 1,-1 1 0,0-1 0,0 0-1,1 0 1,-1 0 0,0-1 0,0 1-1,5-4 1,-7 3 49,1 0 0,-1 0 1,0-1-1,0 1 0,0 0 0,0 0 0,0-1 1,-1 1-1,1 0 0,-1-1 0,1 1 0,-1-1 0,0 1 1,0-1-1,0 1 0,0 0 0,-1-1 0,1 1 1,-1-1-1,1 1 0,-2-4 0,0 3 171,1 0-1,-1-1 1,0 1-1,0 0 1,0 0-1,0 0 1,-1 0-1,1 1 1,-1-1-1,1 1 1,-1-1 0,0 1-1,0 0 1,0 0-1,0 0 1,-1 1-1,1-1 1,-1 1-1,1 0 1,0 0-1,-1 0 1,0 0 0,-5 0-1,-1-1 287,-1 0 0,0 1 0,1 0 1,-1 1-1,0 0 0,0 1 0,-10 1 0,18-1-438,1 0 0,-1 0 0,1 0 0,0 0 0,0 1 0,-1-1 0,1 1 0,0-1 0,0 1 0,0 0 0,1 0 0,-1 0 0,0 0 0,1 0 0,-1 0 0,1 0 0,-1 0 0,1 1 0,0-1 0,0 0 0,0 1 0,1-1 0,-1 1 0,0 4 0,-2 7 0,2 0 0,0 0 0,0 19 0,1-25 0,1-5-80,-1 1-1,1-1 1,0 1-1,0-1 1,0 0-1,1 1 1,-1-1 0,1 0-1,-1 0 1,1 0-1,0 0 1,0 0 0,1-1-1,-1 1 1,0-1-1,1 1 1,0-1-1,-1 0 1,1 0 0,0 0-1,0 0 1,0 0-1,1-1 1,-1 0 0,0 1-1,0-1 1,5 1-1,8 2-955,0 1 0,1-2 0,0 0-1,24 0 1,32-1-6935,7-2-5054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1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1 17928,'0'0'3917,"-28"1"-292,10 0-2891,-4-1 37,-1 1 1,1 1-1,-1 1 0,1 1 1,0 1-1,0 1 0,-26 10 1,28-6-718,0 0 1,0 1-1,1 0 1,1 2-1,0 0 1,0 1-1,2 1 1,-29 32-1,36-34-61,0-1 0,1 1 0,0 1 0,1-1 0,0 1 0,1 0 0,1 1 0,1-1 0,0 1 0,0 0 0,1 1 0,1-1 0,0 27 0,2-36-57,1 0-1,-1 1 1,1-1 0,0 0-1,1 0 1,-1 0-1,1 0 1,1 0 0,-1 0-1,1 0 1,0-1 0,0 1-1,0-1 1,9 10 0,-5-8-206,0 0 0,1 0 1,0-1-1,1 0 1,-1 0-1,1-1 1,0 0-1,16 6 0,-2-3-531,0-1-1,0-2 1,1 0-1,0-1 0,0-1 1,0-2-1,31-1 1,18-9-7513,2-14-4654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2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1 288,'-2'1'23673,"2"-1"-23527,0 0 1,0 0 0,0 1 0,0-1-1,0 0 1,0 0 0,0 0 0,0 1 0,-1-1-1,1 0 1,0 0 0,0 0 0,0 1-1,0-1 1,0 0 0,0 0 0,0 0 0,0 1-1,0-1 1,0 0 0,0 0 0,1 1-1,-1-1 1,1 2 1761,-1-2-1761,1 0 0,-1 0 0,0 0-1,0 0 1,0 1 0,1-1 0,-1 0-1,0 0 1,0 0 0,0 0 0,1 0-1,-1 0 1,0 0 0,0 0 0,0 0 0,1 0-1,-1 0 1,0 0 0,0 0 0,1 0-1,-1 0 1,0-1 0,-6 15-147,-1 0 0,-1-1 0,0 0 0,0-1 0,-16 17 0,-21 33 0,24-31 0,16-24 0,0 0 0,0 0 0,0 0 0,1 1 0,0 0 0,0 0 0,1 0 0,0 0 0,1 0 0,0 1 0,-3 16 0,6-24 0,-1 1 0,1-1 0,-1 0 0,1-1 0,-1 1 0,1 0 0,0 0 0,-1 0 0,1 0 0,0 0 0,0-1 0,0 1 0,0 0 0,-1-1 0,1 1 0,0 0 0,0-1 0,0 1 0,0-1 0,1 0 0,-1 1 0,0-1 0,0 0 0,0 0 0,0 0 0,0 1 0,0-1 0,0 0 0,0 0 0,2-1 0,49 1 0,-34 0 0,-17 0 0,48 1 0,0-2 0,-1-1 0,1-3 0,-1-2 0,54-16 0,-99 23-570,0-1-1,0 0 1,0 0 0,0 0-1,0-1 1,0 1 0,-1-1-1,1 1 1,-1-1 0,1 0 0,2-3-1,-4 3-257,1-1 1,-1 1-1,-1-1 0,1 1 0,0-1 0,-1 1 0,1-1 1,-1 0-1,0 1 0,1-1 0,-1 0 0,-1-3 1,1-5-7964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2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9941,'0'0'21705,"-34"142"-20584,34-105-1121,6-1 0,8-2 0,0-5 0,-1-4 0,1-7 0,-1-5 0,8-4-2865,6-4-1537,0-5-1809,7 0-6979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5202,'0'0'21938,"5"3"-20353,10 8-1364,0 0 0,-1 1 0,0 1 0,-1 0 0,-1 1 0,0 1 0,-1 0 0,0 0 0,-2 1 0,13 26 0,-12-20-19,-2 1-1,0-1 0,-2 2 1,0-1-1,-1 0 0,-2 1 1,2 46-1,-6-67-199,1 0 0,-1 0 0,1 0 1,-1 0-1,0 0 0,0 0 0,0 0 0,0 0 0,-1 0 0,1-1 0,-1 1 1,0-1-1,1 1 0,-1-1 0,0 1 0,-1-1 0,1 0 0,0 0 1,-1 0-1,1-1 0,-1 1 0,1 0 0,-5 1 0,-7 4-74,-1-1 0,0 0 1,-21 5-1,11-4-250,64-29-26060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3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18841,'0'0'13926,"0"74"-13926,0-54 0,0-2 0,0 0 0,0 1 0,0-1-2385,0-3-4738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3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 5507,'0'0'23338,"-95"144"-19416,75-115-3922,6 10 0,-13 6 0,7-2 0,-1 4-320,-12-8-4626,-1-10-4611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0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3 4018,'0'0'9810,"7"-3"-4672,-9 22-4677,-1 0 1,0 0-1,-2 0 0,0 0 1,-1-1-1,-1 0 0,-16 30 1,10-21-361,2-1 0,-14 48 0,21-58-58,1-1 1,1 1-1,-1 20 0,37-36 125,-21-1-118,0-1 0,0 0 0,-1 0 0,25-9 0,19-5-12,23 2 452,0 3-1,125 0 0,-190 10 672,-20 0-1988,-26-3-5246,23 3 2287,-9-3-2184,3 1-1191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1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4690,'0'0'13414,"5"3"-11656,-2 0-1469,0 0 0,-1 0 0,1 1-1,-1-1 1,1 0 0,-1 1-1,0 0 1,0-1 0,-1 1-1,1 0 1,-1 0 0,0 0-1,0 0 1,0 0 0,0 0 0,-1 0-1,0 5 1,1 91 2061,-3-59-1618,0 10 75,-16 90-1,6-64-661,4-20 79,8-56-50,0-44-2928,0 20-954,0-2-5230,0 12 1532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2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50 848,'0'0'12401,"0"-8"-10102,0-33 3750,0 48-4555,-1 39-411,0-13-185,1 0-1,2 1 1,10 57 0,22 67 829,34 118 137,-64-261-1695,-1 0 0,0 1 0,-1-1 0,0 1 0,-1 18-1,-1-33 62,0-26-62,0-6-2854,1 26 1434,-1 0-1,1 0 1,0-1-1,0 1 1,1 0-1,-1 0 1,1 1-1,0-1 1,0 0-1,4-4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3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3586,'0'0'13134,"-33"5"-5856,5 18-7356,-7 7-3686,-5-3-6785,14-13 1422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3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10981,'0'0'11958,"-122"0"-10118,108 0-927,8 0-561,-8 0-352,7 6-16,-6 1-256,-7 0-801,6 0-1168,-6 2-1168,-7 0-2050,-1-2-1072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3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3922,'0'0'20937,"-47"0"-18648,47 3-1712,0 1-641,0 5-753,0 5-912,0-1-2016,0 5-1842,7-4-3153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3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4002,'0'0'20185,"55"100"-19369,-49-91-559,8 0-257,-7 0 0,6 2-561,-6 3-1248,0 4-1296,6 2-2930,-6 0-416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4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4466,'0'0'16664,"13"56"-16552,-13-42-112,7 2-689,0 2-1360,0 0-3025,13 0-1521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4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16,'0'0'25324,"-21"14"-40884,1-8 5956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4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11445,'0'0'14311,"-27"4"-14311,27 1-272,0 4-1233,0 0-1104,0 2-529,-14 0-2064,1 0-1169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4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9364,'-163'94'21834,"163"-91"-21834,0-1-48,0 2-688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5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3 608,'13'-3'19953,"-12"9"-19459,0 0 0,0 0 0,0 0 0,-1 0 0,0 0 0,0 0 0,-2 12 0,1 4 263,-1-2-467,-1-1-1,-1 1 0,-1-1 1,0 0-1,-1-1 1,-1 0-1,-1 0 1,-13 23-1,-12 30 348,21-48-554,10-19-47,0 0 1,0 0-1,0 0 0,0 0 0,0 1 0,1-1 0,0 0 0,-1 9 619,43-13-100,-19-2-539,-1 0 0,33-9 0,-1 1 8,13 2 291,102 0-1,-167 8 41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18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25 3874,'0'0'11456,"11"-25"296,-22 27-11590,0-1 0,1 1 0,-1 1 0,0 0 1,1 0-1,0 1 0,0 1 0,0 0 0,0 0 0,1 0 1,0 1-1,0 1 0,-14 13 0,5-4-83,1 1-1,0 1 1,1 1 0,2 0 0,-16 26-1,24-35-40,1-1-1,0 1 1,1 0-1,1 0 1,-1 0 0,1 0-1,1 1 1,0-1-1,1 1 1,0 0-1,0-1 1,1 1-1,2 12 1,-2-20-37,1 0 1,0 0-1,1 0 0,-1 0 1,0 0-1,1-1 0,0 1 1,-1 0-1,1-1 1,0 1-1,0-1 0,1 0 1,-1 1-1,0-1 0,1 0 1,0 0-1,-1-1 0,1 1 1,0-1-1,0 1 0,0-1 1,0 0-1,0 0 1,0 0-1,0 0 0,0-1 1,0 1-1,4-1 0,15 3 49,1-1-1,43-1 0,-44-1-7,-12-1-95,1 0 0,-1-1 0,0 0 0,1-1 0,-1 0 0,0 0-1,-1-1 1,1-1 0,-1 1 0,17-12 0,31-28-4350,-10-4-7996,-27 26 1191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19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83 118 10677,'0'0'15084,"-10"14"-13897,-30 47-157,37-56-934,1 0 0,0 1 0,0-1 0,0 1 1,1-1-1,0 1 0,0 0 0,0 0 0,1-1 0,0 1 0,0 0 0,1 0 0,1 7 0,-1 10 45,-1-21-140,0-1-1,0 0 0,0 0 1,0 1-1,1-1 0,-1 0 1,0 0-1,0 1 0,1-1 1,-1 0-1,1 0 0,-1 0 1,1 0-1,0 1 0,-1-1 1,1 0-1,0 0 0,0 0 1,0-1-1,-1 1 0,1 0 1,0 0-1,0 0 0,0-1 1,2 2-1,0-1-13,-1 0 1,1 0-1,0-1 0,-1 1 1,1-1-1,0 0 0,0 0 0,0 0 1,-1 0-1,1 0 0,4-1 0,-1 0-75,1-1-1,-1 1 1,0-1-1,0 0 0,1-1 1,-1 0-1,0 0 1,-1 0-1,8-6 0,-7 3-127,-1-1 0,0 1 0,-1-1 0,0 0-1,0-1 1,0 1 0,-1-1 0,0 0 0,0 1-1,-1-1 1,0-1 0,1-11 0,-1 5-165,0-1 0,-1 1 0,-1-1 0,-1 1 1,-5-29-1,5 40 328,0-1 0,-1 1 1,0 0-1,0 0 0,-1 0 1,1 0-1,-1 1 0,1-1 1,-1 1-1,0-1 0,-1 1 1,1 0-1,0 0 0,-1 0 1,0 1-1,1-1 0,-1 1 1,0 0-1,-1 0 1,1 0-1,0 1 0,0-1 1,-1 1-1,1 0 0,-1 1 1,1-1-1,-8 0 0,8 1 52,1 0 0,0-1 0,0 1 0,-1 0 1,1 1-1,0-1 0,0 1 0,0-1 0,-1 1 0,1 0 0,0 0 0,0 0 0,0 1 0,0-1 0,1 1 0,-1-1 0,0 1 0,1 0 0,-1 0 1,1 0-1,-1 1 0,1-1 0,0 0 0,0 1 0,0 0 0,0-1 0,1 1 0,-1 0 0,1 0 0,-1 0 0,1 0 0,0 0 0,0 0 0,1 0 0,-1 0 1,1 1-1,-1 5 0,1-8 3,-1 1 0,1-1 0,0 0 0,0 1 0,-1-1 0,1 1 0,0-1 0,0 0 0,1 1 0,-1-1 0,0 0 0,0 1 0,1-1 0,-1 0 0,1 1 0,-1-1 0,1 0 0,-1 0 0,1 1 0,0-1 0,-1 0 0,1 0 0,0 0 0,0 0 0,0 0 0,0 0 0,0 0 0,0 0 0,0-1 0,0 1 0,1 0 0,-1-1 0,0 1 0,0 0 0,1-1 0,-1 0 0,0 1 0,1-1 0,-1 0 0,0 1 0,1-1 0,-1 0 0,0 0 0,1 0 0,-1 0 0,1-1 0,0 1 0,24 1 3,0-2-1,0 0 1,0-2 0,0-1 0,44-12 0,86-40 1991,-155 55-1893,-1 1 1,1 0 0,0 0-1,0 0 1,-1 0 0,1 0 0,0 0-1,-1 0 1,1 0 0,0 0-1,0 0 1,-1 1 0,1-1 0,0 0-1,0 0 1,-1 1 0,1-1-1,-1 0 1,1 1 0,0-1 0,-1 1-1,1-1 1,-1 1 0,1-1-1,-1 1 1,1-1 0,-1 1 0,1-1-1,-1 1 1,1 0 0,-1-1-1,0 1 1,1 0 0,-1-1 0,0 1-1,0 0 1,0-1 0,1 1-1,-1 0 1,0 0 0,0-1 0,0 1-1,0 0 1,0 0 0,0 0-1,-1 48-231,0-33 221,31-15-698,-24-2 591,1 0 0,-1 0 1,1 0-1,-1-1 1,1 0-1,-1 0 0,0-1 1,0 0-1,0 0 0,9-6 1,0-2 68,-1 1 0,24-24 1,-38 33 18,1 1 1,-1-1 0,0 1 0,1 0-1,-1-1 1,0 1 0,0 0 0,1 0-1,-1-1 1,1 1 0,-1 0 0,0 0 0,1-1-1,-1 1 1,1 0 0,-1 0 0,0 0-1,1 0 1,-1 0 0,1 0 0,-1-1-1,1 1 1,-1 0 0,1 0 0,-1 0-1,0 1 1,1-1 0,-1 0 0,1 0 0,-1 0-1,1 0 1,-1 0 0,0 0 0,1 1-1,-1-1 1,1 0 0,-1 0 0,0 1-1,1-1 1,-1 0 0,0 0 0,1 1 0,-1-1-1,0 1 1,1-1 0,-1 0 0,0 1-1,0-1 1,0 0 0,1 1 0,-1 0-1,9 27-571,-6-18 631,-2-7-508,0 0 1,1 1 0,-1-1-1,1 0 1,0 0 0,0 0-1,0 0 1,0 0 0,0-1-1,1 1 1,-1-1 0,1 1-1,0-1 1,0 0 0,0 0-1,0 0 1,4 1 0,14 3-6114,6-5-3690,-6-1 1941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19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5138,'2'0'22838,"13"6"-21537,-14-4-1159,0 1 0,0-1-1,0 1 1,0 0 0,0-1-1,-1 1 1,1 0 0,-1-1-1,0 1 1,0 5-1,6 26 1196,-6-33-1316,1 0 0,-1 0 0,1 0 1,-1 0-1,1 0 0,0 0 1,-1 0-1,1 0 0,0-1 0,0 1 1,0 0-1,0 0 0,0-1 0,0 1 1,0-1-1,0 1 0,0-1 0,0 1 1,0-1-1,0 1 0,0-1 0,0 0 1,0 0-1,0 0 0,0 0 0,1 0 1,0 0-1,3 0-47,0-1 0,0 1-1,0-1 1,0-1 0,0 1 0,-1-1-1,1 0 1,-1 0 0,1 0 0,7-5 0,44-37-467,-26 19 332,-20 16 131,-9 6 85,1 1 0,0 0 0,0 0 0,0 0 0,1 0-1,-1 1 1,0-1 0,1 0 0,-1 1 0,1 0 0,-1 0-1,4-2 1,-6 38 204,0-32-313,0 19-2308,7 7-5431,-7-28 7439,1-1 0,-1 1 0,1 0 1,-1 0-1,1-1 0,0 1 0,-1 0 0,1 0 0,0-1 0,0 1 0,-1-1 1,1 1-1,0-1 0,0 1 0,0-1 0,0 0 0,0 1 0,0-1 0,0 0 1,0 1-1,2-1-138,0 0 0,-1 0-1,1-1 1,0 1 0,-1 0 0,1-1 0,-1 0 0,1 1 0,-1-1 0,5-3 0,25-16-7013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20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2097,'0'0'22485,"-8"24"-18630,-25 82-1649,29-88-1925,0 0-1,1-1 1,1 1-1,0 0 1,1 1-1,3 22 1,-1 2-121,-1-39-161,0 0 1,0 1-1,0-1 1,1 0-1,-1 0 1,1 1-1,1-1 1,-1 0-1,0 0 1,1 0-1,0 0 1,0 0-1,0 0 1,0-1-1,1 1 1,-1 0-1,6 4 1,-4-5-44,0 0 0,0 0 0,1-1 0,-1 1 0,1-1 1,-1 0-1,1-1 0,0 1 0,0-1 0,0 0 0,0 0 1,0 0-1,0-1 0,9 0 0,-7 0-796,0 0-1,0 0 1,-1-1-1,1 0 1,10-3 0,12-14-6075,-7-7-5544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20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6547,'0'0'18056,"162"0"-16679,-74-7-1153,-7-2-208,-6 3-16,-7 6-1201,-14 0-2512,-20 0-3587,-21 15-1312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21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21 356 7059,'0'0'18918,"16"13"-17101,49 42-72,-60-50-1574,-1 1 1,0-1-1,-1 1 0,1-1 0,-1 1 1,0 0-1,-1 1 0,1-1 1,-1 0-1,0 1 0,-1-1 1,0 1-1,0 0 0,0-1 1,-1 1-1,0 10 0,1 2 25,2 45-172,-2 0 0,-3 0 0,-3 0 0,-24 113 0,16-100-24,13-77 0,0 0 0,0 0 0,0 0 0,0 0 0,0-1 0,0 1 0,0 0 0,1 0 0,-1 0 0,0 0 0,0 0 0,0 0 0,0 0 0,0 0 0,1 0 0,-1 0 0,0 0 0,0 0 0,0 0 0,0 0 0,0 0 0,1 0 0,-1 0 0,0 0 0,0 0 0,0 0 0,0 0 0,0 0 0,1 0 0,-1 0 0,0 0 0,0 0 0,0 1 0,0-1 0,0 0 0,0 0 0,1 0 0,-1 0 0,0 0 0,0 0 0,0 0 0,0 0 0,0 1 0,0-1 0,0 0 0,0 0 0,0 0 0,0 0 0,0 0 0,0 1 0,0-1 0,0 0 0,0 0 0,1 0 0,-1 0 0,-1 0 0,1 1 0,0-1 0,0 0 0,0 0 0,0 0 0,0 0 0,0 0 0,0 1 0,0-1 0,0 0 0,0 0 0,0 0 0,0 0 0,8-4 0,6-8 0,-1-1 0,-1-1 0,0 1 0,18-29 0,10-12 0,-5 17-99,1 2-1,2 2 1,1 1-1,2 1 1,1 3-1,45-23 1,280-122-634,-349 165 732,-13 6 115,-1 0-1,1 1 1,0-1 0,0 1 0,-1 0-1,1 0 1,0 1 0,0 0 0,0-1-1,8 2 1,15 0 65,-55-62-179,19 39 0,0 0 0,2-1 0,0 1 0,2-1 0,-2-33 0,3-121 0,4 104 0,-2 73 0,0-1 0,1 1 0,-1-1 0,1 1 0,-1 0 0,0-1 0,1 1 0,-1 0 0,0 0 0,0 0 0,1 0 0,-1-1 0,0 1 0,1 0 0,-1 0 0,0 0 0,0 0 0,1 1 0,-1-1 0,0 0 0,0 0 0,1 0 0,-1 1 0,0-1 0,1 0 0,-2 1 0,-19 6 0,-91 51 0,-209 76 0,-130 2 0,446-135-12,4-1-39,0 0 0,-1 0 0,1 0 0,0 0 0,0 0 0,0 1 0,0-1 1,0 0-1,0 1 0,0-1 0,0 1 0,0-1 0,0 1 0,0-1 0,0 1 0,0 0 0,0-1 0,0 1 0,0 0 0,1 0 0,-1 0 0,0 0 0,1 0 0,-1 0 0,0 1 0,30 0-9815,-11-2-5679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21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61 784,'0'0'16584,"11"-4"-14735,7-6-1033,2 1 0,-1 1 0,1 1 0,0 1 0,1 1 0,0 0 0,26-2 0,-46 8-794,0-1 0,0 1 0,-1-1 0,1 1 0,0-1 0,0 1 0,0 0 0,-1-1 0,1 1 0,0 0 0,-1 0 0,1-1 0,0 1 0,-1 0 0,1 0 0,-1 0 0,1 0 0,-1 0 0,0 0 0,1 0 0,-1 0 0,0 0-1,0 0 1,0 0 0,1 0 0,-1 0 0,0 0 0,0 0 0,-1 2 0,1 42 660,-1-33-331,1-8-191,-1 1 0,0-1 1,0 0-1,0 0 1,0 1-1,-1-1 1,0 0-1,-3 5 1,3-5 72,0 0-1,1-1 1,-1 1 0,1 0 0,0 0 0,-1 0 0,2 0 0,-2 5 0,12-8 42,6-2-207,-1-1 0,0 0 1,0-1-1,0 0 0,0-2 1,-1 1-1,15-8 0,100-54-3818,-106 53 1327,-9 2-4839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2376 174 976,'0'0'4699,"2"-4"-3591,8-18 7868,-9 18-9197,0 3 265,1-1-1,-1 0 1,0 0 0,1 1-1,-1-1 1,1 1 0,-1-1 0,1 1-1,0 0 1,0-1 0,-1 1 0,1 0-1,0 0 1,0 0 0,0 1 0,3-2-1,40-15 118,-11 5 467,1 2 1,1 2-1,61-8 0,-3 8 227,4-2 180,1 4 0,124 9-1,39 32 364,-208-24-992,0 2-1,89 35 1,-113-34-126,-1 1 0,37 28 0,-37-24 116,50 25 1,-46-27-285,-1 1 0,0 1 0,-2 1 0,33 28 0,38 25 220,6 6 60,-95-69-311,-1 0 0,0 1 0,-1 1 0,0 0 0,-1 0 0,12 22 0,25 36 379,3 5 139,-42-61-426,0 0-1,-1 1 0,-1 0 1,0 0-1,-1 0 0,2 19 0,2 13 105,2-1 0,2 0 0,1-1 0,30 64 0,-26-67-256,-2-1 0,-2 2-1,-2-1 1,10 77 0,-12-80-21,-6-30 0,-1-1 0,0 1 0,-1 0 0,1 12 0,18 315 0,-20 224 0,-13-462 0,10-58 0,-2 0 0,-2 0 0,-19 64 0,9-33 0,11-42 0,-1 0 0,-2 0 0,-13 29 0,-140 284 0,74-193 0,5-11 0,62-100 0,-2-1 0,-31 38 0,25-37 0,-32 57 0,40-58 0,-2-2 0,-1 0 0,-37 41 0,-55 62 0,97-114 0,-1-1 0,-1-1 0,0 0 0,-2-2 0,-40 29 0,-2 2 0,43-32 0,0-1 0,-48 27 0,-171 78 0,185-94 0,0-2 0,-2-3 0,-114 32 0,-188 20 0,221-50 0,43-11 0,-156 6 0,-98-24 0,311 0 0,0-2 0,-39-10 0,35 5 0,-56-4 0,13 6 0,1-3 0,-142-40 0,215 48 0,0-1 0,1-1 0,0 0 0,0 0 0,0-1 0,1 0 0,0-1 0,0-1 0,1 1 0,-1-1 0,2-1 0,-12-13 0,9 11 0,0 0 0,-1 1 0,0 0 0,-27-16 0,28 20 0,1-1 0,-1-1 0,1 1 0,0-1 0,1-1 0,0 0 0,0 0 0,-10-16 0,-9-15 0,-1 1 0,-3 1 0,-57-53 0,25 25 0,23 24 0,-1-1 0,-58-78 0,-15-51 0,100 145 0,1-1 0,1-1 0,2-1 0,1 1 0,2-1 0,0-1 0,-3-35 0,-16-56 0,24 100 0,-6-81 0,6 47 0,-15-78 0,17 128 0,-4-32 0,-2-69 0,8 29 0,1 19 0,-11-99 0,5 112 0,2 0 0,5-52 0,-1 10 0,-1 66 0,2 0 0,0 1 0,6-23 0,4-25 0,20-89 0,-23 104 0,27-90 0,-24 100 0,-5 14 0,-3 10 0,1 1 0,0 0 0,1 0 0,1 1 0,13-22 0,1 5-17,-2 0 1,-2-1-1,17-45 0,-28 56-10,13-29-34,53-80-963,-41 74 796,-23 41 97,1 1 0,1-1 0,18-23-1,9-21-426,-4 5 281,25-31-369,-38 54 545,28-34 0,33-22-62,-61 69 74,1 1-1,30-23 1,-25 23-31,42-43 1,-42 37-178,2 2 0,45-31 0,-57 44 281,31-21-65,28-21 101,-2-8-81,-51 44 46,1 1 1,0 1-1,1 1 1,0 1 0,1 1-1,1 1 1,0 2-1,1 0 1,39-7 0,69-25 14,-92 27 0,82-18 0,-46 15-17,30-3-36,-84 17 86,0-2-1,0-1 0,30-12 1,-36 12 22,1 0 0,-1 1-1,1 1 1,0 1 0,38-3 0,118 0 1492,-157 6-1322,0 1-1,1 1 1,-1 1-1,1 0 0,24 8 1,-20-5-163,0-1 1,42 2-1,-67-5-208,0 0 0,0-1 0,0 1-1,0-1 1,0 1 0,0 0 0,0-1-1,-1 1 1,1-1 0,0 1 0,0-1-1,0 1 1,-1-1 0,1 1 0,0-1-1,-1 1 1,1-1 0,0 1 0,-1-1-1,1 1 1,0-1 0,-1 0 0,1 1-1,-1-1 1,1 0 0,-1 1-1,0-1 1,-23 14-7403,15-8 2330,-10 3-6200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7764,'0'0'10762,"6"6"-9100,3 4-1171,-1 0 1,-1 0-1,0 0 1,-1 1-1,0 0 0,0 1 1,-1-1-1,-1 1 1,5 18-1,16 113 790,5 24-211,-18-138-4843,-6-19 567,-3-16 463,-3-17-2598,0-5-886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7 259 3890,'0'0'9321,"-1"-5"-7888,-3-18-16,3 18-374,53 5 1767,10 1-1796,1-2 1,-1-4-1,69-12 0,172-56-470,-109 24-316,221-27 0,-379 72-83,67 2-1,-101 2-26,1 1 1,-1-1-1,1 1 1,-1 0-1,0 0 1,1 0 0,-1 0-1,0 0 1,0 0-1,0 0 1,0 1-1,0-1 1,0 1 0,0 0-1,0-1 1,0 1-1,-1 0 1,1 0-1,-1 0 1,3 4 0,22 53 3329,-15-29-2084,11 22-1296,-3 0 1,14 65-1,-17-33-68,-13-59 0,2 0 0,1 0 0,11 32 0,-10-38 0,-7-15 0,1 0 0,0-1 0,1 1 0,-1-1 0,1 1 0,-1-1 0,1 1 0,0-1 0,0 0 0,4 4 0,-14-15 0,7 6 0,0 1 0,0-1 0,0 1 0,0-1 0,-1 1 0,1 0 0,-1 0 0,1-1 0,-1 1 0,1 0 0,-1 0 0,0 1 0,-1-2 0,-13-3 0,0 2 0,0-1 0,-1 2 0,1 0 0,-31 1 0,2 3 0,-45 7 0,-2 10 0,1 5 0,-142 55 0,149-48 0,-162 59 0,-234 79 0,464-164 0,7-2 0,0 0 0,0 0 0,0-1 0,0-1 0,-16 2 0,25-3 0,-1 0 0,1-1 0,-1 1 0,1 0 0,-1 0 0,1-1 0,-1 1 0,1 0 0,0-1 0,-1 1 0,1 0 0,0-1 0,-1 1 0,1 0 0,0-1 0,-1 1 0,1-1 0,0 1 0,0-1 0,0 1 0,-1-1 0,1 1 0,0-1 0,0 1 0,0-1 0,0 1 0,0-1 0,0 1 0,0-1 0,0 1 0,0-1 0,0 1 0,0-1 0,1 0 0,2-16 0,0 13-374,0-1-1,1 1 1,0 1 0,-1-1-1,2 0 1,-1 1 0,0 0 0,1 0-1,-1 0 1,1 1 0,0-1-1,0 1 1,0 0 0,0 1-1,0-1 1,1 1 0,-1 0 0,0 0-1,8 0 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264 129 2497,'0'0'10317,"8"-7"-8367,2 0-1292,-7 5-381,1 0 1,-1-1-1,0 1 0,1-1 1,-1 0-1,-1 0 0,1 0 0,0 0 1,4-7-1,-6 9-56,-1 0 0,1-1-1,0 1 1,0 0 0,-1-1 0,1 1 0,-1-1-1,1 1 1,-1-1 0,0 1 0,1-1 0,-1 1 0,0-1-1,0 0 1,0 1 0,0-1 0,0 1 0,-1-1-1,1 1 1,0-1 0,-1 1 0,1-1 0,-1 1-1,-1-3 1,0 2-94,0-1-1,0 1 1,0 0 0,0 0-1,0 0 1,-1 0 0,1 0-1,-1 1 1,1-1-1,-1 1 1,-5-3 0,-2 1-121,-1-1-1,1 1 1,-1 1 0,1 0 0,-20-1 0,21 3 10,1 0-1,0 1 0,-1 0 0,1 0 1,0 1-1,0-1 0,0 2 1,0-1-1,-12 7 0,16-7-19,1 0 0,0 0 0,0 1 0,1-1-1,-1 1 1,0-1 0,1 1 0,0 0 0,-1 0 0,1 0 0,0 0-1,1 0 1,-1 1 0,0-1 0,1 1 0,0-1 0,0 1-1,0-1 1,0 1 0,1-1 0,-1 1 0,1 0 0,0 6 0,1-8 4,-1 0 0,1 0 0,-1 1 0,1-1 0,0 0 0,0 0 0,0 0 0,0 0 0,0 0 0,1-1 0,-1 1 0,0 0 0,1 0 0,0-1 0,-1 1 0,1-1 0,0 0 0,0 1 0,0-1 0,0 0 0,0 0 0,0 0 0,0 0 0,0 0 0,0-1 0,0 1 0,0-1 0,3 1 0,12 3 44,0-1 1,28 2 0,-29-3-35,-14-2-6,8 1-12,0 0-1,0 1 0,0 0 1,17 6-1,-25-7 7,0 0 1,0 0-1,0 0 0,0 0 1,0 1-1,0-1 1,0 0-1,0 1 0,-1 0 1,1-1-1,-1 1 0,1 0 1,-1 0-1,0 0 1,0 0-1,0 0 0,0 0 1,0 0-1,0 0 0,0 0 1,-1 0-1,1 1 0,-1-1 1,1 0-1,-1 0 1,0 4-1,0 6 23,0 0 0,-1-1 0,0 1 1,-1-1-1,-1 0 0,0 1 0,0-1 0,-1 0 0,0-1 0,-1 1 0,0-1 1,-7 10-1,-108 152 916,81-122 143,-62 105 0,100-154-1077,1 0 0,-1 1 0,0-1 0,0 0-1,0 1 1,1-1 0,-1 1 0,1-1 0,-1 1-1,1-1 1,0 1 0,-1-1 0,1 1 0,0 0 0,0-1-1,0 1 1,0-1 0,0 1 0,1 0 0,0 2 0,-1-4-4,1 1 1,0-1 0,0 1 0,0-1 0,-1 1-1,1-1 1,0 0 0,0 1 0,0-1-1,0 0 1,0 0 0,0 0 0,0 0 0,0 1-1,0-1 1,0-1 0,0 1 0,0 0 0,0 0-1,0 0 1,0 0 0,0-1 0,1 0-1,9-2 2,0-1 0,-1-1 0,1 0 0,10-6 0,40-28 22,152-85 535,-211 122-440,-5 4-2320,0 0 832,-1-1 0,1 1 0,-1-1 0,1 0 0,-1 0 0,1-1 0,-1 1 0,-5 0 0,-5-1-6346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7059,'0'0'14879,"0"22"-13377,0 149 1497,0-171-3004,0 0 1,0 1-1,0-1 1,1 0 0,-1 0-1,0 0 1,0 0-1,0 0 1,1 1-1,-1-1 1,0 0-1,0 0 1,1 0 0,-1 0-1,0 0 1,0 0-1,1 0 1,-1 0-1,0 0 1,0 0 0,1 0-1,-1 0 1,0 0-1,0 0 1,1 0-1,-1 0 1,0 0-1,0 0 1,1 0 0,-1 0-1,0 0 1,0-1-1,0 1 1,1 0-1,-1 0 1,0 0 0,0 0-1,0 0 1,1-1-1,-1 1 1,0 0-1,0 0 1,0 0-1,0-1 1,1 1 0,-1 0-1,0 0 1,0-1-1,0 1 1,0 0-1,0 0 1,0-1-1,0 1 1,0 0 0,12-14-377,73-105-24,-85 119 483,1 0 1,0-1-1,-1 1 0,1 0 0,-1 0 1,1 0-1,0 1 0,-1-1 0,1 0 1,-1 0-1,1 0 0,-1 0 1,1 1-1,-1-1 0,1 0 0,-1 0 1,1 1-1,-1-1 0,1 0 0,-1 1 1,1-1-1,-1 0 0,1 1 1,-1-1-1,0 1 0,1-1 0,-1 1 1,0-1-1,1 1 0,-1-1 0,0 1 1,0-1-1,0 1 0,1-1 1,-1 1-1,0 0 0,16 29 311,-13-25-144,-2-3-349,0 0 1,0-1 0,0 1 0,1 0-1,-1-1 1,1 1 0,-1-1 0,1 1-1,-1-1 1,1 0 0,0 1 0,0-1 0,-1 0-1,1 0 1,0 0 0,0-1 0,4 2-1,-4-1-349,1-1 1,-1 0-1,0 0 0,0 0 0,1 0 0,-1 0 0,0-1 0,0 1 0,0-1 0,0 1 0,1-1 0,-1 0 1,0 0-1,0 0 0,0 0 0,0 0 0,-1 0 0,3-2 0,17-17-7985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87 208,'0'0'20415,"3"3"-19007,3 1-1102,0-1-1,0 0 0,1 0 0,-1-1 1,1 0-1,0 0 0,0 0 1,-1-1-1,1 0 0,0 0 0,9-1 1,-11 0-265,1 1 0,-1-2 1,1 1-1,-1 0 0,1-1 1,-1 0-1,1-1 0,-1 1 1,0-1-1,1 0 0,-1 0 1,0-1-1,0 1 0,-1-1 1,7-5-1,-10 7-41,1 0 0,-1 0 0,0 0-1,0-1 1,0 1 0,-1 0 0,1-1 0,0 1 0,0 0 0,-1-1-1,1 1 1,-1-1 0,1 1 0,-1-1 0,1 1 0,-1-1 0,0 1-1,0-1 1,0 0 0,0 1 0,0-1 0,0 1 0,-1-1 0,1 1-1,0-1 1,-1 1 0,1-1 0,-1 1 0,1-1 0,-1 1 0,-1-2-1,0 0-1,0 0 0,0 1-1,0-1 1,-1 1 0,1-1-1,-1 1 1,0 0 0,1 0-1,-1 0 1,0 1 0,0-1-1,0 0 1,-5 0 0,3 0 58,-1 0-1,1 1 1,-1 0 0,0 0 0,1 0 0,-1 1-1,0-1 1,0 2 0,0-1 0,1 1 0,-1-1-1,0 1 1,-9 4 0,12-4 16,0 1 0,0-1 0,0 1 0,1-1 0,-1 1 0,1 0 0,-1 0 0,1 0 0,0 1 0,0-1-1,0 1 1,0-1 0,0 1 0,1-1 0,-1 1 0,1 0 0,-1 0 0,1 0 0,0 0 0,0 0 0,1 0 0,-1 0 0,0 0 0,1 0 0,0 0 0,0 1 0,0 2 0,0 18 9,-1-11 87,1 0-1,0-1 0,1 1 0,0 0 1,6 22-1,-6-32-336,0 0-1,0 0 1,1 0 0,-1-1 0,1 1-1,-1 0 1,1-1 0,0 1-1,0-1 1,0 0 0,1 0-1,-1 1 1,0-1 0,1-1-1,-1 1 1,1 0 0,0-1 0,0 1-1,-1-1 1,1 0 0,0 0-1,0 0 1,0 0 0,0 0-1,0-1 1,0 0 0,1 1-1,-1-1 1,5-1 0,5 2-1226,-7-1 389,0 1-1,0-2 1,0 1 0,0 0 0,0-1 0,11-3-1,23-19-6663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9636,'0'0'16101,"0"6"-14460,0 73 2219,35-80-6087,-26-5 1975,0 0 0,-1-1 0,0 0 0,0-1 0,0 1 0,-1-2 0,0 1 0,10-17 0,9-9 228,-26 34 87,0 0 0,0 1 1,0-1-1,0 0 0,0 0 0,0 1 1,0-1-1,0 0 0,0 1 0,1-1 1,-1 0-1,0 0 0,0 1 0,0-1 1,0 0-1,0 0 0,0 1 0,1-1 0,-1 0 1,0 0-1,0 0 0,0 1 0,1-1 1,-1 0-1,0 0 0,0 0 0,0 0 1,1 1-1,-1-1 0,0 0 0,1 0 1,-1 0-1,0 0 0,0 0 0,1 0 1,-1 0-1,0 0 0,0 0 0,1 0 1,-1 0-1,0 0 0,1 0 0,-1 0 1,0 0-1,0 0 0,1 0 0,-1 0 1,0 0-1,0 0 0,1-1 0,-1 1 0,0 0 1,0 0-1,1 0 0,-1 0 0,0-1 1,0 1-1,0 0 0,1 0 0,-1 0 1,0-1-1,0 1 0,0 0 0,0 0 1,1-1-1,-1 39 614,2 6-777,1-43-284,0 1 1,0-1-1,0 0 0,1 0 0,-1 0 0,0 0 0,1 0 0,-1-1 0,0 0 0,1 0 0,-1 0 0,1 0 0,-1 0 0,6-2 0,3 2-1396,16-4-3564,5-15-2758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7 5122,'0'0'16619,"-1"9"-15419,-2 29-165,3-37-967,0 1 0,1-1 0,-1 1 0,1-1-1,-1 1 1,1-1 0,0 0 0,-1 1 0,1-1-1,0 0 1,0 1 0,0-1 0,0 0 0,0 0-1,0 0 1,0 0 0,0 0 0,0 0 0,1 0-1,-1 0 1,0-1 0,1 1 0,-1 0 0,1-1-1,-1 1 1,1-1 0,-1 0 0,1 1 0,2-1 0,43 4 919,-47-4-978,2 1-6,-1-1 1,1 0-1,-1 0 0,1 0 1,-1 0-1,1 0 0,0 0 1,-1-1-1,1 1 1,-1 0-1,1-1 0,-1 1 1,1-1-1,-1 0 0,0 1 1,1-1-1,-1 0 0,0 0 1,1 0-1,-1 0 0,0 0 1,0 0-1,2-2 0,-2 0-19,0-1 0,0 1-1,-1 0 1,1-1-1,-1 1 1,0-1 0,0 1-1,0-1 1,0-3-1,-1-9 66,1 15-26,0 0-1,0 0 0,0 0 0,-1 0 0,1 0 1,0 0-1,-1 0 0,1 0 0,-1 1 1,1-1-1,-1 0 0,1 0 0,-1 0 0,0 1 1,1-1-1,-1 0 0,0 1 0,0-1 0,0 0 1,1 1-1,-1-1 0,0 1 0,0-1 1,0 1-1,0 0 0,0-1 0,0 1 0,0 0 1,0 0-1,0 0 0,0-1 0,0 1 1,0 0-1,0 0 0,-1 1 0,-2-1 123,0 0-1,0 0 0,0 0 1,1 1-1,-1 0 1,0 0-1,1 0 1,-7 2-1,3 2 41,-1 0-1,1 0 1,1 1 0,-1-1 0,1 2-1,0-1 1,1 0 0,-1 1 0,1 0-1,1 1 1,-1-1 0,1 1 0,0 0 0,1 0-1,0 0 1,0 0 0,1 0 0,0 1-1,-1 12 1,3-19-195,0-1 0,1 0-1,-1 1 1,0-1 0,1 0 0,-1 0-1,1 1 1,0-1 0,-1 0 0,1 0-1,0 0 1,0 0 0,0 0 0,-1 0-1,1 0 1,0 0 0,0 0 0,1 0 0,-1-1-1,0 1 1,0 0 0,0-1 0,0 1-1,1-1 1,-1 1 0,0-1 0,0 1-1,1-1 1,-1 0 0,0 0 0,1 0-1,1 0 1,57 2-1092,-40-3 408,-20 1 669,24 0-2265,-1-1-1,0 0 1,26-7 0,18-12-7296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2735 166 1008,'0'0'6126,"26"0"336,-25 0-5486,46-4 2380,23-8-2791,10-2-591,244-26 392,-250 33-131,62-9 709,79-18-385,3 10 1,0 9 0,263 16-1,-418 5-201,0 3-1,90 25 1,-100-22-300,184 60 483,-46-13 522,-136-43-819,0 2-1,-2 3 1,0 2 0,88 53 0,-12-11-33,-99-51-75,1 0 0,-2 2 0,55 39 0,-80-50-114,1 0 0,-1 0 1,0 1-1,0-1 0,-1 1 0,0 0 0,4 8 0,9 16 12,166 274 1695,-35 12 385,-58-115-1070,-81-186-959,0 1 0,-2 0 0,0 0 0,0 1 1,-2-1-1,0 1 0,3 30 0,-3 31-74,4-1 0,31 133 1,-9-57-17,-13-71 5,-10-52 0,-1 0 0,-1 0 0,1 41 0,1 139 0,13 76 0,-15-102 0,-4 123 0,-8-255 0,-2 0 0,-17 54 0,-6 36 0,27-112 0,0 1 0,-1 0 0,-12 35 0,10-39 0,-8 52 0,1 0 0,-35 167 0,5-23 0,-17 20 0,-32 10 0,25-80 0,30-74 0,-11 33 0,35-94 0,-3 0 0,0-1 0,-3-1 0,-38 53 0,15-24 0,-38 53 0,67-95 0,0-1 0,-2 0 0,0-2 0,-1 0 0,-22 18 0,-109 82 0,103-85 0,-19 9 0,-1-2 0,-91 41 0,84-47 0,-130 87 0,157-91 0,-1-3 0,-2-2 0,-1-1 0,-53 18 0,-221 63 0,140-50 0,-14 0 0,-214 31 0,213-49 0,-267 47 0,326-68 0,-195 2 0,181-18 0,-198-7 0,299-2 0,1-1 0,0-3 0,0-3 0,1-1 0,1-3 0,1-2 0,1-2 0,0-2 0,-86-60 0,114 69 0,-4-5 0,-1 1 0,-1 1 0,0 2 0,-2 0 0,0 2 0,-33-12 0,46 21 0,0 0 0,0-1 0,1-1 0,0 0 0,-14-10 0,22 13 0,1-1 0,-1 0 0,1 0 0,0-1 0,1 1 0,-1-1 0,1 0 0,0 0 0,0-1 0,1 1 0,0-1 0,0 0 0,-2-7 0,1 0 0,-35-94 0,33 96 0,1 1 0,-1 1 0,-1-1 0,0 1 0,-1 0 0,0 0 0,-11-10 0,-5-5 0,2 0 0,1-1 0,-24-39 0,30 43 0,-24-40 0,-52-112 0,67 129 0,-2 1 0,-2 1 0,-43-50 0,33 44 0,-51-84 0,80 115 0,2 1 0,-11-35 0,-10-25 0,-46-114 0,59 156-20,2-1 0,-17-71-1,14 43-25,3 9-141,3-2-1,-4-75 0,8 72 55,-19-92-13,15 102-142,2 0-1,-2-70 1,-10-57-761,17 71 436,0 45 301,7-79-1,3-81-212,-5 133 504,-2 64 5,0 0 0,6-42 0,8-19-9,-4 25 33,21-76 1,-29 130-11,22-71-184,57-127 0,-54 143-224,31-108 0,7-14-851,-34 107 852,39-83-839,-29 75 819,-31 60 104,1 0 0,1 1 0,1 0 0,1 1 0,28-33 0,92-105-1330,-66 79 1231,108-87-742,-139 133 466,37-44-1,-44 45 401,66-57 0,47-39-548,-129 114 443,-1 0-1,22-35 1,-25 35-26,0 0-1,2 1 1,0 0 0,18-17 0,145-119-514,-158 134 1079,1-1 0,19-26-1,-25 28-111,1 0 0,0 1 0,1 1-1,26-21 1,87-61-393,-101 77 104,2 0 0,0 2 0,0 2 0,2 0 0,31-10 0,30-16 413,-59 25 736,0 2 0,1 1 1,39-10-1,-4 8-680,38-11 871,-42 4 3071,-29 11-2488,-14 11-1001,-2 0 131,1 0 0,-1-1 0,0 0 0,0-2 0,24-6 0,-3-9 2255,-38 16-3046,-2 2-56,-30 3-8077,-1 7 751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4466,'0'0'10287,"15"-3"-3476,-3 5-5722,-1 14-424,-1-1 1,0 1-1,-1 1 0,7 19 1,8 14 316,-4-4-383,-1 0 1,-3 2-1,-2 0 1,-2 0-1,7 62 0,-18-104-546,40 222 2103,-38-209-2156,-3-17 0,0 1 0,0 0 0,0-1 0,1 1 0,-1-1 0,1 1 0,0-1 0,-1 1 0,1-1 0,0 1 0,1-1 0,-1 0 0,2 3 0,-4-24-2873,-3-27-7100,3 26-552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1056,'0'0'11568,"2"8"-6557,3 12-3240,-6 166 4705,-11 94-2366,8-180-3404,4-62-292,-2 0 0,-1-1 0,-2 1-1,-17 61 1,3-48-7433,15-42 3531,0 0 0,1 1 0,0 0 0,-2 14 0,4-2-3956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597 0 2049,'0'5'15232,"0"20"-13462,-1-18-1490,0-1-1,0 1 0,0-1 0,-1 0 1,0 1-1,0-1 0,-1 0 0,1 0 0,-7 9 1,-39 53 1328,32-46-1089,-75 100 969,-77 110 599,-13 21 1381,146-198-4386,10-16-2042,19-25-722,4 0-3623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1009 0 384,'0'0'11971,"-8"1"-10696,-143 24 7644,-4 3-4290,-312 73-2158,315-67-719,148-32-2439,0 0 1,-1 0-1,2 0 1,-1 0-1,0 1 0,0 0 1,1-1-1,-1 2 1,1-1-1,0 0 1,-3 4-1,-9 9-7730,1-3-2598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4402,'0'0'10712,"-28"14"-6855,10 1-2452,18-14-1365,0-1 0,0 1 0,0-1 0,0 1 0,0-1 0,0 1 0,-1-1 0,1 1 0,0-1 1,0 1-1,0-1 0,1 1 0,-1-1 0,0 1 0,0-1 0,0 1 0,0-1 0,0 1 1,1-1-1,-1 1 0,0-1 0,0 0 0,1 1 0,-1-1 0,0 1 0,1-1 0,-1 0 0,0 1 1,1-1-1,-1 0 0,0 1 0,1-1 0,-1 0 0,1 0 0,-1 1 0,1-1 0,-1 0 1,1 0-1,-1 0 0,1 0 0,-1 1 0,1-1 0,-1 0 0,1 0 0,-1 0 0,1 0 1,-1 0-1,1 0 0,-1 0 0,1-1 0,54 7 1700,72 0-1,20 1 80,-61 2-1323,370 53 4056,-437-60-4552,16 4 0,-33-2-330,-10 1-579,-11 4-2156,18-9 1969,-27 9-13222,9-5 2486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4322,'0'0'10319,"-21"6"-7219,16 0-2716,0 0-1,1 1 0,0-1 0,0 1 0,0 0 0,1 1 0,0-1 0,0 1 1,0-1-1,-1 12 0,1 2 27,1 1-1,2 33 1,0-31-398,0-22 9,0 0 0,1 1 0,-1-1 0,0 0 0,1 1 0,0-1 0,-1 0 0,1 0-1,0 0 1,0 0 0,0 0 0,1 0 0,-1 0 0,0 0 0,1 0 0,-1-1 0,1 1 0,0 0-1,-1-1 1,1 0 0,0 1 0,0-1 0,0 0 0,0 0 0,0 0 0,0 0 0,0 0 0,1 0-1,-1-1 1,0 1 0,0-1 0,1 1 0,-1-1 0,0 0 0,0 0 0,1 0 0,2-1 0,2 1 46,0 0 0,0-1 0,0 0 0,0 0 1,0 0-1,0-1 0,0 0 0,-1-1 0,1 0 1,-1 0-1,9-5 0,-11 6 23,0-1 0,-1 1 0,1-1 0,-1 1 0,1-1 0,-1 0-1,0-1 1,0 1 0,-1 0 0,1-1 0,-1 0 0,0 1 0,1-1 0,-2 0 0,1 0 0,0 0 0,-1 0 0,0-1-1,0 1 1,0 0 0,0 0 0,-1-1 0,0 1 0,0-1 0,0 1 0,-1-7 0,2 4 94,-2 0 0,1-1 1,0 1-1,-1 0 0,-1 0 1,1-1-1,-1 1 0,0 0 0,-1 1 1,0-1-1,0 0 0,-6-9 1,-5 13 2914,7 4-5129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4258,'0'0'18643,"0"27"-16941,0 213 4018,0-239-5386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31 3089,'0'0'10357,"2"-4"-9308,-2 2-964,1 0 1,0 1 0,-1-1 0,1 1 0,0 0 0,0-1 0,0 1-1,0 0 1,1-1 0,-1 1 0,0 0 0,0 0 0,1 0-1,-1 0 1,1 0 0,-1 1 0,1-1 0,-1 0 0,1 0-1,-1 1 1,1-1 0,0 1 0,-1 0 0,1 0 0,2-1-1,55 0 1627,-33 2-1064,-24 0-600,-1-1 1,0 0-1,1 0 1,-1 1-1,0-1 1,1 1-1,-1-1 0,0 1 1,1 0-1,-1 0 1,0-1-1,0 1 1,0 0-1,0 0 0,0 0 1,0 0-1,0 0 1,0 0-1,0 0 0,-1 1 1,1-1-1,0 0 1,-1 0-1,1 1 1,-1-1-1,1 0 0,-1 1 1,1-1-1,-1 0 1,0 1-1,0-1 1,0 1-1,0-1 0,0 0 1,0 1-1,0-1 1,0 0-1,-1 1 0,1-1 1,-1 2-1,0 1 44,1 0 0,-1 1 0,0-1 0,0 0 0,-1 0 0,1-1 0,-1 1 0,0 0 0,0 0 0,0-1 0,0 1-1,0-1 1,-1 0 0,-3 3 0,-38 25 941,29-22-508,1 1-1,1 0 1,-21 20-1,30-26-353,1 1 0,-1-1 0,1 0-1,0 1 1,1 0 0,-1 0 0,1 0 0,0 0 0,0 0-1,0 0 1,1 0 0,0 0 0,0 1 0,0-1-1,1 10 1,0-14-128,0 0 0,1 1-1,0-1 1,-1 0 0,1 0 0,0 1-1,0-1 1,-1 0 0,1 0-1,0 0 1,0 0 0,0 0 0,0 0-1,1 0 1,-1-1 0,0 1 0,0 0-1,0-1 1,1 1 0,-1 0-1,0-1 1,1 0 0,-1 1 0,0-1-1,1 0 1,-1 0 0,1 1-1,-1-1 1,0 0 0,3-1 0,59 2 497,-46-2-532,2 1-140,14 0-168,-12 0-3462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25 576,'0'0'11688,"-5"-2"-10637,5 2-609,-15-7-482,8-2 5537,54 7-1567,-15 0-3096,-24 1-668,1 0-1,-1 1 1,1-1-1,-1 2 1,1-1-1,-1 1 1,0 1-1,10 2 1,-17-4-148,-1 1 1,1-1-1,0 0 1,0 1-1,0-1 1,0 1 0,0-1-1,-1 1 1,1 0-1,0-1 1,0 1-1,-1 0 1,1 0-1,-1-1 1,1 1-1,0 0 1,-1 0 0,0 0-1,1 0 1,-1 0-1,1 0 1,-1 0-1,0-1 1,0 1-1,0 0 1,1 0 0,-1 0-1,0 0 1,0 0-1,0 0 1,-1 0-1,1 0 1,0 0-1,0 0 1,0 0 0,-1 0-1,1 0 1,0 0-1,-1 0 1,1 0-1,-1 0 1,1-1-1,-1 1 1,-1 1 0,0 2 115,-1 0 1,0-1 0,0 0 0,-1 0-1,1 0 1,0 0 0,-1 0-1,0-1 1,-6 4 0,2-2 57,-20 12 643,27-15-831,0 0-1,1-1 1,-1 1 0,1 0-1,-1 0 1,1 0-1,-1 0 1,1 1 0,-1-1-1,1 0 1,0 0-1,0 0 1,-1 0-1,1 0 1,0 0 0,0 1-1,0-1 1,0 0-1,0 0 1,1 0 0,-1 0-1,0 0 1,0 0-1,1 0 1,-1 0-1,1 1 1,-1-1 0,2 1-1,51 55-1606,-52-55 1565,1 0-1,-1 0 1,0 1 0,1-1 0,-1 1 0,0-1-1,-1 1 1,1-1 0,0 1 0,-1 0 0,0-1-1,1 6 1,-2-6 81,1-1 0,-1 0 0,1 1 0,-1-1 0,1 0 0,-1 1 0,0-1 0,0 0 1,0 0-1,1 0 0,-1 1 0,0-1 0,-1 0 0,1 0 0,0 0 0,0-1 0,0 1 0,-1 0 0,1 0 0,0-1 0,-1 1 0,1-1 0,-3 2 0,-5 1 739,-1-1 1,0 1-1,-1-1 1,-12 0-1,-8 2 359,25-2-1141,4 4-3025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0 864,'0'0'5237,"-5"0"-4447,-11 1 2436,43 3 890,29 3 1057,-25 4-3640,1 1 0,-2 2-1,0 1 1,42 29 0,-3-3-51,-55-33-1438,268 159 2297,-220-125-1731,-2 1 0,76 73 0,12 6-610,-59-52 0,-80-65 0,7 5 0,-17-10 0,1 0 0,0 0 0,0 0 0,0 0 0,0 0 0,0 0 0,0 0 0,0 0 0,0 0 0,0 0 0,0 1 0,0-1 0,0 0 0,0 0 0,0 0 0,0 0 0,0 0 0,0 0 0,0 0 0,0 1 0,0-1 0,0 0 0,0 0 0,0 0 0,0 0 0,0 0 0,0 0 0,0 0 0,0 1 0,0-1 0,0 0 0,0 0 0,0 0 0,0 0 0,0 0 0,0 0 0,0 0 0,0 0 0,0 0 0,0 0 0,0 1 0,1-1 0,-1 0 0,0 0 0,0 0 0,0 0 0,0 0 0,-7-2-59,0 0 1,0 0-1,0-1 1,1 0-1,-1 0 1,1-1-1,-12-8 1,-17-9-1395,-14-2-5313,15 7-1283,-18-8-7758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4562,'3'2'16156,"1"9"-14586,-5-5-1131,0 0 0,0 1 0,-1-1 1,0 0-1,0 0 0,0 0 1,-1 0-1,-5 8 0,-31 48 1410,32-51-1470,0-1-234,1 1 0,0 0 0,1 0-1,0 1 1,1-1 0,0 1 0,1 0 0,0 0-1,1 0 1,1 0 0,-1 1 0,2-1 0,0 13 0,1-24-142,-1 0 1,1 0-1,-1-1 1,1 1-1,-1 0 1,1 0 0,-1-1-1,1 1 1,-1 0-1,1-1 1,0 1-1,0-1 1,-1 1 0,1-1-1,0 1 1,0-1-1,-1 1 1,1-1-1,0 0 1,0 1 0,0-1-1,0 0 1,0 0-1,0 0 1,0 0-1,-1 0 1,3 0 0,30 3 81,-28-3-70,24 2 18,-9 0 20,0-1 1,-1-1 0,1-1-1,0 0 1,37-8 0,-52 9-33,-4 0-42,4 0 127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3922,'0'0'21370,"-47"131"-19097,40-91-80,0-4-1041,0 0-496,7-8-351,0-6-257,0-4 0,0-7-48,0-2-481,0-2-1183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 3858,'-6'-18'22728,"13"21"-22505,-1-1 0,-1 1 1,1 0-1,0 1 0,-1 0 1,0 0-1,0 0 0,0 0 1,0 1-1,-1 0 0,6 6 1,41 69 991,-1-2-671,-23-48-196,1 0 1,2-2-1,1-1 1,47 31-1,-60-44-348,-1 1 0,0 0 0,27 34 0,-29-29 0,17 16 0,28 14 0,-56-46 0,-4-4 0,10 1 0,-9 1 0,-1 0 0,0 28-2898,0-3-5470,0-3-5257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12 15191,'0'0'14305,"-7"-4"-10759,-13-3-5262,-14 7-10679,13 0 11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9492,'0'0'20839,"4"0"-18744,10-3-1754,-5 2-341,-2 1 0,0 0 0,-1 0-398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8500,'0'0'21247,"27"2"-18227,-24 0-3020,-2-1 0,1-1 0,-1 1 0,1 0 0,-1 0 0,1 0 0,-1 1 0,1-1 0,-1 0 0,0 0 0,0 1 0,0-1 0,0 1 0,0-1 0,0 1 0,0 0 0,0-1 0,0 1 0,-1 0 0,1-1 0,-1 1 0,1 2 0,-17-2-2180,-6-2-4284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3217,'1'3'19846,"3"3"-15610,16 33-3173,-12 56 85,-8-88-846,0-10 86,0-1-379,0-15 15,1 0 1,4-32-1,-3 44-30,0 0 1,0 0-1,0 0 0,1 1 0,0-1 1,0 1-1,1 0 0,0 0 1,0 0-1,8-8 0,1-2-29,-9 11 33,-1 0-1,1 1 1,0-1 0,0 1 0,0 0 0,1 0 0,0 1 0,-1-1 0,1 1 0,9-4-1,-9 6 3,-3 1 16,1 1 23,-1-1-1,0 1 1,1-1-1,-1 1 1,0 0-1,0 0 0,0 0 1,0 0-1,0 1 1,0-1-1,0 1 0,0-1 1,0 1-1,-1-1 1,1 1-1,0 0 0,-1 0 1,0 0-1,1 0 1,0 3-1,18 41 842,-18-42-805,-1 0 0,1 0 1,-1 0-1,1 0 0,1 0 1,-1-1-1,0 1 1,1 0-1,0-1 0,0 0 1,5 5-1,-7 2-7652,-1-4 3122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5138,'0'0'11835,"6"-2"-10826,10-4-12,-1 0 1,0-1-1,0-1 1,-1-1 0,14-10-1,37-21 1088,-65 40-2071,0 0-1,0 0 1,0 0 0,0 0-1,0 0 1,0 0-1,0 0 1,0 0 0,0 0-1,0 0 1,0 0 0,-1 0-1,1 0 1,0-1 0,0 1-1,0 0 1,0 0 0,0 0-1,0 0 1,0 0 0,0 0-1,0 0 1,0 0 0,0 0-1,0 0 1,0 0 0,0 0-1,0 0 1,0-1-1,0 1 1,0 0 0,0 0-1,0 0 1,0 0 0,0 0-1,0 0 1,0 0 0,1 0-1,-1 0 1,0 0 0,0 0-1,0 0 1,0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6275,'0'0'14615,"8"16"-10406,23 130 3459,-26-95-7668,4 16 0,-8-53 54,-1-13-70,0 0 0,0 1-1,0-1 1,0 1 0,0-1 0,0 0 0,0 1 0,1-1 0,-1 1-1,1-1 1,-1 0 0,1 1 0,-1-1 0,1 0 0,0 0 0,-1 0-1,1 1 1,0-1 0,0 0 0,0 0 0,0 0 0,1 1 0,-1-1-566,-1 0 1,0 1-1,0-1 1,0 0 0,0 1-1,0-1 1,0 0 0,0 1-1,0-1 1,0 0 0,-1 1-1,1-1 1,0 0 0,-1 0-1,1 1 1,-1-1-1,0 0 1,1 0 0,-1 0-1,0 0 1,-1 1 0,-10 12-10627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1 456 1521,'0'0'6155,"13"-11"1459,-6 199-4781,-7-112-2396,15 370 1127,-13-424-1509,2 0 1,1-1 0,0 0-1,2 0 1,9 21-1,-14-39-46,-1 0 0,1 0 0,0 0-1,0 0 1,0-1 0,1 1 0,-1-1 0,0 1-1,1-1 1,0 0 0,-1 0 0,1 0-1,0 0 1,0-1 0,0 1 0,6 1 0,-3-1 29,1-1 0,-1 0 0,0 0 0,1 0 1,-1-1-1,1 0 0,-1 0 0,9-2 0,8-3 91,-1 0-1,0-2 0,0 0 0,21-11 0,288-142 226,115-48-126,874-232 169,-1132 388-394,1025-263 42,-628 221 541,-484 81-542,181-1 533,-62 7-444,-133 3 1702,-84 8-1693,-1-1 0,1 1 0,-1 0 0,0 0 0,0 0 0,0 0 0,-1 1 0,2 4 1,-3-9-136,12 43 741,10 67-1,-15-65 192,21 68-1,8-27-194,-24-61-37,16 49 1,-27-69-702,1-1 0,0 1-1,0-1 1,0 0 0,0 0 0,1 0 0,0 0 0,0 0 0,0-1 0,0 1 0,0-1 0,6 4 0,52 32 52,-6-4-36,41 48-22,-45-36 0,114 78 0,-71-60 0,-90-61 0,1 0 0,-1 0 0,1 1 0,-1-1 0,0 1 0,-1 0 0,4 6 0,-3-5 0,0 0 0,0-1 0,1 1 0,-1-1 0,9 7 0,-3-5 0,0 1 0,0 0 0,-1 1 0,1 0 0,-2 0 0,0 1 0,0 0 0,11 19 0,-17-22 0,-1 0 0,0 0 0,0 1 0,0-1 0,-1 0 0,0 1 0,-3 13 0,1 11 0,2-32-16,0 0-1,1-1 1,-1 1 0,0 0-1,0 0 1,0-1 0,0 1 0,1 0-1,-1 0 1,0-1 0,0 1-1,1 0 1,-1 0 0,0 0-1,0-1 1,1 1 0,-1 0-1,0 0 1,0 0 0,1 0-1,-1 0 1,0-1 0,1 1 0,-1 0-1,0 0 1,1 0 0,-1 0-1,0 0 1,1 0 0,-1 0-1,0 0 1,0 0 0,1 0-1,-1 1 1,0-1 0,1 0 0,-1 0-1,0 0 1,1 0 0,-1 0-1,0 0 1,0 1 0,1-1-1,-1 0 1,0 0 0,0 0-1,1 1 1,-1-1 0,0 0-1,0 0 1,0 1 0,1 0 0,-8-36-7543,-8 14-2122,-4 3-3237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8932,'0'0'10762,"28"-11"-6752,-20 12-3525,1 1-1,0 0 1,-1 0-1,1 1 0,-1 0 1,0 0-1,0 1 1,0 0-1,10 7 1,38 17 94,91 27-302,-99-43-1692,-31-10-2175,2-1-3877,-7-1 202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 4466,'0'0'15194,"-6"0"-14559,-23-3 120,27 5-458,-1 0 0,1 0-1,0 0 1,0 0 0,0 0 0,0 1 0,0-1 0,0 1 0,1-1 0,-1 1 0,1 0 0,0-1 0,-2 6 0,-1 1 471,-19 33 2041,18-30-2310,-1-1 1,0 0-1,-1 0 0,0-1 1,-15 16-1,19-23-461,-13 13 301,1 0 1,-23 31 0,34-40-448,0-1 0,1 1 0,-1-1 0,1 1 0,1 0 1,0 1-1,0-1 0,0 0 0,1 0 0,0 1 0,0 13 0,0 1-3305,1-8-5216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4818,'0'0'10277,"1"6"-8972,4 24-256,3 17 1202,5 85 0,-13-33-588,0 52-795,0-50-4055,-6-91-163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1 326 5683,'0'0'10530,"3"-4"-9204,0 2-1001,-1 0 0,1 0-1,0 1 1,0-1 0,0 0 0,0 1 0,0 0 0,0 0 0,0 0 0,0 0 0,1 0 0,5 0 0,52 0 473,-6 0-730,388-81 95,-184 30-134,-9 9 17,292-61 2461,-516 97-2194,-15 3 360,1 1 1,-1 1-1,25-3 1135,-38 214 239,5 227-898,2-391-1131,13 55-1,-10-64-10,-2 1 0,3 60 0,-9-97-7,0 0 0,0 1-1,0-1 1,0 0 0,0 0 0,0 0 0,0 1-1,0-1 1,0 0 0,0 0 0,0 1 0,0-1 0,0 0-1,0 0 1,-1 0 0,1 0 0,0 1 0,0-1-1,0 0 1,0 0 0,-1 0 0,1 0 0,0 0-1,0 1 1,0-1 0,-1 0 0,1 0 0,0 0-1,0 0 1,0 0 0,-1 0 0,1 0 0,0 0-1,0 0 1,-1 0 0,1 0 0,0 0 0,0 0 0,0 0-1,-1 0 1,1 0 0,0 0 0,0 0 0,-1 0-1,1 0 1,0 0 0,0-1 0,-3 1-44,-157-27-887,-480 12 260,414 17 645,223-2 29,-170-1 682,-290 36 1,440-31-518,21-4-189,2 2 311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237 181 3954,'0'0'12934,"17"-14"-11446,52-46-106,-67 59-1248,-1 0-1,1-1 0,0 1 1,0 0-1,-1-1 0,1 1 1,-1-1-1,1 0 0,-1 0 1,0 1-1,0-1 0,0 0 1,0 0-1,0 0 0,0 0 1,0 0-1,-1 0 0,1-1 1,-1 1-1,1 0 0,-1 0 1,0 0-1,0-1 0,0 1 1,0 0-1,0 0 0,-1-3 1,-1-9 1156,2 12-1213,-1 1-1,1-1 1,-1 0-1,1 0 1,-1 1-1,0-1 1,0 0-1,0 1 1,0-1-1,0 1 1,0-1-1,0 1 1,0 0-1,-1-1 1,1 1-1,-1 0 1,1 0-1,-1 0 1,1 0-1,-1 0 1,0 0-1,1 0 1,-1 1-1,0-1 1,1 1-1,-1-1 1,0 1-1,0-1 1,0 1-1,0 0 1,-2 0-1,-66-3 907,62 4-948,0-1-14,0 1 1,0 1 0,0 0 0,0 0 0,0 0-1,1 1 1,-1 0 0,1 1 0,-1 0 0,1 0-1,0 0 1,1 1 0,-1 0 0,-7 7 0,7-4-1,-1-1 0,1 1 1,0 1-1,1-1 1,0 1-1,1 0 1,0 0-1,0 1 1,1 0-1,-6 18 1,-3 34 258,4 1 1,2-1-1,3 1 1,3 0-1,10 92 1,0-84-250,20 72-1,-24-127 1009,3 0-4809,-28-45-18195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2305,'0'0'20850,"21"-3"-18556,343-19 3274,-352 22-5546,-7 0-10,0 0-1,1 0 1,-1 0-1,1 1 0,-1 0 1,0 0-1,6 1 0,-9-1-9,0 1 0,0-1 0,0 0-1,-1 0 1,1 1 0,0-1 0,-1 1-1,1-1 1,-1 1 0,0 0 0,1-1-1,-1 1 1,0 0 0,0 0 0,0 0-1,0 0 1,-1 0 0,1 0 0,0 0-1,-1 0 1,1 4 0,9 21 32,-8-23-23,0 0 1,-1 0-1,1 0 1,-1 0-1,0 0 1,0 0-1,0 6 0,-1-10 243,0-30 210,0 8-374,-1 13-74,1 0-1,0-1 0,0 1 1,1 0-1,0 0 1,0-1-1,1 1 0,0 0 1,1 1-1,0-1 0,6-10 1,8-10-39,-12 18-26,1 1 0,1-1 0,0 1 1,0 0-1,1 1 0,0-1 1,1 2-1,17-15 0,-8 21-4419,-4 4-1482,9-2-2011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11 17400,'0'0'13241,"-15"21"-12742,-44 65-147,57-83-328,0-1 0,1 1 1,-1 0-1,0 0 0,1 0 0,0 0 1,-1 0-1,1 0 0,1 0 0,-1 0 1,0 0-1,1 0 0,-1 1 0,1-1 1,0 0-1,0 0 0,0 0 0,1 1 1,0 4-1,0-6-20,1 0 0,-1 0 1,0 0-1,1-1 0,0 1 0,-1 0 0,1-1 0,0 1 1,-1-1-1,1 0 0,0 0 0,0 0 0,0 0 1,0 0-1,0 0 0,1 0 0,-1 0 0,0-1 1,0 1-1,4-1 0,3 1-170,1 0 1,-1-1-1,1 0 0,0 0 1,-1-1-1,1 0 0,-1-1 1,0 0-1,13-5 1,-18 4-29,1 0 0,0 0 0,-1-1 0,0 1 0,0-1 1,0 0-1,0-1 0,-1 1 0,1 0 0,-1-1 0,0 0 0,0 0 1,-1 0-1,0 0 0,0 0 0,0-1 0,1-5 0,-2 8 192,0-1 0,0 0 0,0 0-1,-1 0 1,1 1 0,-1-1-1,0 0 1,0 0 0,-1 0 0,1 0-1,-1 1 1,0-1 0,0 0 0,0 0-1,0 1 1,-1-1 0,1 1-1,-1-1 1,0 1 0,0 0 0,0-1-1,-1 1 1,1 0 0,-1 1 0,-5-5-1,-16-11 323,22 17 73,5 1-719,223 28-2926,-223-28 3255,1 1 0,-1 0 0,1 0 0,0 0-1,-1 0 1,0 1 0,1-1 0,-1 1 0,0 0 0,0 0 0,0 0 0,0 0 0,0 1-1,0-1 1,-1 1 0,1 0 0,-1 0 0,1 0 0,-1 0 0,3 5 0,-4-3 309,1-1 1,-1 1-1,0-1 1,0 1-1,-1-1 1,1 1-1,-1 0 1,0-1-1,-1 1 1,1 0-1,-1-1 1,1 1-1,-1-1 1,-1 1-1,-2 7 1,7-18-223,1 0 1,0 0-1,0 1 1,0 0-1,1-1 0,0 1 1,0 1-1,8-7 1,-8 7-184,35-16 177,-39 19-54,0 1 0,-1 0 0,1-1 0,0 1 0,0 0 0,0 0 0,0-1 0,0 1 0,-1 0 0,1 0 0,0 0 0,0 0 0,0 0 0,0 0 0,0 0 0,-1 1 0,1-1 0,0 0 0,0 0 0,0 1 0,0-1 0,-1 0 0,1 1 0,0-1 0,0 1 0,-1-1 0,1 1 0,0-1 0,-1 1-1,1 0 1,-1-1 0,1 1 0,-1 0 0,1-1 0,-1 1 0,1 0 0,-1 0 0,1 0 0,-1-1 0,0 1 0,0 0 0,1 1 0,0 5 22,1 0 1,0 0-1,1 0 0,0 0 0,0 0 0,0-1 1,1 1-1,4 5 0,-6-10-296,-1 0-1,1-1 1,-1 1 0,1-1 0,0 1 0,0-1-1,0 0 1,0 1 0,-1-1 0,2 0-1,-1 0 1,0 0 0,2 0 0,-2-1-276,1 1 0,-1-1 0,0 0 0,0 0 0,0 0 1,0-1-1,0 1 0,0 0 0,0-1 0,0 1 0,0-1 0,0 0 1,0 0-1,0 0 0,-1 0 0,1 0 0,2-1 0,22-21-8895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18857,'0'0'6320,"-10"26"-2036,-32 82-1920,38-95-2260,0 0-1,1 0 0,0 1 0,1-1 1,1 0-1,0 1 0,1 0 1,1 16-1,0 7-91,0-33-158,-1 0 0,1 0 0,0 0 0,0-1 0,0 1 0,0 0 0,1-1 0,-1 1 0,1 0 0,0-1 0,0 0 0,0 0 0,1 1 0,-1-1 1,1-1-1,-1 1 0,1 0 0,0-1 0,0 1 0,0-1 0,1 0 0,-1 0 0,1 0 0,-1 0 0,1-1 0,-1 1 0,1-1 0,0 0 0,0 0 0,-1-1 0,1 1 0,6 0 0,-4 0-310,0-1 0,0 1 0,1-1 0,-1 0-1,0 0 1,0-1 0,0 0 0,0 0 0,0 0 0,0-1 0,0 0-1,0 0 1,0-1 0,-1 1 0,1-1 0,-1 0 0,0-1 0,1 1-1,-2-1 1,6-5 0,-1-8-10968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3650,'0'0'24795,"176"2"-24795,-95-2-208,-6 0-2753,-14 0-7092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0 203 624,'0'0'14775,"21"-16"-11976,-6 5-2368,-1-1-212,0 2 0,0 0 1,0 1-1,1 0 0,1 1 0,0 1 0,0 0 0,33-8 0,74-8 1775,236-12 0,130 32-441,-263 5 803,-220-3-2176,-1 1-1,1-1 1,-1 0 0,1 0-1,-1-1 1,1 1-1,-1-1 1,0 0-1,6-4 1,19-6 2280,-29 12-2460,0 0 0,0 0 1,-1 0-1,1 0 1,0 0-1,0 0 1,0 1-1,-1-1 0,1 0 1,0 0-1,0 1 1,-1-1-1,1 1 0,0-1 1,-1 1-1,1-1 1,-1 1-1,1-1 1,0 1-1,-1 0 0,1-1 1,-1 1-1,0 0 1,1-1-1,-1 1 0,1 0 1,-1-1-1,0 1 1,0 0-1,1 0 0,-1 0 1,0 1-1,0-1 0,8 19 0,-1 1 0,-1 0 0,6 38 0,8 29 0,-8-52 0,-2 0 0,-1 1 0,-2 0 0,-2 1 0,1 56 0,-6-86 0,0-4 0,1 0 0,-2 0 0,1-1 0,0 1 0,-1 0 0,1 0 0,-1 0 0,-2 6 0,1-8 0,1-1 0,0 1 0,0-1 0,0 0 0,-1 1 0,1-1 0,0 0 0,-1 0 0,1 0 0,-1 0 0,0 0 0,1-1 0,-1 1 0,0 0 0,1-1 0,-1 1 0,0-1 0,0 1 0,0-1 0,1 0 0,-1 0 0,0 0 0,0 0 0,-2 0 0,-79 0 0,0 5 0,-160 29 0,221-29 0,-621 156 0,592-142 0,0 2 0,-70 39 0,120-60 1,0 1-1,0-1 1,1 0-1,-1 0 1,0 1-1,0-1 1,1 0 0,-1 1-1,0-1 1,1 1-1,-1-1 1,1 1 0,-1-1-1,0 1 1,1-1-1,0 1 1,-1 0-1,1-1 1,-1 1 0,1 0-1,0-1 1,-1 1-1,1 0 1,0 0 0,-1-1-1,1 2 1,17 4 6,30-9-251,-17-7-948,-17 2-3267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30 131 14102,'0'0'8180,"10"20"-5659,32 66-1179,-38-78-1083,-1 1 0,0-1 0,-1 1 0,0 0 0,0 0 0,-1 0 0,0 0 0,0 0 0,-1 0 0,-2 16 0,1 7 1508,-19-35-1188,15 1-569,1-1 0,0 0 0,0 0 0,1 0 0,-1 0 1,1-1-1,-1 0 0,1 1 0,0-1 0,1 0 0,-1-1 1,1 1-1,-1 0 0,1-1 0,0 1 0,-1-6 0,-2-5-5,1 1-1,0-1 0,-3-30 0,7 45-4,-2-20 40,1 0-1,0-1 1,1 1-1,2-1 1,3-20-1,-4 37-41,0 0 0,0 0 0,0 1 0,0-1 0,1 0 0,-1 0-1,1 1 1,0-1 0,0 1 0,1 0 0,-1-1 0,1 1 0,-1 0 0,1 0 0,0 1 0,0-1 0,0 1-1,1-1 1,-1 1 0,1 0 0,-1 0 0,1 0 0,-1 1 0,1-1 0,0 1 0,0 0 0,0 0 0,0 0 0,0 1-1,0-1 1,0 1 0,5 0 0,-8 0-88,1 1 0,-1-1 0,1 0 0,-1 0 0,1 1-1,-1-1 1,0 1 0,1-1 0,-1 1 0,0-1 0,1 1 0,-1 0 0,0 0-1,0 0 1,1-1 0,-1 1 0,0 1 0,0-1 0,0 0 0,0 0 0,0 0-1,0 2 1,14 33-6229,-12-27 3725,4 10-6784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6787,'0'0'19268,"22"-4"-17241,-7 2-1781,158-34 2085,-160 32-2243,23-8-50,-35 11-12,0 0 0,1 1 1,-1-1-1,0 0 0,0 1 0,0-1 1,0 0-1,0 0 0,0 0 0,0 0 1,-1 0-1,1 0 0,0 0 0,0 0 1,-1-1-1,1 1 0,-1 0 0,1 0 1,-1 0-1,0-1 0,1 1 0,-1 0 1,0-1-1,0 0 0,0 0 17,0 1 0,-1 0 0,1 0 0,-1 0 0,0 0-1,1 0 1,-1 0 0,0 0 0,1 0 0,-1 0 0,0 0 0,0 0 0,0 0 0,0 1 0,0-1-1,0 0 1,0 1 0,0-1 0,0 0 0,-1 1 0,1-1 0,0 1 0,0 0 0,0-1 0,-1 1-1,1 0 1,0 0 0,-2 0 0,-41-4-9,41 4 6,-9-1-38,-5 0-1,0 1 1,0 0-1,0 1 0,0 1 1,-22 5-1,35-6-1,1 1 0,-1-1 0,1 0 0,-1 1 0,1-1 0,0 1 0,-1 0-1,1 0 1,0 1 0,0-1 0,1 1 0,-1-1 0,0 1 0,1 0 0,0 0 0,-1 0 0,1 0 0,0 0 0,1 1 0,-1-1 0,1 0 0,-1 1 0,1 0-1,0-1 1,0 1 0,1 0 0,-1-1 0,1 1 0,-1 0 0,2 5 0,-1-5-121,0 0-1,0 0 1,0 0 0,1 0-1,0 0 1,0 0 0,0 0 0,0 0-1,1 0 1,0 0 0,-1 0-1,1-1 1,1 1 0,-1-1 0,0 1-1,1-1 1,0 0 0,0 0-1,0 0 1,0-1 0,0 1-1,0-1 1,1 1 0,-1-1 0,1 0-1,0 0 1,-1-1 0,1 1-1,7 1 1,8 2-1407,1-2 0,0 0 0,-1-1-1,41-1 1,0-1-7970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10533,'0'0'11723,"-22"4"-7007,-69 13-1018,81-15-3510,0 2-1,0-1 1,1 1-1,-1 1 1,1-1-1,0 2 1,0-1-1,1 1 0,0 0 1,-12 12-1,3-3-152,15-13-35,0 0 0,0 0 0,0 0 0,0 0 0,0 1 0,1-1 0,-1 0 0,1 1 0,0-1 0,0 1 0,0 0 0,0-1 0,0 1 0,0 0 0,1-1 0,-1 1 0,1 0 0,0 0 0,0 0 0,0 0 0,0 5 0,0-6 0,2-1 0,0 0 0,-1-1 0,1 1 0,0-1 0,-1 0 0,1 1 0,0-1 0,0 0 0,-1 0 0,1 0 0,0 0 0,2-1 0,-2 1 0,13 0 0,0 0 0,0-2 0,-1 0 0,1 0 0,17-6 0,-27 6 0,-1 1 0,1-1 0,-1 0 0,1 0 0,-1 0 0,0-1 0,0 0 0,0 1 0,0-1 0,0-1 0,-1 1 0,1-1 0,-1 1 0,0-1 0,0 0 0,0 0 0,-1 0 0,1 0 0,2-9 0,-4 17-33,0 0 0,0 0 0,0-1 0,0 1 0,1 0 1,0 0-1,0-1 0,0 1 0,0-1 0,0 0 0,0 0 0,1 0 0,0 0 0,3 4 0,-1-2-176,0 0 0,0 0 0,0-1-1,0 1 1,1-1 0,0 0-1,-1-1 1,1 1 0,1-1-1,10 4 1,24-4-11650,-21-3 2103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5507,'0'0'22151,"9"16"-19985,57 97 777,-67-113-2943,1 0 0,0 0 0,0 0 0,0 0 0,0 0 0,0 0 0,0 0 0,0 0 0,0 1 0,0-1 0,0 0 0,0 0 0,-1 0 0,1 0 0,0 0 0,0 0 0,-13-17 0,9 11 0,1 1 0,-1 0 0,1-1 0,0 0 0,1 0 0,-4-11 0,5 13 2,1-1-1,0 0 1,0 1-1,0-1 1,1 0-1,-1 1 1,1-1-1,0 0 1,0 1-1,1-1 1,-1 1-1,1 0 1,0-1-1,0 1 1,6-7-1,-3 4-2,1 1-1,-1 0 1,2 0-1,-1 0 1,1 1-1,0 0 1,0 0-1,9-4 1,6-2-110,1 2 1,-1 0 0,2 2 0,-1 0-1,31-4 1,-43 10-1032,8-2-1112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5923,'0'0'13745,"-22"7"-13230,15-3-442,-67 28-2815,19-16-6763,16-7 2456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7187,'0'0'12598,"-34"16"-12166,27-12-368,0 1-48,-6 4-32,6 0-512,-13-2-1025,-14 2-592,0-2-1568,-7-3-3699,1 1 3090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3025,'0'0'13367,"-13"12"-12055,6-8-608,7 3-399,-7 0-193,0 0-112,1-1-144,-8 1-1185,7-2-1969,-6-1-1792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 8196,'0'0'13350,"-20"38"-12998,13-27-304,-20 3-48,-7-3-864,-13 3-2546,-8-1-3041,-6-2-288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4994,'0'0'14183,"-55"29"-13303,35-22-544,-7 2-176,14-4-160,-1-1-16,0 1-896,-6 1-961,-7 1-1488,-7 0-2722,7 0-272,-7-3 4402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0 992,'0'0'3106,"-115"20"-1585,81-13-593,7 2 241,-7 0-321,0 2-624,-6-1 192,6-1-288,0 2-128,-7-2-400,1 0-1121,6 2-672,0-4-1072,0 0 1664,7 0 1249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7523,'0'0'13959,"7"0"-13447,-7 2-1152,0 0-945,0 3-1712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10741,'-67'79'5298,"60"-75"-2945,0-1 1761,0-1-1232,7 2 863,0 1-5441,-7-1-417,-6 3-1249,6 2-992,-13-4-3329,6 1-2146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1313,'0'0'18424,"13"0"-17992,-6 0-336,0 0-96,0 0-864,6 0-1889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4610,'0'0'17400,"14"99"-16936,-7-85-416,-1-3-48,-6 3-32,0-1-1376,0 3-1378,0-2-2624,0 1-1521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9236,'0'0'12518,"14"41"-12342,-7-35-176,-7 3-512,0 3-1761,0-1-2690,0 5-1984,0 0-16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2353,'21'151'23147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3298,'0'0'12360,"5"-3"-10479,18-9-385,-17 9-218,-4 3-796,1 1 0,-1-1 0,0 0 0,1 1-1,-1-1 1,1 1 0,-1 0 0,0 0 0,4 2 0,39 64 2950,-31-44-3049,1-1 0,1 0 0,21 21 0,-23-29-319,-3-4-33,0 0 0,-1 1-1,12 18 1,-21-26-1263,3 6 3892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0 144,'0'0'19854,"-21"9"-17572,-39 50 269,10-11-26,-67 81-1,95-93-1419,20-32-927,0 1 1,-1-1-1,0 1 0,1-1 0,-1 0 0,-1 0 0,1 0 1,-1-1-1,-3 4 0,5-5-215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8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7732,'0'0'9705,"13"4"-8595,10 3-519,1-1 0,0-1-1,0-1 1,38 2 0,-50-6-382,7 0 29,0 0 0,1-1-1,33-7 1,-49 7-218,-1 1 1,0-1-1,0 0 0,0 0 0,0 0 1,0 0-1,0 0 0,0-1 0,0 1 0,-1-1 1,1 0-1,-1 0 0,1 0 0,-1 0 0,1 0 1,-1 0-1,0-1 0,0 1 0,0-1 1,-1 0-1,1 1 0,-1-1 0,1 0 0,-1 0 1,0 0-1,0 0 0,0 0 0,0 0 1,-1 0-1,1-6 0,-1 7-14,-1-1 0,0 1 0,0-1 0,0 1 0,0 0-1,0-1 1,-1 1 0,1 0 0,-1 0 0,1 0 0,-1 0 0,0 0 0,0 1 0,1-1 0,-1 0 0,-1 1-1,1-1 1,0 1 0,0 0 0,0 0 0,-1 0 0,1 0 0,-4-1 0,-2-2 4,-1 1 1,0 0 0,0 1-1,0 0 1,-12-1-1,17 3 15,0 0 1,0 0-1,0 0 0,1 1 0,-1-1 0,0 1 0,0 0 0,1 0 0,-1 0 0,1 1 0,-1-1 0,1 1 0,-1 0 0,1 0 0,0 0 0,-6 5 0,5-2 37,-1 0 0,1 1 0,0-1-1,0 1 1,0 0 0,1-1 0,0 2-1,-5 11 1,2 1 57,1 0 1,1 1-1,1 0 0,0 0 0,1 32 0,2-49-171,0 0 0,1 0 0,-1 1 0,1-1 0,-1 0 0,1 0 0,0 0 0,0 0 0,1 0 0,-1 0 0,1 0 0,-1 0 0,1 0 0,0-1 0,0 1 0,0-1 0,0 1 0,1-1 0,-1 0 0,0 0 0,1 0 0,0 0 0,-1 0 0,1-1 0,0 1 0,0-1 0,0 0 0,0 1 0,0-1 0,5 0 0,48 8-3963,-2-8-3427,-43-1 5208,23 0-3987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9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4386,'0'0'15476,"0"13"-14120,0 116 3590,37-132-4767,-20-6-279,-1-1 0,0-1 0,0-1 0,15-15 0,32-22-539,-62 48 671,0 0 1,0 0 0,0 0 0,1 0 0,-1 1 0,0-1 0,1 0 0,-1 1-1,1-1 1,-1 1 0,1-1 0,-1 1 0,1 0 0,-1-1 0,3 1 0,1 13 1352,-5-11-1370,0-1 0,0 1 0,0-1-1,1 1 1,-1-1 0,0 1 0,1-1 0,-1 0 0,1 1 0,-1-1 0,1 0 0,-1 1-1,1-1 1,0 0 0,0 0 0,0 0 0,0 0 0,0 1 0,0-1 0,0-1 0,0 1 0,0 0-1,0 0 1,3 1 0,3 1-375,0-1 0,1-1-1,-1 1 1,0-1 0,16 1-1,41-4-5095,-25 0-150,-3 2-1190,3 0-575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9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78 384,'0'0'22685,"-5"-8"-20636,2 3-1810,0 1-59,1-1 0,-1 1 0,0 0-1,0 1 1,0-1 0,0 0 0,0 1 0,-1 0 0,0-1 0,0 2 0,0-1 0,0 0 0,0 1 0,-8-4 0,1 3 224,6 1-310,1 1-1,-1 0 0,1 0 0,-1 0 0,1 0 1,-1 1-1,1 0 0,-1 0 0,0 0 0,-6 1 1,10 0-101,0 0 1,1 0 0,-1 0 0,0 0 0,0 0 0,1 0-1,-1 0 1,1 0 0,-1 1 0,1-1 0,0 0 0,-1 0 0,1 1-1,0-1 1,0 0 0,0 0 0,0 1 0,0-1 0,0 0-1,0 0 1,0 0 0,1 1 0,-1-1 0,0 0 0,1 0 0,-1 0-1,1 1 1,-1-1 0,1 0 0,0 0 0,-1 0 0,1 0 0,0 0-1,0 0 1,1 1 0,29 7-159,-28-9 152,0 1-1,-1-1 0,1 0 1,0 1-1,-1 0 0,1-1 1,-1 1-1,1 0 0,-1 0 0,1 1 1,-1-1-1,0 0 0,0 1 1,1-1-1,-1 1 0,0 0 1,0 0-1,-1 0 0,1 0 0,0 0 1,-1 0-1,1 0 0,-1 0 1,0 1-1,1-1 0,-1 1 1,-1-1-1,1 1 0,0-1 1,0 1-1,0 4 0,0 4 32,0 0 1,-1 1-1,-1-1 0,1 0 0,-2 1 1,0-1-1,0 0 0,-1 0 1,0 0-1,-1 0 0,0 0 0,0-1 1,-8 12-1,-10 15 70,-2-2 1,-33 39-1,40-53-19,-37 46 65,-74 100 151,111-144-267,13-19-29,1-1 0,1 0 1,-1 1-1,0-1 0,1 1 0,0 0 0,0 0 0,0 0 0,0 0 1,0 0-1,1 0 0,0 1 0,-1 6 0,3-10-7,0-1 0,0 1 0,0 0 0,0-1 1,0 1-1,0-1 0,0 1 0,0-1 0,0 0 0,0 1 0,1-1 0,-1 0 0,0 0 0,0 0 0,0 0 0,1 0 0,-1 0 0,0 0 0,2-1 1,28-1 7,-8-2 19,0-2 1,-1-1-1,0 0 1,0-2-1,-1 0 1,26-16-1,9-3-19,-25 13-45,1 2-476,0-2 0,-1-1 0,-1-2 0,-1-1 0,35-29 0,-61 46 168,0-1 0,-1 1 1,0-1-1,1 0 0,-1 0 1,0 0-1,-1 0 0,1 0 1,0 0-1,1-7 1,1-21-5598,-4 7-1110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 5635,'0'0'15761,"0"11"-13898,0-1-1589,-1-3-6,0 0 1,1 0-1,0 0 0,0 0 0,0 0 0,1 0 0,1 0 0,-1 0 0,1 0 0,0-1 0,0 1 0,5 8 0,-6-14-270,0-1-1,1 1 1,-1 0 0,0-1 0,1 1 0,-1-1 0,0 1-1,1-1 1,-1 0 0,1 1 0,-1-1 0,1 0-1,-1 0 1,1 0 0,-1 0 0,1 0 0,-1 0 0,1-1-1,-1 1 1,1 0 0,1-2 0,31-11-569,132-111-62,-156 120 2935,-10 12 1217,-1 3-4231,1-7 559,0-1 0,1 0 0,-1 1 0,1-1 0,-1 0 0,1 1 0,0-1 0,0 0 0,0 0-1,1 0 1,-1 0 0,1 0 0,0 0 0,-1 0 0,5 4 0,-3-4-592,-1-1 1,1 0-1,0 0 0,-1-1 1,1 1-1,0 0 0,0-1 1,0 0-1,0 0 1,0 0-1,0 0 0,0 0 1,1 0-1,-1-1 0,0 0 1,6 1-1,17-1-7531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61 7892,'0'0'12096,"13"4"-11250,19 4-162,1-2 0,0-2 0,65 1 1,-97-36-341,-2 28-351,1 1 1,-1 0-1,0-1 0,0 1 1,-1 0-1,1 0 0,0 0 1,-1 0-1,1 0 0,-1 0 1,0 0-1,0 0 0,1 1 1,-1-1-1,0 1 0,-1-1 1,1 1-1,0 0 1,0 0-1,0 0 0,-1 0 1,-4-1-1,-1-2 10,0 2 0,0-1-1,0 1 1,-1 0 0,1 1 0,-9-1 0,12 3 37,0-1 0,0 1 0,1 0 0,-1 0 0,0 0 0,1 1 0,-1-1 0,1 1 1,0 1-1,0-1 0,-1 0 0,1 1 0,1 0 0,-1 0 0,0 0 0,1 0 1,-1 1-1,1-1 0,-5 8 0,4-5 48,0 1-1,0-1 1,0 1 0,1 0-1,0 0 1,1 0-1,0 1 1,0-1 0,0 0-1,1 1 1,-1 14 0,1 3-52,1-18-61,-1 0 1,1-1-1,0 1 1,1 0-1,0-1 1,0 1-1,0 0 1,3 8-1,-2-13-193,0 1-1,-1-1 1,1 0-1,0 0 1,0 0-1,0 0 1,0 0-1,0-1 1,1 1-1,-1-1 0,0 1 1,1-1-1,-1 0 1,1 0-1,0 0 1,-1 0-1,1 0 1,0-1-1,-1 1 1,1-1-1,0 1 0,0-1 1,0 0-1,4-1 1,-2 1-315,77-2-9387,-29-11 3042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21 1169,'0'0'24341,"0"4"-23399,-13 94 2729,13-97-3662,1 0-1,0 0 0,-1 0 1,1 0-1,0-1 1,0 1-1,0 0 1,0 0-1,0 0 0,0-1 1,0 1-1,0-1 1,0 1-1,1-1 1,-1 1-1,0-1 0,0 0 1,0 1-1,0-1 1,1 0-1,-1 0 0,0 0 1,0 0-1,1 0 1,-1 0-1,0 0 1,3-1-1,39-5-14,-26-2-194,0-1 1,-1 0 0,26-21 0,12-8-85,-35 24 177,1-2 507,-10 12 2613,-10 38-2824,0-29-469,0 0 0,0-1 0,0 1 0,1 0 0,-1 0 0,1 0 0,0-1 1,1 1-1,1 5 0,-2-9 71,1 1 1,-1 0-1,1-1 1,0 1-1,-1-1 1,1 0-1,0 1 1,0-1-1,0 0 1,0 0-1,0 0 1,0 0-1,0-1 1,0 1-1,0-1 1,0 1-1,0-1 1,0 0-1,1 1 0,-1-1 1,0 0-1,0 0 1,3-1-1,26 1-5479,3-2-3262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1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14 111 864,'0'0'19991,"1"3"-19663,0 0 0,1 0-1,-1 0 1,1 0 0,-1 0 0,1 0 0,0-1 0,2 4 0,4-2-193,1-1 0,-1 1 0,1-2 0,0 1 0,-1-1 0,1-1 0,0 0 0,0 0 0,0 0 0,0-1 0,0-1 0,10-1 0,9 2-103,-26 0-47,1-1 1,0 1-1,0 0 1,0-1-1,-1 1 1,1-1-1,0 0 1,-1 0-1,1 0 1,0 0-1,-1 0 0,0-1 1,1 1-1,-1-1 1,0 0-1,1 1 1,-1-1-1,0 0 1,0 0-1,-1-1 0,1 1 1,0 0-1,-1-1 1,1 1-1,-1 0 1,2-5-1,-1 1 34,0 0 0,-1 0-1,1 0 1,-1 0 0,0-1 0,-1 1-1,0 0 1,0 0 0,0-1-1,0 1 1,-3-7 0,3 11 51,-1 0 0,0 0-1,0 0 1,0 0 0,0 1 0,-1-1 0,1 0-1,0 1 1,-1-1 0,1 1 0,-1-1 0,1 1 0,-1 0-1,0 0 1,0 0 0,0 0 0,1 0 0,-1 0-1,0 0 1,0 0 0,0 1 0,0-1 0,0 1 0,0-1-1,-4 1 1,-62-3 2067,53 4-1476,10-2-587,0 1-1,0 1 1,0-1 0,0 1 0,0-1-1,0 2 1,0-1 0,1 0 0,-1 1-1,0 0 1,1 0 0,-1 0 0,1 1-1,0 0 1,0-1 0,0 2 0,0-1 0,0 0-1,1 1 1,-1-1 0,1 1 0,0 0-1,0 0 1,0 0 0,1 1 0,0-1-1,0 1 1,0-1 0,0 1 0,0 0-1,1 0 1,0 0 0,0-1 0,1 1-1,-1 0 1,1 6 0,-1 13-93,3 31-238,-1-52 216,-1 0 1,1-1-1,0 1 0,0 0 0,0 0 1,1-1-1,-1 1 0,1-1 1,-1 1-1,1-1 0,0 0 0,0 1 1,0-1-1,0 0 0,0 0 0,4 2 1,3 1-493,0 0 1,1 0 0,-1-1 0,1-1 0,0 0 0,0 0 0,0-1 0,0 0 0,15 1-1,14-2-4164,46-4-1,-85 3 4666,86-7-10295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1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1 16824,'-20'9'2596,"-28"16"-77,2 1 0,1 3 0,-59 48 0,74-51-1954,2 0 0,1 3 0,-38 48 0,57-65-487,-1 1-1,2 0 1,0 1 0,0-1 0,1 1 0,1 1-1,0-1 1,1 1 0,1-1 0,0 1-1,1 0 1,0 19 0,2-27-82,-1 0 0,2 1 0,-1-1 0,1 0 0,0 0 0,0 1 0,1-1 0,0 0 0,0 0 0,1-1-1,0 1 1,0 0 0,1-1 0,-1 0 0,1 0 0,1 0 0,-1 0 0,1-1 0,0 1 0,0-1 0,1-1 0,0 1 0,-1-1 0,1 0 0,1 0 0,6 3 0,-2-1-250,1-1 1,-1 0-1,1-1 1,0 0 0,0-1-1,0-1 1,1 0 0,-1 0-1,13-1 1,22 0-3195,47-6 1,-89 4 3066,80-13-8533,-2-15-4172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10837,'0'0'21268,"-7"14"-20606,0 2-662,-2 6 0,-1 0 0,-24 38 0,33-59-2,0 0 1,0-1-1,1 1 1,-1 0-1,0 0 1,0 0-1,1 0 1,-1 0-1,0 0 1,1 1-1,-1-1 0,1 0 1,0 0-1,-1 0 1,1 0-1,0 1 1,0-1-1,0 0 1,-1 0-1,1 1 1,1-1-1,-1 0 0,0 0 1,0 0-1,0 1 1,1-1-1,-1 0 1,0 0-1,1 0 1,-1 1-1,1-1 1,0 0-1,-1 0 0,1 0 1,0 0-1,-1 0 1,1 0-1,0-1 1,0 1-1,0 0 1,0 0-1,0 0 1,0-1-1,0 1 0,0-1 1,0 1-1,0-1 1,1 1-1,-1-1 1,0 1-1,0-1 1,0 0-1,1 0 1,-1 0-1,0 0 0,2 0 1,226 1-8704,-228-1 9198,-2 2-181,1 1 1,-1 0-1,1 0 0,-1-1 0,0 1 0,0 0 1,0-1-1,0 1 0,-1-1 0,1 0 0,-1 1 1,1-1-1,-1 0 0,0 0 0,-4 4 0,-40 31 2003,7-7-1368,-17 38-904,55-68-236,0 1 1,0-1-1,0 1 0,0-1 0,0 1 1,0-1-1,0 0 0,0 1 0,-1-1 1,1 0-1,0 0 0,0 0 1,0 0-1,0 0 0,0 0 0,-1 0 1,1 0-1,0 0 0,0-1 1,-2 0-1,-24-1-11332,12-7 365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11349,'0'0'19145,"122"-9"-17960,-102 9-625,7 0-320,0 0-208,-7 0-32,7 0-96,1 0-785,5 0-975,8-2-1314,6-10-1840,1-8-5027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10101,'0'0'16877,"4"13"-14674,-2-1-1748,1 0-93,0-1-1,0 1 0,1 0 0,1-1 0,0 0 0,9 16 0,-10-21-316,18 25 35,-2 0 0,-2 1-1,0 1 1,-3 0 0,0 1-1,11 44 1,-19-50-80,-2 1 0,0 0 0,-2 0 0,-2 56 0,-2-80 3,0-1-1,-1 1 1,1-1-1,-1 0 1,0 0-1,-1 0 1,1 0-1,-1 0 1,1 0-1,-1 0 1,0-1-1,0 0 1,-1 1-1,1-1 1,-1 0-1,0-1 1,0 1-1,0-1 1,0 1-1,-8 2 1,1 0-36,1-1 0,-1 0 0,0-1 0,0 0 0,0 0 0,0-2 0,-18 2 0,26-9-4593,9-19-1465,22-12-3550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4258,'0'0'28509,"0"4"-28509,0 10 0,0 2 0,0-3 0,0 3 0,0 2-1441,0 0-3729,0-4-3170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3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7507,'0'0'18585,"-109"136"-17577,96-104-1008,-14 6-352,0 3-3249,-14 4-6548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7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31 3410,'0'0'7859,"7"-30"4824,-7 247-4079,20-222-8516,-6-4-192,0 1 0,1 1 0,-1 0 0,2 1 0,-1 1 0,1 0 0,-1 1 0,1 1 0,0 1 0,24-2 0,-27 3 75,39 0-83,-50 1 109,-1 0 1,1 0 0,-1 0-1,0 0 1,1 1 0,-1-1 0,1 0-1,-1 1 1,0-1 0,1 1-1,-1-1 1,0 1 0,1-1-1,-1 1 1,0 0 0,0 0 0,0 0-1,0 0 1,0 0 0,0 0-1,0 0 1,0 0 0,0 0 0,0 0-1,0 0 1,-1 1 0,2 1-1,0 12 68,0-1-1,-1 1 1,0 0-1,-1 0 1,-1-1-1,0 1 1,-1 0-1,-1-1 1,0 1-1,-1-1 1,-8 20-1,9-29-47,0 1-1,-1-1 1,0 0-1,1-1 1,-1 1 0,-1-1-1,1 1 1,-1-1-1,1 0 1,-1-1 0,0 1-1,-1-1 1,1 0-1,-11 4 1,-1-2 68,-1 0-1,-1 0 1,-26 2-1,-30 6 28,68-10-112,1 0 0,-1 0 0,0 0 0,1 1 0,0 0 0,0 0 0,0 1 0,1 0 0,-7 6 0,-8 7 0,20-18 0,-1 0 0,1 0 0,0 0 0,-1-1 0,1 1 0,0 0 0,-1 0 0,1 0 0,0 0 0,-1-1 1,1 1-1,0 0 0,-1 0 0,1-1 0,0 1 0,0 0 0,-1-1 0,1 1 0,0 0 0,0-1 0,0 1 0,0 0 0,-1-1 0,1 1 0,0 0 0,0-1 0,0 1 0,0 0 0,0-1 0,0 1 0,0-1 1,0 1-1,0 0 0,0-1 0,0 1 0,0 0 0,0-1 0,0 1 0,0-1 0,0 1 0,1 0 0,-1-1 0,0-20-10,18-13-3120,-3 9-7149,-8 10-1548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8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48,'4'12'27523,"-1"-10"-25689,19-3-1632,1-1 0,-1-1 0,0-1 0,0-1 0,0 0 0,29-13 0,-24 9-135,12-5-10,-9 3 260,62-14 0,-92 25-300,0 0 1,1 0-1,-1 0 0,0 0 0,0 0 0,0-1 1,1 1-1,-1 0 0,0 0 0,0 0 0,0 0 0,0 0 1,1 0-1,-1 0 0,0 0 0,0 0 0,0 0 1,1 0-1,-1 0 0,0 0 0,0 0 0,0 0 1,1 0-1,-1 0 0,0 0 0,0 1 0,0-1 1,1 0-1,-1 0 0,0 0 0,0 0 0,0 0 1,0 0-1,0 0 0,1 1 0,-1-1 0,0 0 1,0 0-1,0 0 0,0 0 0,0 1 0,0-1 1,0 0-1,0 0 0,1 0 0,-1 1 0,0-1 1,0 0-1,0 0 0,0 0 0,0 1 0,0-1 1,0 0-1,0 0 0,0 0 0,0 1 0,0-1 1,0 0-1,-1 0 0,1 0 0,0 0 0,0 1 1,0-1-1,0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50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2881,'0'0'24604,"-20"2"-25442,-35 14-9860,35-11 2609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28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70 9012,'0'0'10792,"5"3"-9856,1 1-1001,0 1 592,0-1-1,0-1 0,0 1 0,0-1 1,0 0-1,1 0 0,0-1 0,-1 0 1,1 0-1,0 0 0,0-1 0,7 1 1,-10-2-533,-1 0-1,0 0 1,1 0 0,-1 0 0,0-1 0,1 1 0,-1-1 0,0 0 0,0 0 0,1 0 0,-1 0 0,0 0 0,0-1 0,0 1-1,-1-1 1,1 0 0,0 0 0,-1 0 0,1 0 0,-1-1 0,1 1 0,-1-1 0,0 1 0,0-1 0,0 0 0,-1 0 0,1 0-1,-1 0 1,1 0 0,-1 0 0,0 0 0,0 0 0,0 0 0,-1-1 0,1-4 0,0 7 22,-1 0 0,1-1 1,-1 1-1,0 0 0,0 0 1,1-1-1,-1 1 0,0 0 0,0-1 1,0 1-1,0 0 0,0-1 1,-1 1-1,1 0 0,0 0 0,-1-1 1,1 1-1,-1 0 0,1 0 1,-1-1-1,1 1 0,-1 0 0,0 0 1,0 0-1,1 0 0,-1 0 1,0 0-1,0 0 0,-2-1 0,-1 1 110,0 0-1,0 0 0,0 1 0,0 0 1,0-1-1,0 1 0,0 1 0,-6 0 1,1 0-53,3 0-44,-1 0 1,0 1 0,1-1 0,-1 2 0,1-1 0,-1 1-1,1 0 1,0 0 0,0 1 0,1-1 0,-1 1 0,1 1-1,-1-1 1,1 1 0,1 0 0,-1 0 0,1 0 0,0 1-1,0-1 1,0 1 0,1 0 0,0 0 0,-3 8 0,1-3-56,1 1 1,1-1 0,-1 1 0,2-1 0,-1 1 0,2 0 0,0 0 0,0 0 0,1 0-1,0 0 1,1 0 0,5 20 0,-5-29-160,0 0-1,0 0 1,1 0-1,0-1 1,-1 1-1,1-1 1,0 1-1,0-1 1,0 0-1,0 0 1,1 0-1,-1 0 1,1 0-1,-1 0 1,1-1 0,0 1-1,-1-1 1,1 0-1,0 1 1,0-1-1,0-1 1,0 1-1,0 0 1,0-1-1,4 1 1,10 1-2100,0-1 0,0-1 0,20-2 0,-35 2 1947,52-9-6545,6-15-542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29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4978,'0'0'21461,"0"8"-19933,-1 12-592,0-7-458,0 0 0,1 0 0,1 1 0,0-1 0,0 0 0,4 13 0,-4-26-496,0 1-1,-1 0 1,1 0-1,0 0 0,-1-1 1,1 1-1,0 0 0,0-1 1,0 1-1,0 0 0,0-1 1,0 1-1,0-1 0,0 0 1,0 1-1,0-1 1,0 0-1,0 1 0,0-1 1,0 0-1,0 0 0,0 0 1,0 0-1,0 0 0,0 0 1,0 0-1,0-1 1,1 1-1,-1 0 0,0 0 1,0-1-1,0 1 0,0-1 1,-1 1-1,1-1 0,0 1 1,0-1-1,0 0 1,1-1-1,36-26-441,-24 15 410,1 0 0,0 0 1,1 2-1,0 0 1,1 0-1,24-10 1,-40 22 105,1-1 0,-1 1-1,-1 0 1,1 0 0,0 0 0,0 0 0,0 0 0,0 0 0,-1 0 0,1 1 0,-1-1 0,1 0 0,-1 0 0,1 1 0,-1-1 0,0 0-1,1 0 1,-1 1 0,0-1 0,0 0 0,0 2 0,10 24 784,-7-25-969,1 0-1,-1 0 1,0 0-1,1 0 1,0-1-1,-1 1 1,1-1-1,0 0 1,0 0-1,0-1 1,-1 1-1,1-1 1,5 0-1,64-2-3615,-43 1 1753,58 0-10598,-46-3 4781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29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583 5 6675,'0'0'20428,"-15"-1"-18822,14 0-1571,-12 0 204,1 0-1,-1 0 0,1 1 0,-1 1 0,1 0 1,0 0-1,-1 2 0,1-1 0,-16 7 0,23-7-146,-3 1 7,0 0 1,0 0-1,0 1 0,0 0 1,1 1-1,-1 0 0,1 0 0,1 0 1,-1 1-1,1 0 0,-8 9 1,13-14-126,1-1 0,0 1 0,0-1 0,0 0 0,-1 1 0,1-1 0,0 1 0,0-1 0,0 1 0,0-1 0,0 1 0,0-1 0,0 1 0,0-1 0,0 0 0,0 1 0,0-1 0,0 1 0,0-1 0,0 1 0,1-1 0,-1 1 0,0-1 0,0 0 0,0 1 0,1-1 0,-1 1 0,0-1 0,0 0 0,1 1 0,-1-1 0,0 0 0,2 1 0,19 6-424,33-5 64,-45-2 241,6-1-15,-11 1 117,0 0 0,0 0 0,0 0 0,0 0 0,0 0 0,0 1-1,0 0 1,6 2 0,-9-3 48,0 1 0,0 0 0,0 0 0,0 0-1,0 0 1,-1 0 0,1 0 0,0 0 0,0 0 0,-1 1 0,1-1-1,-1 0 1,1 0 0,-1 1 0,0-1 0,1 0 0,-1 0 0,0 1-1,0-1 1,0 0 0,0 1 0,0-1 0,0 0 0,0 1-1,0-1 1,-1 0 0,1 0 0,0 1 0,-1-1 0,1 0 0,-2 2-1,-2 7 138,0 0 0,-1 0 0,-1-1 0,1 1 0,-2-1 0,1-1 0,-13 14 0,-6 8 136,-161 187 473,17-22-301,161-184-450,4-8 0,1 1 0,0 0 0,-1 0 0,2 0 0,-1 0 0,0 0 0,1 1 0,0-1 0,0 1 0,0 0 0,1 0 0,-3 8 0,4-12 0,0-1 0,0 0 0,0 0 0,0 0 0,0 1 0,0-1 0,0 0 0,0 0 0,1 0 0,-1 0 0,0 1 0,0-1 0,0 0 0,0 0 0,0 0 0,0 1 0,0-1 0,0 0 0,0 0 0,0 0 0,1 0 0,-1 1 0,0-1 0,0 0 0,0 0 0,0 0 0,1 0 0,-1 0 0,0 0 0,0 0 0,0 0 0,0 1 0,1-1 0,-1 0 0,0 0 0,0 0 0,0 0 0,1 0 0,-1 0 0,0 0 0,0 0 0,0 0 0,1 0 0,-1 0 0,18 1 0,-1-1 0,1 0 0,-1-1 0,1-1 0,-1 0 0,1-1 0,16-6 0,123-47 0,-119 41 0,137-53 0,-147 49-2614,-26 17 2007,0 0 0,-1 0 0,1-1 0,-1 1-1,0 0 1,0-1 0,0 1 0,0-1 0,0 1 0,0-1-1,-1 1 1,1-1 0,-1 1 0,0-1 0,0-4 0,0-10-10660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0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11813,'0'0'20231,"0"10"-19609,0 106-521,1-114-101,0-1 0,0 0 0,0 0 0,0 0 0,0 0 0,0 1 0,0-1 0,1-1 0,-1 1 0,0 0 0,1 0 0,-1 0 0,1-1 0,-1 1 0,1-1 0,-1 1 0,1-1 0,-1 1 0,1-1 0,-1 0 0,1 0 0,-1 0 0,1 0 0,0 0 0,-1 0 0,1 0 0,2-1 0,51-6 0,-37 0-36,0-1 0,0-1 1,-1 0-1,-1-1 0,0-1 0,28-24 0,-44 34 40,0 1-1,1 0 1,-1 0-1,0 0 1,0-1 0,1 1-1,-1 0 1,0 0-1,1 0 1,-1 0-1,0-1 1,1 1 0,-1 0-1,1 0 1,-1 0-1,0 0 1,1 0-1,-1 0 1,0 0-1,1 0 1,-1 0 0,0 0-1,1 0 1,-1 1-1,0-1 1,1 0-1,-1 0 1,0 0-1,1 0 1,-1 0 0,0 1-1,1-1 1,-1 0-1,0 0 1,0 1-1,1-1 1,-1 0 0,0 0-1,0 1 1,1-1-1,-1 0 1,0 1-1,0-1 1,7 13 87,-7-13-88,1 4-325,0-1 0,-1 0 0,1 1 0,1-1 0,-1 0 0,1 0 0,-1 0 0,1 0 0,0 0 0,0 0 0,0-1 0,4 5 0,-3-5-158,-1-1 1,1 0-1,-1 0 0,1 0 0,0 0 1,0 0-1,0-1 0,-1 1 0,1-1 1,0 1-1,0-1 0,0 0 0,0-1 1,0 1-1,-1 0 0,7-2 0,11-4-8708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0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29 10117,'0'0'17818,"5"6"-16660,-2-2-1094,0 0 0,1 0 0,0-1 0,0 1 0,0-1 0,0 0 1,0 0-1,1-1 0,0 1 0,-1-1 0,1 0 0,0 0 0,0 0 0,0-1 0,0 0 0,0 0 0,0 0 0,1 0 0,-1-1 0,8 0 0,8 0 78,-12 1-395,0-1 0,0 0 0,0-1 0,0 1 0,14-5 0,-21 5 180,-1-1-1,1 0 1,0 1-1,0-1 0,0 0 1,-1 0-1,1 0 1,0-1-1,-1 1 1,1 0-1,-1-1 1,1 1-1,-1-1 1,0 1-1,0-1 1,0 0-1,1 1 1,-2-1-1,1 0 1,0 0-1,0 0 1,0 1-1,-1-1 1,1 0-1,-1 0 1,0 0-1,0 0 1,1 0-1,-1 0 0,-1-3 1,1 4 76,0 0-1,0 0 1,-1 0 0,1 0-1,0 0 1,-1 0 0,1 0 0,-1 0-1,1 0 1,-1 1 0,0-1-1,1 0 1,-1 0 0,0 0 0,0 1-1,1-1 1,-1 0 0,0 1-1,0-1 1,0 0 0,0 1 0,0-1-1,0 1 1,0 0 0,0-1-1,0 1 1,0 0 0,0 0 0,-2-1-1,-36-3 367,34 4-256,1 0-88,-11-1 352,-1 0 0,1 1 0,-1 1 0,1 1 0,-27 5 0,38-6-314,1 0-1,0 1 1,-1-1 0,1 1 0,0 0 0,0 0 0,0 0 0,0 0 0,0 0 0,0 1 0,1-1-1,-1 1 1,1 0 0,0-1 0,0 1 0,0 0 0,0 1 0,0-1 0,1 0 0,-1 0 0,1 1-1,0-1 1,0 1 0,0-1 0,0 1 0,1-1 0,0 1 0,-1 0 0,1-1 0,1 5-1,-2-5-155,1 1 0,0-1 0,0 0 0,0 1 0,1-1-1,-1 1 1,1-1 0,-1 0 0,1 1 0,0-1 0,1 0 0,-1 0-1,1 0 1,-1 0 0,1 0 0,0 0 0,0 0 0,0 0-1,0-1 1,0 1 0,1-1 0,-1 0 0,1 0 0,0 0-1,0 0 1,-1 0 0,1 0 0,1-1 0,-1 1 0,0-1 0,0 0-1,0 0 1,1 0 0,-1 0 0,0-1 0,8 1 0,9 3-2045,1-2 1,37 1 0,-43-4 33,1 0-1,-1-1 1,0 0 0,27-9-1,11-9-4151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1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39 224,'0'0'22136,"4"-6"-18743,15-20-525,-15 20-718,-4 84-154,1-77-2006,-1 0 1,1 0-1,0 0 0,0 0 0,-1 0 1,1-1-1,0 1 0,0 0 0,0-1 1,0 1-1,0 0 0,0-1 0,0 1 1,0-1-1,0 1 0,0-1 1,1 0-1,-1 1 0,0-1 0,0 0 1,0 0-1,0 0 0,1 0 0,-1 0 1,0 0-1,1 0 0,40-2-677,-35-1 488,-1 1 0,0-1 0,0 0 0,0 0-1,0 0 1,0-1 0,-1 0 0,1 0 0,-1-1 0,0 1 0,0-1-1,-1 0 1,1-1 0,-1 1 0,0-1 0,6-3 4311,-9 10-4112,-1 1-1,0 0 0,1 0 0,0 0 0,-1 0 0,1-1 0,0 1 0,0 0 0,0-1 0,0 1 0,0-1 0,0 1 0,0-1 0,1 1 0,-1-1 0,0 0 0,1 1 0,-1-1 0,1 0 0,0 0 0,-1 0 0,1-1 0,0 1 0,3 1 0,45 0-4424,0-8-6811,-16-10-876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9716,'0'0'14615,"13"9"-13254,-7-5-1269,4 3 25,1 0-1,-1-1 0,1 0 0,1-1 1,-1 0-1,1 0 0,0-2 0,0 1 1,0-1-1,17 1 0,-26-4-184,1 1 0,-1-1-1,0 0 1,1-1 0,-1 1-1,1-1 1,-1 1 0,0-1 0,0 0-1,1 0 1,-1 0 0,0-1 0,0 1-1,5-4 1,-7 3 49,1 0 0,-1 0 1,0-1-1,0 1 0,0 0 0,0 0 0,0-1 1,-1 1-1,1 0 0,-1-1 0,1 1 0,-1-1 0,0 1 1,0-1-1,0 1 0,0 0 0,-1-1 0,1 1 1,-1-1-1,1 1 0,-2-4 0,0 3 171,1 0-1,-1-1 1,0 1-1,0 0 1,0 0-1,0 0 1,-1 0-1,1 1 1,-1-1-1,1 1 1,-1-1 0,0 1-1,0 0 1,0 0-1,0 0 1,-1 1-1,1-1 1,-1 1-1,1 0 1,0 0-1,-1 0 1,0 0 0,-5 0-1,-1-1 287,-1 0 0,0 1 0,1 0 1,-1 1-1,0 0 0,0 1 0,-10 1 0,18-1-438,1 0 0,-1 0 0,1 0 0,0 0 0,0 1 0,-1-1 0,1 1 0,0-1 0,0 1 0,0 0 0,1 0 0,-1 0 0,0 0 0,1 0 0,-1 0 0,1 0 0,-1 0 0,1 1 0,0-1 0,0 0 0,0 1 0,1-1 0,-1 1 0,0 4 0,-2 7 0,2 0 0,0 0 0,0 19 0,1-25 0,1-5-80,-1 1-1,1-1 1,0 1-1,0-1 1,0 0-1,1 1 1,-1-1 0,1 0-1,-1 0 1,1 0-1,0 0 1,0 0 0,1-1-1,-1 1 1,0-1-1,1 1 1,0-1-1,-1 0 1,1 0 0,0 0-1,0 0 1,0 0-1,1-1 1,-1 0 0,0 1-1,0-1 1,5 1-1,8 2-955,0 1 0,1-2 0,0 0-1,24 0 1,32-1-6935,7-2-5054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1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1 17928,'0'0'3917,"-28"1"-292,10 0-2891,-4-1 37,-1 1 1,1 1-1,-1 1 0,1 1 1,0 1-1,0 1 0,-26 10 1,28-6-718,0 0 1,0 1-1,1 0 1,1 2-1,0 0 1,0 1-1,2 1 1,-29 32-1,36-34-61,0-1 0,1 1 0,0 1 0,1-1 0,0 1 0,1 0 0,1 1 0,1-1 0,0 1 0,0 0 0,1 1 0,1-1 0,0 27 0,2-36-57,1 0-1,-1 1 1,1-1 0,0 0-1,1 0 1,-1 0-1,1 0 1,1 0 0,-1 0-1,1 0 1,0-1 0,0 1-1,0-1 1,9 10 0,-5-8-206,0 0 0,1 0 1,0-1-1,1 0 1,-1 0-1,1-1 1,0 0-1,16 6 0,-2-3-531,0-1-1,0-2 1,1 0-1,0-1 0,0-1 1,0-2-1,31-1 1,18-9-7513,2-14-4654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2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1 288,'-2'1'23673,"2"-1"-23527,0 0 1,0 0 0,0 1 0,0-1-1,0 0 1,0 0 0,0 0 0,0 1 0,-1-1-1,1 0 1,0 0 0,0 0 0,0 1-1,0-1 1,0 0 0,0 0 0,0 0 0,0 1-1,0-1 1,0 0 0,0 0 0,1 1-1,-1-1 1,1 2 1761,-1-2-1761,1 0 0,-1 0 0,0 0-1,0 0 1,0 1 0,1-1 0,-1 0-1,0 0 1,0 0 0,0 0 0,1 0-1,-1 0 1,0 0 0,0 0 0,0 0 0,1 0-1,-1 0 1,0 0 0,0 0 0,1 0-1,-1 0 1,0-1 0,-6 15-147,-1 0 0,-1-1 0,0 0 0,0-1 0,-16 17 0,-21 33 0,24-31 0,16-24 0,0 0 0,0 0 0,0 0 0,1 1 0,0 0 0,0 0 0,1 0 0,0 0 0,1 0 0,0 1 0,-3 16 0,6-24 0,-1 1 0,1-1 0,-1 0 0,1-1 0,-1 1 0,1 0 0,0 0 0,-1 0 0,1 0 0,0 0 0,0-1 0,0 1 0,0 0 0,-1-1 0,1 1 0,0 0 0,0-1 0,0 1 0,0-1 0,1 0 0,-1 1 0,0-1 0,0 0 0,0 0 0,0 0 0,0 1 0,0-1 0,0 0 0,0 0 0,2-1 0,49 1 0,-34 0 0,-17 0 0,48 1 0,0-2 0,-1-1 0,1-3 0,-1-2 0,54-16 0,-99 23-570,0-1-1,0 0 1,0 0 0,0 0-1,0-1 1,0 1 0,-1-1-1,1 1 1,-1-1 0,1 0 0,2-3-1,-4 3-257,1-1 1,-1 1-1,-1-1 0,1 1 0,0-1 0,-1 1 0,1-1 1,-1 0-1,0 1 0,1-1 0,-1 0 0,-1-3 1,1-5-7964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2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9941,'0'0'21705,"-34"142"-20584,34-105-1121,6-1 0,8-2 0,0-5 0,-1-4 0,1-7 0,-1-5 0,8-4-2865,6-4-1537,0-5-1809,7 0-6979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5202,'0'0'21938,"5"3"-20353,10 8-1364,0 0 0,-1 1 0,0 1 0,-1 0 0,-1 1 0,0 1 0,-1 0 0,0 0 0,-2 1 0,13 26 0,-12-20-19,-2 1-1,0-1 0,-2 2 1,0-1-1,-1 0 0,-2 1 1,2 46-1,-6-67-199,1 0 0,-1 0 0,1 0 1,-1 0-1,0 0 0,0 0 0,0 0 0,0 0 0,-1 0 0,1-1 0,-1 1 1,0-1-1,1 1 0,-1-1 0,0 1 0,-1-1 0,1 0 0,0 0 1,-1 0-1,1-1 0,-1 1 0,1 0 0,-5 1 0,-7 4-74,-1-1 0,0 0 1,-21 5-1,11-4-250,64-29-26060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3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18841,'0'0'13926,"0"74"-13926,0-54 0,0-2 0,0 0 0,0 1 0,0-1-2385,0-3-4738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3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 5507,'0'0'23338,"-95"144"-19416,75-115-3922,6 10 0,-13 6 0,7-2 0,-1 4-320,-12-8-4626,-1-10-4611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0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3 4018,'0'0'9810,"7"-3"-4672,-9 22-4677,-1 0 1,0 0-1,-2 0 0,0 0 1,-1-1-1,-1 0 0,-16 30 1,10-21-361,2-1 0,-14 48 0,21-58-58,1-1 1,1 1-1,-1 20 0,37-36 125,-21-1-118,0-1 0,0 0 0,-1 0 0,25-9 0,19-5-12,23 2 452,0 3-1,125 0 0,-190 10 672,-20 0-1988,-26-3-5246,23 3 2287,-9-3-2184,3 1-1191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1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4690,'0'0'13414,"5"3"-11656,-2 0-1469,0 0 0,-1 0 0,1 1-1,-1-1 1,1 0 0,-1 1-1,0 0 1,0-1 0,-1 1-1,1 0 1,-1 0 0,0 0-1,0 0 1,0 0 0,0 0 0,-1 0-1,0 5 1,1 91 2061,-3-59-1618,0 10 75,-16 90-1,6-64-661,4-20 79,8-56-50,0-44-2928,0 20-954,0-2-5230,0 12 1532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2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50 848,'0'0'12401,"0"-8"-10102,0-33 3750,0 48-4555,-1 39-411,0-13-185,1 0-1,2 1 1,10 57 0,22 67 829,34 118 137,-64-261-1695,-1 0 0,0 1 0,-1-1 0,0 1 0,-1 18-1,-1-33 62,0-26-62,0-6-2854,1 26 1434,-1 0-1,1 0 1,0-1-1,0 1 1,1 0-1,-1 0 1,1 1-1,0-1 1,0 0-1,4-4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3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3586,'0'0'13134,"-33"5"-5856,5 18-7356,-7 7-3686,-5-3-6785,14-13 1422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5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0 186 3890,'0'0'14553,"10"2"-8395,14 0-4947,-16-2-1149,-1-1-1,1-1 1,-1 0 0,1 0-1,-1 0 1,0-1 0,0 0-1,0 0 1,0-1 0,0 0 0,-1 0-1,0 0 1,0-1 0,9-9-1,-10 9-37,1 0-1,-2 0 0,1-1 0,0 1 0,-1-1 1,0 0-1,-1-1 0,1 1 0,-1-1 0,0 1 0,-1-1 1,0 0-1,0 0 0,0 0 0,1-12 0,-3 18-11,0 0-1,0 0 0,0 0 0,-1 0 0,1 0 0,0 0 0,0 0 0,0 0 0,-1 0 0,1 0 0,0 1 1,-1-1-1,1 0 0,-1 0 0,1 0 0,-1 1 0,0-1 0,1 0 0,-1 0 0,0 1 0,1-1 0,-1 1 1,0-1-1,0 0 0,1 1 0,-1 0 0,-2-2 0,1 2 10,-1-1 1,0 1-1,1-1 0,-1 1 1,0 0-1,0 0 1,1 0-1,-1 0 0,0 0 1,-3 1-1,1 0-4,0 0 0,0 1 0,0-1 0,0 1 1,0 0-1,0 1 0,1-1 0,-1 1 0,1 0 0,-8 5 0,8-2-10,0 1 0,1-1 0,0 1 0,0-1 0,0 1 0,1 0 0,-1 0 0,2 1 0,-1-1 0,1 0 0,0 11 0,0 1-19,0 0 0,2 0-1,3 22 1,-4-39-11,1-1 1,-1 1-1,1 0 1,-1 0-1,1 0 1,0 0-1,0 0 1,-1-1-1,1 1 1,0 0-1,1-1 1,-1 1-1,0 0 0,0-1 1,1 0-1,-1 1 1,1-1-1,-1 0 1,1 0-1,-1 0 1,1 0-1,0 0 1,3 1-1,-1 0-118,1-1-1,0 0 1,0 0-1,0 0 0,0-1 1,0 0-1,0 0 1,0 0-1,6-2 1,3 0-503,0-1 0,0-1 0,0 0 1,-1-1-1,22-11 0,2-6-2375,45-34-1,-19-3 752,-30 14 3660,-34 61 11152,2 28-9815,1-12-1499,-2-31-1219,0 0 0,0 1 0,0-1 0,0 0 0,0 0-1,1 0 1,-1 0 0,0 0 0,1 0 0,-1 0 0,1 0-1,0 0 1,-1 0 0,1 0 0,-1 0 0,1 0-1,0-1 1,0 1 0,0 0 0,0 0 0,-1-1 0,1 1-1,0-1 1,2 2 0,32 6-400,-24-8 118,0 0-1,0-1 1,0 0-1,16-4 1,-11 0-24,-1-2 1,0 0-1,-1 0 0,0-2 0,0 0 0,0 0 1,14-14-1,25-17 532,-50 47 3649,23 52-3071,-23-55-1135,1 0 0,0-1 0,0 0 0,1 0 0,-1 0 0,1 0 0,-1-1 0,1 0 0,0 0 0,0 0 0,0 0 0,0-1 0,0 0 0,8 1 0,75 2-10585,-72-4 8058,33 0-7462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6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13 7187,'0'0'15125,"-19"-2"-12015,3 0-2614,2-1-130,-1 1 0,1 0 0,-1 1 1,1 1-1,-1 0 0,1 1 0,-1 1 0,-14 3 0,20-1-216,0 0-1,1 0 0,0 1 0,-14 11 0,20-16-183,1 1 1,-1 0-1,1 0 1,-1 1-1,1-1 0,-1 0 1,1 0-1,0 1 0,0-1 1,0 1-1,0-1 0,0 1 1,0-1-1,0 1 0,0-1 1,1 1-1,-1 0 1,1 0-1,-1-1 0,1 1 1,-1 0-1,1 0 0,0-1 1,0 1-1,0 0 0,0 0 1,0 0-1,1-1 0,-1 1 1,0 0-1,2 3 1,1-4-99,1 0 1,0 1 0,-1-1-1,1-1 1,0 1 0,0 0-1,-1-1 1,1 0 0,0 0-1,0 0 1,0 0 0,6-2-1,3 1-49,2 1-2,0-1 1,0-1 0,0-1 0,-1 0 0,1-1-1,-1 0 1,0-2 0,0 1 0,14-9 0,-28 14 227,0 0 0,0 0 0,0 0 0,0-1 0,1 1 0,-1 0 0,0 0 1,0 0-1,0 0 0,0 0 0,0-1 0,1 1 0,-1 0 0,0 0 1,0 0-1,0 0 0,1 0 0,-1 0 0,0 0 0,0 0 0,0 0 1,1 0-1,-1 0 0,0 0 0,0 0 0,1 0 0,-1 0 0,0 0 0,0 0 1,0 0-1,1 0 0,-1 0 0,0 0 0,0 0 0,0 0 0,0 0 1,1 1-1,-1-1 0,0 0 0,0 0 0,0 0 0,0 0 0,1 0 0,-1 1 1,0-1-1,0 0 0,0 0 0,0 0 0,0 0 0,0 1 0,0-1 1,1 0-1,-1 0 0,0 0 0,0 1 0,-6 16 864,-17 23-213,22-39-645,-75 115 1655,-156 178 0,230-292-1706,-11 12 0,1 0 0,1 1 0,0 0 0,0 0 0,-10 23 0,21-37 0,0-1 0,1 0 0,-1 1 0,0-1 0,0 1 0,1-1 0,-1 0 0,0 1 0,0-1 0,1 0 0,-1 1 0,0-1 0,1 0 0,-1 0 0,1 1 0,-1-1 0,0 0 0,1 0 0,-1 0 0,1 1 0,-1-1 0,0 0 0,1 0 0,-1 0 0,1 0 0,-1 0 0,1 0 0,-1 0 0,1 0 0,-1 0 0,1 0 0,-1 0 0,0 0 0,1 0 0,-1 0 0,1-1 0,0 1 0,1 0 0,25-1 0,1-2 0,-1 0 0,52-15 0,81-34 0,-121 38 0,-3 3 0,0-3 0,-1-1 0,0-1 0,38-26 0,-72 41-157,1 0 0,-1 0 0,0-1 1,1 1-1,-1-1 0,0 1 0,0-1 0,0 1 0,0-1 1,0 0-1,0 0 0,0 1 0,0-1 0,0-3 0,-1 3-151,1 1-1,-1-1 0,0 1 0,0-1 1,0 0-1,0 1 0,0-1 0,0 1 1,0-1-1,-1 1 0,1-1 1,0 1-1,-1-1 0,1 1 0,-1-1 1,0 1-1,1 0 0,-1-1 0,0 1 1,0 0-1,0 0 0,0-1 1,0 1-1,0 0 0,0 0 0,-1 0 1,-1-1-1,-22-10-9167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6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12902,'0'0'18334,"13"19"-16803,-6 11-1520,-7-28-14,0 0 1,0 0 0,0 0 0,0 0 0,1 0-1,-1-1 1,0 1 0,1 0 0,-1 0 0,1 0-1,0-1 1,-1 1 0,1 0 0,0 0 0,0-1 0,0 1-1,0-1 1,1 1 0,-1-1 0,0 0 0,1 1-1,-1-1 1,1 0 0,-1 0 0,1 0 0,-1 0 0,1 0-1,0 0 1,-1 0 0,1-1 0,0 1 0,0-1-1,0 1 1,0-1 0,-1 0 0,1 1 0,0-1-1,3 0 1,6-2-123,-1 0 0,0 0 0,0-1 0,0-1 0,-1 1 0,1-2 0,-1 1 0,0-1 0,0 0 0,-1-1 0,1 0 0,-1-1 0,12-11 0,-20 18 150,1 0 0,0 0 0,-1 0 0,1 0 0,0 0 0,0 0 0,-1 0 0,1 0 0,0 0 0,-1 1 0,1-1 0,0 0 0,-1 1 0,1-1 0,-1 0 0,1 1 0,0-1 0,-1 1 0,1-1 0,-1 1 0,1-1 0,-1 1 0,0-1 0,1 1 0,-1-1 0,1 1 0,-1 0-1,1 0 1,19 27 917,-15-19-783,17 11-2851,-17-17 1324,0-1 1,0-1-1,0 1 0,0-1 1,0 0-1,0 0 1,0-1-1,0 1 1,0-1-1,10-1 0,-15 1 1245,27 0-9551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7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8084,'0'0'15551,"14"0"-14135,29 3-694,150 5 1379,-192-8-2112,0 0 0,1 0-1,-1 0 1,0 0 0,1 0 0,-1-1 0,0 1-1,0 0 1,1-1 0,-1 1 0,0-1-1,0 1 1,1-1 0,-1 1 0,0-1 0,0 0-1,0 0 1,0 1 0,0-1 0,0 0-1,0 0 1,0 0 0,0 0 0,0 0 0,-1-1-1,1 1 1,0 0 0,-1 0 0,1 0-1,-1-1 1,1 1 0,-1 0 0,1-2 0,-2 2-6,1-1-1,0 0 1,0 1 0,-1-1 0,1 0 0,-1 1 0,1-1 0,-1 1 0,0-1 0,0 1 0,1 0 0,-1-1 0,0 1 0,0 0 0,0-1 0,-1 1 0,1 0 0,0 0 0,0 0 0,-1 0-1,1 0 1,0 0 0,-1 0 0,1 1 0,-1-1 0,1 0 0,-3 0 0,-13-3 2,0 1 0,0 0 0,-1 1 1,1 1-1,0 1 0,-25 2 0,39-2 37,0 1 1,0-1-1,1 1 1,-1 0-1,0 0 1,1 0-1,-1 0 1,1 0-1,-1 0 1,1 1-1,0-1 1,-1 1-1,1 0 1,0 0-1,0 0 1,0 0-1,0 0 1,1 0-1,-1 0 1,1 0-1,-1 1 1,1-1-1,0 1 1,-1-1-1,1 1 1,1 0-1,-1-1 1,0 1-1,0 3 1,-1 4 24,0 0 1,1 1 0,0 0-1,1-1 1,0 1 0,3 14-1,-3-21-83,1-1-1,1 0 0,-1 1 1,0-1-1,1 0 0,-1 0 0,1 0 1,0 0-1,0 0 0,0 0 0,1 0 1,-1-1-1,1 1 0,-1-1 1,1 0-1,0 0 0,0 0 0,0 0 1,0 0-1,0 0 0,0-1 0,1 0 1,-1 1-1,0-1 0,7 1 0,6 1-565,1 0 0,-1-1-1,1 0 1,19-1-1,-20-2 56,1-1 0,-1-1-1,0 0 1,0-1-1,0-1 1,0 0 0,-1-1-1,0-1 1,18-10 0,6-6-104,-2-2 1,41-34 0,-71 53 898,24-19-527,-21 8 11963,-17 50-8424,7-19-2868,0-9-330,0-1-1,0 1 1,0 0 0,0-1-1,1 1 1,0 0-1,2 6 1,-3-9-65,1-1 0,0 1 0,0-1 0,1 1 0,-1-1 0,0 1 0,0-1 0,1 0 0,-1 0 0,1 0 0,-1 0 0,1 0 0,-1 0 0,1 0 1,-1 0-1,1 0 0,0-1 0,0 1 0,-1-1 0,1 1 0,0-1 0,0 0 0,3 0 0,5 2-86,0-1 0,0-1 0,0 0 0,0 0 0,0-1 0,0-1 0,0 1 0,0-2 0,0 1 0,-1-1 0,1-1 0,-1 1 0,0-2 0,0 1 0,-1-1 0,1-1 0,-1 1 0,0-2 0,7-6 0,-14 12 120,-1 1 0,1-1 0,-1 1 0,1-1 0,-1 1 0,1-1 0,0 1 0,-1-1 0,1 1 0,0 0 0,-1-1 0,1 1 0,0 0 0,-1-1-1,1 1 1,0 0 0,-1 0 0,1 0 0,0 0 0,0-1 0,-1 1 0,1 0 0,0 0 0,0 1 0,0-1 0,-1 0 0,1 0 0,0 0 0,0 1 0,13 21 1210,-8-10-1119,-5-9-474,1-1 1,0 1-1,-1-1 0,1 1 0,0-1 1,0 0-1,0 0 0,0 0 0,5 3 1,-4-3-534,0 0 1,0 0 0,0-1-1,1 0 1,-1 1 0,1-1 0,-1 0-1,1-1 1,-1 1 0,1-1-1,-1 1 1,1-1 0,-1 0 0,1-1-1,0 1 1,-1 0 0,1-1-1,-1 0 1,1 0 0,4-2 0,14-14-9604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7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10725,'0'0'14652,"0"6"-13737,0-4-868,0 1 0,0-1 0,1 0 0,-1 0-1,0 0 1,1-1 0,0 1 0,-1 0 0,1 0 0,0 0 0,0 0-1,0 0 1,0-1 0,0 1 0,0-1 0,1 1 0,-1 0 0,0-1 0,1 0-1,2 3 1,2-1 50,-1 0-1,1 0 1,0 0-1,0-1 0,0 0 1,0 0-1,9 1 1,-3 0-131,1 0 0,0-2 0,0 0 0,0 0 0,0-1 0,1 0 1,-1-2-1,18-3 0,-28 5 17,1-1 0,-1 0 0,0 0 1,0-1-1,0 1 0,0 0 0,0-1 0,0 0 0,0 0 0,-1 0 1,1 0-1,-1 0 0,1 0 0,-1-1 0,0 1 0,0-1 1,0 0-1,0 0 0,0 1 0,-1-1 0,1 0 0,-1 0 1,0-1-1,1 1 0,-2 0 0,1 0 0,0-1 0,-1 1 1,1 0-1,-1-1 0,0 1 0,0 0 0,0-1 0,-1 1 1,1 0-1,-1-1 0,-1-3 0,1 5 113,0-1-1,-1 0 0,1 1 1,-1 0-1,1-1 1,-1 1-1,0 0 1,0 0-1,0 0 1,0 0-1,0 0 1,-1 0-1,1 1 1,0-1-1,-1 1 1,1-1-1,-1 1 0,0 0 1,1 0-1,-1 0 1,0 0-1,0 1 1,1-1-1,-1 1 1,0 0-1,0 0 1,-4 0-1,-10-1 847,-1 1 0,-35 4 0,49-4-934,1 1 0,-1 0 0,0 0 1,1 0-1,-1 0 0,1 1 0,-1-1 1,1 1-1,-1 0 0,1 0 1,0 0-1,0 1 0,0-1 0,0 1 1,1 0-1,-1-1 0,1 1 0,-1 0 1,1 0-1,0 1 0,0-1 1,1 0-1,-1 1 0,-1 3 0,-1 5-14,1-1 1,1 1-1,-1 0 0,2 0 0,0 0 0,0 17 0,2-26-7,-1 1 1,1-1-1,-1 0 1,1 0-1,0 0 1,0 0-1,1 0 0,-1 0 1,1 0-1,-1 0 1,1 0-1,0 0 1,0-1-1,0 1 0,1-1 1,-1 0-1,1 1 1,-1-1-1,1 0 1,-1 0-1,1-1 0,0 1 1,0-1-1,0 1 1,0-1-1,0 0 1,0 0-1,1 0 0,-1 0 1,4 0-1,15 3-414,-1-1 0,1-1 0,30 0-1,-45-2 225,21 0-945,18 1-3782,61-6 0,-7-16-7020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8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0 9620,'0'0'13321,"-29"9"-9957,5-2-2760,-10 2 396,0 2 1,1 1-1,-62 33 0,76-35-761,2 2 0,-1 0-1,1 0 1,1 2 0,-25 26 0,34-32-209,1 0 0,0 1 1,0 0-1,0 0 0,1 0 1,1 1-1,-1 0 0,2 0 1,-1 0-1,1 0 0,1 0 0,0 1 1,-1 12-1,1 0-30,0 71 0,3-87 0,0 1 0,0 0 0,0 0 0,1 0 0,0-1 0,1 1 0,0-1 0,0 1 0,7 10 0,-2-6-323,0 0 1,2-1-1,-1 0 1,1-1-1,1 0 0,0-1 1,0 0-1,1 0 1,0-1-1,1-1 0,0 0 1,0-1-1,0 0 1,1-1-1,22 5 0,2-2-1677,1-3 0,-1-1 0,1-2 0,65-5 0,-14-5-10050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8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 2385,'-3'-9'30161,"330"9"-29940,-327 0-221,0 0 0,1 0 0,-1 0 0,0 0 0,0 0 0,0 0 0,0 0 0,1 0 0,-1 0 0,0 0 0,0 0 0,0 0 0,0 0 0,0 0 0,1 0 0,-1 1 0,0-1 0,0 0 0,0 0 0,0 0 0,0 0 0,1 0 0,-1 0 0,0 0 0,0 0 0,0 1 0,0-1 0,0 0 0,0 0 0,0 0 0,1 0 0,-1 0 0,0 1 0,0-1 0,0 0 0,0 0 0,0 0 0,0 0 0,0 1 0,0-1 0,0 0 0,0 0 0,0 0 0,0 0 0,0 1 0,0-1 0,0 0 0,0 0 0,0 0 0,0 0 0,0 1 0,-1-1 0,1 0 0,-9 13 0,-14 11 0,-30 10 0,43-29 0,0 0 0,0 1 0,0 0 0,1 1 0,0 0 0,0 0 0,1 1 0,0 1 0,0-1 0,-7 12 0,15-19 0,0-1 0,0 1 0,0-1 0,0 1 0,0-1 0,0 1 0,0-1 0,0 1 0,1-1 0,-1 1 0,0-1 0,0 0 0,1 1 0,-1-1 0,0 1 0,0-1 0,1 1 0,-1-1 0,1 0 0,-1 1 0,0-1 0,1 0 0,-1 0 0,1 1 0,-1-1 0,1 0 0,-1 0 0,0 1 0,1-1 0,-1 0 0,1 0 0,-1 0 0,1 0 0,0 0 0,-1 0 0,1 0 0,-1 0 0,1 0 0,-1 0 0,1 0 0,28 3 0,-26-3 0,34 1-205,32 1-587,-65-1 748,0-1-1,0 1 1,0 0 0,0 0 0,0 0 0,0 1 0,0-1-1,0 1 1,0 0 0,-1 0 0,1 1 0,4 3 0,-4-1 127,-1 0 1,0 0-1,-1 0 0,1 1 1,-1-1-1,0 1 1,-1-1-1,1 1 1,-1 0-1,0 0 1,-1-1-1,1 1 0,-1 0 1,0 0-1,0 0 1,-1 0-1,-2 11 1,2-16-80,0 1 1,0 0-1,0-1 0,0 1 1,0-1-1,-1 1 1,1-1-1,0 1 1,-1-1-1,1 0 0,-1 0 1,1 0-1,-1 0 1,0 0-1,1 0 1,-1 0-1,0 0 1,-3 0-1,-41 12-13,28-8 3,-143 37-125,168-60-4812,14-8-1148,10-9-3842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9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13814,'0'0'18011,"18"7"-17216,-13-6-762,9 4-24,-1 1 1,1 0-1,-1 0 1,0 1-1,-1 1 1,0 0-1,0 1 1,0 1-1,-1-1 1,-1 2-1,13 14 1,-14-10-10,0 0 0,-2 1 0,0 0 0,0 0 0,-2 0 0,0 1 0,-1-1 0,0 1 0,-1 0 0,-2 1 0,1-1 0,-2 0 0,-2 26 0,1-35 0,-1 0 0,0 0 0,0-1 0,0 1 0,-1 0 0,-1-1 0,1 1 0,-1-1 0,0 0 0,-1 0 0,0-1 0,0 1 0,0-1 0,-1 0 0,-7 5 0,-10 9 0,-1-1 0,-45 26 0,68-44 0,-2 1 0,-1 0 0,1 0 0,0 0 0,-1 0 0,0-1 0,1 1 0,-1-1 0,0 0 0,0 0 0,-6 1 0,10-2-16,-1 0 1,1 0-1,0 0 0,0 0 1,-1 0-1,1 0 0,0 0 1,0 0-1,-1-1 0,1 1 1,0 0-1,-1 0 0,1 0 1,0 0-1,0 0 0,0 0 1,-1 0-1,1-1 0,0 1 1,0 0-1,-1 0 0,1 0 1,0 0-1,0-1 0,0 1 1,0 0-1,-1 0 0,1-1 1,0 1-1,0 0 0,0 0 1,0 0-1,0-1 1,0 1-1,0 0 0,0-1 1,0 1-1,0 0 0,0 0 1,0-1-1,0 1 0,0 0 1,0 0-1,0-1 0,0 1 1,0 0-1,0 0 0,0-1 1,0 1-1,0 0 0,0 0 1,0-1-1,1 1 0,-1 0 1,0 0-1,0 0 0,0-1 1,1 1-1,-1-2-599,3-3-598,1-1 1,-1 0-1,1 1 0,0-1 1,0 1-1,1 0 1,-1 1-1,1-1 1,7-4-1,33-26-11582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9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7700,'0'0'25067,"0"22"-25067,0-11 0,0 1 0,0 4 0,0-1 0,0 1 0,0 0-2193,7-5-3634,6-2-4770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9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12630,'0'0'18952,"-54"129"-17767,40-104-1185,1-3 0,-1 3 0,-13 9 0,0 2-1713,0 3-5314,0-3 2769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12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4034,'2'-2'20228,"10"-9"-19265,17 0-698,1 2 1,1 2-1,-1 0 1,1 2-1,53-1 1,-82 33-122,-3-22-118,0 0 0,-1 0 0,0 0 0,0 0 0,0 0-1,0 0 1,-1-1 0,1 1 0,-1-1 0,-1 1 0,1-1 0,0 0 0,-1-1 0,0 1 0,0 0 0,-6 3 0,-8 7 21,-1 0 0,-26 14-1,30-17 15,29-11-176,13-1 39,-14 4-160,0 0 0,1 0 1,-1 1-1,0 1 1,-1 0-1,1 1 1,-1 0-1,0 1 0,22 16 1,-33-22 254,0 1 1,0-1-1,0 1 1,0-1-1,0 1 1,0 0 0,-1-1-1,1 1 1,0 0-1,-1-1 1,1 1-1,-1 0 1,0 0-1,1 0 1,-1-1-1,0 1 1,0 0-1,0 0 1,-1 0 0,1-1-1,0 1 1,-1 0-1,1 0 1,-1-1-1,1 1 1,-2 2-1,0 0 153,-1-1 0,1 1 0,-1 0 0,1-1 0,-1 0 0,0 0-1,0 0 1,-1 0 0,-6 4 0,-1 0 286,-1-2-1,1 0 1,-1 0 0,-1-1-1,1 0 1,-1-1-1,1-1 1,-1 0 0,-19 0-1,-22 5 431,60-6-4420,14 0-8026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19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1 3362,'0'0'21473,"-35"28"-18946,28-23-2641,0 0 0,0 0 0,-1-1 0,0 0 0,1 0 0,-2-1 0,1 0 0,-9 3 0,-75 12-3547,52-11 630,-73 13-8679,65-13 5249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7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4610,'0'0'14938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8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10 9925,'0'0'13414,"-14"-1"-12318,5 0-994,-60-1 665,63 2-704,1 1 1,0 0 0,-1 0 0,1 0-1,0 0 1,0 1 0,0 0 0,0 0-1,0 1 1,1-1 0,-1 1 0,0 0-1,-6 6 1,-31 20 59,38-27-123,3-2-46,13-1-195,0-1 161,0 0-1,0-1 0,0-1 0,-1 0 0,1-1 0,-1 0 0,13-8 0,39-15-39,-61 28 509,-39 4 1999,19 1-1639,0 1-1,0 1 0,-33 18 1,50-23-685,1-2-150,10 0-1434,21 0 3931,-57 26-10979,18-18 3434,0-1-850,-4 0-1001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8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8308,'0'0'18520,"-20"0"-16711,13 0-1809,0 4 0,-6 1-240,-1 2-1073,7-1-591,-13 1-1346,0 0-608,-7 0-2401,-1-1-816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8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4322,'0'0'21018,"-13"3"-17945,13-1-2945,0 0-128,-7 3-48,0-1-848,-7 5-801,1 0-1248,-7 0-1778,-1 0-2304,-13-2-1185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3217,'0'0'22155,"-47"2"-20251,40 0 225,0 3-1856,1-3-257,6 3-16,-7 1-689,-7 1-1152,7 0-912,-6-3-1841,-1 1-2385,1-5-2257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2881,'0'0'22523,"0"20"-20618,0-6-241,0 2-607,0 2-721,7 0-272,6 2-64,1 3-176,-7 2-1377,13 0-1056,-7-1-1857,8 1-1249,6 0-2176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8612,'0'0'16664,"0"126"-15144,0-106-559,0-2-641,0 5-256,0-3-64,6 3-672,-6 4-881,7 0-1216,0-2-1185,0-3-1729,13-1-1472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1761,'0'0'21113,"27"128"-19912,-13-105-369,-1-1-752,1 3-80,-1 5-512,1 6-560,-1-2-2290,-6-1-2320,7-1-2162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4674,'0'0'13478,"33"77"-13302,-19-54-176,0 4-144,-8 2-3377,1-2-2386,0-2-2657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6499,'0'0'12502,"7"94"-12502,6-71-1201,1 2-175,6-3-4291,-6-1-1360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4866,'0'0'16296,"7"2"-15672,0-2-624,0 0-1681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10 15207,'-21'0'3378,"8"0"5169,6 0-4417,0 0-4130,1 0-2401,-8 0-480,0-2-1809,-13-1-2353,0-1-2258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10293,'0'0'19257,"-47"0"-18825,40 0-432,0 3-1329,1 1-1088,-1 1-1233,0-3-1536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3249,'-115'30'27501,"108"-30"-26637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1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 3730,'0'0'16570,"5"0"-14161,23 0 5131,-28 27-5414,-1-21-2107,0 1 0,0-1 1,-1 0-1,0 0 0,-1 0 1,1-1-1,-1 1 0,0 0 1,0-1-1,-1 0 0,0 0 1,0 0-1,0 0 0,-6 5 1,-15 13 31,-33 27-1,52-45-49,-52 49-1,58-50 0,11-3 0,11-4 0,22-5 0,1 2 0,-1 2 0,1 2 0,82 7 0,-105-4 0,0 1 0,0 1 0,25 7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30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122 149 5811,'0'0'10436,"2"-4"-9424,3-8-813,7 5 4645,1 15 265,-5 7-4438,-2 3-4,0 1-1,-1 0 1,-1 1-1,-1-1 1,1 21-1,-4-40-659,0 0 0,0 0-1,0 0 1,1 0-1,-1 0 1,0 0 0,0-1-1,0 1 1,0 0-1,0 0 1,0 0-1,0 0 1,0 0 0,0 0-1,1 0 1,-1 0-1,0 0 1,0 0 0,0 0-1,0 0 1,0 0-1,0 0 1,0 0 0,1 0-1,-1 0 1,0 0-1,0 0 1,0 0 0,0 0-1,0 0 1,0 0-1,0 0 1,0 0 0,1 0-1,-1 0 1,0 0-1,0 1 1,0-1 0,0 0-1,0 0 1,0 0-1,0 0 1,0 0-1,0 0 1,0 0 0,0 0-1,1 0 1,-1 0-1,0 1 1,0-1 0,0 0-1,0 0 1,0 0-1,0 0 1,0 0 0,0 0-1,0 0 1,0 1-1,0-1 1,0 0 0,0 0-1,1-16 271,-11-10-277,7 19 0,0 0 0,1-1 0,0 0 0,0 1 0,0-1 0,1 0 0,0-12 0,0-3-29,2-25-134,-1 46 158,1 0 0,-1 0 0,1 0 0,-1 0 0,1 0 0,0 1 0,0-1 0,0 0 0,0 1 0,0-1 0,0 0 0,0 1 1,0-1-1,1 1 0,-1 0 0,1-1 0,-1 1 0,1 0 0,-1 0 0,1 0 0,2-1 0,1 0 27,0 0 0,0 1 0,1 0 0,-1 0 0,0 0 1,1 0-1,-1 1 0,1 0 0,-1 0 0,1 0 0,-1 1 1,6 1-1,-3 3-9,-15 3-10,-15 4-6,-4-2 3,1 1 0,0 1 0,1 1 0,-38 28 0,55-36 0,0 0 0,1 1 0,-1 0 0,1 0 0,0 0 0,1 1 0,0-1 0,0 1 0,0 1 0,1-1 0,0 1 0,0 0 0,1 0 0,0 0 0,0 0 0,1 0 0,0 1 0,0-1 0,1 9 0,1-12 0,0-1 0,0 0 0,1 1 0,0-1 0,-1 0 0,2 1 0,-1-1 0,0 0 0,1 0 0,0 0 0,0 0 0,0 0 0,1-1 0,-1 1 0,1-1 0,0 1 0,0-1 0,0 0 0,0 0 0,1 0 0,-1 0 0,1-1 0,-1 1 0,1-1 0,0 0 0,0 0 0,0-1 0,6 2 0,-4-1-71,0 0 0,0 0 0,0-1 0,1 0-1,-1-1 1,0 1 0,0-1 0,1 0 0,-1-1 0,0 0 0,0 1 0,1-2 0,-1 1 0,0-1-1,0 0 1,10-5 0,6-5-827,1 0 0,35-27-1,-40 26 289,30-25-5121,-38 28 2944,1 0 0,-1-1-1,-1-1 1,0 1 0,8-15-1,-1-11-1922,8-36 7593,-3 43 19459,-20 61-21087,0-12-271,-1-6-542,0-2-219,-1-1 0,2 1 0,0-1 1,0 1-1,1-1 0,4 15 0,-5-22-219,0 0 1,1-1 0,-1 1-1,1-1 1,0 1-1,0-1 1,0 0-1,0 1 1,0-1-1,0 0 1,0-1 0,1 1-1,-1 0 1,1-1-1,-1 1 1,1-1-1,0 0 1,-1 0-1,1 0 1,0 0 0,0 0-1,0-1 1,0 1-1,0-1 1,0 0-1,0 0 1,5 0-1,-3 0-27,-1 0 0,0-1 0,1 0 0,-1 1 0,0-1 0,0-1 0,0 1-1,0 0 1,0-1 0,0 0 0,0 0 0,0 0 0,-1-1 0,1 1 0,-1-1-1,0 0 1,5-4 0,-3 1-112,-1 0 1,1 0-1,-1-1 0,-1 1 1,1-1-1,-1 0 0,0 1 0,-1-1 1,3-13-1,-3 16 77,-1-1 0,0 1 0,0-1 0,-1 1 1,1-1-1,-1 1 0,0-1 0,0 0 0,-1 1 0,1-1 0,-1 1 1,0-1-1,0 1 0,-1-1 0,1 1 0,-1 0 0,0-1 0,0 1 1,-1 0-1,1 1 0,-1-1 0,0 0 0,0 1 0,0-1 0,-5-3 1,1 2 23,0 1 1,-1 0 0,1 0 0,-1 0 0,0 1-1,0 1 1,0-1 0,0 1 0,0 1 0,-1 0 0,1 0-1,-1 0 1,-8 1 0,16 0 29,0 0 0,0 0 0,-1 0 0,1 0-1,0 1 1,0-1 0,0 0 0,0 0 0,0 1 0,0-1 0,0 1 0,0-1 0,0 1-1,0-1 1,0 1 0,0 0 0,0 0 0,0-1 0,0 1 0,0 0 0,1 0-1,-1 0 1,0 0 0,1 0 0,-1 0 0,1 0 0,-1 0 0,1 0 0,-1 0 0,1 0-1,0 0 1,-1 0 0,1 0 0,0 0 0,0 1 0,0-1 0,0 0 0,0 0 0,0 2-1,0-1 10,1 0-1,-1 0 1,0 0-1,1-1 1,-1 1 0,1 0-1,0 0 1,-1 0-1,1-1 1,0 1-1,0 0 1,0-1-1,0 1 1,0-1-1,1 1 1,-1-1-1,0 0 1,1 1-1,-1-1 1,1 0-1,-1 0 1,1 0-1,3 1 1,9 2 8,1-2 0,-1 0-1,1-1 1,-1-1 0,1 0 0,17-2 0,-2 0 20,-9-1 9,1 0 0,-1-2 0,0-1 0,-1 0 0,0-2 1,0 0-1,0-1 0,-1-1 0,27-19 0,-45 30 120,0 0 0,-1 0 0,1 0 0,0 0 0,-1 0 0,1 0 0,-1 0 1,0 0-1,1 0 0,-1 0 0,0 1 0,1-1 0,-1 0 0,0 0 0,0 0 0,0 0 0,0 0 0,0 1 0,0-1 0,-1 2 0,2 38-26,-1-38 98,0 58 128,1-60-362,-1 0 0,1-1 0,0 1 0,-1 0 0,1-1 0,0 1 0,0-1 0,0 1 0,0-1 0,0 1 0,0-1 0,0 0 0,0 1 0,0-1 0,0 0-1,0 0 1,0 0 0,0 1 0,0-1 0,0 0 0,0-1 0,0 1 0,1 0 0,33-1 58,-31 1-53,2-1 4,0 0 1,0 0 0,0-1-1,0 0 1,0 0-1,0-1 1,-1 1 0,1-1-1,-1 0 1,1-1-1,-1 1 1,7-8 0,13-7 188,-23 49 1,6-11-5406,-1-18 3570,-1-1 1,1 0-1,-1 0 1,1-1-1,0 1 1,-1-2-1,1 1 1,0-1-1,-1 0 1,1 0-1,7-3 1,19-11-4092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31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2609,'0'0'21784,"3"-3"-19992,-2 3-1719,-1-1-1,0 1 0,1 0 1,-1-1-1,1 1 0,0-1 1,-1 1-1,1 0 0,-1 0 1,1-1-1,-1 1 0,1 0 1,0 0-1,-1 0 0,1-1 1,0 1-1,-1 0 0,1 0 0,-1 0 1,1 0-1,0 0 0,-1 0 1,1 0-1,0 1 0,-1-1 1,1 0-1,-1 0 0,1 0 1,0 1-1,12 16 1889,-12-16-1912,0 1 0,0 0 0,0 0 1,0 0-1,0-1 0,0 1 0,0 0 0,1-1 0,-1 0 0,1 1 0,-1-1 0,1 0 0,-1 1 0,1-1 1,0 0-1,0 0 0,-1 0 0,1-1 0,0 1 0,0 0 0,0-1 0,0 1 0,3 0 0,6-1-317,-1-1 0,1 0-1,0-1 1,-1 0 0,0 0 0,15-6-1,-24 8 536,-1 0-261,1-1-1,-1 1 1,0 0 0,0 0-1,0 0 1,1 0-1,-1 0 1,0 0 0,0 0-1,0-1 1,1 1 0,-1 0-1,0 0 1,0 0-1,1 0 1,-1 0 0,0 0-1,0 0 1,1 0 0,-1 0-1,0 0 1,0 0-1,0 0 1,1 0 0,-1 0-1,0 1 1,0-1 0,1 0-1,-1 0 1,0 0-1,0 0 1,0 0 0,1 0-1,-1 1 1,0-1 0,0 0-1,0 0 1,0 0-1,0 0 1,1 1 0,-1-1-1,0 0 1,0 0 0,0 0-1,0 1 1,0-1-1,0 0 1,0 1 0,10 10-50,-5 6-658,-4-13 67,-1-1-1,1 1 1,0-1 0,1 1-1,-1-1 1,0 1 0,1-1 0,3 5-1,-4-7-105,0 0 1,0 0-1,0 0 0,0 0 0,0 0 0,0 0 0,1-1 1,-1 1-1,0 0 0,0-1 0,1 1 0,-1-1 0,0 0 1,1 1-1,-1-1 0,3 0 0,10 1-8359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31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13798,'0'0'8257,"-1"20"-4634,-2 23-2214,2 1-1,2 0 0,2-1 0,13 63 0,38 53-3598,-54-159 1894,1 1 1,-1 0-1,0 0 1,1 0 0,-1-1-1,1 1 1,0 0-1,-1-1 1,1 1-1,0 0 1,-1-1 0,1 1-1,0-1 1,-1 1-1,1-1 1,0 1-1,0-1 1,0 1 0,1-1-1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31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3618,'0'0'20937,"156"-6"-20521,-116 6-384,8 0-32,-8 0-1200,-6 0-1233,-13 11-2594,-8 2-4993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31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7908,'0'0'18549,"10"14"-16377,-1-2-1723,-3-3-176,1 0 1,-1 1-1,-1-1 0,0 1 0,0 0 1,-1 1-1,0-1 0,3 17 0,17 122 653,-1-5-622,-21-122-508,6 30-927,-8-51 1066,0 0 0,1 1 1,-1-1-1,0 0 0,1 1 1,-1-1-1,1 0 1,-1 0-1,1 0 0,0 1 1,-1-1-1,1 0 0,0 0 1,0 0-1,0 0 1,0 0-1,0 0 0,0-1 1,0 1-1,0 0 1,0 0-1,0-1 0,0 1 1,0 0-1,1-1 0,-1 1 1,0-1-1,2 1 1,-2-2-265,-1 1 1,1-1-1,0 1 1,0-1-1,0 1 1,-1-1-1,1 1 1,0-1-1,-1 1 1,1-1 0,0 0-1,-1 1 1,1-1-1,-1 0 1,1 0-1,-1 0 1,1 1-1,-1-1 1,0 0 0,1 0-1,-1 0 1,0 0-1,0 0 1,0 0-1,0 1 1,0-1-1,1 0 1,-2 0-1,1 0 1,0 0 0,0 0-1,0-1 1,0-6-2117,6-24-6786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32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0 397 5619,'0'0'17303,"22"-15"-15595,2-3-1285,-4 3-86,1 1 0,0 0 0,1 2 0,32-14 0,405-153 2457,-374 152-2767,1 4-1,1 3 0,135-11 1,-218 30-118,1 1 200,-1-1 0,1 1-1,0 0 1,-1 0 0,1 0-1,-1 1 1,9 1 0,-12-1-37,1 0 0,-1 0 1,0 0-1,0 0 1,1 0-1,-1 0 0,0 0 1,0 1-1,0-1 0,0 0 1,0 1-1,0-1 0,-1 1 1,1-1-1,0 1 1,-1-1-1,1 1 0,-1-1 1,0 1-1,1 0 0,-1-1 1,0 1-1,0 2 0,4 34 130,-3 58-1,-2-63-131,1 0 1,10 60-1,0-33-70,-4-23 0,2 0 0,1 0 0,19 47 0,-17-51 0,-10-28 0,1 0 0,-1 1 0,1-1 0,0 0 0,1 0 0,-1 0 0,1-1 0,0 1 0,0-1 0,4 5 0,-7-9 0,0 0 0,0 0 0,-1 0 0,1 0 0,0 0 0,0 0 0,-1 0 0,1 0 0,0 0 0,0 0 0,-1 0 0,1 0 0,0 0 0,0 0 0,0 0 0,-1 0 0,1 0 0,0 0 0,0 0 0,-1 1 0,1-1 0,0 0 0,0 0 0,0 0 0,-1 0 0,1 0 0,0 1 0,0-1 0,0 0 0,0 0 0,0 0 0,-1 0 0,1 1 0,0-1 0,0 0 0,0 0 0,0 1 0,0-1 0,0 0 0,0 0 0,0 0 0,0 1 0,0-1 0,0 0 0,0 0 0,0 1 0,0-1 0,0 0 0,0 0 0,0 1 0,0-1 0,0 0 0,0 0 0,0 0 0,0 1 0,0-1 0,0 0 0,1 0 0,-1 0 0,0 1 0,0-1 0,0 0 0,0 0 0,0 0 0,1 0 0,-1 1 0,0-1 0,0 0 0,-29 0 0,19 0 0,7 0 0,-80-1 0,0 3 0,1 4 0,-98 20 0,146-18 0,-223 55 0,192-43 0,-114 49 0,171-66-20,0 1 0,1-1 0,0 1 0,0 1 1,0-1-1,0 1 0,0 0 0,1 1 0,0 0 0,-9 11 0,28-18-9163,1-17 3554,5-8-4504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33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2 107 2497,'0'0'16816,"0"-10"-15450,0 3-1115,0 5-129,-1-1 0,1 1 0,0 0 1,0-1-1,0 1 0,0 0 0,0-1 0,1 1 0,-1-1 0,1 1 1,-1 0-1,1 0 0,0-1 0,0 1 0,0 0 0,0 0 0,1 0 0,-1 0 1,0 0-1,1 0 0,-1 0 0,1 1 0,0-1 0,0 1 0,0-1 1,-1 1-1,5-3 0,9-2 367,0 1-1,1 0 1,-1 1 0,1 1 0,-1 0-1,1 1 1,0 1 0,0 1 0,32 2-1,-47-1-454,0 0 0,0 0 0,0 0 1,-1 1-1,1-1 0,0 0 0,-1 0 0,1 1 0,0-1 0,-1 0 0,1 1 0,-1-1 0,0 0 0,0 1 0,1-1 0,-1 1 0,0-1 0,0 0 0,0 1 0,0-1 0,-1 3 0,-1 34 501,0-32-435,0-1 0,0 0 0,0 0 0,0 0 0,-1 0 0,0 0 0,0-1 0,0 1 0,-1-1 0,0 0 0,1 1 0,-1-2 0,-1 1 0,1 0 0,-9 4 0,73-5-1164,-52-3 1022,22 3-660,-29-2 680,0 0-1,-1 0 1,1 0 0,0 0 0,0 0 0,-1 0-1,1 0 1,0 1 0,-1-1 0,1 0 0,-1 0-1,1 0 1,-1 1 0,0-1 0,0 0 0,1 1-1,-1-1 1,0 0 0,0 0 0,0 1 0,-1 1-1,2 1 67,-1 0 0,0 0 0,0 0 0,0-1 0,0 1-1,0 0 1,-1 0 0,0 0 0,0-1 0,0 1 0,0 0 0,0-1 0,-1 1-1,1-1 1,-1 0 0,0 1 0,0-1 0,-1 0 0,1 0 0,-1 0-1,1 0 1,-1-1 0,0 1 0,0-1 0,0 0 0,0 1 0,0-1 0,-1-1-1,1 1 1,-1 0 0,1-1 0,-1 0 0,-5 1 0,-5 3 199,-1-1 0,0 0 0,-20 1 0,-33 9 236,56-3-3121,10 12-7572,2-17 7263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2376 174 976,'0'0'4699,"2"-4"-3591,8-18 7868,-9 18-9197,0 3 265,1-1-1,-1 0 1,0 0 0,1 1-1,-1-1 1,1 1 0,-1-1 0,1 1-1,0 0 1,0-1 0,-1 1 0,1 0-1,0 0 1,0 0 0,0 1 0,3-2-1,40-15 118,-11 5 467,1 2 1,1 2-1,61-8 0,-3 8 227,4-2 180,1 4 0,124 9-1,39 32 364,-208-24-992,0 2-1,89 35 1,-113-34-126,-1 1 0,37 28 0,-37-24 116,50 25 1,-46-27-285,-1 1 0,0 1 0,-2 1 0,33 28 0,38 25 220,6 6 60,-95-69-311,-1 0 0,0 1 0,-1 1 0,0 0 0,-1 0 0,12 22 0,25 36 379,3 5 139,-42-61-426,0 0-1,-1 1 0,-1 0 1,0 0-1,-1 0 0,2 19 0,2 13 105,2-1 0,2 0 0,1-1 0,30 64 0,-26-67-256,-2-1 0,-2 2-1,-2-1 1,10 77 0,-12-80-21,-6-30 0,-1-1 0,0 1 0,-1 0 0,1 12 0,18 315 0,-20 224 0,-13-462 0,10-58 0,-2 0 0,-2 0 0,-19 64 0,9-33 0,11-42 0,-1 0 0,-2 0 0,-13 29 0,-140 284 0,74-193 0,5-11 0,62-100 0,-2-1 0,-31 38 0,25-37 0,-32 57 0,40-58 0,-2-2 0,-1 0 0,-37 41 0,-55 62 0,97-114 0,-1-1 0,-1-1 0,0 0 0,-2-2 0,-40 29 0,-2 2 0,43-32 0,0-1 0,-48 27 0,-171 78 0,185-94 0,0-2 0,-2-3 0,-114 32 0,-188 20 0,221-50 0,43-11 0,-156 6 0,-98-24 0,311 0 0,0-2 0,-39-10 0,35 5 0,-56-4 0,13 6 0,1-3 0,-142-40 0,215 48 0,0-1 0,1-1 0,0 0 0,0 0 0,0-1 0,1 0 0,0-1 0,0-1 0,1 1 0,-1-1 0,2-1 0,-12-13 0,9 11 0,0 0 0,-1 1 0,0 0 0,-27-16 0,28 20 0,1-1 0,-1-1 0,1 1 0,0-1 0,1-1 0,0 0 0,0 0 0,-10-16 0,-9-15 0,-1 1 0,-3 1 0,-57-53 0,25 25 0,23 24 0,-1-1 0,-58-78 0,-15-51 0,100 145 0,1-1 0,1-1 0,2-1 0,1 1 0,2-1 0,0-1 0,-3-35 0,-16-56 0,24 100 0,-6-81 0,6 47 0,-15-78 0,17 128 0,-4-32 0,-2-69 0,8 29 0,1 19 0,-11-99 0,5 112 0,2 0 0,5-52 0,-1 10 0,-1 66 0,2 0 0,0 1 0,6-23 0,4-25 0,20-89 0,-23 104 0,27-90 0,-24 100 0,-5 14 0,-3 10 0,1 1 0,0 0 0,1 0 0,1 1 0,13-22 0,1 5-17,-2 0 1,-2-1-1,17-45 0,-28 56-10,13-29-34,53-80-963,-41 74 796,-23 41 97,1 1 0,1-1 0,18-23-1,9-21-426,-4 5 281,25-31-369,-38 54 545,28-34 0,33-22-62,-61 69 74,1 1-1,30-23 1,-25 23-31,42-43 1,-42 37-178,2 2 0,45-31 0,-57 44 281,31-21-65,28-21 101,-2-8-81,-51 44 46,1 1 1,0 1-1,1 1 1,0 1 0,1 1-1,1 1 1,0 2-1,1 0 1,39-7 0,69-25 14,-92 27 0,82-18 0,-46 15-17,30-3-36,-84 17 86,0-2-1,0-1 0,30-12 1,-36 12 22,1 0 0,-1 1-1,1 1 1,0 1 0,38-3 0,118 0 1492,-157 6-1322,0 1-1,1 1 1,-1 1-1,1 0 0,24 8 1,-20-5-163,0-1 1,42 2-1,-67-5-208,0 0 0,0-1 0,0 1-1,0-1 1,0 1 0,0 0 0,0-1-1,-1 1 1,1-1 0,0 1 0,0-1-1,0 1 1,-1-1 0,1 1 0,0-1-1,-1 1 1,1-1 0,0 1 0,-1-1-1,1 1 1,0-1 0,-1 0 0,1 1-1,-1-1 1,1 0 0,-1 1-1,0-1 1,-23 14-7403,15-8 2330,-10 3-6200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7764,'0'0'10762,"6"6"-9100,3 4-1171,-1 0 1,-1 0-1,0 0 1,-1 1-1,0 0 0,0 1 1,-1-1-1,-1 1 1,5 18-1,16 113 790,5 24-211,-18-138-4843,-6-19 567,-3-16 463,-3-17-2598,0-5-886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7 259 3890,'0'0'9321,"-1"-5"-7888,-3-18-16,3 18-374,53 5 1767,10 1-1796,1-2 1,-1-4-1,69-12 0,172-56-470,-109 24-316,221-27 0,-379 72-83,67 2-1,-101 2-26,1 1 1,-1-1-1,1 1 1,-1 0-1,0 0 1,1 0 0,-1 0-1,0 0 1,0 0-1,0 0 1,0 1-1,0-1 1,0 1 0,0 0-1,0-1 1,0 1-1,-1 0 1,1 0-1,-1 0 1,3 4 0,22 53 3329,-15-29-2084,11 22-1296,-3 0 1,14 65-1,-17-33-68,-13-59 0,2 0 0,1 0 0,11 32 0,-10-38 0,-7-15 0,1 0 0,0-1 0,1 1 0,-1-1 0,1 1 0,-1-1 0,1 1 0,0-1 0,0 0 0,4 4 0,-14-15 0,7 6 0,0 1 0,0-1 0,0 1 0,0-1 0,-1 1 0,1 0 0,-1 0 0,1-1 0,-1 1 0,1 0 0,-1 0 0,0 1 0,-1-2 0,-13-3 0,0 2 0,0-1 0,-1 2 0,1 0 0,-31 1 0,2 3 0,-45 7 0,-2 10 0,1 5 0,-142 55 0,149-48 0,-162 59 0,-234 79 0,464-164 0,7-2 0,0 0 0,0 0 0,0-1 0,0-1 0,-16 2 0,25-3 0,-1 0 0,1-1 0,-1 1 0,1 0 0,-1 0 0,1-1 0,-1 1 0,1 0 0,0-1 0,-1 1 0,1 0 0,0-1 0,-1 1 0,1 0 0,0-1 0,-1 1 0,1-1 0,0 1 0,0-1 0,0 1 0,-1-1 0,1 1 0,0-1 0,0 1 0,0-1 0,0 1 0,0-1 0,0 1 0,0-1 0,0 1 0,0-1 0,0 1 0,0-1 0,1 0 0,2-16 0,0 13-374,0-1-1,1 1 1,0 1 0,-1-1-1,2 0 1,-1 1 0,0 0 0,1 0-1,-1 0 1,1 1 0,0-1-1,0 1 1,0 0 0,0 1-1,0-1 1,1 1 0,-1 0 0,0 0-1,8 0 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264 129 2497,'0'0'10317,"8"-7"-8367,2 0-1292,-7 5-381,1 0 1,-1-1-1,0 1 0,1-1 1,-1 0-1,-1 0 0,1 0 0,0 0 1,4-7-1,-6 9-56,-1 0 0,1-1-1,0 1 1,0 0 0,-1-1 0,1 1 0,-1-1-1,1 1 1,-1-1 0,0 1 0,1-1 0,-1 1 0,0-1-1,0 0 1,0 1 0,0-1 0,0 1 0,-1-1-1,1 1 1,0-1 0,-1 1 0,1-1 0,-1 1-1,-1-3 1,0 2-94,0-1-1,0 1 1,0 0 0,0 0-1,0 0 1,-1 0 0,1 0-1,-1 1 1,1-1-1,-1 1 1,-5-3 0,-2 1-121,-1-1-1,1 1 1,-1 1 0,1 0 0,-20-1 0,21 3 10,1 0-1,0 1 0,-1 0 0,1 0 1,0 1-1,0-1 0,0 2 1,0-1-1,-12 7 0,16-7-19,1 0 0,0 0 0,0 1 0,1-1-1,-1 1 1,0-1 0,1 1 0,0 0 0,-1 0 0,1 0 0,0 0-1,1 0 1,-1 1 0,0-1 0,1 1 0,0-1 0,0 1-1,0-1 1,0 1 0,1-1 0,-1 1 0,1 0 0,0 6 0,1-8 4,-1 0 0,1 0 0,-1 1 0,1-1 0,0 0 0,0 0 0,0 0 0,0 0 0,0 0 0,1-1 0,-1 1 0,0 0 0,1 0 0,0-1 0,-1 1 0,1-1 0,0 0 0,0 1 0,0-1 0,0 0 0,0 0 0,0 0 0,0 0 0,0 0 0,0-1 0,0 1 0,0-1 0,3 1 0,12 3 44,0-1 1,28 2 0,-29-3-35,-14-2-6,8 1-12,0 0-1,0 1 0,0 0 1,17 6-1,-25-7 7,0 0 1,0 0-1,0 0 0,0 0 1,0 1-1,0-1 1,0 0-1,0 1 0,-1 0 1,1-1-1,-1 1 0,1 0 1,-1 0-1,0 0 1,0 0-1,0 0 0,0 0 1,0 0-1,0 0 0,0 0 1,-1 0-1,1 1 0,-1-1 1,1 0-1,-1 0 1,0 4-1,0 6 23,0 0 0,-1-1 0,0 1 1,-1-1-1,-1 0 0,0 1 0,0-1 0,-1 0 0,0-1 0,-1 1 0,0-1 1,-7 10-1,-108 152 916,81-122 143,-62 105 0,100-154-1077,1 0 0,-1 1 0,0-1 0,0 0-1,0 1 1,1-1 0,-1 1 0,1-1 0,-1 1-1,1-1 1,0 1 0,-1-1 0,1 1 0,0 0 0,0-1-1,0 1 1,0-1 0,0 1 0,1 0 0,0 2 0,-1-4-4,1 1 1,0-1 0,0 1 0,0-1 0,-1 1-1,1-1 1,0 0 0,0 1 0,0-1-1,0 0 1,0 0 0,0 0 0,0 0 0,0 1-1,0-1 1,0-1 0,0 1 0,0 0 0,0 0-1,0 0 1,0 0 0,0-1 0,1 0-1,9-2 2,0-1 0,-1-1 0,1 0 0,10-6 0,40-28 22,152-85 535,-211 122-440,-5 4-2320,0 0 832,-1-1 0,1 1 0,-1-1 0,1 0 0,-1 0 0,1-1 0,-1 1 0,-5 0 0,-5-1-6346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7059,'0'0'14879,"0"22"-13377,0 149 1497,0-171-3004,0 0 1,0 1-1,0-1 1,1 0 0,-1 0-1,0 0 1,0 0-1,0 0 1,1 1-1,-1-1 1,0 0-1,0 0 1,1 0 0,-1 0-1,0 0 1,0 0-1,1 0 1,-1 0-1,0 0 1,0 0 0,1 0-1,-1 0 1,0 0-1,0 0 1,1 0-1,-1 0 1,0 0-1,0 0 1,1 0 0,-1 0-1,0 0 1,0-1-1,0 1 1,1 0-1,-1 0 1,0 0 0,0 0-1,0 0 1,1-1-1,-1 1 1,0 0-1,0 0 1,0 0-1,0-1 1,1 1 0,-1 0-1,0 0 1,0-1-1,0 1 1,0 0-1,0 0 1,0-1-1,0 1 1,0 0 0,12-14-377,73-105-24,-85 119 483,1 0 1,0-1-1,-1 1 0,1 0 0,-1 0 1,1 0-1,0 1 0,-1-1 0,1 0 1,-1 0-1,1 0 0,-1 0 1,1 1-1,-1-1 0,1 0 0,-1 0 1,1 1-1,-1-1 0,1 0 0,-1 1 1,1-1-1,-1 0 0,1 1 1,-1-1-1,0 1 0,1-1 0,-1 1 1,0-1-1,1 1 0,-1-1 0,0 1 1,0-1-1,0 1 0,1-1 1,-1 1-1,0 0 0,16 29 311,-13-25-144,-2-3-349,0 0 1,0-1 0,0 1 0,1 0-1,-1-1 1,1 1 0,-1-1 0,1 1-1,-1-1 1,1 0 0,0 1 0,0-1 0,-1 0-1,1 0 1,0 0 0,0-1 0,4 2-1,-4-1-349,1-1 1,-1 0-1,0 0 0,0 0 0,1 0 0,-1 0 0,0-1 0,0 1 0,0-1 0,0 1 0,1-1 0,-1 0 1,0 0-1,0 0 0,0 0 0,0 0 0,-1 0 0,3-2 0,17-17-7985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87 208,'0'0'20415,"3"3"-19007,3 1-1102,0-1-1,0 0 0,1 0 0,-1-1 1,1 0-1,0 0 0,0 0 1,-1-1-1,1 0 0,0 0 0,9-1 1,-11 0-265,1 1 0,-1-2 1,1 1-1,-1 0 0,1-1 1,-1 0-1,1-1 0,-1 1 1,0-1-1,1 0 0,-1 0 1,0-1-1,0 1 0,-1-1 1,7-5-1,-10 7-41,1 0 0,-1 0 0,0 0-1,0-1 1,0 1 0,-1 0 0,1-1 0,0 1 0,0 0 0,-1-1-1,1 1 1,-1-1 0,1 1 0,-1-1 0,1 1 0,-1-1 0,0 1-1,0-1 1,0 0 0,0 1 0,0-1 0,0 1 0,-1-1 0,1 1-1,0-1 1,-1 1 0,1-1 0,-1 1 0,1-1 0,-1 1 0,-1-2-1,0 0-1,0 0 0,0 1-1,0-1 1,-1 1 0,1-1-1,-1 1 1,0 0 0,1 0-1,-1 0 1,0 1 0,0-1-1,0 0 1,-5 0 0,3 0 58,-1 0-1,1 1 1,-1 0 0,0 0 0,1 0 0,-1 1-1,0-1 1,0 2 0,0-1 0,1 1 0,-1-1-1,0 1 1,-9 4 0,12-4 16,0 1 0,0-1 0,0 1 0,1-1 0,-1 1 0,1 0 0,-1 0 0,1 0 0,0 1 0,0-1-1,0 1 1,0-1 0,0 1 0,1-1 0,-1 1 0,1 0 0,-1 0 0,1 0 0,0 0 0,0 0 0,1 0 0,-1 0 0,0 0 0,1 0 0,0 0 0,0 1 0,0 2 0,0 18 9,-1-11 87,1 0-1,0-1 0,1 1 0,0 0 1,6 22-1,-6-32-336,0 0-1,0 0 1,1 0 0,-1-1 0,1 1-1,-1 0 1,1-1 0,0 1-1,0-1 1,0 0 0,1 0-1,-1 1 1,0-1 0,1-1-1,-1 1 1,1 0 0,0-1 0,0 1-1,-1-1 1,1 0 0,0 0-1,0 0 1,0 0 0,0 0-1,0-1 1,0 0 0,1 1-1,-1-1 1,5-1 0,5 2-1226,-7-1 389,0 1-1,0-2 1,0 1 0,0 0 0,0-1 0,11-3-1,23-19-6663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9636,'0'0'16101,"0"6"-14460,0 73 2219,35-80-6087,-26-5 1975,0 0 0,-1-1 0,0 0 0,0-1 0,0 1 0,-1-2 0,0 1 0,10-17 0,9-9 228,-26 34 87,0 0 0,0 1 1,0-1-1,0 0 0,0 0 0,0 1 1,0-1-1,0 0 0,0 1 0,1-1 1,-1 0-1,0 0 0,0 1 0,0-1 1,0 0-1,0 0 0,0 1 0,1-1 0,-1 0 1,0 0-1,0 0 0,0 1 0,1-1 1,-1 0-1,0 0 0,0 0 0,0 0 1,1 1-1,-1-1 0,0 0 0,1 0 1,-1 0-1,0 0 0,0 0 0,1 0 1,-1 0-1,0 0 0,0 0 0,1 0 1,-1 0-1,0 0 0,1 0 0,-1 0 1,0 0-1,0 0 0,1 0 0,-1 0 1,0 0-1,0 0 0,1-1 0,-1 1 0,0 0 1,0 0-1,1 0 0,-1 0 0,0-1 1,0 1-1,0 0 0,1 0 0,-1 0 1,0-1-1,0 1 0,0 0 0,0 0 1,1-1-1,-1 39 614,2 6-777,1-43-284,0 1 1,0-1-1,0 0 0,1 0 0,-1 0 0,0 0 0,1 0 0,-1-1 0,0 0 0,1 0 0,-1 0 0,1 0 0,-1 0 0,6-2 0,3 2-1396,16-4-3564,5-15-2758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7 5122,'0'0'16619,"-1"9"-15419,-2 29-165,3-37-967,0 1 0,1-1 0,-1 1 0,1-1-1,-1 1 1,1-1 0,0 0 0,-1 1 0,1-1-1,0 0 1,0 1 0,0-1 0,0 0 0,0 0-1,0 0 1,0 0 0,0 0 0,0 0 0,1 0-1,-1 0 1,0-1 0,1 1 0,-1 0 0,1-1-1,-1 1 1,1-1 0,-1 0 0,1 1 0,2-1 0,43 4 919,-47-4-978,2 1-6,-1-1 1,1 0-1,-1 0 0,1 0 1,-1 0-1,1 0 0,0 0 1,-1-1-1,1 1 1,-1 0-1,1-1 0,-1 1 1,1-1-1,-1 0 0,0 1 1,1-1-1,-1 0 0,0 0 1,1 0-1,-1 0 0,0 0 1,0 0-1,2-2 0,-2 0-19,0-1 0,0 1-1,-1 0 1,1-1-1,-1 1 1,0-1 0,0 1-1,0-1 1,0-3-1,-1-9 66,1 15-26,0 0-1,0 0 0,0 0 0,-1 0 0,1 0 1,0 0-1,-1 0 0,1 0 0,-1 1 1,1-1-1,-1 0 0,1 0 0,-1 0 0,0 1 1,1-1-1,-1 0 0,0 1 0,0-1 0,0 0 1,1 1-1,-1-1 0,0 1 0,0-1 1,0 1-1,0 0 0,0-1 0,0 1 0,0 0 1,0 0-1,0 0 0,0-1 0,0 1 1,0 0-1,0 0 0,-1 1 0,-2-1 123,0 0-1,0 0 0,0 0 1,1 1-1,-1 0 1,0 0-1,1 0 1,-7 2-1,3 2 41,-1 0-1,1 0 1,1 1 0,-1-1 0,1 2-1,0-1 1,1 0 0,-1 1 0,1 0-1,1 1 1,-1-1 0,1 1 0,0 0 0,1 0-1,0 0 1,0 0 0,1 0 0,0 1-1,-1 12 1,3-19-195,0-1 0,1 0-1,-1 1 1,0-1 0,1 0 0,-1 0-1,1 1 1,0-1 0,-1 0 0,1 0-1,0 0 1,0 0 0,0 0 0,-1 0-1,1 0 1,0 0 0,0 0 0,1 0 0,-1-1-1,0 1 1,0 0 0,0-1 0,0 1-1,1-1 1,-1 1 0,0-1 0,0 1-1,1-1 1,-1 0 0,0 0 0,1 0-1,1 0 1,57 2-1092,-40-3 408,-20 1 669,24 0-2265,-1-1-1,0 0 1,26-7 0,18-12-7296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2735 166 1008,'0'0'6126,"26"0"336,-25 0-5486,46-4 2380,23-8-2791,10-2-591,244-26 392,-250 33-131,62-9 709,79-18-385,3 10 1,0 9 0,263 16-1,-418 5-201,0 3-1,90 25 1,-100-22-300,184 60 483,-46-13 522,-136-43-819,0 2-1,-2 3 1,0 2 0,88 53 0,-12-11-33,-99-51-75,1 0 0,-2 2 0,55 39 0,-80-50-114,1 0 0,-1 0 1,0 1-1,0-1 0,-1 1 0,0 0 0,4 8 0,9 16 12,166 274 1695,-35 12 385,-58-115-1070,-81-186-959,0 1 0,-2 0 0,0 0 0,0 1 1,-2-1-1,0 1 0,3 30 0,-3 31-74,4-1 0,31 133 1,-9-57-17,-13-71 5,-10-52 0,-1 0 0,-1 0 0,1 41 0,1 139 0,13 76 0,-15-102 0,-4 123 0,-8-255 0,-2 0 0,-17 54 0,-6 36 0,27-112 0,0 1 0,-1 0 0,-12 35 0,10-39 0,-8 52 0,1 0 0,-35 167 0,5-23 0,-17 20 0,-32 10 0,25-80 0,30-74 0,-11 33 0,35-94 0,-3 0 0,0-1 0,-3-1 0,-38 53 0,15-24 0,-38 53 0,67-95 0,0-1 0,-2 0 0,0-2 0,-1 0 0,-22 18 0,-109 82 0,103-85 0,-19 9 0,-1-2 0,-91 41 0,84-47 0,-130 87 0,157-91 0,-1-3 0,-2-2 0,-1-1 0,-53 18 0,-221 63 0,140-50 0,-14 0 0,-214 31 0,213-49 0,-267 47 0,326-68 0,-195 2 0,181-18 0,-198-7 0,299-2 0,1-1 0,0-3 0,0-3 0,1-1 0,1-3 0,1-2 0,1-2 0,0-2 0,-86-60 0,114 69 0,-4-5 0,-1 1 0,-1 1 0,0 2 0,-2 0 0,0 2 0,-33-12 0,46 21 0,0 0 0,0-1 0,1-1 0,0 0 0,-14-10 0,22 13 0,1-1 0,-1 0 0,1 0 0,0-1 0,1 1 0,-1-1 0,1 0 0,0 0 0,0-1 0,1 1 0,0-1 0,0 0 0,-2-7 0,1 0 0,-35-94 0,33 96 0,1 1 0,-1 1 0,-1-1 0,0 1 0,-1 0 0,0 0 0,-11-10 0,-5-5 0,2 0 0,1-1 0,-24-39 0,30 43 0,-24-40 0,-52-112 0,67 129 0,-2 1 0,-2 1 0,-43-50 0,33 44 0,-51-84 0,80 115 0,2 1 0,-11-35 0,-10-25 0,-46-114 0,59 156-20,2-1 0,-17-71-1,14 43-25,3 9-141,3-2-1,-4-75 0,8 72 55,-19-92-13,15 102-142,2 0-1,-2-70 1,-10-57-761,17 71 436,0 45 301,7-79-1,3-81-212,-5 133 504,-2 64 5,0 0 0,6-42 0,8-19-9,-4 25 33,21-76 1,-29 130-11,22-71-184,57-127 0,-54 143-224,31-108 0,7-14-851,-34 107 852,39-83-839,-29 75 819,-31 60 104,1 0 0,1 1 0,1 0 0,1 1 0,28-33 0,92-105-1330,-66 79 1231,108-87-742,-139 133 466,37-44-1,-44 45 401,66-57 0,47-39-548,-129 114 443,-1 0-1,22-35 1,-25 35-26,0 0-1,2 1 1,0 0 0,18-17 0,145-119-514,-158 134 1079,1-1 0,19-26-1,-25 28-111,1 0 0,0 1 0,1 1-1,26-21 1,87-61-393,-101 77 104,2 0 0,0 2 0,0 2 0,2 0 0,31-10 0,30-16 413,-59 25 736,0 2 0,1 1 1,39-10-1,-4 8-680,38-11 871,-42 4 3071,-29 11-2488,-14 11-1001,-2 0 131,1 0 0,-1-1 0,0 0 0,0-2 0,24-6 0,-3-9 2255,-38 16-3046,-2 2-56,-30 3-8077,-1 7 751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4466,'0'0'10287,"15"-3"-3476,-3 5-5722,-1 14-424,-1-1 1,0 1-1,-1 1 0,7 19 1,8 14 316,-4-4-383,-1 0 1,-3 2-1,-2 0 1,-2 0-1,7 62 0,-18-104-546,40 222 2103,-38-209-2156,-3-17 0,0 1 0,0 0 0,0-1 0,1 1 0,-1-1 0,1 1 0,0-1 0,-1 1 0,1-1 0,0 1 0,1-1 0,-1 0 0,2 3 0,-4-24-2873,-3-27-7100,3 26-552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1056,'0'0'11568,"2"8"-6557,3 12-3240,-6 166 4705,-11 94-2366,8-180-3404,4-62-292,-2 0 0,-1-1 0,-2 1-1,-17 61 1,3-48-7433,15-42 3531,0 0 0,1 1 0,0 0 0,-2 14 0,4-2-3956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597 0 2049,'0'5'15232,"0"20"-13462,-1-18-1490,0-1-1,0 1 0,0-1 0,-1 0 1,0 1-1,0-1 0,-1 0 0,1 0 0,-7 9 1,-39 53 1328,32-46-1089,-75 100 969,-77 110 599,-13 21 1381,146-198-4386,10-16-2042,19-25-722,4 0-3623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1009 0 384,'0'0'11971,"-8"1"-10696,-143 24 7644,-4 3-4290,-312 73-2158,315-67-719,148-32-2439,0 0 1,-1 0-1,2 0 1,-1 0-1,0 1 0,0 0 1,1-1-1,-1 2 1,1-1-1,0 0 1,-3 4-1,-9 9-7730,1-3-2598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4402,'0'0'10712,"-28"14"-6855,10 1-2452,18-14-1365,0-1 0,0 1 0,0-1 0,0 1 0,0-1 0,0 1 0,-1-1 0,1 1 0,0-1 1,0 1-1,0-1 0,1 1 0,-1-1 0,0 1 0,0-1 0,0 1 0,0-1 0,0 1 1,1-1-1,-1 1 0,0-1 0,0 0 0,1 1 0,-1-1 0,0 1 0,1-1 0,-1 0 0,0 1 1,1-1-1,-1 0 0,0 1 0,1-1 0,-1 0 0,1 0 0,-1 1 0,1-1 0,-1 0 1,1 0-1,-1 0 0,1 0 0,-1 1 0,1-1 0,-1 0 0,1 0 0,-1 0 0,1 0 1,-1 0-1,1 0 0,-1 0 0,1-1 0,54 7 1700,72 0-1,20 1 80,-61 2-1323,370 53 4056,-437-60-4552,16 4 0,-33-2-330,-10 1-579,-11 4-2156,18-9 1969,-27 9-13222,9-5 2486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4322,'0'0'10319,"-21"6"-7219,16 0-2716,0 0-1,1 1 0,0-1 0,0 1 0,0 0 0,1 1 0,0-1 0,0 1 1,0-1-1,-1 12 0,1 2 27,1 1-1,2 33 1,0-31-398,0-22 9,0 0 0,1 1 0,-1-1 0,0 0 0,1 1 0,0-1 0,-1 0 0,1 0-1,0 0 1,0 0 0,0 0 0,1 0 0,-1 0 0,0 0 0,1 0 0,-1-1 0,1 1 0,0 0-1,-1-1 1,1 0 0,0 1 0,0-1 0,0 0 0,0 0 0,0 0 0,0 0 0,0 0 0,1 0-1,-1-1 1,0 1 0,0-1 0,1 1 0,-1-1 0,0 0 0,0 0 0,1 0 0,2-1 0,2 1 46,0 0 0,0-1 0,0 0 0,0 0 1,0 0-1,0-1 0,0 0 0,-1-1 0,1 0 1,-1 0-1,9-5 0,-11 6 23,0-1 0,-1 1 0,1-1 0,-1 1 0,1-1 0,-1 0-1,0-1 1,0 1 0,-1 0 0,1-1 0,-1 0 0,0 1 0,1-1 0,-2 0 0,1 0 0,0 0 0,-1 0 0,0-1-1,0 1 1,0 0 0,0 0 0,-1-1 0,0 1 0,0-1 0,0 1 0,-1-7 0,2 4 94,-2 0 0,1-1 1,0 1-1,-1 0 0,-1 0 1,1-1-1,-1 1 0,0 0 0,-1 1 1,0-1-1,0 0 0,-6-9 1,-5 13 2914,7 4-5129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4258,'0'0'18643,"0"27"-16941,0 213 4018,0-239-5386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31 3089,'0'0'10357,"2"-4"-9308,-2 2-964,1 0 1,0 1 0,-1-1 0,1 1 0,0 0 0,0-1 0,0 1-1,0 0 1,1-1 0,-1 1 0,0 0 0,0 0 0,1 0-1,-1 0 1,1 0 0,-1 1 0,1-1 0,-1 0 0,1 0-1,-1 1 1,1-1 0,0 1 0,-1 0 0,1 0 0,2-1-1,55 0 1627,-33 2-1064,-24 0-600,-1-1 1,0 0-1,1 0 1,-1 1-1,0-1 1,1 1-1,-1-1 0,0 1 1,1 0-1,-1 0 1,0-1-1,0 1 1,0 0-1,0 0 0,0 0 1,0 0-1,0 0 1,0 0-1,0 0 0,-1 1 1,1-1-1,0 0 1,-1 0-1,1 1 1,-1-1-1,1 0 0,-1 1 1,1-1-1,-1 0 1,0 1-1,0-1 1,0 1-1,0-1 0,0 0 1,0 1-1,0-1 1,0 0-1,-1 1 0,1-1 1,-1 2-1,0 1 44,1 0 0,-1 1 0,0-1 0,0 0 0,-1 0 0,1-1 0,-1 1 0,0 0 0,0 0 0,0-1 0,0 1-1,0-1 1,-1 0 0,-3 3 0,-38 25 941,29-22-508,1 1-1,1 0 1,-21 20-1,30-26-353,1 1 0,-1-1 0,1 0-1,0 1 1,1 0 0,-1 0 0,1 0 0,0 0 0,0 0-1,0 0 1,1 0 0,0 0 0,0 1 0,0-1-1,1 10 1,0-14-128,0 0 0,1 1-1,0-1 1,-1 0 0,1 0 0,0 1-1,0-1 1,-1 0 0,1 0-1,0 0 1,0 0 0,0 0 0,0 0-1,1 0 1,-1-1 0,0 1 0,0 0-1,0-1 1,1 1 0,-1 0-1,0-1 1,1 0 0,-1 1 0,0-1-1,1 0 1,-1 0 0,1 1-1,-1-1 1,0 0 0,3-1 0,59 2 497,-46-2-532,2 1-140,14 0-168,-12 0-3462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25 576,'0'0'11688,"-5"-2"-10637,5 2-609,-15-7-482,8-2 5537,54 7-1567,-15 0-3096,-24 1-668,1 0-1,-1 1 1,1-1-1,-1 2 1,1-1-1,-1 1 1,0 1-1,10 2 1,-17-4-148,-1 1 1,1-1-1,0 0 1,0 1-1,0-1 1,0 1 0,0-1-1,-1 1 1,1 0-1,0-1 1,0 1-1,-1 0 1,1 0-1,-1-1 1,1 1-1,0 0 1,-1 0 0,0 0-1,1 0 1,-1 0-1,1 0 1,-1 0-1,0-1 1,0 1-1,0 0 1,1 0 0,-1 0-1,0 0 1,0 0-1,0 0 1,-1 0-1,1 0 1,0 0-1,0 0 1,0 0 0,-1 0-1,1 0 1,0 0-1,-1 0 1,1 0-1,-1 0 1,1-1-1,-1 1 1,-1 1 0,0 2 115,-1 0 1,0-1 0,0 0 0,-1 0-1,1 0 1,0 0 0,-1 0-1,0-1 1,-6 4 0,2-2 57,-20 12 643,27-15-831,0 0-1,1-1 1,-1 1 0,1 0-1,-1 0 1,1 0-1,-1 0 1,1 1 0,-1-1-1,1 0 1,0 0-1,0 0 1,-1 0-1,1 0 1,0 0 0,0 1-1,0-1 1,0 0-1,0 0 1,1 0 0,-1 0-1,0 0 1,0 0-1,1 0 1,-1 0-1,1 1 1,-1-1 0,2 1-1,51 55-1606,-52-55 1565,1 0-1,-1 0 1,0 1 0,1-1 0,-1 1 0,0-1-1,-1 1 1,1-1 0,0 1 0,-1 0 0,0-1-1,1 6 1,-2-6 81,1-1 0,-1 0 0,1 1 0,-1-1 0,1 0 0,-1 1 0,0-1 0,0 0 1,0 0-1,1 0 0,-1 1 0,0-1 0,-1 0 0,1 0 0,0 0 0,0-1 0,0 1 0,-1 0 0,1 0 0,0-1 0,-1 1 0,1-1 0,-3 2 0,-5 1 739,-1-1 1,0 1-1,-1-1 1,-12 0-1,-8 2 359,25-2-1141,4 4-3025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0 864,'0'0'5237,"-5"0"-4447,-11 1 2436,43 3 890,29 3 1057,-25 4-3640,1 1 0,-2 2-1,0 1 1,42 29 0,-3-3-51,-55-33-1438,268 159 2297,-220-125-1731,-2 1 0,76 73 0,12 6-610,-59-52 0,-80-65 0,7 5 0,-17-10 0,1 0 0,0 0 0,0 0 0,0 0 0,0 0 0,0 0 0,0 0 0,0 0 0,0 0 0,0 0 0,0 1 0,0-1 0,0 0 0,0 0 0,0 0 0,0 0 0,0 0 0,0 0 0,0 0 0,0 1 0,0-1 0,0 0 0,0 0 0,0 0 0,0 0 0,0 0 0,0 0 0,0 0 0,0 1 0,0-1 0,0 0 0,0 0 0,0 0 0,0 0 0,0 0 0,0 0 0,0 0 0,0 0 0,0 0 0,0 0 0,0 1 0,1-1 0,-1 0 0,0 0 0,0 0 0,0 0 0,0 0 0,-7-2-59,0 0 1,0 0-1,0-1 1,1 0-1,-1 0 1,1-1-1,-12-8 1,-17-9-1395,-14-2-5313,15 7-1283,-18-8-7758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4562,'3'2'16156,"1"9"-14586,-5-5-1131,0 0 0,0 1 0,-1-1 1,0 0-1,0 0 0,0 0 1,-1 0-1,-5 8 0,-31 48 1410,32-51-1470,0-1-234,1 1 0,0 0 0,1 0-1,0 1 1,1-1 0,0 1 0,1 0 0,0 0-1,1 0 1,1 0 0,-1 1 0,2-1 0,0 13 0,1-24-142,-1 0 1,1 0-1,-1-1 1,1 1-1,-1 0 1,1 0 0,-1-1-1,1 1 1,-1 0-1,1-1 1,0 1-1,0-1 1,-1 1 0,1-1-1,0 1 1,0-1-1,-1 1 1,1-1-1,0 0 1,0 1 0,0-1-1,0 0 1,0 0-1,0 0 1,0 0-1,-1 0 1,3 0 0,30 3 81,-28-3-70,24 2 18,-9 0 20,0-1 1,-1-1 0,1-1-1,0 0 1,37-8 0,-52 9-33,-4 0-42,4 0 127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3922,'0'0'21370,"-47"131"-19097,40-91-80,0-4-1041,0 0-496,7-8-351,0-6-257,0-4 0,0-7-48,0-2-481,0-2-1183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 3858,'-6'-18'22728,"13"21"-22505,-1-1 0,-1 1 1,1 0-1,0 1 0,-1 0 1,0 0-1,0 0 0,0 0 1,0 1-1,-1 0 0,6 6 1,41 69 991,-1-2-671,-23-48-196,1 0 1,2-2-1,1-1 1,47 31-1,-60-44-348,-1 1 0,0 0 0,27 34 0,-29-29 0,17 16 0,28 14 0,-56-46 0,-4-4 0,10 1 0,-9 1 0,-1 0 0,0 28-2898,0-3-5470,0-3-5257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12 15191,'0'0'14305,"-7"-4"-10759,-13-3-5262,-14 7-10679,13 0 11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9492,'0'0'20839,"4"0"-18744,10-3-1754,-5 2-341,-2 1 0,0 0 0,-1 0-398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8500,'0'0'21247,"27"2"-18227,-24 0-3020,-2-1 0,1-1 0,-1 1 0,1 0 0,-1 0 0,1 0 0,-1 1 0,1-1 0,-1 0 0,0 0 0,0 1 0,0-1 0,0 1 0,0-1 0,0 1 0,0 0 0,0-1 0,0 1 0,-1 0 0,1-1 0,-1 1 0,1 2 0,-17-2-2180,-6-2-4284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3217,'1'3'19846,"3"3"-15610,16 33-3173,-12 56 85,-8-88-846,0-10 86,0-1-379,0-15 15,1 0 1,4-32-1,-3 44-30,0 0 1,0 0-1,0 0 0,1 1 0,0-1 1,0 1-1,1 0 0,0 0 1,0 0-1,8-8 0,1-2-29,-9 11 33,-1 0-1,1 1 1,0-1 0,0 1 0,0 0 0,1 0 0,0 1 0,-1-1 0,1 1 0,9-4-1,-9 6 3,-3 1 16,1 1 23,-1-1-1,0 1 1,1-1-1,-1 1 1,0 0-1,0 0 0,0 0 1,0 0-1,0 1 1,0-1-1,0 1 0,0-1 1,0 1-1,-1-1 1,1 1-1,0 0 0,-1 0 1,0 0-1,1 0 1,0 3-1,18 41 842,-18-42-805,-1 0 0,1 0 1,-1 0-1,1 0 0,1 0 1,-1-1-1,0 1 1,1 0-1,0-1 0,0 0 1,5 5-1,-7 2-7652,-1-4 3122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5138,'0'0'11835,"6"-2"-10826,10-4-12,-1 0 1,0-1-1,0-1 1,-1-1 0,14-10-1,37-21 1088,-65 40-2071,0 0-1,0 0 1,0 0 0,0 0-1,0 0 1,0 0-1,0 0 1,0 0 0,0 0-1,0 0 1,0 0 0,-1 0-1,1 0 1,0-1 0,0 1-1,0 0 1,0 0 0,0 0-1,0 0 1,0 0 0,0 0-1,0 0 1,0 0 0,0 0-1,0 0 1,0 0 0,0 0-1,0 0 1,0-1-1,0 1 1,0 0 0,0 0-1,0 0 1,0 0 0,0 0-1,0 0 1,0 0 0,1 0-1,-1 0 1,0 0 0,0 0-1,0 0 1,0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6275,'0'0'14615,"8"16"-10406,23 130 3459,-26-95-7668,4 16 0,-8-53 54,-1-13-70,0 0 0,0 1-1,0-1 1,0 1 0,0-1 0,0 0 0,0 1 0,1-1 0,-1 1-1,1-1 1,-1 0 0,1 1 0,-1-1 0,1 0 0,0 0 0,-1 0-1,1 1 1,0-1 0,0 0 0,0 0 0,0 0 0,1 1 0,-1-1-566,-1 0 1,0 1-1,0-1 1,0 0 0,0 1-1,0-1 1,0 0 0,0 1-1,0-1 1,0 0 0,-1 1-1,1-1 1,0 0 0,-1 0-1,1 1 1,-1-1-1,0 0 1,1 0 0,-1 0-1,0 0 1,-1 1 0,-10 12-10627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1 456 1521,'0'0'6155,"13"-11"1459,-6 199-4781,-7-112-2396,15 370 1127,-13-424-1509,2 0 1,1-1 0,0 0-1,2 0 1,9 21-1,-14-39-46,-1 0 0,1 0 0,0 0-1,0 0 1,0-1 0,1 1 0,-1-1 0,0 1-1,1-1 1,0 0 0,-1 0 0,1 0-1,0 0 1,0-1 0,0 1 0,6 1 0,-3-1 29,1-1 0,-1 0 0,0 0 0,1 0 1,-1-1-1,1 0 0,-1 0 0,9-2 0,8-3 91,-1 0-1,0-2 0,0 0 0,21-11 0,288-142 226,115-48-126,874-232 169,-1132 388-394,1025-263 42,-628 221 541,-484 81-542,181-1 533,-62 7-444,-133 3 1702,-84 8-1693,-1-1 0,1 1 0,-1 0 0,0 0 0,0 0 0,0 0 0,-1 1 0,2 4 1,-3-9-136,12 43 741,10 67-1,-15-65 192,21 68-1,8-27-194,-24-61-37,16 49 1,-27-69-702,1-1 0,0 1-1,0-1 1,0 0 0,0 0 0,1 0 0,0 0 0,0 0 0,0-1 0,0 1 0,0-1 0,6 4 0,52 32 52,-6-4-36,41 48-22,-45-36 0,114 78 0,-71-60 0,-90-61 0,1 0 0,-1 0 0,1 1 0,-1-1 0,0 1 0,-1 0 0,4 6 0,-3-5 0,0 0 0,0-1 0,1 1 0,-1-1 0,9 7 0,-3-5 0,0 1 0,0 0 0,-1 1 0,1 0 0,-2 0 0,0 1 0,0 0 0,11 19 0,-17-22 0,-1 0 0,0 0 0,0 1 0,0-1 0,-1 0 0,0 1 0,-3 13 0,1 11 0,2-32-16,0 0-1,1-1 1,-1 1 0,0 0-1,0 0 1,0-1 0,0 1 0,1 0-1,-1 0 1,0-1 0,0 1-1,1 0 1,-1 0 0,0 0-1,0-1 1,1 1 0,-1 0-1,0 0 1,0 0 0,1 0-1,-1 0 1,0-1 0,1 1 0,-1 0-1,0 0 1,1 0 0,-1 0-1,0 0 1,1 0 0,-1 0-1,0 0 1,0 0 0,1 0-1,-1 1 1,0-1 0,1 0 0,-1 0-1,0 0 1,1 0 0,-1 0-1,0 0 1,0 1 0,1-1-1,-1 0 1,0 0 0,0 0-1,1 1 1,-1-1 0,0 0-1,0 0 1,0 1 0,1 0 0,-8-36-7543,-8 14-2122,-4 3-3237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8932,'0'0'10762,"28"-11"-6752,-20 12-3525,1 1-1,0 0 1,-1 0-1,1 1 0,-1 0 1,0 0-1,0 1 1,0 0-1,10 7 1,38 17 94,91 27-302,-99-43-1692,-31-10-2175,2-1-3877,-7-1 202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 4466,'0'0'15194,"-6"0"-14559,-23-3 120,27 5-458,-1 0 0,1 0-1,0 0 1,0 0 0,0 0 0,0 1 0,0-1 0,0 1 0,1-1 0,-1 1 0,1 0 0,0-1 0,-2 6 0,-1 1 471,-19 33 2041,18-30-2310,-1-1 1,0 0-1,-1 0 0,0-1 1,-15 16-1,19-23-461,-13 13 301,1 0 1,-23 31 0,34-40-448,0-1 0,1 1 0,-1-1 0,1 1 0,1 0 1,0 1-1,0-1 0,0 0 0,1 0 0,0 1 0,0 13 0,0 1-3305,1-8-5216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4818,'0'0'10277,"1"6"-8972,4 24-256,3 17 1202,5 85 0,-13-33-588,0 52-795,0-50-4055,-6-91-163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1 326 5683,'0'0'10530,"3"-4"-9204,0 2-1001,-1 0 0,1 0-1,0 1 1,0-1 0,0 0 0,0 1 0,0 0 0,0 0 0,0 0 0,0 0 0,1 0 0,5 0 0,52 0 473,-6 0-730,388-81 95,-184 30-134,-9 9 17,292-61 2461,-516 97-2194,-15 3 360,1 1 1,-1 1-1,25-3 1135,-38 214 239,5 227-898,2-391-1131,13 55-1,-10-64-10,-2 1 0,3 60 0,-9-97-7,0 0 0,0 1-1,0-1 1,0 0 0,0 0 0,0 0 0,0 1-1,0-1 1,0 0 0,0 0 0,0 1 0,0-1 0,0 0-1,0 0 1,-1 0 0,1 0 0,0 1 0,0-1-1,0 0 1,0 0 0,-1 0 0,1 0 0,0 0-1,0 1 1,0-1 0,-1 0 0,1 0 0,0 0-1,0 0 1,0 0 0,-1 0 0,1 0 0,0 0-1,0 0 1,-1 0 0,1 0 0,0 0 0,0 0 0,0 0-1,-1 0 1,1 0 0,0 0 0,0 0 0,-1 0-1,1 0 1,0 0 0,0-1 0,-3 1-44,-157-27-887,-480 12 260,414 17 645,223-2 29,-170-1 682,-290 36 1,440-31-518,21-4-189,2 2 311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237 181 3954,'0'0'12934,"17"-14"-11446,52-46-106,-67 59-1248,-1 0-1,1-1 0,0 1 1,0 0-1,-1-1 0,1 1 1,-1-1-1,1 0 0,-1 0 1,0 1-1,0-1 0,0 0 1,0 0-1,0 0 0,0 0 1,0 0-1,-1 0 0,1-1 1,-1 1-1,1 0 0,-1 0 1,0 0-1,0-1 0,0 1 1,0 0-1,0 0 0,-1-3 1,-1-9 1156,2 12-1213,-1 1-1,1-1 1,-1 0-1,1 0 1,-1 1-1,0-1 1,0 0-1,0 1 1,0-1-1,0 1 1,0-1-1,0 1 1,0 0-1,-1-1 1,1 1-1,-1 0 1,1 0-1,-1 0 1,1 0-1,-1 0 1,0 0-1,1 0 1,-1 1-1,0-1 1,1 1-1,-1-1 1,0 1-1,0-1 1,0 1-1,0 0 1,-2 0-1,-66-3 907,62 4-948,0-1-14,0 1 1,0 1 0,0 0 0,0 0 0,0 0-1,1 1 1,-1 0 0,1 1 0,-1 0 0,1 0-1,0 0 1,1 1 0,-1 0 0,-7 7 0,7-4-1,-1-1 0,1 1 1,0 1-1,1-1 1,0 1-1,1 0 1,0 0-1,0 1 1,1 0-1,-6 18 1,-3 34 258,4 1 1,2-1-1,3 1 1,3 0-1,10 92 1,0-84-250,20 72-1,-24-127 1009,3 0-4809,-28-45-18195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2305,'0'0'20850,"21"-3"-18556,343-19 3274,-352 22-5546,-7 0-10,0 0-1,1 0 1,-1 0-1,1 1 0,-1 0 1,0 0-1,6 1 0,-9-1-9,0 1 0,0-1 0,0 0-1,-1 0 1,1 1 0,0-1 0,-1 1-1,1-1 1,-1 1 0,0 0 0,1-1-1,-1 1 1,0 0 0,0 0 0,0 0-1,0 0 1,-1 0 0,1 0 0,0 0-1,-1 0 1,1 4 0,9 21 32,-8-23-23,0 0 1,-1 0-1,1 0 1,-1 0-1,0 0 1,0 0-1,0 6 0,-1-10 243,0-30 210,0 8-374,-1 13-74,1 0-1,0-1 0,0 1 1,1 0-1,0 0 1,0-1-1,1 1 0,0 0 1,1 1-1,0-1 0,6-10 1,8-10-39,-12 18-26,1 1 0,1-1 0,0 1 1,0 0-1,1 1 0,0-1 1,1 2-1,17-15 0,-8 21-4419,-4 4-1482,9-2-2011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11 17400,'0'0'13241,"-15"21"-12742,-44 65-147,57-83-328,0-1 0,1 1 1,-1 0-1,0 0 0,1 0 0,0 0 1,-1 0-1,1 0 0,1 0 0,-1 0 1,0 0-1,1 0 0,-1 1 0,1-1 1,0 0-1,0 0 0,0 0 0,1 1 1,0 4-1,0-6-20,1 0 0,-1 0 1,0 0-1,1-1 0,0 1 0,-1 0 0,1-1 0,0 1 1,-1-1-1,1 0 0,0 0 0,0 0 0,0 0 1,0 0-1,0 0 0,1 0 0,-1 0 0,0-1 1,0 1-1,4-1 0,3 1-170,1 0 1,-1-1-1,1 0 0,0 0 1,-1-1-1,1 0 0,-1-1 1,0 0-1,13-5 1,-18 4-29,1 0 0,0 0 0,-1-1 0,0 1 0,0-1 1,0 0-1,0-1 0,-1 1 0,1 0 0,-1-1 0,0 0 0,0 0 1,-1 0-1,0 0 0,0 0 0,0-1 0,1-5 0,-2 8 192,0-1 0,0 0 0,0 0-1,-1 0 1,1 1 0,-1-1-1,0 0 1,0 0 0,-1 0 0,1 0-1,-1 1 1,0-1 0,0 0 0,0 0-1,0 1 1,-1-1 0,1 1-1,-1-1 1,0 1 0,0 0 0,0-1-1,-1 1 1,1 0 0,-1 1 0,-5-5-1,-16-11 323,22 17 73,5 1-719,223 28-2926,-223-28 3255,1 1 0,-1 0 0,1 0 0,0 0-1,-1 0 1,0 1 0,1-1 0,-1 1 0,0 0 0,0 0 0,0 0 0,0 0 0,0 1-1,0-1 1,-1 1 0,1 0 0,-1 0 0,1 0 0,-1 0 0,3 5 0,-4-3 309,1-1 1,-1 1-1,0-1 1,0 1-1,-1-1 1,1 1-1,-1 0 1,0-1-1,-1 1 1,1 0-1,-1-1 1,1 1-1,-1-1 1,-1 1-1,-2 7 1,7-18-223,1 0 1,0 0-1,0 1 1,0 0-1,1-1 0,0 1 1,0 1-1,8-7 1,-8 7-184,35-16 177,-39 19-54,0 1 0,-1 0 0,1-1 0,0 1 0,0 0 0,0 0 0,0-1 0,0 1 0,-1 0 0,1 0 0,0 0 0,0 0 0,0 0 0,0 0 0,0 0 0,-1 1 0,1-1 0,0 0 0,0 0 0,0 1 0,0-1 0,-1 0 0,1 1 0,0-1 0,0 1 0,-1-1 0,1 1 0,0-1 0,-1 1-1,1 0 1,-1-1 0,1 1 0,-1 0 0,1-1 0,-1 1 0,1 0 0,-1 0 0,1 0 0,-1-1 0,0 1 0,0 0 0,1 1 0,0 5 22,1 0 1,0 0-1,1 0 0,0 0 0,0 0 0,0-1 1,1 1-1,4 5 0,-6-10-296,-1 0-1,1-1 1,-1 1 0,1-1 0,0 1 0,0-1-1,0 0 1,0 1 0,-1-1 0,2 0-1,-1 0 1,0 0 0,2 0 0,-2-1-276,1 1 0,-1-1 0,0 0 0,0 0 0,0 0 1,0-1-1,0 1 0,0 0 0,0-1 0,0 1 0,0-1 0,0 0 1,0 0-1,0 0 0,-1 0 0,1 0 0,2-1 0,22-21-8895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18857,'0'0'6320,"-10"26"-2036,-32 82-1920,38-95-2260,0 0-1,1 0 0,0 1 0,1-1 1,1 0-1,0 1 0,1 0 1,1 16-1,0 7-91,0-33-158,-1 0 0,1 0 0,0 0 0,0-1 0,0 1 0,0 0 0,1-1 0,-1 1 0,1 0 0,0-1 0,0 0 0,0 0 0,1 1 0,-1-1 1,1-1-1,-1 1 0,1 0 0,0-1 0,0 1 0,0-1 0,1 0 0,-1 0 0,1 0 0,-1 0 0,1-1 0,-1 1 0,1-1 0,0 0 0,0 0 0,-1-1 0,1 1 0,6 0 0,-4 0-310,0-1 0,0 1 0,1-1 0,-1 0-1,0 0 1,0-1 0,0 0 0,0 0 0,0 0 0,0-1 0,0 0-1,0 0 1,0-1 0,-1 1 0,1-1 0,-1 0 0,0-1 0,1 1-1,-2-1 1,6-5 0,-1-8-10968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3650,'0'0'24795,"176"2"-24795,-95-2-208,-6 0-2753,-14 0-7092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0 203 624,'0'0'14775,"21"-16"-11976,-6 5-2368,-1-1-212,0 2 0,0 0 1,0 1-1,1 0 0,1 1 0,0 1 0,0 0 0,33-8 0,74-8 1775,236-12 0,130 32-441,-263 5 803,-220-3-2176,-1 1-1,1-1 1,-1 0 0,1 0-1,-1-1 1,1 1-1,-1-1 1,0 0-1,6-4 1,19-6 2280,-29 12-2460,0 0 0,0 0 1,-1 0-1,1 0 1,0 0-1,0 0 1,0 1-1,-1-1 0,1 0 1,0 0-1,0 1 1,-1-1-1,1 1 0,0-1 1,-1 1-1,1-1 1,-1 1-1,1-1 1,0 1-1,-1 0 0,1-1 1,-1 1-1,0 0 1,1-1-1,-1 1 0,1 0 1,-1-1-1,0 1 1,0 0-1,1 0 0,-1 0 1,0 1-1,0-1 0,8 19 0,-1 1 0,-1 0 0,6 38 0,8 29 0,-8-52 0,-2 0 0,-1 1 0,-2 0 0,-2 1 0,1 56 0,-6-86 0,0-4 0,1 0 0,-2 0 0,1-1 0,0 1 0,-1 0 0,1 0 0,-1 0 0,-2 6 0,1-8 0,1-1 0,0 1 0,0-1 0,0 0 0,-1 1 0,1-1 0,0 0 0,-1 0 0,1 0 0,-1 0 0,0 0 0,1-1 0,-1 1 0,0 0 0,1-1 0,-1 1 0,0-1 0,0 1 0,0-1 0,1 0 0,-1 0 0,0 0 0,0 0 0,-2 0 0,-79 0 0,0 5 0,-160 29 0,221-29 0,-621 156 0,592-142 0,0 2 0,-70 39 0,120-60 1,0 1-1,0-1 1,1 0-1,-1 0 1,0 1-1,0-1 1,1 0 0,-1 1-1,0-1 1,1 1-1,-1-1 1,1 1 0,-1-1-1,0 1 1,1-1-1,0 1 1,-1 0-1,1-1 1,-1 1 0,1 0-1,0-1 1,-1 1-1,1 0 1,0 0 0,-1-1-1,1 2 1,17 4 6,30-9-251,-17-7-948,-17 2-3267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30 131 14102,'0'0'8180,"10"20"-5659,32 66-1179,-38-78-1083,-1 1 0,0-1 0,-1 1 0,0 0 0,0 0 0,-1 0 0,0 0 0,0 0 0,-1 0 0,-2 16 0,1 7 1508,-19-35-1188,15 1-569,1-1 0,0 0 0,0 0 0,1 0 0,-1 0 1,1-1-1,-1 0 0,1 1 0,0-1 0,1 0 0,-1-1 1,1 1-1,-1 0 0,1-1 0,0 1 0,-1-6 0,-2-5-5,1 1-1,0-1 0,-3-30 0,7 45-4,-2-20 40,1 0-1,0-1 1,1 1-1,2-1 1,3-20-1,-4 37-41,0 0 0,0 0 0,0 1 0,0-1 0,1 0 0,-1 0-1,1 1 1,0-1 0,0 1 0,1 0 0,-1-1 0,1 1 0,-1 0 0,1 0 0,0 1 0,0-1 0,0 1-1,1-1 1,-1 1 0,1 0 0,-1 0 0,1 0 0,-1 1 0,1-1 0,0 1 0,0 0 0,0 0 0,0 0 0,0 1-1,0-1 1,0 1 0,5 0 0,-8 0-88,1 1 0,-1-1 0,1 0 0,-1 0 0,1 1-1,-1-1 1,0 1 0,1-1 0,-1 1 0,0-1 0,1 1 0,-1 0 0,0 0-1,0 0 1,1-1 0,-1 1 0,0 1 0,0-1 0,0 0 0,0 0 0,0 0-1,0 2 1,14 33-6229,-12-27 3725,4 10-6784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6787,'0'0'19268,"22"-4"-17241,-7 2-1781,158-34 2085,-160 32-2243,23-8-50,-35 11-12,0 0 0,1 1 1,-1-1-1,0 0 0,0 1 0,0-1 1,0 0-1,0 0 0,0 0 0,0 0 1,-1 0-1,1 0 0,0 0 0,0 0 1,-1-1-1,1 1 0,-1 0 0,1 0 1,-1 0-1,0-1 0,1 1 0,-1 0 1,0-1-1,0 0 0,0 0 17,0 1 0,-1 0 0,1 0 0,-1 0 0,0 0-1,1 0 1,-1 0 0,0 0 0,1 0 0,-1 0 0,0 0 0,0 0 0,0 0 0,0 1 0,0-1-1,0 0 1,0 1 0,0-1 0,0 0 0,-1 1 0,1-1 0,0 1 0,0 0 0,0-1 0,-1 1-1,1 0 1,0 0 0,-2 0 0,-41-4-9,41 4 6,-9-1-38,-5 0-1,0 1 1,0 0-1,0 1 0,0 1 1,-22 5-1,35-6-1,1 1 0,-1-1 0,1 0 0,-1 1 0,1-1 0,0 1 0,-1 0-1,1 0 1,0 1 0,0-1 0,1 1 0,-1-1 0,0 1 0,1 0 0,0 0 0,-1 0 0,1 0 0,0 0 0,1 1 0,-1-1 0,1 0 0,-1 1 0,1 0-1,0-1 1,0 1 0,1 0 0,-1-1 0,1 1 0,-1 0 0,2 5 0,-1-5-121,0 0-1,0 0 1,0 0 0,1 0-1,0 0 1,0 0 0,0 0 0,0 0-1,1 0 1,0 0 0,-1 0-1,1-1 1,1 1 0,-1-1 0,0 1-1,1-1 1,0 0 0,0 0-1,0 0 1,0-1 0,0 1-1,0-1 1,1 1 0,-1-1 0,1 0-1,0 0 1,-1-1 0,1 1-1,7 1 1,8 2-1407,1-2 0,0 0 0,-1-1-1,41-1 1,0-1-7970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10533,'0'0'11723,"-22"4"-7007,-69 13-1018,81-15-3510,0 2-1,0-1 1,1 1-1,-1 1 1,1-1-1,0 2 1,0-1-1,1 1 0,0 0 1,-12 12-1,3-3-152,15-13-35,0 0 0,0 0 0,0 0 0,0 0 0,0 1 0,1-1 0,-1 0 0,1 1 0,0-1 0,0 1 0,0 0 0,0-1 0,0 1 0,0 0 0,1-1 0,-1 1 0,1 0 0,0 0 0,0 0 0,0 0 0,0 5 0,0-6 0,2-1 0,0 0 0,-1-1 0,1 1 0,0-1 0,-1 0 0,1 1 0,0-1 0,0 0 0,-1 0 0,1 0 0,0 0 0,2-1 0,-2 1 0,13 0 0,0 0 0,0-2 0,-1 0 0,1 0 0,17-6 0,-27 6 0,-1 1 0,1-1 0,-1 0 0,1 0 0,-1 0 0,0-1 0,0 0 0,0 1 0,0-1 0,0-1 0,-1 1 0,1-1 0,-1 1 0,0-1 0,0 0 0,0 0 0,-1 0 0,1 0 0,2-9 0,-4 17-33,0 0 0,0 0 0,0-1 0,0 1 0,1 0 1,0 0-1,0-1 0,0 1 0,0-1 0,0 0 0,0 0 0,1 0 0,0 0 0,3 4 0,-1-2-176,0 0 0,0 0 0,0-1-1,0 1 1,1-1 0,0 0-1,-1-1 1,1 1 0,1-1-1,10 4 1,24-4-11650,-21-3 2103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5507,'0'0'22151,"9"16"-19985,57 97 777,-67-113-2943,1 0 0,0 0 0,0 0 0,0 0 0,0 0 0,0 0 0,0 0 0,0 0 0,0 1 0,0-1 0,0 0 0,0 0 0,-1 0 0,1 0 0,0 0 0,0 0 0,-13-17 0,9 11 0,1 1 0,-1 0 0,1-1 0,0 0 0,1 0 0,-4-11 0,5 13 2,1-1-1,0 0 1,0 1-1,0-1 1,1 0-1,-1 1 1,1-1-1,0 0 1,0 1-1,1-1 1,-1 1-1,1 0 1,0-1-1,0 1 1,6-7-1,-3 4-2,1 1-1,-1 0 1,2 0-1,-1 0 1,1 1-1,0 0 1,0 0-1,9-4 1,6-2-110,1 2 1,-1 0 0,2 2 0,-1 0-1,31-4 1,-43 10-1032,8-2-1112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8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7732,'0'0'9705,"13"4"-8595,10 3-519,1-1 0,0-1-1,0-1 1,38 2 0,-50-6-382,7 0 29,0 0 0,1-1-1,33-7 1,-49 7-218,-1 1 1,0-1-1,0 0 0,0 0 0,0 0 1,0 0-1,0 0 0,0-1 0,0 1 0,-1-1 1,1 0-1,-1 0 0,1 0 0,-1 0 0,1 0 1,-1 0-1,0-1 0,0 1 0,0-1 1,-1 0-1,1 1 0,-1-1 0,1 0 0,-1 0 1,0 0-1,0 0 0,0 0 0,0 0 1,-1 0-1,1-6 0,-1 7-14,-1-1 0,0 1 0,0-1 0,0 1 0,0 0-1,0-1 1,-1 1 0,1 0 0,-1 0 0,1 0 0,-1 0 0,0 0 0,0 1 0,1-1 0,-1 0 0,-1 1-1,1-1 1,0 1 0,0 0 0,0 0 0,-1 0 0,1 0 0,-4-1 0,-2-2 4,-1 1 1,0 0 0,0 1-1,0 0 1,-12-1-1,17 3 15,0 0 1,0 0-1,0 0 0,1 1 0,-1-1 0,0 1 0,0 0 0,1 0 0,-1 0 0,1 1 0,-1-1 0,1 1 0,-1 0 0,1 0 0,0 0 0,-6 5 0,5-2 37,-1 0 0,1 1 0,0-1-1,0 1 1,0 0 0,1-1 0,0 2-1,-5 11 1,2 1 57,1 0 1,1 1-1,1 0 0,0 0 0,1 32 0,2-49-171,0 0 0,1 0 0,-1 1 0,1-1 0,-1 0 0,1 0 0,0 0 0,0 0 0,1 0 0,-1 0 0,1 0 0,-1 0 0,1 0 0,0-1 0,0 1 0,0-1 0,0 1 0,1-1 0,-1 0 0,0 0 0,1 0 0,0 0 0,-1 0 0,1-1 0,0 1 0,0-1 0,0 0 0,0 1 0,0-1 0,5 0 0,48 8-3963,-2-8-3427,-43-1 5208,23 0-3987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9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4386,'0'0'15476,"0"13"-14120,0 116 3590,37-132-4767,-20-6-279,-1-1 0,0-1 0,0-1 0,15-15 0,32-22-539,-62 48 671,0 0 1,0 0 0,0 0 0,1 0 0,-1 1 0,0-1 0,1 0 0,-1 1-1,1-1 1,-1 1 0,1-1 0,-1 1 0,1 0 0,-1-1 0,3 1 0,1 13 1352,-5-11-1370,0-1 0,0 1 0,0-1-1,1 1 1,-1-1 0,0 1 0,1-1 0,-1 0 0,1 1 0,-1-1 0,1 0 0,-1 1-1,1-1 1,0 0 0,0 0 0,0 0 0,0 0 0,0 1 0,0-1 0,0-1 0,0 1 0,0 0-1,0 0 1,3 1 0,3 1-375,0-1 0,1-1-1,-1 1 1,0-1 0,16 1-1,41-4-5095,-25 0-150,-3 2-1190,3 0-575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9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78 384,'0'0'22685,"-5"-8"-20636,2 3-1810,0 1-59,1-1 0,-1 1 0,0 0-1,0 1 1,0-1 0,0 0 0,0 1 0,-1 0 0,0-1 0,0 2 0,0-1 0,0 0 0,0 1 0,-8-4 0,1 3 224,6 1-310,1 1-1,-1 0 0,1 0 0,-1 0 0,1 0 1,-1 1-1,1 0 0,-1 0 0,0 0 0,-6 1 1,10 0-101,0 0 1,1 0 0,-1 0 0,0 0 0,0 0 0,1 0-1,-1 0 1,1 0 0,-1 1 0,1-1 0,0 0 0,-1 0 0,1 1-1,0-1 1,0 0 0,0 0 0,0 1 0,0-1 0,0 0-1,0 0 1,0 0 0,1 1 0,-1-1 0,0 0 0,1 0 0,-1 0-1,1 1 1,-1-1 0,1 0 0,0 0 0,-1 0 0,1 0 0,0 0-1,0 0 1,1 1 0,29 7-159,-28-9 152,0 1-1,-1-1 0,1 0 1,0 1-1,-1 0 0,1-1 1,-1 1-1,1 0 0,-1 0 0,1 1 1,-1-1-1,0 0 0,0 1 1,1-1-1,-1 1 0,0 0 1,0 0-1,-1 0 0,1 0 0,0 0 1,-1 0-1,1 0 0,-1 0 1,0 1-1,1-1 0,-1 1 1,-1-1-1,1 1 0,0-1 1,0 1-1,0 4 0,0 4 32,0 0 1,-1 1-1,-1-1 0,1 0 0,-2 1 1,0-1-1,0 0 0,-1 0 1,0 0-1,-1 0 0,0 0 0,0-1 1,-8 12-1,-10 15 70,-2-2 1,-33 39-1,40-53-19,-37 46 65,-74 100 151,111-144-267,13-19-29,1-1 0,1 0 1,-1 1-1,0-1 0,1 1 0,0 0 0,0 0 0,0 0 0,0 0 1,0 0-1,1 0 0,0 1 0,-1 6 0,3-10-7,0-1 0,0 1 0,0 0 0,0-1 1,0 1-1,0-1 0,0 1 0,0-1 0,0 0 0,0 1 0,1-1 0,-1 0 0,0 0 0,0 0 0,0 0 0,1 0 0,-1 0 0,0 0 0,2-1 1,28-1 7,-8-2 19,0-2 1,-1-1-1,0 0 1,0-2-1,-1 0 1,26-16-1,9-3-19,-25 13-45,1 2-476,0-2 0,-1-1 0,-1-2 0,-1-1 0,35-29 0,-61 46 168,0-1 0,-1 1 1,0-1-1,1 0 0,-1 0 1,0 0-1,-1 0 0,1 0 1,0 0-1,1-7 1,1-21-5598,-4 7-1110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 5635,'0'0'15761,"0"11"-13898,0-1-1589,-1-3-6,0 0 1,1 0-1,0 0 0,0 0 0,0 0 0,1 0 0,1 0 0,-1 0 0,1 0 0,0-1 0,0 1 0,5 8 0,-6-14-270,0-1-1,1 1 1,-1 0 0,0-1 0,1 1 0,-1-1 0,0 1-1,1-1 1,-1 0 0,1 1 0,-1-1 0,1 0-1,-1 0 1,1 0 0,-1 0 0,1 0 0,-1 0 0,1-1-1,-1 1 1,1 0 0,1-2 0,31-11-569,132-111-62,-156 120 2935,-10 12 1217,-1 3-4231,1-7 559,0-1 0,1 0 0,-1 1 0,1-1 0,-1 0 0,1 1 0,0-1 0,0 0 0,0 0-1,1 0 1,-1 0 0,1 0 0,0 0 0,-1 0 0,5 4 0,-3-4-592,-1-1 1,1 0-1,0 0 0,-1-1 1,1 1-1,0 0 0,0-1 1,0 0-1,0 0 1,0 0-1,0 0 0,0 0 1,1 0-1,-1-1 0,0 0 1,6 1-1,17-1-7531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61 7892,'0'0'12096,"13"4"-11250,19 4-162,1-2 0,0-2 0,65 1 1,-97-36-341,-2 28-351,1 1 1,-1 0-1,0-1 0,0 1 1,-1 0-1,1 0 0,0 0 1,-1 0-1,1 0 0,-1 0 1,0 0-1,0 0 0,1 1 1,-1-1-1,0 1 0,-1-1 1,1 1-1,0 0 1,0 0-1,0 0 0,-1 0 1,-4-1-1,-1-2 10,0 2 0,0-1-1,0 1 1,-1 0 0,1 1 0,-9-1 0,12 3 37,0-1 0,0 1 0,1 0 0,-1 0 0,0 0 0,1 1 0,-1-1 0,1 1 1,0 1-1,0-1 0,-1 0 0,1 1 0,1 0 0,-1 0 0,0 0 0,1 0 1,-1 1-1,1-1 0,-5 8 0,4-5 48,0 1-1,0-1 1,0 1 0,1 0-1,0 0 1,1 0-1,0 1 1,0-1 0,0 0-1,1 1 1,-1 14 0,1 3-52,1-18-61,-1 0 1,1-1-1,0 1 1,1 0-1,0-1 1,0 1-1,0 0 1,3 8-1,-2-13-193,0 1-1,-1-1 1,1 0-1,0 0 1,0 0-1,0 0 1,0 0-1,0-1 1,1 1-1,-1-1 0,0 1 1,1-1-1,-1 0 1,1 0-1,0 0 1,-1 0-1,1 0 1,0-1-1,-1 1 1,1-1-1,0 1 0,0-1 1,0 0-1,4-1 1,-2 1-315,77-2-9387,-29-11 3042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21 1169,'0'0'24341,"0"4"-23399,-13 94 2729,13-97-3662,1 0-1,0 0 0,-1 0 1,1 0-1,0-1 1,0 1-1,0 0 1,0 0-1,0 0 0,0-1 1,0 1-1,0-1 1,0 1-1,1-1 1,-1 1-1,0-1 0,0 0 1,0 1-1,0-1 1,1 0-1,-1 0 0,0 0 1,0 0-1,1 0 1,-1 0-1,0 0 1,3-1-1,39-5-14,-26-2-194,0-1 1,-1 0 0,26-21 0,12-8-85,-35 24 177,1-2 507,-10 12 2613,-10 38-2824,0-29-469,0 0 0,0-1 0,0 1 0,1 0 0,-1 0 0,1 0 0,0-1 1,1 1-1,1 5 0,-2-9 71,1 1 1,-1 0-1,1-1 1,0 1-1,-1-1 1,1 0-1,0 1 1,0-1-1,0 0 1,0 0-1,0 0 1,0 0-1,0-1 1,0 1-1,0-1 1,0 1-1,0-1 1,0 0-1,1 1 0,-1-1 1,0 0-1,0 0 1,3-1-1,26 1-5479,3-2-3262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1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14 111 864,'0'0'19991,"1"3"-19663,0 0 0,1 0-1,-1 0 1,1 0 0,-1 0 0,1 0 0,0-1 0,2 4 0,4-2-193,1-1 0,-1 1 0,1-2 0,0 1 0,-1-1 0,1-1 0,0 0 0,0 0 0,0 0 0,0-1 0,0-1 0,10-1 0,9 2-103,-26 0-47,1-1 1,0 1-1,0 0 1,0-1-1,-1 1 1,1-1-1,0 0 1,-1 0-1,1 0 1,0 0-1,-1 0 0,0-1 1,1 1-1,-1-1 1,0 0-1,1 1 1,-1-1-1,0 0 1,0 0-1,-1-1 0,1 1 1,0 0-1,-1-1 1,1 1-1,-1 0 1,2-5-1,-1 1 34,0 0 0,-1 0-1,1 0 1,-1 0 0,0-1 0,-1 1-1,0 0 1,0 0 0,0-1-1,0 1 1,-3-7 0,3 11 51,-1 0 0,0 0-1,0 0 1,0 0 0,0 1 0,-1-1 0,1 0-1,0 1 1,-1-1 0,1 1 0,-1-1 0,1 1 0,-1 0-1,0 0 1,0 0 0,0 0 0,1 0 0,-1 0-1,0 0 1,0 0 0,0 1 0,0-1 0,0 1 0,0-1-1,-4 1 1,-62-3 2067,53 4-1476,10-2-587,0 1-1,0 1 1,0-1 0,0 1 0,0-1-1,0 2 1,0-1 0,1 0 0,-1 1-1,0 0 1,1 0 0,-1 0 0,1 1-1,0 0 1,0-1 0,0 2 0,0-1 0,0 0-1,1 1 1,-1-1 0,1 1 0,0 0-1,0 0 1,0 0 0,1 1 0,0-1-1,0 1 1,0-1 0,0 1 0,0 0-1,1 0 1,0 0 0,0-1 0,1 1-1,-1 0 1,1 6 0,-1 13-93,3 31-238,-1-52 216,-1 0 1,1-1-1,0 1 0,0 0 0,0 0 1,1-1-1,-1 1 0,1-1 1,-1 1-1,1-1 0,0 0 0,0 1 1,0-1-1,0 0 0,0 0 0,4 2 1,3 1-493,0 0 1,1 0 0,-1-1 0,1-1 0,0 0 0,0 0 0,0-1 0,0 0 0,15 1-1,14-2-4164,46-4-1,-85 3 4666,86-7-10295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1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1 16824,'-20'9'2596,"-28"16"-77,2 1 0,1 3 0,-59 48 0,74-51-1954,2 0 0,1 3 0,-38 48 0,57-65-487,-1 1-1,2 0 1,0 1 0,0-1 0,1 1 0,1 1-1,0-1 1,1 1 0,1-1 0,0 1-1,1 0 1,0 19 0,2-27-82,-1 0 0,2 1 0,-1-1 0,1 0 0,0 0 0,0 1 0,1-1 0,0 0 0,0 0 0,1-1-1,0 1 1,0 0 0,1-1 0,-1 0 0,1 0 0,1 0 0,-1 0 0,1-1 0,0 1 0,0-1 0,1-1 0,0 1 0,-1-1 0,1 0 0,1 0 0,6 3 0,-2-1-250,1-1 1,-1 0-1,1-1 1,0 0 0,0-1-1,0-1 1,1 0 0,-1 0-1,13-1 1,22 0-3195,47-6 1,-89 4 3066,80-13-8533,-2-15-4172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10837,'0'0'21268,"-7"14"-20606,0 2-662,-2 6 0,-1 0 0,-24 38 0,33-59-2,0 0 1,0-1-1,1 1 1,-1 0-1,0 0 1,0 0-1,1 0 1,-1 0-1,0 0 1,1 1-1,-1-1 0,1 0 1,0 0-1,-1 0 1,1 0-1,0 1 1,0-1-1,0 0 1,-1 0-1,1 1 1,1-1-1,-1 0 0,0 0 1,0 0-1,0 1 1,1-1-1,-1 0 1,0 0-1,1 0 1,-1 1-1,1-1 1,0 0-1,-1 0 0,1 0 1,0 0-1,-1 0 1,1 0-1,0-1 1,0 1-1,0 0 1,0 0-1,0 0 1,0-1-1,0 1 0,0-1 1,0 1-1,0-1 1,1 1-1,-1-1 1,0 1-1,0-1 1,0 0-1,1 0 1,-1 0-1,0 0 0,2 0 1,226 1-8704,-228-1 9198,-2 2-181,1 1 1,-1 0-1,1 0 0,-1-1 0,0 1 0,0 0 1,0-1-1,0 1 0,-1-1 0,1 0 0,-1 1 1,1-1-1,-1 0 0,0 0 0,-4 4 0,-40 31 2003,7-7-1368,-17 38-904,55-68-236,0 1 1,0-1-1,0 1 0,0-1 0,0 1 1,0-1-1,0 0 0,0 1 0,-1-1 1,1 0-1,0 0 0,0 0 1,0 0-1,0 0 0,0 0 0,-1 0 1,1 0-1,0 0 0,0-1 1,-2 0-1,-24-1-11332,12-7 365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11349,'0'0'19145,"122"-9"-17960,-102 9-625,7 0-320,0 0-208,-7 0-32,7 0-96,1 0-785,5 0-975,8-2-1314,6-10-1840,1-8-5027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10101,'0'0'16877,"4"13"-14674,-2-1-1748,1 0-93,0-1-1,0 1 0,1 0 0,1-1 0,0 0 0,9 16 0,-10-21-316,18 25 35,-2 0 0,-2 1-1,0 1 1,-3 0 0,0 1-1,11 44 1,-19-50-80,-2 1 0,0 0 0,-2 0 0,-2 56 0,-2-80 3,0-1-1,-1 1 1,1-1-1,-1 0 1,0 0-1,-1 0 1,1 0-1,-1 0 1,1 0-1,-1 0 1,0-1-1,0 0 1,-1 1-1,1-1 1,-1 0-1,0-1 1,0 1-1,0-1 1,0 1-1,-8 2 1,1 0-36,1-1 0,-1 0 0,0-1 0,0 0 0,0 0 0,0-2 0,-18 2 0,26-9-4593,9-19-1465,22-12-3550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4258,'0'0'28509,"0"4"-28509,0 10 0,0 2 0,0-3 0,0 3 0,0 2-1441,0 0-3729,0-4-3170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3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7507,'0'0'18585,"-109"136"-17577,96-104-1008,-14 6-352,0 3-3249,-14 4-6548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7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31 3410,'0'0'7859,"7"-30"4824,-7 247-4079,20-222-8516,-6-4-192,0 1 0,1 1 0,-1 0 0,2 1 0,-1 1 0,1 0 0,-1 1 0,1 1 0,0 1 0,24-2 0,-27 3 75,39 0-83,-50 1 109,-1 0 1,1 0 0,-1 0-1,0 0 1,1 1 0,-1-1 0,1 0-1,-1 1 1,0-1 0,1 1-1,-1-1 1,0 1 0,1-1-1,-1 1 1,0 0 0,0 0 0,0 0-1,0 0 1,0 0 0,0 0-1,0 0 1,0 0 0,0 0 0,0 0-1,0 0 1,-1 1 0,2 1-1,0 12 68,0-1-1,-1 1 1,0 0-1,-1 0 1,-1-1-1,0 1 1,-1 0-1,-1-1 1,0 1-1,-1-1 1,-8 20-1,9-29-47,0 1-1,-1-1 1,0 0-1,1-1 1,-1 1 0,-1-1-1,1 1 1,-1-1-1,1 0 1,-1-1 0,0 1-1,-1-1 1,1 0-1,-11 4 1,-1-2 68,-1 0-1,-1 0 1,-26 2-1,-30 6 28,68-10-112,1 0 0,-1 0 0,0 0 0,1 1 0,0 0 0,0 0 0,0 1 0,1 0 0,-7 6 0,-8 7 0,20-18 0,-1 0 0,1 0 0,0 0 0,-1-1 0,1 1 0,0 0 0,-1 0 0,1 0 0,0 0 0,-1-1 1,1 1-1,0 0 0,-1 0 0,1-1 0,0 1 0,0 0 0,-1-1 0,1 1 0,0 0 0,0-1 0,0 1 0,0 0 0,-1-1 0,1 1 0,0 0 0,0-1 0,0 1 0,0 0 0,0-1 0,0 1 0,0-1 1,0 1-1,0 0 0,0-1 0,0 1 0,0 0 0,0-1 0,0 1 0,0-1 0,0 1 0,1 0 0,-1-1 0,0-20-10,18-13-3120,-3 9-7149,-8 10-1548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8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48,'4'12'27523,"-1"-10"-25689,19-3-1632,1-1 0,-1-1 0,0-1 0,0-1 0,0 0 0,29-13 0,-24 9-135,12-5-10,-9 3 260,62-14 0,-92 25-300,0 0 1,1 0-1,-1 0 0,0 0 0,0 0 0,0-1 1,1 1-1,-1 0 0,0 0 0,0 0 0,0 0 0,0 0 1,1 0-1,-1 0 0,0 0 0,0 0 0,0 0 1,1 0-1,-1 0 0,0 0 0,0 0 0,0 0 1,1 0-1,-1 0 0,0 0 0,0 1 0,0-1 1,1 0-1,-1 0 0,0 0 0,0 0 0,0 0 1,0 0-1,0 0 0,1 1 0,-1-1 0,0 0 1,0 0-1,0 0 0,0 0 0,0 1 0,0-1 1,0 0-1,0 0 0,1 0 0,-1 1 0,0-1 1,0 0-1,0 0 0,0 0 0,0 1 0,0-1 1,0 0-1,0 0 0,0 0 0,0 1 0,0-1 1,0 0-1,-1 0 0,1 0 0,0 0 0,0 1 1,0-1-1,0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50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2881,'0'0'24604,"-20"2"-25442,-35 14-9860,35-11 2609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28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70 9012,'0'0'10792,"5"3"-9856,1 1-1001,0 1 592,0-1-1,0-1 0,0 1 0,0-1 1,0 0-1,1 0 0,0-1 0,-1 0 1,1 0-1,0 0 0,0-1 0,7 1 1,-10-2-533,-1 0-1,0 0 1,1 0 0,-1 0 0,0-1 0,1 1 0,-1-1 0,0 0 0,0 0 0,1 0 0,-1 0 0,0 0 0,0-1 0,0 1-1,-1-1 1,1 0 0,0 0 0,-1 0 0,1 0 0,-1-1 0,1 1 0,-1-1 0,0 1 0,0-1 0,0 0 0,-1 0 0,1 0-1,-1 0 1,1 0 0,-1 0 0,0 0 0,0 0 0,0 0 0,-1-1 0,1-4 0,0 7 22,-1 0 0,1-1 1,-1 1-1,0 0 0,0 0 1,1-1-1,-1 1 0,0 0 0,0-1 1,0 1-1,0 0 0,0-1 1,-1 1-1,1 0 0,0 0 0,-1-1 1,1 1-1,-1 0 0,1 0 1,-1-1-1,1 1 0,-1 0 0,0 0 1,0 0-1,1 0 0,-1 0 1,0 0-1,0 0 0,-2-1 0,-1 1 110,0 0-1,0 0 0,0 1 0,0 0 1,0-1-1,0 1 0,0 1 0,-6 0 1,1 0-53,3 0-44,-1 0 1,0 1 0,1-1 0,-1 2 0,1-1 0,-1 1-1,1 0 1,0 0 0,0 1 0,1-1 0,-1 1 0,1 1-1,-1-1 1,1 1 0,1 0 0,-1 0 0,1 0 0,0 1-1,0-1 1,0 1 0,1 0 0,0 0 0,-3 8 0,1-3-56,1 1 1,1-1 0,-1 1 0,2-1 0,-1 1 0,2 0 0,0 0 0,0 0 0,1 0-1,0 0 1,1 0 0,5 20 0,-5-29-160,0 0-1,0 0 1,1 0-1,0-1 1,-1 1-1,1-1 1,0 1-1,0-1 1,0 0-1,0 0 1,1 0-1,-1 0 1,1 0-1,-1 0 1,1-1 0,0 1-1,-1-1 1,1 0-1,0 1 1,0-1-1,0-1 1,0 1-1,0 0 1,0-1-1,4 1 1,10 1-2100,0-1 0,0-1 0,20-2 0,-35 2 1947,52-9-6545,6-15-542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29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4978,'0'0'21461,"0"8"-19933,-1 12-592,0-7-458,0 0 0,1 0 0,1 1 0,0-1 0,0 0 0,4 13 0,-4-26-496,0 1-1,-1 0 1,1 0-1,0 0 0,-1-1 1,1 1-1,0 0 0,0-1 1,0 1-1,0 0 0,0-1 1,0 1-1,0-1 0,0 0 1,0 1-1,0-1 1,0 0-1,0 1 0,0-1 1,0 0-1,0 0 0,0 0 1,0 0-1,0 0 0,0 0 1,0 0-1,0-1 1,1 1-1,-1 0 0,0 0 1,0-1-1,0 1 0,0-1 1,-1 1-1,1-1 0,0 1 1,0-1-1,0 0 1,1-1-1,36-26-441,-24 15 410,1 0 0,0 0 1,1 2-1,0 0 1,1 0-1,24-10 1,-40 22 105,1-1 0,-1 1-1,-1 0 1,1 0 0,0 0 0,0 0 0,0 0 0,0 0 0,-1 0 0,1 1 0,-1-1 0,1 0 0,-1 0 0,1 1 0,-1-1 0,0 0-1,1 0 1,-1 1 0,0-1 0,0 0 0,0 2 0,10 24 784,-7-25-969,1 0-1,-1 0 1,0 0-1,1 0 1,0-1-1,-1 1 1,1-1-1,0 0 1,0 0-1,0-1 1,-1 1-1,1-1 1,5 0-1,64-2-3615,-43 1 1753,58 0-10598,-46-3 4781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29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583 5 6675,'0'0'20428,"-15"-1"-18822,14 0-1571,-12 0 204,1 0-1,-1 0 0,1 1 0,-1 1 0,1 0 1,0 0-1,-1 2 0,1-1 0,-16 7 0,23-7-146,-3 1 7,0 0 1,0 0-1,0 1 0,0 0 1,1 1-1,-1 0 0,1 0 0,1 0 1,-1 1-1,1 0 0,-8 9 1,13-14-126,1-1 0,0 1 0,0-1 0,0 0 0,-1 1 0,1-1 0,0 1 0,0-1 0,0 1 0,0-1 0,0 1 0,0-1 0,0 1 0,0-1 0,0 0 0,0 1 0,0-1 0,0 1 0,0-1 0,0 1 0,1-1 0,-1 1 0,0-1 0,0 0 0,0 1 0,1-1 0,-1 1 0,0-1 0,0 0 0,1 1 0,-1-1 0,0 0 0,2 1 0,19 6-424,33-5 64,-45-2 241,6-1-15,-11 1 117,0 0 0,0 0 0,0 0 0,0 0 0,0 0 0,0 1-1,0 0 1,6 2 0,-9-3 48,0 1 0,0 0 0,0 0 0,0 0-1,0 0 1,-1 0 0,1 0 0,0 0 0,0 0 0,-1 1 0,1-1-1,-1 0 1,1 0 0,-1 1 0,0-1 0,1 0 0,-1 0 0,0 1-1,0-1 1,0 0 0,0 1 0,0-1 0,0 0 0,0 1-1,0-1 1,-1 0 0,1 0 0,0 1 0,-1-1 0,1 0 0,-2 2-1,-2 7 138,0 0 0,-1 0 0,-1-1 0,1 1 0,-2-1 0,1-1 0,-13 14 0,-6 8 136,-161 187 473,17-22-301,161-184-450,4-8 0,1 1 0,0 0 0,-1 0 0,2 0 0,-1 0 0,0 0 0,1 1 0,0-1 0,0 1 0,0 0 0,1 0 0,-3 8 0,4-12 0,0-1 0,0 0 0,0 0 0,0 0 0,0 1 0,0-1 0,0 0 0,0 0 0,1 0 0,-1 0 0,0 1 0,0-1 0,0 0 0,0 0 0,0 0 0,0 1 0,0-1 0,0 0 0,0 0 0,0 0 0,1 0 0,-1 1 0,0-1 0,0 0 0,0 0 0,0 0 0,1 0 0,-1 0 0,0 0 0,0 0 0,0 0 0,0 1 0,1-1 0,-1 0 0,0 0 0,0 0 0,0 0 0,1 0 0,-1 0 0,0 0 0,0 0 0,0 0 0,1 0 0,-1 0 0,18 1 0,-1-1 0,1 0 0,-1-1 0,1-1 0,-1 0 0,1-1 0,16-6 0,123-47 0,-119 41 0,137-53 0,-147 49-2614,-26 17 2007,0 0 0,-1 0 0,1-1 0,-1 1-1,0 0 1,0-1 0,0 1 0,0-1 0,0 1 0,0-1-1,-1 1 1,1-1 0,-1 1 0,0-1 0,0-4 0,0-10-10660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0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11813,'0'0'20231,"0"10"-19609,0 106-521,1-114-101,0-1 0,0 0 0,0 0 0,0 0 0,0 0 0,0 1 0,0-1 0,1-1 0,-1 1 0,0 0 0,1 0 0,-1 0 0,1-1 0,-1 1 0,1-1 0,-1 1 0,1-1 0,-1 1 0,1-1 0,-1 0 0,1 0 0,-1 0 0,1 0 0,0 0 0,-1 0 0,1 0 0,2-1 0,51-6 0,-37 0-36,0-1 0,0-1 1,-1 0-1,-1-1 0,0-1 0,28-24 0,-44 34 40,0 1-1,1 0 1,-1 0-1,0 0 1,0-1 0,1 1-1,-1 0 1,0 0-1,1 0 1,-1 0-1,0-1 1,1 1 0,-1 0-1,1 0 1,-1 0-1,0 0 1,1 0-1,-1 0 1,0 0-1,1 0 1,-1 0 0,0 0-1,1 0 1,-1 1-1,0-1 1,1 0-1,-1 0 1,0 0-1,1 0 1,-1 0 0,0 1-1,1-1 1,-1 0-1,0 0 1,0 1-1,1-1 1,-1 0 0,0 0-1,0 1 1,1-1-1,-1 0 1,0 1-1,0-1 1,7 13 87,-7-13-88,1 4-325,0-1 0,-1 0 0,1 1 0,1-1 0,-1 0 0,1 0 0,-1 0 0,1 0 0,0 0 0,0 0 0,0-1 0,4 5 0,-3-5-158,-1-1 1,1 0-1,-1 0 0,1 0 0,0 0 1,0 0-1,0-1 0,-1 1 0,1-1 1,0 1-1,0-1 0,0 0 0,0-1 1,0 1-1,-1 0 0,7-2 0,11-4-8708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0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29 10117,'0'0'17818,"5"6"-16660,-2-2-1094,0 0 0,1 0 0,0-1 0,0 1 0,0-1 0,0 0 1,0 0-1,1-1 0,0 1 0,-1-1 0,1 0 0,0 0 0,0 0 0,0-1 0,0 0 0,0 0 0,0 0 0,1 0 0,-1-1 0,8 0 0,8 0 78,-12 1-395,0-1 0,0 0 0,0-1 0,0 1 0,14-5 0,-21 5 180,-1-1-1,1 0 1,0 1-1,0-1 0,0 0 1,-1 0-1,1 0 1,0-1-1,-1 1 1,1 0-1,-1-1 1,1 1-1,-1-1 1,0 1-1,0-1 1,0 0-1,1 1 1,-2-1-1,1 0 1,0 0-1,0 0 1,0 1-1,-1-1 1,1 0-1,-1 0 1,0 0-1,0 0 1,1 0-1,-1 0 0,-1-3 1,1 4 76,0 0-1,0 0 1,-1 0 0,1 0-1,0 0 1,-1 0 0,1 0 0,-1 0-1,1 0 1,-1 1 0,0-1-1,1 0 1,-1 0 0,0 0 0,0 1-1,1-1 1,-1 0 0,0 1-1,0-1 1,0 0 0,0 1 0,0-1-1,0 1 1,0 0 0,0-1-1,0 1 1,0 0 0,0 0 0,-2-1-1,-36-3 367,34 4-256,1 0-88,-11-1 352,-1 0 0,1 1 0,-1 1 0,1 1 0,-27 5 0,38-6-314,1 0-1,0 1 1,-1-1 0,1 1 0,0 0 0,0 0 0,0 0 0,0 0 0,0 0 0,0 1 0,1-1-1,-1 1 1,1 0 0,0-1 0,0 1 0,0 0 0,0 1 0,0-1 0,1 0 0,-1 0 0,1 1-1,0-1 1,0 1 0,0-1 0,0 1 0,1-1 0,0 1 0,-1 0 0,1-1 0,1 5-1,-2-5-155,1 1 0,0-1 0,0 0 0,0 1 0,1-1-1,-1 1 1,1-1 0,-1 0 0,1 1 0,0-1 0,1 0 0,-1 0-1,1 0 1,-1 0 0,1 0 0,0 0 0,0 0 0,0 0-1,0-1 1,0 1 0,1-1 0,-1 0 0,1 0 0,0 0-1,0 0 1,-1 0 0,1 0 0,1-1 0,-1 1 0,0-1 0,0 0-1,0 0 1,1 0 0,-1 0 0,0-1 0,8 1 0,9 3-2045,1-2 1,37 1 0,-43-4 33,1 0-1,-1-1 1,0 0 0,27-9-1,11-9-4151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1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39 224,'0'0'22136,"4"-6"-18743,15-20-525,-15 20-718,-4 84-154,1-77-2006,-1 0 1,1 0-1,0 0 0,0 0 0,-1 0 1,1-1-1,0 1 0,0 0 0,0-1 1,0 1-1,0 0 0,0-1 0,0 1 1,0-1-1,0 1 0,0-1 1,1 0-1,-1 1 0,0-1 0,0 0 1,0 0-1,0 0 0,1 0 0,-1 0 1,0 0-1,1 0 0,40-2-677,-35-1 488,-1 1 0,0-1 0,0 0 0,0 0-1,0 0 1,0-1 0,-1 0 0,1 0 0,-1-1 0,0 1 0,0-1-1,-1 0 1,1-1 0,-1 1 0,0-1 0,6-3 4311,-9 10-4112,-1 1-1,0 0 0,1 0 0,0 0 0,-1 0 0,1-1 0,0 1 0,0 0 0,0-1 0,0 1 0,0-1 0,0 1 0,0-1 0,1 1 0,-1-1 0,0 0 0,1 1 0,-1-1 0,1 0 0,0 0 0,-1 0 0,1-1 0,0 1 0,3 1 0,45 0-4424,0-8-6811,-16-10-876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9716,'0'0'14615,"13"9"-13254,-7-5-1269,4 3 25,1 0-1,-1-1 0,1 0 0,1-1 1,-1 0-1,1 0 0,0-2 0,0 1 1,0-1-1,17 1 0,-26-4-184,1 1 0,-1-1-1,0 0 1,1-1 0,-1 1-1,1-1 1,-1 1 0,0-1 0,0 0-1,1 0 1,-1 0 0,0-1 0,0 1-1,5-4 1,-7 3 49,1 0 0,-1 0 1,0-1-1,0 1 0,0 0 0,0 0 0,0-1 1,-1 1-1,1 0 0,-1-1 0,1 1 0,-1-1 0,0 1 1,0-1-1,0 1 0,0 0 0,-1-1 0,1 1 1,-1-1-1,1 1 0,-2-4 0,0 3 171,1 0-1,-1-1 1,0 1-1,0 0 1,0 0-1,0 0 1,-1 0-1,1 1 1,-1-1-1,1 1 1,-1-1 0,0 1-1,0 0 1,0 0-1,0 0 1,-1 1-1,1-1 1,-1 1-1,1 0 1,0 0-1,-1 0 1,0 0 0,-5 0-1,-1-1 287,-1 0 0,0 1 0,1 0 1,-1 1-1,0 0 0,0 1 0,-10 1 0,18-1-438,1 0 0,-1 0 0,1 0 0,0 0 0,0 1 0,-1-1 0,1 1 0,0-1 0,0 1 0,0 0 0,1 0 0,-1 0 0,0 0 0,1 0 0,-1 0 0,1 0 0,-1 0 0,1 1 0,0-1 0,0 0 0,0 1 0,1-1 0,-1 1 0,0 4 0,-2 7 0,2 0 0,0 0 0,0 19 0,1-25 0,1-5-80,-1 1-1,1-1 1,0 1-1,0-1 1,0 0-1,1 1 1,-1-1 0,1 0-1,-1 0 1,1 0-1,0 0 1,0 0 0,1-1-1,-1 1 1,0-1-1,1 1 1,0-1-1,-1 0 1,1 0 0,0 0-1,0 0 1,0 0-1,1-1 1,-1 0 0,0 1-1,0-1 1,5 1-1,8 2-955,0 1 0,1-2 0,0 0-1,24 0 1,32-1-6935,7-2-5054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1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1 17928,'0'0'3917,"-28"1"-292,10 0-2891,-4-1 37,-1 1 1,1 1-1,-1 1 0,1 1 1,0 1-1,0 1 0,-26 10 1,28-6-718,0 0 1,0 1-1,1 0 1,1 2-1,0 0 1,0 1-1,2 1 1,-29 32-1,36-34-61,0-1 0,1 1 0,0 1 0,1-1 0,0 1 0,1 0 0,1 1 0,1-1 0,0 1 0,0 0 0,1 1 0,1-1 0,0 27 0,2-36-57,1 0-1,-1 1 1,1-1 0,0 0-1,1 0 1,-1 0-1,1 0 1,1 0 0,-1 0-1,1 0 1,0-1 0,0 1-1,0-1 1,9 10 0,-5-8-206,0 0 0,1 0 1,0-1-1,1 0 1,-1 0-1,1-1 1,0 0-1,16 6 0,-2-3-531,0-1-1,0-2 1,1 0-1,0-1 0,0-1 1,0-2-1,31-1 1,18-9-7513,2-14-4654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2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1 288,'-2'1'23673,"2"-1"-23527,0 0 1,0 0 0,0 1 0,0-1-1,0 0 1,0 0 0,0 0 0,0 1 0,-1-1-1,1 0 1,0 0 0,0 0 0,0 1-1,0-1 1,0 0 0,0 0 0,0 0 0,0 1-1,0-1 1,0 0 0,0 0 0,1 1-1,-1-1 1,1 2 1761,-1-2-1761,1 0 0,-1 0 0,0 0-1,0 0 1,0 1 0,1-1 0,-1 0-1,0 0 1,0 0 0,0 0 0,1 0-1,-1 0 1,0 0 0,0 0 0,0 0 0,1 0-1,-1 0 1,0 0 0,0 0 0,1 0-1,-1 0 1,0-1 0,-6 15-147,-1 0 0,-1-1 0,0 0 0,0-1 0,-16 17 0,-21 33 0,24-31 0,16-24 0,0 0 0,0 0 0,0 0 0,1 1 0,0 0 0,0 0 0,1 0 0,0 0 0,1 0 0,0 1 0,-3 16 0,6-24 0,-1 1 0,1-1 0,-1 0 0,1-1 0,-1 1 0,1 0 0,0 0 0,-1 0 0,1 0 0,0 0 0,0-1 0,0 1 0,0 0 0,-1-1 0,1 1 0,0 0 0,0-1 0,0 1 0,0-1 0,1 0 0,-1 1 0,0-1 0,0 0 0,0 0 0,0 0 0,0 1 0,0-1 0,0 0 0,0 0 0,2-1 0,49 1 0,-34 0 0,-17 0 0,48 1 0,0-2 0,-1-1 0,1-3 0,-1-2 0,54-16 0,-99 23-570,0-1-1,0 0 1,0 0 0,0 0-1,0-1 1,0 1 0,-1-1-1,1 1 1,-1-1 0,1 0 0,2-3-1,-4 3-257,1-1 1,-1 1-1,-1-1 0,1 1 0,0-1 0,-1 1 0,1-1 1,-1 0-1,0 1 0,1-1 0,-1 0 0,-1-3 1,1-5-7964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2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9941,'0'0'21705,"-34"142"-20584,34-105-1121,6-1 0,8-2 0,0-5 0,-1-4 0,1-7 0,-1-5 0,8-4-2865,6-4-1537,0-5-1809,7 0-6979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5202,'0'0'21938,"5"3"-20353,10 8-1364,0 0 0,-1 1 0,0 1 0,-1 0 0,-1 1 0,0 1 0,-1 0 0,0 0 0,-2 1 0,13 26 0,-12-20-19,-2 1-1,0-1 0,-2 2 1,0-1-1,-1 0 0,-2 1 1,2 46-1,-6-67-199,1 0 0,-1 0 0,1 0 1,-1 0-1,0 0 0,0 0 0,0 0 0,0 0 0,-1 0 0,1-1 0,-1 1 1,0-1-1,1 1 0,-1-1 0,0 1 0,-1-1 0,1 0 0,0 0 1,-1 0-1,1-1 0,-1 1 0,1 0 0,-5 1 0,-7 4-74,-1-1 0,0 0 1,-21 5-1,11-4-250,64-29-26060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3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18841,'0'0'13926,"0"74"-13926,0-54 0,0-2 0,0 0 0,0 1 0,0-1-2385,0-3-4738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3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 5507,'0'0'23338,"-95"144"-19416,75-115-3922,6 10 0,-13 6 0,7-2 0,-1 4-320,-12-8-4626,-1-10-4611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0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3 4018,'0'0'9810,"7"-3"-4672,-9 22-4677,-1 0 1,0 0-1,-2 0 0,0 0 1,-1-1-1,-1 0 0,-16 30 1,10-21-361,2-1 0,-14 48 0,21-58-58,1-1 1,1 1-1,-1 20 0,37-36 125,-21-1-118,0-1 0,0 0 0,-1 0 0,25-9 0,19-5-12,23 2 452,0 3-1,125 0 0,-190 10 672,-20 0-1988,-26-3-5246,23 3 2287,-9-3-2184,3 1-1191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1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4690,'0'0'13414,"5"3"-11656,-2 0-1469,0 0 0,-1 0 0,1 1-1,-1-1 1,1 0 0,-1 1-1,0 0 1,0-1 0,-1 1-1,1 0 1,-1 0 0,0 0-1,0 0 1,0 0 0,0 0 0,-1 0-1,0 5 1,1 91 2061,-3-59-1618,0 10 75,-16 90-1,6-64-661,4-20 79,8-56-50,0-44-2928,0 20-954,0-2-5230,0 12 1532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2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50 848,'0'0'12401,"0"-8"-10102,0-33 3750,0 48-4555,-1 39-411,0-13-185,1 0-1,2 1 1,10 57 0,22 67 829,34 118 137,-64-261-1695,-1 0 0,0 1 0,-1-1 0,0 1 0,-1 18-1,-1-33 62,0-26-62,0-6-2854,1 26 1434,-1 0-1,1 0 1,0-1-1,0 1 1,1 0-1,-1 0 1,1 1-1,0-1 1,0 0-1,4-4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3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3586,'0'0'13134,"-33"5"-5856,5 18-7356,-7 7-3686,-5-3-6785,14-13 1422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5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0 186 3890,'0'0'14553,"10"2"-8395,14 0-4947,-16-2-1149,-1-1-1,1-1 1,-1 0 0,1 0-1,-1 0 1,0-1 0,0 0-1,0 0 1,0-1 0,0 0 0,-1 0-1,0 0 1,0-1 0,9-9-1,-10 9-37,1 0-1,-2 0 0,1-1 0,0 1 0,-1-1 1,0 0-1,-1-1 0,1 1 0,-1-1 0,0 1 0,-1-1 1,0 0-1,0 0 0,0 0 0,1-12 0,-3 18-11,0 0-1,0 0 0,0 0 0,-1 0 0,1 0 0,0 0 0,0 0 0,0 0 0,-1 0 0,1 0 0,0 1 1,-1-1-1,1 0 0,-1 0 0,1 0 0,-1 1 0,0-1 0,1 0 0,-1 0 0,0 1 0,1-1 0,-1 1 1,0-1-1,0 0 0,1 1 0,-1 0 0,-2-2 0,1 2 10,-1-1 1,0 1-1,1-1 0,-1 1 1,0 0-1,0 0 1,1 0-1,-1 0 0,0 0 1,-3 1-1,1 0-4,0 0 0,0 1 0,0-1 0,0 1 1,0 0-1,0 1 0,1-1 0,-1 1 0,1 0 0,-8 5 0,8-2-10,0 1 0,1-1 0,0 1 0,0-1 0,0 1 0,1 0 0,-1 0 0,2 1 0,-1-1 0,1 0 0,0 11 0,0 1-19,0 0 0,2 0-1,3 22 1,-4-39-11,1-1 1,-1 1-1,1 0 1,-1 0-1,1 0 1,0 0-1,0 0 1,-1-1-1,1 1 1,0 0-1,1-1 1,-1 1-1,0 0 0,0-1 1,1 0-1,-1 1 1,1-1-1,-1 0 1,1 0-1,-1 0 1,1 0-1,0 0 1,3 1-1,-1 0-118,1-1-1,0 0 1,0 0-1,0 0 0,0-1 1,0 0-1,0 0 1,0 0-1,6-2 1,3 0-503,0-1 0,0-1 0,0 0 1,-1-1-1,22-11 0,2-6-2375,45-34-1,-19-3 752,-30 14 3660,-34 61 11152,2 28-9815,1-12-1499,-2-31-1219,0 0 0,0 1 0,0-1 0,0 0 0,0 0-1,1 0 1,-1 0 0,0 0 0,1 0 0,-1 0 0,1 0-1,0 0 1,-1 0 0,1 0 0,-1 0 0,1 0-1,0-1 1,0 1 0,0 0 0,0 0 0,-1-1 0,1 1-1,0-1 1,2 2 0,32 6-400,-24-8 118,0 0-1,0-1 1,0 0-1,16-4 1,-11 0-24,-1-2 1,0 0-1,-1 0 0,0-2 0,0 0 0,0 0 1,14-14-1,25-17 532,-50 47 3649,23 52-3071,-23-55-1135,1 0 0,0-1 0,0 0 0,1 0 0,-1 0 0,1 0 0,-1-1 0,1 0 0,0 0 0,0 0 0,0 0 0,0-1 0,0 0 0,8 1 0,75 2-10585,-72-4 8058,33 0-7462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6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13 7187,'0'0'15125,"-19"-2"-12015,3 0-2614,2-1-130,-1 1 0,1 0 0,-1 1 1,1 1-1,-1 0 0,1 1 0,-1 1 0,-14 3 0,20-1-216,0 0-1,1 0 0,0 1 0,-14 11 0,20-16-183,1 1 1,-1 0-1,1 0 1,-1 1-1,1-1 0,-1 0 1,1 0-1,0 1 0,0-1 1,0 1-1,0-1 0,0 1 1,0-1-1,0 1 0,0-1 1,1 1-1,-1 0 1,1 0-1,-1-1 0,1 1 1,-1 0-1,1 0 0,0-1 1,0 1-1,0 0 0,0 0 1,0 0-1,1-1 0,-1 1 1,0 0-1,2 3 1,1-4-99,1 0 1,0 1 0,-1-1-1,1-1 1,0 1 0,0 0-1,-1-1 1,1 0 0,0 0-1,0 0 1,0 0 0,6-2-1,3 1-49,2 1-2,0-1 1,0-1 0,0-1 0,-1 0 0,1-1-1,-1 0 1,0-2 0,0 1 0,14-9 0,-28 14 227,0 0 0,0 0 0,0 0 0,0-1 0,1 1 0,-1 0 0,0 0 1,0 0-1,0 0 0,0 0 0,0-1 0,1 1 0,-1 0 0,0 0 1,0 0-1,0 0 0,1 0 0,-1 0 0,0 0 0,0 0 0,0 0 1,1 0-1,-1 0 0,0 0 0,0 0 0,1 0 0,-1 0 0,0 0 0,0 0 1,0 0-1,1 0 0,-1 0 0,0 0 0,0 0 0,0 0 0,0 0 1,1 1-1,-1-1 0,0 0 0,0 0 0,0 0 0,0 0 0,1 0 0,-1 1 1,0-1-1,0 0 0,0 0 0,0 0 0,0 0 0,0 1 0,0-1 1,1 0-1,-1 0 0,0 0 0,0 1 0,-6 16 864,-17 23-213,22-39-645,-75 115 1655,-156 178 0,230-292-1706,-11 12 0,1 0 0,1 1 0,0 0 0,0 0 0,-10 23 0,21-37 0,0-1 0,1 0 0,-1 1 0,0-1 0,0 1 0,1-1 0,-1 0 0,0 1 0,0-1 0,1 0 0,-1 1 0,0-1 0,1 0 0,-1 0 0,1 1 0,-1-1 0,0 0 0,1 0 0,-1 0 0,1 1 0,-1-1 0,0 0 0,1 0 0,-1 0 0,1 0 0,-1 0 0,1 0 0,-1 0 0,1 0 0,-1 0 0,1 0 0,-1 0 0,0 0 0,1 0 0,-1 0 0,1-1 0,0 1 0,1 0 0,25-1 0,1-2 0,-1 0 0,52-15 0,81-34 0,-121 38 0,-3 3 0,0-3 0,-1-1 0,0-1 0,38-26 0,-72 41-157,1 0 0,-1 0 0,0-1 1,1 1-1,-1-1 0,0 1 0,0-1 0,0 1 0,0-1 1,0 0-1,0 0 0,0 1 0,0-1 0,0-3 0,-1 3-151,1 1-1,-1-1 0,0 1 0,0-1 1,0 0-1,0 1 0,0-1 0,0 1 1,0-1-1,-1 1 0,1-1 1,0 1-1,-1-1 0,1 1 0,-1-1 1,0 1-1,1 0 0,-1-1 0,0 1 1,0 0-1,0 0 0,0-1 1,0 1-1,0 0 0,0 0 0,-1 0 1,-1-1-1,-22-10-9167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6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12902,'0'0'18334,"13"19"-16803,-6 11-1520,-7-28-14,0 0 1,0 0 0,0 0 0,0 0 0,1 0-1,-1-1 1,0 1 0,1 0 0,-1 0 0,1 0-1,0-1 1,-1 1 0,1 0 0,0 0 0,0-1 0,0 1-1,0-1 1,1 1 0,-1-1 0,0 0 0,1 1-1,-1-1 1,1 0 0,-1 0 0,1 0 0,-1 0 0,1 0-1,0 0 1,-1 0 0,1-1 0,0 1 0,0-1-1,0 1 1,0-1 0,-1 0 0,1 1 0,0-1-1,3 0 1,6-2-123,-1 0 0,0 0 0,0-1 0,0-1 0,-1 1 0,1-2 0,-1 1 0,0-1 0,0 0 0,-1-1 0,1 0 0,-1-1 0,12-11 0,-20 18 150,1 0 0,0 0 0,-1 0 0,1 0 0,0 0 0,0 0 0,-1 0 0,1 0 0,0 0 0,-1 1 0,1-1 0,0 0 0,-1 1 0,1-1 0,-1 0 0,1 1 0,0-1 0,-1 1 0,1-1 0,-1 1 0,1-1 0,-1 1 0,0-1 0,1 1 0,-1-1 0,1 1 0,-1 0-1,1 0 1,19 27 917,-15-19-783,17 11-2851,-17-17 1324,0-1 1,0-1-1,0 1 0,0-1 1,0 0-1,0 0 1,0-1-1,0 1 1,0-1-1,10-1 0,-15 1 1245,27 0-9551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7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8084,'0'0'15551,"14"0"-14135,29 3-694,150 5 1379,-192-8-2112,0 0 0,1 0-1,-1 0 1,0 0 0,1 0 0,-1-1 0,0 1-1,0 0 1,1-1 0,-1 1 0,0-1-1,0 1 1,1-1 0,-1 1 0,0-1 0,0 0-1,0 0 1,0 1 0,0-1 0,0 0-1,0 0 1,0 0 0,0 0 0,0 0 0,-1-1-1,1 1 1,0 0 0,-1 0 0,1 0-1,-1-1 1,1 1 0,-1 0 0,1-2 0,-2 2-6,1-1-1,0 0 1,0 1 0,-1-1 0,1 0 0,-1 1 0,1-1 0,-1 1 0,0-1 0,0 1 0,1 0 0,-1-1 0,0 1 0,0 0 0,0-1 0,-1 1 0,1 0 0,0 0 0,0 0 0,-1 0-1,1 0 1,0 0 0,-1 0 0,1 1 0,-1-1 0,1 0 0,-3 0 0,-13-3 2,0 1 0,0 0 0,-1 1 1,1 1-1,0 1 0,-25 2 0,39-2 37,0 1 1,0-1-1,1 1 1,-1 0-1,0 0 1,1 0-1,-1 0 1,1 0-1,-1 0 1,1 1-1,0-1 1,-1 1-1,1 0 1,0 0-1,0 0 1,0 0-1,0 0 1,1 0-1,-1 0 1,1 0-1,-1 1 1,1-1-1,0 1 1,-1-1-1,1 1 1,1 0-1,-1-1 1,0 1-1,0 3 1,-1 4 24,0 0 1,1 1 0,0 0-1,1-1 1,0 1 0,3 14-1,-3-21-83,1-1-1,1 0 0,-1 1 1,0-1-1,1 0 0,-1 0 0,1 0 1,0 0-1,0 0 0,0 0 0,1 0 1,-1-1-1,1 1 0,-1-1 1,1 0-1,0 0 0,0 0 0,0 0 1,0 0-1,0 0 0,0-1 0,1 0 1,-1 1-1,0-1 0,7 1 0,6 1-565,1 0 0,-1-1-1,1 0 1,19-1-1,-20-2 56,1-1 0,-1-1-1,0 0 1,0-1-1,0-1 1,0 0 0,-1-1-1,0-1 1,18-10 0,6-6-104,-2-2 1,41-34 0,-71 53 898,24-19-527,-21 8 11963,-17 50-8424,7-19-2868,0-9-330,0-1-1,0 1 1,0 0 0,0-1-1,1 1 1,0 0-1,2 6 1,-3-9-65,1-1 0,0 1 0,0-1 0,1 1 0,-1-1 0,0 1 0,0-1 0,1 0 0,-1 0 0,1 0 0,-1 0 0,1 0 0,-1 0 0,1 0 1,-1 0-1,1 0 0,0-1 0,0 1 0,-1-1 0,1 1 0,0-1 0,0 0 0,3 0 0,5 2-86,0-1 0,0-1 0,0 0 0,0 0 0,0-1 0,0-1 0,0 1 0,0-2 0,0 1 0,-1-1 0,1-1 0,-1 1 0,0-2 0,0 1 0,-1-1 0,1-1 0,-1 1 0,0-2 0,7-6 0,-14 12 120,-1 1 0,1-1 0,-1 1 0,1-1 0,-1 1 0,1-1 0,0 1 0,-1-1 0,1 1 0,0 0 0,-1-1 0,1 1 0,0 0 0,-1-1-1,1 1 1,0 0 0,-1 0 0,1 0 0,0 0 0,0-1 0,-1 1 0,1 0 0,0 0 0,0 1 0,0-1 0,-1 0 0,1 0 0,0 0 0,0 1 0,13 21 1210,-8-10-1119,-5-9-474,1-1 1,0 1-1,-1-1 0,1 1 0,0-1 1,0 0-1,0 0 0,0 0 0,5 3 1,-4-3-534,0 0 1,0 0 0,0-1-1,1 0 1,-1 1 0,1-1 0,-1 0-1,1-1 1,-1 1 0,1-1-1,-1 1 1,1-1 0,-1 0 0,1-1-1,0 1 1,-1 0 0,1-1-1,-1 0 1,1 0 0,4-2 0,14-14-9604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7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10725,'0'0'14652,"0"6"-13737,0-4-868,0 1 0,0-1 0,1 0 0,-1 0-1,0 0 1,1-1 0,0 1 0,-1 0 0,1 0 0,0 0 0,0 0-1,0 0 1,0-1 0,0 1 0,0-1 0,1 1 0,-1 0 0,0-1 0,1 0-1,2 3 1,2-1 50,-1 0-1,1 0 1,0 0-1,0-1 0,0 0 1,0 0-1,9 1 1,-3 0-131,1 0 0,0-2 0,0 0 0,0 0 0,0-1 0,1 0 1,-1-2-1,18-3 0,-28 5 17,1-1 0,-1 0 0,0 0 1,0-1-1,0 1 0,0 0 0,0-1 0,0 0 0,0 0 0,-1 0 1,1 0-1,-1 0 0,1 0 0,-1-1 0,0 1 0,0-1 1,0 0-1,0 0 0,0 1 0,-1-1 0,1 0 0,-1 0 1,0-1-1,1 1 0,-2 0 0,1 0 0,0-1 0,-1 1 1,1 0-1,-1-1 0,0 1 0,0 0 0,0-1 0,-1 1 1,1 0-1,-1-1 0,-1-3 0,1 5 113,0-1-1,-1 0 0,1 1 1,-1 0-1,1-1 1,-1 1-1,0 0 1,0 0-1,0 0 1,0 0-1,0 0 1,-1 0-1,1 1 1,0-1-1,-1 1 1,1-1-1,-1 1 0,0 0 1,1 0-1,-1 0 1,0 0-1,0 1 1,1-1-1,-1 1 1,0 0-1,0 0 1,-4 0-1,-10-1 847,-1 1 0,-35 4 0,49-4-934,1 1 0,-1 0 0,0 0 1,1 0-1,-1 0 0,1 1 0,-1-1 1,1 1-1,-1 0 0,1 0 1,0 0-1,0 1 0,0-1 0,0 1 1,1 0-1,-1-1 0,1 1 0,-1 0 1,1 0-1,0 1 0,0-1 1,1 0-1,-1 1 0,-1 3 0,-1 5-14,1-1 1,1 1-1,-1 0 0,2 0 0,0 0 0,0 17 0,2-26-7,-1 1 1,1-1-1,-1 0 1,1 0-1,0 0 1,0 0-1,1 0 0,-1 0 1,1 0-1,-1 0 1,1 0-1,0 0 1,0-1-1,0 1 0,1-1 1,-1 0-1,1 1 1,-1-1-1,1 0 1,-1 0-1,1-1 0,0 1 1,0-1-1,0 1 1,0-1-1,0 0 1,0 0-1,1 0 0,-1 0 1,4 0-1,15 3-414,-1-1 0,1-1 0,30 0-1,-45-2 225,21 0-945,18 1-3782,61-6 0,-7-16-7020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8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0 9620,'0'0'13321,"-29"9"-9957,5-2-2760,-10 2 396,0 2 1,1 1-1,-62 33 0,76-35-761,2 2 0,-1 0-1,1 0 1,1 2 0,-25 26 0,34-32-209,1 0 0,0 1 1,0 0-1,0 0 0,1 0 1,1 1-1,-1 0 0,2 0 1,-1 0-1,1 0 0,1 0 0,0 1 1,-1 12-1,1 0-30,0 71 0,3-87 0,0 1 0,0 0 0,0 0 0,1 0 0,0-1 0,1 1 0,0-1 0,0 1 0,7 10 0,-2-6-323,0 0 1,2-1-1,-1 0 1,1-1-1,1 0 0,0-1 1,0 0-1,1 0 1,0-1-1,1-1 0,0 0 1,0-1-1,0 0 1,1-1-1,22 5 0,2-2-1677,1-3 0,-1-1 0,1-2 0,65-5 0,-14-5-10050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8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 2385,'-3'-9'30161,"330"9"-29940,-327 0-221,0 0 0,1 0 0,-1 0 0,0 0 0,0 0 0,0 0 0,0 0 0,1 0 0,-1 0 0,0 0 0,0 0 0,0 0 0,0 0 0,0 0 0,1 0 0,-1 1 0,0-1 0,0 0 0,0 0 0,0 0 0,0 0 0,1 0 0,-1 0 0,0 0 0,0 0 0,0 1 0,0-1 0,0 0 0,0 0 0,0 0 0,1 0 0,-1 0 0,0 1 0,0-1 0,0 0 0,0 0 0,0 0 0,0 0 0,0 1 0,0-1 0,0 0 0,0 0 0,0 0 0,0 0 0,0 1 0,0-1 0,0 0 0,0 0 0,0 0 0,0 0 0,0 1 0,-1-1 0,1 0 0,-9 13 0,-14 11 0,-30 10 0,43-29 0,0 0 0,0 1 0,0 0 0,1 1 0,0 0 0,0 0 0,1 1 0,0 1 0,0-1 0,-7 12 0,15-19 0,0-1 0,0 1 0,0-1 0,0 1 0,0-1 0,0 1 0,0-1 0,0 1 0,1-1 0,-1 1 0,0-1 0,0 0 0,1 1 0,-1-1 0,0 1 0,0-1 0,1 1 0,-1-1 0,1 0 0,-1 1 0,0-1 0,1 0 0,-1 0 0,1 1 0,-1-1 0,1 0 0,-1 0 0,0 1 0,1-1 0,-1 0 0,1 0 0,-1 0 0,1 0 0,0 0 0,-1 0 0,1 0 0,-1 0 0,1 0 0,-1 0 0,1 0 0,28 3 0,-26-3 0,34 1-205,32 1-587,-65-1 748,0-1-1,0 1 1,0 0 0,0 0 0,0 0 0,0 1 0,0-1-1,0 1 1,0 0 0,-1 0 0,1 1 0,4 3 0,-4-1 127,-1 0 1,0 0-1,-1 0 0,1 1 1,-1-1-1,0 1 1,-1-1-1,1 1 1,-1 0-1,0 0 1,-1-1-1,1 1 0,-1 0 1,0 0-1,0 0 1,-1 0-1,-2 11 1,2-16-80,0 1 1,0 0-1,0-1 0,0 1 1,0-1-1,-1 1 1,1-1-1,0 1 1,-1-1-1,1 0 0,-1 0 1,1 0-1,-1 0 1,0 0-1,1 0 1,-1 0-1,0 0 1,-3 0-1,-41 12-13,28-8 3,-143 37-125,168-60-4812,14-8-1148,10-9-3842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9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13814,'0'0'18011,"18"7"-17216,-13-6-762,9 4-24,-1 1 1,1 0-1,-1 0 1,0 1-1,-1 1 1,0 0-1,0 1 1,0 1-1,-1-1 1,-1 2-1,13 14 1,-14-10-10,0 0 0,-2 1 0,0 0 0,0 0 0,-2 0 0,0 1 0,-1-1 0,0 1 0,-1 0 0,-2 1 0,1-1 0,-2 0 0,-2 26 0,1-35 0,-1 0 0,0 0 0,0-1 0,0 1 0,-1 0 0,-1-1 0,1 1 0,-1-1 0,0 0 0,-1 0 0,0-1 0,0 1 0,0-1 0,-1 0 0,-7 5 0,-10 9 0,-1-1 0,-45 26 0,68-44 0,-2 1 0,-1 0 0,1 0 0,0 0 0,-1 0 0,0-1 0,1 1 0,-1-1 0,0 0 0,0 0 0,-6 1 0,10-2-16,-1 0 1,1 0-1,0 0 0,0 0 1,-1 0-1,1 0 0,0 0 1,0 0-1,-1-1 0,1 1 1,0 0-1,-1 0 0,1 0 1,0 0-1,0 0 0,0 0 1,-1 0-1,1-1 0,0 1 1,0 0-1,-1 0 0,1 0 1,0 0-1,0-1 0,0 1 1,0 0-1,-1 0 0,1-1 1,0 1-1,0 0 0,0 0 1,0 0-1,0-1 1,0 1-1,0 0 0,0-1 1,0 1-1,0 0 0,0 0 1,0-1-1,0 1 0,0 0 1,0 0-1,0-1 0,0 1 1,0 0-1,0 0 0,0-1 1,0 1-1,0 0 0,0 0 1,0-1-1,1 1 0,-1 0 1,0 0-1,0 0 0,0-1 1,1 1-1,-1-2-599,3-3-598,1-1 1,-1 0-1,1 1 0,0-1 1,0 1-1,1 0 1,-1 1-1,1-1 1,7-4-1,33-26-11582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9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7700,'0'0'25067,"0"22"-25067,0-11 0,0 1 0,0 4 0,0-1 0,0 1 0,0 0-2193,7-5-3634,6-2-4770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9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12630,'0'0'18952,"-54"129"-17767,40-104-1185,1-3 0,-1 3 0,-13 9 0,0 2-1713,0 3-5314,0-3 2769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12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4034,'2'-2'20228,"10"-9"-19265,17 0-698,1 2 1,1 2-1,-1 0 1,1 2-1,53-1 1,-82 33-122,-3-22-118,0 0 0,-1 0 0,0 0 0,0 0 0,0 0-1,0 0 1,-1-1 0,1 1 0,-1-1 0,-1 1 0,1-1 0,0 0 0,-1-1 0,0 1 0,0 0 0,-6 3 0,-8 7 21,-1 0 0,-26 14-1,30-17 15,29-11-176,13-1 39,-14 4-160,0 0 0,1 0 1,-1 1-1,0 1 1,-1 0-1,1 1 1,-1 0-1,0 1 0,22 16 1,-33-22 254,0 1 1,0-1-1,0 1 1,0-1-1,0 1 1,0 0 0,-1-1-1,1 1 1,0 0-1,-1-1 1,1 1-1,-1 0 1,0 0-1,1 0 1,-1-1-1,0 1 1,0 0-1,0 0 1,-1 0 0,1-1-1,0 1 1,-1 0-1,1 0 1,-1-1-1,1 1 1,-2 2-1,0 0 153,-1-1 0,1 1 0,-1 0 0,1-1 0,-1 0 0,0 0-1,0 0 1,-1 0 0,-6 4 0,-1 0 286,-1-2-1,1 0 1,-1 0 0,-1-1-1,1 0 1,-1-1-1,1-1 1,-1 0 0,-19 0-1,-22 5 431,60-6-4420,14 0-8026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19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1 3362,'0'0'21473,"-35"28"-18946,28-23-2641,0 0 0,0 0 0,-1-1 0,0 0 0,1 0 0,-2-1 0,1 0 0,-9 3 0,-75 12-3547,52-11 630,-73 13-8679,65-13 5249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7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4610,'0'0'14938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8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10 9925,'0'0'13414,"-14"-1"-12318,5 0-994,-60-1 665,63 2-704,1 1 1,0 0 0,-1 0 0,1 0-1,0 0 1,0 1 0,0 0 0,0 0-1,0 1 1,1-1 0,-1 1 0,0 0-1,-6 6 1,-31 20 59,38-27-123,3-2-46,13-1-195,0-1 161,0 0-1,0-1 0,0-1 0,-1 0 0,1-1 0,-1 0 0,13-8 0,39-15-39,-61 28 509,-39 4 1999,19 1-1639,0 1-1,0 1 0,-33 18 1,50-23-685,1-2-150,10 0-1434,21 0 3931,-57 26-10979,18-18 3434,0-1-850,-4 0-1001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8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8308,'0'0'18520,"-20"0"-16711,13 0-1809,0 4 0,-6 1-240,-1 2-1073,7-1-591,-13 1-1346,0 0-608,-7 0-2401,-1-1-816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8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4322,'0'0'21018,"-13"3"-17945,13-1-2945,0 0-128,-7 3-48,0-1-848,-7 5-801,1 0-1248,-7 0-1778,-1 0-2304,-13-2-1185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3217,'0'0'22155,"-47"2"-20251,40 0 225,0 3-1856,1-3-257,6 3-16,-7 1-689,-7 1-1152,7 0-912,-6-3-1841,-1 1-2385,1-5-2257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2881,'0'0'22523,"0"20"-20618,0-6-241,0 2-607,0 2-721,7 0-272,6 2-64,1 3-176,-7 2-1377,13 0-1056,-7-1-1857,8 1-1249,6 0-2176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8612,'0'0'16664,"0"126"-15144,0-106-559,0-2-641,0 5-256,0-3-64,6 3-672,-6 4-881,7 0-1216,0-2-1185,0-3-1729,13-1-1472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1761,'0'0'21113,"27"128"-19912,-13-105-369,-1-1-752,1 3-80,-1 5-512,1 6-560,-1-2-2290,-6-1-2320,7-1-2162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4674,'0'0'13478,"33"77"-13302,-19-54-176,0 4-144,-8 2-3377,1-2-2386,0-2-2657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6499,'0'0'12502,"7"94"-12502,6-71-1201,1 2-175,6-3-4291,-6-1-1360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4866,'0'0'16296,"7"2"-15672,0-2-624,0 0-1681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10 15207,'-21'0'3378,"8"0"5169,6 0-4417,0 0-4130,1 0-2401,-8 0-480,0-2-1809,-13-1-2353,0-1-2258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10293,'0'0'19257,"-47"0"-18825,40 0-432,0 3-1329,1 1-1088,-1 1-1233,0-3-1536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3249,'-115'30'27501,"108"-30"-26637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1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 3730,'0'0'16570,"5"0"-14161,23 0 5131,-28 27-5414,-1-21-2107,0 1 0,0-1 1,-1 0-1,0 0 0,-1 0 1,1-1-1,-1 1 0,0 0 1,0-1-1,-1 0 0,0 0 1,0 0-1,0 0 0,-6 5 1,-15 13 31,-33 27-1,52-45-49,-52 49-1,58-50 0,11-3 0,11-4 0,22-5 0,1 2 0,-1 2 0,1 2 0,82 7 0,-105-4 0,0 1 0,0 1 0,25 7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1969,'0'0'14727,"6"8"-8554,-4 53-4902,-1 51-141,-1-100-1361,-2-1 0,1 1 1,-2-1-1,1 1 0,-1-1 0,-1 0 1,-5 11-1,9-22 60,0 0-1,0 0 1,0-1-1,0 1 1,0 0-1,1 0 1,-1-1 0,0 1-1,0 0 1,0-1-1,0 1 1,-1 0-1,1 0 1,0-1-1,0 1 1,0 0 0,0 0-1,0-1 1,0 1-1,0 0 1,0 0-1,0-1 1,-1 1-1,1 0 1,0 0 0,0-1-1,0 1 1,-1 0-1,1 0 1,0 0-1,0 0 1,0-1 0,-1 1-1,1 0 1,0 0-1,0 0 1,-1 0-1,1 0 1,0 0-1,0 0 1,-1 0 0,1 0-1,0 0 1,-1 0-1,1 0 1,0 0-1,0 0 1,-1 0-1,1 0 1,0 0 0,0 0-1,-1 0 1,1 0-1,0 0 1,0 0-1,-1 0 1,1 0 0,0 1-1,0-1 1,-1 0-1,1 0 1,0 0-1,0 0 1,0 1-1,-1-1 1,1 0 0,0 0-1,0 1 1,-1-29-6030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7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8132,'0'0'9732,"7"34"-10196,-7-9-2241,0 4-2706,0 3-1920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8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6755,'0'0'12995,"5"12"-12242,-1-3-582,-1 2-28,1 0 0,0-1 0,1 0-1,0 0 1,1 0 0,11 15 0,-16-24-186,1 0-1,0 0 1,0 0-1,0 0 1,0-1 0,0 1-1,0 0 1,0-1-1,0 1 1,0-1 0,0 0-1,0 0 1,0 0-1,0 0 1,1 0 0,-1 0-1,0 0 1,0-1-1,0 1 1,0-1 0,0 1-1,0-1 1,0 0-1,0 0 1,-1 0 0,1 0-1,0 0 1,0 0-1,-1-1 1,1 1-1,1-3 1,0 2 53,0-1 0,0 0 0,0 0 0,-1 0 0,0 0 0,1 0 0,-1-1 0,0 1 0,-1-1 0,1 1 0,-1-1 0,1 0 0,-1 0 0,0 0 0,0 1 0,0-6 627,1 9-477,1 1 0,-1 0 0,1-1 0,-1 1 0,0 0 1,1 0-1,-1 0 0,0 0 0,0 1 0,0-1 0,0 1 0,0-1 1,0 1-1,2 2 0,-2-2-649,0 0 0,1 0 0,-1 0 0,1 0 0,-1 0 0,1-1 0,0 1 0,0-1 1,0 0-1,-1 0 0,1 0 0,5 1 0,6-1-5498,-1-1-1280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8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10005,'0'0'13014,"-61"151"-11654,54-106-175,1-2-33,-1 0-447,7-7-449,0-6-224,0-3-64,0-9-465,7-7-175,6-2-945,1-7-1232,6-2-961,7 0-1952,-7-2-97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8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3714,'0'0'14438,"149"14"-14438,-88-3-528,7 0-3714,6 3-1136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9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1505,'0'0'19969,"14"5"-18206,1 0-1266,-9-3-320,0-1 0,0 2 0,0-1 0,0 1 0,-1 0 0,1 0 0,-1 0 0,0 1-1,0 0 1,0 0 0,8 9 0,18 21 1381,-21-20-1339,1-2 1,1 1 0,0-1 0,1-1-1,18 13 1,-30-24-202,0 1 1,0 0-1,0-1 0,1 0 0,-1 1 0,0-1 1,0 0-1,1 1 0,-1-1 0,0 0 0,1 0 1,-1 0-1,0 0 0,0 0 0,1 0 1,-1 0-1,0-1 0,1 1 0,-1 0 0,0-1 1,0 1-1,0-1 0,1 0 0,-1 1 0,0-1 1,0 0-1,0 1 0,0-1 0,0 0 1,0 0-1,0 0 0,0 0 0,-1 0 0,1 0 1,0 0-1,0 0 0,-1 0 0,2-3 0,2-5 28,0-1 0,0 0 0,5-20 0,-4 12 45,48-110 1543,-43 103-3158,-6 14-3413,-3 14 4155,0-1 0,0 0 0,0 1 0,0-1 0,0 0-1,0 0 1,0 0 0,1 0 0,-1 0 0,1 0 0,-1 0-1,1-1 1,0 1 0,0 0 0,0-1 0,4 3 0,20 10-8652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9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172 389 9316,'0'0'20239,"-21"3"-18935,-67 12-570,84-14-717,1 0-1,0 1 0,-1-1 1,1 1-1,0-1 1,0 1-1,0 0 1,0 0-1,1 1 0,-1-1 1,0 0-1,1 1 1,0 0-1,0-1 1,-1 1-1,2 0 1,-1 0-1,0 0 0,1 0 1,-1 1-1,1-1 1,0 0-1,0 1 1,-1 6-1,1-9-65,1 1 0,-1-1 1,1 1-1,-1-1 0,1 1 0,0-1 1,0 1-1,0 0 0,0-1 0,0 1 1,0-1-1,0 1 0,0 0 0,1-1 0,-1 1 1,0-1-1,1 1 0,0-1 0,-1 1 1,1-1-1,0 1 0,0-1 0,-1 0 1,1 1-1,0-1 0,1 0 0,-1 0 1,0 1-1,0-1 0,0 0 0,1 0 0,-1-1 1,0 1-1,1 0 0,-1 0 0,3 0 1,0 0-103,1-1 1,-1 1-1,0-1 0,1 0 1,-1 0-1,0 0 1,1-1-1,-1 0 1,0 0-1,1 0 0,-1 0 1,8-4-1,-5 2 38,1-1 1,-1 0-1,0 0 0,0-1 0,0 0 0,-1 0 0,1-1 0,-1 1 1,6-9-1,-11 16 170,-1 0 0,1 0 1,0 1-1,0-1 0,0 0 1,0 0-1,0 0 0,0 0 1,0 0-1,1-1 0,-1 1 1,1 0-1,1 1 0,1 2-374,-1-1 0,1 0 0,0 0 0,0 0 0,1 0 0,-1-1 0,1 0 0,0 0 0,0 0 0,0 0 0,0-1 0,8 3 0,-8-5-17,0 0 0,0 0 0,0 0 0,1-1 0,-1 0 0,0 0 0,0 0 0,0-1 0,0 1 0,-1-1 0,1-1 0,0 1 0,-1 0 1,1-1-1,-1 0 0,6-5 0,5-5-655,-1-1 1,24-31-1,-24 29 388,8-11-58,-2-1 1,-1-1-1,-1 0 1,23-53-1,-30 56 1128,-2 0 0,7-31 0,-11 35 1458,-2 0-1,0 0 1,-4-28 5850,-8 54-6187,-7 9-816,4 2-524,0 0 0,1 1-1,1 1 1,1 0 0,0 0-1,1 1 1,1 0 0,1 0-1,-5 23 1,4-11 31,2 0-1,1 0 1,1 0 0,2 0-1,3 41 1,-2-66-442,1 0-1,0 0 1,-1-1 0,2 1 0,-1 0-1,0 0 1,1 0 0,0-1 0,0 1-1,0-1 1,1 0 0,0 0 0,-1 1-1,2-2 1,-1 1 0,0 0 0,1-1-1,-1 1 1,1-1 0,0 0-1,0 0 1,0-1 0,1 1 0,-1-1-1,1 0 1,-1 0 0,1 0 0,0-1-1,6 2 1,11 0-1614,0 0 0,1-1 0,0-1 0,0-2-1,24-2 1,-43 2 1510,76-8-14187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9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18440,'0'0'12998,"88"-4"-12838,-54 6-160,-1 5-336,-5-1-816,-1-1-1409,-7 2-1025,-6-1-3105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7043,'0'0'15751,"149"0"-15751,-109 0-880,15 0-2674,-8 0-4193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0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244 572 15175,'0'0'15727,"-17"-3"-15052,3 0-552,2-1-66,0 2 0,0-1-1,-1 2 1,1-1-1,-1 2 1,1 0-1,-1 0 1,-19 4-1,26-2-67,2 0-1,-1 0 0,0 1 0,0-1 0,1 1 0,-1 0 1,1 1-1,0-1 0,0 1 0,0 0 0,1 0 0,-1 0 1,1 0-1,0 0 0,0 1 0,0 0 0,1-1 0,0 1 1,0 0-1,0 0 0,0 0 0,-1 8 0,25-13-724,-16 0 649,0-1 1,0 0-1,-1 0 1,1-1-1,0 0 1,-1 0-1,1 0 1,-1-1-1,1 1 1,-1-1-1,9-7 1,53-48-1211,-55 47 964,39-37-210,-3-2-1,-2-2 1,-3-1-1,-2-3 1,-2-1-1,43-87 1,-79 139 691,17-46 401,-14 13 5530,-10 43-5134,-33 54-795,-35 73 0,60-104-147,0 0 0,2 1 0,1 0-1,1 1 1,-4 41 0,11-66-3,-3 22 0,2 0 0,0 0 0,5 50 0,-2-75-207,0 0 0,0 0 0,1 0 0,-1 0-1,0 0 1,1 0 0,0 0 0,-1-1 0,1 1 0,0 0 0,0-1 0,0 0-1,0 1 1,0-1 0,0 0 0,0 0 0,0 0 0,1 0 0,-1 0 0,0-1 0,1 1-1,-1-1 1,1 1 0,-1-1 0,0 0 0,1 0 0,3 0 0,7 0-2121,1 1 1,-1-2 0,24-3 0,-4-6-5170,1-5 200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1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3 115 5619,'0'0'16322,"13"0"-14820,117-5 931,-129 5-2419,-1 0 0,1 0 0,0 0 0,-1 0 0,1 0 0,0-1 0,-1 1 1,1 0-1,0-1 0,-1 1 0,1 0 0,-1-1 0,1 1 0,-1-1 0,1 1 0,-1-1 0,1 1 0,-1-1 1,1 1-1,-1-1 0,1 1 0,-1-1 0,0 0 0,0 1 0,1-1 0,-1 0 0,0 1 0,1-2 0,-3-26-5,0 24-35,1-1 1,0 1-1,-1 0 1,0 0-1,0 0 1,0 0-1,-1 0 1,1 0-1,-1 1 0,-6-7 1,7 8 46,-1 0 0,0 0 1,0 0-1,0 0 0,0 1 1,0-1-1,0 1 0,0 0 1,0 0-1,0 0 0,-1 1 0,1-1 1,0 1-1,-1-1 0,1 1 1,0 0-1,-1 1 0,1-1 0,0 0 1,-1 1-1,1 0 0,0 0 1,0 0-1,0 0 0,0 0 0,0 1 1,0-1-1,0 1 0,0 0 1,0 0-1,1 0 0,-1 0 0,1 0 1,-1 1-1,1-1 0,0 1 1,0-1-1,0 1 0,0 0 1,1 0-1,-1 0 0,1 0 0,0 0 1,0 0-1,0 1 0,0-1 1,0 0-1,1 0 0,-1 1 0,1 3 1,-2 1-3,1 1 0,1-1 0,0 0 0,0 1 0,0-1 0,1 1 0,0-1 0,1 0 0,4 15 0,-4-19-127,1 1-1,-1-1 1,1 0 0,-1-1 0,1 1-1,0 0 1,0-1 0,1 0 0,-1 1 0,1-1-1,0-1 1,0 1 0,0 0 0,0-1 0,0 0-1,0 0 1,1 0 0,-1-1 0,6 2 0,12 2-1724,0-1 0,0-1 0,0-1 0,0-1 0,1-1 0,-1-1 0,0-1 1,0-1-1,0-1 0,31-10 0,-4-5-1380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1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547 134 2385,'0'0'23016,"-2"-19"-20212,-3-59-704,5 77-2041,-1-1 1,1 0 0,-1 0 0,1 1 0,-1-1 0,1 0 0,-1 1-1,0-1 1,0 1 0,0-1 0,0 1 0,0-1 0,0 1 0,0 0-1,0-1 1,-1 1 0,1 0 0,0 0 0,-1 0 0,1 0 0,-1 0 0,0 0-1,1 0 1,-1 1 0,1-1 0,-1 0 0,0 1 0,0 0 0,1-1-1,-1 1 1,0 0 0,0 0 0,1 0 0,-1 0 0,0 0 0,0 0-1,0 0 1,1 1 0,-3 0 0,-3 0 8,-13-2-68,13 1 0,0-1 0,0 1 0,-1 1 0,1 0 0,0 0 0,-11 3 0,16-3 0,0-1 0,0 1 0,1 0 0,-1 1 0,0-1 0,1 0 0,-1 0 0,1 1 0,0-1 0,-1 1 0,1-1 0,0 1 0,0 0 0,0-1 0,0 1 0,0 0 0,0 0 0,1 0 0,-1-1 0,0 1 0,1 0 0,0 0 0,-1 0 0,1 0 0,0 0 0,0 0 0,0 0 0,0 2 0,1-2-3,0-1-1,-1 0 1,1 0-1,0 0 1,0 0-1,0 0 1,0 0-1,0 0 1,0 0-1,0 0 1,0 0-1,0 0 1,0 0-1,0-1 1,0 1-1,1 0 1,-1-1-1,0 1 1,1-1-1,-1 0 1,0 1-1,1-1 1,-1 0-1,0 0 1,3 0-1,43 6-304,-39-6 168,11 1-296,24 3-516,-42-4 937,0 1 0,0-1 0,0 0 0,0 1 0,0-1 0,0 0 0,0 1 0,0-1 0,0 1 0,0-1 0,0 1 0,0 0 1,-1-1-1,1 1 0,0 0 0,0 0 0,-1-1 0,1 1 0,0 0 0,-1 0 0,1 0 0,-1 0 0,1 0 0,-1 0 0,1 0 0,-1 0 0,0 0 0,0 0 0,1 0 1,-1 2-1,0 9 166,-1 1 0,0-1 0,0 1 0,-1-1 0,-1 0 1,0 0-1,-1 0 0,0 0 0,-1 0 0,0-1 1,-1 0-1,0 0 0,-1-1 0,-8 12 0,-40 48-79,-100 102 0,58-69-93,43-46 21,31-35 0,1 1 0,2 1 0,-24 35 0,43-58 0,1 0 0,-1-1 0,1 1 0,-1 0 0,0 0 0,1 0 0,0 0 0,-1-1 0,1 1 0,0 0 0,-1 0 0,1 0 0,0 0 0,0 0 0,0 0 0,-1 0 0,1 0 0,0 0 0,1 0 0,-1 0 0,0 0 0,0 0 0,0 0 0,0-1 0,1 1 0,-1 0 0,1 1 0,0-1 0,0 0 0,0-1 0,0 1 0,1-1 0,-1 1 0,0-1 0,0 1 0,0-1 0,1 0 0,-1 1 0,0-1 0,1 0 0,-1 0 0,0 0 0,0 0 0,1 0 0,0-1 0,59-13 0,9-16-21,-1-2 1,-2-3-1,85-61 0,-143 90-159,3-1 146,0-1 0,-1-1 0,17-16 0,-24 21-369,-2 1-1,1-1 1,0 0 0,-1 0 0,1 0-1,-1 0 1,0 0 0,0-1 0,-1 1-1,0 0 1,1-1 0,-1 1 0,-1-1-1,1 1 1,0-9 0,-1-27-11600,0 18 2828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1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12310,'0'0'16711,"3"4"-14971,0 1-1623,-1-1 1,0 0-1,0 1 1,-1-1-1,1 1 1,-1-1 0,0 1-1,0 0 1,0-1-1,-1 1 1,1 8-1,-1-6-42,0 0-1,1 0 1,0 0-1,0-1 1,1 1-1,0 0 1,5 10-1,-6-15-84,1 0 0,-1 0 0,1 0 0,0-1-1,0 1 1,0-1 0,0 1 0,0-1 0,0 0 0,0 0 0,0 0 0,0 0 0,1 0-1,-1 0 1,0-1 0,1 1 0,-1-1 0,0 0 0,1 1 0,-1-1 0,1 0-1,-1-1 1,5 1 0,0-1-48,0 0 0,-1 0-1,1-1 1,0 1-1,-1-2 1,1 1 0,7-4-1,7-7-141,-1-1-1,0-1 0,32-32 0,-52 47 221,1-1 0,-1 1 0,1 0 0,-1-1 0,1 1 0,-1 0 0,1 0-1,-1-1 1,1 1 0,0 0 0,-1 0 0,1 0 0,-1 0 0,1 0 0,0 0 0,-1 0 0,1 0-1,-1 0 1,1 0 0,0 0 0,-1 0 0,1 0 0,-1 0 0,1 1 0,-1-1 0,1 0-1,-1 0 1,1 1 0,-1-1 0,1 0 0,-1 1 0,1-1 0,-1 1 0,1-1 0,-1 0 0,0 1-1,1-1 1,-1 1 0,0-1 0,1 1 0,-1 0 0,13 21 637,-12-20-637,17 23-2448,-15-22 1808,-1-1 0,0 0 0,1 0 0,-1-1 0,1 1 0,0 0 0,-1-1 0,1 0 0,0 1 0,0-1 0,0 0 0,0 0 0,0-1 0,0 1 0,0-1 0,0 1 0,0-1 0,1 0 0,4-1 0,1-3-6090,3-7-197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2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4898,'0'0'16413,"17"-1"-14215,42 1-715,101-4 2037,-158 4-3515,-1-1 0,1 1 0,0-1 1,-1 0-1,1 1 0,-1-1 0,1 0 1,-1 0-1,1 0 0,-1 0 0,0 0 1,0 0-1,1 0 0,-1-1 0,0 1 0,0 0 1,0-1-1,0 1 0,0-1 0,-1 1 1,1-1-1,0 1 0,-1-1 0,1 0 1,-1 1-1,1-1 0,-1 0 0,0 1 1,0-1-1,0 0 0,0 1 0,0-1 0,0 0 1,0 1-1,-1-4 0,1 1-24,-1-1 0,0 1 0,0 0 0,0-1 0,0 1 0,-1 0 0,1 0 0,-1 0 0,0 0 0,0 0 0,-1 0 0,-3-5 0,-1 3 32,0 1 1,0-1-1,-1 1 0,1 0 1,-1 1-1,-11-5 0,17 8 4,0 0 0,0 0-1,1 1 1,-1-1 0,0 0 0,0 1 0,0-1-1,0 1 1,0 0 0,0 0 0,0-1-1,0 1 1,0 0 0,0 1 0,0-1 0,0 0-1,0 1 1,0-1 0,1 1 0,-1-1-1,0 1 1,0 0 0,0 0 0,1 0 0,-1 0-1,0 0 1,1 0 0,-1 0 0,1 1-1,-1-1 1,1 1 0,0-1 0,-1 1 0,-1 2-1,-3 10 43,1 1 0,0 0 0,1 0 0,0 0 0,1 0 0,1 1 0,1-1 0,0 1 0,1-1-1,0 1 1,5 28 0,-3-40-299,-1 0-1,1 0 0,0 0 1,0 0-1,0 0 1,1 0-1,-1-1 0,1 1 1,0-1-1,0 0 1,0 1-1,0-1 0,0-1 1,1 1-1,0 0 0,-1-1 1,1 0-1,0 0 1,0 0-1,0 0 0,0-1 1,1 0-1,-1 1 1,0-2-1,1 1 0,8 0 1,-4 0-595,1 0 1,-1-1 0,1 0 0,-1-1 0,1 0 0,-1 0 0,0-1 0,1-1-1,-1 1 1,0-1 0,15-8 0,1-3-256,64-41-893,-79 47 2333,0 1-1,-1-1 1,0-1-1,0 0 0,-1 0 1,10-15-1,-10-2 19652,-7 34-19990,-1-1-1,1 0 1,1 0 0,-1 0-1,1 0 1,0 0-1,4 8 1,-5-13-23,0 1 1,0-1 0,1 1-1,-1-1 1,0 0 0,1 0-1,0 1 1,-1-1 0,1 0-1,0-1 1,0 1 0,0 0-1,0 0 1,0-1 0,1 1 0,-1-1-1,0 0 1,1 0 0,-1 1-1,1-2 1,-1 1 0,4 1-1,4-2-204,1 0 0,-1-1-1,0 0 1,0-1 0,0 0 0,0 0 0,0-1-1,0-1 1,0 1 0,-1-2 0,0 1-1,0-1 1,0-1 0,-1 1 0,1-1-1,-1-1 1,-1 0 0,13-13 0,-20 19 303,0 0-1,1 1 1,-1-1 0,1 0 0,-1 1 0,1-1 0,0 0 0,-1 1-1,1-1 1,-1 1 0,1-1 0,0 1 0,-1-1 0,1 1 0,0 0 0,0-1-1,0 1 1,-1 0 0,1-1 0,0 1 0,0 0 0,0 0 0,-1 0-1,1 0 1,0 0 0,0 0 0,0 0 0,0 0 0,-1 0 0,1 0 0,0 0-1,0 0 1,0 1 0,0-1 0,-1 0 0,1 1 0,0-1 0,0 1-1,-1-1 1,1 1 0,0-1 0,-1 1 0,1-1 0,-1 1 0,1-1 0,0 1-1,-1 0 1,1-1 0,0 3 0,26 24-3833,-24-24 2890,0-1 1,0 1-1,1-1 0,-1 0 0,0 0 0,1 0 1,-1-1-1,1 1 0,-1-1 0,1 0 0,0 0 0,0 0 1,4 0-1,12 0-10085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3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6771,'0'0'10469,"13"9"-9858,-8-6-579,4 4-10,1-1 1,-1 0-1,1 0 0,0-1 1,1-1-1,-1 0 1,1 0-1,0-1 1,0 0-1,0-1 1,13 1-1,-21-2-75,0-1-1,-1-1 0,1 1 1,-1 0-1,1 0 0,-1-1 0,1 0 1,-1 1-1,0-1 0,1 0 1,-1 0-1,0 0 0,0-1 1,1 1-1,-1 0 0,0-1 0,0 0 1,0 1-1,-1-1 0,1 0 1,0 0-1,-1 0 0,3-3 1,-2 0 53,0 0 1,0 0 0,0 0 0,-1-1 0,1 1-1,-1 0 1,-1-1 0,1 1 0,-1-12 0,0 8 465,1 4 215,-1 1 0,0-1 0,-1 0 0,1 1 0,-1-1 0,1 1 0,-4-8 0,3 10-388,-1-1 0,1 1 0,-1 0 0,0 0 1,0 0-1,0 0 0,0 0 0,0 0 0,0 1 0,-1-1 1,1 1-1,0 0 0,-1-1 0,-4 0 0,-41-13 2626,46 14-2864,0 1 1,0 0-1,0-1 1,0 1 0,0 0-1,0 0 1,0 0-1,0 0 1,0 0-1,1 0 1,-1 1 0,0-1-1,0 1 1,0-1-1,0 1 1,0 0 0,1-1-1,-1 1 1,0 0-1,1 0 1,-1 0 0,1 1-1,-3 1 1,-1 6-37,0 0 0,1 0 0,0 0 0,1 1 0,0-1 0,1 1-1,0 0 1,-2 13 0,1 85-1141,3-83 177,0-22 704,0-1 1,0 0-1,0 0 0,1 1 1,-1-1-1,1 0 0,-1 1 1,1-1-1,0 0 0,0 0 0,0 0 1,0 0-1,0 0 0,1 0 1,-1 0-1,0 0 0,1 0 1,2 1-1,0 1-717,1-1 0,-1 0 0,1-1 0,0 1 0,0-1-1,0 0 1,8 2 0,38 8-8852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3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 3490,'0'0'25542,"-25"9"-24053,-81 36-350,95-40-1088,1 1 0,0 0 0,0 0 1,0 1-1,1 1 0,0 0 0,0 0 0,1 0 0,0 1 1,1 0-1,0 1 0,0 0 0,1 0 0,-7 14 1,7-8-10,0 1 0,0 0 1,2 0-1,0 0 1,1 0-1,1 0 1,0 33-1,2-35-497,0 0 1,2 1-1,0-1 1,0 0-1,1 0 1,1 0-1,1-1 0,0 1 1,1-1-1,0 0 1,1-1-1,1 0 0,0 0 1,1 0-1,0-1 1,1 0-1,18 16 1,-22-21-561,0-1 0,1-1 0,-1 1 0,13 6 0,33 4-9979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3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 9556,'0'0'15736,"-8"-5"-13279,8 5-2411,0 0 0,0 0 1,0 0-1,0 0 0,0 0 1,0 0-1,0 1 1,0-1-1,0 0 0,0 0 1,0 0-1,0 0 0,0 0 1,0 0-1,0 0 0,0 0 1,0 0-1,0 0 0,-1 0 1,1 0-1,0 1 0,0-1 1,0 0-1,31 31 478,-1 3 1,-1 0-1,46 74 0,-63-86-323,-1 0 0,0 1 0,-2 0 0,0 1 0,-2 0 0,0 0 0,-2 1 0,4 43 0,-8-57-201,0 11 0,0 1 0,-4 39 0,2-60-1,1 0 0,-1 0-1,0 0 1,0 0 0,0 0 0,-1 0-1,1 0 1,0-1 0,-1 1 0,1 0 0,-1-1-1,1 1 1,-1-1 0,0 1 0,0-1-1,0 0 1,0 0 0,0 0 0,0 0 0,0 0-1,0 0 1,0 0 0,0-1 0,0 1-1,0-1 1,-3 1 0,-73 6-205,47-5-11,30-2 181,-18 3-1404,7 2-2527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4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16840,'0'0'15927,"0"12"-15927,0 3 0,-7 10 0,7 2-1040,-14-2-3827,14-2-5041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4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8852,'0'0'23435,"-68"126"-22955,48-98-480,-7-1 0,-7 4-560,-7 5-2402,0 3-2480,-6-3-4803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5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8900,'0'0'7876,"-13"131"-7748,13-113-48,0-5-80,0 1 0,0-1 0,0-4-384,0 3-369,0-3-431,0 2-817,0-4-592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5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8964,'0'0'5283,"82"93"-7028,-69-66-2753,-6-2-3506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5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8724,'0'0'10029,"6"17"-8904,16 54 28,-19-62-983,0 1 0,-1 0 1,0 0-1,-1 0 0,1 20 0,-2-29-161,0 0 20,21-3-37,-12-2-105,0 0-1,-1-1 0,1-1 1,-1 1-1,0-1 1,11-12-1,-14 13 149,0 0 0,1 0-1,0 0 1,0 0 0,0 1-1,0 0 1,1 0 0,-1 1-1,1 0 1,0 0 0,0 0-1,0 1 1,0 0 0,10-1-1,-14 5 100,0 1-1,-1-1 1,1 1-1,-1-1 0,1 1 1,-1 0-1,0 0 1,0 0-1,-1 0 1,4 7-1,8 11-187,-12-19-169,0-1 0,1 0 0,-1 1-1,1-1 1,-1 0 0,1 0 0,-1 0-1,1 0 1,-1 0 0,1-1 0,0 1-1,0 0 1,1 0 0,24 0-8817,-23-1 7500,10 0-5207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5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8020,'0'0'15455,"-4"26"-13654,-39 194 1806,40-205-3510,1-6-16,0-1 0,1 1 0,0 0 0,1-1 0,0 11 0,0-18-129,0 1-1,1-1 1,-1 1 0,0-1 0,1 1 0,-1-1-1,1 1 1,-1-1 0,1 0 0,0 1-1,0-1 1,-1 0 0,1 0 0,0 1 0,0-1-1,0 0 1,0 0 0,1 0 0,-1 0-1,0 0 1,0 0 0,1-1 0,-1 1 0,0 0-1,1-1 1,-1 1 0,1-1 0,-1 1-1,1-1 1,-1 1 0,1-1 0,-1 0 0,1 0-1,1 0 1,63-1-4817,-25-11-2374,-14-2-335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6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21 672,'0'0'15399,"149"-16"-14870,-88 16-529,6 0-1217,8 0-2705,13-5-5042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1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340 167 1793,'0'0'15297,"2"-12"-13248,0 4-2059,8-51 3936,-10 57-3686,1-1 0,-1 1-1,0-1 1,0 0 0,-1 1 0,1-1 0,0 1 0,-1-1 0,0 1 0,1-1 0,-1 1 0,0 0 0,0-1 0,-1 1 0,1 0 0,0 0 0,-1-1-1,1 1 1,-1 0 0,0 1 0,0-1 0,-3-3 0,-11-1 96,1 0 0,-1 1 0,0 1 0,0 0 0,0 1 0,-1 1 0,1 1 0,-1 0-1,1 1 1,-1 1 0,-26 4 0,40-4-330,0-1 1,-1 1-1,1 0 0,0 0 0,-1 1 0,1-1 0,0 0 0,0 1 0,0 0 1,0 0-1,0 0 0,1 0 0,-1 0 0,0 1 0,1-1 0,0 1 0,0-1 1,-1 1-1,1 0 0,1 0 0,-1 0 0,0 0 0,1 0 0,-2 6 0,0 4-4,0 0 0,2 0-1,-1 0 1,1 0 0,2 16-1,-1-21-1,0 0-15,1 0-1,0 0 1,1 0-1,0 0 1,0 0-1,1 0 1,0-1 0,0 0-1,1 1 1,8 12-1,7 8-168,33 34 1,0 1-102,-42-49 84,-1 0 0,0 0-1,-1 1 1,12 29-1,-19-40 199,1 0 0,-1 0-1,0 0 1,-1-1-1,1 1 1,-1 0 0,0 0-1,0 0 1,0 0-1,0 0 1,0 0-1,-1 0 1,0 0 0,0 0-1,0 0 1,0-1-1,-1 1 1,0 0-1,1-1 1,-1 1 0,0-1-1,-1 0 1,1 1-1,-1-1 1,1 0 0,-5 3-1,-7 5 171,-2 0-1,1-1 1,-1 0 0,-19 7 0,20-10 6,0 1 1,0 0 0,1 1-1,0 0 1,-16 16 0,28-23-206,0 0 0,0 1 0,0 0 0,0-1 0,0 1 0,1 0 0,-1 0 0,1 0 0,0 0 0,-1 0-1,1 1 1,1-1 0,-1 0 0,0 0 0,1 1 0,0-1 0,0 7 0,21-10-1040,-7-1 547,-1-2-1,1 0 1,-1 0 0,0-1 0,0-1-1,0 0 1,-1-1 0,17-10 0,45-18-3144,-60 29 3031,-1 2 1,1 0-1,0 1 1,0 0-1,25 0 0,-38 2 655,0 1 0,-1-1 0,1 0-1,0 0 1,-1 0 0,1 1 0,0-1 0,-1 0-1,1 0 1,-1 1 0,1-1 0,-1 1-1,1-1 1,-1 0 0,1 1 0,-1-1 0,1 1-1,-1-1 1,0 1 0,1 0 0,-1-1-1,1 1 1,-1-1 0,0 1 0,0 0-1,0-1 1,1 1 0,-1-1 0,0 2 0,3 29 1352,-4-21-794,0-1 0,-1 1 1,1 0-1,-6 13 0,-12 17 1271,-38 58 1,40-73-935,2 1 0,0 0 1,2 1-1,0 1 1,-15 55-1,26-76-912,1 0 0,0 0 0,0 0 0,1 0 0,-1 0 0,2 0 0,1 10 0,-2-15 0,0 0 0,1 0 0,0 0 0,0 0 0,-1 0 0,1 0 0,0 0 0,0-1 0,1 1 0,-1 0 0,0-1 0,1 1 0,-1-1 0,1 1 0,-1-1 0,1 0 0,-1 0 0,1 0 0,0 0 0,0 0 0,-1 0 0,1 0 0,0 0 0,0-1 0,0 1 0,0-1 0,4 1 0,39 3 0,77-2-1,-68-3-91,-52 1-583,-8 0-1244,-80 0-9315,15 0-937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6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346 575 8884,'0'0'10037,"-20"0"-7055,-4-2-2303,3 0 64,0 1 1,-1 1 0,1 1-1,-39 7 1,47-3-495,0 0 0,0 1 0,1 0 0,-1 1 0,2 1 0,-1 0 0,1 0 0,0 1 0,1 1 0,0 0 0,-9 12 0,18-22-263,1 0 0,-1 1 1,0-1-1,1 1 0,-1-1 0,1 1 0,-1 0 0,1-1 1,-1 1-1,1 0 0,0-1 0,-1 1 0,1 0 0,0-1 1,-1 1-1,1 0 0,0 0 0,0-1 0,0 1 0,-1 0 1,1 0-1,0 0 0,0-1 0,0 1 0,1 0 0,-1 0 1,0 0-1,0-1 0,0 1 0,0 0 0,1 0 0,0 0 1,0 0-10,0 0 1,1 0 0,-1-1 0,1 1 0,-1-1 0,1 1 0,-1-1-1,1 0 1,-1 1 0,1-1 0,0 0 0,-1 0 0,1 0-1,2-1 1,5 1-41,0-2 1,-1 1-1,1-1 0,0 0 0,9-5 0,14-11-245,-1-1-1,-1-2 1,-1-1-1,-1-1 0,39-43 1,-26 20-474,-3-1 0,50-78 1,-68 94 652,-1-1 0,-2-1 0,-1 0 0,-2-1 1,-1-1-1,9-37 0,-21 37 1434,-1 34-1245,0 1 0,-1 0 0,1 0-1,0-1 1,0 1 0,0 0 0,-1 0 0,1-1-1,0 1 1,0 0 0,-1 0 0,1 0-1,0 0 1,0-1 0,-1 1 0,1 0-1,0 0 1,-1 0 0,1 0 0,0 0-1,-1 0 1,1 0 0,0 0 0,0 0 0,-1 0-1,1 0 1,0 0 0,-1 0 0,1 0-1,0 0 1,-1 0 0,1 0 0,0 0-1,-1 0 1,1 0 0,0 0 0,0 1-1,-1-1 1,1 0 0,0 0 0,-1 0 0,1 1-1,0-1 1,0 0 0,-1 1 0,-6 6 379,-1 0 0,1 0 0,1 1 1,-7 10-1,-7 9-171,2 1 1,1 1 0,1 0-1,1 1 1,2 1 0,1 0-1,2 1 1,0 0-1,3 1 1,1 0 0,1 0-1,-1 42 1,6-63-448,0-1-1,0 1 1,1-1 0,1 1-1,0-1 1,4 13 0,-5-21 88,0 0 1,1 0-1,0 0 1,-1 0 0,1 0-1,0-1 1,0 1-1,0-1 1,1 1-1,-1-1 1,1 0-1,-1 0 1,1 0-1,0 0 1,0 0 0,0-1-1,0 1 1,0-1-1,0 0 1,0 0-1,0 0 1,0 0-1,1 0 1,-1-1-1,4 1 1,6 0-1891,0 0-1,0 0 1,0-1 0,0-1-1,16-3 1,-7-7-6503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7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6563,'0'0'15247,"20"3"-13745,-4-1-1242,47 8 345,1-2 1,0-4-1,65-3 0,-128-1-603,1 0 1,-1 0-1,0-1 0,0 1 0,0 0 1,0-1-1,0 1 0,0-1 0,0 1 0,0-1 1,0 1-1,0-1 0,0 0 0,0 1 1,-1-1-1,1 0 0,0 0 0,0 0 0,-1 0 1,1 0-1,-1 0 0,1 0 0,0 0 1,-1 0-1,0 0 0,1 0 0,-1 0 1,0 0-1,1 0 0,-1 0 0,0 0 0,0 0 1,0-1-1,0 0 0,0 0 0,0 0 0,0 0-1,-1 0 1,1 0 0,-1 0-1,1 0 1,-1 1 0,1-1-1,-1 0 1,0 0 0,0 0 0,0 1-1,0-1 1,0 0 0,0 1-1,-1-1 1,1 1 0,0 0 0,-3-2-1,-6-3 15,0 1-1,0 0 0,0 1 1,-1 0-1,0 0 1,0 1-1,0 1 0,-13-2 1,-5 1 624,-59 2 1,86 2-596,-1-1 1,1 1 0,0 0 0,0 0 0,-1 0-1,1 0 1,0 0 0,0 1 0,0-1 0,0 0-1,0 1 1,0 0 0,0-1 0,1 1 0,-1 0-1,0 0 1,1 0 0,0 0 0,-1 0 0,1 0-1,0 1 1,0-1 0,0 0 0,1 1 0,-1-1-1,0 0 1,1 1 0,0-1 0,-1 1 0,1 3 0,0-1-41,-1-1 0,1 0 0,0 1 1,0-1-1,0 1 0,0-1 1,1 0-1,0 0 0,0 1 1,0-1-1,0 0 0,1 0 0,0 0 1,0 0-1,0 0 0,0 0 1,3 3-1,3-1-351,0 0 0,1 0-1,0-1 1,0 0 0,0-1 0,0 0 0,1-1-1,-1 0 1,1 0 0,0-1 0,0 0-1,14 1 1,2-1-3107,1-2-1,-1 0 0,43-6 1,-20-6-2102,4-8 385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7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95 1505,'0'0'16743,"0"-15"-13141,-3-47-894,3 61-2609,-1 0 0,1 0 1,-1 0-1,1 0 0,-1 0 0,0 0 0,1 0 1,-1 0-1,0 1 0,1-1 0,-1 0 0,0 0 1,0 1-1,0-1 0,0 0 0,0 1 0,0-1 1,0 1-1,0-1 0,0 1 0,0 0 0,0-1 1,0 1-1,0 0 0,0 0 0,0 0 0,-2 0 1,-32 1 1540,25-1-1050,6 1-422,-1-1 1,1 1 0,-1 0-1,1 0 1,0 0 0,0 0 0,0 1-1,0-1 1,0 1 0,0 1 0,-6 3-1,9-5-155,-1 0-1,1 0 0,-1 0 0,1 0 1,-1 0-1,1 1 0,0-1 0,0 1 1,0-1-1,0 1 0,0-1 1,0 1-1,0 0 0,0-1 0,1 1 1,-1 0-1,0 0 0,1-1 1,0 1-1,-1 0 0,1 0 0,0 0 1,0 0-1,0 0 0,0-1 0,0 1 1,1 0-1,-1 0 0,1 2 1,0-2-33,0-1 0,0 0 0,0 1 0,1-1 0,-1 0 0,0 0 0,0 0 1,1 0-1,-1 0 0,0 0 0,1 0 0,-1-1 0,1 1 0,-1 0 0,1-1 1,-1 1-1,1-1 0,0 0 0,2 1 0,39 3-506,-30-3 342,-8 0 98,0-1-1,0 1 0,0-1 1,0 2-1,0-1 0,0 0 1,-1 1-1,1 0 0,-1 0 1,1 0-1,-1 1 0,0-1 1,0 1-1,6 5 0,-8-5 67,0 0-1,0 0 1,-1 0-1,1 0 1,-1 1-1,1-1 1,-1 1-1,0-1 1,-1 0-1,1 1 0,0 0 1,-1-1-1,0 1 1,0-1-1,0 1 1,0-1-1,-1 1 1,1 0-1,-1-1 1,-2 7-1,-3 10 140,-1 0 0,0-1 0,-2 0 0,-19 33 0,-56 73 643,47-72-596,-5 7-46,-56 88 311,87-128-376,0 1 1,2 1 0,0 0 0,1 0 0,-6 33 0,13-53-67,0 0 0,1 0-1,-1 0 1,1 0 0,0 0 0,0 0-1,-1 0 1,1 0 0,1 0-1,-1 0 1,0 0 0,0 0 0,1 0-1,-1 0 1,1 0 0,0-1 0,-1 1-1,1 0 1,0 0 0,0 0 0,3 3-1,-3-5-2,1 1 1,-1 0-1,1 0 0,0-1 0,-1 1 0,1-1 0,0 1 0,0-1 1,-1 0-1,1 0 0,0 1 0,0-1 0,0-1 0,-1 1 0,1 0 0,0 0 1,0-1-1,-1 1 0,3-1 0,12-5-37,-1 0 1,-1-1-1,1 0 0,13-10 1,-26 16 54,60-39-532,-1-2 0,-2-3 0,-2-2-1,62-66 1,-116 110 202,-1 0-1,1 0 0,-1-1 0,1 1 1,-1-1-1,0 1 0,-1-1 1,1 0-1,0 0 0,1-7 0,0-26-10800,-3 16 855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8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12838,'0'0'15714,"0"18"-13081,0 90-1051,0-107-1586,0-1 1,0 1-1,0 0 0,0 0 1,0-1-1,1 1 0,-1 0 0,0-1 1,0 1-1,1 0 0,-1-1 1,0 1-1,0 0 0,1-1 1,-1 1-1,1-1 0,-1 1 0,1-1 1,-1 1-1,1-1 0,-1 1 1,1-1-1,-1 1 0,1-1 1,0 0-1,-1 1 0,1-1 0,1 1 1,24 0-251,-19-3 163,0 1 0,0-1 0,0-1 0,-1 1 0,11-6 0,164-113-392,-180 175 1873,-2-33-1437,0-16-41,0-1 1,1 1 0,0-1 0,-1 1 0,1-1 0,1 1 0,-1 0-1,1-1 1,0 1 0,0-1 0,0 0 0,0 1 0,1-1 0,0 0 0,0 0-1,4 7 1,-3-10-864,1 0-1,0 0 1,0 0-1,0-1 1,-1 0-1,1 1 0,0-1 1,0-1-1,0 1 1,0 0-1,0-1 1,-1 0-1,1 0 1,0 0-1,-1 0 1,1-1-1,6-3 0,17-15-8420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8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11685,'0'0'13318,"13"3"-12141,45 7-241,93 4 1,-128-13-919,-14 0-34,1-1-1,0 0 1,0-1 0,0 0-1,12-3 1,-20 4-12,0-1 0,0 0 0,0 1 0,0-1 0,0 0-1,0 0 1,-1 0 0,1-1 0,0 1 0,-1 0 0,1-1 0,-1 1 0,1-1 0,-1 1 0,0-1 0,0 0 0,1 1 0,-1-1 0,0 0 0,-1 0 0,1 0 0,0 0 0,-1 0-1,1 0 1,-1 0 0,1 0 0,-1 0 0,0 0 0,0 0 0,0-3 0,0 2 28,0 1-1,-1-1 1,1 1 0,0-1-1,-1 1 1,0 0 0,0-1-1,0 1 1,0 0 0,0 0 0,0-1-1,0 1 1,-1 0 0,1 0-1,-1 0 1,0 0 0,1 1-1,-1-1 1,0 0 0,0 1-1,0-1 1,0 1 0,0 0-1,0 0 1,-1-1 0,1 1-1,0 1 1,-1-1 0,1 0-1,-1 1 1,-2-1 0,-11-2 231,0 1 0,0 0 0,-31 2 0,31 0 56,11 0-197,0 0 1,0 0-1,0 1 1,1-1-1,-1 1 1,0 0-1,1 1 1,-1-1 0,1 1-1,-1 0 1,1 0-1,0 0 1,0 1-1,0-1 1,0 1-1,0 0 1,0 0-1,1 1 1,0-1 0,0 1-1,0-1 1,0 1-1,0 0 1,0 0-1,-2 6 1,1 0-29,1 0 0,0-1 0,0 1 0,1 0 1,1 0-1,-1 1 0,2-1 0,-1 0 0,1 0 0,1 0 1,2 12-1,-3-19-141,1 0 1,0 0 0,0 0 0,0 0-1,0 0 1,0 0 0,1-1-1,-1 1 1,1-1 0,0 1-1,0-1 1,0 1 0,0-1 0,0 0-1,0 0 1,1 0 0,-1 0-1,1 0 1,-1-1 0,1 1-1,0-1 1,-1 1 0,1-1 0,0 0-1,0 0 1,5 0 0,6 2-912,1 0 0,-1-2 0,1 0 0,17-1 0,-20 0 247,1-1-898,0 0 0,0-1 0,0 0 0,0-1 0,-1-1 0,1 0 0,-1-1 0,0 0 0,0 0 0,21-15 0,-18 9 16,0 0 1,22-21-1,-8 1 3208,4-10 16132,-34 55-5394,0-4-10558,1 0-4058,0-6 2323,1 0 1,0 0 0,0-1-1,0 1 1,0 0 0,1 0-1,-1-1 1,1 1 0,0-1 0,0 1-1,0-1 1,1 0 0,-1 0-1,1 0 1,0 0 0,0 0 0,0-1-1,0 1 1,0-1 0,0 0-1,6 3 1,-7-3-87,1-1 0,-1 0 1,1 1-1,-1-1 0,1 0 0,0-1 0,-1 1 0,1 0 1,0-1-1,0 1 0,-1-1 0,1 0 0,0 0 0,0 0 1,-1 0-1,1-1 0,0 1 0,0-1 0,-1 1 0,1-1 1,0 0-1,-1 0 0,1 0 0,-1-1 0,1 1 0,-1 0 1,0-1-1,1 0 0,-1 1 0,0-1 0,2-3 0,97-113 499,-95 137 1450,-4-11-1989,-1-1 0,1 0 0,0 0 0,1 0-1,0-1 1,0 1 0,0 0 0,8 9 0,7-10-3489,3-5-3924,-7-1-509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9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59 12806,'0'0'12459,"17"8"-11269,56 24-339,-63-29-744,0 0-1,0-1 1,0 0 0,1 0 0,-1-1 0,0-1-1,0 0 1,20-2 0,5 0-76,-34 3-39,0-1-1,-1 0 0,1 0 0,0 0 0,0 0 1,0 0-1,0 0 0,-1-1 0,1 1 1,0 0-1,0 0 0,0-1 0,-1 1 0,1 0 1,0-1-1,0 1 0,-1-1 0,1 1 1,0-1-1,-1 1 0,1-1 0,0 1 1,-1-1-1,1 0 0,-1 1 0,1-1 0,-1 0 1,1 1-1,-1-1 0,0 0 0,1 0 1,-1 0-1,0 1 0,0-1 0,1 0 0,-1 0 1,0 0-1,0 0 0,0 1 0,0-1 1,0 0-1,0 0 0,0 0 0,0 0 1,-1-1-1,0 0-10,1 0 1,-1 0-1,0-1 1,0 1-1,1 0 1,-2 0-1,1 0 1,0 0 0,0 0-1,-1 0 1,1 1-1,-1-1 1,1 0-1,-1 1 1,-3-3-1,-8-4 375,-1 1-1,1 1 1,-1 0 0,0 1-1,-1 1 1,1 0-1,-1 1 1,0 0 0,0 2-1,0-1 1,0 2-1,0 0 1,-18 2 0,30-1-346,1 0 0,0 0 0,0 0 1,0 1-1,0-1 0,0 1 1,0-1-1,0 1 0,0-1 1,0 1-1,0 0 0,1 0 0,-1 0 1,1 0-1,0 0 0,-1 0 1,1 0-1,0 0 0,0 1 0,1-1 1,-1 0-1,-1 5 0,-9 53-57,11-60 47,-1 10-73,0 0 0,0-1 0,1 1-1,0 0 1,1-1 0,0 1 0,0 0 0,1-1-1,4 15 1,-4-20-23,1 0 0,-1 0-1,1 0 1,0 0-1,0-1 1,0 1 0,0-1-1,1 0 1,-1 0 0,1 0-1,0 0 1,0-1-1,0 0 1,0 1 0,0-1-1,1-1 1,-1 1 0,1-1-1,-1 1 1,1-1-1,8 1 1,17 1-3712,57 0 0,-70-3 1950,63 0-11076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24 2897,'0'0'14199,"1"-5"-10880,0 5-3232,-1-1 0,0 1 0,0-1 0,0 1 0,1-1 0,-1 1 0,0-1 1,0 1-1,0-1 0,0 1 0,0-1 0,0 1 0,0-1 0,0 1 0,0-1 0,0 0 1,0 1-1,0-1 0,0 1 0,-1-1 0,1 1 0,0-1 0,0 1 0,0 0 0,-1-1 1,1 1-1,0-1 0,-1 1 0,1-1 0,0 1 0,-1 0 0,1-1 0,-1 1 0,1 0 0,0-1 1,-1 1-1,1 0 0,-1 0 0,1 0 0,-1-1 0,1 1 0,-2 0 0,-29 9 2483,-52 41 565,67-39-2429,-9 6-476,1 0 0,1 1-1,1 1 1,1 2 0,0 0 0,-28 39-1,37-43-175,1 1-1,1 0 1,0 1-1,2 0 0,0 0 1,1 1-1,1 0 1,0 0-1,2 1 1,-3 27-1,5-21-53,0 0 0,2 0 0,5 52 0,-3-70 0,-1-1 0,2 1 0,-1-1 0,1 0 0,0 0 0,1 0 0,0 0 0,0 0 0,0-1 0,1 0 0,1 0 0,-1 0 0,1-1 0,0 1 0,0-1 0,11 7 0,-5-5-355,1-1-1,0 0 1,0-1-1,1 0 1,0-1-1,0-1 1,0 0 0,0-1-1,20 2 1,0-2-2072,0-1 0,65-6 1,-24-8-6397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0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5635,'0'0'14075,"4"5"-12076,63 86 3165,-40-58-4198,-2 1 0,-1 1 0,-2 1 0,-1 1-1,30 76 1,-43-85-952,-1 0 0,-2 1 1,0-1-1,-2 1 0,-1 1 0,-3 45 0,0-68-135,0 0 1,-1 0-1,1 0 1,-1 0-1,-1 0 1,1 0-1,-1-1 0,-1 1 1,1-1-1,-1 0 1,0 0-1,0 0 1,-1-1-1,1 1 1,-2-1-1,-8 7 0,2-2-498,-1-1 0,-1-1 0,1 0-1,-1-1 1,-1 0 0,-22 7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10565,'0'0'15033,"14"19"-12941,9 13-1141,-1 2 0,-2 1 0,17 39 0,-31-60-771,0 2 67,0-1 1,17 26-1,-21-38-230,-1 0 0,1 0-1,0 0 1,0-1 0,1 1-1,-1-1 1,0 0 0,1 1-1,-1-1 1,1 0 0,0-1 0,0 1-1,0 0 1,0-1 0,0 0-1,0 1 1,0-1 0,0 0 0,1-1-1,5 2 1,-7-3-17,-1 1 0,1-1 0,0 1 0,-1-1 0,1 0 0,-1 1 0,1-1 0,-1 0 0,1 0 0,-1 0 0,0 0 0,1 0 0,-1-1 0,0 1 0,0 0 0,0-1 0,0 1 0,0-1 0,1-1 0,21-39 0,-14 23 0,28-49 0,-2-2 0,48-145 0,-71 189-2029,-11 27 1813,0-1-1,0 1 1,0-1 0,0 0-1,0 1 1,0 0 0,0-1-1,0 1 1,0-1 0,0 1 0,-1 0-1,1 0 1,0 0 0,0-1-1,-1 1 1,1 0 0,1 2-1,0-1-621,0-1-1,0 1 0,1-1 1,-1 1-1,0-1 0,1 0 1,-1 0-1,1 0 0,0 0 1,-1 0-1,1-1 0,0 1 1,4-1-1,20 1-9222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2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13222,'0'0'3804,"-20"14"-151,-62 49 770,72-55-3749,0 1 0,0-1 1,1 2-1,0-1 0,1 1 0,-9 14 0,14-18-516,0 0 0,0 0 0,0 1 0,1-1 0,0 1 0,0-1 0,1 1 0,0 0 0,0 0-1,0 11 1,1-17-162,1-1-1,-1 1 1,0-1-1,0 1 1,1-1 0,-1 1-1,0-1 1,1 1-1,-1-1 1,1 0-1,-1 1 1,1-1-1,-1 0 1,1 1-1,-1-1 1,1 0-1,-1 1 1,1-1-1,-1 0 1,1 0-1,-1 0 1,1 1-1,-1-1 1,1 0-1,0 0 1,-1 0-1,1 0 1,-1 0-1,1 0 1,0 0-1,26-1-306,-20 1 164,4-2-216,1 0 0,-1-1-1,0 0 1,0 0 0,0-1 0,0-1 0,-1 0 0,0 0 0,11-8 0,-1 1-1040,-2-2 0,0 0 1,27-26-1,-44 38 1330,1 1 0,-1 0-1,0-1 1,0 1 0,1-1-1,-1 0 1,0 1 0,0-1 0,0 0-1,-1 0 1,1 0 0,0 1-1,-1-1 1,1 0 0,-1 0 0,0 0-1,0 0 1,1-4 0,-17 5 1988,12 2-1684,0 0 0,0-1 0,0 1 0,0 1 0,0-1 0,0 1 0,1-1 1,-1 1-1,0 0 0,1 0 0,0 1 0,-1-1 0,1 1 0,0-1 0,0 1 0,-3 5 0,5-7-208,0 0 1,0 0-1,0 0 0,0 0 1,0 1-1,0-1 0,0 0 1,1 1-1,-1-1 0,1 1 1,-1-1-1,1 1 1,-1-1-1,1 1 0,0-1 1,0 1-1,0-1 0,0 1 1,0-1-1,0 1 0,0-1 1,0 1-1,1-1 1,-1 1-1,1-1 0,-1 1 1,1-1-1,-1 1 0,1-1 1,0 0-1,0 1 0,-1-1 1,1 0-1,0 0 1,0 1-1,0-1 0,1 0 1,-1 0-1,0 0 0,0 0 1,1-1-1,-1 1 0,0 0 1,1 0-1,1 0 0,12 6-914,-1 0-1,2-1 0,-1 0 0,23 4 1,-31-9-165,-1 1 1,1-1 0,0-1 0,0 1 0,0-1 0,-1-1 0,1 1 0,0-1 0,0 0 0,-1-1 0,1 1 0,-1-1-1,11-5 1,17-19-5502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2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0 11253,'0'0'13588,"-24"25"-10192,-76 83-920,88-94-2362,1 0 0,1 1 0,0 1 0,1-1 0,0 2 0,2-1 1,0 1-1,1 0 0,0 1 0,2-1 0,0 1 0,1 0 0,0 0 0,2 0 1,0 0-1,1 1 0,4 29 0,-3-43-133,0 0 0,1 0 1,-1 0-1,1 0 0,0 0 0,0 0 1,0-1-1,1 1 0,-1-1 0,1 0 0,0 0 1,1 0-1,-1 0 0,1 0 0,0-1 1,-1 1-1,1-1 0,1 0 0,-1 0 1,0-1-1,1 1 0,0-1 0,-1 0 0,1 0 1,0-1-1,7 2 0,11 3-434,0-1-1,0-1 0,1-2 1,32 1-1,12-3-4687,5 0-3863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2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11461,'0'0'15047,"129"-23"-13510,-82 14-737,0 2-480,-6 1-304,0 1-16,-7 5-544,-14 0-1153,-7 0-688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11477,'0'0'14487,"156"-9"-14487,-115-2-192,6-3-1953,-13-1-3394,7-8-8467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4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69 368,'0'0'12745,"6"-5"-10558,-6 5-2225,23-22 3042,-23 21-2915,1 1 1,-1-1 0,0 0-1,1 1 1,-1-1 0,0 0-1,0 0 1,0 1 0,0-1-1,1 0 1,-1 0 0,0 0-1,0 1 1,0-1 0,-1 0-1,1 0 1,0 1 0,0-1-1,0 0 1,0 0 0,-1 1-1,1-1 1,0 0 0,-1 1-1,1-1 1,-1 0 0,1 1-1,-1-1 1,1 0 0,-1 1-1,1-1 1,-1 1 0,1-1-1,-1 1 1,0-1 0,1 1-1,-1 0 1,0-1 0,1 1-1,-1 0 1,0-1 0,0 1-1,1 0 1,-1 0 0,0 0-1,0 0 1,1 0 0,-1 0-1,-1 0 1,-16-5 184,-1 2 0,1 0 0,-1 1 0,1 0 0,-34 3 0,39 0-143,0 0 0,0 1 1,0 1-1,0 0 0,0 1 0,0 0 1,1 1-1,-21 11 0,30-15-104,0 1 0,1 0-1,-1 0 1,1 0 0,0 0-1,-1 0 1,1 1 0,0-1-1,0 1 1,0-1 0,1 1 0,-1 0-1,1 0 1,-1 0 0,1 0-1,0 0 1,0 0 0,0 0-1,1 0 1,-1 0 0,1 0-1,0 0 1,0 1 0,0-1-1,0 0 1,1 4 0,-1-6-25,0 0 1,0 0-1,1 0 1,-1 0-1,1 0 1,-1 0-1,1 0 1,-1 0-1,1-1 1,0 1-1,-1 0 1,1 0-1,0 0 1,0-1-1,-1 1 1,1 0-1,0-1 1,0 1-1,0 0 1,0-1-1,0 1 1,0-1-1,0 0 1,0 1-1,0-1 0,0 0 1,0 0-1,0 0 1,0 1-1,2-1 1,43 2 160,-34-2-70,65-1 197,-39 0-252,53 5 0,-89-4-27,0 0 0,0 0 0,0 1 1,0-1-1,0 1 0,0-1 0,0 1 1,0 0-1,0 0 0,0 0 0,-1 0 0,1 0 1,0 0-1,0 1 0,-1-1 0,1 0 1,-1 1-1,1-1 0,-1 1 0,0 0 1,0 0-1,0-1 0,0 1 0,0 0 1,0 0-1,0 0 0,0 0 0,-1 0 0,1 0 1,-1 0-1,1 0 0,-1 0 0,0 0 1,0 0-1,0 0 0,0 1 0,0-1 1,-1 3-1,-1 4 114,0 0 1,0 0 0,-1 0-1,0-1 1,0 1 0,-1-1-1,-9 15 1,-38 57 452,-145 214 122,194-291-694,-52 77 117,49-72-100,2-1 0,-1 1 1,1-1-1,1 1 0,-1 0 0,1 0 0,1 1 0,-1-1 0,1 12 0,1-19-18,0-1 0,0 1 0,1-1 0,-1 1 0,0 0 0,1-1 0,-1 1 0,1-1 0,-1 1 0,1-1 0,-1 1-1,1-1 1,-1 0 0,1 1 0,-1-1 0,1 1 0,0-1 0,-1 0 0,1 0 0,0 1 0,-1-1 0,1 0 0,0 0 0,-1 0 0,1 0 0,0 0 0,-1 0 0,1 0 0,0 0 0,0 0 0,33 0 263,-22 0-111,16-2 70,0 0 0,0-2 1,0 0-1,42-14 0,108-47 81,-96 33-269,-73 29-102,62-27 241,-67 28-260,0 0 0,-1 0 0,1 0 0,0-1 0,-1 1 0,0-1 0,1 0 0,-1 0 0,0 0 0,0 0 0,-1-1 0,1 1 0,-1-1 0,3-5 0,-5 8-260,1 0 1,-1 0-1,0 0 0,0 0 0,0 0 0,0 0 1,0 0-1,0 0 0,0 0 0,0 0 0,0-1 0,-1 1 1,1 0-1,0 0 0,-1 0 0,1 0 0,0 0 1,-1 0-1,1 0 0,-1 1 0,0-1 0,1 0 0,-1 0 1,0 0-1,0 0 0,1 1 0,-1-1 0,0 0 1,0 1-1,0-1 0,0 1 0,-2-2 0,-21-14-10948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5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11397,'0'0'15597,"0"10"-13850,0 119 1903,1-127-3647,-1-1 0,1 0-1,0 0 1,-1 0 0,1 0 0,0 0 0,0 0 0,-1 0 0,1 0 0,0 0 0,0 0-1,0 0 1,0 0 0,1-1 0,-1 1 0,0 0 0,0-1 0,0 1 0,0-1-1,1 1 1,-1-1 0,0 0 0,1 1 0,-1-1 0,0 0 0,1 0 0,-1 0-1,0 0 1,0 0 0,1 0 0,-1 0 0,3-1 0,2 0-107,1 1 1,-1-1 0,1 0-1,-1 0 1,12-4-1,-1-4-90,-1-1-1,-1-1 1,0 0 0,0-1-1,-1-1 1,-1 0-1,17-20 1,-29 34 283,1 0 0,0-1 0,-1 1 0,1 0 1,0 0-1,-1 1 0,0-1 0,1 0 0,-1 0 0,0 1 0,1-1 0,-1 1 1,0-1-1,0 1 0,0-1 0,0 1 0,1 2 0,16 18 764,-10-18-1338,0 1 0,0-1 0,1-1 1,-1 0-1,1 0 0,0 0 0,0-1 0,0-1 0,1 1 1,-1-2-1,0 1 0,0-1 0,1 0 0,12-3 0,-20 2-172,0 1-1,-1-1 1,1 0-1,0 1 0,-1-1 1,1 0-1,-1 0 0,1 0 1,-1-1-1,0 1 1,0 0-1,1 0 0,-1-1 1,0 1-1,0-1 1,0 1-1,0-1 0,0-1 1,2 0-796,10-20-8285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88 6995,'0'0'14028,"9"5"-12574,-6-3-1389,8 5 226,0-1-1,0-1 1,0 0-1,1 0 1,0-1-1,-1 0 1,2-1-1,-1 0 1,0-1-1,1-1 0,14 1 1,-25-3-293,0 0 1,-1 0-1,1 0 1,0 0-1,0 0 1,-1-1-1,1 1 1,-1 0-1,1-1 1,-1 1-1,0-1 1,1 1-1,-1-1 1,0 0-1,0 1 1,0-1-1,0 0 1,0 0-1,-1 0 0,1 0 1,-1 0-1,1 0 1,-1 0-1,0 0 1,1 0-1,-1 0 1,0-2-1,0 0-10,1 0-1,-1 0 1,0 0-1,0-1 0,-1 1 1,1 0-1,-1 0 1,0 0-1,0 0 0,0 1 1,0-1-1,-1 0 1,-2-5-1,0 6 89,0-1 1,0 1-1,0 0 0,-1 0 0,1 1 0,-1-1 1,1 1-1,-1 0 0,0 0 0,0 0 1,0 1-1,0 0 0,0 0 0,-1 0 1,1 1-1,0-1 0,0 1 0,0 1 0,-1-1 1,1 1-1,-8 1 0,8-1 154,-1 0 0,1 0-1,-1 0 1,1 1 0,-1 0 0,1 0-1,0 0 1,0 1 0,0 0 0,0 0-1,0 0 1,1 0 0,-1 1 0,1 0 0,0 0-1,0 0 1,0 0 0,1 1 0,-5 7-1,5-4-162,0 1 1,1-1-1,1 0 0,-1 1 0,1-1 0,1 1 0,0 13 0,0-17-57,0-1 0,1 1 0,-1 0 0,1 0 0,0-1 0,0 1 0,1 0 0,-1-1 0,1 1-1,0-1 1,0 0 0,1 1 0,-1-1 0,4 4 0,-1-4-349,-1 1 0,1-1 0,0 0 0,1-1 0,-1 1 0,1-1 0,-1 0 0,1-1 0,0 1 0,0-1 0,0 0 0,0-1 0,0 0 0,1 0 1,-1 0-1,0 0 0,1-1 0,-1 0 0,1 0 0,-1-1 0,0 0 0,8-2 0,2-2-1071,0-1-1,-1 0 1,0-1 0,0-1 0,-1-1-1,0 0 1,17-14 0,3-4-6068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6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6147,'0'2'23868,"0"14"-22554,-1-9-1171,1 0-1,0 0 1,1 0 0,0 0-1,0 0 1,0 0 0,3 8-1,-3-13-131,1 0 0,-1-1 0,0 1 0,1 0 0,-1 0 0,1-1 0,-1 1 0,1-1 0,0 1 0,-1-1 0,1 0 0,0 0 0,0 0 0,0 0 0,0 0 0,0 0 0,1 0 0,-1-1 0,0 1 0,0-1 0,0 1 0,0-1 0,1 0 0,-1 0 0,0 0 0,4-1 0,2 1-11,0-1 0,0-1 0,0 1 0,-1-1 0,1 0 0,0-1 0,-1 0 0,1 0 0,-1-1 0,0 0 0,0 0 0,9-8 0,-4 2 0,0 0 0,-1 0 0,-1-1 0,0 0 0,16-24 0,-19 12 0,-6 19 0,-1 13 0,0 5-36,-1-9-78,1 1-1,0 0 1,0 0 0,1-1-1,0 1 1,2 8-1,-3-13 38,1 1 1,0-1-1,0 1 0,-1-1 1,1 0-1,0 0 0,0 1 1,0-1-1,0 0 1,1 0-1,-1 0 0,0 0 1,0 0-1,1 0 0,-1 0 1,0 0-1,1-1 0,-1 1 1,1 0-1,-1-1 0,1 0 1,0 1-1,-1-1 0,1 0 1,-1 1-1,1-1 0,-1 0 1,4-1-1,5 1-1602,10 0-3335,-3 0-1496,15-2-7145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6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28 155 10453,'0'0'13038,"16"0"-12091,204-2 579,-219 2-1521,0 0 1,1 1-1,-1-1 0,0 0 1,0 0-1,1 0 0,-1 0 1,0 0-1,0-1 0,1 1 1,-1 0-1,0 0 1,0-1-1,0 1 0,1-1 1,-1 1-1,0-1 0,0 1 1,0-1-1,0 0 0,0 0 1,0 1-1,0-1 1,0 0-1,0 0 0,-1 0 1,1 0-1,0 0 0,-1 0 1,1 0-1,0 0 0,-1 0 1,1 0-1,-1-1 1,0 1-1,1 0 0,-1 0 1,0 0-1,0-1 0,1 1 1,-1 0-1,0 0 0,0-1 1,-1 1-1,1 0 0,0 0 1,0-1-1,-1 1 1,1 0-1,0 0 0,-2-2 1,0-3 23,0 1 1,-1 0-1,0 0 1,0 0-1,0 0 0,0 0 1,-1 1-1,0-1 1,0 1-1,-6-5 1,0 2 276,-1 1 0,0-1 1,0 2-1,0 0 0,-1 0 0,0 1 1,0 0-1,0 1 0,0 1 1,-1 0-1,1 0 0,0 1 0,-1 1 1,-23 2-1,34-1-271,-1 0 1,0 0-1,0 0 1,1 0-1,-1 0 1,1 1-1,-1-1 0,1 1 1,0 0-1,-1 0 1,1 0-1,0 0 1,0 0-1,0 0 1,1 1-1,-1-1 0,0 1 1,1-1-1,0 1 1,-1-1-1,1 1 1,0 0-1,1 0 0,-1-1 1,-1 7-1,0 7 128,0 0 1,1 0-1,1 24 0,0-23-131,0-12-180,-1 0 1,2 0-1,-1 0 1,0 0-1,1 0 0,0 0 1,0 0-1,0 0 0,1 0 1,0-1-1,0 1 1,0 0-1,0-1 0,1 0 1,0 1-1,0-1 0,0 0 1,0 0-1,1-1 1,-1 1-1,1-1 0,0 0 1,0 0-1,0 0 0,0 0 1,1-1-1,-1 1 1,1-1-1,-1 0 0,1-1 1,0 1-1,0-1 0,0 0 1,0 0-1,7 0 1,49 3-5331,11-4-4043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6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27 16119,'0'0'13153,"-19"-3"-11987,-367-21 1163,385 25-2329,0 0 0,0-1 0,1 1 0,-1 0 0,0 0 0,0 0 0,1 0 0,-1 0 0,1 0 0,-1 0 0,1 0 0,-1 0 0,1 0 0,0 0 0,0 0 0,-1 0 0,1 0 0,0 0 0,0 1 0,0-1 0,0 0 0,0 0 0,0 0 0,0 0 0,1 0 0,-1 0 0,1 2 0,-1-1 0,1 10 0,1 1 0,0-1 0,0 0 0,9 21 0,4 20 0,-6 15 0,-3 1 0,-2 0 0,-10 109 0,4-160 0,-1-1 0,-1 0 0,-1 0 0,0 0 0,-1 0 0,-1-1 0,-10 17 0,-12 32 0,27-41 0,2-23 0,0-1 0,0 0 0,0 1 0,1-1 0,-1 1 0,0-1 0,0 0 0,0 1 0,1-1 0,-1 0 0,0 1 0,0-1 0,1 0 0,-1 1 0,0-1 0,1 0 0,-1 1 0,0-1 0,1 0 0,-1 0 0,0 1 0,1-1 0,-1 0 0,0 0 0,1 0 0,-1 0 0,1 0 0,-1 1 0,1-1 0,-1 0 0,0 0 0,1 0 0,-1 0 0,1 0 0,-1 0 0,1 0 0,-1-1 0,0 1 0,1 0 0,-1 0 0,1 0 0,-1 0 0,3-1 0,45 0 0,-1-2 0,1-2 0,-1-2 0,0-3 0,63-20 0,-108 29-12,27-12-3434,-28 12 3096,1 0 1,-2 0-1,1 0 0,0 0 1,0-1-1,0 1 1,0 0-1,-1 0 0,1-1 1,-1 1-1,1 0 1,-1-1-1,1 1 0,-1 0 1,0-1-1,0 1 1,1-1-1,-1 1 0,0-3 1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7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312 316 7411,'0'0'5363,"11"-20"-1233,30-66-1065,-37 77-2505,0 0-1,0 0 1,-1-1-1,-1 1 1,0-1-1,0 1 1,0-1-1,-1 0 1,-1 1-1,-1-16 1,1 1 761,0 22-1266,0 0 1,0 0-1,-1 0 1,1 0-1,-1 0 1,1 0-1,-1 0 1,0 0 0,1 0-1,-1 0 1,0 0-1,0 0 1,0 1-1,-1-1 1,1 0 0,0 1-1,-1-1 1,1 1-1,-1-1 1,-1 0-1,-2-1 152,1 0 0,-1 1-1,0-1 1,0 1 0,0 0-1,0 0 1,-9-1 0,-9-1 610,0 2 0,-41 0 1,53 2-768,7 1-50,-1 0 0,0 0 0,0 0 0,1 1 0,-1-1 0,1 1 0,-1 0 0,1 1 0,0-1 0,0 1 0,0-1 0,0 1 0,0 1 0,1-1 0,-1 0 0,1 1 0,0 0 0,0 0 0,0-1 0,1 2 0,-4 5 0,-7 14 0,1 0 0,-13 41 0,19-49 0,-6 18 0,2 0 0,2 1 0,1 0 0,-3 43 0,4 146 0,6-210 0,13 77-7587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7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1 206 624,'0'0'15498,"23"-5"-10477,-18 4-4793,26-7 1547,1 1 0,1 2 0,-1 2 0,56 0 0,-59 7-1460,1 1 0,-1 1 0,0 2 0,-1 1 1,0 1-1,0 2 0,33 18 0,-61-29-315,1-1 0,0 1 0,0 0 0,0 0 0,-1 0 0,1 0 0,0 0 0,-1 0 0,1 0 0,-1 0 0,1 0 0,-1 0 0,0 0 0,1 0 0,-1 0 0,0 1 0,0-1 0,0 1 0,0 2 0,0-14 0,0 5 0,-1-3 0,1-1 0,0 1 0,0-1 0,1 1 0,0-1 0,1 1 0,0-1 0,0 1 0,1 0 0,6-13 0,-3 10 0,0 1 0,1 0 0,0 1 0,1-1 0,0 1 0,0 1 0,1 0 0,0 0 0,1 0 0,0 1 0,0 1 0,0 0 0,1 0 0,0 1 0,16-5 0,-14 4-225,-1 1-982,-1 1-1,1 0 1,0 1-1,0 0 0,23-2 1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8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28 155 11365,'0'0'16173,"-5"14"-15138,4-13-1000,-4 14 123,1 1 0,0-1-1,1 0 1,0 1 0,0 17 0,4-31-149,-1 0-1,1 0 1,0 0 0,0 0-1,0-1 1,0 1 0,0 0 0,0 0-1,0-1 1,0 1 0,1-1 0,-1 1-1,0-1 1,1 0 0,0 0-1,-1 1 1,1-1 0,0 0 0,-1 0-1,1-1 1,0 1 0,0 0 0,0 0-1,0-1 1,0 0 0,0 1-1,-1-1 1,1 0 0,0 0 0,0 0-1,3 0 1,7 1 28,-1 0 0,1-1 0,0 0 0,13-3 0,-20 2-55,-1 0 1,0 0-1,1-1 1,-1 1-1,0-1 1,0 0-1,0 0 0,0-1 1,0 1-1,-1-1 1,1 0-1,-1 0 0,0 0 1,0 0-1,0-1 1,0 1-1,0-1 1,-1 1-1,1-1 0,-1 0 1,0 0-1,0 0 1,-1-1-1,1 1 0,1-8 1,1-8-83,-1 0 1,0 0 0,-2-1-1,-1-25 1,0 35 157,0 7-59,-1 0 0,1 0 0,-1 1 0,0-1 1,0 0-1,-1 1 0,1-1 0,-1 1 0,-4-7 0,5 7 58,-1 0 1,1 1-1,-1-1 0,1 0 0,0 0 0,0 0 0,0-1 0,0 1 0,0-5 1,1 8 48,6 0-82,0 0 0,0 1 0,0 0-1,0 0 1,-1 0 0,1 1 0,0-1-1,-1 2 1,1-1 0,-1 0 0,0 1-1,0 0 1,0 0 0,0 1 0,0-1-1,6 7 1,-4-2 93,0 0-1,-1 1 0,0-1 1,0 1-1,-1 0 0,0 1 1,-1-1-1,5 14 1,-7 8 114,-2-19-11,20-14-178,95-86-719,-104 81 718,0 1 34,0-1-1,-1 0 1,0-1-1,0 0 1,-1 0-1,1-1 1,-2-1-1,0 1 1,8-13 0,-16 27 272,-1 44 604,1-45-1268,0 0 0,0-1 1,1 1-1,-1-1 0,1 1 0,0 0 1,-1-1-1,2 0 0,-1 1 1,0-1-1,2 4 0,15-6-11203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8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8228,'0'0'20220,"-12"19"-17841,-34 67-818,41-74-1524,1 1 0,1-1 1,0 0-1,0 1 0,1 0 0,1-1 0,0 1 0,0 0 0,2 0 1,2 19-1,-1 15-67,-2-36 30,1 0 0,0 1 0,1-1 0,0 0 0,4 11 0,-5-20 0,0 1 0,-1-1 0,1 1 0,0-1 0,0 1 0,0-1 0,1 1 0,-1-1 0,1 0 0,-1 0 0,1 1 0,0-1 0,0 0 0,0-1 0,0 1 0,0 0 0,0-1 0,0 1 0,0-1 0,1 1 0,-1-1 0,1 0 0,-1 0 0,1 0 0,3 0 0,-4-1-4,2 1-523,0 0 1,0-1-1,1 0 1,-1 0 0,0 0-1,1-1 1,-1 1-1,0-1 1,1 0 0,-1 0-1,0-1 1,0 1-1,5-3 1,6-20-7803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14791,'0'0'8596,"115"2"-8068,-61-2-528,-6 0-48,-1-9-1377,7-5-2609,-6-6-3713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9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11093,'0'0'16688,"11"0"-15333,47-3-804,113-11 1413,-154 11-1825,1 0 1,-1-2-1,0 1 1,0-2-1,-1 0 1,0-2-1,25-13 1,-41 21-140,1 0 0,-1 0 0,0 0 0,0-1 0,1 1 0,-1 0 0,0 0 0,0 0 0,0 0 0,1 1 0,-1-1 0,0 0 0,0 0 0,1 0 0,-1 0 0,0 0 0,0 0 0,0 0 0,1 0 0,-1 0 0,0 0 0,0 1 0,0-1 0,0 0 0,1 0 0,-1 0 0,0 0 0,0 1 0,0-1 0,0 0 0,0 0 0,0 0 0,1 1 0,-1-1 0,0 0 0,0 0 0,0 0 0,0 1 0,0-1 0,0 0 0,0 0 0,0 0 0,0 1 0,0-1 0,0 0 0,0 0 0,0 1 0,0-1 0,0 0 0,0 1 0,0 12 0,0-12 0,-2 40 0,-9 54 0,4-53 0,0 57 0,7-84 0,-1 43 0,2 0 0,3 0 0,20 103 0,-20-147 0,-1 0 0,-1 0 0,0 1 0,0 19 0,-3-34 0,0 1 0,1 0 0,-1 0 0,0-1 0,1 1 0,-1 0 0,0-1 0,0 1 0,1-1 0,-1 1 0,0-1 0,0 0 0,0 1 0,0-1 0,0 0 0,0 1 0,0-1 0,0 0 0,0 0 0,0 0 0,1 0 0,-1 0 0,0 0 0,0 0 0,0 0 0,0 0 0,0-1 0,0 1 0,-1-1 0,0 1 0,-211-11 0,181 10 0,-30 1 0,59 0 0,0 0 0,0 1 0,0-1 0,0 1 0,0 0 0,0 0 0,1 0 0,-1 0 0,0 1 0,1-1 0,-1 1 0,1-1 0,-1 1 0,1 0 0,0 0 0,-3 4 0,4-6-6,1 0 1,0 0-1,0 0 1,-1 1-1,1-1 1,0 0-1,0 1 0,-1-1 1,1 0-1,0 1 1,0-1-1,0 0 1,-1 1-1,1-1 0,0 0 1,0 1-1,0-1 1,0 0-1,0 1 1,0-1-1,0 0 1,0 1-1,0-1 0,0 1 1,0-1-1,0 0 1,0 1-1,0-1 1,0 0-1,0 1 0,0-1 1,1 0-1,-1 1 1,0-1-1,0 0 1,0 1-1,1-1 0,-1 0 1,0 1-1,0-1 1,1 0-1,-1 0 1,0 1-1,1-1 0,-1 0 1,0 0-1,1 0 1,-1 1-1,18 2-1607,-12-3 310,1 0-1,-1-1 1,1 1 0,-1-1-1,0-1 1,1 1 0,9-4 0,23-17-9500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9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5250,'0'0'27517,"13"25"-27517,-6-23 0,0 3 0,-7 2 0,0 2 0,0 2 0,0 3-2305,0-3-3538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9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1 13014,'0'0'9364,"-61"119"-4642,40-85-2849,8 0-1713,-14-4-160,-7 1-432,-7-1-2289,-20-1-3634,-7 0-9588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1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0 253 7459,'0'0'13201,"14"-4"-11333,42-9-124,-55 13-1675,1 0 1,-1 0-1,0 0 0,0 0 0,1 1 0,-1-1 0,0 0 0,0 1 0,0-1 0,0 1 0,1 0 0,-1-1 0,0 1 0,0 0 0,0-1 0,0 1 0,0 0 0,-1 0 0,1 0 0,0 0 0,0 0 0,0 0 0,-1 0 0,1 0 0,-1 0 0,1 0 0,-1 0 0,1 2 0,8 36 1342,-7-28-971,1 11 283,-1 0 0,0 45 0,-3-45-408,1-22-312,0 0 1,0 0-1,0-1 1,0 1-1,0 0 1,0 0-1,0 0 1,-1 0-1,1 0 1,0 0-1,0 0 1,0 0-1,0 0 1,0 0-1,0 0 1,-1-1-1,1 1 1,0 0-1,0 0 1,0 0-1,0 0 1,0 0-1,-1 0 1,1 0-1,0 0 1,0 0-1,0 1 1,0-1-1,0 0 1,-1 0-1,1 0 1,0 0-1,0 0 1,0 0-1,0 0 1,0 0-1,0 0 1,-1 0-1,1 0 1,0 0-1,0 1 1,0-1-1,0 0 1,0 0-1,0 0 0,0 0 1,0 0-1,0 0 1,0 1-1,-1-1 1,1 0-1,0 0 1,0 0-1,0 0 1,0 0-1,0 1 1,0-1-1,0 0 1,0 0-1,0 0 1,0 0-1,0 0 1,0 1-1,0-1 1,1 0-1,-9-12 47,3-8-175,1-1 0,1 1 1,0-1-1,2-28 0,-2-6-28,2-44-465,1 98 569,1 0 1,0 0 0,-1 0 0,1 0 0,0 1 0,0-1 0,0 0 0,-1 1 0,1-1 0,0 1 0,0-1 0,0 1 0,0-1 0,0 1 0,0 0 0,0-1 0,0 1 0,1 0 0,-1 0 0,0 0 0,0 0 0,0 0 0,0 0 0,0 0 0,2 0 0,41 0-208,-32 1 237,330 8-2040,-337-9 2002,0 0 0,0-1 1,0 1-1,0-1 0,-1 0 1,1 0-1,0-1 0,0 0 1,-1 1-1,1-1 1,-1-1-1,7-3 0,-9 4 49,0 0 0,1 0 0,-1-1 0,0 1 0,0 0 0,0-1 0,0 1 0,0-1 0,-1 0 0,1 0 0,-1 0 0,0 0 0,0 0 0,0 0 0,0 0 0,0 0 0,-1 0 0,1 0 0,-1 0 0,0-4 0,0 5 15,-1 0-1,0 0 1,1 0 0,-1 0-1,0 0 1,0 0 0,0 1-1,0-1 1,0 0 0,-1 0-1,1 1 1,0-1 0,-1 1-1,1-1 1,-1 1-1,1 0 1,-1 0 0,0 0-1,0 0 1,0 0 0,1 0-1,-1 0 1,0 0 0,0 1-1,-3-2 1,-57-13 284,59 15-267,-20-4 598,-1 1 0,1 1 1,-1 1-1,1 1 0,-26 3 0,47-2-559,0-1 1,0 1-1,0-1 0,0 1 1,0 0-1,0 0 1,0 0-1,1 0 1,-1 0-1,0 1 0,0-1 1,1 0-1,-1 1 1,1-1-1,-1 1 1,1 0-1,0-1 0,0 1 1,0 0-1,0 0 1,0 0-1,0 0 1,0 0-1,0 0 1,1 0-1,-1 4 0,-1 5 163,0 0 0,2-1 0,-1 1 0,2 12 0,0-6 91,-1-8-330,0 0 1,1 0 0,1-1 0,-1 1 0,1-1 0,1 1 0,0-1 0,0 0-1,1 0 1,-1 0 0,2 0 0,-1-1 0,1 0 0,0 0 0,1 0 0,0 0-1,0-1 1,0 0 0,1 0 0,-1-1 0,2 0 0,-1 0 0,0 0 0,1-1-1,0 0 1,0-1 0,0 0 0,13 4 0,-7-3-610,0-1 1,0 0-1,1-1 0,-1-1 1,0 0-1,1 0 0,20-4 1,-23 2-752,0-1 1,0 0 0,0-1 0,0-1 0,-1 0-1,0-1 1,1 0 0,18-11 0,32-32-12122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1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9076,'0'0'12107,"-22"27"-7177,-70 95-845,88-114-3904,-1 0 0,1 0 1,1 1-1,-1-1 0,2 1 0,-1 0 0,1-1 1,0 1-1,1 1 0,0-1 0,1 0 1,0 0-1,2 18 0,-1 4-160,1 1-30,2 1-1,1-1 1,2 0 0,1 0-1,1-1 1,2 0-1,1-1 1,2 0-1,0-1 1,35 51-1,-47-78 1737,-37-19-31544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2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10005,'0'0'2958,"23"-6"1575,53-12 975,142-14 0,-43 30-1274,-174 2-4234,-1 0 1,0 0-1,0-1 1,1 1-1,-1 0 1,0 0-1,1 0 1,-1 0-1,0 0 1,1 1-1,-1-1 0,0 0 1,1 0-1,-1 0 1,0 0-1,0 0 1,1 0-1,-1 0 1,0 1-1,0-1 1,1 0-1,-1 0 1,0 0-1,0 1 1,1-1-1,-1 0 1,0 0-1,0 1 1,0-1-1,1 0 1,-1 0-1,0 1 1,0-1-1,0 0 1,0 1-1,0-1 1,0 0-1,0 0 1,0 1-1,0-1 1,0 0-1,0 1 0,0-1 1,0 0-1,0 1 1,0-1-1,0 0 1,0 1-1,0-1 1,0 0-1,0 0 1,0 1-1,0-1 1,-1 1-1,-6 10-5,-12 11 5,16-19 0,-1 0 0,1 1 0,-1 0 0,1 0 0,0 0 0,0 0 0,1 0 0,-1 0 0,1 1 0,0-1 0,0 1 0,1 0 0,-1 0 0,1-1 0,0 1 0,0 0 0,1 7 0,0-11-8,0-1-1,1 1 1,-1 0 0,1 0 0,-1-1-1,1 1 1,-1-1 0,1 1-1,-1 0 1,1-1 0,0 1 0,-1-1-1,1 1 1,0-1 0,0 0-1,-1 1 1,1-1 0,0 0 0,0 0-1,-1 1 1,1-1 0,0 0-1,0 0 1,0 0 0,0 0 0,-1 0-1,1 0 1,0 0 0,0 0 0,1 0-1,32-3-388,-27 2 322,0-1-1,0 0 0,0 0 1,-1-1-1,1 0 0,-1 0 1,1-1-1,-1 1 0,0-1 1,0-1-1,-1 1 0,8-8 1,-3 2 195,-1 0 0,0-1 1,-1 0-1,0-1 1,10-19-1,44 84 771,-22-38-3260,20-10-8730,-38-5 788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2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1 220 10117,'0'0'16871,"4"12"-15385,16 36-384,-20-48-1064,0 0-1,0 0 0,0 0 1,0 0-1,0 0 1,0 0-1,0 0 0,1-1 1,-1 1-1,0 0 1,0 0-1,0 0 0,0 0 1,0 0-1,0 0 1,1 0-1,-1 0 0,0 0 1,0 0-1,0 0 1,0 0-1,0 0 0,1 0 1,-1 0-1,0 0 1,0 0-1,0 0 0,0 0 1,0 0-1,1 0 1,-1 0-1,0 0 0,0 0 1,0 1-1,0-1 1,0 0-1,0 0 0,0 0 1,1 0-1,-1 0 0,0 0 1,0 0-1,0 0 1,0 1-1,0-1 0,0 0 1,0 0-1,0 0 1,0 0-1,0 0 0,0 0 1,0 1-1,0-1 1,0 0-1,0 0 0,0 0 1,0 0-1,0 0 1,0 1-1,0-1 0,0 0 1,0 0-1,0 0 1,0 0-1,0 1 0,1-19 437,-4-22-462,-5-1-26,2-1 1,2 1 0,2-57-1,14 95-3447,19 3-7808,-28 0 8711,12 0-9076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2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6659,'0'0'21901,"17"4"-19271,53 13-1274,-68-16-1350,0-1 0,0 1 1,0 0-1,0-1 1,0 1-1,0 0 1,0 0-1,0 1 0,-1-1 1,1 0-1,0 1 1,-1-1-1,1 1 1,-1-1-1,0 1 0,1 0 1,-1-1-1,0 1 1,0 0-1,0 0 1,0 0-1,0 0 0,-1 0 1,1 0-1,-1 0 1,1 0-1,-1 0 1,0 0-1,1 0 0,-1 0 1,0 1-1,0-1 1,-1 0-1,1 0 1,0 0-1,-2 3 0,1 9-22,2-20-7,-1 0-1,2 1 1,-1-1-1,0 0 1,1 0-1,0 1 1,1-1-1,-1 1 1,1 0-1,0 0 1,6-7 0,-7 8 10,0 1 1,1 0 0,0 0 0,-1 0 0,1 0 0,0 0 0,0 1 0,1-1 0,-1 1 0,1 0 0,-1 0 0,1 0 0,0 1 0,-1-1-1,1 1 1,0 0 0,0 0 0,0 0 0,4 0 0,-5 1 178,-2 40 191,-1-36-393,1-1 1,0 1-1,0-1 1,0 1-1,0-1 0,1 1 1,0-1-1,-1 1 1,1-1-1,0 0 0,0 0 1,1 0-1,-1 0 1,1-1-1,-1 1 0,1-1 1,0 1-1,0-1 0,0 0 1,0 0-1,1 0 1,-1-1-1,0 1 0,1-1 1,5 2-1,4 0-1024,0-1-1,0 0 0,0-1 1,0-1-1,1 0 0,14-2 1,37-5-17050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3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1 171 9588,'0'0'15696,"12"19"-13861,41 59-421,-49-71-1266,1-1 1,-1 0-1,1 0 0,0 0 0,0-1 1,0 1-1,1-1 0,0-1 0,0 1 1,1-1-1,-1 0 0,1 0 0,-1-1 1,1 0-1,0 0 0,1-1 0,-1 1 1,0-2-1,1 1 0,-1-1 1,1 0-1,-1-1 0,1 1 0,0-2 1,-1 1-1,1-1 0,9-2 0,-14 2-144,-1 0 0,0 0 0,0 0 0,0 0 0,1 0-1,-1-1 1,0 1 0,0-1 0,-1 1 0,1-1 0,0 0 0,0 0-1,-1 1 1,1-1 0,-1 0 0,0-1 0,0 1 0,0 0 0,2-4-1,14-49 3,-16 47-6,4-20 2,-1-1-1,-2 1 1,-1-1-1,-4-36 1,1-8-127,29 74-1655,27 10-1725,-22-5-3057,52 5 0,-30-11-2685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4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281 642 8788,'0'0'7881,"-23"0"-3154,-74 6-1288,88-4-3033,0-1 0,0 1-1,0 1 1,0 0 0,0 0-1,0 0 1,1 1 0,0 1-1,0-1 1,0 1 0,0 1-1,1-1 1,0 1 0,0 1 0,0-1-1,-5 9 1,10-12-365,0-1 0,0 1 0,0 0 0,1 0 0,-1 0 0,1 1 0,0-1 0,0 0 1,0 0-1,0 1 0,1-1 0,-1 0 0,1 1 0,0-1 0,0 1 0,0-1 0,1 4 0,-1-5-44,1 0 0,-1 0 0,1 0-1,0 0 1,-1-1 0,1 1 0,0 0 0,0 0-1,0 0 1,0-1 0,1 1 0,-1-1-1,0 1 1,1-1 0,-1 1 0,1-1 0,0 0-1,-1 0 1,1 0 0,0 0 0,0 0 0,-1 0-1,1 0 1,0 0 0,0-1 0,0 1-1,0-1 1,0 0 0,3 1 0,12 1-234,-1-1 0,1-1 0,0 0 0,0-1 0,0-1 0,30-7 0,-43 8 169,0 0 0,1 0 0,-1-1 0,0 0 0,0 0 0,0 0 1,0-1-1,0 1 0,-1-1 0,1 0 0,-1 0 0,0 0 0,1 0 1,-2-1-1,1 1 0,0-1 0,-1 0 0,1 0 0,-1 0 0,0 0 1,0 0-1,-1 0 0,1-1 0,-1 1 0,0-1 0,0 1 0,-1 0 1,1-1-1,-1-8 0,-34 14 1479,33 1-1399,0 0 0,-1 0-1,1 1 1,0-1 0,1 0 0,-1 1-1,0-1 1,1 1 0,-1-1 0,1 1 0,0-1-1,0 1 1,0-1 0,0 1 0,0-1-1,1 1 1,-1-1 0,1 1 0,-1-1-1,1 0 1,0 1 0,0-1 0,0 0 0,0 1-1,1-1 1,-1 0 0,0 0 0,1 0-1,0 0 1,-1-1 0,1 1 0,0 0-1,3 2 1,3-2-132,1 1 0,0-1 0,0 0 0,0-1 0,0 0 0,0-1 0,0 0 0,0 0 0,0-1 0,0 0 0,0 0 0,0-1 0,-1 0 1,1-1-1,0 0 0,-1 0 0,0-1 0,0 0 0,0-1 0,0 1 0,-1-1 0,10-9 0,7-6-800,-1-1 1,-1-2 0,-2 0-1,0-1 1,22-34 0,-3-9 457,-3-1 0,-3-2 0,30-91 1,-53 134 453,0 0 226,-1-1 0,9-47-1,-13 18 4207,-11 54-1010,-15 6-2090,16 0-1187,0-1 0,0 1 0,0-1 0,0 1 0,1 1-1,-1-1 1,1 1 0,0-1 0,0 1 0,0 0-1,-4 7 1,-32 53 803,36-58-931,-9 20-9,1 1 0,1-1 0,2 2 0,0-1 0,2 1 0,1 1 0,1-1 0,2 1 0,0 47 0,3-54 0,1-1 0,1 0 0,1 0 0,0 0 0,2 0 0,1 0 0,0-1 0,2 0 0,0 0 0,1 0 0,1-2 0,1 1 0,21 28 0,-27-42-215,-1 0 0,1-1-1,0 1 1,0-1 0,1 1 0,-1-2-1,1 1 1,0-1 0,0 1 0,0-2-1,0 1 1,1-1 0,-1 0 0,1 0-1,9 1 1,-9-2-415,1-1 0,-1 0 0,1-1 0,-1 1-1,0-1 1,1-1 0,-1 0 0,0 0 0,0 0 0,0-1 0,0 0-1,0 0 1,0 0 0,-1-1 0,0 0 0,0-1 0,0 1-1,0-1 1,-1 0 0,8-9 0,16-28-14339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4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13766,'0'0'19001,"-7"0"-19001,20 0 0,1 0 0,-7 7 0,-1 4 0,-6 0-1233,7 1-3025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0 11621,'0'0'19375,"-2"3"-17849,-13 16-1471,1 1 1,0 0-1,2 1 1,-15 33-1,-32 98-38,-8 16-66,64-161 38,-7 15-1010,-1-2 1,0 0 0,-19 25-1,14-24-3498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6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3618,'0'0'11512,"12"-15"-9706,42-48-147,-47 58-1285,0-1 1,0 1-1,0 0 0,1 1 1,0-1-1,0 1 0,0 1 1,0 0-1,1 0 0,-1 1 0,1-1 1,-1 2-1,1 0 0,0 0 1,0 0-1,0 1 0,13 1 0,-18-1-164,-2 1-143,-1-1 0,1 1-1,-1-1 1,1 1-1,-1-1 1,1 1-1,-1 0 1,1 0 0,-1 0-1,0 0 1,1 0-1,-1 0 1,0 0 0,0 0-1,0 0 1,0 1-1,0-1 1,0 0 0,0 1-1,0-1 1,-1 1-1,1-1 1,0 1 0,-1-1-1,1 1 1,-1-1-1,0 1 1,1 2-1,7 57 570,-8-49-452,3 42 252,-3 1 0,-3 0 1,-15 90-1,18-142-424,-1 1 0,0-1 0,1 0 0,0 0 0,0 1 0,0-1 0,0 0 0,0 1 0,1-1 0,-1 0 0,1 0 0,0 0 0,0 1 0,0-1 0,0 0 0,1 0 0,-1 0-1,1-1 1,3 6 0,-2-6-7,0 1 0,0-1 0,1 0 0,-1 0 0,1 0 0,-1-1 0,1 1 0,-1-1-1,1 0 1,0 0 0,0 0 0,-1-1 0,1 1 0,0-1 0,0 0 0,6 0 0,-9-1-13,0 0 1,0 1 0,0-1 0,0 0 0,0 0 0,0 0-1,0 0 1,0 0 0,0 0 0,0-1 0,-1 1 0,1 0-1,0 0 1,-1-1 0,1 1 0,-1 0 0,0-1-1,1 1 1,-1 0 0,0-1 0,0 1 0,1-1 0,-1 1-1,-1-2 1,2 0-11,-1 0 1,0 1-1,1-1 0,-1 1 0,0-1 0,-1 0 0,1 1 0,0-1 0,-1 1 1,0-1-1,1 0 0,-1 1 0,-2-5 0,0 5-20,0 0-1,-1 0 1,1 1-1,0-1 1,-1 1-1,1-1 1,-1 1-1,0 0 1,1 1-1,-1-1 1,0 1-1,1-1 1,-5 1-1,6 0 25,1 0-1,-1-1 0,0 1 1,0 0-1,1 0 1,-1 1-1,0-1 1,1 0-1,-1 1 1,0-1-1,1 0 1,-1 1-1,1 0 0,-1-1 1,1 1-1,-1 0 1,1 0-1,-1 0 1,1 0-1,0 0 1,-1 0-1,1 0 1,0 1-1,0-1 0,0 0 1,0 1-1,0-1 1,0 1-1,0-1 1,0 3-1,-2 12-17,2 0 1,0 0-1,1 0 0,0 0 1,1 0-1,1 0 0,1 0 0,0-1 1,1 1-1,9 23 0,6 4 118,2-1 0,31 48-1,-12-23-30,-35-58 9,0-1 0,-1 1 0,0 0 0,0 0 0,-1 0 0,0 1 0,-1-1 0,0 1 0,1 16 0,-3-25-16,-1 1-1,0 0 1,1-1 0,-1 1-1,0-1 1,0 1 0,0-1-1,0 1 1,0-1-1,0 0 1,0 1 0,-1-1-1,1 0 1,0 0-1,-1 0 1,1 0 0,-1 0-1,1 0 1,-1 0 0,1-1-1,-1 1 1,0 0-1,1-1 1,-1 1 0,0-1-1,0 0 1,1 0-1,-1 0 1,0 0 0,-1 0-1,-66 3 1606,58-3-1559,-38 2-94,34 0 0,0-1 0,0-1 0,0 0 0,0-1 0,-28-5 0,41 3 0,37-3-2657,3 1-8399,-23-2-1035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9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311 372 480,'0'0'10578,"5"-9"-9174,-1 0-1407,1-2 820,0 1 0,0-1-1,-2 0 1,1 0 0,-1 0-1,-1 0 1,0-1-1,1-12 1,-3 3-228,0-1 1,-2 1-1,-6-31 1,6 43-547,0 1 0,-1 0 1,0 0-1,-1 0 1,0 1-1,0-1 1,0 1-1,-1 0 0,0 0 1,-1 0-1,-10-9 1,14 13-15,-1 1 0,0 0 1,0-1-1,0 1 0,0 1 0,0-1 1,0 0-1,0 1 0,0-1 1,-1 1-1,1 0 0,0 0 1,-1 0-1,1 1 0,-1-1 0,0 1 1,1 0-1,-5 0 0,2 1-6,1 0-1,-1 1 1,1-1-1,-1 1 0,1 0 1,0 0-1,0 1 1,0 0-1,0 0 0,-7 5 1,0 2 26,1 1-1,0 0 1,1 1 0,0 0-1,0 0 1,1 1 0,-10 20-1,8-11 90,2 1 0,0 0 0,2 0-1,0 1 1,2 0 0,-3 27 0,3 3 321,5 92 1,4-108-388,2 1 0,2-1 0,1-1 0,2 1 1,20 45-1,-13-36-50,-2 1 0,13 65 0,-27-100-159,0-1 0,-1 1 0,-1 0 0,0-1 1,-3 25-1,2-33-189,1-1 0,-1 1 0,-1-1 0,1 1 0,0-1 0,-1 1 0,0-1 0,0 0 0,0 0-1,-3 4 1,3-5-223,0 0-1,0-1 1,0 1-1,0-1 0,0 1 1,0-1-1,0 0 1,-1 0-1,1 0 1,-1 0-1,1 0 0,0 0 1,-1-1-1,1 1 1,-1-1-1,-3 0 0,-14 1-6471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9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11429,'0'0'10677,"156"-52"-8404,-95 43-768,0 0-513,0-2-495,-7 2-417,-14-2-48,1 2-32,0 0-561,-14-3-1584,0 3-2145,0-2-3313,-7-2-4259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0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10389,'0'0'10597,"3"22"-7689,27 185 3068,-26-176-5614,-8-46 72,-9-52 82,10 48-508,0-1 0,1 1 1,1-1-1,1 0 0,1 1 0,1-1 0,4-20 0,-5 35-15,0 0 0,0 0 0,1 0 0,-1 0-1,1 1 1,1-1 0,-1 0 0,0 1 0,1 0 0,0 0 0,0 0 0,1 0 0,-1 0-1,1 1 1,-1-1 0,1 1 0,0 0 0,1 0 0,-1 0 0,0 1 0,1-1 0,0 1 0,-1 0-1,1 1 1,0-1 0,0 1 0,0 0 0,0 0 0,0 0 0,0 1 0,8 0 0,-6 1-673,-1 0 0,1 0 0,-1 0 1,0 1-1,1 0 0,-1 0 0,0 1 1,0 0-1,9 5 0,-9-4-899,0-1 0,0 0 0,1 0 0,-1-1 0,1 1 0,12 1 0,10-3-5094,4-1 177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1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97 5090,'0'0'19548,"-12"-2"-17267,7 2-2094,0-1 0,0 1 0,0 0-1,0 0 1,0 0 0,0 1 0,0 0 0,1 0 0,-1 0 0,0 1-1,0-1 1,1 1 0,-1 0 0,1 0 0,-1 1 0,1 0 0,0-1 0,0 1-1,0 1 1,0-1 0,1 1 0,-1-1 0,-2 5 0,-2 0-29,1 0 1,1 1 0,0-1-1,0 1 1,-5 11-1,9-16-132,0 0 0,0 0 0,1 0-1,-1 0 1,1 1 0,0-1 0,0 0-1,1 1 1,-1-1 0,1 0-1,0 1 1,0-1 0,1 1 0,-1-1-1,3 7 1,-3-10-26,1 0 0,0-1 0,-1 1 0,1 0 0,0 0 0,-1-1 0,1 1 0,0 0 0,0-1 0,0 1 0,0-1 0,0 0 0,0 1 0,-1-1 0,1 1 0,0-1 0,0 0 0,0 0 0,0 0 0,0 0 0,0 1 0,2-2 0,31 1 0,-22-1 0,-2 1 0,-1-2 0,1 1 0,-1-2 0,1 1 0,-1-1 0,0 0 0,-1-1 0,1 0 0,0-1 0,-1 1 0,8-7 0,-11 7 0,0 1 0,0 0 0,-1-1 0,1 0 0,-1 0 0,0-1 0,0 1 0,0-1 0,-1 0 0,0 0 0,0 0 0,0 0 0,0-1 0,-1 1 0,0-1 0,0 1 0,0-1 0,-1 0 0,1-8 0,-2 12 0,0-1 0,0 1 0,-1-1 0,1 1 0,-1 0 0,0-1 0,1 1 0,-1 0 0,0 0 0,0 0 0,-1-1 0,1 1 0,0 0 0,-1 0 0,1 1 0,-1-1 0,0 0 0,1 0 0,-1 1 0,0-1 0,0 1 0,0 0 0,0-1 0,-4 0 0,-5-3 0,0 1 0,0 0 0,-23-4 0,2 0 0,32 8-11,0 0-1,0 0 1,0 0-1,0 0 1,0-1-1,0 1 1,0 0-1,1 0 1,-1 0-1,0 0 1,0 0-1,0 0 1,0 0 0,0 0-1,0 0 1,0 0-1,0 0 1,0 0-1,0 0 1,0 0-1,0 0 1,0-1-1,0 1 1,0 0 0,0 0-1,0 0 1,0 0-1,0 0 1,0 0-1,0 0 1,0 0-1,0 0 1,0 0-1,0 0 1,0 0-1,0-1 1,0 1 0,0 0-1,0 0 1,0 0-1,0 0 1,0 0-1,0 0 1,0 0-1,0 0 1,0 0-1,-1 0 1,1 0 0,0 0-1,0 0 1,0 0-1,0 0 1,0 0-1,0 0 1,8-2-1352,291 0-7062,-297 2 8410,1-1 0,-1 1-1,0 0 1,1 0 0,-1 1 0,0-1 0,0 0 0,1 1-1,-1-1 1,0 1 0,0 0 0,0 0 0,1 0-1,-1 0 1,0 0 0,0 0 0,0 1 0,-1-1 0,1 1-1,0-1 1,-1 1 0,1-1 0,0 1 0,-1 0 0,0 0-1,3 4 1,-2 1 448,0 0 0,-1 1-1,0-1 1,0 0 0,0 1 0,-1-1-1,-1 8 1,1-5 357,-13 56 5364,13-82-5921,0 13-232,1 1 1,0-1 0,0 0 0,0 0 0,0 1-1,0-1 1,1 0 0,-1 1 0,1-1 0,0 1-1,0 0 1,0 0 0,0 0 0,0 0 0,4-4-1,44-31-88,-38 29 28,109-68-681,-106 68 728,0 1 0,1 1 0,0 0 0,0 0 0,0 2 0,24-4 0,-39 9 32,-1-1 0,1 1 0,0 0 0,0-1 0,-1 1 0,1 0 0,-1 0 0,1 0 0,-1-1 0,1 1 1,-1 0-1,1 0 0,-1 0 0,0 0 0,0 0 0,1 0 0,-1 0 0,0 0 0,0 0 0,0 0 0,0 0 0,0 0 0,0 0 0,-1 1 0,1 39 542,0-31-494,-1 5-564,2 13-3181,-1-27 3475,0 0 1,1 0-1,-1-1 1,0 1-1,1 0 1,-1-1 0,1 1-1,-1 0 1,1-1-1,-1 1 1,1 0-1,-1-1 1,1 1-1,0-1 1,-1 1 0,1-1-1,0 0 1,-1 1-1,1-1 1,0 1-1,0-1 1,-1 0-1,1 0 1,0 0 0,0 1-1,-1-1 1,1 0-1,0 0 1,0 0-1,1 0 1,12 0-10575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1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9780,'0'0'18764,"-5"27"-16304,-4 9-1631,3-14-673,1 0 0,2 0-1,0 1 1,1-1-1,2 25 1,-3 19-156,1-41 0,1 1 0,1-1 0,1 1 0,6 28 0,-7-52 5,1 1 0,0 0 0,0-1 0,0 1 1,0-1-1,0 1 0,1-1 0,-1 1 0,1-1 0,0 0 0,-1 0 0,1 0 0,0 0 0,0 0 1,0 0-1,1 0 0,-1-1 0,0 1 0,1-1 0,-1 1 0,1-1 0,-1 0 0,1 0 1,3 0-1,4 2-64,1-2 0,0 0 1,0 0-1,20-2 1,-6 0-319,11-5-4889,-33 5 4222,-1 0 0,1 0 0,-1-1 1,0 1-1,0 0 0,1-1 0,-1 0 0,0 0 1,0 1-1,0-1 0,2-4 0,5-15-13389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1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13894,'0'0'9477,"149"-16"-9477,-102 16-288,1-3-2754,-1-6-4817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1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11717,'0'0'13431,"149"-14"-12231,-88 1-15,-6-5-401,-1 4-512,-14 0-240,-6 3-32,-7 7-928,-13-1-753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1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3874,'0'0'16455,"136"-18"-15958,-82 2-449,0-2-48,0 0-2065,7-2-5715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3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263 321 208,'0'0'6190,"20"-14"-4752,64-48 224,-77 57-1062,-1 0 0,0 0 1,0 0-1,0-1 0,0 0 1,-1 0-1,0 0 1,0-1-1,-1 0 0,7-13 1,-7 12-2,-2 5-311,-1 0 0,1-1 0,-1 1 0,0 0 0,1-1 0,-2 1 0,1-1 0,0 1 0,-1-1 0,1 1 0,-1-1 0,0 1 0,0-1 0,-1 1 1,1-1-1,-1 1 0,0-1 0,1 1 0,-2-1 0,0-2 0,-1 1-61,0 1 0,1 0-1,-2 0 1,1 0 0,0 1 0,-1-1 0,0 1 0,0 0 0,0 0 0,0 0-1,0 1 1,-8-4 0,-4-1 24,0 1 0,-1 0 0,0 2 0,0 0-1,0 1 1,0 1 0,-19-1 0,27 3-226,0-1 0,0 2 0,1-1 0,-1 1 0,0 1 1,0-1-1,1 2 0,-1-1 0,1 1 0,0 0 0,0 1 0,0 0 0,0 0 0,0 1 0,1 0 1,0 0-1,0 0 0,0 1 0,1 0 0,0 1 0,0 0 0,1-1 0,-1 2 0,2-1 0,-1 1 0,1-1 1,0 1-1,0 0 0,1 1 0,0-1 0,-2 12 0,-2 16-9,2 0 1,1 0-1,1 1 1,2-1-1,2 1 0,7 47 1,2-24 1,22 73 1,-3-17-507,-16-63-278,4 17-752,-13-21-4319,-17-48-4078,-1-1-222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4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13302,'0'0'11304,"23"0"-8759,1 1-2043,1 0 0,-1 2 0,1 0 0,-1 2 0,0 1 0,31 11 0,0 10-44,24 9-188,-78-36 234,-9-14 150,4 5-636,-1-1 0,1 1 0,1-1 0,0 0-1,1 0 1,0 0 0,0 0 0,1-1 0,0 1 0,1 0 0,1-17 0,-1 13-17,1 11-1,0 0 0,0 0 0,0 0 0,1 0 0,-1 0 0,1 1 0,0-1 0,-1 0 0,1 1 0,0-1 0,1 1 0,-1 0 0,0 0 0,1 0 0,-1 0 0,1 0 0,-1 1 0,1-1 0,0 1 0,4-2 0,63-26 0,7 7-3391,-54 17 510,1 1 0,0 1 0,0 1 1,0 2-1,41 2 0,-42 4-6217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4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34 8820,'0'0'16749,"-13"18"-15250,-36 54-245,47-69-1221,0-1 0,1 1 0,-1 0 0,1-1 0,0 1 0,0 0 0,0 0 0,0 0 0,0 0 0,1 0 0,-1 0 0,1 0 0,0 0 0,0 0 0,0 0 0,0 4 0,1-5-5,0-1 0,-1 1 0,1 0 0,0-1 0,0 1 0,0 0 0,0-1 0,0 0 0,1 1 0,-1-1 0,0 0 0,1 1 0,-1-1 0,1 0 0,-1 0 0,1 0 0,-1 0 0,1-1 0,2 2 0,6 1 67,-1-1-1,1 0 1,0 0-1,1-1 0,-1 0 1,15-1-1,-20 0-88,0 0-45,1 0 0,0 0 1,0-1-1,0 1 0,0-2 1,-1 1-1,1 0 0,0-1 1,6-3-1,-10 4 23,0-1 1,-1 1-1,1 0 1,0-1-1,-1 1 1,1-1-1,-1 0 1,1 1-1,-1-1 0,0 0 1,0 0-1,0 0 1,0 0-1,0 0 1,0 0-1,0 0 1,-1 0-1,1-1 1,-1 1-1,0 0 0,1 0 1,-1 0-1,0-1 1,0 1-1,-1 0 1,1 0-1,0 0 1,-2-3-1,1 0 2,-1 0 0,-1 1-1,1-1 1,-1 1 0,1 0 0,-1 0 0,0 0 0,-1 0-1,1 1 1,-1-1 0,1 1 0,-1 0 0,0 0-1,-1 0 1,-6-4 0,-8-4-1,-1 1 0,-25-10 0,37 15-56,9 2 7,22-1-37,56 4 47,-60 1 99,-18-1-45,15-1-2,-1 1-1,1 1 0,-1 1 0,29 6 0,-41-7 7,0 0-1,0 0 1,0 0 0,0 0-1,0 1 1,0-1 0,-1 1-1,1 0 1,0 0 0,-1 0-1,0 0 1,1 0-1,-1 0 1,0 1 0,0-1-1,0 1 1,0 0 0,-1-1-1,1 1 1,-1 0 0,1 0-1,-1 0 1,0 0 0,0 0-1,-1 0 1,1 0 0,0 1-1,-1-1 1,0 6 0,0-7 32,-1-1 0,1 1 0,0 0 0,0-1 0,0 1 1,0 0-1,0-1 0,0 1 0,0 0 0,1-1 0,-1 1 0,1-1 1,-1 1-1,1 0 0,0-1 0,-1 1 0,1-1 0,1 2 1,0-3-44,0-1 0,1 1 0,-1-1-1,0 0 1,0 0 0,-1 0 0,1 0 0,0 0 0,0-1 0,0 1 0,-1 0 0,1-1 0,-1 1 0,3-4 0,21-14-176,1 1-1,1 1 0,45-22 1,-15 9 231,-57 30 19,0 0-1,0-1 0,1 1 1,-1 0-1,0 0 0,1 0 1,-1 0-1,0-1 0,0 1 1,1 0-1,-1 0 0,0 0 1,1 0-1,-1 0 0,0 0 1,1 0-1,-1 0 0,0 0 1,0 0-1,1 0 0,-1 0 1,0 0-1,1 0 0,-1 0 0,0 0 1,1 0-1,-1 1 0,0-1 1,0 0-1,1 0 0,-1 0 1,0 0-1,0 1 0,1-1 1,-1 0-1,0 0 0,0 0 1,1 1-1,-1-1 0,0 0 1,0 0-1,0 1 0,0-1 1,1 0-1,-1 1 0,0-1 1,0 0-1,0 1 0,0-1 1,0 0-1,0 0 0,0 1 0,0-1 1,0 0-1,0 1 0,0-1 1,-1 31 517,0-28-652,0 0 0,1 0 0,-1 0 0,1 0 0,0-1 0,0 1 0,0 0 0,0 0 0,1 0 0,-1 0 0,1 0 0,-1 0 0,1-1 0,0 1 0,3 5 0,-2-7-600,1 0 1,0 0 0,0 0 0,0 0 0,0 0 0,0-1-1,0 1 1,0-1 0,0 0 0,0 0 0,5 0-1,-1 0-1415,19 0-6548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5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15959,'0'0'12166,"-7"22"-9202,-2 11-2628,1 0-1,2 0 1,1 1-1,-1 38 1,6-59-336,1-1 0,0 0 0,0 0 0,1 0 0,0 0 0,1-1 0,1 1 0,0-1 0,0 1 0,1-1 0,1-1 0,0 1 0,0-1 0,1 0 0,9 11 0,-13-19-18,0 1 1,0-1-1,0 0 0,0 0 1,1 0-1,-1 0 0,0-1 1,1 1-1,0-1 1,-1 0-1,1 0 0,0 0 1,-1 0-1,1-1 0,6 1 1,60-4-1542,-59 2 1007,27-7-4634,-15-12-4091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5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10037,'0'0'11525,"121"0"-9668,-53 0-1697,-7-7-160,0 0-1521,-13-4-2689,-1-5-6787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5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16808,'0'0'14678,"-7"142"-13397,7-104-1281,0-2 0,0 0 0,7-2 0,-7-7 0,0-2 0,0-7 0,0-4-960,0-7-1522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5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12054,'0'0'12949,"122"-2"-12644,-89-3-129,1 1-176,7-3-288,-7 0-1841,6-4-2145,-6-5-5219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6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3314,'0'0'24243,"-2"13"-21533,-5 37-1133,1 83-1,7 1-2954,0-36-3745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6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 7972,'0'0'24795,"-14"-2"-24795,14 11 0,7 2 0,7 0 0,-7 3 0,-1-1 0,1 3-480,7-2-4258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6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0 9092,'0'0'10037,"-60"118"-4147,39-78-2528,8 3-2562,-14 5-640,-1-1-160,-12 5-1728,-8 4-2738,-13 1-8180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38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0 3794,'0'0'13742,"-16"0"-13515,-12 2-2364,1 1 0,-1 1 0,-48 14 0,47-11-566,-24 5-2640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38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12 7203,'0'0'12422,"-74"-12"-12310,67 12-112,0 0-32,-6 0-1297,-8 12-1312,-6 1-1889,-13 3-320,-15-3 816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38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1249,'0'0'15975,"-27"0"-14406,21 0-1617,6 2-801,-7 5-1680,0 2-1153,-13-2-1360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38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3378,'0'0'18552,"-48"0"-18488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38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4802,'-41'50'10949,"48"-50"-8804,0 5-1408,-7 1-161,6 3-336,1 3-64,0 1-176,0 3 0,-7 4-768,0 3-1489,0 0-2049,0 1-1105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39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0 960,'0'0'12054,"-21"100"-11830,21-87-224,0 5-496,0 0-1633,-6 1-1537,-1 5-2465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39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8996,'0'0'8964,"0"45"-8964,0-31-448,0 2-1985,0 2-1889,-7 0-1601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39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0,'0'0'17512,"-20"43"-17224,20-34-192,0 5-96,0-1-352,0 5-1841,0 3-2593,-13-3-2225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39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2913,'0'0'17368,"0"7"-17352,0-2-16,0-3-48,0 2-656,0 3-2001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0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17 544,'0'0'12067,"5"-3"-9863,1 0-1480,-4 1-358,1 1 0,-1 0-1,1 0 1,0 0-1,-1 0 1,1 0 0,0 0-1,0 1 1,-1-1-1,1 1 1,3 0-1,-4 1-153,-1 1-1,1 0 0,0 0 1,-1 0-1,1 0 0,-1 0 0,0 1 1,0-1-1,0 0 0,0 0 0,0 1 1,0-1-1,-1 1 0,1-1 0,-1 1 1,1-1-1,-1 4 0,1 1 359,8 36 178,-3 1 0,-1-1 0,-2 1 0,-4 54 0,1-46-529,-14 21 2700,28-86-3060,-10 10 138,44-42-89,62-43 0,-93 76 117,0 2 0,1 0 0,0 0 1,0 2-1,1 0 0,0 1 0,1 1 0,22-4 1,-14 6 1055,-34 5-5406,-13-1-8492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0 672,'0'0'16475,"-8"28"-14357,0 2-1526,-52 157 2687,-42 45 60,50-132-2930,-90 127-1,136-218-516,2-2-177,-1 0-1,1-1 0,-2 0 1,1 0-1,-1 0 1,-12 10-1,22-45-9392,14-8 4385,-14 30 4046,17-30-3814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7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0 1953,'0'0'18358,"-12"21"-16475,-24 41 566,-51 118 0,52-83-875,2-3-1012,-4-1 1,-53 97-1,65-158-710,1-1-2957,17-8-8689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7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83 1889,'0'0'13633,"4"-14"-11157,-3 10-2341,0 0 65,0 0-1,0-1 0,0 1 0,0 0 1,-1-1-1,0 1 0,0-1 0,0 1 1,-1-7-1,1 10-143,-1 0-1,1 1 1,0-1 0,-1 0-1,1 0 1,-1 1 0,1-1 0,-1 0-1,1 1 1,-1-1 0,0 0-1,1 1 1,-1-1 0,0 1 0,1-1-1,-1 1 1,0-1 0,0 1-1,1 0 1,-1-1 0,0 1-1,0 0 1,0-1 0,-1 1 0,-1 0 93,-1 0 0,1 0 1,-1 0-1,1 1 1,-1-1-1,1 1 1,0 0-1,-1 0 1,1 0-1,-4 3 1,-16 6 361,1 2-1,0 1 1,1 0 0,1 2 0,0 0 0,-20 21 0,10-6-33,2 1 0,-46 65 0,65-83-424,2 1 1,0 0-1,1 0 0,0 0 1,1 1-1,0 0 1,2 0-1,0 0 0,0 0 1,1 0-1,1 1 1,1 16-1,0-29-60,0 0 0,0 0 0,1 0 1,-1 0-1,1 0 0,-1-1 0,1 1 0,0 0 0,0 0 0,1 0 1,-1-1-1,0 1 0,1 0 0,0-1 0,-1 0 0,1 1 1,0-1-1,3 3 0,-1-2-34,0 0 0,1 0 1,-1-1-1,1 0 0,-1 1 0,1-1 0,0-1 1,0 1-1,0-1 0,5 1 0,7 0-168,-1 0-1,1-2 0,-1 0 1,1-1-1,31-5 0,-36 3 125,0 0-1,0-1 1,0-1 0,0 0 0,-1 0-1,0-1 1,0 0 0,-1-1-1,0 0 1,0-1 0,0 0-1,-1-1 1,0 1 0,-1-2 0,0 1-1,9-14 1,-7 7 123,-1-1 0,0 0 0,-1 0 0,-1 0 0,0-1 0,-1 0 0,-1-1 0,-1 1 0,3-38 0,-6 47 79,-1 1 0,0-1 0,0 1 0,-1-1 0,0 1 1,0-1-1,-1 1 0,0 0 0,-1 0 0,0 0 0,-4-9 0,5 13-67,-1 0 1,0 1-1,1-1 0,-1 1 0,0 0 1,-1 0-1,1 0 0,0 0 0,-1 1 0,0-1 1,1 1-1,-1 0 0,0 0 0,0 0 0,0 1 1,-1-1-1,1 1 0,0 0 0,0 0 1,-1 0-1,1 1 0,-1 0 0,-6 0 0,9 0-129,0 0-1,-1 0 1,1 0-1,0 0 0,-1 0 1,1 1-1,0-1 1,-1 1-1,1-1 1,0 1-1,0 0 0,-1 0 1,1 0-1,-3 2 1,-1 11-3803,10 9-5410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8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516 18 5202,'0'0'14919,"-4"-3"-12971,-2 0-1712,-1 1 1,1-1 0,0 2-1,-1-1 1,1 1-1,0 0 1,-1 0 0,0 0-1,1 1 1,-1 0-1,1 1 1,-1-1 0,1 1-1,-1 1 1,1-1-1,-1 1 1,1 0 0,-12 6-1,-13 5 337,1 2 0,-43 27-1,50-28-401,1 2-1,0 0 0,1 2 1,1 0-1,-35 41 0,45-46-135,1 0 0,1 0 0,0 1 0,1 0 0,0 0 0,1 1-1,1-1 1,0 2 0,1-1 0,0 0 0,-2 29 0,5-34-62,1 0 1,0 0-1,0 0 1,1 0 0,0 0-1,1 0 1,0 0-1,6 18 1,-6-23-110,1 0 0,0-1 0,0 1 0,0-1-1,0 0 1,0 0 0,1 0 0,0 0 0,0-1 0,0 1 0,0-1 0,1 0 0,-1 0 0,1-1 0,0 0 0,-1 1 0,1-1 0,9 2 0,7 1-1853,-1-1-1,1-1 0,-1 0 0,42-2 1,3-1-6703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8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6275,'0'0'16103,"-54"147"-14086,40-102-528,8 2-225,-15-4-607,8-2-513,6-5-144,-7-7-16,8-4-1473,-8-5-1536,14-6-3458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8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21 5202,'0'0'11109,"-2"-3"-9775,1 1-961,0 1-262,1 0-1,-1 0 1,1 0 0,0 0 0,-1 0-1,0 0 1,1 1 0,-1-1-1,0 0 1,1 0 0,-1 1-1,0-1 1,0 0 0,1 1-1,-1-1 1,-6-1 5389,42 30-3555,-12-5-1706,-2 1 0,0 1 0,-1 0 0,-2 2 0,0 0 0,-2 1 0,-1 1 0,-2 0 0,0 1 0,-2 0 0,-1 1 0,-2 0 0,-1 0 0,-1 1 0,-2 0 0,-1 0 0,-2 1 0,-2 33 0,-1-56-211,0-1 0,-1 1 0,0 0 0,0-1 0,-1 0 0,0 1 0,0-1 0,-1-1 1,-1 1-1,1-1 0,-1 0 0,-1 0 0,1-1 0,-1 0 0,-15 12 0,-10 5 130,-2-1 0,-59 31-1,26-16-87,49-28-70,1 2 0,0 0 0,-28 27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41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64 80,'0'0'16765,"5"-11"-14681,13-33-297,-19 36 4240,-9 12-4772,-10 11-1339,5 1 299,0 0-1,1 0 0,-16 25 1,25-34-241,1 1-1,0 0 1,0 0 0,1 1 0,0-1 0,0 1 0,1 0 0,0-1 0,1 1 0,0 0-1,0 9 1,1-16-117,0-1 0,0 0 0,0 1 0,1-1 0,-1 0 0,0 1-1,1-1 1,-1 0 0,1 1 0,-1-1 0,1 0 0,0 0 0,-1 0 0,1 0-1,0 1 1,0-1 0,0 0 0,0 0 0,0 0 0,0-1 0,0 1 0,0 0-1,2 1 1,1 0-579,-1-1 1,1 1-1,0-1 0,-1 0 0,1 0 0,0-1 0,0 1 0,6-1 0,4 0-2424,0 0 0,1-2 0,26-5-1,-6-5-1481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42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65 165 704,'0'0'15394,"0"-10"-12667,-2-32-777,2 41-1916,0 1-1,0 0 1,0 0 0,0-1-1,0 1 1,0 0 0,0-1-1,0 1 1,0 0 0,0 0-1,-1-1 1,1 1 0,0 0 0,0-1-1,0 1 1,0 0 0,0 0-1,-1 0 1,1-1 0,0 1-1,0 0 1,0 0 0,-1-1-1,1 1 1,0 0 0,0 0 0,-1 0-1,1 0 1,0 0 0,0-1-1,-1 1 1,1 0 0,0 0-1,-1 0 1,1 0 0,0 0-1,0 0 1,-1 0 0,1 0 0,0 0-1,-1 0 1,-11 10 710,-6 18 38,17-28-751,-2 7 59,-1 0 1,1 0-1,0 1 1,1-1-1,0 1 1,0-1-1,1 1 1,-1 0-1,1 12 1,1-17-110,0-1 1,0 0-1,0 1 0,0-1 1,1 0-1,-1 1 1,1-1-1,-1 0 0,1 0 1,0 0-1,0 1 0,0-1 1,0 0-1,0 0 1,0 0-1,1 0 0,-1 0 1,1-1-1,0 1 1,-1 0-1,1-1 0,0 1 1,0-1-1,0 0 0,0 1 1,0-1-1,0 0 1,0 0-1,0 0 0,0-1 1,1 1-1,-1 0 1,0-1-1,1 0 0,2 1 1,5 0-112,0-1 1,0 0-1,0 0 1,0-1 0,0 0-1,0-1 1,-1 0-1,1 0 1,12-5-1,-19 5 27,1 1 0,-1-1-1,0 0 1,1 0 0,-1 0-1,0-1 1,0 1 0,0-1-1,0 0 1,-1 1 0,1-1-1,-1 0 1,1-1 0,-1 1-1,0 0 1,-1-1 0,1 1-1,0-1 1,-1 1 0,0-1-1,0 0 1,0 0-1,0 0 1,-1 1 0,1-1-1,-1-6 1,0 6 91,0-1 1,0 0-1,0 1 0,-1-1 0,1 0 1,-1 1-1,-1-1 0,1 0 0,0 1 1,-1 0-1,0-1 0,0 1 0,-1 0 0,-2-5 1,0 5 19,1 0 0,0 0 0,-1 1 1,0-1-1,1 1 0,-2 1 0,1-1 1,0 1-1,0-1 0,-1 1 0,-8-1 1,4 0 94,0 2 0,0-1 0,0 2-1,-21 0 1,14 0 95,16 0-194,1 0-1,-1 0 1,0 0 0,1 0-1,-1 0 1,1 0 0,-1 0-1,0 0 1,1 1-1,-1-1 1,1 0 0,-1 0-1,1 0 1,-1 1 0,1-1-1,-1 0 1,1 1 0,-1-1-1,1 1 1,-1-1 0,1 0-1,0 1 1,-1-1-1,1 1 1,0-1 0,-1 1-1,1-1 1,0 1 0,0 0-1,-1-1 1,1 1 0,0-1-1,0 1 1,0-1 0,0 1-1,0 0 1,0-1-1,0 1 1,0-1 0,0 1-1,0 0 1,0-1 0,0 1-1,0-1 1,0 1 0,1-1-1,-1 2 1,0 5-38,5-6 46,-1 0-1,1 1 1,-1-2-1,1 1 1,0 0-1,-1-1 0,1 0 1,0 0-1,7-1 1,-4 0-1,26-1-20,0-3-1,-1 0 1,1-3 0,-1 0-1,55-23 1,-28 10 473,-59 21-353,-1 0 0,1 0 1,-1 0-1,1 0 0,-1 0 0,1 0 0,-1 0 0,1 1 1,-1-1-1,1 0 0,-1 0 0,0 0 0,1 1 0,-1-1 1,1 0-1,-1 1 0,0-1 0,1 0 0,-1 1 0,0-1 1,1 1-1,-1-1 0,0 0 0,0 1 0,0-1 0,1 1 1,-1-1-1,0 1 0,0-1 0,0 1 0,0-1 0,0 1 1,0-1-1,0 1 0,0 0 0,4 24-278,-3-20 539,0 1-346,0-1 0,0 0 1,0 0-1,1 0 0,-1 0 0,1 0 0,1 0 0,-1 0 0,1-1 0,-1 1 0,1-1 0,1 0 0,-1 0 0,1 0 0,7 7 1,-8-9-47,1 1 0,0-1 0,1 0 0,-1 0 0,0-1 0,0 1 0,1-1 0,-1 0 0,1 0 0,-1-1 0,1 1 0,-1-1 0,1 0 0,0 0 0,-1-1 0,1 1 0,-1-1 0,9-2 0,-8 1-14,1-1 0,-1 1 0,1-1 0,-1 0 0,0-1 0,0 1 0,0-1 0,0 0 0,-1 0 0,0-1 0,0 1 0,0-1 0,0 0 0,5-8 0,-5 5 287,0 1 0,0 0 0,0-1 0,-1 0 0,0 0 0,-1 0 0,1 0 0,-2 0 0,1 0 0,0-10 1486,0 18-1731,-1 1 0,1 0 0,0 0-1,-1 0 1,1 0 0,-1 0 0,1 1 0,-1-1 0,0 0 0,1 1 0,-1-1 0,0 1 0,0-1 0,0 1 0,0-1 0,1 4 0,10 11-229,-8-13-126,0 0 0,0-1-1,0 1 1,0-1-1,1 0 1,-1 0-1,1 0 1,-1 0 0,1-1-1,0 0 1,-1 0-1,8 0 1,37-2-7911,-22-7-281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42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4226,'0'0'21210,"6"12"-19260,2 4-1395,2 0-1,0-1 1,1 0-1,22 24 1,-30-36-526,1 1 1,0-1-1,0 1 0,0-1 0,1 0 1,-1-1-1,1 1 0,-1-1 1,1 0-1,0 0 0,6 1 0,-8-2-93,0-1 1,0 0-1,-1 0 0,1 0 0,0 0 0,0-1 0,0 1 0,-1-1 0,1 1 0,0-1 0,-1 0 0,1 0 0,-1-1 0,1 1 0,-1 0 1,1-1-1,-1 1 0,0-1 0,0 0 0,0 0 0,0 0 0,4-4 0,13-15-331,-1-1 0,19-31 0,-37 52 456,1 1 0,-1-1-1,0 1 1,1 0-1,-1-1 1,0 1-1,1 0 1,-1-1-1,1 1 1,-1 0 0,0 0-1,1-1 1,-1 1-1,1 0 1,-1 0-1,1 0 1,-1-1-1,1 1 1,-1 0 0,1 0-1,-1 0 1,1 0-1,-1 0 1,1 0-1,-1 0 1,1 0-1,-1 0 1,1 1 0,-1-1-1,1 0 1,-1 0-1,1 0 1,-1 0-1,1 1 1,21 13-1689,0 0-2833,5-12-6913,-13-4 1343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42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17032,'0'0'9313,"-5"23"-6087,-1 0-2533,3-11-480,0 0 0,0 0 0,1 0 0,1 0 0,0 1 0,0-1 0,1 0 0,1 1 0,0-1 0,4 14 0,5 7-190,1-1 0,2 0 0,2-1-1,0-1 1,2 0 0,42 54 0,-54-77-614,0-1 0,1 1 0,0-1 0,1-1 0,11 9 0,-16-12 368,-1-1 0,1 0 1,0 0-1,-1 0 0,1 0 0,0 0 1,0 0-1,0 0 0,0-1 1,0 1-1,-1-1 0,1 0 1,0 1-1,0-1 0,0 0 0,0 0 1,1 0-1,-1 0 0,0-1 1,-1 1-1,1 0 0,0-1 1,0 1-1,0-1 0,0 0 0,0 0 1,0 0-1,-1 0 0,1 0 1,2-1-1,11-23-8024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43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10421,'0'0'15815,"170"32"-15191,-96-28-496,-13 1-128,-7 2-720,-13 2-1665,-14 0-2321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44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202 469 10421,'0'0'9431,"4"24"-6251,-1 6-2382,3 11 777,15 63 0,-11-58-765,-2 1 0,4 82 0,-12 99 1916,-3-94-2095,3-134-631,0 0 0,0 0 0,0 1 0,0-1 0,0 0 0,0 0 0,1 0 0,-1 1 0,0-1 0,0 0 0,0 0 0,0 0 0,0 0 0,0 1 0,0-1 0,0 0 0,0 0 0,1 0 0,-1 0 0,0 0 0,0 1 0,0-1 0,0 0 0,1 0 0,-1 0 0,0 0 0,0 0 0,0 0 0,0 0 0,1 0 0,-1 0 0,0 0 0,0 0 0,0 0 0,1 0 0,-1 0 0,0 0 0,0 0 0,0 0 0,0 0 0,1 0 0,-1 0 0,0 0 0,0 0 0,0 0 0,1 0 0,-1 0 0,0 0 0,0 0 0,0 0 0,0 0 0,1-1 0,9-5 0,-8 6 0,1-4 0,0-1 0,0 1 0,0-1 0,0 1 0,-1-1 0,3-6 0,-3 6 0,0 0 0,1 0 0,-1 1 0,1-1 0,0 1 0,0-1 0,5-4 0,19-14-76,1 1-1,1 2 1,1 0-1,45-21 1,135-48-692,14-8 165,-189 80 808,-1-2-1,-1-1 1,0-1-1,-2-2 1,32-30-1,-62 57 197,-2-14-276,-24-76-125,3 18 0,-1-23 0,3 0 0,5-2 0,-7-176 0,19 270 0,-3 9 0,-6 14 0,9-16 0,-1 0 0,0 0 0,0 0 0,-1-1 0,0 0 0,0 0 0,-1 0 0,0-1 0,0 1 0,-1-1 0,1-1 0,-1 1 0,-1-1 0,1-1 0,-10 5 0,-17 8 0,-1-2 0,-47 14 0,31-12 0,-124 44 0,40-16 0,1 5 0,-132 72 0,246-108 0,19-14 0,1 0-1,0 1 1,0-1-1,0 0 1,0 0-1,-1 0 1,1 0-1,0 0 1,0 0-1,0 1 1,0-1-1,0 0 1,0 0-1,0 0 1,-1 0 0,1 1-1,0-1 1,0 0-1,0 0 1,0 0-1,0 0 1,0 1-1,0-1 1,0 0-1,0 0 1,0 0-1,0 1 1,0-1-1,0 0 1,0 0-1,0 0 1,0 1 0,0-1-1,0 0 1,0 0-1,1 0 1,-1 0-1,0 1 1,0-1-1,0 0 1,0 0-1,0 0 1,0 0-1,0 0 1,1 1-1,-1-1 1,0 0 0,0 0-1,0 0 1,0 0-1,1 0 1,-1 0-1,0 0 1,0 0-1,0 0 1,1 1-1,6 0-317,0 0 0,0 0-1,1 0 1,-1-1-1,1 0 1,-1 0 0,0-1-1,1 0 1,-1 0-1,9-3 1,3-2-3102,1 0-1,29-15 1,-1-5-9394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44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2113,'0'0'10181,"5"-7"-8330,1-1-981,1 1 0,1-1 0,-1 1-1,1 0 1,0 1 0,1 0 0,-1 0 0,1 1-1,1 0 1,-1 0 0,1 1 0,-1 1 0,19-5 0,-15 5-681,1 0 0,-1 1 0,23 0 0,-35 3-178,0 0 0,0-1-1,0 1 1,1 0 0,-1 0-1,0 0 1,0 0 0,-1 0 0,1 0-1,0 0 1,0 1 0,-1-1 0,1 0-1,0 0 1,-1 1 0,1-1 0,-1 0-1,0 1 1,1-1 0,-1 0-1,0 1 1,0-1 0,0 1 0,0-1-1,0 0 1,0 1 0,0 2 0,0 1 74,0 1 1,-1 0 0,1-1 0,-1 1 0,0 0 0,-3 10 0,-2-6 107,0-1-1,0 1 1,-1-1 0,-13 13 0,15-17-18,-1 0 0,1 0 0,0 1 0,0 0 0,1 0 1,0 0-1,0 1 0,1-1 0,-1 1 0,1 0 0,1 0 0,-1 0 1,1 0-1,-2 15 0,6-22-166,-1 1 1,1-1 0,0 1-1,-1-1 1,1 1-1,0-1 1,0 0 0,-1 0-1,1 0 1,0 0-1,0 0 1,2 0 0,-2 0 4,11-1-109,0-1 0,-1 1 1,1-2-1,-1 0 1,1 0-1,-1-1 1,0-1-1,0 0 1,-1-1-1,0 0 1,0 0-1,0-1 1,17-16-1,-19 19-452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2376 174 976,'0'0'4699,"2"-4"-3591,8-18 7868,-9 18-9197,0 3 265,1-1-1,-1 0 1,0 0 0,1 1-1,-1-1 1,1 1 0,-1-1 0,1 1-1,0 0 1,0-1 0,-1 1 0,1 0-1,0 0 1,0 0 0,0 1 0,3-2-1,40-15 118,-11 5 467,1 2 1,1 2-1,61-8 0,-3 8 227,4-2 180,1 4 0,124 9-1,39 32 364,-208-24-992,0 2-1,89 35 1,-113-34-126,-1 1 0,37 28 0,-37-24 116,50 25 1,-46-27-285,-1 1 0,0 1 0,-2 1 0,33 28 0,38 25 220,6 6 60,-95-69-311,-1 0 0,0 1 0,-1 1 0,0 0 0,-1 0 0,12 22 0,25 36 379,3 5 139,-42-61-426,0 0-1,-1 1 0,-1 0 1,0 0-1,-1 0 0,2 19 0,2 13 105,2-1 0,2 0 0,1-1 0,30 64 0,-26-67-256,-2-1 0,-2 2-1,-2-1 1,10 77 0,-12-80-21,-6-30 0,-1-1 0,0 1 0,-1 0 0,1 12 0,18 315 0,-20 224 0,-13-462 0,10-58 0,-2 0 0,-2 0 0,-19 64 0,9-33 0,11-42 0,-1 0 0,-2 0 0,-13 29 0,-140 284 0,74-193 0,5-11 0,62-100 0,-2-1 0,-31 38 0,25-37 0,-32 57 0,40-58 0,-2-2 0,-1 0 0,-37 41 0,-55 62 0,97-114 0,-1-1 0,-1-1 0,0 0 0,-2-2 0,-40 29 0,-2 2 0,43-32 0,0-1 0,-48 27 0,-171 78 0,185-94 0,0-2 0,-2-3 0,-114 32 0,-188 20 0,221-50 0,43-11 0,-156 6 0,-98-24 0,311 0 0,0-2 0,-39-10 0,35 5 0,-56-4 0,13 6 0,1-3 0,-142-40 0,215 48 0,0-1 0,1-1 0,0 0 0,0 0 0,0-1 0,1 0 0,0-1 0,0-1 0,1 1 0,-1-1 0,2-1 0,-12-13 0,9 11 0,0 0 0,-1 1 0,0 0 0,-27-16 0,28 20 0,1-1 0,-1-1 0,1 1 0,0-1 0,1-1 0,0 0 0,0 0 0,-10-16 0,-9-15 0,-1 1 0,-3 1 0,-57-53 0,25 25 0,23 24 0,-1-1 0,-58-78 0,-15-51 0,100 145 0,1-1 0,1-1 0,2-1 0,1 1 0,2-1 0,0-1 0,-3-35 0,-16-56 0,24 100 0,-6-81 0,6 47 0,-15-78 0,17 128 0,-4-32 0,-2-69 0,8 29 0,1 19 0,-11-99 0,5 112 0,2 0 0,5-52 0,-1 10 0,-1 66 0,2 0 0,0 1 0,6-23 0,4-25 0,20-89 0,-23 104 0,27-90 0,-24 100 0,-5 14 0,-3 10 0,1 1 0,0 0 0,1 0 0,1 1 0,13-22 0,1 5-17,-2 0 1,-2-1-1,17-45 0,-28 56-10,13-29-34,53-80-963,-41 74 796,-23 41 97,1 1 0,1-1 0,18-23-1,9-21-426,-4 5 281,25-31-369,-38 54 545,28-34 0,33-22-62,-61 69 74,1 1-1,30-23 1,-25 23-31,42-43 1,-42 37-178,2 2 0,45-31 0,-57 44 281,31-21-65,28-21 101,-2-8-81,-51 44 46,1 1 1,0 1-1,1 1 1,0 1 0,1 1-1,1 1 1,0 2-1,1 0 1,39-7 0,69-25 14,-92 27 0,82-18 0,-46 15-17,30-3-36,-84 17 86,0-2-1,0-1 0,30-12 1,-36 12 22,1 0 0,-1 1-1,1 1 1,0 1 0,38-3 0,118 0 1492,-157 6-1322,0 1-1,1 1 1,-1 1-1,1 0 0,24 8 1,-20-5-163,0-1 1,42 2-1,-67-5-208,0 0 0,0-1 0,0 1-1,0-1 1,0 1 0,0 0 0,0-1-1,-1 1 1,1-1 0,0 1 0,0-1-1,0 1 1,-1-1 0,1 1 0,0-1-1,-1 1 1,1-1 0,0 1 0,-1-1-1,1 1 1,0-1 0,-1 0 0,1 1-1,-1-1 1,1 0 0,-1 1-1,0-1 1,-23 14-7403,15-8 2330,-10 3-6200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7764,'0'0'10762,"6"6"-9100,3 4-1171,-1 0 1,-1 0-1,0 0 1,-1 1-1,0 0 0,0 1 1,-1-1-1,-1 1 1,5 18-1,16 113 790,5 24-211,-18-138-4843,-6-19 567,-3-16 463,-3-17-2598,0-5-886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7 259 3890,'0'0'9321,"-1"-5"-7888,-3-18-16,3 18-374,53 5 1767,10 1-1796,1-2 1,-1-4-1,69-12 0,172-56-470,-109 24-316,221-27 0,-379 72-83,67 2-1,-101 2-26,1 1 1,-1-1-1,1 1 1,-1 0-1,0 0 1,1 0 0,-1 0-1,0 0 1,0 0-1,0 0 1,0 1-1,0-1 1,0 1 0,0 0-1,0-1 1,0 1-1,-1 0 1,1 0-1,-1 0 1,3 4 0,22 53 3329,-15-29-2084,11 22-1296,-3 0 1,14 65-1,-17-33-68,-13-59 0,2 0 0,1 0 0,11 32 0,-10-38 0,-7-15 0,1 0 0,0-1 0,1 1 0,-1-1 0,1 1 0,-1-1 0,1 1 0,0-1 0,0 0 0,4 4 0,-14-15 0,7 6 0,0 1 0,0-1 0,0 1 0,0-1 0,-1 1 0,1 0 0,-1 0 0,1-1 0,-1 1 0,1 0 0,-1 0 0,0 1 0,-1-2 0,-13-3 0,0 2 0,0-1 0,-1 2 0,1 0 0,-31 1 0,2 3 0,-45 7 0,-2 10 0,1 5 0,-142 55 0,149-48 0,-162 59 0,-234 79 0,464-164 0,7-2 0,0 0 0,0 0 0,0-1 0,0-1 0,-16 2 0,25-3 0,-1 0 0,1-1 0,-1 1 0,1 0 0,-1 0 0,1-1 0,-1 1 0,1 0 0,0-1 0,-1 1 0,1 0 0,0-1 0,-1 1 0,1 0 0,0-1 0,-1 1 0,1-1 0,0 1 0,0-1 0,0 1 0,-1-1 0,1 1 0,0-1 0,0 1 0,0-1 0,0 1 0,0-1 0,0 1 0,0-1 0,0 1 0,0-1 0,0 1 0,0-1 0,1 0 0,2-16 0,0 13-374,0-1-1,1 1 1,0 1 0,-1-1-1,2 0 1,-1 1 0,0 0 0,1 0-1,-1 0 1,1 1 0,0-1-1,0 1 1,0 0 0,0 1-1,0-1 1,1 1 0,-1 0 0,0 0-1,8 0 1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264 129 2497,'0'0'10317,"8"-7"-8367,2 0-1292,-7 5-381,1 0 1,-1-1-1,0 1 0,1-1 1,-1 0-1,-1 0 0,1 0 0,0 0 1,4-7-1,-6 9-56,-1 0 0,1-1-1,0 1 1,0 0 0,-1-1 0,1 1 0,-1-1-1,1 1 1,-1-1 0,0 1 0,1-1 0,-1 1 0,0-1-1,0 0 1,0 1 0,0-1 0,0 1 0,-1-1-1,1 1 1,0-1 0,-1 1 0,1-1 0,-1 1-1,-1-3 1,0 2-94,0-1-1,0 1 1,0 0 0,0 0-1,0 0 1,-1 0 0,1 0-1,-1 1 1,1-1-1,-1 1 1,-5-3 0,-2 1-121,-1-1-1,1 1 1,-1 1 0,1 0 0,-20-1 0,21 3 10,1 0-1,0 1 0,-1 0 0,1 0 1,0 1-1,0-1 0,0 2 1,0-1-1,-12 7 0,16-7-19,1 0 0,0 0 0,0 1 0,1-1-1,-1 1 1,0-1 0,1 1 0,0 0 0,-1 0 0,1 0 0,0 0-1,1 0 1,-1 1 0,0-1 0,1 1 0,0-1 0,0 1-1,0-1 1,0 1 0,1-1 0,-1 1 0,1 0 0,0 6 0,1-8 4,-1 0 0,1 0 0,-1 1 0,1-1 0,0 0 0,0 0 0,0 0 0,0 0 0,0 0 0,1-1 0,-1 1 0,0 0 0,1 0 0,0-1 0,-1 1 0,1-1 0,0 0 0,0 1 0,0-1 0,0 0 0,0 0 0,0 0 0,0 0 0,0 0 0,0-1 0,0 1 0,0-1 0,3 1 0,12 3 44,0-1 1,28 2 0,-29-3-35,-14-2-6,8 1-12,0 0-1,0 1 0,0 0 1,17 6-1,-25-7 7,0 0 1,0 0-1,0 0 0,0 0 1,0 1-1,0-1 1,0 0-1,0 1 0,-1 0 1,1-1-1,-1 1 0,1 0 1,-1 0-1,0 0 1,0 0-1,0 0 0,0 0 1,0 0-1,0 0 0,0 0 1,-1 0-1,1 1 0,-1-1 1,1 0-1,-1 0 1,0 4-1,0 6 23,0 0 0,-1-1 0,0 1 1,-1-1-1,-1 0 0,0 1 0,0-1 0,-1 0 0,0-1 0,-1 1 0,0-1 1,-7 10-1,-108 152 916,81-122 143,-62 105 0,100-154-1077,1 0 0,-1 1 0,0-1 0,0 0-1,0 1 1,1-1 0,-1 1 0,1-1 0,-1 1-1,1-1 1,0 1 0,-1-1 0,1 1 0,0 0 0,0-1-1,0 1 1,0-1 0,0 1 0,1 0 0,0 2 0,-1-4-4,1 1 1,0-1 0,0 1 0,0-1 0,-1 1-1,1-1 1,0 0 0,0 1 0,0-1-1,0 0 1,0 0 0,0 0 0,0 0 0,0 1-1,0-1 1,0-1 0,0 1 0,0 0 0,0 0-1,0 0 1,0 0 0,0-1 0,1 0-1,9-2 2,0-1 0,-1-1 0,1 0 0,10-6 0,40-28 22,152-85 535,-211 122-440,-5 4-2320,0 0 832,-1-1 0,1 1 0,-1-1 0,1 0 0,-1 0 0,1-1 0,-1 1 0,-5 0 0,-5-1-6346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7059,'0'0'14879,"0"22"-13377,0 149 1497,0-171-3004,0 0 1,0 1-1,0-1 1,1 0 0,-1 0-1,0 0 1,0 0-1,0 0 1,1 1-1,-1-1 1,0 0-1,0 0 1,1 0 0,-1 0-1,0 0 1,0 0-1,1 0 1,-1 0-1,0 0 1,0 0 0,1 0-1,-1 0 1,0 0-1,0 0 1,1 0-1,-1 0 1,0 0-1,0 0 1,1 0 0,-1 0-1,0 0 1,0-1-1,0 1 1,1 0-1,-1 0 1,0 0 0,0 0-1,0 0 1,1-1-1,-1 1 1,0 0-1,0 0 1,0 0-1,0-1 1,1 1 0,-1 0-1,0 0 1,0-1-1,0 1 1,0 0-1,0 0 1,0-1-1,0 1 1,0 0 0,12-14-377,73-105-24,-85 119 483,1 0 1,0-1-1,-1 1 0,1 0 0,-1 0 1,1 0-1,0 1 0,-1-1 0,1 0 1,-1 0-1,1 0 0,-1 0 1,1 1-1,-1-1 0,1 0 0,-1 0 1,1 1-1,-1-1 0,1 0 0,-1 1 1,1-1-1,-1 0 0,1 1 1,-1-1-1,0 1 0,1-1 0,-1 1 1,0-1-1,1 1 0,-1-1 0,0 1 1,0-1-1,0 1 0,1-1 1,-1 1-1,0 0 0,16 29 311,-13-25-144,-2-3-349,0 0 1,0-1 0,0 1 0,1 0-1,-1-1 1,1 1 0,-1-1 0,1 1-1,-1-1 1,1 0 0,0 1 0,0-1 0,-1 0-1,1 0 1,0 0 0,0-1 0,4 2-1,-4-1-349,1-1 1,-1 0-1,0 0 0,0 0 0,1 0 0,-1 0 0,0-1 0,0 1 0,0-1 0,0 1 0,1-1 0,-1 0 1,0 0-1,0 0 0,0 0 0,0 0 0,-1 0 0,3-2 0,17-17-7985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87 208,'0'0'20415,"3"3"-19007,3 1-1102,0-1-1,0 0 0,1 0 0,-1-1 1,1 0-1,0 0 0,0 0 1,-1-1-1,1 0 0,0 0 0,9-1 1,-11 0-265,1 1 0,-1-2 1,1 1-1,-1 0 0,1-1 1,-1 0-1,1-1 0,-1 1 1,0-1-1,1 0 0,-1 0 1,0-1-1,0 1 0,-1-1 1,7-5-1,-10 7-41,1 0 0,-1 0 0,0 0-1,0-1 1,0 1 0,-1 0 0,1-1 0,0 1 0,0 0 0,-1-1-1,1 1 1,-1-1 0,1 1 0,-1-1 0,1 1 0,-1-1 0,0 1-1,0-1 1,0 0 0,0 1 0,0-1 0,0 1 0,-1-1 0,1 1-1,0-1 1,-1 1 0,1-1 0,-1 1 0,1-1 0,-1 1 0,-1-2-1,0 0-1,0 0 0,0 1-1,0-1 1,-1 1 0,1-1-1,-1 1 1,0 0 0,1 0-1,-1 0 1,0 1 0,0-1-1,0 0 1,-5 0 0,3 0 58,-1 0-1,1 1 1,-1 0 0,0 0 0,1 0 0,-1 1-1,0-1 1,0 2 0,0-1 0,1 1 0,-1-1-1,0 1 1,-9 4 0,12-4 16,0 1 0,0-1 0,0 1 0,1-1 0,-1 1 0,1 0 0,-1 0 0,1 0 0,0 1 0,0-1-1,0 1 1,0-1 0,0 1 0,1-1 0,-1 1 0,1 0 0,-1 0 0,1 0 0,0 0 0,0 0 0,1 0 0,-1 0 0,0 0 0,1 0 0,0 0 0,0 1 0,0 2 0,0 18 9,-1-11 87,1 0-1,0-1 0,1 1 0,0 0 1,6 22-1,-6-32-336,0 0-1,0 0 1,1 0 0,-1-1 0,1 1-1,-1 0 1,1-1 0,0 1-1,0-1 1,0 0 0,1 0-1,-1 1 1,0-1 0,1-1-1,-1 1 1,1 0 0,0-1 0,0 1-1,-1-1 1,1 0 0,0 0-1,0 0 1,0 0 0,0 0-1,0-1 1,0 0 0,1 1-1,-1-1 1,5-1 0,5 2-1226,-7-1 389,0 1-1,0-2 1,0 1 0,0 0 0,0-1 0,11-3-1,23-19-6663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9636,'0'0'16101,"0"6"-14460,0 73 2219,35-80-6087,-26-5 1975,0 0 0,-1-1 0,0 0 0,0-1 0,0 1 0,-1-2 0,0 1 0,10-17 0,9-9 228,-26 34 87,0 0 0,0 1 1,0-1-1,0 0 0,0 0 0,0 1 1,0-1-1,0 0 0,0 1 0,1-1 1,-1 0-1,0 0 0,0 1 0,0-1 1,0 0-1,0 0 0,0 1 0,1-1 0,-1 0 1,0 0-1,0 0 0,0 1 0,1-1 1,-1 0-1,0 0 0,0 0 0,0 0 1,1 1-1,-1-1 0,0 0 0,1 0 1,-1 0-1,0 0 0,0 0 0,1 0 1,-1 0-1,0 0 0,0 0 0,1 0 1,-1 0-1,0 0 0,1 0 0,-1 0 1,0 0-1,0 0 0,1 0 0,-1 0 1,0 0-1,0 0 0,1-1 0,-1 1 0,0 0 1,0 0-1,1 0 0,-1 0 0,0-1 1,0 1-1,0 0 0,1 0 0,-1 0 1,0-1-1,0 1 0,0 0 0,0 0 1,1-1-1,-1 39 614,2 6-777,1-43-284,0 1 1,0-1-1,0 0 0,1 0 0,-1 0 0,0 0 0,1 0 0,-1-1 0,0 0 0,1 0 0,-1 0 0,1 0 0,-1 0 0,6-2 0,3 2-1396,16-4-3564,5-15-2758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7 5122,'0'0'16619,"-1"9"-15419,-2 29-165,3-37-967,0 1 0,1-1 0,-1 1 0,1-1-1,-1 1 1,1-1 0,0 0 0,-1 1 0,1-1-1,0 0 1,0 1 0,0-1 0,0 0 0,0 0-1,0 0 1,0 0 0,0 0 0,0 0 0,1 0-1,-1 0 1,0-1 0,1 1 0,-1 0 0,1-1-1,-1 1 1,1-1 0,-1 0 0,1 1 0,2-1 0,43 4 919,-47-4-978,2 1-6,-1-1 1,1 0-1,-1 0 0,1 0 1,-1 0-1,1 0 0,0 0 1,-1-1-1,1 1 1,-1 0-1,1-1 0,-1 1 1,1-1-1,-1 0 0,0 1 1,1-1-1,-1 0 0,0 0 1,1 0-1,-1 0 0,0 0 1,0 0-1,2-2 0,-2 0-19,0-1 0,0 1-1,-1 0 1,1-1-1,-1 1 1,0-1 0,0 1-1,0-1 1,0-3-1,-1-9 66,1 15-26,0 0-1,0 0 0,0 0 0,-1 0 0,1 0 1,0 0-1,-1 0 0,1 0 0,-1 1 1,1-1-1,-1 0 0,1 0 0,-1 0 0,0 1 1,1-1-1,-1 0 0,0 1 0,0-1 0,0 0 1,1 1-1,-1-1 0,0 1 0,0-1 1,0 1-1,0 0 0,0-1 0,0 1 0,0 0 1,0 0-1,0 0 0,0-1 0,0 1 1,0 0-1,0 0 0,-1 1 0,-2-1 123,0 0-1,0 0 0,0 0 1,1 1-1,-1 0 1,0 0-1,1 0 1,-7 2-1,3 2 41,-1 0-1,1 0 1,1 1 0,-1-1 0,1 2-1,0-1 1,1 0 0,-1 1 0,1 0-1,1 1 1,-1-1 0,1 1 0,0 0 0,1 0-1,0 0 1,0 0 0,1 0 0,0 1-1,-1 12 1,3-19-195,0-1 0,1 0-1,-1 1 1,0-1 0,1 0 0,-1 0-1,1 1 1,0-1 0,-1 0 0,1 0-1,0 0 1,0 0 0,0 0 0,-1 0-1,1 0 1,0 0 0,0 0 0,1 0 0,-1-1-1,0 1 1,0 0 0,0-1 0,0 1-1,1-1 1,-1 1 0,0-1 0,0 1-1,1-1 1,-1 0 0,0 0 0,1 0-1,1 0 1,57 2-1092,-40-3 408,-20 1 669,24 0-2265,-1-1-1,0 0 1,26-7 0,18-12-7296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2735 166 1008,'0'0'6126,"26"0"336,-25 0-5486,46-4 2380,23-8-2791,10-2-591,244-26 392,-250 33-131,62-9 709,79-18-385,3 10 1,0 9 0,263 16-1,-418 5-201,0 3-1,90 25 1,-100-22-300,184 60 483,-46-13 522,-136-43-819,0 2-1,-2 3 1,0 2 0,88 53 0,-12-11-33,-99-51-75,1 0 0,-2 2 0,55 39 0,-80-50-114,1 0 0,-1 0 1,0 1-1,0-1 0,-1 1 0,0 0 0,4 8 0,9 16 12,166 274 1695,-35 12 385,-58-115-1070,-81-186-959,0 1 0,-2 0 0,0 0 0,0 1 1,-2-1-1,0 1 0,3 30 0,-3 31-74,4-1 0,31 133 1,-9-57-17,-13-71 5,-10-52 0,-1 0 0,-1 0 0,1 41 0,1 139 0,13 76 0,-15-102 0,-4 123 0,-8-255 0,-2 0 0,-17 54 0,-6 36 0,27-112 0,0 1 0,-1 0 0,-12 35 0,10-39 0,-8 52 0,1 0 0,-35 167 0,5-23 0,-17 20 0,-32 10 0,25-80 0,30-74 0,-11 33 0,35-94 0,-3 0 0,0-1 0,-3-1 0,-38 53 0,15-24 0,-38 53 0,67-95 0,0-1 0,-2 0 0,0-2 0,-1 0 0,-22 18 0,-109 82 0,103-85 0,-19 9 0,-1-2 0,-91 41 0,84-47 0,-130 87 0,157-91 0,-1-3 0,-2-2 0,-1-1 0,-53 18 0,-221 63 0,140-50 0,-14 0 0,-214 31 0,213-49 0,-267 47 0,326-68 0,-195 2 0,181-18 0,-198-7 0,299-2 0,1-1 0,0-3 0,0-3 0,1-1 0,1-3 0,1-2 0,1-2 0,0-2 0,-86-60 0,114 69 0,-4-5 0,-1 1 0,-1 1 0,0 2 0,-2 0 0,0 2 0,-33-12 0,46 21 0,0 0 0,0-1 0,1-1 0,0 0 0,-14-10 0,22 13 0,1-1 0,-1 0 0,1 0 0,0-1 0,1 1 0,-1-1 0,1 0 0,0 0 0,0-1 0,1 1 0,0-1 0,0 0 0,-2-7 0,1 0 0,-35-94 0,33 96 0,1 1 0,-1 1 0,-1-1 0,0 1 0,-1 0 0,0 0 0,-11-10 0,-5-5 0,2 0 0,1-1 0,-24-39 0,30 43 0,-24-40 0,-52-112 0,67 129 0,-2 1 0,-2 1 0,-43-50 0,33 44 0,-51-84 0,80 115 0,2 1 0,-11-35 0,-10-25 0,-46-114 0,59 156-20,2-1 0,-17-71-1,14 43-25,3 9-141,3-2-1,-4-75 0,8 72 55,-19-92-13,15 102-142,2 0-1,-2-70 1,-10-57-761,17 71 436,0 45 301,7-79-1,3-81-212,-5 133 504,-2 64 5,0 0 0,6-42 0,8-19-9,-4 25 33,21-76 1,-29 130-11,22-71-184,57-127 0,-54 143-224,31-108 0,7-14-851,-34 107 852,39-83-839,-29 75 819,-31 60 104,1 0 0,1 1 0,1 0 0,1 1 0,28-33 0,92-105-1330,-66 79 1231,108-87-742,-139 133 466,37-44-1,-44 45 401,66-57 0,47-39-548,-129 114 443,-1 0-1,22-35 1,-25 35-26,0 0-1,2 1 1,0 0 0,18-17 0,145-119-514,-158 134 1079,1-1 0,19-26-1,-25 28-111,1 0 0,0 1 0,1 1-1,26-21 1,87-61-393,-101 77 104,2 0 0,0 2 0,0 2 0,2 0 0,31-10 0,30-16 413,-59 25 736,0 2 0,1 1 1,39-10-1,-4 8-680,38-11 871,-42 4 3071,-29 11-2488,-14 11-1001,-2 0 131,1 0 0,-1-1 0,0 0 0,0-2 0,24-6 0,-3-9 2255,-38 16-3046,-2 2-56,-30 3-8077,-1 7 751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4466,'0'0'10287,"15"-3"-3476,-3 5-5722,-1 14-424,-1-1 1,0 1-1,-1 1 0,7 19 1,8 14 316,-4-4-383,-1 0 1,-3 2-1,-2 0 1,-2 0-1,7 62 0,-18-104-546,40 222 2103,-38-209-2156,-3-17 0,0 1 0,0 0 0,0-1 0,1 1 0,-1-1 0,1 1 0,0-1 0,-1 1 0,1-1 0,0 1 0,1-1 0,-1 0 0,2 3 0,-4-24-2873,-3-27-7100,3 26-552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1056,'0'0'11568,"2"8"-6557,3 12-3240,-6 166 4705,-11 94-2366,8-180-3404,4-62-292,-2 0 0,-1-1 0,-2 1-1,-17 61 1,3-48-7433,15-42 3531,0 0 0,1 1 0,0 0 0,-2 14 0,4-2-3956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597 0 2049,'0'5'15232,"0"20"-13462,-1-18-1490,0-1-1,0 1 0,0-1 0,-1 0 1,0 1-1,0-1 0,-1 0 0,1 0 0,-7 9 1,-39 53 1328,32-46-1089,-75 100 969,-77 110 599,-13 21 1381,146-198-4386,10-16-2042,19-25-722,4 0-3623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1009 0 384,'0'0'11971,"-8"1"-10696,-143 24 7644,-4 3-4290,-312 73-2158,315-67-719,148-32-2439,0 0 1,-1 0-1,2 0 1,-1 0-1,0 1 0,0 0 1,1-1-1,-1 2 1,1-1-1,0 0 1,-3 4-1,-9 9-7730,1-3-2598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4402,'0'0'10712,"-28"14"-6855,10 1-2452,18-14-1365,0-1 0,0 1 0,0-1 0,0 1 0,0-1 0,0 1 0,-1-1 0,1 1 0,0-1 1,0 1-1,0-1 0,1 1 0,-1-1 0,0 1 0,0-1 0,0 1 0,0-1 0,0 1 1,1-1-1,-1 1 0,0-1 0,0 0 0,1 1 0,-1-1 0,0 1 0,1-1 0,-1 0 0,0 1 1,1-1-1,-1 0 0,0 1 0,1-1 0,-1 0 0,1 0 0,-1 1 0,1-1 0,-1 0 1,1 0-1,-1 0 0,1 0 0,-1 1 0,1-1 0,-1 0 0,1 0 0,-1 0 0,1 0 1,-1 0-1,1 0 0,-1 0 0,1-1 0,54 7 1700,72 0-1,20 1 80,-61 2-1323,370 53 4056,-437-60-4552,16 4 0,-33-2-330,-10 1-579,-11 4-2156,18-9 1969,-27 9-13222,9-5 2486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4322,'0'0'10319,"-21"6"-7219,16 0-2716,0 0-1,1 1 0,0-1 0,0 1 0,0 0 0,1 1 0,0-1 0,0 1 1,0-1-1,-1 12 0,1 2 27,1 1-1,2 33 1,0-31-398,0-22 9,0 0 0,1 1 0,-1-1 0,0 0 0,1 1 0,0-1 0,-1 0 0,1 0-1,0 0 1,0 0 0,0 0 0,1 0 0,-1 0 0,0 0 0,1 0 0,-1-1 0,1 1 0,0 0-1,-1-1 1,1 0 0,0 1 0,0-1 0,0 0 0,0 0 0,0 0 0,0 0 0,0 0 0,1 0-1,-1-1 1,0 1 0,0-1 0,1 1 0,-1-1 0,0 0 0,0 0 0,1 0 0,2-1 0,2 1 46,0 0 0,0-1 0,0 0 0,0 0 1,0 0-1,0-1 0,0 0 0,-1-1 0,1 0 1,-1 0-1,9-5 0,-11 6 23,0-1 0,-1 1 0,1-1 0,-1 1 0,1-1 0,-1 0-1,0-1 1,0 1 0,-1 0 0,1-1 0,-1 0 0,0 1 0,1-1 0,-2 0 0,1 0 0,0 0 0,-1 0 0,0-1-1,0 1 1,0 0 0,0 0 0,-1-1 0,0 1 0,0-1 0,0 1 0,-1-7 0,2 4 94,-2 0 0,1-1 1,0 1-1,-1 0 0,-1 0 1,1-1-1,-1 1 0,0 0 0,-1 1 1,0-1-1,0 0 0,-6-9 1,-5 13 2914,7 4-5129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4258,'0'0'18643,"0"27"-16941,0 213 4018,0-239-5386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31 3089,'0'0'10357,"2"-4"-9308,-2 2-964,1 0 1,0 1 0,-1-1 0,1 1 0,0 0 0,0-1 0,0 1-1,0 0 1,1-1 0,-1 1 0,0 0 0,0 0 0,1 0-1,-1 0 1,1 0 0,-1 1 0,1-1 0,-1 0 0,1 0-1,-1 1 1,1-1 0,0 1 0,-1 0 0,1 0 0,2-1-1,55 0 1627,-33 2-1064,-24 0-600,-1-1 1,0 0-1,1 0 1,-1 1-1,0-1 1,1 1-1,-1-1 0,0 1 1,1 0-1,-1 0 1,0-1-1,0 1 1,0 0-1,0 0 0,0 0 1,0 0-1,0 0 1,0 0-1,0 0 0,-1 1 1,1-1-1,0 0 1,-1 0-1,1 1 1,-1-1-1,1 0 0,-1 1 1,1-1-1,-1 0 1,0 1-1,0-1 1,0 1-1,0-1 0,0 0 1,0 1-1,0-1 1,0 0-1,-1 1 0,1-1 1,-1 2-1,0 1 44,1 0 0,-1 1 0,0-1 0,0 0 0,-1 0 0,1-1 0,-1 1 0,0 0 0,0 0 0,0-1 0,0 1-1,0-1 1,-1 0 0,-3 3 0,-38 25 941,29-22-508,1 1-1,1 0 1,-21 20-1,30-26-353,1 1 0,-1-1 0,1 0-1,0 1 1,1 0 0,-1 0 0,1 0 0,0 0 0,0 0-1,0 0 1,1 0 0,0 0 0,0 1 0,0-1-1,1 10 1,0-14-128,0 0 0,1 1-1,0-1 1,-1 0 0,1 0 0,0 1-1,0-1 1,-1 0 0,1 0-1,0 0 1,0 0 0,0 0 0,0 0-1,1 0 1,-1-1 0,0 1 0,0 0-1,0-1 1,1 1 0,-1 0-1,0-1 1,1 0 0,-1 1 0,0-1-1,1 0 1,-1 0 0,1 1-1,-1-1 1,0 0 0,3-1 0,59 2 497,-46-2-532,2 1-140,14 0-168,-12 0-3462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25 576,'0'0'11688,"-5"-2"-10637,5 2-609,-15-7-482,8-2 5537,54 7-1567,-15 0-3096,-24 1-668,1 0-1,-1 1 1,1-1-1,-1 2 1,1-1-1,-1 1 1,0 1-1,10 2 1,-17-4-148,-1 1 1,1-1-1,0 0 1,0 1-1,0-1 1,0 1 0,0-1-1,-1 1 1,1 0-1,0-1 1,0 1-1,-1 0 1,1 0-1,-1-1 1,1 1-1,0 0 1,-1 0 0,0 0-1,1 0 1,-1 0-1,1 0 1,-1 0-1,0-1 1,0 1-1,0 0 1,1 0 0,-1 0-1,0 0 1,0 0-1,0 0 1,-1 0-1,1 0 1,0 0-1,0 0 1,0 0 0,-1 0-1,1 0 1,0 0-1,-1 0 1,1 0-1,-1 0 1,1-1-1,-1 1 1,-1 1 0,0 2 115,-1 0 1,0-1 0,0 0 0,-1 0-1,1 0 1,0 0 0,-1 0-1,0-1 1,-6 4 0,2-2 57,-20 12 643,27-15-831,0 0-1,1-1 1,-1 1 0,1 0-1,-1 0 1,1 0-1,-1 0 1,1 1 0,-1-1-1,1 0 1,0 0-1,0 0 1,-1 0-1,1 0 1,0 0 0,0 1-1,0-1 1,0 0-1,0 0 1,1 0 0,-1 0-1,0 0 1,0 0-1,1 0 1,-1 0-1,1 1 1,-1-1 0,2 1-1,51 55-1606,-52-55 1565,1 0-1,-1 0 1,0 1 0,1-1 0,-1 1 0,0-1-1,-1 1 1,1-1 0,0 1 0,-1 0 0,0-1-1,1 6 1,-2-6 81,1-1 0,-1 0 0,1 1 0,-1-1 0,1 0 0,-1 1 0,0-1 0,0 0 1,0 0-1,1 0 0,-1 1 0,0-1 0,-1 0 0,1 0 0,0 0 0,0-1 0,0 1 0,-1 0 0,1 0 0,0-1 0,-1 1 0,1-1 0,-3 2 0,-5 1 739,-1-1 1,0 1-1,-1-1 1,-12 0-1,-8 2 359,25-2-1141,4 4-3025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0 864,'0'0'5237,"-5"0"-4447,-11 1 2436,43 3 890,29 3 1057,-25 4-3640,1 1 0,-2 2-1,0 1 1,42 29 0,-3-3-51,-55-33-1438,268 159 2297,-220-125-1731,-2 1 0,76 73 0,12 6-610,-59-52 0,-80-65 0,7 5 0,-17-10 0,1 0 0,0 0 0,0 0 0,0 0 0,0 0 0,0 0 0,0 0 0,0 0 0,0 0 0,0 0 0,0 1 0,0-1 0,0 0 0,0 0 0,0 0 0,0 0 0,0 0 0,0 0 0,0 0 0,0 1 0,0-1 0,0 0 0,0 0 0,0 0 0,0 0 0,0 0 0,0 0 0,0 0 0,0 1 0,0-1 0,0 0 0,0 0 0,0 0 0,0 0 0,0 0 0,0 0 0,0 0 0,0 0 0,0 0 0,0 0 0,0 1 0,1-1 0,-1 0 0,0 0 0,0 0 0,0 0 0,0 0 0,-7-2-59,0 0 1,0 0-1,0-1 1,1 0-1,-1 0 1,1-1-1,-12-8 1,-17-9-1395,-14-2-5313,15 7-1283,-18-8-7758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4562,'3'2'16156,"1"9"-14586,-5-5-1131,0 0 0,0 1 0,-1-1 1,0 0-1,0 0 0,0 0 1,-1 0-1,-5 8 0,-31 48 1410,32-51-1470,0-1-234,1 1 0,0 0 0,1 0-1,0 1 1,1-1 0,0 1 0,1 0 0,0 0-1,1 0 1,1 0 0,-1 1 0,2-1 0,0 13 0,1-24-142,-1 0 1,1 0-1,-1-1 1,1 1-1,-1 0 1,1 0 0,-1-1-1,1 1 1,-1 0-1,1-1 1,0 1-1,0-1 1,-1 1 0,1-1-1,0 1 1,0-1-1,-1 1 1,1-1-1,0 0 1,0 1 0,0-1-1,0 0 1,0 0-1,0 0 1,0 0-1,-1 0 1,3 0 0,30 3 81,-28-3-70,24 2 18,-9 0 20,0-1 1,-1-1 0,1-1-1,0 0 1,37-8 0,-52 9-33,-4 0-42,4 0 127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3922,'0'0'21370,"-47"131"-19097,40-91-80,0-4-1041,0 0-496,7-8-351,0-6-257,0-4 0,0-7-48,0-2-481,0-2-1183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 3858,'-6'-18'22728,"13"21"-22505,-1-1 0,-1 1 1,1 0-1,0 1 0,-1 0 1,0 0-1,0 0 0,0 0 1,0 1-1,-1 0 0,6 6 1,41 69 991,-1-2-671,-23-48-196,1 0 1,2-2-1,1-1 1,47 31-1,-60-44-348,-1 1 0,0 0 0,27 34 0,-29-29 0,17 16 0,28 14 0,-56-46 0,-4-4 0,10 1 0,-9 1 0,-1 0 0,0 28-2898,0-3-5470,0-3-5257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12 15191,'0'0'14305,"-7"-4"-10759,-13-3-5262,-14 7-10679,13 0 11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9492,'0'0'20839,"4"0"-18744,10-3-1754,-5 2-341,-2 1 0,0 0 0,-1 0-398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8500,'0'0'21247,"27"2"-18227,-24 0-3020,-2-1 0,1-1 0,-1 1 0,1 0 0,-1 0 0,1 0 0,-1 1 0,1-1 0,-1 0 0,0 0 0,0 1 0,0-1 0,0 1 0,0-1 0,0 1 0,0 0 0,0-1 0,0 1 0,-1 0 0,1-1 0,-1 1 0,1 2 0,-17-2-2180,-6-2-4284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3217,'1'3'19846,"3"3"-15610,16 33-3173,-12 56 85,-8-88-846,0-10 86,0-1-379,0-15 15,1 0 1,4-32-1,-3 44-30,0 0 1,0 0-1,0 0 0,1 1 0,0-1 1,0 1-1,1 0 0,0 0 1,0 0-1,8-8 0,1-2-29,-9 11 33,-1 0-1,1 1 1,0-1 0,0 1 0,0 0 0,1 0 0,0 1 0,-1-1 0,1 1 0,9-4-1,-9 6 3,-3 1 16,1 1 23,-1-1-1,0 1 1,1-1-1,-1 1 1,0 0-1,0 0 0,0 0 1,0 0-1,0 1 1,0-1-1,0 1 0,0-1 1,0 1-1,-1-1 1,1 1-1,0 0 0,-1 0 1,0 0-1,1 0 1,0 3-1,18 41 842,-18-42-805,-1 0 0,1 0 1,-1 0-1,1 0 0,1 0 1,-1-1-1,0 1 1,1 0-1,0-1 0,0 0 1,5 5-1,-7 2-7652,-1-4 3122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5138,'0'0'11835,"6"-2"-10826,10-4-12,-1 0 1,0-1-1,0-1 1,-1-1 0,14-10-1,37-21 1088,-65 40-2071,0 0-1,0 0 1,0 0 0,0 0-1,0 0 1,0 0-1,0 0 1,0 0 0,0 0-1,0 0 1,0 0 0,-1 0-1,1 0 1,0-1 0,0 1-1,0 0 1,0 0 0,0 0-1,0 0 1,0 0 0,0 0-1,0 0 1,0 0 0,0 0-1,0 0 1,0 0 0,0 0-1,0 0 1,0-1-1,0 1 1,0 0 0,0 0-1,0 0 1,0 0 0,0 0-1,0 0 1,0 0 0,1 0-1,-1 0 1,0 0 0,0 0-1,0 0 1,0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6275,'0'0'14615,"8"16"-10406,23 130 3459,-26-95-7668,4 16 0,-8-53 54,-1-13-70,0 0 0,0 1-1,0-1 1,0 1 0,0-1 0,0 0 0,0 1 0,1-1 0,-1 1-1,1-1 1,-1 0 0,1 1 0,-1-1 0,1 0 0,0 0 0,-1 0-1,1 1 1,0-1 0,0 0 0,0 0 0,0 0 0,1 1 0,-1-1-566,-1 0 1,0 1-1,0-1 1,0 0 0,0 1-1,0-1 1,0 0 0,0 1-1,0-1 1,0 0 0,-1 1-1,1-1 1,0 0 0,-1 0-1,1 1 1,-1-1-1,0 0 1,1 0 0,-1 0-1,0 0 1,-1 1 0,-10 12-10627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1 456 1521,'0'0'6155,"13"-11"1459,-6 199-4781,-7-112-2396,15 370 1127,-13-424-1509,2 0 1,1-1 0,0 0-1,2 0 1,9 21-1,-14-39-46,-1 0 0,1 0 0,0 0-1,0 0 1,0-1 0,1 1 0,-1-1 0,0 1-1,1-1 1,0 0 0,-1 0 0,1 0-1,0 0 1,0-1 0,0 1 0,6 1 0,-3-1 29,1-1 0,-1 0 0,0 0 0,1 0 1,-1-1-1,1 0 0,-1 0 0,9-2 0,8-3 91,-1 0-1,0-2 0,0 0 0,21-11 0,288-142 226,115-48-126,874-232 169,-1132 388-394,1025-263 42,-628 221 541,-484 81-542,181-1 533,-62 7-444,-133 3 1702,-84 8-1693,-1-1 0,1 1 0,-1 0 0,0 0 0,0 0 0,0 0 0,-1 1 0,2 4 1,-3-9-136,12 43 741,10 67-1,-15-65 192,21 68-1,8-27-194,-24-61-37,16 49 1,-27-69-702,1-1 0,0 1-1,0-1 1,0 0 0,0 0 0,1 0 0,0 0 0,0 0 0,0-1 0,0 1 0,0-1 0,6 4 0,52 32 52,-6-4-36,41 48-22,-45-36 0,114 78 0,-71-60 0,-90-61 0,1 0 0,-1 0 0,1 1 0,-1-1 0,0 1 0,-1 0 0,4 6 0,-3-5 0,0 0 0,0-1 0,1 1 0,-1-1 0,9 7 0,-3-5 0,0 1 0,0 0 0,-1 1 0,1 0 0,-2 0 0,0 1 0,0 0 0,11 19 0,-17-22 0,-1 0 0,0 0 0,0 1 0,0-1 0,-1 0 0,0 1 0,-3 13 0,1 11 0,2-32-16,0 0-1,1-1 1,-1 1 0,0 0-1,0 0 1,0-1 0,0 1 0,1 0-1,-1 0 1,0-1 0,0 1-1,1 0 1,-1 0 0,0 0-1,0-1 1,1 1 0,-1 0-1,0 0 1,0 0 0,1 0-1,-1 0 1,0-1 0,1 1 0,-1 0-1,0 0 1,1 0 0,-1 0-1,0 0 1,1 0 0,-1 0-1,0 0 1,0 0 0,1 0-1,-1 1 1,0-1 0,1 0 0,-1 0-1,0 0 1,1 0 0,-1 0-1,0 0 1,0 1 0,1-1-1,-1 0 1,0 0 0,0 0-1,1 1 1,-1-1 0,0 0-1,0 0 1,0 1 0,1 0 0,-8-36-7543,-8 14-2122,-4 3-3237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8932,'0'0'10762,"28"-11"-6752,-20 12-3525,1 1-1,0 0 1,-1 0-1,1 1 0,-1 0 1,0 0-1,0 1 1,0 0-1,10 7 1,38 17 94,91 27-302,-99-43-1692,-31-10-2175,2-1-3877,-7-1 202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 4466,'0'0'15194,"-6"0"-14559,-23-3 120,27 5-458,-1 0 0,1 0-1,0 0 1,0 0 0,0 0 0,0 1 0,0-1 0,0 1 0,1-1 0,-1 1 0,1 0 0,0-1 0,-2 6 0,-1 1 471,-19 33 2041,18-30-2310,-1-1 1,0 0-1,-1 0 0,0-1 1,-15 16-1,19-23-461,-13 13 301,1 0 1,-23 31 0,34-40-448,0-1 0,1 1 0,-1-1 0,1 1 0,1 0 1,0 1-1,0-1 0,0 0 0,1 0 0,0 1 0,0 13 0,0 1-3305,1-8-5216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4818,'0'0'10277,"1"6"-8972,4 24-256,3 17 1202,5 85 0,-13-33-588,0 52-795,0-50-4055,-6-91-163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1 326 5683,'0'0'10530,"3"-4"-9204,0 2-1001,-1 0 0,1 0-1,0 1 1,0-1 0,0 0 0,0 1 0,0 0 0,0 0 0,0 0 0,0 0 0,1 0 0,5 0 0,52 0 473,-6 0-730,388-81 95,-184 30-134,-9 9 17,292-61 2461,-516 97-2194,-15 3 360,1 1 1,-1 1-1,25-3 1135,-38 214 239,5 227-898,2-391-1131,13 55-1,-10-64-10,-2 1 0,3 60 0,-9-97-7,0 0 0,0 1-1,0-1 1,0 0 0,0 0 0,0 0 0,0 1-1,0-1 1,0 0 0,0 0 0,0 1 0,0-1 0,0 0-1,0 0 1,-1 0 0,1 0 0,0 1 0,0-1-1,0 0 1,0 0 0,-1 0 0,1 0 0,0 0-1,0 1 1,0-1 0,-1 0 0,1 0 0,0 0-1,0 0 1,0 0 0,-1 0 0,1 0 0,0 0-1,0 0 1,-1 0 0,1 0 0,0 0 0,0 0 0,0 0-1,-1 0 1,1 0 0,0 0 0,0 0 0,-1 0-1,1 0 1,0 0 0,0-1 0,-3 1-44,-157-27-887,-480 12 260,414 17 645,223-2 29,-170-1 682,-290 36 1,440-31-518,21-4-189,2 2 311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237 181 3954,'0'0'12934,"17"-14"-11446,52-46-106,-67 59-1248,-1 0-1,1-1 0,0 1 1,0 0-1,-1-1 0,1 1 1,-1-1-1,1 0 0,-1 0 1,0 1-1,0-1 0,0 0 1,0 0-1,0 0 0,0 0 1,0 0-1,-1 0 0,1-1 1,-1 1-1,1 0 0,-1 0 1,0 0-1,0-1 0,0 1 1,0 0-1,0 0 0,-1-3 1,-1-9 1156,2 12-1213,-1 1-1,1-1 1,-1 0-1,1 0 1,-1 1-1,0-1 1,0 0-1,0 1 1,0-1-1,0 1 1,0-1-1,0 1 1,0 0-1,-1-1 1,1 1-1,-1 0 1,1 0-1,-1 0 1,1 0-1,-1 0 1,0 0-1,1 0 1,-1 1-1,0-1 1,1 1-1,-1-1 1,0 1-1,0-1 1,0 1-1,0 0 1,-2 0-1,-66-3 907,62 4-948,0-1-14,0 1 1,0 1 0,0 0 0,0 0 0,0 0-1,1 1 1,-1 0 0,1 1 0,-1 0 0,1 0-1,0 0 1,1 1 0,-1 0 0,-7 7 0,7-4-1,-1-1 0,1 1 1,0 1-1,1-1 1,0 1-1,1 0 1,0 0-1,0 1 1,1 0-1,-6 18 1,-3 34 258,4 1 1,2-1-1,3 1 1,3 0-1,10 92 1,0-84-250,20 72-1,-24-127 1009,3 0-4809,-28-45-18195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2305,'0'0'20850,"21"-3"-18556,343-19 3274,-352 22-5546,-7 0-10,0 0-1,1 0 1,-1 0-1,1 1 0,-1 0 1,0 0-1,6 1 0,-9-1-9,0 1 0,0-1 0,0 0-1,-1 0 1,1 1 0,0-1 0,-1 1-1,1-1 1,-1 1 0,0 0 0,1-1-1,-1 1 1,0 0 0,0 0 0,0 0-1,0 0 1,-1 0 0,1 0 0,0 0-1,-1 0 1,1 4 0,9 21 32,-8-23-23,0 0 1,-1 0-1,1 0 1,-1 0-1,0 0 1,0 0-1,0 6 0,-1-10 243,0-30 210,0 8-374,-1 13-74,1 0-1,0-1 0,0 1 1,1 0-1,0 0 1,0-1-1,1 1 0,0 0 1,1 1-1,0-1 0,6-10 1,8-10-39,-12 18-26,1 1 0,1-1 0,0 1 1,0 0-1,1 1 0,0-1 1,1 2-1,17-15 0,-8 21-4419,-4 4-1482,9-2-2011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11 17400,'0'0'13241,"-15"21"-12742,-44 65-147,57-83-328,0-1 0,1 1 1,-1 0-1,0 0 0,1 0 0,0 0 1,-1 0-1,1 0 0,1 0 0,-1 0 1,0 0-1,1 0 0,-1 1 0,1-1 1,0 0-1,0 0 0,0 0 0,1 1 1,0 4-1,0-6-20,1 0 0,-1 0 1,0 0-1,1-1 0,0 1 0,-1 0 0,1-1 0,0 1 1,-1-1-1,1 0 0,0 0 0,0 0 0,0 0 1,0 0-1,0 0 0,1 0 0,-1 0 0,0-1 1,0 1-1,4-1 0,3 1-170,1 0 1,-1-1-1,1 0 0,0 0 1,-1-1-1,1 0 0,-1-1 1,0 0-1,13-5 1,-18 4-29,1 0 0,0 0 0,-1-1 0,0 1 0,0-1 1,0 0-1,0-1 0,-1 1 0,1 0 0,-1-1 0,0 0 0,0 0 1,-1 0-1,0 0 0,0 0 0,0-1 0,1-5 0,-2 8 192,0-1 0,0 0 0,0 0-1,-1 0 1,1 1 0,-1-1-1,0 0 1,0 0 0,-1 0 0,1 0-1,-1 1 1,0-1 0,0 0 0,0 0-1,0 1 1,-1-1 0,1 1-1,-1-1 1,0 1 0,0 0 0,0-1-1,-1 1 1,1 0 0,-1 1 0,-5-5-1,-16-11 323,22 17 73,5 1-719,223 28-2926,-223-28 3255,1 1 0,-1 0 0,1 0 0,0 0-1,-1 0 1,0 1 0,1-1 0,-1 1 0,0 0 0,0 0 0,0 0 0,0 0 0,0 1-1,0-1 1,-1 1 0,1 0 0,-1 0 0,1 0 0,-1 0 0,3 5 0,-4-3 309,1-1 1,-1 1-1,0-1 1,0 1-1,-1-1 1,1 1-1,-1 0 1,0-1-1,-1 1 1,1 0-1,-1-1 1,1 1-1,-1-1 1,-1 1-1,-2 7 1,7-18-223,1 0 1,0 0-1,0 1 1,0 0-1,1-1 0,0 1 1,0 1-1,8-7 1,-8 7-184,35-16 177,-39 19-54,0 1 0,-1 0 0,1-1 0,0 1 0,0 0 0,0 0 0,0-1 0,0 1 0,-1 0 0,1 0 0,0 0 0,0 0 0,0 0 0,0 0 0,0 0 0,-1 1 0,1-1 0,0 0 0,0 0 0,0 1 0,0-1 0,-1 0 0,1 1 0,0-1 0,0 1 0,-1-1 0,1 1 0,0-1 0,-1 1-1,1 0 1,-1-1 0,1 1 0,-1 0 0,1-1 0,-1 1 0,1 0 0,-1 0 0,1 0 0,-1-1 0,0 1 0,0 0 0,1 1 0,0 5 22,1 0 1,0 0-1,1 0 0,0 0 0,0 0 0,0-1 1,1 1-1,4 5 0,-6-10-296,-1 0-1,1-1 1,-1 1 0,1-1 0,0 1 0,0-1-1,0 0 1,0 1 0,-1-1 0,2 0-1,-1 0 1,0 0 0,2 0 0,-2-1-276,1 1 0,-1-1 0,0 0 0,0 0 0,0 0 1,0-1-1,0 1 0,0 0 0,0-1 0,0 1 0,0-1 0,0 0 1,0 0-1,0 0 0,-1 0 0,1 0 0,2-1 0,22-21-8895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18857,'0'0'6320,"-10"26"-2036,-32 82-1920,38-95-2260,0 0-1,1 0 0,0 1 0,1-1 1,1 0-1,0 1 0,1 0 1,1 16-1,0 7-91,0-33-158,-1 0 0,1 0 0,0 0 0,0-1 0,0 1 0,0 0 0,1-1 0,-1 1 0,1 0 0,0-1 0,0 0 0,0 0 0,1 1 0,-1-1 1,1-1-1,-1 1 0,1 0 0,0-1 0,0 1 0,0-1 0,1 0 0,-1 0 0,1 0 0,-1 0 0,1-1 0,-1 1 0,1-1 0,0 0 0,0 0 0,-1-1 0,1 1 0,6 0 0,-4 0-310,0-1 0,0 1 0,1-1 0,-1 0-1,0 0 1,0-1 0,0 0 0,0 0 0,0 0 0,0-1 0,0 0-1,0 0 1,0-1 0,-1 1 0,1-1 0,-1 0 0,0-1 0,1 1-1,-2-1 1,6-5 0,-1-8-10968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3650,'0'0'24795,"176"2"-24795,-95-2-208,-6 0-2753,-14 0-7092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0 203 624,'0'0'14775,"21"-16"-11976,-6 5-2368,-1-1-212,0 2 0,0 0 1,0 1-1,1 0 0,1 1 0,0 1 0,0 0 0,33-8 0,74-8 1775,236-12 0,130 32-441,-263 5 803,-220-3-2176,-1 1-1,1-1 1,-1 0 0,1 0-1,-1-1 1,1 1-1,-1-1 1,0 0-1,6-4 1,19-6 2280,-29 12-2460,0 0 0,0 0 1,-1 0-1,1 0 1,0 0-1,0 0 1,0 1-1,-1-1 0,1 0 1,0 0-1,0 1 1,-1-1-1,1 1 0,0-1 1,-1 1-1,1-1 1,-1 1-1,1-1 1,0 1-1,-1 0 0,1-1 1,-1 1-1,0 0 1,1-1-1,-1 1 0,1 0 1,-1-1-1,0 1 1,0 0-1,1 0 0,-1 0 1,0 1-1,0-1 0,8 19 0,-1 1 0,-1 0 0,6 38 0,8 29 0,-8-52 0,-2 0 0,-1 1 0,-2 0 0,-2 1 0,1 56 0,-6-86 0,0-4 0,1 0 0,-2 0 0,1-1 0,0 1 0,-1 0 0,1 0 0,-1 0 0,-2 6 0,1-8 0,1-1 0,0 1 0,0-1 0,0 0 0,-1 1 0,1-1 0,0 0 0,-1 0 0,1 0 0,-1 0 0,0 0 0,1-1 0,-1 1 0,0 0 0,1-1 0,-1 1 0,0-1 0,0 1 0,0-1 0,1 0 0,-1 0 0,0 0 0,0 0 0,-2 0 0,-79 0 0,0 5 0,-160 29 0,221-29 0,-621 156 0,592-142 0,0 2 0,-70 39 0,120-60 1,0 1-1,0-1 1,1 0-1,-1 0 1,0 1-1,0-1 1,1 0 0,-1 1-1,0-1 1,1 1-1,-1-1 1,1 1 0,-1-1-1,0 1 1,1-1-1,0 1 1,-1 0-1,1-1 1,-1 1 0,1 0-1,0-1 1,-1 1-1,1 0 1,0 0 0,-1-1-1,1 2 1,17 4 6,30-9-251,-17-7-948,-17 2-3267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30 131 14102,'0'0'8180,"10"20"-5659,32 66-1179,-38-78-1083,-1 1 0,0-1 0,-1 1 0,0 0 0,0 0 0,-1 0 0,0 0 0,0 0 0,-1 0 0,-2 16 0,1 7 1508,-19-35-1188,15 1-569,1-1 0,0 0 0,0 0 0,1 0 0,-1 0 1,1-1-1,-1 0 0,1 1 0,0-1 0,1 0 0,-1-1 1,1 1-1,-1 0 0,1-1 0,0 1 0,-1-6 0,-2-5-5,1 1-1,0-1 0,-3-30 0,7 45-4,-2-20 40,1 0-1,0-1 1,1 1-1,2-1 1,3-20-1,-4 37-41,0 0 0,0 0 0,0 1 0,0-1 0,1 0 0,-1 0-1,1 1 1,0-1 0,0 1 0,1 0 0,-1-1 0,1 1 0,-1 0 0,1 0 0,0 1 0,0-1 0,0 1-1,1-1 1,-1 1 0,1 0 0,-1 0 0,1 0 0,-1 1 0,1-1 0,0 1 0,0 0 0,0 0 0,0 0 0,0 1-1,0-1 1,0 1 0,5 0 0,-8 0-88,1 1 0,-1-1 0,1 0 0,-1 0 0,1 1-1,-1-1 1,0 1 0,1-1 0,-1 1 0,0-1 0,1 1 0,-1 0 0,0 0-1,0 0 1,1-1 0,-1 1 0,0 1 0,0-1 0,0 0 0,0 0 0,0 0-1,0 2 1,14 33-6229,-12-27 3725,4 10-6784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6787,'0'0'19268,"22"-4"-17241,-7 2-1781,158-34 2085,-160 32-2243,23-8-50,-35 11-12,0 0 0,1 1 1,-1-1-1,0 0 0,0 1 0,0-1 1,0 0-1,0 0 0,0 0 0,0 0 1,-1 0-1,1 0 0,0 0 0,0 0 1,-1-1-1,1 1 0,-1 0 0,1 0 1,-1 0-1,0-1 0,1 1 0,-1 0 1,0-1-1,0 0 0,0 0 17,0 1 0,-1 0 0,1 0 0,-1 0 0,0 0-1,1 0 1,-1 0 0,0 0 0,1 0 0,-1 0 0,0 0 0,0 0 0,0 0 0,0 1 0,0-1-1,0 0 1,0 1 0,0-1 0,0 0 0,-1 1 0,1-1 0,0 1 0,0 0 0,0-1 0,-1 1-1,1 0 1,0 0 0,-2 0 0,-41-4-9,41 4 6,-9-1-38,-5 0-1,0 1 1,0 0-1,0 1 0,0 1 1,-22 5-1,35-6-1,1 1 0,-1-1 0,1 0 0,-1 1 0,1-1 0,0 1 0,-1 0-1,1 0 1,0 1 0,0-1 0,1 1 0,-1-1 0,0 1 0,1 0 0,0 0 0,-1 0 0,1 0 0,0 0 0,1 1 0,-1-1 0,1 0 0,-1 1 0,1 0-1,0-1 1,0 1 0,1 0 0,-1-1 0,1 1 0,-1 0 0,2 5 0,-1-5-121,0 0-1,0 0 1,0 0 0,1 0-1,0 0 1,0 0 0,0 0 0,0 0-1,1 0 1,0 0 0,-1 0-1,1-1 1,1 1 0,-1-1 0,0 1-1,1-1 1,0 0 0,0 0-1,0 0 1,0-1 0,0 1-1,0-1 1,1 1 0,-1-1 0,1 0-1,0 0 1,-1-1 0,1 1-1,7 1 1,8 2-1407,1-2 0,0 0 0,-1-1-1,41-1 1,0-1-7970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10533,'0'0'11723,"-22"4"-7007,-69 13-1018,81-15-3510,0 2-1,0-1 1,1 1-1,-1 1 1,1-1-1,0 2 1,0-1-1,1 1 0,0 0 1,-12 12-1,3-3-152,15-13-35,0 0 0,0 0 0,0 0 0,0 0 0,0 1 0,1-1 0,-1 0 0,1 1 0,0-1 0,0 1 0,0 0 0,0-1 0,0 1 0,0 0 0,1-1 0,-1 1 0,1 0 0,0 0 0,0 0 0,0 0 0,0 5 0,0-6 0,2-1 0,0 0 0,-1-1 0,1 1 0,0-1 0,-1 0 0,1 1 0,0-1 0,0 0 0,-1 0 0,1 0 0,0 0 0,2-1 0,-2 1 0,13 0 0,0 0 0,0-2 0,-1 0 0,1 0 0,17-6 0,-27 6 0,-1 1 0,1-1 0,-1 0 0,1 0 0,-1 0 0,0-1 0,0 0 0,0 1 0,0-1 0,0-1 0,-1 1 0,1-1 0,-1 1 0,0-1 0,0 0 0,0 0 0,-1 0 0,1 0 0,2-9 0,-4 17-33,0 0 0,0 0 0,0-1 0,0 1 0,1 0 1,0 0-1,0-1 0,0 1 0,0-1 0,0 0 0,0 0 0,1 0 0,0 0 0,3 4 0,-1-2-176,0 0 0,0 0 0,0-1-1,0 1 1,1-1 0,0 0-1,-1-1 1,1 1 0,1-1-1,10 4 1,24-4-11650,-21-3 2103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5507,'0'0'22151,"9"16"-19985,57 97 777,-67-113-2943,1 0 0,0 0 0,0 0 0,0 0 0,0 0 0,0 0 0,0 0 0,0 0 0,0 1 0,0-1 0,0 0 0,0 0 0,-1 0 0,1 0 0,0 0 0,0 0 0,-13-17 0,9 11 0,1 1 0,-1 0 0,1-1 0,0 0 0,1 0 0,-4-11 0,5 13 2,1-1-1,0 0 1,0 1-1,0-1 1,1 0-1,-1 1 1,1-1-1,0 0 1,0 1-1,1-1 1,-1 1-1,1 0 1,0-1-1,0 1 1,6-7-1,-3 4-2,1 1-1,-1 0 1,2 0-1,-1 0 1,1 1-1,0 0 1,0 0-1,9-4 1,6-2-110,1 2 1,-1 0 0,2 2 0,-1 0-1,31-4 1,-43 10-1032,8-2-1112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8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7732,'0'0'9705,"13"4"-8595,10 3-519,1-1 0,0-1-1,0-1 1,38 2 0,-50-6-382,7 0 29,0 0 0,1-1-1,33-7 1,-49 7-218,-1 1 1,0-1-1,0 0 0,0 0 0,0 0 1,0 0-1,0 0 0,0-1 0,0 1 0,-1-1 1,1 0-1,-1 0 0,1 0 0,-1 0 0,1 0 1,-1 0-1,0-1 0,0 1 0,0-1 1,-1 0-1,1 1 0,-1-1 0,1 0 0,-1 0 1,0 0-1,0 0 0,0 0 0,0 0 1,-1 0-1,1-6 0,-1 7-14,-1-1 0,0 1 0,0-1 0,0 1 0,0 0-1,0-1 1,-1 1 0,1 0 0,-1 0 0,1 0 0,-1 0 0,0 0 0,0 1 0,1-1 0,-1 0 0,-1 1-1,1-1 1,0 1 0,0 0 0,0 0 0,-1 0 0,1 0 0,-4-1 0,-2-2 4,-1 1 1,0 0 0,0 1-1,0 0 1,-12-1-1,17 3 15,0 0 1,0 0-1,0 0 0,1 1 0,-1-1 0,0 1 0,0 0 0,1 0 0,-1 0 0,1 1 0,-1-1 0,1 1 0,-1 0 0,1 0 0,0 0 0,-6 5 0,5-2 37,-1 0 0,1 1 0,0-1-1,0 1 1,0 0 0,1-1 0,0 2-1,-5 11 1,2 1 57,1 0 1,1 1-1,1 0 0,0 0 0,1 32 0,2-49-171,0 0 0,1 0 0,-1 1 0,1-1 0,-1 0 0,1 0 0,0 0 0,0 0 0,1 0 0,-1 0 0,1 0 0,-1 0 0,1 0 0,0-1 0,0 1 0,0-1 0,0 1 0,1-1 0,-1 0 0,0 0 0,1 0 0,0 0 0,-1 0 0,1-1 0,0 1 0,0-1 0,0 0 0,0 1 0,0-1 0,5 0 0,48 8-3963,-2-8-3427,-43-1 5208,23 0-3987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9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4386,'0'0'15476,"0"13"-14120,0 116 3590,37-132-4767,-20-6-279,-1-1 0,0-1 0,0-1 0,15-15 0,32-22-539,-62 48 671,0 0 1,0 0 0,0 0 0,1 0 0,-1 1 0,0-1 0,1 0 0,-1 1-1,1-1 1,-1 1 0,1-1 0,-1 1 0,1 0 0,-1-1 0,3 1 0,1 13 1352,-5-11-1370,0-1 0,0 1 0,0-1-1,1 1 1,-1-1 0,0 1 0,1-1 0,-1 0 0,1 1 0,-1-1 0,1 0 0,-1 1-1,1-1 1,0 0 0,0 0 0,0 0 0,0 0 0,0 1 0,0-1 0,0-1 0,0 1 0,0 0-1,0 0 1,3 1 0,3 1-375,0-1 0,1-1-1,-1 1 1,0-1 0,16 1-1,41-4-5095,-25 0-150,-3 2-1190,3 0-575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9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78 384,'0'0'22685,"-5"-8"-20636,2 3-1810,0 1-59,1-1 0,-1 1 0,0 0-1,0 1 1,0-1 0,0 0 0,0 1 0,-1 0 0,0-1 0,0 2 0,0-1 0,0 0 0,0 1 0,-8-4 0,1 3 224,6 1-310,1 1-1,-1 0 0,1 0 0,-1 0 0,1 0 1,-1 1-1,1 0 0,-1 0 0,0 0 0,-6 1 1,10 0-101,0 0 1,1 0 0,-1 0 0,0 0 0,0 0 0,1 0-1,-1 0 1,1 0 0,-1 1 0,1-1 0,0 0 0,-1 0 0,1 1-1,0-1 1,0 0 0,0 0 0,0 1 0,0-1 0,0 0-1,0 0 1,0 0 0,1 1 0,-1-1 0,0 0 0,1 0 0,-1 0-1,1 1 1,-1-1 0,1 0 0,0 0 0,-1 0 0,1 0 0,0 0-1,0 0 1,1 1 0,29 7-159,-28-9 152,0 1-1,-1-1 0,1 0 1,0 1-1,-1 0 0,1-1 1,-1 1-1,1 0 0,-1 0 0,1 1 1,-1-1-1,0 0 0,0 1 1,1-1-1,-1 1 0,0 0 1,0 0-1,-1 0 0,1 0 0,0 0 1,-1 0-1,1 0 0,-1 0 1,0 1-1,1-1 0,-1 1 1,-1-1-1,1 1 0,0-1 1,0 1-1,0 4 0,0 4 32,0 0 1,-1 1-1,-1-1 0,1 0 0,-2 1 1,0-1-1,0 0 0,-1 0 1,0 0-1,-1 0 0,0 0 0,0-1 1,-8 12-1,-10 15 70,-2-2 1,-33 39-1,40-53-19,-37 46 65,-74 100 151,111-144-267,13-19-29,1-1 0,1 0 1,-1 1-1,0-1 0,1 1 0,0 0 0,0 0 0,0 0 0,0 0 1,0 0-1,1 0 0,0 1 0,-1 6 0,3-10-7,0-1 0,0 1 0,0 0 0,0-1 1,0 1-1,0-1 0,0 1 0,0-1 0,0 0 0,0 1 0,1-1 0,-1 0 0,0 0 0,0 0 0,0 0 0,1 0 0,-1 0 0,0 0 0,2-1 1,28-1 7,-8-2 19,0-2 1,-1-1-1,0 0 1,0-2-1,-1 0 1,26-16-1,9-3-19,-25 13-45,1 2-476,0-2 0,-1-1 0,-1-2 0,-1-1 0,35-29 0,-61 46 168,0-1 0,-1 1 1,0-1-1,1 0 0,-1 0 1,0 0-1,-1 0 0,1 0 1,0 0-1,1-7 1,1-21-5598,-4 7-1110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 5635,'0'0'15761,"0"11"-13898,0-1-1589,-1-3-6,0 0 1,1 0-1,0 0 0,0 0 0,0 0 0,1 0 0,1 0 0,-1 0 0,1 0 0,0-1 0,0 1 0,5 8 0,-6-14-270,0-1-1,1 1 1,-1 0 0,0-1 0,1 1 0,-1-1 0,0 1-1,1-1 1,-1 0 0,1 1 0,-1-1 0,1 0-1,-1 0 1,1 0 0,-1 0 0,1 0 0,-1 0 0,1-1-1,-1 1 1,1 0 0,1-2 0,31-11-569,132-111-62,-156 120 2935,-10 12 1217,-1 3-4231,1-7 559,0-1 0,1 0 0,-1 1 0,1-1 0,-1 0 0,1 1 0,0-1 0,0 0 0,0 0-1,1 0 1,-1 0 0,1 0 0,0 0 0,-1 0 0,5 4 0,-3-4-592,-1-1 1,1 0-1,0 0 0,-1-1 1,1 1-1,0 0 0,0-1 1,0 0-1,0 0 1,0 0-1,0 0 0,0 0 1,1 0-1,-1-1 0,0 0 1,6 1-1,17-1-7531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61 7892,'0'0'12096,"13"4"-11250,19 4-162,1-2 0,0-2 0,65 1 1,-97-36-341,-2 28-351,1 1 1,-1 0-1,0-1 0,0 1 1,-1 0-1,1 0 0,0 0 1,-1 0-1,1 0 0,-1 0 1,0 0-1,0 0 0,1 1 1,-1-1-1,0 1 0,-1-1 1,1 1-1,0 0 1,0 0-1,0 0 0,-1 0 1,-4-1-1,-1-2 10,0 2 0,0-1-1,0 1 1,-1 0 0,1 1 0,-9-1 0,12 3 37,0-1 0,0 1 0,1 0 0,-1 0 0,0 0 0,1 1 0,-1-1 0,1 1 1,0 1-1,0-1 0,-1 0 0,1 1 0,1 0 0,-1 0 0,0 0 0,1 0 1,-1 1-1,1-1 0,-5 8 0,4-5 48,0 1-1,0-1 1,0 1 0,1 0-1,0 0 1,1 0-1,0 1 1,0-1 0,0 0-1,1 1 1,-1 14 0,1 3-52,1-18-61,-1 0 1,1-1-1,0 1 1,1 0-1,0-1 1,0 1-1,0 0 1,3 8-1,-2-13-193,0 1-1,-1-1 1,1 0-1,0 0 1,0 0-1,0 0 1,0 0-1,0-1 1,1 1-1,-1-1 0,0 1 1,1-1-1,-1 0 1,1 0-1,0 0 1,-1 0-1,1 0 1,0-1-1,-1 1 1,1-1-1,0 1 0,0-1 1,0 0-1,4-1 1,-2 1-315,77-2-9387,-29-11 3042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21 1169,'0'0'24341,"0"4"-23399,-13 94 2729,13-97-3662,1 0-1,0 0 0,-1 0 1,1 0-1,0-1 1,0 1-1,0 0 1,0 0-1,0 0 0,0-1 1,0 1-1,0-1 1,0 1-1,1-1 1,-1 1-1,0-1 0,0 0 1,0 1-1,0-1 1,1 0-1,-1 0 0,0 0 1,0 0-1,1 0 1,-1 0-1,0 0 1,3-1-1,39-5-14,-26-2-194,0-1 1,-1 0 0,26-21 0,12-8-85,-35 24 177,1-2 507,-10 12 2613,-10 38-2824,0-29-469,0 0 0,0-1 0,0 1 0,1 0 0,-1 0 0,1 0 0,0-1 1,1 1-1,1 5 0,-2-9 71,1 1 1,-1 0-1,1-1 1,0 1-1,-1-1 1,1 0-1,0 1 1,0-1-1,0 0 1,0 0-1,0 0 1,0 0-1,0-1 1,0 1-1,0-1 1,0 1-1,0-1 1,0 0-1,1 1 0,-1-1 1,0 0-1,0 0 1,3-1-1,26 1-5479,3-2-3262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1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14 111 864,'0'0'19991,"1"3"-19663,0 0 0,1 0-1,-1 0 1,1 0 0,-1 0 0,1 0 0,0-1 0,2 4 0,4-2-193,1-1 0,-1 1 0,1-2 0,0 1 0,-1-1 0,1-1 0,0 0 0,0 0 0,0 0 0,0-1 0,0-1 0,10-1 0,9 2-103,-26 0-47,1-1 1,0 1-1,0 0 1,0-1-1,-1 1 1,1-1-1,0 0 1,-1 0-1,1 0 1,0 0-1,-1 0 0,0-1 1,1 1-1,-1-1 1,0 0-1,1 1 1,-1-1-1,0 0 1,0 0-1,-1-1 0,1 1 1,0 0-1,-1-1 1,1 1-1,-1 0 1,2-5-1,-1 1 34,0 0 0,-1 0-1,1 0 1,-1 0 0,0-1 0,-1 1-1,0 0 1,0 0 0,0-1-1,0 1 1,-3-7 0,3 11 51,-1 0 0,0 0-1,0 0 1,0 0 0,0 1 0,-1-1 0,1 0-1,0 1 1,-1-1 0,1 1 0,-1-1 0,1 1 0,-1 0-1,0 0 1,0 0 0,0 0 0,1 0 0,-1 0-1,0 0 1,0 0 0,0 1 0,0-1 0,0 1 0,0-1-1,-4 1 1,-62-3 2067,53 4-1476,10-2-587,0 1-1,0 1 1,0-1 0,0 1 0,0-1-1,0 2 1,0-1 0,1 0 0,-1 1-1,0 0 1,1 0 0,-1 0 0,1 1-1,0 0 1,0-1 0,0 2 0,0-1 0,0 0-1,1 1 1,-1-1 0,1 1 0,0 0-1,0 0 1,0 0 0,1 1 0,0-1-1,0 1 1,0-1 0,0 1 0,0 0-1,1 0 1,0 0 0,0-1 0,1 1-1,-1 0 1,1 6 0,-1 13-93,3 31-238,-1-52 216,-1 0 1,1-1-1,0 1 0,0 0 0,0 0 1,1-1-1,-1 1 0,1-1 1,-1 1-1,1-1 0,0 0 0,0 1 1,0-1-1,0 0 0,0 0 0,4 2 1,3 1-493,0 0 1,1 0 0,-1-1 0,1-1 0,0 0 0,0 0 0,0-1 0,0 0 0,15 1-1,14-2-4164,46-4-1,-85 3 4666,86-7-10295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1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1 16824,'-20'9'2596,"-28"16"-77,2 1 0,1 3 0,-59 48 0,74-51-1954,2 0 0,1 3 0,-38 48 0,57-65-487,-1 1-1,2 0 1,0 1 0,0-1 0,1 1 0,1 1-1,0-1 1,1 1 0,1-1 0,0 1-1,1 0 1,0 19 0,2-27-82,-1 0 0,2 1 0,-1-1 0,1 0 0,0 0 0,0 1 0,1-1 0,0 0 0,0 0 0,1-1-1,0 1 1,0 0 0,1-1 0,-1 0 0,1 0 0,1 0 0,-1 0 0,1-1 0,0 1 0,0-1 0,1-1 0,0 1 0,-1-1 0,1 0 0,1 0 0,6 3 0,-2-1-250,1-1 1,-1 0-1,1-1 1,0 0 0,0-1-1,0-1 1,1 0 0,-1 0-1,13-1 1,22 0-3195,47-6 1,-89 4 3066,80-13-8533,-2-15-4172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10837,'0'0'21268,"-7"14"-20606,0 2-662,-2 6 0,-1 0 0,-24 38 0,33-59-2,0 0 1,0-1-1,1 1 1,-1 0-1,0 0 1,0 0-1,1 0 1,-1 0-1,0 0 1,1 1-1,-1-1 0,1 0 1,0 0-1,-1 0 1,1 0-1,0 1 1,0-1-1,0 0 1,-1 0-1,1 1 1,1-1-1,-1 0 0,0 0 1,0 0-1,0 1 1,1-1-1,-1 0 1,0 0-1,1 0 1,-1 1-1,1-1 1,0 0-1,-1 0 0,1 0 1,0 0-1,-1 0 1,1 0-1,0-1 1,0 1-1,0 0 1,0 0-1,0 0 1,0-1-1,0 1 0,0-1 1,0 1-1,0-1 1,1 1-1,-1-1 1,0 1-1,0-1 1,0 0-1,1 0 1,-1 0-1,0 0 0,2 0 1,226 1-8704,-228-1 9198,-2 2-181,1 1 1,-1 0-1,1 0 0,-1-1 0,0 1 0,0 0 1,0-1-1,0 1 0,-1-1 0,1 0 0,-1 1 1,1-1-1,-1 0 0,0 0 0,-4 4 0,-40 31 2003,7-7-1368,-17 38-904,55-68-236,0 1 1,0-1-1,0 1 0,0-1 0,0 1 1,0-1-1,0 0 0,0 1 0,-1-1 1,1 0-1,0 0 0,0 0 1,0 0-1,0 0 0,0 0 0,-1 0 1,1 0-1,0 0 0,0-1 1,-2 0-1,-24-1-11332,12-7 365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11349,'0'0'19145,"122"-9"-17960,-102 9-625,7 0-320,0 0-208,-7 0-32,7 0-96,1 0-785,5 0-975,8-2-1314,6-10-1840,1-8-5027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10101,'0'0'16877,"4"13"-14674,-2-1-1748,1 0-93,0-1-1,0 1 0,1 0 0,1-1 0,0 0 0,9 16 0,-10-21-316,18 25 35,-2 0 0,-2 1-1,0 1 1,-3 0 0,0 1-1,11 44 1,-19-50-80,-2 1 0,0 0 0,-2 0 0,-2 56 0,-2-80 3,0-1-1,-1 1 1,1-1-1,-1 0 1,0 0-1,-1 0 1,1 0-1,-1 0 1,1 0-1,-1 0 1,0-1-1,0 0 1,-1 1-1,1-1 1,-1 0-1,0-1 1,0 1-1,0-1 1,0 1-1,-8 2 1,1 0-36,1-1 0,-1 0 0,0-1 0,0 0 0,0 0 0,0-2 0,-18 2 0,26-9-4593,9-19-1465,22-12-3550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4258,'0'0'28509,"0"4"-28509,0 10 0,0 2 0,0-3 0,0 3 0,0 2-1441,0 0-3729,0-4-3170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3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7507,'0'0'18585,"-109"136"-17577,96-104-1008,-14 6-352,0 3-3249,-14 4-6548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7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31 3410,'0'0'7859,"7"-30"4824,-7 247-4079,20-222-8516,-6-4-192,0 1 0,1 1 0,-1 0 0,2 1 0,-1 1 0,1 0 0,-1 1 0,1 1 0,0 1 0,24-2 0,-27 3 75,39 0-83,-50 1 109,-1 0 1,1 0 0,-1 0-1,0 0 1,1 1 0,-1-1 0,1 0-1,-1 1 1,0-1 0,1 1-1,-1-1 1,0 1 0,1-1-1,-1 1 1,0 0 0,0 0 0,0 0-1,0 0 1,0 0 0,0 0-1,0 0 1,0 0 0,0 0 0,0 0-1,0 0 1,-1 1 0,2 1-1,0 12 68,0-1-1,-1 1 1,0 0-1,-1 0 1,-1-1-1,0 1 1,-1 0-1,-1-1 1,0 1-1,-1-1 1,-8 20-1,9-29-47,0 1-1,-1-1 1,0 0-1,1-1 1,-1 1 0,-1-1-1,1 1 1,-1-1-1,1 0 1,-1-1 0,0 1-1,-1-1 1,1 0-1,-11 4 1,-1-2 68,-1 0-1,-1 0 1,-26 2-1,-30 6 28,68-10-112,1 0 0,-1 0 0,0 0 0,1 1 0,0 0 0,0 0 0,0 1 0,1 0 0,-7 6 0,-8 7 0,20-18 0,-1 0 0,1 0 0,0 0 0,-1-1 0,1 1 0,0 0 0,-1 0 0,1 0 0,0 0 0,-1-1 1,1 1-1,0 0 0,-1 0 0,1-1 0,0 1 0,0 0 0,-1-1 0,1 1 0,0 0 0,0-1 0,0 1 0,0 0 0,-1-1 0,1 1 0,0 0 0,0-1 0,0 1 0,0 0 0,0-1 0,0 1 0,0-1 1,0 1-1,0 0 0,0-1 0,0 1 0,0 0 0,0-1 0,0 1 0,0-1 0,0 1 0,1 0 0,-1-1 0,0-20-10,18-13-3120,-3 9-7149,-8 10-1548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8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48,'4'12'27523,"-1"-10"-25689,19-3-1632,1-1 0,-1-1 0,0-1 0,0-1 0,0 0 0,29-13 0,-24 9-135,12-5-10,-9 3 260,62-14 0,-92 25-300,0 0 1,1 0-1,-1 0 0,0 0 0,0 0 0,0-1 1,1 1-1,-1 0 0,0 0 0,0 0 0,0 0 0,0 0 1,1 0-1,-1 0 0,0 0 0,0 0 0,0 0 1,1 0-1,-1 0 0,0 0 0,0 0 0,0 0 1,1 0-1,-1 0 0,0 0 0,0 1 0,0-1 1,1 0-1,-1 0 0,0 0 0,0 0 0,0 0 1,0 0-1,0 0 0,1 1 0,-1-1 0,0 0 1,0 0-1,0 0 0,0 0 0,0 1 0,0-1 1,0 0-1,0 0 0,1 0 0,-1 1 0,0-1 1,0 0-1,0 0 0,0 0 0,0 1 0,0-1 1,0 0-1,0 0 0,0 0 0,0 1 0,0-1 1,0 0-1,-1 0 0,1 0 0,0 0 0,0 1 1,0-1-1,0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50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2881,'0'0'24604,"-20"2"-25442,-35 14-9860,35-11 2609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28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70 9012,'0'0'10792,"5"3"-9856,1 1-1001,0 1 592,0-1-1,0-1 0,0 1 0,0-1 1,0 0-1,1 0 0,0-1 0,-1 0 1,1 0-1,0 0 0,0-1 0,7 1 1,-10-2-533,-1 0-1,0 0 1,1 0 0,-1 0 0,0-1 0,1 1 0,-1-1 0,0 0 0,0 0 0,1 0 0,-1 0 0,0 0 0,0-1 0,0 1-1,-1-1 1,1 0 0,0 0 0,-1 0 0,1 0 0,-1-1 0,1 1 0,-1-1 0,0 1 0,0-1 0,0 0 0,-1 0 0,1 0-1,-1 0 1,1 0 0,-1 0 0,0 0 0,0 0 0,0 0 0,-1-1 0,1-4 0,0 7 22,-1 0 0,1-1 1,-1 1-1,0 0 0,0 0 1,1-1-1,-1 1 0,0 0 0,0-1 1,0 1-1,0 0 0,0-1 1,-1 1-1,1 0 0,0 0 0,-1-1 1,1 1-1,-1 0 0,1 0 1,-1-1-1,1 1 0,-1 0 0,0 0 1,0 0-1,1 0 0,-1 0 1,0 0-1,0 0 0,-2-1 0,-1 1 110,0 0-1,0 0 0,0 1 0,0 0 1,0-1-1,0 1 0,0 1 0,-6 0 1,1 0-53,3 0-44,-1 0 1,0 1 0,1-1 0,-1 2 0,1-1 0,-1 1-1,1 0 1,0 0 0,0 1 0,1-1 0,-1 1 0,1 1-1,-1-1 1,1 1 0,1 0 0,-1 0 0,1 0 0,0 1-1,0-1 1,0 1 0,1 0 0,0 0 0,-3 8 0,1-3-56,1 1 1,1-1 0,-1 1 0,2-1 0,-1 1 0,2 0 0,0 0 0,0 0 0,1 0-1,0 0 1,1 0 0,5 20 0,-5-29-160,0 0-1,0 0 1,1 0-1,0-1 1,-1 1-1,1-1 1,0 1-1,0-1 1,0 0-1,0 0 1,1 0-1,-1 0 1,1 0-1,-1 0 1,1-1 0,0 1-1,-1-1 1,1 0-1,0 1 1,0-1-1,0-1 1,0 1-1,0 0 1,0-1-1,4 1 1,10 1-2100,0-1 0,0-1 0,20-2 0,-35 2 1947,52-9-6545,6-15-542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29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4978,'0'0'21461,"0"8"-19933,-1 12-592,0-7-458,0 0 0,1 0 0,1 1 0,0-1 0,0 0 0,4 13 0,-4-26-496,0 1-1,-1 0 1,1 0-1,0 0 0,-1-1 1,1 1-1,0 0 0,0-1 1,0 1-1,0 0 0,0-1 1,0 1-1,0-1 0,0 0 1,0 1-1,0-1 1,0 0-1,0 1 0,0-1 1,0 0-1,0 0 0,0 0 1,0 0-1,0 0 0,0 0 1,0 0-1,0-1 1,1 1-1,-1 0 0,0 0 1,0-1-1,0 1 0,0-1 1,-1 1-1,1-1 0,0 1 1,0-1-1,0 0 1,1-1-1,36-26-441,-24 15 410,1 0 0,0 0 1,1 2-1,0 0 1,1 0-1,24-10 1,-40 22 105,1-1 0,-1 1-1,-1 0 1,1 0 0,0 0 0,0 0 0,0 0 0,0 0 0,-1 0 0,1 1 0,-1-1 0,1 0 0,-1 0 0,1 1 0,-1-1 0,0 0-1,1 0 1,-1 1 0,0-1 0,0 0 0,0 2 0,10 24 784,-7-25-969,1 0-1,-1 0 1,0 0-1,1 0 1,0-1-1,-1 1 1,1-1-1,0 0 1,0 0-1,0-1 1,-1 1-1,1-1 1,5 0-1,64-2-3615,-43 1 1753,58 0-10598,-46-3 4781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29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583 5 6675,'0'0'20428,"-15"-1"-18822,14 0-1571,-12 0 204,1 0-1,-1 0 0,1 1 0,-1 1 0,1 0 1,0 0-1,-1 2 0,1-1 0,-16 7 0,23-7-146,-3 1 7,0 0 1,0 0-1,0 1 0,0 0 1,1 1-1,-1 0 0,1 0 0,1 0 1,-1 1-1,1 0 0,-8 9 1,13-14-126,1-1 0,0 1 0,0-1 0,0 0 0,-1 1 0,1-1 0,0 1 0,0-1 0,0 1 0,0-1 0,0 1 0,0-1 0,0 1 0,0-1 0,0 0 0,0 1 0,0-1 0,0 1 0,0-1 0,0 1 0,1-1 0,-1 1 0,0-1 0,0 0 0,0 1 0,1-1 0,-1 1 0,0-1 0,0 0 0,1 1 0,-1-1 0,0 0 0,2 1 0,19 6-424,33-5 64,-45-2 241,6-1-15,-11 1 117,0 0 0,0 0 0,0 0 0,0 0 0,0 0 0,0 1-1,0 0 1,6 2 0,-9-3 48,0 1 0,0 0 0,0 0 0,0 0-1,0 0 1,-1 0 0,1 0 0,0 0 0,0 0 0,-1 1 0,1-1-1,-1 0 1,1 0 0,-1 1 0,0-1 0,1 0 0,-1 0 0,0 1-1,0-1 1,0 0 0,0 1 0,0-1 0,0 0 0,0 1-1,0-1 1,-1 0 0,1 0 0,0 1 0,-1-1 0,1 0 0,-2 2-1,-2 7 138,0 0 0,-1 0 0,-1-1 0,1 1 0,-2-1 0,1-1 0,-13 14 0,-6 8 136,-161 187 473,17-22-301,161-184-450,4-8 0,1 1 0,0 0 0,-1 0 0,2 0 0,-1 0 0,0 0 0,1 1 0,0-1 0,0 1 0,0 0 0,1 0 0,-3 8 0,4-12 0,0-1 0,0 0 0,0 0 0,0 0 0,0 1 0,0-1 0,0 0 0,0 0 0,1 0 0,-1 0 0,0 1 0,0-1 0,0 0 0,0 0 0,0 0 0,0 1 0,0-1 0,0 0 0,0 0 0,0 0 0,1 0 0,-1 1 0,0-1 0,0 0 0,0 0 0,0 0 0,1 0 0,-1 0 0,0 0 0,0 0 0,0 0 0,0 1 0,1-1 0,-1 0 0,0 0 0,0 0 0,0 0 0,1 0 0,-1 0 0,0 0 0,0 0 0,0 0 0,1 0 0,-1 0 0,18 1 0,-1-1 0,1 0 0,-1-1 0,1-1 0,-1 0 0,1-1 0,16-6 0,123-47 0,-119 41 0,137-53 0,-147 49-2614,-26 17 2007,0 0 0,-1 0 0,1-1 0,-1 1-1,0 0 1,0-1 0,0 1 0,0-1 0,0 1 0,0-1-1,-1 1 1,1-1 0,-1 1 0,0-1 0,0-4 0,0-10-10660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0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11813,'0'0'20231,"0"10"-19609,0 106-521,1-114-101,0-1 0,0 0 0,0 0 0,0 0 0,0 0 0,0 1 0,0-1 0,1-1 0,-1 1 0,0 0 0,1 0 0,-1 0 0,1-1 0,-1 1 0,1-1 0,-1 1 0,1-1 0,-1 1 0,1-1 0,-1 0 0,1 0 0,-1 0 0,1 0 0,0 0 0,-1 0 0,1 0 0,2-1 0,51-6 0,-37 0-36,0-1 0,0-1 1,-1 0-1,-1-1 0,0-1 0,28-24 0,-44 34 40,0 1-1,1 0 1,-1 0-1,0 0 1,0-1 0,1 1-1,-1 0 1,0 0-1,1 0 1,-1 0-1,0-1 1,1 1 0,-1 0-1,1 0 1,-1 0-1,0 0 1,1 0-1,-1 0 1,0 0-1,1 0 1,-1 0 0,0 0-1,1 0 1,-1 1-1,0-1 1,1 0-1,-1 0 1,0 0-1,1 0 1,-1 0 0,0 1-1,1-1 1,-1 0-1,0 0 1,0 1-1,1-1 1,-1 0 0,0 0-1,0 1 1,1-1-1,-1 0 1,0 1-1,0-1 1,7 13 87,-7-13-88,1 4-325,0-1 0,-1 0 0,1 1 0,1-1 0,-1 0 0,1 0 0,-1 0 0,1 0 0,0 0 0,0 0 0,0-1 0,4 5 0,-3-5-158,-1-1 1,1 0-1,-1 0 0,1 0 0,0 0 1,0 0-1,0-1 0,-1 1 0,1-1 1,0 1-1,0-1 0,0 0 0,0-1 1,0 1-1,-1 0 0,7-2 0,11-4-8708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0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29 10117,'0'0'17818,"5"6"-16660,-2-2-1094,0 0 0,1 0 0,0-1 0,0 1 0,0-1 0,0 0 1,0 0-1,1-1 0,0 1 0,-1-1 0,1 0 0,0 0 0,0 0 0,0-1 0,0 0 0,0 0 0,0 0 0,1 0 0,-1-1 0,8 0 0,8 0 78,-12 1-395,0-1 0,0 0 0,0-1 0,0 1 0,14-5 0,-21 5 180,-1-1-1,1 0 1,0 1-1,0-1 0,0 0 1,-1 0-1,1 0 1,0-1-1,-1 1 1,1 0-1,-1-1 1,1 1-1,-1-1 1,0 1-1,0-1 1,0 0-1,1 1 1,-2-1-1,1 0 1,0 0-1,0 0 1,0 1-1,-1-1 1,1 0-1,-1 0 1,0 0-1,0 0 1,1 0-1,-1 0 0,-1-3 1,1 4 76,0 0-1,0 0 1,-1 0 0,1 0-1,0 0 1,-1 0 0,1 0 0,-1 0-1,1 0 1,-1 1 0,0-1-1,1 0 1,-1 0 0,0 0 0,0 1-1,1-1 1,-1 0 0,0 1-1,0-1 1,0 0 0,0 1 0,0-1-1,0 1 1,0 0 0,0-1-1,0 1 1,0 0 0,0 0 0,-2-1-1,-36-3 367,34 4-256,1 0-88,-11-1 352,-1 0 0,1 1 0,-1 1 0,1 1 0,-27 5 0,38-6-314,1 0-1,0 1 1,-1-1 0,1 1 0,0 0 0,0 0 0,0 0 0,0 0 0,0 0 0,0 1 0,1-1-1,-1 1 1,1 0 0,0-1 0,0 1 0,0 0 0,0 1 0,0-1 0,1 0 0,-1 0 0,1 1-1,0-1 1,0 1 0,0-1 0,0 1 0,1-1 0,0 1 0,-1 0 0,1-1 0,1 5-1,-2-5-155,1 1 0,0-1 0,0 0 0,0 1 0,1-1-1,-1 1 1,1-1 0,-1 0 0,1 1 0,0-1 0,1 0 0,-1 0-1,1 0 1,-1 0 0,1 0 0,0 0 0,0 0 0,0 0-1,0-1 1,0 1 0,1-1 0,-1 0 0,1 0 0,0 0-1,0 0 1,-1 0 0,1 0 0,1-1 0,-1 1 0,0-1 0,0 0-1,0 0 1,1 0 0,-1 0 0,0-1 0,8 1 0,9 3-2045,1-2 1,37 1 0,-43-4 33,1 0-1,-1-1 1,0 0 0,27-9-1,11-9-4151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1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39 224,'0'0'22136,"4"-6"-18743,15-20-525,-15 20-718,-4 84-154,1-77-2006,-1 0 1,1 0-1,0 0 0,0 0 0,-1 0 1,1-1-1,0 1 0,0 0 0,0-1 1,0 1-1,0 0 0,0-1 0,0 1 1,0-1-1,0 1 0,0-1 1,1 0-1,-1 1 0,0-1 0,0 0 1,0 0-1,0 0 0,1 0 0,-1 0 1,0 0-1,1 0 0,40-2-677,-35-1 488,-1 1 0,0-1 0,0 0 0,0 0-1,0 0 1,0-1 0,-1 0 0,1 0 0,-1-1 0,0 1 0,0-1-1,-1 0 1,1-1 0,-1 1 0,0-1 0,6-3 4311,-9 10-4112,-1 1-1,0 0 0,1 0 0,0 0 0,-1 0 0,1-1 0,0 1 0,0 0 0,0-1 0,0 1 0,0-1 0,0 1 0,0-1 0,1 1 0,-1-1 0,0 0 0,1 1 0,-1-1 0,1 0 0,0 0 0,-1 0 0,1-1 0,0 1 0,3 1 0,45 0-4424,0-8-6811,-16-10-876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9716,'0'0'14615,"13"9"-13254,-7-5-1269,4 3 25,1 0-1,-1-1 0,1 0 0,1-1 1,-1 0-1,1 0 0,0-2 0,0 1 1,0-1-1,17 1 0,-26-4-184,1 1 0,-1-1-1,0 0 1,1-1 0,-1 1-1,1-1 1,-1 1 0,0-1 0,0 0-1,1 0 1,-1 0 0,0-1 0,0 1-1,5-4 1,-7 3 49,1 0 0,-1 0 1,0-1-1,0 1 0,0 0 0,0 0 0,0-1 1,-1 1-1,1 0 0,-1-1 0,1 1 0,-1-1 0,0 1 1,0-1-1,0 1 0,0 0 0,-1-1 0,1 1 1,-1-1-1,1 1 0,-2-4 0,0 3 171,1 0-1,-1-1 1,0 1-1,0 0 1,0 0-1,0 0 1,-1 0-1,1 1 1,-1-1-1,1 1 1,-1-1 0,0 1-1,0 0 1,0 0-1,0 0 1,-1 1-1,1-1 1,-1 1-1,1 0 1,0 0-1,-1 0 1,0 0 0,-5 0-1,-1-1 287,-1 0 0,0 1 0,1 0 1,-1 1-1,0 0 0,0 1 0,-10 1 0,18-1-438,1 0 0,-1 0 0,1 0 0,0 0 0,0 1 0,-1-1 0,1 1 0,0-1 0,0 1 0,0 0 0,1 0 0,-1 0 0,0 0 0,1 0 0,-1 0 0,1 0 0,-1 0 0,1 1 0,0-1 0,0 0 0,0 1 0,1-1 0,-1 1 0,0 4 0,-2 7 0,2 0 0,0 0 0,0 19 0,1-25 0,1-5-80,-1 1-1,1-1 1,0 1-1,0-1 1,0 0-1,1 1 1,-1-1 0,1 0-1,-1 0 1,1 0-1,0 0 1,0 0 0,1-1-1,-1 1 1,0-1-1,1 1 1,0-1-1,-1 0 1,1 0 0,0 0-1,0 0 1,0 0-1,1-1 1,-1 0 0,0 1-1,0-1 1,5 1-1,8 2-955,0 1 0,1-2 0,0 0-1,24 0 1,32-1-6935,7-2-5054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1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1 17928,'0'0'3917,"-28"1"-292,10 0-2891,-4-1 37,-1 1 1,1 1-1,-1 1 0,1 1 1,0 1-1,0 1 0,-26 10 1,28-6-718,0 0 1,0 1-1,1 0 1,1 2-1,0 0 1,0 1-1,2 1 1,-29 32-1,36-34-61,0-1 0,1 1 0,0 1 0,1-1 0,0 1 0,1 0 0,1 1 0,1-1 0,0 1 0,0 0 0,1 1 0,1-1 0,0 27 0,2-36-57,1 0-1,-1 1 1,1-1 0,0 0-1,1 0 1,-1 0-1,1 0 1,1 0 0,-1 0-1,1 0 1,0-1 0,0 1-1,0-1 1,9 10 0,-5-8-206,0 0 0,1 0 1,0-1-1,1 0 1,-1 0-1,1-1 1,0 0-1,16 6 0,-2-3-531,0-1-1,0-2 1,1 0-1,0-1 0,0-1 1,0-2-1,31-1 1,18-9-7513,2-14-4654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2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1 288,'-2'1'23673,"2"-1"-23527,0 0 1,0 0 0,0 1 0,0-1-1,0 0 1,0 0 0,0 0 0,0 1 0,-1-1-1,1 0 1,0 0 0,0 0 0,0 1-1,0-1 1,0 0 0,0 0 0,0 0 0,0 1-1,0-1 1,0 0 0,0 0 0,1 1-1,-1-1 1,1 2 1761,-1-2-1761,1 0 0,-1 0 0,0 0-1,0 0 1,0 1 0,1-1 0,-1 0-1,0 0 1,0 0 0,0 0 0,1 0-1,-1 0 1,0 0 0,0 0 0,0 0 0,1 0-1,-1 0 1,0 0 0,0 0 0,1 0-1,-1 0 1,0-1 0,-6 15-147,-1 0 0,-1-1 0,0 0 0,0-1 0,-16 17 0,-21 33 0,24-31 0,16-24 0,0 0 0,0 0 0,0 0 0,1 1 0,0 0 0,0 0 0,1 0 0,0 0 0,1 0 0,0 1 0,-3 16 0,6-24 0,-1 1 0,1-1 0,-1 0 0,1-1 0,-1 1 0,1 0 0,0 0 0,-1 0 0,1 0 0,0 0 0,0-1 0,0 1 0,0 0 0,-1-1 0,1 1 0,0 0 0,0-1 0,0 1 0,0-1 0,1 0 0,-1 1 0,0-1 0,0 0 0,0 0 0,0 0 0,0 1 0,0-1 0,0 0 0,0 0 0,2-1 0,49 1 0,-34 0 0,-17 0 0,48 1 0,0-2 0,-1-1 0,1-3 0,-1-2 0,54-16 0,-99 23-570,0-1-1,0 0 1,0 0 0,0 0-1,0-1 1,0 1 0,-1-1-1,1 1 1,-1-1 0,1 0 0,2-3-1,-4 3-257,1-1 1,-1 1-1,-1-1 0,1 1 0,0-1 0,-1 1 0,1-1 1,-1 0-1,0 1 0,1-1 0,-1 0 0,-1-3 1,1-5-7964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2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9941,'0'0'21705,"-34"142"-20584,34-105-1121,6-1 0,8-2 0,0-5 0,-1-4 0,1-7 0,-1-5 0,8-4-2865,6-4-1537,0-5-1809,7 0-6979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5202,'0'0'21938,"5"3"-20353,10 8-1364,0 0 0,-1 1 0,0 1 0,-1 0 0,-1 1 0,0 1 0,-1 0 0,0 0 0,-2 1 0,13 26 0,-12-20-19,-2 1-1,0-1 0,-2 2 1,0-1-1,-1 0 0,-2 1 1,2 46-1,-6-67-199,1 0 0,-1 0 0,1 0 1,-1 0-1,0 0 0,0 0 0,0 0 0,0 0 0,-1 0 0,1-1 0,-1 1 1,0-1-1,1 1 0,-1-1 0,0 1 0,-1-1 0,1 0 0,0 0 1,-1 0-1,1-1 0,-1 1 0,1 0 0,-5 1 0,-7 4-74,-1-1 0,0 0 1,-21 5-1,11-4-250,64-29-26060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3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18841,'0'0'13926,"0"74"-13926,0-54 0,0-2 0,0 0 0,0 1 0,0-1-2385,0-3-4738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3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 5507,'0'0'23338,"-95"144"-19416,75-115-3922,6 10 0,-13 6 0,7-2 0,-1 4-320,-12-8-4626,-1-10-4611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0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3 4018,'0'0'9810,"7"-3"-4672,-9 22-4677,-1 0 1,0 0-1,-2 0 0,0 0 1,-1-1-1,-1 0 0,-16 30 1,10-21-361,2-1 0,-14 48 0,21-58-58,1-1 1,1 1-1,-1 20 0,37-36 125,-21-1-118,0-1 0,0 0 0,-1 0 0,25-9 0,19-5-12,23 2 452,0 3-1,125 0 0,-190 10 672,-20 0-1988,-26-3-5246,23 3 2287,-9-3-2184,3 1-1191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1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4690,'0'0'13414,"5"3"-11656,-2 0-1469,0 0 0,-1 0 0,1 1-1,-1-1 1,1 0 0,-1 1-1,0 0 1,0-1 0,-1 1-1,1 0 1,-1 0 0,0 0-1,0 0 1,0 0 0,0 0 0,-1 0-1,0 5 1,1 91 2061,-3-59-1618,0 10 75,-16 90-1,6-64-661,4-20 79,8-56-50,0-44-2928,0 20-954,0-2-5230,0 12 1532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2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50 848,'0'0'12401,"0"-8"-10102,0-33 3750,0 48-4555,-1 39-411,0-13-185,1 0-1,2 1 1,10 57 0,22 67 829,34 118 137,-64-261-1695,-1 0 0,0 1 0,-1-1 0,0 1 0,-1 18-1,-1-33 62,0-26-62,0-6-2854,1 26 1434,-1 0-1,1 0 1,0-1-1,0 1 1,1 0-1,-1 0 1,1 1-1,0-1 1,0 0-1,4-4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3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3586,'0'0'13134,"-33"5"-5856,5 18-7356,-7 7-3686,-5-3-6785,14-13 1422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5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0 186 3890,'0'0'14553,"10"2"-8395,14 0-4947,-16-2-1149,-1-1-1,1-1 1,-1 0 0,1 0-1,-1 0 1,0-1 0,0 0-1,0 0 1,0-1 0,0 0 0,-1 0-1,0 0 1,0-1 0,9-9-1,-10 9-37,1 0-1,-2 0 0,1-1 0,0 1 0,-1-1 1,0 0-1,-1-1 0,1 1 0,-1-1 0,0 1 0,-1-1 1,0 0-1,0 0 0,0 0 0,1-12 0,-3 18-11,0 0-1,0 0 0,0 0 0,-1 0 0,1 0 0,0 0 0,0 0 0,0 0 0,-1 0 0,1 0 0,0 1 1,-1-1-1,1 0 0,-1 0 0,1 0 0,-1 1 0,0-1 0,1 0 0,-1 0 0,0 1 0,1-1 0,-1 1 1,0-1-1,0 0 0,1 1 0,-1 0 0,-2-2 0,1 2 10,-1-1 1,0 1-1,1-1 0,-1 1 1,0 0-1,0 0 1,1 0-1,-1 0 0,0 0 1,-3 1-1,1 0-4,0 0 0,0 1 0,0-1 0,0 1 1,0 0-1,0 1 0,1-1 0,-1 1 0,1 0 0,-8 5 0,8-2-10,0 1 0,1-1 0,0 1 0,0-1 0,0 1 0,1 0 0,-1 0 0,2 1 0,-1-1 0,1 0 0,0 11 0,0 1-19,0 0 0,2 0-1,3 22 1,-4-39-11,1-1 1,-1 1-1,1 0 1,-1 0-1,1 0 1,0 0-1,0 0 1,-1-1-1,1 1 1,0 0-1,1-1 1,-1 1-1,0 0 0,0-1 1,1 0-1,-1 1 1,1-1-1,-1 0 1,1 0-1,-1 0 1,1 0-1,0 0 1,3 1-1,-1 0-118,1-1-1,0 0 1,0 0-1,0 0 0,0-1 1,0 0-1,0 0 1,0 0-1,6-2 1,3 0-503,0-1 0,0-1 0,0 0 1,-1-1-1,22-11 0,2-6-2375,45-34-1,-19-3 752,-30 14 3660,-34 61 11152,2 28-9815,1-12-1499,-2-31-1219,0 0 0,0 1 0,0-1 0,0 0 0,0 0-1,1 0 1,-1 0 0,0 0 0,1 0 0,-1 0 0,1 0-1,0 0 1,-1 0 0,1 0 0,-1 0 0,1 0-1,0-1 1,0 1 0,0 0 0,0 0 0,-1-1 0,1 1-1,0-1 1,2 2 0,32 6-400,-24-8 118,0 0-1,0-1 1,0 0-1,16-4 1,-11 0-24,-1-2 1,0 0-1,-1 0 0,0-2 0,0 0 0,0 0 1,14-14-1,25-17 532,-50 47 3649,23 52-3071,-23-55-1135,1 0 0,0-1 0,0 0 0,1 0 0,-1 0 0,1 0 0,-1-1 0,1 0 0,0 0 0,0 0 0,0 0 0,0-1 0,0 0 0,8 1 0,75 2-10585,-72-4 8058,33 0-7462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6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13 7187,'0'0'15125,"-19"-2"-12015,3 0-2614,2-1-130,-1 1 0,1 0 0,-1 1 1,1 1-1,-1 0 0,1 1 0,-1 1 0,-14 3 0,20-1-216,0 0-1,1 0 0,0 1 0,-14 11 0,20-16-183,1 1 1,-1 0-1,1 0 1,-1 1-1,1-1 0,-1 0 1,1 0-1,0 1 0,0-1 1,0 1-1,0-1 0,0 1 1,0-1-1,0 1 0,0-1 1,1 1-1,-1 0 1,1 0-1,-1-1 0,1 1 1,-1 0-1,1 0 0,0-1 1,0 1-1,0 0 0,0 0 1,0 0-1,1-1 0,-1 1 1,0 0-1,2 3 1,1-4-99,1 0 1,0 1 0,-1-1-1,1-1 1,0 1 0,0 0-1,-1-1 1,1 0 0,0 0-1,0 0 1,0 0 0,6-2-1,3 1-49,2 1-2,0-1 1,0-1 0,0-1 0,-1 0 0,1-1-1,-1 0 1,0-2 0,0 1 0,14-9 0,-28 14 227,0 0 0,0 0 0,0 0 0,0-1 0,1 1 0,-1 0 0,0 0 1,0 0-1,0 0 0,0 0 0,0-1 0,1 1 0,-1 0 0,0 0 1,0 0-1,0 0 0,1 0 0,-1 0 0,0 0 0,0 0 0,0 0 1,1 0-1,-1 0 0,0 0 0,0 0 0,1 0 0,-1 0 0,0 0 0,0 0 1,0 0-1,1 0 0,-1 0 0,0 0 0,0 0 0,0 0 0,0 0 1,1 1-1,-1-1 0,0 0 0,0 0 0,0 0 0,0 0 0,1 0 0,-1 1 1,0-1-1,0 0 0,0 0 0,0 0 0,0 0 0,0 1 0,0-1 1,1 0-1,-1 0 0,0 0 0,0 1 0,-6 16 864,-17 23-213,22-39-645,-75 115 1655,-156 178 0,230-292-1706,-11 12 0,1 0 0,1 1 0,0 0 0,0 0 0,-10 23 0,21-37 0,0-1 0,1 0 0,-1 1 0,0-1 0,0 1 0,1-1 0,-1 0 0,0 1 0,0-1 0,1 0 0,-1 1 0,0-1 0,1 0 0,-1 0 0,1 1 0,-1-1 0,0 0 0,1 0 0,-1 0 0,1 1 0,-1-1 0,0 0 0,1 0 0,-1 0 0,1 0 0,-1 0 0,1 0 0,-1 0 0,1 0 0,-1 0 0,1 0 0,-1 0 0,0 0 0,1 0 0,-1 0 0,1-1 0,0 1 0,1 0 0,25-1 0,1-2 0,-1 0 0,52-15 0,81-34 0,-121 38 0,-3 3 0,0-3 0,-1-1 0,0-1 0,38-26 0,-72 41-157,1 0 0,-1 0 0,0-1 1,1 1-1,-1-1 0,0 1 0,0-1 0,0 1 0,0-1 1,0 0-1,0 0 0,0 1 0,0-1 0,0-3 0,-1 3-151,1 1-1,-1-1 0,0 1 0,0-1 1,0 0-1,0 1 0,0-1 0,0 1 1,0-1-1,-1 1 0,1-1 1,0 1-1,-1-1 0,1 1 0,-1-1 1,0 1-1,1 0 0,-1-1 0,0 1 1,0 0-1,0 0 0,0-1 1,0 1-1,0 0 0,0 0 0,-1 0 1,-1-1-1,-22-10-9167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6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12902,'0'0'18334,"13"19"-16803,-6 11-1520,-7-28-14,0 0 1,0 0 0,0 0 0,0 0 0,1 0-1,-1-1 1,0 1 0,1 0 0,-1 0 0,1 0-1,0-1 1,-1 1 0,1 0 0,0 0 0,0-1 0,0 1-1,0-1 1,1 1 0,-1-1 0,0 0 0,1 1-1,-1-1 1,1 0 0,-1 0 0,1 0 0,-1 0 0,1 0-1,0 0 1,-1 0 0,1-1 0,0 1 0,0-1-1,0 1 1,0-1 0,-1 0 0,1 1 0,0-1-1,3 0 1,6-2-123,-1 0 0,0 0 0,0-1 0,0-1 0,-1 1 0,1-2 0,-1 1 0,0-1 0,0 0 0,-1-1 0,1 0 0,-1-1 0,12-11 0,-20 18 150,1 0 0,0 0 0,-1 0 0,1 0 0,0 0 0,0 0 0,-1 0 0,1 0 0,0 0 0,-1 1 0,1-1 0,0 0 0,-1 1 0,1-1 0,-1 0 0,1 1 0,0-1 0,-1 1 0,1-1 0,-1 1 0,1-1 0,-1 1 0,0-1 0,1 1 0,-1-1 0,1 1 0,-1 0-1,1 0 1,19 27 917,-15-19-783,17 11-2851,-17-17 1324,0-1 1,0-1-1,0 1 0,0-1 1,0 0-1,0 0 1,0-1-1,0 1 1,0-1-1,10-1 0,-15 1 1245,27 0-9551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7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8084,'0'0'15551,"14"0"-14135,29 3-694,150 5 1379,-192-8-2112,0 0 0,1 0-1,-1 0 1,0 0 0,1 0 0,-1-1 0,0 1-1,0 0 1,1-1 0,-1 1 0,0-1-1,0 1 1,1-1 0,-1 1 0,0-1 0,0 0-1,0 0 1,0 1 0,0-1 0,0 0-1,0 0 1,0 0 0,0 0 0,0 0 0,-1-1-1,1 1 1,0 0 0,-1 0 0,1 0-1,-1-1 1,1 1 0,-1 0 0,1-2 0,-2 2-6,1-1-1,0 0 1,0 1 0,-1-1 0,1 0 0,-1 1 0,1-1 0,-1 1 0,0-1 0,0 1 0,1 0 0,-1-1 0,0 1 0,0 0 0,0-1 0,-1 1 0,1 0 0,0 0 0,0 0 0,-1 0-1,1 0 1,0 0 0,-1 0 0,1 1 0,-1-1 0,1 0 0,-3 0 0,-13-3 2,0 1 0,0 0 0,-1 1 1,1 1-1,0 1 0,-25 2 0,39-2 37,0 1 1,0-1-1,1 1 1,-1 0-1,0 0 1,1 0-1,-1 0 1,1 0-1,-1 0 1,1 1-1,0-1 1,-1 1-1,1 0 1,0 0-1,0 0 1,0 0-1,0 0 1,1 0-1,-1 0 1,1 0-1,-1 1 1,1-1-1,0 1 1,-1-1-1,1 1 1,1 0-1,-1-1 1,0 1-1,0 3 1,-1 4 24,0 0 1,1 1 0,0 0-1,1-1 1,0 1 0,3 14-1,-3-21-83,1-1-1,1 0 0,-1 1 1,0-1-1,1 0 0,-1 0 0,1 0 1,0 0-1,0 0 0,0 0 0,1 0 1,-1-1-1,1 1 0,-1-1 1,1 0-1,0 0 0,0 0 0,0 0 1,0 0-1,0 0 0,0-1 0,1 0 1,-1 1-1,0-1 0,7 1 0,6 1-565,1 0 0,-1-1-1,1 0 1,19-1-1,-20-2 56,1-1 0,-1-1-1,0 0 1,0-1-1,0-1 1,0 0 0,-1-1-1,0-1 1,18-10 0,6-6-104,-2-2 1,41-34 0,-71 53 898,24-19-527,-21 8 11963,-17 50-8424,7-19-2868,0-9-330,0-1-1,0 1 1,0 0 0,0-1-1,1 1 1,0 0-1,2 6 1,-3-9-65,1-1 0,0 1 0,0-1 0,1 1 0,-1-1 0,0 1 0,0-1 0,1 0 0,-1 0 0,1 0 0,-1 0 0,1 0 0,-1 0 0,1 0 1,-1 0-1,1 0 0,0-1 0,0 1 0,-1-1 0,1 1 0,0-1 0,0 0 0,3 0 0,5 2-86,0-1 0,0-1 0,0 0 0,0 0 0,0-1 0,0-1 0,0 1 0,0-2 0,0 1 0,-1-1 0,1-1 0,-1 1 0,0-2 0,0 1 0,-1-1 0,1-1 0,-1 1 0,0-2 0,7-6 0,-14 12 120,-1 1 0,1-1 0,-1 1 0,1-1 0,-1 1 0,1-1 0,0 1 0,-1-1 0,1 1 0,0 0 0,-1-1 0,1 1 0,0 0 0,-1-1-1,1 1 1,0 0 0,-1 0 0,1 0 0,0 0 0,0-1 0,-1 1 0,1 0 0,0 0 0,0 1 0,0-1 0,-1 0 0,1 0 0,0 0 0,0 1 0,13 21 1210,-8-10-1119,-5-9-474,1-1 1,0 1-1,-1-1 0,1 1 0,0-1 1,0 0-1,0 0 0,0 0 0,5 3 1,-4-3-534,0 0 1,0 0 0,0-1-1,1 0 1,-1 1 0,1-1 0,-1 0-1,1-1 1,-1 1 0,1-1-1,-1 1 1,1-1 0,-1 0 0,1-1-1,0 1 1,-1 0 0,1-1-1,-1 0 1,1 0 0,4-2 0,14-14-9604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7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10725,'0'0'14652,"0"6"-13737,0-4-868,0 1 0,0-1 0,1 0 0,-1 0-1,0 0 1,1-1 0,0 1 0,-1 0 0,1 0 0,0 0 0,0 0-1,0 0 1,0-1 0,0 1 0,0-1 0,1 1 0,-1 0 0,0-1 0,1 0-1,2 3 1,2-1 50,-1 0-1,1 0 1,0 0-1,0-1 0,0 0 1,0 0-1,9 1 1,-3 0-131,1 0 0,0-2 0,0 0 0,0 0 0,0-1 0,1 0 1,-1-2-1,18-3 0,-28 5 17,1-1 0,-1 0 0,0 0 1,0-1-1,0 1 0,0 0 0,0-1 0,0 0 0,0 0 0,-1 0 1,1 0-1,-1 0 0,1 0 0,-1-1 0,0 1 0,0-1 1,0 0-1,0 0 0,0 1 0,-1-1 0,1 0 0,-1 0 1,0-1-1,1 1 0,-2 0 0,1 0 0,0-1 0,-1 1 1,1 0-1,-1-1 0,0 1 0,0 0 0,0-1 0,-1 1 1,1 0-1,-1-1 0,-1-3 0,1 5 113,0-1-1,-1 0 0,1 1 1,-1 0-1,1-1 1,-1 1-1,0 0 1,0 0-1,0 0 1,0 0-1,0 0 1,-1 0-1,1 1 1,0-1-1,-1 1 1,1-1-1,-1 1 0,0 0 1,1 0-1,-1 0 1,0 0-1,0 1 1,1-1-1,-1 1 1,0 0-1,0 0 1,-4 0-1,-10-1 847,-1 1 0,-35 4 0,49-4-934,1 1 0,-1 0 0,0 0 1,1 0-1,-1 0 0,1 1 0,-1-1 1,1 1-1,-1 0 0,1 0 1,0 0-1,0 1 0,0-1 0,0 1 1,1 0-1,-1-1 0,1 1 0,-1 0 1,1 0-1,0 1 0,0-1 1,1 0-1,-1 1 0,-1 3 0,-1 5-14,1-1 1,1 1-1,-1 0 0,2 0 0,0 0 0,0 17 0,2-26-7,-1 1 1,1-1-1,-1 0 1,1 0-1,0 0 1,0 0-1,1 0 0,-1 0 1,1 0-1,-1 0 1,1 0-1,0 0 1,0-1-1,0 1 0,1-1 1,-1 0-1,1 1 1,-1-1-1,1 0 1,-1 0-1,1-1 0,0 1 1,0-1-1,0 1 1,0-1-1,0 0 1,0 0-1,1 0 0,-1 0 1,4 0-1,15 3-414,-1-1 0,1-1 0,30 0-1,-45-2 225,21 0-945,18 1-3782,61-6 0,-7-16-7020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8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0 9620,'0'0'13321,"-29"9"-9957,5-2-2760,-10 2 396,0 2 1,1 1-1,-62 33 0,76-35-761,2 2 0,-1 0-1,1 0 1,1 2 0,-25 26 0,34-32-209,1 0 0,0 1 1,0 0-1,0 0 0,1 0 1,1 1-1,-1 0 0,2 0 1,-1 0-1,1 0 0,1 0 0,0 1 1,-1 12-1,1 0-30,0 71 0,3-87 0,0 1 0,0 0 0,0 0 0,1 0 0,0-1 0,1 1 0,0-1 0,0 1 0,7 10 0,-2-6-323,0 0 1,2-1-1,-1 0 1,1-1-1,1 0 0,0-1 1,0 0-1,1 0 1,0-1-1,1-1 0,0 0 1,0-1-1,0 0 1,1-1-1,22 5 0,2-2-1677,1-3 0,-1-1 0,1-2 0,65-5 0,-14-5-10050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8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 2385,'-3'-9'30161,"330"9"-29940,-327 0-221,0 0 0,1 0 0,-1 0 0,0 0 0,0 0 0,0 0 0,0 0 0,1 0 0,-1 0 0,0 0 0,0 0 0,0 0 0,0 0 0,0 0 0,1 0 0,-1 1 0,0-1 0,0 0 0,0 0 0,0 0 0,0 0 0,1 0 0,-1 0 0,0 0 0,0 0 0,0 1 0,0-1 0,0 0 0,0 0 0,0 0 0,1 0 0,-1 0 0,0 1 0,0-1 0,0 0 0,0 0 0,0 0 0,0 0 0,0 1 0,0-1 0,0 0 0,0 0 0,0 0 0,0 0 0,0 1 0,0-1 0,0 0 0,0 0 0,0 0 0,0 0 0,0 1 0,-1-1 0,1 0 0,-9 13 0,-14 11 0,-30 10 0,43-29 0,0 0 0,0 1 0,0 0 0,1 1 0,0 0 0,0 0 0,1 1 0,0 1 0,0-1 0,-7 12 0,15-19 0,0-1 0,0 1 0,0-1 0,0 1 0,0-1 0,0 1 0,0-1 0,0 1 0,1-1 0,-1 1 0,0-1 0,0 0 0,1 1 0,-1-1 0,0 1 0,0-1 0,1 1 0,-1-1 0,1 0 0,-1 1 0,0-1 0,1 0 0,-1 0 0,1 1 0,-1-1 0,1 0 0,-1 0 0,0 1 0,1-1 0,-1 0 0,1 0 0,-1 0 0,1 0 0,0 0 0,-1 0 0,1 0 0,-1 0 0,1 0 0,-1 0 0,1 0 0,28 3 0,-26-3 0,34 1-205,32 1-587,-65-1 748,0-1-1,0 1 1,0 0 0,0 0 0,0 0 0,0 1 0,0-1-1,0 1 1,0 0 0,-1 0 0,1 1 0,4 3 0,-4-1 127,-1 0 1,0 0-1,-1 0 0,1 1 1,-1-1-1,0 1 1,-1-1-1,1 1 1,-1 0-1,0 0 1,-1-1-1,1 1 0,-1 0 1,0 0-1,0 0 1,-1 0-1,-2 11 1,2-16-80,0 1 1,0 0-1,0-1 0,0 1 1,0-1-1,-1 1 1,1-1-1,0 1 1,-1-1-1,1 0 0,-1 0 1,1 0-1,-1 0 1,0 0-1,1 0 1,-1 0-1,0 0 1,-3 0-1,-41 12-13,28-8 3,-143 37-125,168-60-4812,14-8-1148,10-9-3842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9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13814,'0'0'18011,"18"7"-17216,-13-6-762,9 4-24,-1 1 1,1 0-1,-1 0 1,0 1-1,-1 1 1,0 0-1,0 1 1,0 1-1,-1-1 1,-1 2-1,13 14 1,-14-10-10,0 0 0,-2 1 0,0 0 0,0 0 0,-2 0 0,0 1 0,-1-1 0,0 1 0,-1 0 0,-2 1 0,1-1 0,-2 0 0,-2 26 0,1-35 0,-1 0 0,0 0 0,0-1 0,0 1 0,-1 0 0,-1-1 0,1 1 0,-1-1 0,0 0 0,-1 0 0,0-1 0,0 1 0,0-1 0,-1 0 0,-7 5 0,-10 9 0,-1-1 0,-45 26 0,68-44 0,-2 1 0,-1 0 0,1 0 0,0 0 0,-1 0 0,0-1 0,1 1 0,-1-1 0,0 0 0,0 0 0,-6 1 0,10-2-16,-1 0 1,1 0-1,0 0 0,0 0 1,-1 0-1,1 0 0,0 0 1,0 0-1,-1-1 0,1 1 1,0 0-1,-1 0 0,1 0 1,0 0-1,0 0 0,0 0 1,-1 0-1,1-1 0,0 1 1,0 0-1,-1 0 0,1 0 1,0 0-1,0-1 0,0 1 1,0 0-1,-1 0 0,1-1 1,0 1-1,0 0 0,0 0 1,0 0-1,0-1 1,0 1-1,0 0 0,0-1 1,0 1-1,0 0 0,0 0 1,0-1-1,0 1 0,0 0 1,0 0-1,0-1 0,0 1 1,0 0-1,0 0 0,0-1 1,0 1-1,0 0 0,0 0 1,0-1-1,1 1 0,-1 0 1,0 0-1,0 0 0,0-1 1,1 1-1,-1-2-599,3-3-598,1-1 1,-1 0-1,1 1 0,0-1 1,0 1-1,1 0 1,-1 1-1,1-1 1,7-4-1,33-26-11582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9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7700,'0'0'25067,"0"22"-25067,0-11 0,0 1 0,0 4 0,0-1 0,0 1 0,0 0-2193,7-5-3634,6-2-4770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9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12630,'0'0'18952,"-54"129"-17767,40-104-1185,1-3 0,-1 3 0,-13 9 0,0 2-1713,0 3-5314,0-3 2769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12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4034,'2'-2'20228,"10"-9"-19265,17 0-698,1 2 1,1 2-1,-1 0 1,1 2-1,53-1 1,-82 33-122,-3-22-118,0 0 0,-1 0 0,0 0 0,0 0 0,0 0-1,0 0 1,-1-1 0,1 1 0,-1-1 0,-1 1 0,1-1 0,0 0 0,-1-1 0,0 1 0,0 0 0,-6 3 0,-8 7 21,-1 0 0,-26 14-1,30-17 15,29-11-176,13-1 39,-14 4-160,0 0 0,1 0 1,-1 1-1,0 1 1,-1 0-1,1 1 1,-1 0-1,0 1 0,22 16 1,-33-22 254,0 1 1,0-1-1,0 1 1,0-1-1,0 1 1,0 0 0,-1-1-1,1 1 1,0 0-1,-1-1 1,1 1-1,-1 0 1,0 0-1,1 0 1,-1-1-1,0 1 1,0 0-1,0 0 1,-1 0 0,1-1-1,0 1 1,-1 0-1,1 0 1,-1-1-1,1 1 1,-2 2-1,0 0 153,-1-1 0,1 1 0,-1 0 0,1-1 0,-1 0 0,0 0-1,0 0 1,-1 0 0,-6 4 0,-1 0 286,-1-2-1,1 0 1,-1 0 0,-1-1-1,1 0 1,-1-1-1,1-1 1,-1 0 0,-19 0-1,-22 5 431,60-6-4420,14 0-8026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19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1 3362,'0'0'21473,"-35"28"-18946,28-23-2641,0 0 0,0 0 0,-1-1 0,0 0 0,1 0 0,-2-1 0,1 0 0,-9 3 0,-75 12-3547,52-11 630,-73 13-8679,65-13 5249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7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4610,'0'0'14938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8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10 9925,'0'0'13414,"-14"-1"-12318,5 0-994,-60-1 665,63 2-704,1 1 1,0 0 0,-1 0 0,1 0-1,0 0 1,0 1 0,0 0 0,0 0-1,0 1 1,1-1 0,-1 1 0,0 0-1,-6 6 1,-31 20 59,38-27-123,3-2-46,13-1-195,0-1 161,0 0-1,0-1 0,0-1 0,-1 0 0,1-1 0,-1 0 0,13-8 0,39-15-39,-61 28 509,-39 4 1999,19 1-1639,0 1-1,0 1 0,-33 18 1,50-23-685,1-2-150,10 0-1434,21 0 3931,-57 26-10979,18-18 3434,0-1-850,-4 0-1001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8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8308,'0'0'18520,"-20"0"-16711,13 0-1809,0 4 0,-6 1-240,-1 2-1073,7-1-591,-13 1-1346,0 0-608,-7 0-2401,-1-1-816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8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4322,'0'0'21018,"-13"3"-17945,13-1-2945,0 0-128,-7 3-48,0-1-848,-7 5-801,1 0-1248,-7 0-1778,-1 0-2304,-13-2-1185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3217,'0'0'22155,"-47"2"-20251,40 0 225,0 3-1856,1-3-257,6 3-16,-7 1-689,-7 1-1152,7 0-912,-6-3-1841,-1 1-2385,1-5-2257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2881,'0'0'22523,"0"20"-20618,0-6-241,0 2-607,0 2-721,7 0-272,6 2-64,1 3-176,-7 2-1377,13 0-1056,-7-1-1857,8 1-1249,6 0-2176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8612,'0'0'16664,"0"126"-15144,0-106-559,0-2-641,0 5-256,0-3-64,6 3-672,-6 4-881,7 0-1216,0-2-1185,0-3-1729,13-1-1472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1761,'0'0'21113,"27"128"-19912,-13-105-369,-1-1-752,1 3-80,-1 5-512,1 6-560,-1-2-2290,-6-1-2320,7-1-2162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4674,'0'0'13478,"33"77"-13302,-19-54-176,0 4-144,-8 2-3377,1-2-2386,0-2-2657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6499,'0'0'12502,"7"94"-12502,6-71-1201,1 2-175,6-3-4291,-6-1-1360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4866,'0'0'16296,"7"2"-15672,0-2-624,0 0-1681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10 15207,'-21'0'3378,"8"0"5169,6 0-4417,0 0-4130,1 0-2401,-8 0-480,0-2-1809,-13-1-2353,0-1-2258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10293,'0'0'19257,"-47"0"-18825,40 0-432,0 3-1329,1 1-1088,-1 1-1233,0-3-1536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3249,'-115'30'27501,"108"-30"-26637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1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 3730,'0'0'16570,"5"0"-14161,23 0 5131,-28 27-5414,-1-21-2107,0 1 0,0-1 1,-1 0-1,0 0 0,-1 0 1,1-1-1,-1 1 0,0 0 1,0-1-1,-1 0 0,0 0 1,0 0-1,0 0 0,-6 5 1,-15 13 31,-33 27-1,52-45-49,-52 49-1,58-50 0,11-3 0,11-4 0,22-5 0,1 2 0,-1 2 0,1 2 0,82 7 0,-105-4 0,0 1 0,0 1 0,25 7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1969,'0'0'14727,"6"8"-8554,-4 53-4902,-1 51-141,-1-100-1361,-2-1 0,1 1 1,-2-1-1,1 1 0,-1-1 0,-1 0 1,-5 11-1,9-22 60,0 0-1,0 0 1,0-1-1,0 1 1,0 0-1,1 0 1,-1-1 0,0 1-1,0 0 1,0-1-1,0 1 1,-1 0-1,1 0 1,0-1-1,0 1 1,0 0 0,0 0-1,0-1 1,0 1-1,0 0 1,0 0-1,0-1 1,-1 1-1,1 0 1,0 0 0,0-1-1,0 1 1,-1 0-1,1 0 1,0 0-1,0 0 1,0-1 0,-1 1-1,1 0 1,0 0-1,0 0 1,-1 0-1,1 0 1,0 0-1,0 0 1,-1 0 0,1 0-1,0 0 1,-1 0-1,1 0 1,0 0-1,0 0 1,-1 0-1,1 0 1,0 0 0,0 0-1,-1 0 1,1 0-1,0 0 1,0 0-1,-1 0 1,1 0 0,0 1-1,0-1 1,-1 0-1,1 0 1,0 0-1,0 0 1,0 1-1,-1-1 1,1 0 0,0 0-1,0 1 1,-1-29-6030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7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8132,'0'0'9732,"7"34"-10196,-7-9-2241,0 4-2706,0 3-1920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8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6755,'0'0'12995,"5"12"-12242,-1-3-582,-1 2-28,1 0 0,0-1 0,1 0-1,0 0 1,1 0 0,11 15 0,-16-24-186,1 0-1,0 0 1,0 0-1,0 0 1,0-1 0,0 1-1,0 0 1,0-1-1,0 1 1,0-1 0,0 0-1,0 0 1,0 0-1,0 0 1,1 0 0,-1 0-1,0 0 1,0-1-1,0 1 1,0-1 0,0 1-1,0-1 1,0 0-1,0 0 1,-1 0 0,1 0-1,0 0 1,0 0-1,-1-1 1,1 1-1,1-3 1,0 2 53,0-1 0,0 0 0,0 0 0,-1 0 0,0 0 0,1 0 0,-1-1 0,0 1 0,-1-1 0,1 1 0,-1-1 0,1 0 0,-1 0 0,0 0 0,0 1 0,0-6 627,1 9-477,1 1 0,-1 0 0,1-1 0,-1 1 0,0 0 1,1 0-1,-1 0 0,0 0 0,0 1 0,0-1 0,0 1 0,0-1 1,0 1-1,2 2 0,-2-2-649,0 0 0,1 0 0,-1 0 0,1 0 0,-1 0 0,1-1 0,0 1 0,0-1 1,0 0-1,-1 0 0,1 0 0,5 1 0,6-1-5498,-1-1-1280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8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10005,'0'0'13014,"-61"151"-11654,54-106-175,1-2-33,-1 0-447,7-7-449,0-6-224,0-3-64,0-9-465,7-7-175,6-2-945,1-7-1232,6-2-961,7 0-1952,-7-2-97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8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3714,'0'0'14438,"149"14"-14438,-88-3-528,7 0-3714,6 3-1136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9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1505,'0'0'19969,"14"5"-18206,1 0-1266,-9-3-320,0-1 0,0 2 0,0-1 0,0 1 0,-1 0 0,1 0 0,-1 0 0,0 1-1,0 0 1,0 0 0,8 9 0,18 21 1381,-21-20-1339,1-2 1,1 1 0,0-1 0,1-1-1,18 13 1,-30-24-202,0 1 1,0 0-1,0-1 0,1 0 0,-1 1 0,0-1 1,0 0-1,1 1 0,-1-1 0,0 0 0,1 0 1,-1 0-1,0 0 0,0 0 0,1 0 1,-1 0-1,0-1 0,1 1 0,-1 0 0,0-1 1,0 1-1,0-1 0,1 0 0,-1 1 0,0-1 1,0 0-1,0 1 0,0-1 0,0 0 1,0 0-1,0 0 0,0 0 0,-1 0 0,1 0 1,0 0-1,0 0 0,-1 0 0,2-3 0,2-5 28,0-1 0,0 0 0,5-20 0,-4 12 45,48-110 1543,-43 103-3158,-6 14-3413,-3 14 4155,0-1 0,0 0 0,0 1 0,0-1 0,0 0-1,0 0 1,0 0 0,1 0 0,-1 0 0,1 0 0,-1 0-1,1-1 1,0 1 0,0 0 0,0-1 0,4 3 0,20 10-8652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9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172 389 9316,'0'0'20239,"-21"3"-18935,-67 12-570,84-14-717,1 0-1,0 1 0,-1-1 1,1 1-1,0-1 1,0 1-1,0 0 1,0 0-1,1 1 0,-1-1 1,0 0-1,1 1 1,0 0-1,0-1 1,-1 1-1,2 0 1,-1 0-1,0 0 0,1 0 1,-1 1-1,1-1 1,0 0-1,0 1 1,-1 6-1,1-9-65,1 1 0,-1-1 1,1 1-1,-1-1 0,1 1 0,0-1 1,0 1-1,0 0 0,0-1 0,0 1 1,0-1-1,0 1 0,0 0 0,1-1 0,-1 1 1,0-1-1,1 1 0,0-1 0,-1 1 1,1-1-1,0 1 0,0-1 0,-1 0 1,1 1-1,0-1 0,1 0 0,-1 0 1,0 1-1,0-1 0,0 0 0,1 0 0,-1-1 1,0 1-1,1 0 0,-1 0 0,3 0 1,0 0-103,1-1 1,-1 1-1,0-1 0,1 0 1,-1 0-1,0 0 1,1-1-1,-1 0 1,0 0-1,1 0 0,-1 0 1,8-4-1,-5 2 38,1-1 1,-1 0-1,0 0 0,0-1 0,0 0 0,-1 0 0,1-1 0,-1 1 1,6-9-1,-11 16 170,-1 0 0,1 0 1,0 1-1,0-1 0,0 0 1,0 0-1,0 0 0,0 0 1,0 0-1,1-1 0,-1 1 1,1 0-1,1 1 0,1 2-374,-1-1 0,1 0 0,0 0 0,0 0 0,1 0 0,-1-1 0,1 0 0,0 0 0,0 0 0,0 0 0,0-1 0,8 3 0,-8-5-17,0 0 0,0 0 0,0 0 0,1-1 0,-1 0 0,0 0 0,0 0 0,0-1 0,0 1 0,-1-1 0,1-1 0,0 1 0,-1 0 1,1-1-1,-1 0 0,6-5 0,5-5-655,-1-1 1,24-31-1,-24 29 388,8-11-58,-2-1 1,-1-1-1,-1 0 1,23-53-1,-30 56 1128,-2 0 0,7-31 0,-11 35 1458,-2 0-1,0 0 1,-4-28 5850,-8 54-6187,-7 9-816,4 2-524,0 0 0,1 1-1,1 1 1,1 0 0,0 0-1,1 1 1,1 0 0,1 0-1,-5 23 1,4-11 31,2 0-1,1 0 1,1 0 0,2 0-1,3 41 1,-2-66-442,1 0-1,0 0 1,-1-1 0,2 1 0,-1 0-1,0 0 1,1 0 0,0-1 0,0 1-1,0-1 1,1 0 0,0 0 0,-1 1-1,2-2 1,-1 1 0,0 0 0,1-1-1,-1 1 1,1-1 0,0 0-1,0 0 1,0-1 0,1 1 0,-1-1-1,1 0 1,-1 0 0,1 0 0,0-1-1,6 2 1,11 0-1614,0 0 0,1-1 0,0-1 0,0-2-1,24-2 1,-43 2 1510,76-8-14187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9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18440,'0'0'12998,"88"-4"-12838,-54 6-160,-1 5-336,-5-1-816,-1-1-1409,-7 2-1025,-6-1-3105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7043,'0'0'15751,"149"0"-15751,-109 0-880,15 0-2674,-8 0-4193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0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244 572 15175,'0'0'15727,"-17"-3"-15052,3 0-552,2-1-66,0 2 0,0-1-1,-1 2 1,1-1-1,-1 2 1,1 0-1,-1 0 1,-19 4-1,26-2-67,2 0-1,-1 0 0,0 1 0,0-1 0,1 1 0,-1 0 1,1 1-1,0-1 0,0 1 0,0 0 0,1 0 0,-1 0 1,1 0-1,0 0 0,0 1 0,0 0 0,1-1 0,0 1 1,0 0-1,0 0 0,0 0 0,-1 8 0,25-13-724,-16 0 649,0-1 1,0 0-1,-1 0 1,1-1-1,0 0 1,-1 0-1,1 0 1,-1-1-1,1 1 1,-1-1-1,9-7 1,53-48-1211,-55 47 964,39-37-210,-3-2-1,-2-2 1,-3-1-1,-2-3 1,-2-1-1,43-87 1,-79 139 691,17-46 401,-14 13 5530,-10 43-5134,-33 54-795,-35 73 0,60-104-147,0 0 0,2 1 0,1 0-1,1 1 1,-4 41 0,11-66-3,-3 22 0,2 0 0,0 0 0,5 50 0,-2-75-207,0 0 0,0 0 0,1 0 0,-1 0-1,0 0 1,1 0 0,0 0 0,-1-1 0,1 1 0,0 0 0,0-1 0,0 0-1,0 1 1,0-1 0,0 0 0,0 0 0,0 0 0,1 0 0,-1 0 0,0-1 0,1 1-1,-1-1 1,1 1 0,-1-1 0,0 0 0,1 0 0,3 0 0,7 0-2121,1 1 1,-1-2 0,24-3 0,-4-6-5170,1-5 200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1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3 115 5619,'0'0'16322,"13"0"-14820,117-5 931,-129 5-2419,-1 0 0,1 0 0,0 0 0,-1 0 0,1 0 0,0-1 0,-1 1 1,1 0-1,0-1 0,-1 1 0,1 0 0,-1-1 0,1 1 0,-1-1 0,1 1 0,-1-1 0,1 1 0,-1-1 1,1 1-1,-1-1 0,1 1 0,-1-1 0,0 0 0,0 1 0,1-1 0,-1 0 0,0 1 0,1-2 0,-3-26-5,0 24-35,1-1 1,0 1-1,-1 0 1,0 0-1,0 0 1,0 0-1,-1 0 1,1 0-1,-1 1 0,-6-7 1,7 8 46,-1 0 0,0 0 1,0 0-1,0 0 0,0 1 1,0-1-1,0 1 0,0 0 1,0 0-1,0 0 0,-1 1 0,1-1 1,0 1-1,-1-1 0,1 1 1,0 0-1,-1 1 0,1-1 0,0 0 1,-1 1-1,1 0 0,0 0 1,0 0-1,0 0 0,0 0 0,0 1 1,0-1-1,0 1 0,0 0 1,0 0-1,1 0 0,-1 0 0,1 0 1,-1 1-1,1-1 0,0 1 1,0-1-1,0 1 0,0 0 1,1 0-1,-1 0 0,1 0 0,0 0 1,0 0-1,0 1 0,0-1 1,0 0-1,1 0 0,-1 1 0,1 3 1,-2 1-3,1 1 0,1-1 0,0 0 0,0 1 0,0-1 0,1 1 0,0-1 0,1 0 0,4 15 0,-4-19-127,1 1-1,-1-1 1,1 0 0,-1-1 0,1 1-1,0 0 1,0-1 0,1 0 0,-1 1 0,1-1-1,0-1 1,0 1 0,0 0 0,0-1 0,0 0-1,0 0 1,1 0 0,-1-1 0,6 2 0,12 2-1724,0-1 0,0-1 0,0-1 0,0-1 0,1-1 0,-1-1 0,0-1 1,0-1-1,0-1 0,31-10 0,-4-5-1380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1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547 134 2385,'0'0'23016,"-2"-19"-20212,-3-59-704,5 77-2041,-1-1 1,1 0 0,-1 0 0,1 1 0,-1-1 0,1 0 0,-1 1-1,0-1 1,0 1 0,0-1 0,0 1 0,0-1 0,0 1 0,0 0-1,0-1 1,-1 1 0,1 0 0,0 0 0,-1 0 0,1 0 0,-1 0 0,0 0-1,1 0 1,-1 1 0,1-1 0,-1 0 0,0 1 0,0 0 0,1-1-1,-1 1 1,0 0 0,0 0 0,1 0 0,-1 0 0,0 0 0,0 0-1,0 0 1,1 1 0,-3 0 0,-3 0 8,-13-2-68,13 1 0,0-1 0,0 1 0,-1 1 0,1 0 0,0 0 0,-11 3 0,16-3 0,0-1 0,0 1 0,1 0 0,-1 1 0,0-1 0,1 0 0,-1 0 0,1 1 0,0-1 0,-1 1 0,1-1 0,0 1 0,0 0 0,0-1 0,0 1 0,0 0 0,0 0 0,1 0 0,-1-1 0,0 1 0,1 0 0,0 0 0,-1 0 0,1 0 0,0 0 0,0 0 0,0 0 0,0 2 0,1-2-3,0-1-1,-1 0 1,1 0-1,0 0 1,0 0-1,0 0 1,0 0-1,0 0 1,0 0-1,0 0 1,0 0-1,0 0 1,0 0-1,0-1 1,0 1-1,1 0 1,-1-1-1,0 1 1,1-1-1,-1 0 1,0 1-1,1-1 1,-1 0-1,0 0 1,3 0-1,43 6-304,-39-6 168,11 1-296,24 3-516,-42-4 937,0 1 0,0-1 0,0 0 0,0 1 0,0-1 0,0 0 0,0 1 0,0-1 0,0 1 0,0-1 0,0 1 0,0 0 1,-1-1-1,1 1 0,0 0 0,0 0 0,-1-1 0,1 1 0,0 0 0,-1 0 0,1 0 0,-1 0 0,1 0 0,-1 0 0,1 0 0,-1 0 0,0 0 0,0 0 0,1 0 1,-1 2-1,0 9 166,-1 1 0,0-1 0,0 1 0,-1-1 0,-1 0 1,0 0-1,-1 0 0,0 0 0,-1 0 0,0-1 1,-1 0-1,0 0 0,-1-1 0,-8 12 0,-40 48-79,-100 102 0,58-69-93,43-46 21,31-35 0,1 1 0,2 1 0,-24 35 0,43-58 0,1 0 0,-1-1 0,1 1 0,-1 0 0,0 0 0,1 0 0,0 0 0,-1-1 0,1 1 0,0 0 0,-1 0 0,1 0 0,0 0 0,0 0 0,0 0 0,-1 0 0,1 0 0,0 0 0,1 0 0,-1 0 0,0 0 0,0 0 0,0 0 0,0-1 0,1 1 0,-1 0 0,1 1 0,0-1 0,0 0 0,0-1 0,0 1 0,1-1 0,-1 1 0,0-1 0,0 1 0,0-1 0,1 0 0,-1 1 0,0-1 0,1 0 0,-1 0 0,0 0 0,0 0 0,1 0 0,0-1 0,59-13 0,9-16-21,-1-2 1,-2-3-1,85-61 0,-143 90-159,3-1 146,0-1 0,-1-1 0,17-16 0,-24 21-369,-2 1-1,1-1 1,0 0 0,-1 0 0,1 0-1,-1 0 1,0 0 0,0-1 0,-1 1-1,0 0 1,1-1 0,-1 1 0,-1-1-1,1 1 1,0-9 0,-1-27-11600,0 18 2828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1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12310,'0'0'16711,"3"4"-14971,0 1-1623,-1-1 1,0 0-1,0 1 1,-1-1-1,1 1 1,-1-1 0,0 1-1,0 0 1,0-1-1,-1 1 1,1 8-1,-1-6-42,0 0-1,1 0 1,0 0-1,0-1 1,1 1-1,0 0 1,5 10-1,-6-15-84,1 0 0,-1 0 0,1 0 0,0-1-1,0 1 1,0-1 0,0 1 0,0-1 0,0 0 0,0 0 0,0 0 0,0 0 0,1 0-1,-1 0 1,0-1 0,1 1 0,-1-1 0,0 0 0,1 1 0,-1-1 0,1 0-1,-1-1 1,5 1 0,0-1-48,0 0 0,-1 0-1,1-1 1,0 1-1,-1-2 1,1 1 0,7-4-1,7-7-141,-1-1-1,0-1 0,32-32 0,-52 47 221,1-1 0,-1 1 0,1 0 0,-1-1 0,1 1 0,-1 0 0,1 0-1,-1-1 1,1 1 0,0 0 0,-1 0 0,1 0 0,-1 0 0,1 0 0,0 0 0,-1 0 0,1 0-1,-1 0 1,1 0 0,0 0 0,-1 0 0,1 0 0,-1 0 0,1 1 0,-1-1 0,1 0-1,-1 0 1,1 1 0,-1-1 0,1 0 0,-1 1 0,1-1 0,-1 1 0,1-1 0,-1 0 0,0 1-1,1-1 1,-1 1 0,0-1 0,1 1 0,-1 0 0,13 21 637,-12-20-637,17 23-2448,-15-22 1808,-1-1 0,0 0 0,1 0 0,-1-1 0,1 1 0,0 0 0,-1-1 0,1 0 0,0 1 0,0-1 0,0 0 0,0 0 0,0-1 0,0 1 0,0-1 0,0 1 0,0-1 0,1 0 0,4-1 0,1-3-6090,3-7-197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2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4898,'0'0'16413,"17"-1"-14215,42 1-715,101-4 2037,-158 4-3515,-1-1 0,1 1 0,0-1 1,-1 0-1,1 1 0,-1-1 0,1 0 1,-1 0-1,1 0 0,-1 0 0,0 0 1,0 0-1,1 0 0,-1-1 0,0 1 0,0 0 1,0-1-1,0 1 0,0-1 0,-1 1 1,1-1-1,0 1 0,-1-1 0,1 0 1,-1 1-1,1-1 0,-1 0 0,0 1 1,0-1-1,0 0 0,0 1 0,0-1 0,0 0 1,0 1-1,-1-4 0,1 1-24,-1-1 0,0 1 0,0 0 0,0-1 0,0 1 0,-1 0 0,1 0 0,-1 0 0,0 0 0,0 0 0,-1 0 0,-3-5 0,-1 3 32,0 1 1,0-1-1,-1 1 0,1 0 1,-1 1-1,-11-5 0,17 8 4,0 0 0,0 0-1,1 1 1,-1-1 0,0 0 0,0 1 0,0-1-1,0 1 1,0 0 0,0 0 0,0-1-1,0 1 1,0 0 0,0 1 0,0-1 0,0 0-1,0 1 1,0-1 0,1 1 0,-1-1-1,0 1 1,0 0 0,0 0 0,1 0 0,-1 0-1,0 0 1,1 0 0,-1 0 0,1 1-1,-1-1 1,1 1 0,0-1 0,-1 1 0,-1 2-1,-3 10 43,1 1 0,0 0 0,1 0 0,0 0 0,1 0 0,1 1 0,1-1 0,0 1 0,1-1-1,0 1 1,5 28 0,-3-40-299,-1 0-1,1 0 0,0 0 1,0 0-1,0 0 1,1 0-1,-1-1 0,1 1 1,0-1-1,0 0 1,0 1-1,0-1 0,0-1 1,1 1-1,0 0 0,-1-1 1,1 0-1,0 0 1,0 0-1,0 0 0,0-1 1,1 0-1,-1 1 1,0-2-1,1 1 0,8 0 1,-4 0-595,1 0 1,-1-1 0,1 0 0,-1-1 0,1 0 0,-1 0 0,0-1 0,1-1-1,-1 1 1,0-1 0,15-8 0,1-3-256,64-41-893,-79 47 2333,0 1-1,-1-1 1,0-1-1,0 0 0,-1 0 1,10-15-1,-10-2 19652,-7 34-19990,-1-1-1,1 0 1,1 0 0,-1 0-1,1 0 1,0 0-1,4 8 1,-5-13-23,0 1 1,0-1 0,1 1-1,-1-1 1,0 0 0,1 0-1,0 1 1,-1-1 0,1 0-1,0-1 1,0 1 0,0 0-1,0 0 1,0-1 0,1 1 0,-1-1-1,0 0 1,1 0 0,-1 1-1,1-2 1,-1 1 0,4 1-1,4-2-204,1 0 0,-1-1-1,0 0 1,0-1 0,0 0 0,0 0 0,0-1-1,0-1 1,0 1 0,-1-2 0,0 1-1,0-1 1,0-1 0,-1 1 0,1-1-1,-1-1 1,-1 0 0,13-13 0,-20 19 303,0 0-1,1 1 1,-1-1 0,1 0 0,-1 1 0,1-1 0,0 0 0,-1 1-1,1-1 1,-1 1 0,1-1 0,0 1 0,-1-1 0,1 1 0,0 0 0,0-1-1,0 1 1,-1 0 0,1-1 0,0 1 0,0 0 0,0 0 0,-1 0-1,1 0 1,0 0 0,0 0 0,0 0 0,0 0 0,-1 0 0,1 0 0,0 0-1,0 0 1,0 1 0,0-1 0,-1 0 0,1 1 0,0-1 0,0 1-1,-1-1 1,1 1 0,0-1 0,-1 1 0,1-1 0,-1 1 0,1-1 0,0 1-1,-1 0 1,1-1 0,0 3 0,26 24-3833,-24-24 2890,0-1 1,0 1-1,1-1 0,-1 0 0,0 0 0,1 0 1,-1-1-1,1 1 0,-1-1 0,1 0 0,0 0 0,0 0 1,4 0-1,12 0-10085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3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6771,'0'0'10469,"13"9"-9858,-8-6-579,4 4-10,1-1 1,-1 0-1,1 0 0,0-1 1,1-1-1,-1 0 1,1 0-1,0-1 1,0 0-1,0-1 1,13 1-1,-21-2-75,0-1-1,-1-1 0,1 1 1,-1 0-1,1 0 0,-1-1 0,1 0 1,-1 1-1,0-1 0,1 0 1,-1 0-1,0 0 0,0-1 1,1 1-1,-1 0 0,0-1 0,0 0 1,0 1-1,-1-1 0,1 0 1,0 0-1,-1 0 0,3-3 1,-2 0 53,0 0 1,0 0 0,0 0 0,-1-1 0,1 1-1,-1 0 1,-1-1 0,1 1 0,-1-12 0,0 8 465,1 4 215,-1 1 0,0-1 0,-1 0 0,1 1 0,-1-1 0,1 1 0,-4-8 0,3 10-388,-1-1 0,1 1 0,-1 0 0,0 0 1,0 0-1,0 0 0,0 0 0,0 0 0,0 1 0,-1-1 1,1 1-1,0 0 0,-1-1 0,-4 0 0,-41-13 2626,46 14-2864,0 1 1,0 0-1,0-1 1,0 1 0,0 0-1,0 0 1,0 0-1,0 0 1,0 0-1,1 0 1,-1 1 0,0-1-1,0 1 1,0-1-1,0 1 1,0 0 0,1-1-1,-1 1 1,0 0-1,1 0 1,-1 0 0,1 1-1,-3 1 1,-1 6-37,0 0 0,1 0 0,0 0 0,1 1 0,0-1 0,1 1-1,0 0 1,-2 13 0,1 85-1141,3-83 177,0-22 704,0-1 1,0 0-1,0 0 0,1 1 1,-1-1-1,1 0 0,-1 1 1,1-1-1,0 0 0,0 0 0,0 0 1,0 0-1,0 0 0,1 0 1,-1 0-1,0 0 0,1 0 1,2 1-1,0 1-717,1-1 0,-1 0 0,1-1 0,0 1 0,0-1-1,0 0 1,8 2 0,38 8-8852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3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 3490,'0'0'25542,"-25"9"-24053,-81 36-350,95-40-1088,1 1 0,0 0 0,0 0 1,0 1-1,1 1 0,0 0 0,0 0 0,1 0 0,0 1 1,1 0-1,0 1 0,0 0 0,1 0 0,-7 14 1,7-8-10,0 1 0,0 0 1,2 0-1,0 0 1,1 0-1,1 0 1,0 33-1,2-35-497,0 0 1,2 1-1,0-1 1,0 0-1,1 0 1,1 0-1,1-1 0,0 1 1,1-1-1,0 0 1,1-1-1,1 0 0,0 0 1,1 0-1,0-1 1,1 0-1,18 16 1,-22-21-561,0-1 0,1-1 0,-1 1 0,13 6 0,33 4-9979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3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 9556,'0'0'15736,"-8"-5"-13279,8 5-2411,0 0 0,0 0 1,0 0-1,0 0 0,0 0 1,0 0-1,0 1 1,0-1-1,0 0 0,0 0 1,0 0-1,0 0 0,0 0 1,0 0-1,0 0 0,0 0 1,0 0-1,0 0 0,-1 0 1,1 0-1,0 1 0,0-1 1,0 0-1,31 31 478,-1 3 1,-1 0-1,46 74 0,-63-86-323,-1 0 0,0 1 0,-2 0 0,0 1 0,-2 0 0,0 0 0,-2 1 0,4 43 0,-8-57-201,0 11 0,0 1 0,-4 39 0,2-60-1,1 0 0,-1 0-1,0 0 1,0 0 0,0 0 0,-1 0-1,1 0 1,0-1 0,-1 1 0,1 0 0,-1-1-1,1 1 1,-1-1 0,0 1 0,0-1-1,0 0 1,0 0 0,0 0 0,0 0 0,0 0-1,0 0 1,0 0 0,0-1 0,0 1-1,0-1 1,-3 1 0,-73 6-205,47-5-11,30-2 181,-18 3-1404,7 2-2527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4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16840,'0'0'15927,"0"12"-15927,0 3 0,-7 10 0,7 2-1040,-14-2-3827,14-2-5041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4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8852,'0'0'23435,"-68"126"-22955,48-98-480,-7-1 0,-7 4-560,-7 5-2402,0 3-2480,-6-3-4803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5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8900,'0'0'7876,"-13"131"-7748,13-113-48,0-5-80,0 1 0,0-1 0,0-4-384,0 3-369,0-3-431,0 2-817,0-4-592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5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8964,'0'0'5283,"82"93"-7028,-69-66-2753,-6-2-3506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5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8724,'0'0'10029,"6"17"-8904,16 54 28,-19-62-983,0 1 0,-1 0 1,0 0-1,-1 0 0,1 20 0,-2-29-161,0 0 20,21-3-37,-12-2-105,0 0-1,-1-1 0,1-1 1,-1 1-1,0-1 1,11-12-1,-14 13 149,0 0 0,1 0-1,0 0 1,0 0 0,0 1-1,0 0 1,1 0 0,-1 1-1,1 0 1,0 0 0,0 0-1,0 1 1,0 0 0,10-1-1,-14 5 100,0 1-1,-1-1 1,1 1-1,-1-1 0,1 1 1,-1 0-1,0 0 1,0 0-1,-1 0 1,4 7-1,8 11-187,-12-19-169,0-1 0,1 0 0,-1 1-1,1-1 1,-1 0 0,1 0 0,-1 0-1,1 0 1,-1 0 0,1-1 0,0 1-1,0 0 1,1 0 0,24 0-8817,-23-1 7500,10 0-5207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5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8020,'0'0'15455,"-4"26"-13654,-39 194 1806,40-205-3510,1-6-16,0-1 0,1 1 0,0 0 0,1-1 0,0 11 0,0-18-129,0 1-1,1-1 1,-1 1 0,0-1 0,1 1 0,-1-1-1,1 1 1,-1-1 0,1 0 0,0 1-1,0-1 1,-1 0 0,1 0 0,0 1 0,0-1-1,0 0 1,0 0 0,1 0 0,-1 0-1,0 0 1,0 0 0,1-1 0,-1 1 0,0 0-1,1-1 1,-1 1 0,1-1 0,-1 1-1,1-1 1,-1 1 0,1-1 0,-1 0 0,1 0-1,1 0 1,63-1-4817,-25-11-2374,-14-2-335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6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21 672,'0'0'15399,"149"-16"-14870,-88 16-529,6 0-1217,8 0-2705,13-5-5042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1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340 167 1793,'0'0'15297,"2"-12"-13248,0 4-2059,8-51 3936,-10 57-3686,1-1 0,-1 1-1,0-1 1,0 0 0,-1 1 0,1-1 0,0 1 0,-1-1 0,0 1 0,1-1 0,-1 1 0,0 0 0,0-1 0,-1 1 0,1 0 0,0 0 0,-1-1-1,1 1 1,-1 0 0,0 1 0,0-1 0,-3-3 0,-11-1 96,1 0 0,-1 1 0,0 1 0,0 0 0,0 1 0,-1 1 0,1 1 0,-1 0-1,1 1 1,-1 1 0,-26 4 0,40-4-330,0-1 1,-1 1-1,1 0 0,0 0 0,-1 1 0,1-1 0,0 0 0,0 1 0,0 0 1,0 0-1,0 0 0,1 0 0,-1 0 0,0 1 0,1-1 0,0 1 0,0-1 1,-1 1-1,1 0 0,1 0 0,-1 0 0,0 0 0,1 0 0,-2 6 0,0 4-4,0 0 0,2 0-1,-1 0 1,1 0 0,2 16-1,-1-21-1,0 0-15,1 0-1,0 0 1,1 0-1,0 0 1,0 0-1,1 0 1,0-1 0,0 0-1,1 1 1,8 12-1,7 8-168,33 34 1,0 1-102,-42-49 84,-1 0 0,0 0-1,-1 1 1,12 29-1,-19-40 199,1 0 0,-1 0-1,0 0 1,-1-1-1,1 1 1,-1 0 0,0 0-1,0 0 1,0 0-1,0 0 1,0 0-1,-1 0 1,0 0 0,0 0-1,0 0 1,0-1-1,-1 1 1,0 0-1,1-1 1,-1 1 0,0-1-1,-1 0 1,1 1-1,-1-1 1,1 0 0,-5 3-1,-7 5 171,-2 0-1,1-1 1,-1 0 0,-19 7 0,20-10 6,0 1 1,0 0 0,1 1-1,0 0 1,-16 16 0,28-23-206,0 0 0,0 1 0,0 0 0,0-1 0,0 1 0,1 0 0,-1 0 0,1 0 0,0 0 0,-1 0-1,1 1 1,1-1 0,-1 0 0,0 0 0,1 1 0,0-1 0,0 7 0,21-10-1040,-7-1 547,-1-2-1,1 0 1,-1 0 0,0-1 0,0-1-1,0 0 1,-1-1 0,17-10 0,45-18-3144,-60 29 3031,-1 2 1,1 0-1,0 1 1,0 0-1,25 0 0,-38 2 655,0 1 0,-1-1 0,1 0-1,0 0 1,-1 0 0,1 1 0,0-1 0,-1 0-1,1 0 1,-1 1 0,1-1 0,-1 1-1,1-1 1,-1 0 0,1 1 0,-1-1 0,1 1-1,-1-1 1,0 1 0,1 0 0,-1-1-1,1 1 1,-1-1 0,0 1 0,0 0-1,0-1 1,1 1 0,-1-1 0,0 2 0,3 29 1352,-4-21-794,0-1 0,-1 1 1,1 0-1,-6 13 0,-12 17 1271,-38 58 1,40-73-935,2 1 0,0 0 1,2 1-1,0 1 1,-15 55-1,26-76-912,1 0 0,0 0 0,0 0 0,1 0 0,-1 0 0,2 0 0,1 10 0,-2-15 0,0 0 0,1 0 0,0 0 0,0 0 0,-1 0 0,1 0 0,0 0 0,0-1 0,1 1 0,-1 0 0,0-1 0,1 1 0,-1-1 0,1 1 0,-1-1 0,1 0 0,-1 0 0,1 0 0,0 0 0,0 0 0,-1 0 0,1 0 0,0 0 0,0-1 0,0 1 0,0-1 0,4 1 0,39 3 0,77-2-1,-68-3-91,-52 1-583,-8 0-1244,-80 0-9315,15 0-937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6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346 575 8884,'0'0'10037,"-20"0"-7055,-4-2-2303,3 0 64,0 1 1,-1 1 0,1 1-1,-39 7 1,47-3-495,0 0 0,0 1 0,1 0 0,-1 1 0,2 1 0,-1 0 0,1 0 0,0 1 0,1 1 0,0 0 0,-9 12 0,18-22-263,1 0 0,-1 1 1,0-1-1,1 1 0,-1-1 0,1 1 0,-1 0 0,1-1 1,-1 1-1,1 0 0,0-1 0,-1 1 0,1 0 0,0-1 1,-1 1-1,1 0 0,0 0 0,0-1 0,0 1 0,-1 0 1,1 0-1,0 0 0,0-1 0,0 1 0,1 0 0,-1 0 1,0 0-1,0-1 0,0 1 0,0 0 0,1 0 0,0 0 1,0 0-10,0 0 1,1 0 0,-1-1 0,1 1 0,-1-1 0,1 1 0,-1-1-1,1 0 1,-1 1 0,1-1 0,0 0 0,-1 0 0,1 0-1,2-1 1,5 1-41,0-2 1,-1 1-1,1-1 0,0 0 0,9-5 0,14-11-245,-1-1-1,-1-2 1,-1-1-1,-1-1 0,39-43 1,-26 20-474,-3-1 0,50-78 1,-68 94 652,-1-1 0,-2-1 0,-1 0 0,-2-1 1,-1-1-1,9-37 0,-21 37 1434,-1 34-1245,0 1 0,-1 0 0,1 0-1,0-1 1,0 1 0,0 0 0,-1 0 0,1-1-1,0 1 1,0 0 0,-1 0 0,1 0-1,0 0 1,0-1 0,-1 1 0,1 0-1,0 0 1,-1 0 0,1 0 0,0 0-1,-1 0 1,1 0 0,0 0 0,0 0 0,-1 0-1,1 0 1,0 0 0,-1 0 0,1 0-1,0 0 1,-1 0 0,1 0 0,0 0-1,-1 0 1,1 0 0,0 0 0,0 1-1,-1-1 1,1 0 0,0 0 0,-1 0 0,1 1-1,0-1 1,0 0 0,-1 1 0,-6 6 379,-1 0 0,1 0 0,1 1 1,-7 10-1,-7 9-171,2 1 1,1 1 0,1 0-1,1 1 1,2 1 0,1 0-1,2 1 1,0 0-1,3 1 1,1 0 0,1 0-1,-1 42 1,6-63-448,0-1-1,0 1 1,1-1 0,1 1-1,0-1 1,4 13 0,-5-21 88,0 0 1,1 0-1,0 0 1,-1 0 0,1 0-1,0-1 1,0 1-1,0-1 1,1 1-1,-1-1 1,1 0-1,-1 0 1,1 0-1,0 0 1,0 0 0,0-1-1,0 1 1,0-1-1,0 0 1,0 0-1,0 0 1,0 0-1,1 0 1,-1-1-1,4 1 1,6 0-1891,0 0-1,0 0 1,0-1 0,0-1-1,16-3 1,-7-7-6503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7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6563,'0'0'15247,"20"3"-13745,-4-1-1242,47 8 345,1-2 1,0-4-1,65-3 0,-128-1-603,1 0 1,-1 0-1,0-1 0,0 1 0,0 0 1,0-1-1,0 1 0,0-1 0,0 1 0,0-1 1,0 1-1,0-1 0,0 0 0,0 1 1,-1-1-1,1 0 0,0 0 0,0 0 0,-1 0 1,1 0-1,-1 0 0,1 0 0,0 0 1,-1 0-1,0 0 0,1 0 0,-1 0 1,0 0-1,1 0 0,-1 0 0,0 0 0,0 0 1,0-1-1,0 0 0,0 0 0,0 0 0,0 0-1,-1 0 1,1 0 0,-1 0-1,1 0 1,-1 1 0,1-1-1,-1 0 1,0 0 0,0 0 0,0 1-1,0-1 1,0 0 0,0 1-1,-1-1 1,1 1 0,0 0 0,-3-2-1,-6-3 15,0 1-1,0 0 0,0 1 1,-1 0-1,0 0 1,0 1-1,0 1 0,-13-2 1,-5 1 624,-59 2 1,86 2-596,-1-1 1,1 1 0,0 0 0,0 0 0,-1 0-1,1 0 1,0 0 0,0 1 0,0-1 0,0 0-1,0 1 1,0 0 0,0-1 0,1 1 0,-1 0-1,0 0 1,1 0 0,0 0 0,-1 0 0,1 0-1,0 1 1,0-1 0,0 0 0,1 1 0,-1-1-1,0 0 1,1 1 0,0-1 0,-1 1 0,1 3 0,0-1-41,-1-1 0,1 0 0,0 1 1,0-1-1,0 1 0,0-1 1,1 0-1,0 0 0,0 1 1,0-1-1,0 0 0,1 0 0,0 0 1,0 0-1,0 0 0,0 0 1,3 3-1,3-1-351,0 0 0,1 0-1,0-1 1,0 0 0,0-1 0,0 0 0,1-1-1,-1 0 1,1 0 0,0-1 0,0 0-1,14 1 1,2-1-3107,1-2-1,-1 0 0,43-6 1,-20-6-2102,4-8 385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7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95 1505,'0'0'16743,"0"-15"-13141,-3-47-894,3 61-2609,-1 0 0,1 0 1,-1 0-1,1 0 0,-1 0 0,0 0 0,1 0 1,-1 0-1,0 1 0,1-1 0,-1 0 0,0 0 1,0 1-1,0-1 0,0 0 0,0 1 0,0-1 1,0 1-1,0-1 0,0 1 0,0 0 0,0-1 1,0 1-1,0 0 0,0 0 0,0 0 0,-2 0 1,-32 1 1540,25-1-1050,6 1-422,-1-1 1,1 1 0,-1 0-1,1 0 1,0 0 0,0 0 0,0 1-1,0-1 1,0 1 0,0 1 0,-6 3-1,9-5-155,-1 0-1,1 0 0,-1 0 0,1 0 1,-1 0-1,1 1 0,0-1 0,0 1 1,0-1-1,0 1 0,0-1 1,0 1-1,0 0 0,0-1 0,1 1 1,-1 0-1,0 0 0,1-1 1,0 1-1,-1 0 0,1 0 0,0 0 1,0 0-1,0 0 0,0-1 0,0 1 1,1 0-1,-1 0 0,1 2 1,0-2-33,0-1 0,0 0 0,0 1 0,1-1 0,-1 0 0,0 0 0,0 0 1,1 0-1,-1 0 0,0 0 0,1 0 0,-1-1 0,1 1 0,-1 0 0,1-1 1,-1 1-1,1-1 0,0 0 0,2 1 0,39 3-506,-30-3 342,-8 0 98,0-1-1,0 1 0,0-1 1,0 2-1,0-1 0,0 0 1,-1 1-1,1 0 0,-1 0 1,1 0-1,-1 1 0,0-1 1,0 1-1,6 5 0,-8-5 67,0 0-1,0 0 1,-1 0-1,1 0 1,-1 1-1,1-1 1,-1 1-1,0-1 1,-1 0-1,1 1 0,0 0 1,-1-1-1,0 1 1,0-1-1,0 1 1,0-1-1,-1 1 1,1 0-1,-1-1 1,-2 7-1,-3 10 140,-1 0 0,0-1 0,-2 0 0,-19 33 0,-56 73 643,47-72-596,-5 7-46,-56 88 311,87-128-376,0 1 1,2 1 0,0 0 0,1 0 0,-6 33 0,13-53-67,0 0 0,1 0-1,-1 0 1,1 0 0,0 0 0,0 0-1,-1 0 1,1 0 0,1 0-1,-1 0 1,0 0 0,0 0 0,1 0-1,-1 0 1,1 0 0,0-1 0,-1 1-1,1 0 1,0 0 0,0 0 0,3 3-1,-3-5-2,1 1 1,-1 0-1,1 0 0,0-1 0,-1 1 0,1-1 0,0 1 0,0-1 1,-1 0-1,1 0 0,0 1 0,0-1 0,0-1 0,-1 1 0,1 0 0,0 0 1,0-1-1,-1 1 0,3-1 0,12-5-37,-1 0 1,-1-1-1,1 0 0,13-10 1,-26 16 54,60-39-532,-1-2 0,-2-3 0,-2-2-1,62-66 1,-116 110 202,-1 0-1,1 0 0,-1-1 0,1 1 1,-1-1-1,0 1 0,-1-1 1,1 0-1,0 0 0,1-7 0,0-26-10800,-3 16 855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8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12838,'0'0'15714,"0"18"-13081,0 90-1051,0-107-1586,0-1 1,0 1-1,0 0 0,0 0 1,0-1-1,1 1 0,-1 0 0,0-1 1,0 1-1,1 0 0,-1-1 1,0 1-1,0 0 0,1-1 1,-1 1-1,1-1 0,-1 1 0,1-1 1,-1 1-1,1-1 0,-1 1 1,1-1-1,-1 1 0,1-1 1,0 0-1,-1 1 0,1-1 0,1 1 1,24 0-251,-19-3 163,0 1 0,0-1 0,0-1 0,-1 1 0,11-6 0,164-113-392,-180 175 1873,-2-33-1437,0-16-41,0-1 1,1 1 0,0-1 0,-1 1 0,1-1 0,1 1 0,-1 0-1,1-1 1,0 1 0,0-1 0,0 0 0,0 1 0,1-1 0,0 0 0,0 0-1,4 7 1,-3-10-864,1 0-1,0 0 1,0 0-1,0-1 1,-1 0-1,1 1 0,0-1 1,0-1-1,0 1 1,0 0-1,0-1 1,-1 0-1,1 0 1,0 0-1,-1 0 1,1-1-1,6-3 0,17-15-8420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8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11685,'0'0'13318,"13"3"-12141,45 7-241,93 4 1,-128-13-919,-14 0-34,1-1-1,0 0 1,0-1 0,0 0-1,12-3 1,-20 4-12,0-1 0,0 0 0,0 1 0,0-1 0,0 0-1,0 0 1,-1 0 0,1-1 0,0 1 0,-1 0 0,1-1 0,-1 1 0,1-1 0,-1 1 0,0-1 0,0 0 0,1 1 0,-1-1 0,0 0 0,-1 0 0,1 0 0,0 0 0,-1 0-1,1 0 1,-1 0 0,1 0 0,-1 0 0,0 0 0,0 0 0,0-3 0,0 2 28,0 1-1,-1-1 1,1 1 0,0-1-1,-1 1 1,0 0 0,0-1-1,0 1 1,0 0 0,0 0 0,0-1-1,0 1 1,-1 0 0,1 0-1,-1 0 1,0 0 0,1 1-1,-1-1 1,0 0 0,0 1-1,0-1 1,0 1 0,0 0-1,0 0 1,-1-1 0,1 1-1,0 1 1,-1-1 0,1 0-1,-1 1 1,-2-1 0,-11-2 231,0 1 0,0 0 0,-31 2 0,31 0 56,11 0-197,0 0 1,0 0-1,0 1 1,1-1-1,-1 1 1,0 0-1,1 1 1,-1-1 0,1 1-1,-1 0 1,1 0-1,0 0 1,0 1-1,0-1 1,0 1-1,0 0 1,0 0-1,1 1 1,0-1 0,0 1-1,0-1 1,0 1-1,0 0 1,0 0-1,-2 6 1,1 0-29,1 0 0,0-1 0,0 1 0,1 0 1,1 0-1,-1 1 0,2-1 0,-1 0 0,1 0 0,1 0 1,2 12-1,-3-19-141,1 0 1,0 0 0,0 0 0,0 0-1,0 0 1,0 0 0,1-1-1,-1 1 1,1-1 0,0 1-1,0-1 1,0 1 0,0-1 0,0 0-1,0 0 1,1 0 0,-1 0-1,1 0 1,-1-1 0,1 1-1,0-1 1,-1 1 0,1-1 0,0 0-1,0 0 1,5 0 0,6 2-912,1 0 0,-1-2 0,1 0 0,17-1 0,-20 0 247,1-1-898,0 0 0,0-1 0,0 0 0,0-1 0,-1-1 0,1 0 0,-1-1 0,0 0 0,0 0 0,21-15 0,-18 9 16,0 0 1,22-21-1,-8 1 3208,4-10 16132,-34 55-5394,0-4-10558,1 0-4058,0-6 2323,1 0 1,0 0 0,0-1-1,0 1 1,0 0 0,1 0-1,-1-1 1,1 1 0,0-1 0,0 1-1,0-1 1,1 0 0,-1 0-1,1 0 1,0 0 0,0 0 0,0-1-1,0 1 1,0-1 0,0 0-1,6 3 1,-7-3-87,1-1 0,-1 0 1,1 1-1,-1-1 0,1 0 0,0-1 0,-1 1 0,1 0 1,0-1-1,0 1 0,-1-1 0,1 0 0,0 0 0,0 0 1,-1 0-1,1-1 0,0 1 0,0-1 0,-1 1 0,1-1 1,0 0-1,-1 0 0,1 0 0,-1-1 0,1 1 0,-1 0 1,0-1-1,1 0 0,-1 1 0,0-1 0,2-3 0,97-113 499,-95 137 1450,-4-11-1989,-1-1 0,1 0 0,0 0 0,1 0-1,0-1 1,0 1 0,0 0 0,8 9 0,7-10-3489,3-5-3924,-7-1-509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9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59 12806,'0'0'12459,"17"8"-11269,56 24-339,-63-29-744,0 0-1,0-1 1,0 0 0,1 0 0,-1-1 0,0-1-1,0 0 1,20-2 0,5 0-76,-34 3-39,0-1-1,-1 0 0,1 0 0,0 0 0,0 0 1,0 0-1,0 0 0,-1-1 0,1 1 1,0 0-1,0 0 0,0-1 0,-1 1 0,1 0 1,0-1-1,0 1 0,-1-1 0,1 1 1,0-1-1,-1 1 0,1-1 0,0 1 1,-1-1-1,1 0 0,-1 1 0,1-1 0,-1 0 1,1 1-1,-1-1 0,0 0 0,1 0 1,-1 0-1,0 1 0,0-1 0,1 0 0,-1 0 1,0 0-1,0 0 0,0 1 0,0-1 1,0 0-1,0 0 0,0 0 0,0 0 1,-1-1-1,0 0-10,1 0 1,-1 0-1,0-1 1,0 1-1,1 0 1,-2 0-1,1 0 1,0 0 0,0 0-1,-1 0 1,1 1-1,-1-1 1,1 0-1,-1 1 1,-3-3-1,-8-4 375,-1 1-1,1 1 1,-1 0 0,0 1-1,-1 1 1,1 0-1,-1 1 1,0 0 0,0 2-1,0-1 1,0 2-1,0 0 1,-18 2 0,30-1-346,1 0 0,0 0 0,0 0 1,0 1-1,0-1 0,0 1 1,0-1-1,0 1 0,0-1 1,0 1-1,0 0 0,1 0 0,-1 0 1,1 0-1,0 0 0,-1 0 1,1 0-1,0 0 0,0 1 0,1-1 1,-1 0-1,-1 5 0,-9 53-57,11-60 47,-1 10-73,0 0 0,0-1 0,1 1-1,0 0 1,1-1 0,0 1 0,0 0 0,1-1-1,4 15 1,-4-20-23,1 0 0,-1 0-1,1 0 1,0 0-1,0-1 1,0 1 0,0-1-1,1 0 1,-1 0 0,1 0-1,0 0 1,0-1-1,0 0 1,0 1 0,0-1-1,1-1 1,-1 1 0,1-1-1,-1 1 1,1-1-1,8 1 1,17 1-3712,57 0 0,-70-3 1950,63 0-11076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24 2897,'0'0'14199,"1"-5"-10880,0 5-3232,-1-1 0,0 1 0,0-1 0,0 1 0,1-1 0,-1 1 0,0-1 1,0 1-1,0-1 0,0 1 0,0-1 0,0 1 0,0-1 0,0 1 0,0-1 0,0 0 1,0 1-1,0-1 0,0 1 0,-1-1 0,1 1 0,0-1 0,0 1 0,0 0 0,-1-1 1,1 1-1,0-1 0,-1 1 0,1-1 0,0 1 0,-1 0 0,1-1 0,-1 1 0,1 0 0,0-1 1,-1 1-1,1 0 0,-1 0 0,1 0 0,-1-1 0,1 1 0,-2 0 0,-29 9 2483,-52 41 565,67-39-2429,-9 6-476,1 0 0,1 1-1,1 1 1,1 2 0,0 0 0,-28 39-1,37-43-175,1 1-1,1 0 1,0 1-1,2 0 0,0 0 1,1 1-1,1 0 1,0 0-1,2 1 1,-3 27-1,5-21-53,0 0 0,2 0 0,5 52 0,-3-70 0,-1-1 0,2 1 0,-1-1 0,1 0 0,0 0 0,1 0 0,0 0 0,0 0 0,0-1 0,1 0 0,1 0 0,-1 0 0,1-1 0,0 1 0,0-1 0,11 7 0,-5-5-355,1-1-1,0 0 1,0-1-1,1 0 1,0-1-1,0-1 1,0 0 0,0-1-1,20 2 1,0-2-2072,0-1 0,65-6 1,-24-8-6397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0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5635,'0'0'14075,"4"5"-12076,63 86 3165,-40-58-4198,-2 1 0,-1 1 0,-2 1 0,-1 1-1,30 76 1,-43-85-952,-1 0 0,-2 1 1,0-1-1,-2 1 0,-1 1 0,-3 45 0,0-68-135,0 0 1,-1 0-1,1 0 1,-1 0-1,-1 0 1,1 0-1,-1-1 0,-1 1 1,1-1-1,-1 0 1,0 0-1,0 0 1,-1-1-1,1 1 1,-2-1-1,-8 7 0,2-2-498,-1-1 0,-1-1 0,1 0-1,-1-1 1,-1 0 0,-22 7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10565,'0'0'15033,"14"19"-12941,9 13-1141,-1 2 0,-2 1 0,17 39 0,-31-60-771,0 2 67,0-1 1,17 26-1,-21-38-230,-1 0 0,1 0-1,0 0 1,0-1 0,1 1-1,-1-1 1,0 0 0,1 1-1,-1-1 1,1 0 0,0-1 0,0 1-1,0 0 1,0-1 0,0 0-1,0 1 1,0-1 0,0 0 0,1-1-1,5 2 1,-7-3-17,-1 1 0,1-1 0,0 1 0,-1-1 0,1 0 0,-1 1 0,1-1 0,-1 0 0,1 0 0,-1 0 0,0 0 0,1 0 0,-1-1 0,0 1 0,0 0 0,0-1 0,0 1 0,0-1 0,1-1 0,21-39 0,-14 23 0,28-49 0,-2-2 0,48-145 0,-71 189-2029,-11 27 1813,0-1-1,0 1 1,0-1 0,0 0-1,0 1 1,0 0 0,0-1-1,0 1 1,0-1 0,0 1 0,-1 0-1,1 0 1,0 0 0,0-1-1,-1 1 1,1 0 0,1 2-1,0-1-621,0-1-1,0 1 0,1-1 1,-1 1-1,0-1 0,1 0 1,-1 0-1,1 0 0,0 0 1,-1 0-1,1-1 0,0 1 1,4-1-1,20 1-9222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2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13222,'0'0'3804,"-20"14"-151,-62 49 770,72-55-3749,0 1 0,0-1 1,1 2-1,0-1 0,1 1 0,-9 14 0,14-18-516,0 0 0,0 0 0,0 1 0,1-1 0,0 1 0,0-1 0,1 1 0,0 0 0,0 0-1,0 11 1,1-17-162,1-1-1,-1 1 1,0-1-1,0 1 1,1-1 0,-1 1-1,0-1 1,1 1-1,-1-1 1,1 0-1,-1 1 1,1-1-1,-1 0 1,1 1-1,-1-1 1,1 0-1,-1 1 1,1-1-1,-1 0 1,1 0-1,-1 0 1,1 1-1,-1-1 1,1 0-1,0 0 1,-1 0-1,1 0 1,-1 0-1,1 0 1,0 0-1,26-1-306,-20 1 164,4-2-216,1 0 0,-1-1-1,0 0 1,0 0 0,0-1 0,0-1 0,-1 0 0,0 0 0,11-8 0,-1 1-1040,-2-2 0,0 0 1,27-26-1,-44 38 1330,1 1 0,-1 0-1,0-1 1,0 1 0,1-1-1,-1 0 1,0 1 0,0-1 0,0 0-1,-1 0 1,1 0 0,0 1-1,-1-1 1,1 0 0,-1 0 0,0 0-1,0 0 1,1-4 0,-17 5 1988,12 2-1684,0 0 0,0-1 0,0 1 0,0 1 0,0-1 0,0 1 0,1-1 1,-1 1-1,0 0 0,1 0 0,0 1 0,-1-1 0,1 1 0,0-1 0,0 1 0,-3 5 0,5-7-208,0 0 1,0 0-1,0 0 0,0 0 1,0 1-1,0-1 0,0 0 1,1 1-1,-1-1 0,1 1 1,-1-1-1,1 1 1,-1-1-1,1 1 0,0-1 1,0 1-1,0-1 0,0 1 1,0-1-1,0 1 0,0-1 1,0 1-1,1-1 1,-1 1-1,1-1 0,-1 1 1,1-1-1,-1 1 0,1-1 1,0 0-1,0 1 0,-1-1 1,1 0-1,0 0 1,0 1-1,0-1 0,1 0 1,-1 0-1,0 0 0,0 0 1,1-1-1,-1 1 0,0 0 1,1 0-1,1 0 0,12 6-914,-1 0-1,2-1 0,-1 0 0,23 4 1,-31-9-165,-1 1 1,1-1 0,0-1 0,0 1 0,0-1 0,-1-1 0,1 1 0,0-1 0,0 0 0,-1-1 0,1 1 0,-1-1-1,11-5 1,17-19-5502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2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0 11253,'0'0'13588,"-24"25"-10192,-76 83-920,88-94-2362,1 0 0,1 1 0,0 1 0,1-1 0,0 2 0,2-1 1,0 1-1,1 0 0,0 1 0,2-1 0,0 1 0,1 0 0,0 0 0,2 0 1,0 0-1,1 1 0,4 29 0,-3-43-133,0 0 0,1 0 1,-1 0-1,1 0 0,0 0 0,0 0 1,0-1-1,1 1 0,-1-1 0,1 0 0,0 0 1,1 0-1,-1 0 0,1 0 0,0-1 1,-1 1-1,1-1 0,1 0 0,-1 0 1,0-1-1,1 1 0,0-1 0,-1 0 0,1 0 1,0-1-1,7 2 0,11 3-434,0-1-1,0-1 0,1-2 1,32 1-1,12-3-4687,5 0-3863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2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11461,'0'0'15047,"129"-23"-13510,-82 14-737,0 2-480,-6 1-304,0 1-16,-7 5-544,-14 0-1153,-7 0-688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11477,'0'0'14487,"156"-9"-14487,-115-2-192,6-3-1953,-13-1-3394,7-8-8467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4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69 368,'0'0'12745,"6"-5"-10558,-6 5-2225,23-22 3042,-23 21-2915,1 1 1,-1-1 0,0 0-1,1 1 1,-1-1 0,0 0-1,0 0 1,0 1 0,0-1-1,1 0 1,-1 0 0,0 0-1,0 1 1,0-1 0,-1 0-1,1 0 1,0 1 0,0-1-1,0 0 1,0 0 0,-1 1-1,1-1 1,0 0 0,-1 1-1,1-1 1,-1 0 0,1 1-1,-1-1 1,1 0 0,-1 1-1,1-1 1,-1 1 0,1-1-1,-1 1 1,0-1 0,1 1-1,-1 0 1,0-1 0,1 1-1,-1 0 1,0-1 0,0 1-1,1 0 1,-1 0 0,0 0-1,0 0 1,1 0 0,-1 0-1,-1 0 1,-16-5 184,-1 2 0,1 0 0,-1 1 0,1 0 0,-34 3 0,39 0-143,0 0 0,0 1 1,0 1-1,0 0 0,0 1 0,0 0 1,1 1-1,-21 11 0,30-15-104,0 1 0,1 0-1,-1 0 1,1 0 0,0 0-1,-1 0 1,1 1 0,0-1-1,0 1 1,0-1 0,1 1 0,-1 0-1,1 0 1,-1 0 0,1 0-1,0 0 1,0 0 0,0 0-1,1 0 1,-1 0 0,1 0-1,0 0 1,0 1 0,0-1-1,0 0 1,1 4 0,-1-6-25,0 0 1,0 0-1,1 0 1,-1 0-1,1 0 1,-1 0-1,1 0 1,-1 0-1,1-1 1,0 1-1,-1 0 1,1 0-1,0 0 1,0-1-1,-1 1 1,1 0-1,0-1 1,0 1-1,0 0 1,0-1-1,0 1 1,0-1-1,0 0 1,0 1-1,0-1 0,0 0 1,0 0-1,0 0 1,0 1-1,2-1 1,43 2 160,-34-2-70,65-1 197,-39 0-252,53 5 0,-89-4-27,0 0 0,0 0 0,0 1 1,0-1-1,0 1 0,0-1 0,0 1 1,0 0-1,0 0 0,0 0 0,-1 0 0,1 0 1,0 0-1,0 1 0,-1-1 0,1 0 1,-1 1-1,1-1 0,-1 1 0,0 0 1,0 0-1,0-1 0,0 1 0,0 0 1,0 0-1,0 0 0,0 0 0,-1 0 0,1 0 1,-1 0-1,1 0 0,-1 0 0,0 0 1,0 0-1,0 0 0,0 1 0,0-1 1,-1 3-1,-1 4 114,0 0 1,0 0 0,-1 0-1,0-1 1,0 1 0,-1-1-1,-9 15 1,-38 57 452,-145 214 122,194-291-694,-52 77 117,49-72-100,2-1 0,-1 1 1,1-1-1,1 1 0,-1 0 0,1 0 0,1 1 0,-1-1 0,1 12 0,1-19-18,0-1 0,0 1 0,1-1 0,-1 1 0,0 0 0,1-1 0,-1 1 0,1-1 0,-1 1 0,1-1 0,-1 1-1,1-1 1,-1 0 0,1 1 0,-1-1 0,1 1 0,0-1 0,-1 0 0,1 0 0,0 1 0,-1-1 0,1 0 0,0 0 0,-1 0 0,1 0 0,0 0 0,-1 0 0,1 0 0,0 0 0,0 0 0,33 0 263,-22 0-111,16-2 70,0 0 0,0-2 1,0 0-1,42-14 0,108-47 81,-96 33-269,-73 29-102,62-27 241,-67 28-260,0 0 0,-1 0 0,1 0 0,0-1 0,-1 1 0,0-1 0,1 0 0,-1 0 0,0 0 0,0 0 0,-1-1 0,1 1 0,-1-1 0,3-5 0,-5 8-260,1 0 1,-1 0-1,0 0 0,0 0 0,0 0 0,0 0 1,0 0-1,0 0 0,0 0 0,0 0 0,0-1 0,-1 1 1,1 0-1,0 0 0,-1 0 0,1 0 0,0 0 1,-1 0-1,1 0 0,-1 1 0,0-1 0,1 0 0,-1 0 1,0 0-1,0 0 0,1 1 0,-1-1 0,0 0 1,0 1-1,0-1 0,0 1 0,-2-2 0,-21-14-10948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5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11397,'0'0'15597,"0"10"-13850,0 119 1903,1-127-3647,-1-1 0,1 0-1,0 0 1,-1 0 0,1 0 0,0 0 0,0 0 0,-1 0 0,1 0 0,0 0 0,0 0-1,0 0 1,0 0 0,1-1 0,-1 1 0,0 0 0,0-1 0,0 1 0,0-1-1,1 1 1,-1-1 0,0 0 0,1 1 0,-1-1 0,0 0 0,1 0 0,-1 0-1,0 0 1,0 0 0,1 0 0,-1 0 0,3-1 0,2 0-107,1 1 1,-1-1 0,1 0-1,-1 0 1,12-4-1,-1-4-90,-1-1-1,-1-1 1,0 0 0,0-1-1,-1-1 1,-1 0-1,17-20 1,-29 34 283,1 0 0,0-1 0,-1 1 0,1 0 1,0 0-1,-1 1 0,0-1 0,1 0 0,-1 0 0,0 1 0,1-1 0,-1 1 1,0-1-1,0 1 0,0-1 0,0 1 0,1 2 0,16 18 764,-10-18-1338,0 1 0,0-1 0,1-1 1,-1 0-1,1 0 0,0 0 0,0-1 0,0-1 0,1 1 1,-1-2-1,0 1 0,0-1 0,1 0 0,12-3 0,-20 2-172,0 1-1,-1-1 1,1 0-1,0 1 0,-1-1 1,1 0-1,-1 0 0,1 0 1,-1-1-1,0 1 1,0 0-1,1 0 0,-1-1 1,0 1-1,0-1 1,0 1-1,0-1 0,0-1 1,2 0-796,10-20-8285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88 6995,'0'0'14028,"9"5"-12574,-6-3-1389,8 5 226,0-1-1,0-1 1,0 0-1,1 0 1,0-1-1,-1 0 1,2-1-1,-1 0 1,0-1-1,1-1 0,14 1 1,-25-3-293,0 0 1,-1 0-1,1 0 1,0 0-1,0 0 1,-1-1-1,1 1 1,-1 0-1,1-1 1,-1 1-1,0-1 1,1 1-1,-1-1 1,0 0-1,0 1 1,0-1-1,0 0 1,0 0-1,-1 0 0,1 0 1,-1 0-1,1 0 1,-1 0-1,0 0 1,1 0-1,-1 0 1,0-2-1,0 0-10,1 0-1,-1 0 1,0 0-1,0-1 0,-1 1 1,1 0-1,-1 0 1,0 0-1,0 0 0,0 1 1,0-1-1,-1 0 1,-2-5-1,0 6 89,0-1 1,0 1-1,0 0 0,-1 0 0,1 1 0,-1-1 1,1 1-1,-1 0 0,0 0 0,0 0 1,0 1-1,0 0 0,0 0 0,-1 0 1,1 1-1,0-1 0,0 1 0,0 1 0,-1-1 1,1 1-1,-8 1 0,8-1 154,-1 0 0,1 0-1,-1 0 1,1 1 0,-1 0 0,1 0-1,0 0 1,0 1 0,0 0 0,0 0-1,0 0 1,1 0 0,-1 1 0,1 0 0,0 0-1,0 0 1,0 0 0,1 1 0,-5 7-1,5-4-162,0 1 1,1-1-1,1 0 0,-1 1 0,1-1 0,1 1 0,0 13 0,0-17-57,0-1 0,1 1 0,-1 0 0,1 0 0,0-1 0,0 1 0,1 0 0,-1-1 0,1 1-1,0-1 1,0 0 0,1 1 0,-1-1 0,4 4 0,-1-4-349,-1 1 0,1-1 0,0 0 0,1-1 0,-1 1 0,1-1 0,-1 0 0,1-1 0,0 1 0,0-1 0,0 0 0,0-1 0,0 0 0,1 0 1,-1 0-1,0 0 0,1-1 0,-1 0 0,1 0 0,-1-1 0,0 0 0,8-2 0,2-2-1071,0-1-1,-1 0 1,0-1 0,0-1 0,-1-1-1,0 0 1,17-14 0,3-4-6068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6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6147,'0'2'23868,"0"14"-22554,-1-9-1171,1 0-1,0 0 1,1 0 0,0 0-1,0 0 1,0 0 0,3 8-1,-3-13-131,1 0 0,-1-1 0,0 1 0,1 0 0,-1 0 0,1-1 0,-1 1 0,1-1 0,0 1 0,-1-1 0,1 0 0,0 0 0,0 0 0,0 0 0,0 0 0,0 0 0,1 0 0,-1-1 0,0 1 0,0-1 0,0 1 0,0-1 0,1 0 0,-1 0 0,0 0 0,4-1 0,2 1-11,0-1 0,0-1 0,0 1 0,-1-1 0,1 0 0,0-1 0,-1 0 0,1 0 0,-1-1 0,0 0 0,0 0 0,9-8 0,-4 2 0,0 0 0,-1 0 0,-1-1 0,0 0 0,16-24 0,-19 12 0,-6 19 0,-1 13 0,0 5-36,-1-9-78,1 1-1,0 0 1,0 0 0,1-1-1,0 1 1,2 8-1,-3-13 38,1 1 1,0-1-1,0 1 0,-1-1 1,1 0-1,0 0 0,0 1 1,0-1-1,0 0 1,1 0-1,-1 0 0,0 0 1,0 0-1,1 0 0,-1 0 1,0 0-1,1-1 0,-1 1 1,1 0-1,-1-1 0,1 0 1,0 1-1,-1-1 0,1 0 1,-1 1-1,1-1 0,-1 0 1,4-1-1,5 1-1602,10 0-3335,-3 0-1496,15-2-7145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6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28 155 10453,'0'0'13038,"16"0"-12091,204-2 579,-219 2-1521,0 0 1,1 1-1,-1-1 0,0 0 1,0 0-1,1 0 0,-1 0 1,0 0-1,0-1 0,1 1 1,-1 0-1,0 0 1,0-1-1,0 1 0,1-1 1,-1 1-1,0-1 0,0 1 1,0-1-1,0 0 0,0 0 1,0 1-1,0-1 1,0 0-1,0 0 0,-1 0 1,1 0-1,0 0 0,-1 0 1,1 0-1,0 0 0,-1 0 1,1 0-1,-1-1 1,0 1-1,1 0 0,-1 0 1,0 0-1,0-1 0,1 1 1,-1 0-1,0 0 0,0-1 1,-1 1-1,1 0 0,0 0 1,0-1-1,-1 1 1,1 0-1,0 0 0,-2-2 1,0-3 23,0 1 1,-1 0-1,0 0 1,0 0-1,0 0 0,0 0 1,-1 1-1,0-1 1,0 1-1,-6-5 1,0 2 276,-1 1 0,0-1 1,0 2-1,0 0 0,-1 0 0,0 1 1,0 0-1,0 1 0,0 1 1,-1 0-1,1 0 0,0 1 0,-1 1 1,-23 2-1,34-1-271,-1 0 1,0 0-1,0 0 1,1 0-1,-1 0 1,1 1-1,-1-1 0,1 1 1,0 0-1,-1 0 1,1 0-1,0 0 1,0 0-1,0 0 1,1 1-1,-1-1 0,0 1 1,1-1-1,0 1 1,-1-1-1,1 1 1,0 0-1,1 0 0,-1-1 1,-1 7-1,0 7 128,0 0 1,1 0-1,1 24 0,0-23-131,0-12-180,-1 0 1,2 0-1,-1 0 1,0 0-1,1 0 0,0 0 1,0 0-1,0 0 0,1 0 1,0-1-1,0 1 1,0 0-1,0-1 0,1 0 1,0 1-1,0-1 0,0 0 1,0 0-1,1-1 1,-1 1-1,1-1 0,0 0 1,0 0-1,0 0 0,0 0 1,1-1-1,-1 1 1,1-1-1,-1 0 0,1-1 1,0 1-1,0-1 0,0 0 1,0 0-1,7 0 1,49 3-5331,11-4-4043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6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27 16119,'0'0'13153,"-19"-3"-11987,-367-21 1163,385 25-2329,0 0 0,0-1 0,1 1 0,-1 0 0,0 0 0,0 0 0,1 0 0,-1 0 0,1 0 0,-1 0 0,1 0 0,-1 0 0,1 0 0,0 0 0,0 0 0,-1 0 0,1 0 0,0 0 0,0 1 0,0-1 0,0 0 0,0 0 0,0 0 0,0 0 0,1 0 0,-1 0 0,1 2 0,-1-1 0,1 10 0,1 1 0,0-1 0,0 0 0,9 21 0,4 20 0,-6 15 0,-3 1 0,-2 0 0,-10 109 0,4-160 0,-1-1 0,-1 0 0,-1 0 0,0 0 0,-1 0 0,-1-1 0,-10 17 0,-12 32 0,27-41 0,2-23 0,0-1 0,0 0 0,0 1 0,1-1 0,-1 1 0,0-1 0,0 0 0,0 1 0,1-1 0,-1 0 0,0 1 0,0-1 0,1 0 0,-1 1 0,0-1 0,1 0 0,-1 1 0,0-1 0,1 0 0,-1 0 0,0 1 0,1-1 0,-1 0 0,0 0 0,1 0 0,-1 0 0,1 0 0,-1 1 0,1-1 0,-1 0 0,0 0 0,1 0 0,-1 0 0,1 0 0,-1 0 0,1 0 0,-1-1 0,0 1 0,1 0 0,-1 0 0,1 0 0,-1 0 0,3-1 0,45 0 0,-1-2 0,1-2 0,-1-2 0,0-3 0,63-20 0,-108 29-12,27-12-3434,-28 12 3096,1 0 1,-2 0-1,1 0 0,0 0 1,0-1-1,0 1 1,0 0-1,-1 0 0,1-1 1,-1 1-1,1 0 1,-1-1-1,1 1 0,-1 0 1,0-1-1,0 1 1,1-1-1,-1 1 0,0-3 1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7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312 316 7411,'0'0'5363,"11"-20"-1233,30-66-1065,-37 77-2505,0 0-1,0 0 1,-1-1-1,-1 1 1,0-1-1,0 1 1,0-1-1,-1 0 1,-1 1-1,-1-16 1,1 1 761,0 22-1266,0 0 1,0 0-1,-1 0 1,1 0-1,-1 0 1,1 0-1,-1 0 1,0 0 0,1 0-1,-1 0 1,0 0-1,0 0 1,0 1-1,-1-1 1,1 0 0,0 1-1,-1-1 1,1 1-1,-1-1 1,-1 0-1,-2-1 152,1 0 0,-1 1-1,0-1 1,0 1 0,0 0-1,0 0 1,-9-1 0,-9-1 610,0 2 0,-41 0 1,53 2-768,7 1-50,-1 0 0,0 0 0,0 0 0,1 1 0,-1-1 0,1 1 0,-1 0 0,1 1 0,0-1 0,0 1 0,0-1 0,0 1 0,0 1 0,1-1 0,-1 0 0,1 1 0,0 0 0,0 0 0,0-1 0,1 2 0,-4 5 0,-7 14 0,1 0 0,-13 41 0,19-49 0,-6 18 0,2 0 0,2 1 0,1 0 0,-3 43 0,4 146 0,6-210 0,13 77-7587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7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1 206 624,'0'0'15498,"23"-5"-10477,-18 4-4793,26-7 1547,1 1 0,1 2 0,-1 2 0,56 0 0,-59 7-1460,1 1 0,-1 1 0,0 2 0,-1 1 1,0 1-1,0 2 0,33 18 0,-61-29-315,1-1 0,0 1 0,0 0 0,0 0 0,-1 0 0,1 0 0,0 0 0,-1 0 0,1 0 0,-1 0 0,1 0 0,-1 0 0,0 0 0,1 0 0,-1 0 0,0 1 0,0-1 0,0 1 0,0 2 0,0-14 0,0 5 0,-1-3 0,1-1 0,0 1 0,0-1 0,1 1 0,0-1 0,1 1 0,0-1 0,0 1 0,1 0 0,6-13 0,-3 10 0,0 1 0,1 0 0,0 1 0,1-1 0,0 1 0,0 1 0,1 0 0,0 0 0,1 0 0,0 1 0,0 1 0,0 0 0,1 0 0,0 1 0,16-5 0,-14 4-225,-1 1-982,-1 1-1,1 0 1,0 1-1,0 0 0,23-2 1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8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28 155 11365,'0'0'16173,"-5"14"-15138,4-13-1000,-4 14 123,1 1 0,0-1-1,1 0 1,0 1 0,0 17 0,4-31-149,-1 0-1,1 0 1,0 0 0,0 0-1,0-1 1,0 1 0,0 0 0,0 0-1,0-1 1,0 1 0,1-1 0,-1 1-1,0-1 1,1 0 0,0 0-1,-1 1 1,1-1 0,0 0 0,-1 0-1,1-1 1,0 1 0,0 0 0,0 0-1,0-1 1,0 0 0,0 1-1,-1-1 1,1 0 0,0 0 0,0 0-1,3 0 1,7 1 28,-1 0 0,1-1 0,0 0 0,13-3 0,-20 2-55,-1 0 1,0 0-1,1-1 1,-1 1-1,0-1 1,0 0-1,0 0 0,0-1 1,0 1-1,-1-1 1,1 0-1,-1 0 0,0 0 1,0 0-1,0-1 1,0 1-1,0-1 1,-1 1-1,1-1 0,-1 0 1,0 0-1,0 0 1,-1-1-1,1 1 0,1-8 1,1-8-83,-1 0 1,0 0 0,-2-1-1,-1-25 1,0 35 157,0 7-59,-1 0 0,1 0 0,-1 1 0,0-1 1,0 0-1,-1 1 0,1-1 0,-1 1 0,-4-7 0,5 7 58,-1 0 1,1 1-1,-1-1 0,1 0 0,0 0 0,0 0 0,0-1 0,0 1 0,0-5 1,1 8 48,6 0-82,0 0 0,0 1 0,0 0-1,0 0 1,-1 0 0,1 1 0,0-1-1,-1 2 1,1-1 0,-1 0 0,0 1-1,0 0 1,0 0 0,0 1 0,0-1-1,6 7 1,-4-2 93,0 0-1,-1 1 0,0-1 1,0 1-1,-1 0 0,0 1 1,-1-1-1,5 14 1,-7 8 114,-2-19-11,20-14-178,95-86-719,-104 81 718,0 1 34,0-1-1,-1 0 1,0-1-1,0 0 1,-1 0-1,1-1 1,-2-1-1,0 1 1,8-13 0,-16 27 272,-1 44 604,1-45-1268,0 0 0,0-1 1,1 1-1,-1-1 0,1 1 0,0 0 1,-1-1-1,2 0 0,-1 1 1,0-1-1,2 4 0,15-6-11203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8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8228,'0'0'20220,"-12"19"-17841,-34 67-818,41-74-1524,1 1 0,1-1 1,0 0-1,0 1 0,1 0 0,1-1 0,0 1 0,0 0 0,2 0 1,2 19-1,-1 15-67,-2-36 30,1 0 0,0 1 0,1-1 0,0 0 0,4 11 0,-5-20 0,0 1 0,-1-1 0,1 1 0,0-1 0,0 1 0,0-1 0,1 1 0,-1-1 0,1 0 0,-1 0 0,1 1 0,0-1 0,0 0 0,0-1 0,0 1 0,0 0 0,0-1 0,0 1 0,0-1 0,1 1 0,-1-1 0,1 0 0,-1 0 0,1 0 0,3 0 0,-4-1-4,2 1-523,0 0 1,0-1-1,1 0 1,-1 0 0,0 0-1,1-1 1,-1 1-1,0-1 1,1 0 0,-1 0-1,0-1 1,0 1-1,5-3 1,6-20-7803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14791,'0'0'8596,"115"2"-8068,-61-2-528,-6 0-48,-1-9-1377,7-5-2609,-6-6-3713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9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11093,'0'0'16688,"11"0"-15333,47-3-804,113-11 1413,-154 11-1825,1 0 1,-1-2-1,0 1 1,0-2-1,-1 0 1,0-2-1,25-13 1,-41 21-140,1 0 0,-1 0 0,0 0 0,0-1 0,1 1 0,-1 0 0,0 0 0,0 0 0,0 0 0,1 1 0,-1-1 0,0 0 0,0 0 0,1 0 0,-1 0 0,0 0 0,0 0 0,0 0 0,1 0 0,-1 0 0,0 0 0,0 1 0,0-1 0,0 0 0,1 0 0,-1 0 0,0 0 0,0 1 0,0-1 0,0 0 0,0 0 0,0 0 0,1 1 0,-1-1 0,0 0 0,0 0 0,0 0 0,0 1 0,0-1 0,0 0 0,0 0 0,0 0 0,0 1 0,0-1 0,0 0 0,0 0 0,0 1 0,0-1 0,0 0 0,0 1 0,0 12 0,0-12 0,-2 40 0,-9 54 0,4-53 0,0 57 0,7-84 0,-1 43 0,2 0 0,3 0 0,20 103 0,-20-147 0,-1 0 0,-1 0 0,0 1 0,0 19 0,-3-34 0,0 1 0,1 0 0,-1 0 0,0-1 0,1 1 0,-1 0 0,0-1 0,0 1 0,1-1 0,-1 1 0,0-1 0,0 0 0,0 1 0,0-1 0,0 0 0,0 1 0,0-1 0,0 0 0,0 0 0,0 0 0,1 0 0,-1 0 0,0 0 0,0 0 0,0 0 0,0 0 0,0-1 0,0 1 0,-1-1 0,0 1 0,-211-11 0,181 10 0,-30 1 0,59 0 0,0 0 0,0 1 0,0-1 0,0 1 0,0 0 0,0 0 0,1 0 0,-1 0 0,0 1 0,1-1 0,-1 1 0,1-1 0,-1 1 0,1 0 0,0 0 0,-3 4 0,4-6-6,1 0 1,0 0-1,0 0 1,-1 1-1,1-1 1,0 0-1,0 1 0,-1-1 1,1 0-1,0 1 1,0-1-1,0 0 1,-1 1-1,1-1 0,0 0 1,0 1-1,0-1 1,0 0-1,0 1 1,0-1-1,0 0 1,0 1-1,0-1 0,0 1 1,0-1-1,0 0 1,0 1-1,0-1 1,0 0-1,0 1 0,0-1 1,1 0-1,-1 1 1,0-1-1,0 0 1,0 1-1,1-1 0,-1 0 1,0 1-1,0-1 1,1 0-1,-1 0 1,0 1-1,1-1 0,-1 0 1,0 0-1,1 0 1,-1 1-1,18 2-1607,-12-3 310,1 0-1,-1-1 1,1 1 0,-1-1-1,0-1 1,1 1 0,9-4 0,23-17-9500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9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5250,'0'0'27517,"13"25"-27517,-6-23 0,0 3 0,-7 2 0,0 2 0,0 2 0,0 3-2305,0-3-3538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9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1 13014,'0'0'9364,"-61"119"-4642,40-85-2849,8 0-1713,-14-4-160,-7 1-432,-7-1-2289,-20-1-3634,-7 0-9588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1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0 253 7459,'0'0'13201,"14"-4"-11333,42-9-124,-55 13-1675,1 0 1,-1 0-1,0 0 0,0 0 0,1 1 0,-1-1 0,0 0 0,0 1 0,0-1 0,0 1 0,1 0 0,-1-1 0,0 1 0,0 0 0,0-1 0,0 1 0,0 0 0,-1 0 0,1 0 0,0 0 0,0 0 0,0 0 0,-1 0 0,1 0 0,-1 0 0,1 0 0,-1 0 0,1 2 0,8 36 1342,-7-28-971,1 11 283,-1 0 0,0 45 0,-3-45-408,1-22-312,0 0 1,0 0-1,0-1 1,0 1-1,0 0 1,0 0-1,0 0 1,-1 0-1,1 0 1,0 0-1,0 0 1,0 0-1,0 0 1,0 0-1,0 0 1,-1-1-1,1 1 1,0 0-1,0 0 1,0 0-1,0 0 1,0 0-1,-1 0 1,1 0-1,0 0 1,0 0-1,0 1 1,0-1-1,0 0 1,-1 0-1,1 0 1,0 0-1,0 0 1,0 0-1,0 0 1,0 0-1,0 0 1,-1 0-1,1 0 1,0 0-1,0 1 1,0-1-1,0 0 1,0 0-1,0 0 0,0 0 1,0 0-1,0 0 1,0 1-1,-1-1 1,1 0-1,0 0 1,0 0-1,0 0 1,0 0-1,0 1 1,0-1-1,0 0 1,0 0-1,0 0 1,0 0-1,0 0 1,0 1-1,0-1 1,1 0-1,-9-12 47,3-8-175,1-1 0,1 1 1,0-1-1,2-28 0,-2-6-28,2-44-465,1 98 569,1 0 1,0 0 0,-1 0 0,1 0 0,0 1 0,0-1 0,0 0 0,-1 1 0,1-1 0,0 1 0,0-1 0,0 1 0,0-1 0,0 1 0,0 0 0,0-1 0,0 1 0,1 0 0,-1 0 0,0 0 0,0 0 0,0 0 0,0 0 0,0 0 0,2 0 0,41 0-208,-32 1 237,330 8-2040,-337-9 2002,0 0 0,0-1 1,0 1-1,0-1 0,-1 0 1,1 0-1,0-1 0,0 0 1,-1 1-1,1-1 1,-1-1-1,7-3 0,-9 4 49,0 0 0,1 0 0,-1-1 0,0 1 0,0 0 0,0-1 0,0 1 0,0-1 0,-1 0 0,1 0 0,-1 0 0,0 0 0,0 0 0,0 0 0,0 0 0,0 0 0,-1 0 0,1 0 0,-1 0 0,0-4 0,0 5 15,-1 0-1,0 0 1,1 0 0,-1 0-1,0 0 1,0 0 0,0 1-1,0-1 1,0 0 0,-1 0-1,1 1 1,0-1 0,-1 1-1,1-1 1,-1 1-1,1 0 1,-1 0 0,0 0-1,0 0 1,0 0 0,1 0-1,-1 0 1,0 0 0,0 1-1,-3-2 1,-57-13 284,59 15-267,-20-4 598,-1 1 0,1 1 1,-1 1-1,1 1 0,-26 3 0,47-2-559,0-1 1,0 1-1,0-1 0,0 1 1,0 0-1,0 0 1,0 0-1,1 0 1,-1 0-1,0 1 0,0-1 1,1 0-1,-1 1 1,1-1-1,-1 1 1,1 0-1,0-1 0,0 1 1,0 0-1,0 0 1,0 0-1,0 0 1,0 0-1,0 0 1,1 0-1,-1 4 0,-1 5 163,0 0 0,2-1 0,-1 1 0,2 12 0,0-6 91,-1-8-330,0 0 1,1 0 0,1-1 0,-1 1 0,1-1 0,1 1 0,0-1 0,0 0-1,1 0 1,-1 0 0,2 0 0,-1-1 0,1 0 0,0 0 0,1 0 0,0 0-1,0-1 1,0 0 0,1 0 0,-1-1 0,2 0 0,-1 0 0,0 0 0,1-1-1,0 0 1,0-1 0,0 0 0,13 4 0,-7-3-610,0-1 1,0 0-1,1-1 0,-1-1 1,0 0-1,1 0 0,20-4 1,-23 2-752,0-1 1,0 0 0,0-1 0,0-1 0,-1 0-1,0-1 1,1 0 0,18-11 0,32-32-12122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1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9076,'0'0'12107,"-22"27"-7177,-70 95-845,88-114-3904,-1 0 0,1 0 1,1 1-1,-1-1 0,2 1 0,-1 0 0,1-1 1,0 1-1,1 1 0,0-1 0,1 0 1,0 0-1,2 18 0,-1 4-160,1 1-30,2 1-1,1-1 1,2 0 0,1 0-1,1-1 1,2 0-1,1-1 1,2 0-1,0-1 1,35 51-1,-47-78 1737,-37-19-31544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2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10005,'0'0'2958,"23"-6"1575,53-12 975,142-14 0,-43 30-1274,-174 2-4234,-1 0 1,0 0-1,0-1 1,1 1-1,-1 0 1,0 0-1,1 0 1,-1 0-1,0 0 1,1 1-1,-1-1 0,0 0 1,1 0-1,-1 0 1,0 0-1,0 0 1,1 0-1,-1 0 1,0 1-1,0-1 1,1 0-1,-1 0 1,0 0-1,0 1 1,1-1-1,-1 0 1,0 0-1,0 1 1,0-1-1,1 0 1,-1 0-1,0 1 1,0-1-1,0 0 1,0 1-1,0-1 1,0 0-1,0 0 1,0 1-1,0-1 1,0 0-1,0 1 0,0-1 1,0 0-1,0 1 1,0-1-1,0 0 1,0 1-1,0-1 1,0 0-1,0 0 1,0 1-1,0-1 1,-1 1-1,-6 10-5,-12 11 5,16-19 0,-1 0 0,1 1 0,-1 0 0,1 0 0,0 0 0,0 0 0,1 0 0,-1 0 0,1 1 0,0-1 0,0 1 0,1 0 0,-1 0 0,1-1 0,0 1 0,0 0 0,1 7 0,0-11-8,0-1-1,1 1 1,-1 0 0,1 0 0,-1-1-1,1 1 1,-1-1 0,1 1-1,-1 0 1,1-1 0,0 1 0,-1-1-1,1 1 1,0-1 0,0 0-1,-1 1 1,1-1 0,0 0 0,0 0-1,-1 1 1,1-1 0,0 0-1,0 0 1,0 0 0,0 0 0,-1 0-1,1 0 1,0 0 0,0 0 0,1 0-1,32-3-388,-27 2 322,0-1-1,0 0 0,0 0 1,-1-1-1,1 0 0,-1 0 1,1-1-1,-1 1 0,0-1 1,0-1-1,-1 1 0,8-8 1,-3 2 195,-1 0 0,0-1 1,-1 0-1,0-1 1,10-19-1,44 84 771,-22-38-3260,20-10-8730,-38-5 788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2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1 220 10117,'0'0'16871,"4"12"-15385,16 36-384,-20-48-1064,0 0-1,0 0 0,0 0 1,0 0-1,0 0 1,0 0-1,0 0 0,1-1 1,-1 1-1,0 0 1,0 0-1,0 0 0,0 0 1,0 0-1,0 0 1,1 0-1,-1 0 0,0 0 1,0 0-1,0 0 1,0 0-1,0 0 0,1 0 1,-1 0-1,0 0 1,0 0-1,0 0 0,0 0 1,0 0-1,1 0 1,-1 0-1,0 0 0,0 0 1,0 1-1,0-1 1,0 0-1,0 0 0,0 0 1,1 0-1,-1 0 0,0 0 1,0 0-1,0 0 1,0 1-1,0-1 0,0 0 1,0 0-1,0 0 1,0 0-1,0 0 0,0 0 1,0 1-1,0-1 1,0 0-1,0 0 0,0 0 1,0 0-1,0 0 1,0 1-1,0-1 0,0 0 1,0 0-1,0 0 1,0 0-1,0 1 0,1-19 437,-4-22-462,-5-1-26,2-1 1,2 1 0,2-57-1,14 95-3447,19 3-7808,-28 0 8711,12 0-9076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2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6659,'0'0'21901,"17"4"-19271,53 13-1274,-68-16-1350,0-1 0,0 1 1,0 0-1,0-1 1,0 1-1,0 0 1,0 0-1,0 1 0,-1-1 1,1 0-1,0 1 1,-1-1-1,1 1 1,-1-1-1,0 1 0,1 0 1,-1-1-1,0 1 1,0 0-1,0 0 1,0 0-1,0 0 0,-1 0 1,1 0-1,-1 0 1,1 0-1,-1 0 1,0 0-1,1 0 0,-1 0 1,0 1-1,0-1 1,-1 0-1,1 0 1,0 0-1,-2 3 0,1 9-22,2-20-7,-1 0-1,2 1 1,-1-1-1,0 0 1,1 0-1,0 1 1,1-1-1,-1 1 1,1 0-1,0 0 1,6-7 0,-7 8 10,0 1 1,1 0 0,0 0 0,-1 0 0,1 0 0,0 0 0,0 1 0,1-1 0,-1 1 0,1 0 0,-1 0 0,1 0 0,0 1 0,-1-1-1,1 1 1,0 0 0,0 0 0,0 0 0,4 0 0,-5 1 178,-2 40 191,-1-36-393,1-1 1,0 1-1,0-1 1,0 1-1,0-1 0,1 1 1,0-1-1,-1 1 1,1-1-1,0 0 0,0 0 1,1 0-1,-1 0 1,1-1-1,-1 1 0,1-1 1,0 1-1,0-1 0,0 0 1,0 0-1,1 0 1,-1-1-1,0 1 0,1-1 1,5 2-1,4 0-1024,0-1-1,0 0 0,0-1 1,0-1-1,1 0 0,14-2 1,37-5-17050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3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1 171 9588,'0'0'15696,"12"19"-13861,41 59-421,-49-71-1266,1-1 1,-1 0-1,1 0 0,0 0 0,0-1 1,0 1-1,1-1 0,0-1 0,0 1 1,1-1-1,-1 0 0,1 0 0,-1-1 1,1 0-1,0 0 0,1-1 0,-1 1 1,0-2-1,1 1 0,-1-1 1,1 0-1,-1-1 0,1 1 0,0-2 1,-1 1-1,1-1 0,9-2 0,-14 2-144,-1 0 0,0 0 0,0 0 0,0 0 0,1 0-1,-1-1 1,0 1 0,0-1 0,-1 1 0,1-1 0,0 0 0,0 0-1,-1 1 1,1-1 0,-1 0 0,0-1 0,0 1 0,0 0 0,2-4-1,14-49 3,-16 47-6,4-20 2,-1-1-1,-2 1 1,-1-1-1,-4-36 1,1-8-127,29 74-1655,27 10-1725,-22-5-3057,52 5 0,-30-11-2685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4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281 642 8788,'0'0'7881,"-23"0"-3154,-74 6-1288,88-4-3033,0-1 0,0 1-1,0 1 1,0 0 0,0 0-1,0 0 1,1 1 0,0 1-1,0-1 1,0 1 0,0 1-1,1-1 1,0 1 0,0 1 0,0-1-1,-5 9 1,10-12-365,0-1 0,0 1 0,0 0 0,1 0 0,-1 0 0,1 1 0,0-1 0,0 0 1,0 0-1,0 1 0,1-1 0,-1 0 0,1 1 0,0-1 0,0 1 0,0-1 0,1 4 0,-1-5-44,1 0 0,-1 0 0,1 0-1,0 0 1,-1-1 0,1 1 0,0 0 0,0 0-1,0 0 1,0-1 0,1 1 0,-1-1-1,0 1 1,1-1 0,-1 1 0,1-1 0,0 0-1,-1 0 1,1 0 0,0 0 0,0 0 0,-1 0-1,1 0 1,0 0 0,0-1 0,0 1-1,0-1 1,0 0 0,3 1 0,12 1-234,-1-1 0,1-1 0,0 0 0,0-1 0,0-1 0,30-7 0,-43 8 169,0 0 0,1 0 0,-1-1 0,0 0 0,0 0 0,0 0 1,0-1-1,0 1 0,-1-1 0,1 0 0,-1 0 0,0 0 0,1 0 1,-2-1-1,1 1 0,0-1 0,-1 0 0,1 0 0,-1 0 0,0 0 1,0 0-1,-1 0 0,1-1 0,-1 1 0,0-1 0,0 1 0,-1 0 1,1-1-1,-1-8 0,-34 14 1479,33 1-1399,0 0 0,-1 0-1,1 1 1,0-1 0,1 0 0,-1 1-1,0-1 1,1 1 0,-1-1 0,1 1 0,0-1-1,0 1 1,0-1 0,0 1 0,0-1-1,1 1 1,-1-1 0,1 1 0,-1-1-1,1 0 1,0 1 0,0-1 0,0 0 0,0 1-1,1-1 1,-1 0 0,0 0 0,1 0-1,0 0 1,-1-1 0,1 1 0,0 0-1,3 2 1,3-2-132,1 1 0,0-1 0,0 0 0,0-1 0,0 0 0,0-1 0,0 0 0,0 0 0,0-1 0,0 0 0,0 0 0,0-1 0,-1 0 1,1-1-1,0 0 0,-1 0 0,0-1 0,0 0 0,0-1 0,0 1 0,-1-1 0,10-9 0,7-6-800,-1-1 1,-1-2 0,-2 0-1,0-1 1,22-34 0,-3-9 457,-3-1 0,-3-2 0,30-91 1,-53 134 453,0 0 226,-1-1 0,9-47-1,-13 18 4207,-11 54-1010,-15 6-2090,16 0-1187,0-1 0,0 1 0,0-1 0,0 1 0,1 1-1,-1-1 1,1 1 0,0-1 0,0 1 0,0 0-1,-4 7 1,-32 53 803,36-58-931,-9 20-9,1 1 0,1-1 0,2 2 0,0-1 0,2 1 0,1 1 0,1-1 0,2 1 0,0 47 0,3-54 0,1-1 0,1 0 0,1 0 0,0 0 0,2 0 0,1 0 0,0-1 0,2 0 0,0 0 0,1 0 0,1-2 0,1 1 0,21 28 0,-27-42-215,-1 0 0,1-1-1,0 1 1,0-1 0,1 1 0,-1-2-1,1 1 1,0-1 0,0 1 0,0-2-1,0 1 1,1-1 0,-1 0 0,1 0-1,9 1 1,-9-2-415,1-1 0,-1 0 0,1-1 0,-1 1-1,0-1 1,1-1 0,-1 0 0,0 0 0,0 0 0,0-1 0,0 0-1,0 0 1,0 0 0,-1-1 0,0 0 0,0-1 0,0 1-1,0-1 1,-1 0 0,8-9 0,16-28-14339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4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13766,'0'0'19001,"-7"0"-19001,20 0 0,1 0 0,-7 7 0,-1 4 0,-6 0-1233,7 1-3025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0 11621,'0'0'19375,"-2"3"-17849,-13 16-1471,1 1 1,0 0-1,2 1 1,-15 33-1,-32 98-38,-8 16-66,64-161 38,-7 15-1010,-1-2 1,0 0 0,-19 25-1,14-24-3498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6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3618,'0'0'11512,"12"-15"-9706,42-48-147,-47 58-1285,0-1 1,0 1-1,0 0 0,1 1 1,0-1-1,0 1 0,0 1 1,0 0-1,1 0 0,-1 1 0,1-1 1,-1 2-1,1 0 0,0 0 1,0 0-1,0 1 0,13 1 0,-18-1-164,-2 1-143,-1-1 0,1 1-1,-1-1 1,1 1-1,-1-1 1,1 1-1,-1 0 1,1 0 0,-1 0-1,0 0 1,1 0-1,-1 0 1,0 0 0,0 0-1,0 0 1,0 1-1,0-1 1,0 0 0,0 1-1,0-1 1,-1 1-1,1-1 1,0 1 0,-1-1-1,1 1 1,-1-1-1,0 1 1,1 2-1,7 57 570,-8-49-452,3 42 252,-3 1 0,-3 0 1,-15 90-1,18-142-424,-1 1 0,0-1 0,1 0 0,0 0 0,0 1 0,0-1 0,0 0 0,0 1 0,1-1 0,-1 0 0,1 0 0,0 0 0,0 1 0,0-1 0,0 0 0,1 0 0,-1 0-1,1-1 1,3 6 0,-2-6-7,0 1 0,0-1 0,1 0 0,-1 0 0,1 0 0,-1-1 0,1 1 0,-1-1-1,1 0 1,0 0 0,0 0 0,-1-1 0,1 1 0,0-1 0,0 0 0,6 0 0,-9-1-13,0 0 1,0 1 0,0-1 0,0 0 0,0 0 0,0 0-1,0 0 1,0 0 0,0 0 0,0-1 0,-1 1 0,1 0-1,0 0 1,-1-1 0,1 1 0,-1 0 0,0-1-1,1 1 1,-1 0 0,0-1 0,0 1 0,1-1 0,-1 1-1,-1-2 1,2 0-11,-1 0 1,0 1-1,1-1 0,-1 1 0,0-1 0,-1 0 0,1 1 0,0-1 0,-1 1 1,0-1-1,1 0 0,-1 1 0,-2-5 0,0 5-20,0 0-1,-1 0 1,1 1-1,0-1 1,-1 1-1,1-1 1,-1 1-1,0 0 1,1 1-1,-1-1 1,0 1-1,1-1 1,-5 1-1,6 0 25,1 0-1,-1-1 0,0 1 1,0 0-1,1 0 1,-1 1-1,0-1 1,1 0-1,-1 1 1,0-1-1,1 0 1,-1 1-1,1 0 0,-1-1 1,1 1-1,-1 0 1,1 0-1,-1 0 1,1 0-1,0 0 1,-1 0-1,1 0 1,0 1-1,0-1 0,0 0 1,0 1-1,0-1 1,0 1-1,0-1 1,0 3-1,-2 12-17,2 0 1,0 0-1,1 0 0,0 0 1,1 0-1,1 0 0,1 0 0,0-1 1,1 1-1,9 23 0,6 4 118,2-1 0,31 48-1,-12-23-30,-35-58 9,0-1 0,-1 1 0,0 0 0,0 0 0,-1 0 0,0 1 0,-1-1 0,0 1 0,1 16 0,-3-25-16,-1 1-1,0 0 1,1-1 0,-1 1-1,0-1 1,0 1 0,0-1-1,0 1 1,0-1-1,0 0 1,0 1 0,-1-1-1,1 0 1,0 0-1,-1 0 1,1 0 0,-1 0-1,1 0 1,-1 0 0,1-1-1,-1 1 1,0 0-1,1-1 1,-1 1 0,0-1-1,0 0 1,1 0-1,-1 0 1,0 0 0,-1 0-1,-66 3 1606,58-3-1559,-38 2-94,34 0 0,0-1 0,0-1 0,0 0 0,0-1 0,-28-5 0,41 3 0,37-3-2657,3 1-8399,-23-2-1035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9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311 372 480,'0'0'10578,"5"-9"-9174,-1 0-1407,1-2 820,0 1 0,0-1-1,-2 0 1,1 0 0,-1 0-1,-1 0 1,0-1-1,1-12 1,-3 3-228,0-1 1,-2 1-1,-6-31 1,6 43-547,0 1 0,-1 0 1,0 0-1,-1 0 1,0 1-1,0-1 1,0 1-1,-1 0 0,0 0 1,-1 0-1,-10-9 1,14 13-15,-1 1 0,0 0 1,0-1-1,0 1 0,0 1 0,0-1 1,0 0-1,0 1 0,0-1 1,-1 1-1,1 0 0,0 0 1,-1 0-1,1 1 0,-1-1 0,0 1 1,1 0-1,-5 0 0,2 1-6,1 0-1,-1 1 1,1-1-1,-1 1 0,1 0 1,0 0-1,0 1 1,0 0-1,0 0 0,-7 5 1,0 2 26,1 1-1,0 0 1,1 1 0,0 0-1,0 0 1,1 1 0,-10 20-1,8-11 90,2 1 0,0 0 0,2 0-1,0 1 1,2 0 0,-3 27 0,3 3 321,5 92 1,4-108-388,2 1 0,2-1 0,1-1 0,2 1 1,20 45-1,-13-36-50,-2 1 0,13 65 0,-27-100-159,0-1 0,-1 1 0,-1 0 0,0-1 1,-3 25-1,2-33-189,1-1 0,-1 1 0,-1-1 0,1 1 0,0-1 0,-1 1 0,0-1 0,0 0 0,0 0-1,-3 4 1,3-5-223,0 0-1,0-1 1,0 1-1,0-1 0,0 1 1,0-1-1,0 0 1,-1 0-1,1 0 1,-1 0-1,1 0 0,0 0 1,-1-1-1,1 1 1,-1-1-1,-3 0 0,-14 1-6471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9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11429,'0'0'10677,"156"-52"-8404,-95 43-768,0 0-513,0-2-495,-7 2-417,-14-2-48,1 2-32,0 0-561,-14-3-1584,0 3-2145,0-2-3313,-7-2-4259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0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10389,'0'0'10597,"3"22"-7689,27 185 3068,-26-176-5614,-8-46 72,-9-52 82,10 48-508,0-1 0,1 1 1,1-1-1,1 0 0,1 1 0,1-1 0,4-20 0,-5 35-15,0 0 0,0 0 0,1 0 0,-1 0-1,1 1 1,1-1 0,-1 0 0,0 1 0,1 0 0,0 0 0,0 0 0,1 0 0,-1 0-1,1 1 1,-1-1 0,1 1 0,0 0 0,1 0 0,-1 0 0,0 1 0,1-1 0,0 1 0,-1 0-1,1 1 1,0-1 0,0 1 0,0 0 0,0 0 0,0 0 0,0 1 0,8 0 0,-6 1-673,-1 0 0,1 0 0,-1 0 1,0 1-1,1 0 0,-1 0 0,0 1 1,0 0-1,9 5 0,-9-4-899,0-1 0,0 0 0,1 0 0,-1-1 0,1 1 0,12 1 0,10-3-5094,4-1 177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1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97 5090,'0'0'19548,"-12"-2"-17267,7 2-2094,0-1 0,0 1 0,0 0-1,0 0 1,0 0 0,0 1 0,0 0 0,1 0 0,-1 0 0,0 1-1,0-1 1,1 1 0,-1 0 0,1 0 0,-1 1 0,1 0 0,0-1 0,0 1-1,0 1 1,0-1 0,1 1 0,-1-1 0,-2 5 0,-2 0-29,1 0 1,1 1 0,0-1-1,0 1 1,-5 11-1,9-16-132,0 0 0,0 0 0,1 0-1,-1 0 1,1 1 0,0-1 0,0 0-1,1 1 1,-1-1 0,1 0-1,0 1 1,0-1 0,1 1 0,-1-1-1,3 7 1,-3-10-26,1 0 0,0-1 0,-1 1 0,1 0 0,0 0 0,-1-1 0,1 1 0,0 0 0,0-1 0,0 1 0,0-1 0,0 0 0,0 1 0,-1-1 0,1 1 0,0-1 0,0 0 0,0 0 0,0 0 0,0 0 0,0 1 0,2-2 0,31 1 0,-22-1 0,-2 1 0,-1-2 0,1 1 0,-1-2 0,1 1 0,-1-1 0,0 0 0,-1-1 0,1 0 0,0-1 0,-1 1 0,8-7 0,-11 7 0,0 1 0,0 0 0,-1-1 0,1 0 0,-1 0 0,0-1 0,0 1 0,0-1 0,-1 0 0,0 0 0,0 0 0,0 0 0,0-1 0,-1 1 0,0-1 0,0 1 0,0-1 0,-1 0 0,1-8 0,-2 12 0,0-1 0,0 1 0,-1-1 0,1 1 0,-1 0 0,0-1 0,1 1 0,-1 0 0,0 0 0,0 0 0,-1-1 0,1 1 0,0 0 0,-1 0 0,1 1 0,-1-1 0,0 0 0,1 0 0,-1 1 0,0-1 0,0 1 0,0 0 0,0-1 0,-4 0 0,-5-3 0,0 1 0,0 0 0,-23-4 0,2 0 0,32 8-11,0 0-1,0 0 1,0 0-1,0 0 1,0-1-1,0 1 1,0 0-1,1 0 1,-1 0-1,0 0 1,0 0-1,0 0 1,0 0 0,0 0-1,0 0 1,0 0-1,0 0 1,0 0-1,0 0 1,0 0-1,0 0 1,0-1-1,0 1 1,0 0 0,0 0-1,0 0 1,0 0-1,0 0 1,0 0-1,0 0 1,0 0-1,0 0 1,0 0-1,0 0 1,0 0-1,0-1 1,0 1 0,0 0-1,0 0 1,0 0-1,0 0 1,0 0-1,0 0 1,0 0-1,0 0 1,0 0-1,-1 0 1,1 0 0,0 0-1,0 0 1,0 0-1,0 0 1,0 0-1,0 0 1,8-2-1352,291 0-7062,-297 2 8410,1-1 0,-1 1-1,0 0 1,1 0 0,-1 1 0,0-1 0,0 0 0,1 1-1,-1-1 1,0 1 0,0 0 0,0 0 0,1 0-1,-1 0 1,0 0 0,0 0 0,0 1 0,-1-1 0,1 1-1,0-1 1,-1 1 0,1-1 0,0 1 0,-1 0 0,0 0-1,3 4 1,-2 1 448,0 0 0,-1 1-1,0-1 1,0 0 0,0 1 0,-1-1-1,-1 8 1,1-5 357,-13 56 5364,13-82-5921,0 13-232,1 1 1,0-1 0,0 0 0,0 0 0,0 1-1,0-1 1,1 0 0,-1 1 0,1-1 0,0 1-1,0 0 1,0 0 0,0 0 0,0 0 0,4-4-1,44-31-88,-38 29 28,109-68-681,-106 68 728,0 1 0,1 1 0,0 0 0,0 0 0,0 2 0,24-4 0,-39 9 32,-1-1 0,1 1 0,0 0 0,0-1 0,-1 1 0,1 0 0,-1 0 0,1 0 0,-1-1 0,1 1 1,-1 0-1,1 0 0,-1 0 0,0 0 0,0 0 0,1 0 0,-1 0 0,0 0 0,0 0 0,0 0 0,0 0 0,0 0 0,0 0 0,-1 1 0,1 39 542,0-31-494,-1 5-564,2 13-3181,-1-27 3475,0 0 1,1 0-1,-1-1 1,0 1-1,1 0 1,-1-1 0,1 1-1,-1 0 1,1-1-1,-1 1 1,1 0-1,-1-1 1,1 1-1,0-1 1,-1 1 0,1-1-1,0 0 1,-1 1-1,1-1 1,0 1-1,0-1 1,-1 0-1,1 0 1,0 0 0,0 1-1,-1-1 1,1 0-1,0 0 1,0 0-1,1 0 1,12 0-10575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1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9780,'0'0'18764,"-5"27"-16304,-4 9-1631,3-14-673,1 0 0,2 0-1,0 1 1,1-1-1,2 25 1,-3 19-156,1-41 0,1 1 0,1-1 0,1 1 0,6 28 0,-7-52 5,1 1 0,0 0 0,0-1 0,0 1 1,0-1-1,0 1 0,1-1 0,-1 1 0,1-1 0,0 0 0,-1 0 0,1 0 0,0 0 0,0 0 1,0 0-1,1 0 0,-1-1 0,0 1 0,1-1 0,-1 1 0,1-1 0,-1 0 0,1 0 1,3 0-1,4 2-64,1-2 0,0 0 1,0 0-1,20-2 1,-6 0-319,11-5-4889,-33 5 4222,-1 0 0,1 0 0,-1-1 1,0 1-1,0 0 0,1-1 0,-1 0 0,0 0 1,0 1-1,0-1 0,2-4 0,5-15-13389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1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13894,'0'0'9477,"149"-16"-9477,-102 16-288,1-3-2754,-1-6-4817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1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11717,'0'0'13431,"149"-14"-12231,-88 1-15,-6-5-401,-1 4-512,-14 0-240,-6 3-32,-7 7-928,-13-1-753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1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3874,'0'0'16455,"136"-18"-15958,-82 2-449,0-2-48,0 0-2065,7-2-5715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3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263 321 208,'0'0'6190,"20"-14"-4752,64-48 224,-77 57-1062,-1 0 0,0 0 1,0 0-1,0-1 0,0 0 1,-1 0-1,0 0 1,0-1-1,-1 0 0,7-13 1,-7 12-2,-2 5-311,-1 0 0,1-1 0,-1 1 0,0 0 0,1-1 0,-2 1 0,1-1 0,0 1 0,-1-1 0,1 1 0,-1-1 0,0 1 0,0-1 0,-1 1 1,1-1-1,-1 1 0,0-1 0,1 1 0,-2-1 0,0-2 0,-1 1-61,0 1 0,1 0-1,-2 0 1,1 0 0,0 1 0,-1-1 0,0 1 0,0 0 0,0 0 0,0 0-1,0 1 1,-8-4 0,-4-1 24,0 1 0,-1 0 0,0 2 0,0 0-1,0 1 1,0 1 0,-19-1 0,27 3-226,0-1 0,0 2 0,1-1 0,-1 1 0,0 1 1,0-1-1,1 2 0,-1-1 0,1 1 0,0 0 0,0 1 0,0 0 0,0 0 0,0 1 0,1 0 1,0 0-1,0 0 0,0 1 0,1 0 0,0 1 0,0 0 0,1-1 0,-1 2 0,2-1 0,-1 1 0,1-1 1,0 1-1,0 0 0,1 1 0,0-1 0,-2 12 0,-2 16-9,2 0 1,1 0-1,1 1 1,2-1-1,2 1 0,7 47 1,2-24 1,22 73 1,-3-17-507,-16-63-278,4 17-752,-13-21-4319,-17-48-4078,-1-1-222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4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13302,'0'0'11304,"23"0"-8759,1 1-2043,1 0 0,-1 2 0,1 0 0,-1 2 0,0 1 0,31 11 0,0 10-44,24 9-188,-78-36 234,-9-14 150,4 5-636,-1-1 0,1 1 0,1-1 0,0 0-1,1 0 1,0 0 0,0 0 0,1-1 0,0 1 0,1 0 0,1-17 0,-1 13-17,1 11-1,0 0 0,0 0 0,0 0 0,1 0 0,-1 0 0,1 1 0,0-1 0,-1 0 0,1 1 0,0-1 0,1 1 0,-1 0 0,0 0 0,1 0 0,-1 0 0,1 0 0,-1 1 0,1-1 0,0 1 0,4-2 0,63-26 0,7 7-3391,-54 17 510,1 1 0,0 1 0,0 1 1,0 2-1,41 2 0,-42 4-6217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4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34 8820,'0'0'16749,"-13"18"-15250,-36 54-245,47-69-1221,0-1 0,1 1 0,-1 0 0,1-1 0,0 1 0,0 0 0,0 0 0,0 0 0,0 0 0,1 0 0,-1 0 0,1 0 0,0 0 0,0 0 0,0 0 0,0 4 0,1-5-5,0-1 0,-1 1 0,1 0 0,0-1 0,0 1 0,0 0 0,0-1 0,0 0 0,1 1 0,-1-1 0,0 0 0,1 1 0,-1-1 0,1 0 0,-1 0 0,1 0 0,-1 0 0,1-1 0,2 2 0,6 1 67,-1-1-1,1 0 1,0 0-1,1-1 0,-1 0 1,15-1-1,-20 0-88,0 0-45,1 0 0,0 0 1,0-1-1,0 1 0,0-2 1,-1 1-1,1 0 0,0-1 1,6-3-1,-10 4 23,0-1 1,-1 1-1,1 0 1,0-1-1,-1 1 1,1-1-1,-1 0 1,1 1-1,-1-1 0,0 0 1,0 0-1,0 0 1,0 0-1,0 0 1,0 0-1,0 0 1,-1 0-1,1-1 1,-1 1-1,0 0 0,1 0 1,-1 0-1,0-1 1,0 1-1,-1 0 1,1 0-1,0 0 1,-2-3-1,1 0 2,-1 0 0,-1 1-1,1-1 1,-1 1 0,1 0 0,-1 0 0,0 0 0,-1 0-1,1 1 1,-1-1 0,1 1 0,-1 0 0,0 0-1,-1 0 1,-6-4 0,-8-4-1,-1 1 0,-25-10 0,37 15-56,9 2 7,22-1-37,56 4 47,-60 1 99,-18-1-45,15-1-2,-1 1-1,1 1 0,-1 1 0,29 6 0,-41-7 7,0 0-1,0 0 1,0 0 0,0 0-1,0 1 1,0-1 0,-1 1-1,1 0 1,0 0 0,-1 0-1,0 0 1,1 0-1,-1 0 1,0 1 0,0-1-1,0 1 1,0 0 0,-1-1-1,1 1 1,-1 0 0,1 0-1,-1 0 1,0 0 0,0 0-1,-1 0 1,1 0 0,0 1-1,-1-1 1,0 6 0,0-7 32,-1-1 0,1 1 0,0 0 0,0-1 0,0 1 1,0 0-1,0-1 0,0 1 0,0 0 0,1-1 0,-1 1 0,1-1 1,-1 1-1,1 0 0,0-1 0,-1 1 0,1-1 0,1 2 1,0-3-44,0-1 0,1 1 0,-1-1-1,0 0 1,0 0 0,-1 0 0,1 0 0,0 0 0,0-1 0,0 1 0,-1 0 0,1-1 0,-1 1 0,3-4 0,21-14-176,1 1-1,1 1 0,45-22 1,-15 9 231,-57 30 19,0 0-1,0-1 0,1 1 1,-1 0-1,0 0 0,1 0 1,-1 0-1,0-1 0,0 1 1,1 0-1,-1 0 0,0 0 1,1 0-1,-1 0 0,0 0 1,1 0-1,-1 0 0,0 0 1,0 0-1,1 0 0,-1 0 1,0 0-1,1 0 0,-1 0 0,0 0 1,1 0-1,-1 1 0,0-1 1,0 0-1,1 0 0,-1 0 1,0 0-1,0 1 0,1-1 1,-1 0-1,0 0 0,0 0 1,1 1-1,-1-1 0,0 0 1,0 0-1,0 1 0,0-1 1,1 0-1,-1 1 0,0-1 1,0 0-1,0 1 0,0-1 1,0 0-1,0 0 0,0 1 0,0-1 1,0 0-1,0 1 0,0-1 1,-1 31 517,0-28-652,0 0 0,1 0 0,-1 0 0,1 0 0,0-1 0,0 1 0,0 0 0,0 0 0,1 0 0,-1 0 0,1 0 0,-1 0 0,1-1 0,0 1 0,3 5 0,-2-7-600,1 0 1,0 0 0,0 0 0,0 0 0,0 0 0,0-1-1,0 1 1,0-1 0,0 0 0,0 0 0,5 0-1,-1 0-1415,19 0-6548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5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15959,'0'0'12166,"-7"22"-9202,-2 11-2628,1 0-1,2 0 1,1 1-1,-1 38 1,6-59-336,1-1 0,0 0 0,0 0 0,1 0 0,0 0 0,1-1 0,1 1 0,0-1 0,0 1 0,1-1 0,1-1 0,0 1 0,0-1 0,1 0 0,9 11 0,-13-19-18,0 1 1,0-1-1,0 0 0,0 0 1,1 0-1,-1 0 0,0-1 1,1 1-1,0-1 1,-1 0-1,1 0 0,0 0 1,-1 0-1,1-1 0,6 1 1,60-4-1542,-59 2 1007,27-7-4634,-15-12-4091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5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10037,'0'0'11525,"121"0"-9668,-53 0-1697,-7-7-160,0 0-1521,-13-4-2689,-1-5-6787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5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16808,'0'0'14678,"-7"142"-13397,7-104-1281,0-2 0,0 0 0,7-2 0,-7-7 0,0-2 0,0-7 0,0-4-960,0-7-1522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5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12054,'0'0'12949,"122"-2"-12644,-89-3-129,1 1-176,7-3-288,-7 0-1841,6-4-2145,-6-5-5219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6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3314,'0'0'24243,"-2"13"-21533,-5 37-1133,1 83-1,7 1-2954,0-36-3745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6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 7972,'0'0'24795,"-14"-2"-24795,14 11 0,7 2 0,7 0 0,-7 3 0,-1-1 0,1 3-480,7-2-4258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6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0 9092,'0'0'10037,"-60"118"-4147,39-78-2528,8 3-2562,-14 5-640,-1-1-160,-12 5-1728,-8 4-2738,-13 1-8180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0 672,'0'0'16475,"-8"28"-14357,0 2-1526,-52 157 2687,-42 45 60,50-132-2930,-90 127-1,136-218-516,2-2-177,-1 0-1,1-1 0,-2 0 1,1 0-1,-1 0 1,-12 10-1,22-45-9392,14-8 4385,-14 30 4046,17-30-3814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7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0 1953,'0'0'18358,"-12"21"-16475,-24 41 566,-51 118 0,52-83-875,2-3-1012,-4-1 1,-53 97-1,65-158-710,1-1-2957,17-8-8689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7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83 1889,'0'0'13633,"4"-14"-11157,-3 10-2341,0 0 65,0 0-1,0-1 0,0 1 0,0 0 1,-1-1-1,0 1 0,0-1 0,0 1 1,-1-7-1,1 10-143,-1 0-1,1 1 1,0-1 0,-1 0-1,1 0 1,-1 1 0,1-1 0,-1 0-1,1 1 1,-1-1 0,0 0-1,1 1 1,-1-1 0,0 1 0,1-1-1,-1 1 1,0-1 0,0 1-1,1 0 1,-1-1 0,0 1-1,0 0 1,0-1 0,-1 1 0,-1 0 93,-1 0 0,1 0 1,-1 0-1,1 1 1,-1-1-1,1 1 1,0 0-1,-1 0 1,1 0-1,-4 3 1,-16 6 361,1 2-1,0 1 1,1 0 0,1 2 0,0 0 0,-20 21 0,10-6-33,2 1 0,-46 65 0,65-83-424,2 1 1,0 0-1,1 0 0,0 0 1,1 1-1,0 0 1,2 0-1,0 0 0,0 0 1,1 0-1,1 1 1,1 16-1,0-29-60,0 0 0,0 0 0,1 0 1,-1 0-1,1 0 0,-1-1 0,1 1 0,0 0 0,0 0 0,1 0 1,-1-1-1,0 1 0,1 0 0,0-1 0,-1 0 0,1 1 1,0-1-1,3 3 0,-1-2-34,0 0 0,1 0 1,-1-1-1,1 0 0,-1 1 0,1-1 0,0-1 1,0 1-1,0-1 0,5 1 0,7 0-168,-1 0-1,1-2 0,-1 0 1,1-1-1,31-5 0,-36 3 125,0 0-1,0-1 1,0-1 0,0 0 0,-1 0-1,0-1 1,0 0 0,-1-1-1,0 0 1,0-1 0,0 0-1,-1-1 1,0 1 0,-1-2 0,0 1-1,9-14 1,-7 7 123,-1-1 0,0 0 0,-1 0 0,-1 0 0,0-1 0,-1 0 0,-1-1 0,-1 1 0,3-38 0,-6 47 79,-1 1 0,0-1 0,0 1 0,-1-1 0,0 1 1,0-1-1,-1 1 0,0 0 0,-1 0 0,0 0 0,-4-9 0,5 13-67,-1 0 1,0 1-1,1-1 0,-1 1 0,0 0 1,-1 0-1,1 0 0,0 0 0,-1 1 0,0-1 1,1 1-1,-1 0 0,0 0 0,0 0 0,0 1 1,-1-1-1,1 1 0,0 0 0,0 0 1,-1 0-1,1 1 0,-1 0 0,-6 0 0,9 0-129,0 0-1,-1 0 1,1 0-1,0 0 0,-1 0 1,1 1-1,0-1 1,-1 1-1,1-1 1,0 1-1,0 0 0,-1 0 1,1 0-1,-3 2 1,-1 11-3803,10 9-5410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8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516 18 5202,'0'0'14919,"-4"-3"-12971,-2 0-1712,-1 1 1,1-1 0,0 2-1,-1-1 1,1 1-1,0 0 1,-1 0 0,0 0-1,1 1 1,-1 0-1,1 1 1,-1-1 0,1 1-1,-1 1 1,1-1-1,-1 1 1,1 0 0,-12 6-1,-13 5 337,1 2 0,-43 27-1,50-28-401,1 2-1,0 0 0,1 2 1,1 0-1,-35 41 0,45-46-135,1 0 0,1 0 0,0 1 0,1 0 0,0 0 0,1 1-1,1-1 1,0 2 0,1-1 0,0 0 0,-2 29 0,5-34-62,1 0 1,0 0-1,0 0 1,1 0 0,0 0-1,1 0 1,0 0-1,6 18 1,-6-23-110,1 0 0,0-1 0,0 1 0,0-1-1,0 0 1,0 0 0,1 0 0,0 0 0,0-1 0,0 1 0,0-1 0,1 0 0,-1 0 0,1-1 0,0 0 0,-1 1 0,1-1 0,9 2 0,7 1-1853,-1-1-1,1-1 0,-1 0 0,42-2 1,3-1-6703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8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6275,'0'0'16103,"-54"147"-14086,40-102-528,8 2-225,-15-4-607,8-2-513,6-5-144,-7-7-16,8-4-1473,-8-5-1536,14-6-3458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8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21 5202,'0'0'11109,"-2"-3"-9775,1 1-961,0 1-262,1 0-1,-1 0 1,1 0 0,0 0 0,-1 0-1,0 0 1,1 1 0,-1-1-1,0 0 1,1 0 0,-1 1-1,0-1 1,0 0 0,1 1-1,-1-1 1,-6-1 5389,42 30-3555,-12-5-1706,-2 1 0,0 1 0,-1 0 0,-2 2 0,0 0 0,-2 1 0,-1 1 0,-2 0 0,0 1 0,-2 0 0,-1 1 0,-2 0 0,-1 0 0,-1 1 0,-2 0 0,-1 0 0,-2 1 0,-2 33 0,-1-56-211,0-1 0,-1 1 0,0 0 0,0-1 0,-1 0 0,0 1 0,0-1 0,-1-1 1,-1 1-1,1-1 0,-1 0 0,-1 0 0,1-1 0,-1 0 0,-15 12 0,-10 5 130,-2-1 0,-59 31-1,26-16-87,49-28-70,1 2 0,0 0 0,-28 27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2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1569,'0'0'4226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2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23 4562,'101'-23'18107,"-110"23"-17447,0 1 0,1 0 0,-1 1 0,-13 4 0,-36 14-1175,3 0-4522,23-12 6,4-3-1951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2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 1377,'0'0'21465,"-122"33"-20744,109-28-561,-1 2-160,-6-3-240,-7 1-1409,6 1-1072,-6 4-1489,7-4-832,-14 3-721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2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2481,'0'0'14087,"-122"16"-12054,115-14-385,7 1-831,0-1-593,0 0-224,0 3-32,-6 4-577,-1 0-1584,-7 0-3169,1 0-2546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2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9444,'0'0'14663,"27"61"-14503,-20-48-96,6 1-64,-6-1-784,0 6-1345,0 1-833,6 2-1712,-6 3-1921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3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1969,'0'0'16664,"40"111"-16504,-33-93-64,7 2-96,-8-2-817,1 7-2208,7 2-2129,-7-2-1554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3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5955,'0'0'12021,"7"90"-11989,-7-74-32,7 4-1392,0 14-2130,-7 2 128,6 0-3921,1 0 4930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3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6227,'0'0'11845,"0"32"-11989,0-23-1713,0-2-3009,0 2-2017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3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11333,'108'147'4306,"-122"-140"5571,8-5-8501,6 0 417,0 1-1617,0-1-176,-7 0-4338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3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7187,'0'0'19273,"-81"43"-18745,81-41-528,-7 3 0,7 1-976,0 1-1345,0 2-1809,0 5-1681,-7 1-2192,7 1 3617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4770,'0'0'17432,"-7"0"-16615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5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3554,'0'0'8620,"5"-6"-6638,17-24 5448,-19 64 8,1 4-4930,-4 145-1273,-1-177-1235,0 1 0,0-1 0,0 0 0,-1 0 0,0 1 0,0-1 0,-5 9 0,4-9 0,0-1 0,1 1 0,0 0 0,0 0 0,0 0 0,1 0 0,-1 9 0,3-13 0,5-1 0,123-1-3486,59 0-9393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6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0 816,'0'0'1238,"21"2"-181,62 4-537,-81-7-457,0 1 1,0 0-1,0 0 0,-1 1 0,1-1 1,0 0-1,0 1 0,0-1 0,-1 1 1,1-1-1,0 1 0,0 0 0,-1 0 1,1 0-1,-1 0 0,1 0 0,-1 0 1,1 0-1,-1 0 0,0 0 1,1 1-1,-1-1 0,0 1 0,0-1 1,0 1-1,0-1 0,0 1 0,0 0 1,-1-1-1,1 1 0,-1 0 0,1 0 1,-1-1-1,1 1 0,-1 0 1,0 0-1,0 0 0,0 3 0,4 16 1282,4-6 1610,-2 24 11322,-5-10-11346,-1-26-3202,2 71 1964,0 23-1956,-3-77-1628,0-1-1,-7 33 1,7-48 1032,2-3-254,-1-1 891,0 0-1,-1 1 0,1-1 1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6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13670,'0'0'7043,"20"104"-7091,-13-79-1600,0 0-2546,0-3-2913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6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9636,'0'0'14751,"7"16"-13801,23 47-318,-29-61-608,1 0-1,-1 0 1,1 1-1,0-1 1,0 0-1,0 0 1,0-1-1,0 1 1,0 0 0,1-1-1,-1 1 1,0-1-1,1 0 1,-1 0-1,1 0 1,0 0-1,-1 0 1,1 0-1,0-1 1,-1 1-1,1-1 1,6 0-1,-4 0-87,0 0 0,0 0 0,0-1 1,1 0-1,-1 0 0,0-1 0,0 1 0,7-4 0,7-11-418,-9 10 1251,-3 21 395,-4-4-890,0-1 0,1 1 0,0-1 0,7 13 1,-10-20-480,1-1 0,-1 1 0,1-1 0,-1 1 1,1-1-1,0 0 0,0 0 0,0 1 1,0-1-1,0-1 0,0 1 0,1 0 1,-1-1-1,1 1 0,-1-1 0,1 1 1,0-1-1,-1 0 0,1 0 0,4 0 1,-1 0-934,11-1-3381,-4-5-2041,12-17-5104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7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2721,'0'0'19705,"-81"158"-16039,81-110-2033,0-3-497,0-5-31,0-6-641,0-9-416,14-5-48,6-6-384,0-5-1169,1-7-1184,-1-2-1633,7 0-3394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7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16215,'0'0'9093,"122"0"-9093,-41 0-545,0 0-3088,14 0-4803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7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1 133 10181,'0'0'14441,"4"10"-12619,19 30 335,42 57 1,-10-17-1740,-54-79-445,-1-1 0,0 1 0,1 0 0,-1-1-1,0 1 1,1 0 0,-1-1 0,1 1 0,-1-1 0,1 1 0,-1 0 0,1-1 0,-1 1 0,1-1-1,0 0 1,-1 1 0,1-1 0,0 1 0,-1-1 0,1 0 0,0 0 0,-1 1 0,1-1 0,0 0-1,0 0 1,-1 0 0,1 0 0,1 0 0,-1 0 2,0-1 1,0 0-1,0 0 1,-1 1-1,1-1 1,0 0-1,0 0 1,-1 0-1,1 0 0,0 0 1,-1 0-1,1 0 1,-1 0-1,0-1 1,1 1-1,-1-2 0,11-65-259,-9 50 195,6-42 55,-3 18 95,2-1-1,14-47 0,-21 88-105,0 1 1,1-1-1,-1 1 1,1-1-1,-1 1 1,1-1-1,-1 1 1,1-1-1,0 1 1,0 0-1,0-1 1,-1 1-1,1 0 1,1 0-1,-1-1 1,0 1-1,0 0 0,0 0 1,1 0-1,-1 1 1,0-1-1,1 0 1,-1 0-1,1 1 1,-1-1-1,1 1 1,-1-1-1,1 1 1,-1 0-1,1-1 1,-1 1-1,1 0 1,0 0-1,-1 0 0,3 0 1,2 2-1176,1 1-1,0-1 1,-1 1 0,0 0-1,0 0 1,10 7 0,3 2-3479,8 2-3945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8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179 500 5234,'0'0'10320,"-20"5"-6518,-65 18-636,80-21-2960,0 0 0,0 0 0,1 0-1,-1 1 1,1-1 0,0 1 0,-1 0-1,1 1 1,1-1 0,-1 1 0,0-1-1,1 1 1,-4 6 0,5-8-170,1 0-1,0 1 1,-1-1 0,1 1 0,0-1-1,0 1 1,1-1 0,-1 1-1,0 0 1,1-1 0,0 1 0,-1 0-1,1-1 1,0 1 0,0 0 0,1-1-1,-1 1 1,1 0 0,-1-1 0,2 4-1,0-5-46,1 1 0,-1-1 0,1 0 0,-1-1 0,1 1 0,-1 0 0,1-1 0,0 1 0,-1-1 0,1 0 0,0 0 0,-1 0 0,1 0 0,0 0 0,3-2 0,2 2-101,-1 0-125,0 0 0,0-1-1,0 1 1,0-1 0,0-1-1,0 0 1,0 0 0,0 0-1,-1 0 1,1-1 0,-1 0-1,0-1 1,0 1 0,0-1 0,0-1-1,-1 1 1,1-1 0,-1 0-1,6-7 1,-11 11 300,0 1 1,0 0-1,0-1 0,0 1 0,1 0 1,-1-1-1,0 1 0,0 0 1,-1-1-1,1 1 0,0 0 0,0-1 1,0 1-1,0 0 0,0-1 1,0 1-1,0 0 0,-1-1 0,1 1 1,0 0-1,0 0 0,0-1 1,-1 1-1,1 0 0,0 0 0,0-1 1,-1 1-1,1 0 0,0 0 1,0-1-1,-1 1 0,1 0 0,0 0 1,-1 0-1,1 0 0,0 0 1,-1 0-1,1 0 0,0 0 0,-1-1 1,1 1-1,0 0 0,-1 0 1,1 0-1,0 0 0,-1 1 0,1-1 1,0 0-1,-1 0 0,1 0 1,0 0-1,-1 0 0,1 0 1,0 0-1,-1 1 0,0-1-21,0 0-1,-1 0 1,1 0 0,0 0-1,0 1 1,0-1-1,-1 0 1,1 1 0,0-1-1,0 0 1,0 1-1,0 0 1,0-1 0,0 1-1,0 0 1,0-1 0,0 1-1,0 0 1,0 0-1,-1 1 1,0 3-9,1 0 1,0 0-1,0 0 0,0 0 1,1 1-1,-1-1 1,1 0-1,1 0 0,0 7 1,-1-9-39,0-1 1,0 1-1,1-1 0,-1 0 1,1 1-1,-1-1 1,1 1-1,0-1 1,0 0-1,0 0 1,0 0-1,0 0 1,1 0-1,-1 0 1,1 0-1,-1 0 0,1 0 1,0 0-1,3 2 1,2-2-173,0 0-1,0 0 1,0-1 0,0 0 0,1-1-1,-1 0 1,0 0 0,0 0-1,0-1 1,1 0 0,-1 0 0,0-1-1,0 0 1,0 0 0,-1-1 0,1 1-1,0-2 1,-1 1 0,0-1 0,10-7-1,1-1-533,-1-1-1,-1-1 1,0-1 0,-1 0-1,-1 0 1,13-20-1,-7 5-277,-1 0 1,-1-2-1,15-41 0,-16 28 1073,-1 0 1,-3-1-1,13-89 0,-24 123 333,4-43 1693,-10 24 3196,-3 29-1815,-17 13-1648,17-3-1393,1 1 1,0 0 0,0 0 0,1 1 0,-9 18 0,3-6 122,-4 9-286,2 0-1,1 1 0,2 0 0,1 0 1,1 2-1,2-1 0,1 1 0,2 0 1,0 68-1,4-93-281,0-1-1,1 1 1,0-1-1,0 1 1,0-1-1,1 0 1,1 0-1,-1 0 1,2 0-1,3 9 1,-3-12-21,-1 0 1,1 0-1,-1-1 0,1 0 1,1 1-1,-1-1 1,1-1-1,-1 1 0,1-1 1,0 0-1,0 0 0,1 0 1,-1 0-1,1-1 1,8 2-1,3 0-741,1 0 0,0-2 0,-1 0 0,1-1 1,0-1-1,0 0 0,0-1 0,-1-1 0,34-9 0,42-23-8170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8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4434,'0'0'23163,"129"19"-22491,-82-19-576,1 0-96,-8-7-608,1 0-1345,-7 0-1985,-14 3-2353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8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11845,'0'0'9205,"143"-18"-8405,-89 6-800,-7-1-720,7 4-2226,1 0-4641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9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298 658 10037,'0'0'15359,"-18"-6"-13500,-58-19-311,70 23-1433,1 1 1,-1 0 0,0 0 0,1 1 0,-1 0 0,0 0 0,1 0 0,-1 1 0,1-1 0,-1 1 0,0 1 0,1-1 0,0 1 0,-1 0 0,1 0 0,0 1 0,0-1 0,-5 5 0,-3 2 87,1 1 0,0 0-1,1 1 1,-14 16 0,23-25-200,0 0 1,0 0-1,0 1 1,0-1-1,1 0 0,-1 1 1,1-1-1,-1 1 0,1-1 1,0 1-1,0 0 1,0 0-1,0-1 0,0 5 1,2-7-8,0 1 1,0 0 0,-1-1-1,1 1 1,0-1 0,0 1-1,0-1 1,0 1 0,0-1-1,0 0 1,0 1-1,0-1 1,0 0 0,0 0-1,0 0 1,0 0 0,0 0-1,0 0 1,0 0 0,0 0-1,0 0 1,0 0 0,2-1-1,2 1-9,9-1-64,1-1 1,0 0-1,-1-1 0,1 0 0,-1-2 0,0 1 0,0-2 0,0 0 1,-1 0-1,18-13 0,6-6-505,0-1 0,37-37 1,-7-2-220,-4-2 1,-2-3 0,-4-2-1,-3-3 1,56-104 0,-107 175 853,0 0 117,-1 0 0,1 0 1,-1 0-1,0 0 0,-1-1 0,1 1 1,-1 0-1,0-1 0,0 1 1,1-7-1,-2 12-117,0-1-1,0 0 1,0 0 0,0 0 0,0 1-1,-1-1 1,1 0 0,0 0 0,0 0 0,0 1-1,0-1 1,0 0 0,-1 0 0,1 0-1,0 0 1,0 0 0,0 1 0,0-1 0,-1 0-1,1 0 1,0 0 0,0 0 0,0 0-1,-1 0 1,1 0 0,0 0 0,0 0 0,-1 0-1,1 0 1,0 0 0,0 0 0,0 0-1,-1 0 1,1 0 0,0 0 0,0 0 0,-1 0-1,1 0 1,0 0 0,0 0 0,0 0-1,-1 0 1,1 0 0,0 0 0,0-1 0,0 1-1,-1 0 1,1 0 0,0 0 0,0 0-1,0-1 1,0 1 0,0 0 0,-1 0 0,1 0-1,0 0 1,0-1 0,0 1 0,0 0-1,0 0 1,0-1 0,0 1 0,0 0 0,0 0-1,0 0 1,0-1 0,0 1 0,0-1-1,-1 2 114,-21 17 140,2 0 0,0 1 0,1 1 0,0 1 1,2 0-1,1 2 0,-21 36 0,24-35-306,1 1 0,1 0 0,0 0 0,3 1 0,0 1 0,1-1 0,2 1 0,0 0 0,2 1 0,1-1 0,1 1 0,5 41 0,-4-66-176,1 0-1,0-1 1,0 1-1,0 0 1,0-1-1,0 1 1,0-1-1,1 1 1,-1-1-1,1 0 1,0 0-1,-1 1 1,1-1-1,0 0 1,0-1-1,0 1 1,1 0-1,-1-1 1,0 1-1,1-1 1,-1 0-1,1 1 1,-1-1-1,1 0 1,0-1-1,-1 1 1,1 0-1,0-1 1,0 0-1,5 1 1,-1-1-649,0 1-1,1-1 1,-1-1 0,0 0 0,1 0 0,-1 0 0,0-1 0,0 0-1,0 0 1,9-5 0,19-17-7566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9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11717,'0'0'16456,"4"8"-15389,-1-4-1012,-1 0-1,1 0 1,0 0 0,0 0-1,1 0 1,-1-1 0,1 0-1,-1 1 1,1-2-1,0 1 1,0 0 0,1-1-1,-1 1 1,1-1 0,-1-1-1,1 1 1,-1 0 0,1-1-1,0 0 1,0 0-1,-1-1 1,1 1 0,0-1-1,10-1 1,13 3-18,-20-1-115,0 0-1,0 0 1,0-1 0,0 0 0,-1-1-1,1 1 1,0-1 0,0-1-1,0 0 1,14-5 0,-21 5 52,1 0 1,0 0 0,-1 0 0,1 0 0,-1-1-1,0 1 1,0 0 0,1-1 0,-2 0 0,1 1 0,0-1-1,0 1 1,-1-1 0,0 0 0,1 1 0,-1-1-1,0 0 1,0 1 0,-1-1 0,1 0 0,0 1-1,-1-1 1,0 0 0,0 1 0,0-1 0,0 1-1,0-1 1,0 1 0,0 0 0,-1-1 0,1 1 0,-1 0-1,0 0 1,1 0 0,-1 0 0,0 0 0,0 0-1,-1 1 1,1-1 0,0 1 0,0-1 0,-5-1-1,0 1 216,0 1 0,-1 0 0,1 0 0,0 0 0,-1 1 0,-13 1 0,19-1-170,1 0 0,-1 1 0,0-1 0,1 1 0,-1-1 0,0 1 0,1 0 0,-1-1 0,1 1 0,-1 0 0,1 0 0,-1 0 0,1 0 0,0 0 0,0 1 0,-1-1 0,1 0 1,0 1-1,0-1 0,0 0 0,0 1 0,1 0 0,-1-1 0,0 1 0,1-1 0,-1 1 0,1 0 0,-1-1 0,1 1 0,0 0 0,-1-1 0,1 1 0,0 0 0,1 2 0,-1 5-17,-1-1-40,1 0 1,0 1-1,1-1 1,0 0-1,0 1 1,1-1-1,2 8 1,-2-13-161,0 0-1,-1 0 1,2 0 0,-1 0 0,0 0 0,1-1 0,-1 1 0,1-1 0,-1 0 0,1 1-1,0-1 1,0-1 0,0 1 0,1 0 0,-1-1 0,0 1 0,0-1 0,1 0 0,5 1-1,6 1-1991,-1-1 0,0 0 0,1-1-1,14-1 1,19 0-7711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0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32 6467,'0'0'24208,"-15"-6"-23060,-46-15-628,60 21-511,0-1 0,0 0-1,0 1 1,-1-1 0,1 1 0,0 0 0,0-1 0,-1 1-1,1 0 1,0 0 0,0 0 0,-1-1 0,1 1 0,0 1 0,0-1-1,-1 0 1,1 0 0,0 0 0,-1 1 0,1-1 0,0 1-1,0-1 1,0 1 0,0-1 0,-1 1 0,1 0 0,0-1 0,0 1-1,0 0 1,0 0 0,1 0 0,-3 1 0,3-1-17,0-1 1,0 1 0,0 0-1,-1-1 1,1 1-1,0 0 1,0 0-1,0-1 1,0 1-1,0 0 1,0-1 0,0 1-1,0 0 1,1-1-1,-1 1 1,0 0-1,0-1 1,0 1-1,1 0 1,-1-1-1,0 1 1,1-1 0,-1 1-1,1 0 1,-1-1-1,0 1 1,1-1-1,-1 1 1,1-1-1,0 0 1,-1 1 0,1-1-1,-1 0 1,1 1-1,1 0 1,30-1-491,-27-1 352,-1 1-1,0 0 1,0-1 0,1 1-1,-1 1 1,0-1 0,0 1-1,1 0 1,-1 0 0,6 2-1,-9-2 120,0 0-1,0 1 1,0-1-1,0 0 1,0 1 0,-1-1-1,1 0 1,0 1-1,-1-1 1,1 1-1,-1-1 1,0 1 0,1-1-1,-1 1 1,0-1-1,0 1 1,0-1-1,0 1 1,0-1 0,-1 1-1,1 0 1,0-1-1,-1 1 1,0 1-1,-16 39 63,-12-2 216,-2-1-1,-2-2 0,-1-1 1,-2-2-1,-46 34 0,-61 61 596,123-109-737,-37 43 339,54-59-428,0 1-1,0 0 1,0 0-1,1 0 1,0 0-1,0 0 1,0 1-1,0-1 1,1 1-1,0-1 1,0 1-1,0 7 1,1-13-20,0 0 0,0 0 0,0 1 0,0-1 0,0 0 0,0 0 0,0 0 0,0 1 0,0-1 0,0 0 0,0 0 0,0 0 0,1 1 0,-1-1 0,0 0 0,0 0 0,0 0 0,0 1 0,0-1 0,0 0 0,1 0 0,-1 0 0,0 0 0,0 1 0,0-1 0,0 0 0,1 0 0,-1 0 0,0 0 0,0 0 0,0 0 0,1 0 0,-1 0 0,0 0 0,0 1 0,1-1 0,-1 0 0,0 0 0,0 0 0,0 0 0,1 0 0,-1 0 0,0 0 0,0-1 0,0 1 0,1 0 0,22 1-247,-1 0 0,1-2-1,-1-1 1,1-1 0,-1-1 0,0-1-1,0 0 1,-1-2 0,1-1 0,-2 0-1,1-2 1,21-12 0,-17 7-235,-1-1 0,0-1 0,0-1 0,-2-1 0,-1-1 1,0-1-1,-1-1 0,-2 0 0,19-29 0,-33 44-1523,-1 0 1,1 0-1,-1-1 0,4-13 1,0-2-6512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00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10485,'0'0'20868,"8"67"-19454,-7-65-1414,-1 0 0,1 0 0,0 0 0,1 0 0,-1 0 0,0 0 0,0-1 0,1 1 0,-1-1 0,1 1 0,-1-1 0,1 0 0,0 1 0,0-1 0,-1 0 0,1 0 0,0 0 0,0 0 0,0 0 0,0-1 0,0 1 0,0-1 0,1 1 0,-1-1 0,0 0 0,0 0 0,0 0 0,3 0 0,-1 0 0,0 0 0,1 0 0,-1 0 0,1-1 0,-1 1 0,0-1 0,0 0 0,1-1 0,-1 1 0,0-1 0,0 0 0,0 0 0,4-2 0,11-13-47,-1-1 1,0 0-1,20-29 0,-37 47 50,-1-1 0,1 1-1,-1 0 1,1 0 0,-1 0-1,0 0 1,1 0 0,-1 0-1,1-1 1,-1 1 0,1 0-1,-1 0 1,1 0 0,-1 1-1,1-1 1,-1 0 0,0 0-1,1 0 1,-1 0-1,1 0 1,-1 0 0,1 1-1,-1-1 1,0 0 0,1 0-1,-1 1 1,0-1 0,1 0-1,-1 0 1,0 1 0,1-1-1,-1 1 1,0-1 0,1 0-1,-1 1 1,0-1 0,0 0-1,1 1 1,18 25 61,-5-9-45,-11-14-331,-1-1 0,1 0-1,0 0 1,0 0 0,0-1 0,0 1 0,1-1 0,-1 1-1,4 0 1,50 2-10455,-48-4 8865,13 0-8703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01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14 100 5298,'0'0'20100,"20"-2"-19038,150-10-37,-116 3-1141,-53 9 65,0 0-1,0 0 1,0 0 0,0 0 0,0-1 0,0 1 0,0 0 0,0-1 0,0 1 0,0 0 0,0-1 0,0 0 0,0 1 0,-1-1-1,1 1 1,0-1 0,0 0 0,-1 0 0,1 1 0,0-1 0,-1 0 0,1 0 0,-1 0 0,1 0 0,-1 0 0,1 0 0,-1 0-1,1 0 1,-1 0 0,0 0 0,0 0 0,0 0 0,1 0 0,-1 0 0,0 0 0,0 0 0,-1 0 0,1 0 0,0 0 0,0 0-1,0 0 1,-1 0 0,1 0 0,0 0 0,-1 0 0,1 0 0,-1 0 0,1 0 0,-1 1 0,1-1 0,-2-1 0,-1-1-18,0 0 1,0 1 0,-1 0 0,1-1-1,0 1 1,-1 1 0,0-1 0,1 0 0,-1 1-1,0 0 1,0 0 0,0 0 0,-7-1-1,-60-5 278,60 7-159,-5-1 75,6 0 265,0 0 0,0 1 0,0 0 0,-1 1 0,-18 3 0,27-3-308,0-1 1,0 1-1,0 0 0,-1 0 0,1 0 0,0 0 1,0 1-1,0-1 0,1 1 0,-1-1 0,0 1 1,0 0-1,1-1 0,-1 1 0,1 0 0,0 0 1,-1 0-1,1 0 0,0 0 0,0 0 0,0 1 1,1-1-1,-1 0 0,0 0 0,1 1 0,0-1 1,-1 0-1,1 1 0,0-1 0,1 5 0,-2 1-117,1-1-1,1 1 1,0 0 0,0 0-1,0 0 1,1-1-1,0 1 1,1-1-1,0 1 1,0-1 0,0 0-1,1 0 1,0 0-1,1-1 1,-1 1-1,1-1 1,0 0 0,1 0-1,-1-1 1,1 0-1,0 0 1,1 0-1,-1-1 1,14 8 0,0-2-1913,0-1 1,0-1 0,1-1 0,32 7-1,-48-13 1585,0 0-1,0 0 0,0-1 0,0 0 0,0 0 0,0 0 1,0 0-1,0-1 0,0 0 0,0 0 0,0 0 1,0-1-1,0 1 0,-1-1 0,1-1 0,-1 1 0,1 0 1,-1-1-1,0 0 0,0 0 0,0 0 0,0-1 1,-1 1-1,1-1 0,2-5 0,18-26 22,-10 9 3036,-6 4 3411,-5 1 8449,-2 57-13746,-1-34-808,1 0 0,-1 1 0,1-1 0,-1 0 0,1 0 0,0 0 0,0 0 0,0 0 0,0 0 0,0 0 0,0 0 0,0 0 0,1-1 0,-1 1 0,1 0 0,-1-1 0,1 1 0,0-1 0,0 1 0,-1-1 0,5 2 0,-4-3 0,1 1 0,-1-1 0,1 0 0,0 1 0,-1-1 0,1 0 0,0-1 0,-1 1 0,1 0 0,0-1 0,-1 0 0,1 1 0,-1-1 0,1 0 0,-1 0 0,1-1 0,-1 1 0,4-3 0,106-76-133,-102 74 166,-10 5-31,0 1-1,0 0 1,0 0-1,0-1 0,0 1 1,0 0-1,0 0 1,1 0-1,-1 0 0,0-1 1,0 1-1,0 0 1,0 0-1,0 0 0,1 0 1,-1-1-1,0 1 0,0 0 1,0 0-1,1 0 1,-1 0-1,0 0 0,0 0 1,1 0-1,-1 0 1,0 0-1,0 0 0,0 0 1,1 0-1,-1 0 1,0 0-1,0 0 0,1 0 1,-1 0-1,0 0 1,0 0-1,0 0 0,1 0 1,-1 0-1,0 0 1,0 0-1,0 0 0,1 1 1,-1-1-1,0 0 0,0 0 1,0 0-1,1 0 1,-1 0-1,0 1 0,0-1 1,0 0-1,0 0 1,0 0-1,0 1 0,1-1 1,-1 0-1,0 0 1,0 0-1,0 1 0,0-1 1,0 0-1,0 0 1,0 1-1,5 8 8,-3-5-302,0-1 0,1 0 0,0 1 0,-1-1 0,1 0-1,0 0 1,1-1 0,-1 1 0,4 2 0,-2-2-761,0-1 1,0 0-1,0 0 0,0 0 1,1 0-1,-1-1 0,1 0 1,-1 0-1,1-1 0,8 1 1,7-1-13223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01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44 139 11205,'0'0'15890,"13"0"-15340,8 1-345,3 0-114,0 0 1,-1-1-1,26-5 1,-48 5-106,1 0 1,-1-1-1,0 1 1,0-1-1,0 0 1,0 1 0,0-1-1,0 0 1,-1 1-1,1-1 1,0 0-1,0 0 1,0 0-1,-1 0 1,1 0 0,0 0-1,-1 0 1,1 0-1,-1 0 1,1 0-1,-1 0 1,0 0 0,1 0-1,-1 0 1,0-1-1,0 1 1,0 0-1,0 0 1,0 0-1,0-1 1,0 1 0,0 0-1,0 0 1,-1 0-1,1 0 1,0 0-1,-1 0 1,1-1 0,-1 1-1,0-2 1,-1-1-48,0-1 1,0 1 0,0-1-1,-1 1 1,1 0 0,-1-1-1,0 1 1,-6-6 0,0 3 161,-1 0 0,1 1 0,-1 1 0,0-1 0,-14-4-1,19 8 242,-1 0 0,1 1 0,0-1 0,-1 1 0,1 0 0,-1 1 0,1-1-1,-1 1 1,1 0 0,-1 0 0,1 1 0,-1 0 0,-5 1 0,10-1-330,-1 0 0,1 0 0,0 0 1,-1 0-1,1 0 0,0 0 0,0 1 1,-1-1-1,1 0 0,0 1 1,0-1-1,1 1 0,-1-1 0,0 1 1,0-1-1,1 1 0,-1 0 1,1-1-1,-1 1 0,1 2 0,-6 40-9,5-32-10,-1 0-306,1 1-1,0-1 1,1 0 0,1 1 0,-1-1-1,4 16 1,-3-24 146,0-1 1,1 0-1,-1 0 0,0 0 1,1 0-1,0 0 0,0-1 0,0 1 1,0 0-1,0-1 0,0 1 1,0-1-1,1 0 0,0 0 1,-1 0-1,1 0 0,0 0 0,0 0 1,0-1-1,0 0 0,0 1 1,0-1-1,0 0 0,0-1 1,1 1-1,-1 0 0,0-1 1,5 0-1,30 1-6983,3-1-4557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01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1 13862,'-20'3'5990,"-3"2"-4387,0 0 0,1 1 0,-36 15 0,46-16-1026,1 0-1,-1 1 0,1 1 0,1 0 0,-1 1 0,1 0 0,0 0 0,1 1 0,0 1 0,-9 12 1,6-4-566,2 1 0,0 1 0,1-1 0,1 2 0,1-1 0,1 1 0,1 0 0,1 0 0,0 1 0,2-1 0,0 1 0,2 0 0,0-1 0,5 32 0,-4-48-45,0 1 1,0-1-1,0 1 1,0-1-1,1 1 1,0-1-1,0 0 1,1 0-1,0 0 1,0 0-1,0 0 0,0 0 1,0-1-1,1 0 1,0 0-1,0 0 1,0 0-1,1 0 1,5 3-1,-1-3-198,-1 0 0,1 0 0,0-1 0,1 0 0,-1-1 0,0 0 0,1 0 0,0-1 0,-1-1 0,14 0 0,8 1-2035,72-5-7223,-28-13-3287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02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28 11029,'0'0'19300,"-1"-7"-17988,-5-14-807,4 45-155,5 57-79,10 284-271,-13-363 9,0 1 0,0 0 0,0 0-1,-1 0 1,1 0 0,-1-1 0,0 1 0,1 0 0,-1 0 0,0-1 0,-1 1-1,1-1 1,0 1 0,-1-1 0,1 1 0,-1-1 0,0 0 0,0 0 0,-3 3-1,2-3-71,0 0 0,-1 0-1,1 0 1,-1-1 0,0 1-1,1-1 1,-1 0 0,0 0-1,0 0 1,0 0-1,0-1 1,0 0 0,-5 0-1,10-16-11370,10-4-849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02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11205,'0'0'21562,"0"-7"-21562,0 10 0,0 10 0,6 1 0,1 2 0,0-5-5859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02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0 8564,'0'0'19545,"-135"120"-16120,108-93-2192,7 3-1233,-8-3-192,-5 20-1825,-8-4-3762,-6-2-10740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50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4 5202,'0'0'17472,"0"0"-17426,0 0 0,0 0 0,0-1 0,0 1 0,0 0-1,0 0 1,0 0 0,0 0 0,0 0 0,0-1 0,1 1-1,-1 0 1,0 0 0,0 0 0,0 0 0,0 0 0,0 0-1,0-1 1,0 1 0,0 0 0,1 0 0,-1 0 0,0 0-1,0 0 1,0 0 0,0 0 0,0 0 0,1 0 0,-1 0-1,0 0 1,0 0 0,0 0 0,0 0 0,0 0 0,1 0-1,-1 0 1,0 0 0,0 0 0,0 0 0,0 0 0,1 0-1,-1 0 1,0 0 0,0 0 0,0 0 0,0 0 0,0 0-1,1 0 1,-1 0 0,0 0 0,0 0 0,0 0 0,0 1-1,0-1 1,0 0 0,0 0 0,1 0 0,-1 0 0,0 0-1,0 1 1,-2 7 111,-1 1 0,0-1-1,-1 0 1,1 0-1,-1 0 1,-1-1 0,0 1-1,0-1 1,0 0-1,-8 7 1,-15 26 153,25-36-310,0 1 0,1-1 0,-1 1 0,1 0 0,0 0 0,1 0 0,-1 0 0,1 1 0,0-1 0,0 0-1,1 0 1,0 1 0,0-1 0,0 0 0,0 1 0,1-1 0,1 7 0,-1-9-216,1 0 0,-1 0 0,1 0 1,0 0-1,0 0 0,0 0 0,0 0 0,1 0 0,-1-1 0,1 1 1,-1-1-1,1 0 0,0 0 0,0 0 0,0 0 0,0 0 0,0-1 1,0 1-1,1-1 0,-1 0 0,0 0 0,1 0 0,-1-1 1,1 1-1,-1-1 0,6 1 0,-3 0-601,0-1 1,0 1-1,0-1 1,0 0-1,0 0 1,1-1-1,-1 0 1,0 0-1,0-1 0,0 1 1,0-1-1,-1 0 1,1-1-1,6-3 1,27-24-4944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51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32 6771,'0'0'15866,"-4"8"-14273,-4 4-1107,-32 61 2289,37-68-2631,1 1 0,0 0 0,0-1 1,0 1-1,0 0 0,1 0 0,0 0 0,1 0 1,-1 1-1,1-1 0,1 12 0,0-16-140,0 0 1,0 0-1,0 0 0,0 0 0,0-1 0,1 1 0,-1 0 0,0-1 0,1 1 0,-1-1 0,1 1 0,0-1 0,-1 1 0,1-1 1,0 0-1,0 0 0,0 0 0,0 0 0,0 0 0,0-1 0,0 1 0,0-1 0,0 1 0,0-1 0,4 1 0,60 0-73,-57-1 48,-4-1-18,0 0-1,0 0 0,-1 0 0,1-1 0,0 0 1,-1 0-1,1 0 0,-1 0 0,0-1 0,0 0 0,0 1 1,0-2-1,0 1 0,-1 0 0,1-1 0,-1 1 1,0-1-1,0 0 0,0 0 0,4-9 0,-4 7-41,0 0-1,0 0 1,-1 0-1,1 0 1,-1-1-1,-1 1 1,1-1 0,-1 1-1,0-1 1,-1 0-1,1 0 1,-1 1-1,-1-1 1,1 0-1,-3-8 1,2 12 62,0 0 0,-1-1-1,0 1 1,0 0 0,0 0 0,0 0 0,0 0 0,0 0 0,-1 0 0,1 1 0,-1-1 0,0 1 0,0 0-1,0-1 1,0 2 0,0-1 0,-1 0 0,1 0 0,0 1 0,-1 0 0,-3-1 0,-5-1-21,0 0 0,-1 1 0,1 0 1,-24 1-1,35 1-35,4 12-115,-3-11 189,0 0 0,0 0-1,0-1 1,0 1 0,1 0 0,-1 0 0,0-1-1,0 1 1,1 0 0,-1-1 0,0 1 0,1 0-1,-1-1 1,1 1 0,-1 0 0,1-1 0,-1 1-1,1-1 1,-1 1 0,1-1 0,-1 1-1,1-1 1,0 0 0,-1 1 0,2 0 0,7 3-10,0 0 0,0-1 0,0 0 0,0 0 0,0 0 0,1-2 0,-1 1 0,16 0 0,2-1-106,49-6-1,-67 4 87,1-2-1,-1 1 0,0-1 1,-1-1-1,1 1 1,0-1-1,14-10 0,5-2 37,-27 16 94,-1 0 1,1-1-1,0 1 0,-1 0 0,1 0 1,-1 0-1,1 0 0,0 0 0,-1 0 1,1 0-1,-1 1 0,1-1 0,0 0 1,-1 0-1,1 0 0,-1 1 0,1-1 1,-1 0-1,1 0 0,-1 1 0,1-1 1,-1 0-1,1 1 0,-1-1 0,1 1 1,-1-1-1,0 1 0,1-1 1,-1 1-1,1-1 0,-1 1 0,0-1 1,0 1-1,1-1 0,-1 1 0,0 1 1,11 30 83,-5-14 227,-4-15-376,-1 0-1,1 1 1,0-1-1,0 0 1,0 0-1,0 0 1,1 0-1,-1 0 1,1 0-1,0-1 1,-1 1-1,1-1 1,5 3-1,-2-3-67,0 0-1,-1-1 0,1 0 1,0 0-1,0 0 0,0 0 1,0-1-1,7-1 0,-9 1-60,0 0-1,-1 0 0,1 0 0,0-1 0,-1 0 0,1 0 0,0 0 1,-1 0-1,1-1 0,-1 1 0,0-1 0,1 0 0,4-4 0,0 0-122,-1-1 0,-1 0 0,1-1 0,5-8-1,-8 16 525,0-1 0,0 1-1,0 1 1,0-1 0,0 0-1,0 1 1,0 0 0,6 2-1,37 5-3765,-37-8 2309,27-1-6369,-11 0-1791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52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12422,'0'0'15615,"-1"9"-14081,0-3-1451,-1 36 1432,2-41-1484,0 0-1,0 1 0,1-1 1,-1 0-1,1 0 1,-1 0-1,1 1 0,-1-1 1,1 0-1,0 0 1,-1 0-1,1 0 0,0 0 1,0 0-1,0 0 1,0 0-1,0 0 1,0 0-1,0-1 0,0 1 1,0 0-1,0-1 1,0 1-1,1-1 0,-1 1 1,0-1-1,0 0 1,0 1-1,1-1 0,-1 0 1,0 0-1,1 0 1,-1 0-1,2 0 0,0 0-97,0-1 0,0 1-1,0-1 1,0 0 0,0 0-1,0-1 1,0 1 0,0 0-1,0-1 1,0 0 0,-1 0-1,1 0 1,-1 0 0,1 0-1,-1 0 1,0-1 0,0 1-1,0-1 1,2-3 0,-1 3 27,-1 0 1,1 0 0,-1 0 0,1 0 0,0 1 0,0-1 0,0 1 0,0 0 0,0-1 0,6-1 0,-8 3 540,1 3-352,0-1-1,0 1 1,0-1-1,0 1 1,-1 0-1,1 0 1,-1-1-1,1 1 1,-1 0 0,0 0-1,0 1 1,2 1-1,-1 1-518,1 0 0,0-1 0,0 1 0,0-1 0,1 0 0,-1 0 0,5 4 0,-7-8 59,0 1 0,-1-1 0,1 0 1,0 1-1,0-1 0,-1 0 0,1 1 0,0-1 0,0 0 0,0 0 1,0 0-1,0 1 0,-1-1 0,1 0 0,0 0 0,0 0 0,0-1 0,0 1 1,1 0-1,0-1-528,0 0 0,-1 0 0,1 0 0,-1 0 0,1 0 0,-1 0 0,1-1 0,-1 1 1,0 0-1,1-1 0,-1 1 0,2-4 0,16-25-11967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52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8820,'0'0'12750,"-12"25"-8762,-39 86-359,46-99-3301,1 1 0,0 0 0,1 0 0,1 0 0,0 0 0,0 0 0,1 1 0,1-1 0,3 25 0,-1 8-28,-2-43-486,0 1-1,0 0 1,1-1-1,0 1 1,-1-1 0,1 1-1,1-1 1,-1 1 0,0-1-1,1 0 1,0 1-1,-1-1 1,1 0 0,1 0-1,-1 0 1,0-1-1,1 1 1,-1 0 0,1-1-1,0 0 1,0 0-1,0 1 1,0-2 0,0 1-1,0 0 1,1-1 0,-1 1-1,0-1 1,1 0-1,5 1 1,-5-1-240,0 0 0,1-1 0,-1 1-1,0-1 1,1 0 0,-1-1 0,0 1 0,1-1 0,-1 1-1,0-1 1,0 0 0,1-1 0,-1 1 0,0-1-1,0 0 1,-1 0 0,1 0 0,0 0 0,-1-1 0,1 0-1,-1 1 1,0-1 0,0 0 0,0-1 0,4-4 0,7-20-12169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52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18152,'0'0'11654,"128"2"-11078,-67-2-576,-6 0-448,-8 0-2594,-20 0-3473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53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61 360 576,'0'0'21298,"5"-3"-19193,-5 2-1996,1 1 0,0-1 0,-1 1 0,1-1 0,-1 1 0,1-1 0,0 1 0,0-1 0,-1 1 0,1 0 0,0-1 0,0 1 1,0 0-1,-1 0 0,1-1 0,0 1 0,0 0 0,0 0 0,-1 0 0,1 0 0,0 0 0,0 0 0,0 0 0,0 1 0,-1-1 0,1 0 0,0 0 0,0 1 0,0-1 0,-1 0 0,1 1 0,0-1 0,-1 1 0,1-1 0,0 1 0,-1-1 1,1 1-1,0-1 0,-1 1 0,1 1 0,2 2 293,-2 1 0,1 0 0,-1 0 1,1 0-1,-1 0 0,0 0 1,0 9-1,32 466 697,-25-264-1099,-8-215 0,0 1 0,0-1 0,0 0 0,0 1 0,0-1 0,0 0 0,0 1 0,1-1 0,-1 0 0,0 1 0,1-1 0,-1 0 0,1 0 0,-1 0 0,1 1 0,0-1 0,-1 0 0,1 0 0,1 1 0,-1-2 0,-1 1 0,1-1 0,0 0 0,0 0 0,-1 0 0,1 0 0,0 0 0,0 0 0,-1 0 0,1 0 0,0 0 0,0 0 0,-1 0 0,1 0 0,0 0 0,0-1 0,-1 1 0,1 0 0,0-1 0,-1 1 0,1 0 0,0-1 0,0 0 0,44-43 0,-32 30 0,18-12 0,0 1 0,2 1 0,1 2 0,1 2 0,0 1 0,2 1 0,42-14 0,282-71 0,-229 70 0,-122 31 0,-1 0 0,-1 1 0,-1-1 0,1-1 0,0 1 0,0-1 0,-1-1 0,0 0 0,1 0 0,-2 0 0,11-8 0,-16 7 0,0 0 0,0-1 0,0 1 0,-1 0 0,0-1 0,0 1 0,0-1 0,-1 1 0,0 0 0,0-1 0,-2-5 0,0-4 0,-1-40 0,5-93 0,1 53 0,-2 57 0,2 0 0,1 0 0,3 0 0,0 1 0,3 0 0,19-57 0,-38 103 0,0-2 0,0 1 0,-1-1 0,-1-1 0,-12 6 0,-92 44 0,-840 308 0,924-355-50,21-6-309,40-2-622,30-1-7273,-25 0-446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53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7491,'0'0'19193,"27"97"-17496,-27-70-352,0 0-417,0 0-256,0-6-496,0-1-176,7-4-720,-7-7-1537,0-2-2481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2376 174 976,'0'0'4699,"2"-4"-3591,8-18 7868,-9 18-9197,0 3 265,1-1-1,-1 0 1,0 0 0,1 1-1,-1-1 1,1 1 0,-1-1 0,1 1-1,0 0 1,0-1 0,-1 1 0,1 0-1,0 0 1,0 0 0,0 1 0,3-2-1,40-15 118,-11 5 467,1 2 1,1 2-1,61-8 0,-3 8 227,4-2 180,1 4 0,124 9-1,39 32 364,-208-24-992,0 2-1,89 35 1,-113-34-126,-1 1 0,37 28 0,-37-24 116,50 25 1,-46-27-285,-1 1 0,0 1 0,-2 1 0,33 28 0,38 25 220,6 6 60,-95-69-311,-1 0 0,0 1 0,-1 1 0,0 0 0,-1 0 0,12 22 0,25 36 379,3 5 139,-42-61-426,0 0-1,-1 1 0,-1 0 1,0 0-1,-1 0 0,2 19 0,2 13 105,2-1 0,2 0 0,1-1 0,30 64 0,-26-67-256,-2-1 0,-2 2-1,-2-1 1,10 77 0,-12-80-21,-6-30 0,-1-1 0,0 1 0,-1 0 0,1 12 0,18 315 0,-20 224 0,-13-462 0,10-58 0,-2 0 0,-2 0 0,-19 64 0,9-33 0,11-42 0,-1 0 0,-2 0 0,-13 29 0,-140 284 0,74-193 0,5-11 0,62-100 0,-2-1 0,-31 38 0,25-37 0,-32 57 0,40-58 0,-2-2 0,-1 0 0,-37 41 0,-55 62 0,97-114 0,-1-1 0,-1-1 0,0 0 0,-2-2 0,-40 29 0,-2 2 0,43-32 0,0-1 0,-48 27 0,-171 78 0,185-94 0,0-2 0,-2-3 0,-114 32 0,-188 20 0,221-50 0,43-11 0,-156 6 0,-98-24 0,311 0 0,0-2 0,-39-10 0,35 5 0,-56-4 0,13 6 0,1-3 0,-142-40 0,215 48 0,0-1 0,1-1 0,0 0 0,0 0 0,0-1 0,1 0 0,0-1 0,0-1 0,1 1 0,-1-1 0,2-1 0,-12-13 0,9 11 0,0 0 0,-1 1 0,0 0 0,-27-16 0,28 20 0,1-1 0,-1-1 0,1 1 0,0-1 0,1-1 0,0 0 0,0 0 0,-10-16 0,-9-15 0,-1 1 0,-3 1 0,-57-53 0,25 25 0,23 24 0,-1-1 0,-58-78 0,-15-51 0,100 145 0,1-1 0,1-1 0,2-1 0,1 1 0,2-1 0,0-1 0,-3-35 0,-16-56 0,24 100 0,-6-81 0,6 47 0,-15-78 0,17 128 0,-4-32 0,-2-69 0,8 29 0,1 19 0,-11-99 0,5 112 0,2 0 0,5-52 0,-1 10 0,-1 66 0,2 0 0,0 1 0,6-23 0,4-25 0,20-89 0,-23 104 0,27-90 0,-24 100 0,-5 14 0,-3 10 0,1 1 0,0 0 0,1 0 0,1 1 0,13-22 0,1 5-17,-2 0 1,-2-1-1,17-45 0,-28 56-10,13-29-34,53-80-963,-41 74 796,-23 41 97,1 1 0,1-1 0,18-23-1,9-21-426,-4 5 281,25-31-369,-38 54 545,28-34 0,33-22-62,-61 69 74,1 1-1,30-23 1,-25 23-31,42-43 1,-42 37-178,2 2 0,45-31 0,-57 44 281,31-21-65,28-21 101,-2-8-81,-51 44 46,1 1 1,0 1-1,1 1 1,0 1 0,1 1-1,1 1 1,0 2-1,1 0 1,39-7 0,69-25 14,-92 27 0,82-18 0,-46 15-17,30-3-36,-84 17 86,0-2-1,0-1 0,30-12 1,-36 12 22,1 0 0,-1 1-1,1 1 1,0 1 0,38-3 0,118 0 1492,-157 6-1322,0 1-1,1 1 1,-1 1-1,1 0 0,24 8 1,-20-5-163,0-1 1,42 2-1,-67-5-208,0 0 0,0-1 0,0 1-1,0-1 1,0 1 0,0 0 0,0-1-1,-1 1 1,1-1 0,0 1 0,0-1-1,0 1 1,-1-1 0,1 1 0,0-1-1,-1 1 1,1-1 0,0 1 0,-1-1-1,1 1 1,0-1 0,-1 0 0,1 1-1,-1-1 1,1 0 0,-1 1-1,0-1 1,-23 14-7403,15-8 2330,-10 3-6200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7764,'0'0'10762,"6"6"-9100,3 4-1171,-1 0 1,-1 0-1,0 0 1,-1 1-1,0 0 0,0 1 1,-1-1-1,-1 1 1,5 18-1,16 113 790,5 24-211,-18-138-4843,-6-19 567,-3-16 463,-3-17-2598,0-5-886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7 259 3890,'0'0'9321,"-1"-5"-7888,-3-18-16,3 18-374,53 5 1767,10 1-1796,1-2 1,-1-4-1,69-12 0,172-56-470,-109 24-316,221-27 0,-379 72-83,67 2-1,-101 2-26,1 1 1,-1-1-1,1 1 1,-1 0-1,0 0 1,1 0 0,-1 0-1,0 0 1,0 0-1,0 0 1,0 1-1,0-1 1,0 1 0,0 0-1,0-1 1,0 1-1,-1 0 1,1 0-1,-1 0 1,3 4 0,22 53 3329,-15-29-2084,11 22-1296,-3 0 1,14 65-1,-17-33-68,-13-59 0,2 0 0,1 0 0,11 32 0,-10-38 0,-7-15 0,1 0 0,0-1 0,1 1 0,-1-1 0,1 1 0,-1-1 0,1 1 0,0-1 0,0 0 0,4 4 0,-14-15 0,7 6 0,0 1 0,0-1 0,0 1 0,0-1 0,-1 1 0,1 0 0,-1 0 0,1-1 0,-1 1 0,1 0 0,-1 0 0,0 1 0,-1-2 0,-13-3 0,0 2 0,0-1 0,-1 2 0,1 0 0,-31 1 0,2 3 0,-45 7 0,-2 10 0,1 5 0,-142 55 0,149-48 0,-162 59 0,-234 79 0,464-164 0,7-2 0,0 0 0,0 0 0,0-1 0,0-1 0,-16 2 0,25-3 0,-1 0 0,1-1 0,-1 1 0,1 0 0,-1 0 0,1-1 0,-1 1 0,1 0 0,0-1 0,-1 1 0,1 0 0,0-1 0,-1 1 0,1 0 0,0-1 0,-1 1 0,1-1 0,0 1 0,0-1 0,0 1 0,-1-1 0,1 1 0,0-1 0,0 1 0,0-1 0,0 1 0,0-1 0,0 1 0,0-1 0,0 1 0,0-1 0,0 1 0,0-1 0,1 0 0,2-16 0,0 13-374,0-1-1,1 1 1,0 1 0,-1-1-1,2 0 1,-1 1 0,0 0 0,1 0-1,-1 0 1,1 1 0,0-1-1,0 1 1,0 0 0,0 1-1,0-1 1,1 1 0,-1 0 0,0 0-1,8 0 1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264 129 2497,'0'0'10317,"8"-7"-8367,2 0-1292,-7 5-381,1 0 1,-1-1-1,0 1 0,1-1 1,-1 0-1,-1 0 0,1 0 0,0 0 1,4-7-1,-6 9-56,-1 0 0,1-1-1,0 1 1,0 0 0,-1-1 0,1 1 0,-1-1-1,1 1 1,-1-1 0,0 1 0,1-1 0,-1 1 0,0-1-1,0 0 1,0 1 0,0-1 0,0 1 0,-1-1-1,1 1 1,0-1 0,-1 1 0,1-1 0,-1 1-1,-1-3 1,0 2-94,0-1-1,0 1 1,0 0 0,0 0-1,0 0 1,-1 0 0,1 0-1,-1 1 1,1-1-1,-1 1 1,-5-3 0,-2 1-121,-1-1-1,1 1 1,-1 1 0,1 0 0,-20-1 0,21 3 10,1 0-1,0 1 0,-1 0 0,1 0 1,0 1-1,0-1 0,0 2 1,0-1-1,-12 7 0,16-7-19,1 0 0,0 0 0,0 1 0,1-1-1,-1 1 1,0-1 0,1 1 0,0 0 0,-1 0 0,1 0 0,0 0-1,1 0 1,-1 1 0,0-1 0,1 1 0,0-1 0,0 1-1,0-1 1,0 1 0,1-1 0,-1 1 0,1 0 0,0 6 0,1-8 4,-1 0 0,1 0 0,-1 1 0,1-1 0,0 0 0,0 0 0,0 0 0,0 0 0,0 0 0,1-1 0,-1 1 0,0 0 0,1 0 0,0-1 0,-1 1 0,1-1 0,0 0 0,0 1 0,0-1 0,0 0 0,0 0 0,0 0 0,0 0 0,0 0 0,0-1 0,0 1 0,0-1 0,3 1 0,12 3 44,0-1 1,28 2 0,-29-3-35,-14-2-6,8 1-12,0 0-1,0 1 0,0 0 1,17 6-1,-25-7 7,0 0 1,0 0-1,0 0 0,0 0 1,0 1-1,0-1 1,0 0-1,0 1 0,-1 0 1,1-1-1,-1 1 0,1 0 1,-1 0-1,0 0 1,0 0-1,0 0 0,0 0 1,0 0-1,0 0 0,0 0 1,-1 0-1,1 1 0,-1-1 1,1 0-1,-1 0 1,0 4-1,0 6 23,0 0 0,-1-1 0,0 1 1,-1-1-1,-1 0 0,0 1 0,0-1 0,-1 0 0,0-1 0,-1 1 0,0-1 1,-7 10-1,-108 152 916,81-122 143,-62 105 0,100-154-1077,1 0 0,-1 1 0,0-1 0,0 0-1,0 1 1,1-1 0,-1 1 0,1-1 0,-1 1-1,1-1 1,0 1 0,-1-1 0,1 1 0,0 0 0,0-1-1,0 1 1,0-1 0,0 1 0,1 0 0,0 2 0,-1-4-4,1 1 1,0-1 0,0 1 0,0-1 0,-1 1-1,1-1 1,0 0 0,0 1 0,0-1-1,0 0 1,0 0 0,0 0 0,0 0 0,0 1-1,0-1 1,0-1 0,0 1 0,0 0 0,0 0-1,0 0 1,0 0 0,0-1 0,1 0-1,9-2 2,0-1 0,-1-1 0,1 0 0,10-6 0,40-28 22,152-85 535,-211 122-440,-5 4-2320,0 0 832,-1-1 0,1 1 0,-1-1 0,1 0 0,-1 0 0,1-1 0,-1 1 0,-5 0 0,-5-1-6346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7059,'0'0'14879,"0"22"-13377,0 149 1497,0-171-3004,0 0 1,0 1-1,0-1 1,1 0 0,-1 0-1,0 0 1,0 0-1,0 0 1,1 1-1,-1-1 1,0 0-1,0 0 1,1 0 0,-1 0-1,0 0 1,0 0-1,1 0 1,-1 0-1,0 0 1,0 0 0,1 0-1,-1 0 1,0 0-1,0 0 1,1 0-1,-1 0 1,0 0-1,0 0 1,1 0 0,-1 0-1,0 0 1,0-1-1,0 1 1,1 0-1,-1 0 1,0 0 0,0 0-1,0 0 1,1-1-1,-1 1 1,0 0-1,0 0 1,0 0-1,0-1 1,1 1 0,-1 0-1,0 0 1,0-1-1,0 1 1,0 0-1,0 0 1,0-1-1,0 1 1,0 0 0,12-14-377,73-105-24,-85 119 483,1 0 1,0-1-1,-1 1 0,1 0 0,-1 0 1,1 0-1,0 1 0,-1-1 0,1 0 1,-1 0-1,1 0 0,-1 0 1,1 1-1,-1-1 0,1 0 0,-1 0 1,1 1-1,-1-1 0,1 0 0,-1 1 1,1-1-1,-1 0 0,1 1 1,-1-1-1,0 1 0,1-1 0,-1 1 1,0-1-1,1 1 0,-1-1 0,0 1 1,0-1-1,0 1 0,1-1 1,-1 1-1,0 0 0,16 29 311,-13-25-144,-2-3-349,0 0 1,0-1 0,0 1 0,1 0-1,-1-1 1,1 1 0,-1-1 0,1 1-1,-1-1 1,1 0 0,0 1 0,0-1 0,-1 0-1,1 0 1,0 0 0,0-1 0,4 2-1,-4-1-349,1-1 1,-1 0-1,0 0 0,0 0 0,1 0 0,-1 0 0,0-1 0,0 1 0,0-1 0,0 1 0,1-1 0,-1 0 1,0 0-1,0 0 0,0 0 0,0 0 0,-1 0 0,3-2 0,17-17-7985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87 208,'0'0'20415,"3"3"-19007,3 1-1102,0-1-1,0 0 0,1 0 0,-1-1 1,1 0-1,0 0 0,0 0 1,-1-1-1,1 0 0,0 0 0,9-1 1,-11 0-265,1 1 0,-1-2 1,1 1-1,-1 0 0,1-1 1,-1 0-1,1-1 0,-1 1 1,0-1-1,1 0 0,-1 0 1,0-1-1,0 1 0,-1-1 1,7-5-1,-10 7-41,1 0 0,-1 0 0,0 0-1,0-1 1,0 1 0,-1 0 0,1-1 0,0 1 0,0 0 0,-1-1-1,1 1 1,-1-1 0,1 1 0,-1-1 0,1 1 0,-1-1 0,0 1-1,0-1 1,0 0 0,0 1 0,0-1 0,0 1 0,-1-1 0,1 1-1,0-1 1,-1 1 0,1-1 0,-1 1 0,1-1 0,-1 1 0,-1-2-1,0 0-1,0 0 0,0 1-1,0-1 1,-1 1 0,1-1-1,-1 1 1,0 0 0,1 0-1,-1 0 1,0 1 0,0-1-1,0 0 1,-5 0 0,3 0 58,-1 0-1,1 1 1,-1 0 0,0 0 0,1 0 0,-1 1-1,0-1 1,0 2 0,0-1 0,1 1 0,-1-1-1,0 1 1,-9 4 0,12-4 16,0 1 0,0-1 0,0 1 0,1-1 0,-1 1 0,1 0 0,-1 0 0,1 0 0,0 1 0,0-1-1,0 1 1,0-1 0,0 1 0,1-1 0,-1 1 0,1 0 0,-1 0 0,1 0 0,0 0 0,0 0 0,1 0 0,-1 0 0,0 0 0,1 0 0,0 0 0,0 1 0,0 2 0,0 18 9,-1-11 87,1 0-1,0-1 0,1 1 0,0 0 1,6 22-1,-6-32-336,0 0-1,0 0 1,1 0 0,-1-1 0,1 1-1,-1 0 1,1-1 0,0 1-1,0-1 1,0 0 0,1 0-1,-1 1 1,0-1 0,1-1-1,-1 1 1,1 0 0,0-1 0,0 1-1,-1-1 1,1 0 0,0 0-1,0 0 1,0 0 0,0 0-1,0-1 1,0 0 0,1 1-1,-1-1 1,5-1 0,5 2-1226,-7-1 389,0 1-1,0-2 1,0 1 0,0 0 0,0-1 0,11-3-1,23-19-6663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9636,'0'0'16101,"0"6"-14460,0 73 2219,35-80-6087,-26-5 1975,0 0 0,-1-1 0,0 0 0,0-1 0,0 1 0,-1-2 0,0 1 0,10-17 0,9-9 228,-26 34 87,0 0 0,0 1 1,0-1-1,0 0 0,0 0 0,0 1 1,0-1-1,0 0 0,0 1 0,1-1 1,-1 0-1,0 0 0,0 1 0,0-1 1,0 0-1,0 0 0,0 1 0,1-1 0,-1 0 1,0 0-1,0 0 0,0 1 0,1-1 1,-1 0-1,0 0 0,0 0 0,0 0 1,1 1-1,-1-1 0,0 0 0,1 0 1,-1 0-1,0 0 0,0 0 0,1 0 1,-1 0-1,0 0 0,0 0 0,1 0 1,-1 0-1,0 0 0,1 0 0,-1 0 1,0 0-1,0 0 0,1 0 0,-1 0 1,0 0-1,0 0 0,1-1 0,-1 1 0,0 0 1,0 0-1,1 0 0,-1 0 0,0-1 1,0 1-1,0 0 0,1 0 0,-1 0 1,0-1-1,0 1 0,0 0 0,0 0 1,1-1-1,-1 39 614,2 6-777,1-43-284,0 1 1,0-1-1,0 0 0,1 0 0,-1 0 0,0 0 0,1 0 0,-1-1 0,0 0 0,1 0 0,-1 0 0,1 0 0,-1 0 0,6-2 0,3 2-1396,16-4-3564,5-15-2758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7 5122,'0'0'16619,"-1"9"-15419,-2 29-165,3-37-967,0 1 0,1-1 0,-1 1 0,1-1-1,-1 1 1,1-1 0,0 0 0,-1 1 0,1-1-1,0 0 1,0 1 0,0-1 0,0 0 0,0 0-1,0 0 1,0 0 0,0 0 0,0 0 0,1 0-1,-1 0 1,0-1 0,1 1 0,-1 0 0,1-1-1,-1 1 1,1-1 0,-1 0 0,1 1 0,2-1 0,43 4 919,-47-4-978,2 1-6,-1-1 1,1 0-1,-1 0 0,1 0 1,-1 0-1,1 0 0,0 0 1,-1-1-1,1 1 1,-1 0-1,1-1 0,-1 1 1,1-1-1,-1 0 0,0 1 1,1-1-1,-1 0 0,0 0 1,1 0-1,-1 0 0,0 0 1,0 0-1,2-2 0,-2 0-19,0-1 0,0 1-1,-1 0 1,1-1-1,-1 1 1,0-1 0,0 1-1,0-1 1,0-3-1,-1-9 66,1 15-26,0 0-1,0 0 0,0 0 0,-1 0 0,1 0 1,0 0-1,-1 0 0,1 0 0,-1 1 1,1-1-1,-1 0 0,1 0 0,-1 0 0,0 1 1,1-1-1,-1 0 0,0 1 0,0-1 0,0 0 1,1 1-1,-1-1 0,0 1 0,0-1 1,0 1-1,0 0 0,0-1 0,0 1 0,0 0 1,0 0-1,0 0 0,0-1 0,0 1 1,0 0-1,0 0 0,-1 1 0,-2-1 123,0 0-1,0 0 0,0 0 1,1 1-1,-1 0 1,0 0-1,1 0 1,-7 2-1,3 2 41,-1 0-1,1 0 1,1 1 0,-1-1 0,1 2-1,0-1 1,1 0 0,-1 1 0,1 0-1,1 1 1,-1-1 0,1 1 0,0 0 0,1 0-1,0 0 1,0 0 0,1 0 0,0 1-1,-1 12 1,3-19-195,0-1 0,1 0-1,-1 1 1,0-1 0,1 0 0,-1 0-1,1 1 1,0-1 0,-1 0 0,1 0-1,0 0 1,0 0 0,0 0 0,-1 0-1,1 0 1,0 0 0,0 0 0,1 0 0,-1-1-1,0 1 1,0 0 0,0-1 0,0 1-1,1-1 1,-1 1 0,0-1 0,0 1-1,1-1 1,-1 0 0,0 0 0,1 0-1,1 0 1,57 2-1092,-40-3 408,-20 1 669,24 0-2265,-1-1-1,0 0 1,26-7 0,18-12-7296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2735 166 1008,'0'0'6126,"26"0"336,-25 0-5486,46-4 2380,23-8-2791,10-2-591,244-26 392,-250 33-131,62-9 709,79-18-385,3 10 1,0 9 0,263 16-1,-418 5-201,0 3-1,90 25 1,-100-22-300,184 60 483,-46-13 522,-136-43-819,0 2-1,-2 3 1,0 2 0,88 53 0,-12-11-33,-99-51-75,1 0 0,-2 2 0,55 39 0,-80-50-114,1 0 0,-1 0 1,0 1-1,0-1 0,-1 1 0,0 0 0,4 8 0,9 16 12,166 274 1695,-35 12 385,-58-115-1070,-81-186-959,0 1 0,-2 0 0,0 0 0,0 1 1,-2-1-1,0 1 0,3 30 0,-3 31-74,4-1 0,31 133 1,-9-57-17,-13-71 5,-10-52 0,-1 0 0,-1 0 0,1 41 0,1 139 0,13 76 0,-15-102 0,-4 123 0,-8-255 0,-2 0 0,-17 54 0,-6 36 0,27-112 0,0 1 0,-1 0 0,-12 35 0,10-39 0,-8 52 0,1 0 0,-35 167 0,5-23 0,-17 20 0,-32 10 0,25-80 0,30-74 0,-11 33 0,35-94 0,-3 0 0,0-1 0,-3-1 0,-38 53 0,15-24 0,-38 53 0,67-95 0,0-1 0,-2 0 0,0-2 0,-1 0 0,-22 18 0,-109 82 0,103-85 0,-19 9 0,-1-2 0,-91 41 0,84-47 0,-130 87 0,157-91 0,-1-3 0,-2-2 0,-1-1 0,-53 18 0,-221 63 0,140-50 0,-14 0 0,-214 31 0,213-49 0,-267 47 0,326-68 0,-195 2 0,181-18 0,-198-7 0,299-2 0,1-1 0,0-3 0,0-3 0,1-1 0,1-3 0,1-2 0,1-2 0,0-2 0,-86-60 0,114 69 0,-4-5 0,-1 1 0,-1 1 0,0 2 0,-2 0 0,0 2 0,-33-12 0,46 21 0,0 0 0,0-1 0,1-1 0,0 0 0,-14-10 0,22 13 0,1-1 0,-1 0 0,1 0 0,0-1 0,1 1 0,-1-1 0,1 0 0,0 0 0,0-1 0,1 1 0,0-1 0,0 0 0,-2-7 0,1 0 0,-35-94 0,33 96 0,1 1 0,-1 1 0,-1-1 0,0 1 0,-1 0 0,0 0 0,-11-10 0,-5-5 0,2 0 0,1-1 0,-24-39 0,30 43 0,-24-40 0,-52-112 0,67 129 0,-2 1 0,-2 1 0,-43-50 0,33 44 0,-51-84 0,80 115 0,2 1 0,-11-35 0,-10-25 0,-46-114 0,59 156-20,2-1 0,-17-71-1,14 43-25,3 9-141,3-2-1,-4-75 0,8 72 55,-19-92-13,15 102-142,2 0-1,-2-70 1,-10-57-761,17 71 436,0 45 301,7-79-1,3-81-212,-5 133 504,-2 64 5,0 0 0,6-42 0,8-19-9,-4 25 33,21-76 1,-29 130-11,22-71-184,57-127 0,-54 143-224,31-108 0,7-14-851,-34 107 852,39-83-839,-29 75 819,-31 60 104,1 0 0,1 1 0,1 0 0,1 1 0,28-33 0,92-105-1330,-66 79 1231,108-87-742,-139 133 466,37-44-1,-44 45 401,66-57 0,47-39-548,-129 114 443,-1 0-1,22-35 1,-25 35-26,0 0-1,2 1 1,0 0 0,18-17 0,145-119-514,-158 134 1079,1-1 0,19-26-1,-25 28-111,1 0 0,0 1 0,1 1-1,26-21 1,87-61-393,-101 77 104,2 0 0,0 2 0,0 2 0,2 0 0,31-10 0,30-16 413,-59 25 736,0 2 0,1 1 1,39-10-1,-4 8-680,38-11 871,-42 4 3071,-29 11-2488,-14 11-1001,-2 0 131,1 0 0,-1-1 0,0 0 0,0-2 0,24-6 0,-3-9 2255,-38 16-3046,-2 2-56,-30 3-8077,-1 7 751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4466,'0'0'10287,"15"-3"-3476,-3 5-5722,-1 14-424,-1-1 1,0 1-1,-1 1 0,7 19 1,8 14 316,-4-4-383,-1 0 1,-3 2-1,-2 0 1,-2 0-1,7 62 0,-18-104-546,40 222 2103,-38-209-2156,-3-17 0,0 1 0,0 0 0,0-1 0,1 1 0,-1-1 0,1 1 0,0-1 0,-1 1 0,1-1 0,0 1 0,1-1 0,-1 0 0,2 3 0,-4-24-2873,-3-27-7100,3 26-552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1056,'0'0'11568,"2"8"-6557,3 12-3240,-6 166 4705,-11 94-2366,8-180-3404,4-62-292,-2 0 0,-1-1 0,-2 1-1,-17 61 1,3-48-7433,15-42 3531,0 0 0,1 1 0,0 0 0,-2 14 0,4-2-3956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597 0 2049,'0'5'15232,"0"20"-13462,-1-18-1490,0-1-1,0 1 0,0-1 0,-1 0 1,0 1-1,0-1 0,-1 0 0,1 0 0,-7 9 1,-39 53 1328,32-46-1089,-75 100 969,-77 110 599,-13 21 1381,146-198-4386,10-16-2042,19-25-722,4 0-3623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1009 0 384,'0'0'11971,"-8"1"-10696,-143 24 7644,-4 3-4290,-312 73-2158,315-67-719,148-32-2439,0 0 1,-1 0-1,2 0 1,-1 0-1,0 1 0,0 0 1,1-1-1,-1 2 1,1-1-1,0 0 1,-3 4-1,-9 9-7730,1-3-2598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4402,'0'0'10712,"-28"14"-6855,10 1-2452,18-14-1365,0-1 0,0 1 0,0-1 0,0 1 0,0-1 0,0 1 0,-1-1 0,1 1 0,0-1 1,0 1-1,0-1 0,1 1 0,-1-1 0,0 1 0,0-1 0,0 1 0,0-1 0,0 1 1,1-1-1,-1 1 0,0-1 0,0 0 0,1 1 0,-1-1 0,0 1 0,1-1 0,-1 0 0,0 1 1,1-1-1,-1 0 0,0 1 0,1-1 0,-1 0 0,1 0 0,-1 1 0,1-1 0,-1 0 1,1 0-1,-1 0 0,1 0 0,-1 1 0,1-1 0,-1 0 0,1 0 0,-1 0 0,1 0 1,-1 0-1,1 0 0,-1 0 0,1-1 0,54 7 1700,72 0-1,20 1 80,-61 2-1323,370 53 4056,-437-60-4552,16 4 0,-33-2-330,-10 1-579,-11 4-2156,18-9 1969,-27 9-13222,9-5 2486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4322,'0'0'10319,"-21"6"-7219,16 0-2716,0 0-1,1 1 0,0-1 0,0 1 0,0 0 0,1 1 0,0-1 0,0 1 1,0-1-1,-1 12 0,1 2 27,1 1-1,2 33 1,0-31-398,0-22 9,0 0 0,1 1 0,-1-1 0,0 0 0,1 1 0,0-1 0,-1 0 0,1 0-1,0 0 1,0 0 0,0 0 0,1 0 0,-1 0 0,0 0 0,1 0 0,-1-1 0,1 1 0,0 0-1,-1-1 1,1 0 0,0 1 0,0-1 0,0 0 0,0 0 0,0 0 0,0 0 0,0 0 0,1 0-1,-1-1 1,0 1 0,0-1 0,1 1 0,-1-1 0,0 0 0,0 0 0,1 0 0,2-1 0,2 1 46,0 0 0,0-1 0,0 0 0,0 0 1,0 0-1,0-1 0,0 0 0,-1-1 0,1 0 1,-1 0-1,9-5 0,-11 6 23,0-1 0,-1 1 0,1-1 0,-1 1 0,1-1 0,-1 0-1,0-1 1,0 1 0,-1 0 0,1-1 0,-1 0 0,0 1 0,1-1 0,-2 0 0,1 0 0,0 0 0,-1 0 0,0-1-1,0 1 1,0 0 0,0 0 0,-1-1 0,0 1 0,0-1 0,0 1 0,-1-7 0,2 4 94,-2 0 0,1-1 1,0 1-1,-1 0 0,-1 0 1,1-1-1,-1 1 0,0 0 0,-1 1 1,0-1-1,0 0 0,-6-9 1,-5 13 2914,7 4-5129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4258,'0'0'18643,"0"27"-16941,0 213 4018,0-239-5386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31 3089,'0'0'10357,"2"-4"-9308,-2 2-964,1 0 1,0 1 0,-1-1 0,1 1 0,0 0 0,0-1 0,0 1-1,0 0 1,1-1 0,-1 1 0,0 0 0,0 0 0,1 0-1,-1 0 1,1 0 0,-1 1 0,1-1 0,-1 0 0,1 0-1,-1 1 1,1-1 0,0 1 0,-1 0 0,1 0 0,2-1-1,55 0 1627,-33 2-1064,-24 0-600,-1-1 1,0 0-1,1 0 1,-1 1-1,0-1 1,1 1-1,-1-1 0,0 1 1,1 0-1,-1 0 1,0-1-1,0 1 1,0 0-1,0 0 0,0 0 1,0 0-1,0 0 1,0 0-1,0 0 0,-1 1 1,1-1-1,0 0 1,-1 0-1,1 1 1,-1-1-1,1 0 0,-1 1 1,1-1-1,-1 0 1,0 1-1,0-1 1,0 1-1,0-1 0,0 0 1,0 1-1,0-1 1,0 0-1,-1 1 0,1-1 1,-1 2-1,0 1 44,1 0 0,-1 1 0,0-1 0,0 0 0,-1 0 0,1-1 0,-1 1 0,0 0 0,0 0 0,0-1 0,0 1-1,0-1 1,-1 0 0,-3 3 0,-38 25 941,29-22-508,1 1-1,1 0 1,-21 20-1,30-26-353,1 1 0,-1-1 0,1 0-1,0 1 1,1 0 0,-1 0 0,1 0 0,0 0 0,0 0-1,0 0 1,1 0 0,0 0 0,0 1 0,0-1-1,1 10 1,0-14-128,0 0 0,1 1-1,0-1 1,-1 0 0,1 0 0,0 1-1,0-1 1,-1 0 0,1 0-1,0 0 1,0 0 0,0 0 0,0 0-1,1 0 1,-1-1 0,0 1 0,0 0-1,0-1 1,1 1 0,-1 0-1,0-1 1,1 0 0,-1 1 0,0-1-1,1 0 1,-1 0 0,1 1-1,-1-1 1,0 0 0,3-1 0,59 2 497,-46-2-532,2 1-140,14 0-168,-12 0-3462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25 576,'0'0'11688,"-5"-2"-10637,5 2-609,-15-7-482,8-2 5537,54 7-1567,-15 0-3096,-24 1-668,1 0-1,-1 1 1,1-1-1,-1 2 1,1-1-1,-1 1 1,0 1-1,10 2 1,-17-4-148,-1 1 1,1-1-1,0 0 1,0 1-1,0-1 1,0 1 0,0-1-1,-1 1 1,1 0-1,0-1 1,0 1-1,-1 0 1,1 0-1,-1-1 1,1 1-1,0 0 1,-1 0 0,0 0-1,1 0 1,-1 0-1,1 0 1,-1 0-1,0-1 1,0 1-1,0 0 1,1 0 0,-1 0-1,0 0 1,0 0-1,0 0 1,-1 0-1,1 0 1,0 0-1,0 0 1,0 0 0,-1 0-1,1 0 1,0 0-1,-1 0 1,1 0-1,-1 0 1,1-1-1,-1 1 1,-1 1 0,0 2 115,-1 0 1,0-1 0,0 0 0,-1 0-1,1 0 1,0 0 0,-1 0-1,0-1 1,-6 4 0,2-2 57,-20 12 643,27-15-831,0 0-1,1-1 1,-1 1 0,1 0-1,-1 0 1,1 0-1,-1 0 1,1 1 0,-1-1-1,1 0 1,0 0-1,0 0 1,-1 0-1,1 0 1,0 0 0,0 1-1,0-1 1,0 0-1,0 0 1,1 0 0,-1 0-1,0 0 1,0 0-1,1 0 1,-1 0-1,1 1 1,-1-1 0,2 1-1,51 55-1606,-52-55 1565,1 0-1,-1 0 1,0 1 0,1-1 0,-1 1 0,0-1-1,-1 1 1,1-1 0,0 1 0,-1 0 0,0-1-1,1 6 1,-2-6 81,1-1 0,-1 0 0,1 1 0,-1-1 0,1 0 0,-1 1 0,0-1 0,0 0 1,0 0-1,1 0 0,-1 1 0,0-1 0,-1 0 0,1 0 0,0 0 0,0-1 0,0 1 0,-1 0 0,1 0 0,0-1 0,-1 1 0,1-1 0,-3 2 0,-5 1 739,-1-1 1,0 1-1,-1-1 1,-12 0-1,-8 2 359,25-2-1141,4 4-3025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0 864,'0'0'5237,"-5"0"-4447,-11 1 2436,43 3 890,29 3 1057,-25 4-3640,1 1 0,-2 2-1,0 1 1,42 29 0,-3-3-51,-55-33-1438,268 159 2297,-220-125-1731,-2 1 0,76 73 0,12 6-610,-59-52 0,-80-65 0,7 5 0,-17-10 0,1 0 0,0 0 0,0 0 0,0 0 0,0 0 0,0 0 0,0 0 0,0 0 0,0 0 0,0 0 0,0 1 0,0-1 0,0 0 0,0 0 0,0 0 0,0 0 0,0 0 0,0 0 0,0 0 0,0 1 0,0-1 0,0 0 0,0 0 0,0 0 0,0 0 0,0 0 0,0 0 0,0 0 0,0 1 0,0-1 0,0 0 0,0 0 0,0 0 0,0 0 0,0 0 0,0 0 0,0 0 0,0 0 0,0 0 0,0 0 0,0 1 0,1-1 0,-1 0 0,0 0 0,0 0 0,0 0 0,0 0 0,-7-2-59,0 0 1,0 0-1,0-1 1,1 0-1,-1 0 1,1-1-1,-12-8 1,-17-9-1395,-14-2-5313,15 7-1283,-18-8-7758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4562,'3'2'16156,"1"9"-14586,-5-5-1131,0 0 0,0 1 0,-1-1 1,0 0-1,0 0 0,0 0 1,-1 0-1,-5 8 0,-31 48 1410,32-51-1470,0-1-234,1 1 0,0 0 0,1 0-1,0 1 1,1-1 0,0 1 0,1 0 0,0 0-1,1 0 1,1 0 0,-1 1 0,2-1 0,0 13 0,1-24-142,-1 0 1,1 0-1,-1-1 1,1 1-1,-1 0 1,1 0 0,-1-1-1,1 1 1,-1 0-1,1-1 1,0 1-1,0-1 1,-1 1 0,1-1-1,0 1 1,0-1-1,-1 1 1,1-1-1,0 0 1,0 1 0,0-1-1,0 0 1,0 0-1,0 0 1,0 0-1,-1 0 1,3 0 0,30 3 81,-28-3-70,24 2 18,-9 0 20,0-1 1,-1-1 0,1-1-1,0 0 1,37-8 0,-52 9-33,-4 0-42,4 0 127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3922,'0'0'21370,"-47"131"-19097,40-91-80,0-4-1041,0 0-496,7-8-351,0-6-257,0-4 0,0-7-48,0-2-481,0-2-1183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 3858,'-6'-18'22728,"13"21"-22505,-1-1 0,-1 1 1,1 0-1,0 1 0,-1 0 1,0 0-1,0 0 0,0 0 1,0 1-1,-1 0 0,6 6 1,41 69 991,-1-2-671,-23-48-196,1 0 1,2-2-1,1-1 1,47 31-1,-60-44-348,-1 1 0,0 0 0,27 34 0,-29-29 0,17 16 0,28 14 0,-56-46 0,-4-4 0,10 1 0,-9 1 0,-1 0 0,0 28-2898,0-3-5470,0-3-5257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12 15191,'0'0'14305,"-7"-4"-10759,-13-3-5262,-14 7-10679,13 0 11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9492,'0'0'20839,"4"0"-18744,10-3-1754,-5 2-341,-2 1 0,0 0 0,-1 0-398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8500,'0'0'21247,"27"2"-18227,-24 0-3020,-2-1 0,1-1 0,-1 1 0,1 0 0,-1 0 0,1 0 0,-1 1 0,1-1 0,-1 0 0,0 0 0,0 1 0,0-1 0,0 1 0,0-1 0,0 1 0,0 0 0,0-1 0,0 1 0,-1 0 0,1-1 0,-1 1 0,1 2 0,-17-2-2180,-6-2-4284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3217,'1'3'19846,"3"3"-15610,16 33-3173,-12 56 85,-8-88-846,0-10 86,0-1-379,0-15 15,1 0 1,4-32-1,-3 44-30,0 0 1,0 0-1,0 0 0,1 1 0,0-1 1,0 1-1,1 0 0,0 0 1,0 0-1,8-8 0,1-2-29,-9 11 33,-1 0-1,1 1 1,0-1 0,0 1 0,0 0 0,1 0 0,0 1 0,-1-1 0,1 1 0,9-4-1,-9 6 3,-3 1 16,1 1 23,-1-1-1,0 1 1,1-1-1,-1 1 1,0 0-1,0 0 0,0 0 1,0 0-1,0 1 1,0-1-1,0 1 0,0-1 1,0 1-1,-1-1 1,1 1-1,0 0 0,-1 0 1,0 0-1,1 0 1,0 3-1,18 41 842,-18-42-805,-1 0 0,1 0 1,-1 0-1,1 0 0,1 0 1,-1-1-1,0 1 1,1 0-1,0-1 0,0 0 1,5 5-1,-7 2-7652,-1-4 3122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5138,'0'0'11835,"6"-2"-10826,10-4-12,-1 0 1,0-1-1,0-1 1,-1-1 0,14-10-1,37-21 1088,-65 40-2071,0 0-1,0 0 1,0 0 0,0 0-1,0 0 1,0 0-1,0 0 1,0 0 0,0 0-1,0 0 1,0 0 0,-1 0-1,1 0 1,0-1 0,0 1-1,0 0 1,0 0 0,0 0-1,0 0 1,0 0 0,0 0-1,0 0 1,0 0 0,0 0-1,0 0 1,0 0 0,0 0-1,0 0 1,0-1-1,0 1 1,0 0 0,0 0-1,0 0 1,0 0 0,0 0-1,0 0 1,0 0 0,1 0-1,-1 0 1,0 0 0,0 0-1,0 0 1,0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6275,'0'0'14615,"8"16"-10406,23 130 3459,-26-95-7668,4 16 0,-8-53 54,-1-13-70,0 0 0,0 1-1,0-1 1,0 1 0,0-1 0,0 0 0,0 1 0,1-1 0,-1 1-1,1-1 1,-1 0 0,1 1 0,-1-1 0,1 0 0,0 0 0,-1 0-1,1 1 1,0-1 0,0 0 0,0 0 0,0 0 0,1 1 0,-1-1-566,-1 0 1,0 1-1,0-1 1,0 0 0,0 1-1,0-1 1,0 0 0,0 1-1,0-1 1,0 0 0,-1 1-1,1-1 1,0 0 0,-1 0-1,1 1 1,-1-1-1,0 0 1,1 0 0,-1 0-1,0 0 1,-1 1 0,-10 12-10627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1 456 1521,'0'0'6155,"13"-11"1459,-6 199-4781,-7-112-2396,15 370 1127,-13-424-1509,2 0 1,1-1 0,0 0-1,2 0 1,9 21-1,-14-39-46,-1 0 0,1 0 0,0 0-1,0 0 1,0-1 0,1 1 0,-1-1 0,0 1-1,1-1 1,0 0 0,-1 0 0,1 0-1,0 0 1,0-1 0,0 1 0,6 1 0,-3-1 29,1-1 0,-1 0 0,0 0 0,1 0 1,-1-1-1,1 0 0,-1 0 0,9-2 0,8-3 91,-1 0-1,0-2 0,0 0 0,21-11 0,288-142 226,115-48-126,874-232 169,-1132 388-394,1025-263 42,-628 221 541,-484 81-542,181-1 533,-62 7-444,-133 3 1702,-84 8-1693,-1-1 0,1 1 0,-1 0 0,0 0 0,0 0 0,0 0 0,-1 1 0,2 4 1,-3-9-136,12 43 741,10 67-1,-15-65 192,21 68-1,8-27-194,-24-61-37,16 49 1,-27-69-702,1-1 0,0 1-1,0-1 1,0 0 0,0 0 0,1 0 0,0 0 0,0 0 0,0-1 0,0 1 0,0-1 0,6 4 0,52 32 52,-6-4-36,41 48-22,-45-36 0,114 78 0,-71-60 0,-90-61 0,1 0 0,-1 0 0,1 1 0,-1-1 0,0 1 0,-1 0 0,4 6 0,-3-5 0,0 0 0,0-1 0,1 1 0,-1-1 0,9 7 0,-3-5 0,0 1 0,0 0 0,-1 1 0,1 0 0,-2 0 0,0 1 0,0 0 0,11 19 0,-17-22 0,-1 0 0,0 0 0,0 1 0,0-1 0,-1 0 0,0 1 0,-3 13 0,1 11 0,2-32-16,0 0-1,1-1 1,-1 1 0,0 0-1,0 0 1,0-1 0,0 1 0,1 0-1,-1 0 1,0-1 0,0 1-1,1 0 1,-1 0 0,0 0-1,0-1 1,1 1 0,-1 0-1,0 0 1,0 0 0,1 0-1,-1 0 1,0-1 0,1 1 0,-1 0-1,0 0 1,1 0 0,-1 0-1,0 0 1,1 0 0,-1 0-1,0 0 1,0 0 0,1 0-1,-1 1 1,0-1 0,1 0 0,-1 0-1,0 0 1,1 0 0,-1 0-1,0 0 1,0 1 0,1-1-1,-1 0 1,0 0 0,0 0-1,1 1 1,-1-1 0,0 0-1,0 0 1,0 1 0,1 0 0,-8-36-7543,-8 14-2122,-4 3-3237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8932,'0'0'10762,"28"-11"-6752,-20 12-3525,1 1-1,0 0 1,-1 0-1,1 1 0,-1 0 1,0 0-1,0 1 1,0 0-1,10 7 1,38 17 94,91 27-302,-99-43-1692,-31-10-2175,2-1-3877,-7-1 202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 4466,'0'0'15194,"-6"0"-14559,-23-3 120,27 5-458,-1 0 0,1 0-1,0 0 1,0 0 0,0 0 0,0 1 0,0-1 0,0 1 0,1-1 0,-1 1 0,1 0 0,0-1 0,-2 6 0,-1 1 471,-19 33 2041,18-30-2310,-1-1 1,0 0-1,-1 0 0,0-1 1,-15 16-1,19-23-461,-13 13 301,1 0 1,-23 31 0,34-40-448,0-1 0,1 1 0,-1-1 0,1 1 0,1 0 1,0 1-1,0-1 0,0 0 0,1 0 0,0 1 0,0 13 0,0 1-3305,1-8-5216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4818,'0'0'10277,"1"6"-8972,4 24-256,3 17 1202,5 85 0,-13-33-588,0 52-795,0-50-4055,-6-91-163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1 326 5683,'0'0'10530,"3"-4"-9204,0 2-1001,-1 0 0,1 0-1,0 1 1,0-1 0,0 0 0,0 1 0,0 0 0,0 0 0,0 0 0,0 0 0,1 0 0,5 0 0,52 0 473,-6 0-730,388-81 95,-184 30-134,-9 9 17,292-61 2461,-516 97-2194,-15 3 360,1 1 1,-1 1-1,25-3 1135,-38 214 239,5 227-898,2-391-1131,13 55-1,-10-64-10,-2 1 0,3 60 0,-9-97-7,0 0 0,0 1-1,0-1 1,0 0 0,0 0 0,0 0 0,0 1-1,0-1 1,0 0 0,0 0 0,0 1 0,0-1 0,0 0-1,0 0 1,-1 0 0,1 0 0,0 1 0,0-1-1,0 0 1,0 0 0,-1 0 0,1 0 0,0 0-1,0 1 1,0-1 0,-1 0 0,1 0 0,0 0-1,0 0 1,0 0 0,-1 0 0,1 0 0,0 0-1,0 0 1,-1 0 0,1 0 0,0 0 0,0 0 0,0 0-1,-1 0 1,1 0 0,0 0 0,0 0 0,-1 0-1,1 0 1,0 0 0,0-1 0,-3 1-44,-157-27-887,-480 12 260,414 17 645,223-2 29,-170-1 682,-290 36 1,440-31-518,21-4-189,2 2 311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237 181 3954,'0'0'12934,"17"-14"-11446,52-46-106,-67 59-1248,-1 0-1,1-1 0,0 1 1,0 0-1,-1-1 0,1 1 1,-1-1-1,1 0 0,-1 0 1,0 1-1,0-1 0,0 0 1,0 0-1,0 0 0,0 0 1,0 0-1,-1 0 0,1-1 1,-1 1-1,1 0 0,-1 0 1,0 0-1,0-1 0,0 1 1,0 0-1,0 0 0,-1-3 1,-1-9 1156,2 12-1213,-1 1-1,1-1 1,-1 0-1,1 0 1,-1 1-1,0-1 1,0 0-1,0 1 1,0-1-1,0 1 1,0-1-1,0 1 1,0 0-1,-1-1 1,1 1-1,-1 0 1,1 0-1,-1 0 1,1 0-1,-1 0 1,0 0-1,1 0 1,-1 1-1,0-1 1,1 1-1,-1-1 1,0 1-1,0-1 1,0 1-1,0 0 1,-2 0-1,-66-3 907,62 4-948,0-1-14,0 1 1,0 1 0,0 0 0,0 0 0,0 0-1,1 1 1,-1 0 0,1 1 0,-1 0 0,1 0-1,0 0 1,1 1 0,-1 0 0,-7 7 0,7-4-1,-1-1 0,1 1 1,0 1-1,1-1 1,0 1-1,1 0 1,0 0-1,0 1 1,1 0-1,-6 18 1,-3 34 258,4 1 1,2-1-1,3 1 1,3 0-1,10 92 1,0-84-250,20 72-1,-24-127 1009,3 0-4809,-28-45-18195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2305,'0'0'20850,"21"-3"-18556,343-19 3274,-352 22-5546,-7 0-10,0 0-1,1 0 1,-1 0-1,1 1 0,-1 0 1,0 0-1,6 1 0,-9-1-9,0 1 0,0-1 0,0 0-1,-1 0 1,1 1 0,0-1 0,-1 1-1,1-1 1,-1 1 0,0 0 0,1-1-1,-1 1 1,0 0 0,0 0 0,0 0-1,0 0 1,-1 0 0,1 0 0,0 0-1,-1 0 1,1 4 0,9 21 32,-8-23-23,0 0 1,-1 0-1,1 0 1,-1 0-1,0 0 1,0 0-1,0 6 0,-1-10 243,0-30 210,0 8-374,-1 13-74,1 0-1,0-1 0,0 1 1,1 0-1,0 0 1,0-1-1,1 1 0,0 0 1,1 1-1,0-1 0,6-10 1,8-10-39,-12 18-26,1 1 0,1-1 0,0 1 1,0 0-1,1 1 0,0-1 1,1 2-1,17-15 0,-8 21-4419,-4 4-1482,9-2-2011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11 17400,'0'0'13241,"-15"21"-12742,-44 65-147,57-83-328,0-1 0,1 1 1,-1 0-1,0 0 0,1 0 0,0 0 1,-1 0-1,1 0 0,1 0 0,-1 0 1,0 0-1,1 0 0,-1 1 0,1-1 1,0 0-1,0 0 0,0 0 0,1 1 1,0 4-1,0-6-20,1 0 0,-1 0 1,0 0-1,1-1 0,0 1 0,-1 0 0,1-1 0,0 1 1,-1-1-1,1 0 0,0 0 0,0 0 0,0 0 1,0 0-1,0 0 0,1 0 0,-1 0 0,0-1 1,0 1-1,4-1 0,3 1-170,1 0 1,-1-1-1,1 0 0,0 0 1,-1-1-1,1 0 0,-1-1 1,0 0-1,13-5 1,-18 4-29,1 0 0,0 0 0,-1-1 0,0 1 0,0-1 1,0 0-1,0-1 0,-1 1 0,1 0 0,-1-1 0,0 0 0,0 0 1,-1 0-1,0 0 0,0 0 0,0-1 0,1-5 0,-2 8 192,0-1 0,0 0 0,0 0-1,-1 0 1,1 1 0,-1-1-1,0 0 1,0 0 0,-1 0 0,1 0-1,-1 1 1,0-1 0,0 0 0,0 0-1,0 1 1,-1-1 0,1 1-1,-1-1 1,0 1 0,0 0 0,0-1-1,-1 1 1,1 0 0,-1 1 0,-5-5-1,-16-11 323,22 17 73,5 1-719,223 28-2926,-223-28 3255,1 1 0,-1 0 0,1 0 0,0 0-1,-1 0 1,0 1 0,1-1 0,-1 1 0,0 0 0,0 0 0,0 0 0,0 0 0,0 1-1,0-1 1,-1 1 0,1 0 0,-1 0 0,1 0 0,-1 0 0,3 5 0,-4-3 309,1-1 1,-1 1-1,0-1 1,0 1-1,-1-1 1,1 1-1,-1 0 1,0-1-1,-1 1 1,1 0-1,-1-1 1,1 1-1,-1-1 1,-1 1-1,-2 7 1,7-18-223,1 0 1,0 0-1,0 1 1,0 0-1,1-1 0,0 1 1,0 1-1,8-7 1,-8 7-184,35-16 177,-39 19-54,0 1 0,-1 0 0,1-1 0,0 1 0,0 0 0,0 0 0,0-1 0,0 1 0,-1 0 0,1 0 0,0 0 0,0 0 0,0 0 0,0 0 0,0 0 0,-1 1 0,1-1 0,0 0 0,0 0 0,0 1 0,0-1 0,-1 0 0,1 1 0,0-1 0,0 1 0,-1-1 0,1 1 0,0-1 0,-1 1-1,1 0 1,-1-1 0,1 1 0,-1 0 0,1-1 0,-1 1 0,1 0 0,-1 0 0,1 0 0,-1-1 0,0 1 0,0 0 0,1 1 0,0 5 22,1 0 1,0 0-1,1 0 0,0 0 0,0 0 0,0-1 1,1 1-1,4 5 0,-6-10-296,-1 0-1,1-1 1,-1 1 0,1-1 0,0 1 0,0-1-1,0 0 1,0 1 0,-1-1 0,2 0-1,-1 0 1,0 0 0,2 0 0,-2-1-276,1 1 0,-1-1 0,0 0 0,0 0 0,0 0 1,0-1-1,0 1 0,0 0 0,0-1 0,0 1 0,0-1 0,0 0 1,0 0-1,0 0 0,-1 0 0,1 0 0,2-1 0,22-21-8895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18857,'0'0'6320,"-10"26"-2036,-32 82-1920,38-95-2260,0 0-1,1 0 0,0 1 0,1-1 1,1 0-1,0 1 0,1 0 1,1 16-1,0 7-91,0-33-158,-1 0 0,1 0 0,0 0 0,0-1 0,0 1 0,0 0 0,1-1 0,-1 1 0,1 0 0,0-1 0,0 0 0,0 0 0,1 1 0,-1-1 1,1-1-1,-1 1 0,1 0 0,0-1 0,0 1 0,0-1 0,1 0 0,-1 0 0,1 0 0,-1 0 0,1-1 0,-1 1 0,1-1 0,0 0 0,0 0 0,-1-1 0,1 1 0,6 0 0,-4 0-310,0-1 0,0 1 0,1-1 0,-1 0-1,0 0 1,0-1 0,0 0 0,0 0 0,0 0 0,0-1 0,0 0-1,0 0 1,0-1 0,-1 1 0,1-1 0,-1 0 0,0-1 0,1 1-1,-2-1 1,6-5 0,-1-8-10968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3650,'0'0'24795,"176"2"-24795,-95-2-208,-6 0-2753,-14 0-7092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0 203 624,'0'0'14775,"21"-16"-11976,-6 5-2368,-1-1-212,0 2 0,0 0 1,0 1-1,1 0 0,1 1 0,0 1 0,0 0 0,33-8 0,74-8 1775,236-12 0,130 32-441,-263 5 803,-220-3-2176,-1 1-1,1-1 1,-1 0 0,1 0-1,-1-1 1,1 1-1,-1-1 1,0 0-1,6-4 1,19-6 2280,-29 12-2460,0 0 0,0 0 1,-1 0-1,1 0 1,0 0-1,0 0 1,0 1-1,-1-1 0,1 0 1,0 0-1,0 1 1,-1-1-1,1 1 0,0-1 1,-1 1-1,1-1 1,-1 1-1,1-1 1,0 1-1,-1 0 0,1-1 1,-1 1-1,0 0 1,1-1-1,-1 1 0,1 0 1,-1-1-1,0 1 1,0 0-1,1 0 0,-1 0 1,0 1-1,0-1 0,8 19 0,-1 1 0,-1 0 0,6 38 0,8 29 0,-8-52 0,-2 0 0,-1 1 0,-2 0 0,-2 1 0,1 56 0,-6-86 0,0-4 0,1 0 0,-2 0 0,1-1 0,0 1 0,-1 0 0,1 0 0,-1 0 0,-2 6 0,1-8 0,1-1 0,0 1 0,0-1 0,0 0 0,-1 1 0,1-1 0,0 0 0,-1 0 0,1 0 0,-1 0 0,0 0 0,1-1 0,-1 1 0,0 0 0,1-1 0,-1 1 0,0-1 0,0 1 0,0-1 0,1 0 0,-1 0 0,0 0 0,0 0 0,-2 0 0,-79 0 0,0 5 0,-160 29 0,221-29 0,-621 156 0,592-142 0,0 2 0,-70 39 0,120-60 1,0 1-1,0-1 1,1 0-1,-1 0 1,0 1-1,0-1 1,1 0 0,-1 1-1,0-1 1,1 1-1,-1-1 1,1 1 0,-1-1-1,0 1 1,1-1-1,0 1 1,-1 0-1,1-1 1,-1 1 0,1 0-1,0-1 1,-1 1-1,1 0 1,0 0 0,-1-1-1,1 2 1,17 4 6,30-9-251,-17-7-948,-17 2-3267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30 131 14102,'0'0'8180,"10"20"-5659,32 66-1179,-38-78-1083,-1 1 0,0-1 0,-1 1 0,0 0 0,0 0 0,-1 0 0,0 0 0,0 0 0,-1 0 0,-2 16 0,1 7 1508,-19-35-1188,15 1-569,1-1 0,0 0 0,0 0 0,1 0 0,-1 0 1,1-1-1,-1 0 0,1 1 0,0-1 0,1 0 0,-1-1 1,1 1-1,-1 0 0,1-1 0,0 1 0,-1-6 0,-2-5-5,1 1-1,0-1 0,-3-30 0,7 45-4,-2-20 40,1 0-1,0-1 1,1 1-1,2-1 1,3-20-1,-4 37-41,0 0 0,0 0 0,0 1 0,0-1 0,1 0 0,-1 0-1,1 1 1,0-1 0,0 1 0,1 0 0,-1-1 0,1 1 0,-1 0 0,1 0 0,0 1 0,0-1 0,0 1-1,1-1 1,-1 1 0,1 0 0,-1 0 0,1 0 0,-1 1 0,1-1 0,0 1 0,0 0 0,0 0 0,0 0 0,0 1-1,0-1 1,0 1 0,5 0 0,-8 0-88,1 1 0,-1-1 0,1 0 0,-1 0 0,1 1-1,-1-1 1,0 1 0,1-1 0,-1 1 0,0-1 0,1 1 0,-1 0 0,0 0-1,0 0 1,1-1 0,-1 1 0,0 1 0,0-1 0,0 0 0,0 0 0,0 0-1,0 2 1,14 33-6229,-12-27 3725,4 10-6784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6787,'0'0'19268,"22"-4"-17241,-7 2-1781,158-34 2085,-160 32-2243,23-8-50,-35 11-12,0 0 0,1 1 1,-1-1-1,0 0 0,0 1 0,0-1 1,0 0-1,0 0 0,0 0 0,0 0 1,-1 0-1,1 0 0,0 0 0,0 0 1,-1-1-1,1 1 0,-1 0 0,1 0 1,-1 0-1,0-1 0,1 1 0,-1 0 1,0-1-1,0 0 0,0 0 17,0 1 0,-1 0 0,1 0 0,-1 0 0,0 0-1,1 0 1,-1 0 0,0 0 0,1 0 0,-1 0 0,0 0 0,0 0 0,0 0 0,0 1 0,0-1-1,0 0 1,0 1 0,0-1 0,0 0 0,-1 1 0,1-1 0,0 1 0,0 0 0,0-1 0,-1 1-1,1 0 1,0 0 0,-2 0 0,-41-4-9,41 4 6,-9-1-38,-5 0-1,0 1 1,0 0-1,0 1 0,0 1 1,-22 5-1,35-6-1,1 1 0,-1-1 0,1 0 0,-1 1 0,1-1 0,0 1 0,-1 0-1,1 0 1,0 1 0,0-1 0,1 1 0,-1-1 0,0 1 0,1 0 0,0 0 0,-1 0 0,1 0 0,0 0 0,1 1 0,-1-1 0,1 0 0,-1 1 0,1 0-1,0-1 1,0 1 0,1 0 0,-1-1 0,1 1 0,-1 0 0,2 5 0,-1-5-121,0 0-1,0 0 1,0 0 0,1 0-1,0 0 1,0 0 0,0 0 0,0 0-1,1 0 1,0 0 0,-1 0-1,1-1 1,1 1 0,-1-1 0,0 1-1,1-1 1,0 0 0,0 0-1,0 0 1,0-1 0,0 1-1,0-1 1,1 1 0,-1-1 0,1 0-1,0 0 1,-1-1 0,1 1-1,7 1 1,8 2-1407,1-2 0,0 0 0,-1-1-1,41-1 1,0-1-7970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10533,'0'0'11723,"-22"4"-7007,-69 13-1018,81-15-3510,0 2-1,0-1 1,1 1-1,-1 1 1,1-1-1,0 2 1,0-1-1,1 1 0,0 0 1,-12 12-1,3-3-152,15-13-35,0 0 0,0 0 0,0 0 0,0 0 0,0 1 0,1-1 0,-1 0 0,1 1 0,0-1 0,0 1 0,0 0 0,0-1 0,0 1 0,0 0 0,1-1 0,-1 1 0,1 0 0,0 0 0,0 0 0,0 0 0,0 5 0,0-6 0,2-1 0,0 0 0,-1-1 0,1 1 0,0-1 0,-1 0 0,1 1 0,0-1 0,0 0 0,-1 0 0,1 0 0,0 0 0,2-1 0,-2 1 0,13 0 0,0 0 0,0-2 0,-1 0 0,1 0 0,17-6 0,-27 6 0,-1 1 0,1-1 0,-1 0 0,1 0 0,-1 0 0,0-1 0,0 0 0,0 1 0,0-1 0,0-1 0,-1 1 0,1-1 0,-1 1 0,0-1 0,0 0 0,0 0 0,-1 0 0,1 0 0,2-9 0,-4 17-33,0 0 0,0 0 0,0-1 0,0 1 0,1 0 1,0 0-1,0-1 0,0 1 0,0-1 0,0 0 0,0 0 0,1 0 0,0 0 0,3 4 0,-1-2-176,0 0 0,0 0 0,0-1-1,0 1 1,1-1 0,0 0-1,-1-1 1,1 1 0,1-1-1,10 4 1,24-4-11650,-21-3 2103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4:22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5507,'0'0'22151,"9"16"-19985,57 97 777,-67-113-2943,1 0 0,0 0 0,0 0 0,0 0 0,0 0 0,0 0 0,0 0 0,0 0 0,0 1 0,0-1 0,0 0 0,0 0 0,-1 0 0,1 0 0,0 0 0,0 0 0,-13-17 0,9 11 0,1 1 0,-1 0 0,1-1 0,0 0 0,1 0 0,-4-11 0,5 13 2,1-1-1,0 0 1,0 1-1,0-1 1,1 0-1,-1 1 1,1-1-1,0 0 1,0 1-1,1-1 1,-1 1-1,1 0 1,0-1-1,0 1 1,6-7-1,-3 4-2,1 1-1,-1 0 1,2 0-1,-1 0 1,1 1-1,0 0 1,0 0-1,9-4 1,6-2-110,1 2 1,-1 0 0,2 2 0,-1 0-1,31-4 1,-43 10-1032,8-2-1112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8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7732,'0'0'9705,"13"4"-8595,10 3-519,1-1 0,0-1-1,0-1 1,38 2 0,-50-6-382,7 0 29,0 0 0,1-1-1,33-7 1,-49 7-218,-1 1 1,0-1-1,0 0 0,0 0 0,0 0 1,0 0-1,0 0 0,0-1 0,0 1 0,-1-1 1,1 0-1,-1 0 0,1 0 0,-1 0 0,1 0 1,-1 0-1,0-1 0,0 1 0,0-1 1,-1 0-1,1 1 0,-1-1 0,1 0 0,-1 0 1,0 0-1,0 0 0,0 0 0,0 0 1,-1 0-1,1-6 0,-1 7-14,-1-1 0,0 1 0,0-1 0,0 1 0,0 0-1,0-1 1,-1 1 0,1 0 0,-1 0 0,1 0 0,-1 0 0,0 0 0,0 1 0,1-1 0,-1 0 0,-1 1-1,1-1 1,0 1 0,0 0 0,0 0 0,-1 0 0,1 0 0,-4-1 0,-2-2 4,-1 1 1,0 0 0,0 1-1,0 0 1,-12-1-1,17 3 15,0 0 1,0 0-1,0 0 0,1 1 0,-1-1 0,0 1 0,0 0 0,1 0 0,-1 0 0,1 1 0,-1-1 0,1 1 0,-1 0 0,1 0 0,0 0 0,-6 5 0,5-2 37,-1 0 0,1 1 0,0-1-1,0 1 1,0 0 0,1-1 0,0 2-1,-5 11 1,2 1 57,1 0 1,1 1-1,1 0 0,0 0 0,1 32 0,2-49-171,0 0 0,1 0 0,-1 1 0,1-1 0,-1 0 0,1 0 0,0 0 0,0 0 0,1 0 0,-1 0 0,1 0 0,-1 0 0,1 0 0,0-1 0,0 1 0,0-1 0,0 1 0,1-1 0,-1 0 0,0 0 0,1 0 0,0 0 0,-1 0 0,1-1 0,0 1 0,0-1 0,0 0 0,0 1 0,0-1 0,5 0 0,48 8-3963,-2-8-3427,-43-1 5208,23 0-3987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9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4386,'0'0'15476,"0"13"-14120,0 116 3590,37-132-4767,-20-6-279,-1-1 0,0-1 0,0-1 0,15-15 0,32-22-539,-62 48 671,0 0 1,0 0 0,0 0 0,1 0 0,-1 1 0,0-1 0,1 0 0,-1 1-1,1-1 1,-1 1 0,1-1 0,-1 1 0,1 0 0,-1-1 0,3 1 0,1 13 1352,-5-11-1370,0-1 0,0 1 0,0-1-1,1 1 1,-1-1 0,0 1 0,1-1 0,-1 0 0,1 1 0,-1-1 0,1 0 0,-1 1-1,1-1 1,0 0 0,0 0 0,0 0 0,0 0 0,0 1 0,0-1 0,0-1 0,0 1 0,0 0-1,0 0 1,3 1 0,3 1-375,0-1 0,1-1-1,-1 1 1,0-1 0,16 1-1,41-4-5095,-25 0-150,-3 2-1190,3 0-575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29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78 384,'0'0'22685,"-5"-8"-20636,2 3-1810,0 1-59,1-1 0,-1 1 0,0 0-1,0 1 1,0-1 0,0 0 0,0 1 0,-1 0 0,0-1 0,0 2 0,0-1 0,0 0 0,0 1 0,-8-4 0,1 3 224,6 1-310,1 1-1,-1 0 0,1 0 0,-1 0 0,1 0 1,-1 1-1,1 0 0,-1 0 0,0 0 0,-6 1 1,10 0-101,0 0 1,1 0 0,-1 0 0,0 0 0,0 0 0,1 0-1,-1 0 1,1 0 0,-1 1 0,1-1 0,0 0 0,-1 0 0,1 1-1,0-1 1,0 0 0,0 0 0,0 1 0,0-1 0,0 0-1,0 0 1,0 0 0,1 1 0,-1-1 0,0 0 0,1 0 0,-1 0-1,1 1 1,-1-1 0,1 0 0,0 0 0,-1 0 0,1 0 0,0 0-1,0 0 1,1 1 0,29 7-159,-28-9 152,0 1-1,-1-1 0,1 0 1,0 1-1,-1 0 0,1-1 1,-1 1-1,1 0 0,-1 0 0,1 1 1,-1-1-1,0 0 0,0 1 1,1-1-1,-1 1 0,0 0 1,0 0-1,-1 0 0,1 0 0,0 0 1,-1 0-1,1 0 0,-1 0 1,0 1-1,1-1 0,-1 1 1,-1-1-1,1 1 0,0-1 1,0 1-1,0 4 0,0 4 32,0 0 1,-1 1-1,-1-1 0,1 0 0,-2 1 1,0-1-1,0 0 0,-1 0 1,0 0-1,-1 0 0,0 0 0,0-1 1,-8 12-1,-10 15 70,-2-2 1,-33 39-1,40-53-19,-37 46 65,-74 100 151,111-144-267,13-19-29,1-1 0,1 0 1,-1 1-1,0-1 0,1 1 0,0 0 0,0 0 0,0 0 0,0 0 1,0 0-1,1 0 0,0 1 0,-1 6 0,3-10-7,0-1 0,0 1 0,0 0 0,0-1 1,0 1-1,0-1 0,0 1 0,0-1 0,0 0 0,0 1 0,1-1 0,-1 0 0,0 0 0,0 0 0,0 0 0,1 0 0,-1 0 0,0 0 0,2-1 1,28-1 7,-8-2 19,0-2 1,-1-1-1,0 0 1,0-2-1,-1 0 1,26-16-1,9-3-19,-25 13-45,1 2-476,0-2 0,-1-1 0,-1-2 0,-1-1 0,35-29 0,-61 46 168,0-1 0,-1 1 1,0-1-1,1 0 0,-1 0 1,0 0-1,-1 0 0,1 0 1,0 0-1,1-7 1,1-21-5598,-4 7-1110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 5635,'0'0'15761,"0"11"-13898,0-1-1589,-1-3-6,0 0 1,1 0-1,0 0 0,0 0 0,0 0 0,1 0 0,1 0 0,-1 0 0,1 0 0,0-1 0,0 1 0,5 8 0,-6-14-270,0-1-1,1 1 1,-1 0 0,0-1 0,1 1 0,-1-1 0,0 1-1,1-1 1,-1 0 0,1 1 0,-1-1 0,1 0-1,-1 0 1,1 0 0,-1 0 0,1 0 0,-1 0 0,1-1-1,-1 1 1,1 0 0,1-2 0,31-11-569,132-111-62,-156 120 2935,-10 12 1217,-1 3-4231,1-7 559,0-1 0,1 0 0,-1 1 0,1-1 0,-1 0 0,1 1 0,0-1 0,0 0 0,0 0-1,1 0 1,-1 0 0,1 0 0,0 0 0,-1 0 0,5 4 0,-3-4-592,-1-1 1,1 0-1,0 0 0,-1-1 1,1 1-1,0 0 0,0-1 1,0 0-1,0 0 1,0 0-1,0 0 0,0 0 1,1 0-1,-1-1 0,0 0 1,6 1-1,17-1-7531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61 7892,'0'0'12096,"13"4"-11250,19 4-162,1-2 0,0-2 0,65 1 1,-97-36-341,-2 28-351,1 1 1,-1 0-1,0-1 0,0 1 1,-1 0-1,1 0 0,0 0 1,-1 0-1,1 0 0,-1 0 1,0 0-1,0 0 0,1 1 1,-1-1-1,0 1 0,-1-1 1,1 1-1,0 0 1,0 0-1,0 0 0,-1 0 1,-4-1-1,-1-2 10,0 2 0,0-1-1,0 1 1,-1 0 0,1 1 0,-9-1 0,12 3 37,0-1 0,0 1 0,1 0 0,-1 0 0,0 0 0,1 1 0,-1-1 0,1 1 1,0 1-1,0-1 0,-1 0 0,1 1 0,1 0 0,-1 0 0,0 0 0,1 0 1,-1 1-1,1-1 0,-5 8 0,4-5 48,0 1-1,0-1 1,0 1 0,1 0-1,0 0 1,1 0-1,0 1 1,0-1 0,0 0-1,1 1 1,-1 14 0,1 3-52,1-18-61,-1 0 1,1-1-1,0 1 1,1 0-1,0-1 1,0 1-1,0 0 1,3 8-1,-2-13-193,0 1-1,-1-1 1,1 0-1,0 0 1,0 0-1,0 0 1,0 0-1,0-1 1,1 1-1,-1-1 0,0 1 1,1-1-1,-1 0 1,1 0-1,0 0 1,-1 0-1,1 0 1,0-1-1,-1 1 1,1-1-1,0 1 0,0-1 1,0 0-1,4-1 1,-2 1-315,77-2-9387,-29-11 3042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21 1169,'0'0'24341,"0"4"-23399,-13 94 2729,13-97-3662,1 0-1,0 0 0,-1 0 1,1 0-1,0-1 1,0 1-1,0 0 1,0 0-1,0 0 0,0-1 1,0 1-1,0-1 1,0 1-1,1-1 1,-1 1-1,0-1 0,0 0 1,0 1-1,0-1 1,1 0-1,-1 0 0,0 0 1,0 0-1,1 0 1,-1 0-1,0 0 1,3-1-1,39-5-14,-26-2-194,0-1 1,-1 0 0,26-21 0,12-8-85,-35 24 177,1-2 507,-10 12 2613,-10 38-2824,0-29-469,0 0 0,0-1 0,0 1 0,1 0 0,-1 0 0,1 0 0,0-1 1,1 1-1,1 5 0,-2-9 71,1 1 1,-1 0-1,1-1 1,0 1-1,-1-1 1,1 0-1,0 1 1,0-1-1,0 0 1,0 0-1,0 0 1,0 0-1,0-1 1,0 1-1,0-1 1,0 1-1,0-1 1,0 0-1,1 1 0,-1-1 1,0 0-1,0 0 1,3-1-1,26 1-5479,3-2-3262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1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14 111 864,'0'0'19991,"1"3"-19663,0 0 0,1 0-1,-1 0 1,1 0 0,-1 0 0,1 0 0,0-1 0,2 4 0,4-2-193,1-1 0,-1 1 0,1-2 0,0 1 0,-1-1 0,1-1 0,0 0 0,0 0 0,0 0 0,0-1 0,0-1 0,10-1 0,9 2-103,-26 0-47,1-1 1,0 1-1,0 0 1,0-1-1,-1 1 1,1-1-1,0 0 1,-1 0-1,1 0 1,0 0-1,-1 0 0,0-1 1,1 1-1,-1-1 1,0 0-1,1 1 1,-1-1-1,0 0 1,0 0-1,-1-1 0,1 1 1,0 0-1,-1-1 1,1 1-1,-1 0 1,2-5-1,-1 1 34,0 0 0,-1 0-1,1 0 1,-1 0 0,0-1 0,-1 1-1,0 0 1,0 0 0,0-1-1,0 1 1,-3-7 0,3 11 51,-1 0 0,0 0-1,0 0 1,0 0 0,0 1 0,-1-1 0,1 0-1,0 1 1,-1-1 0,1 1 0,-1-1 0,1 1 0,-1 0-1,0 0 1,0 0 0,0 0 0,1 0 0,-1 0-1,0 0 1,0 0 0,0 1 0,0-1 0,0 1 0,0-1-1,-4 1 1,-62-3 2067,53 4-1476,10-2-587,0 1-1,0 1 1,0-1 0,0 1 0,0-1-1,0 2 1,0-1 0,1 0 0,-1 1-1,0 0 1,1 0 0,-1 0 0,1 1-1,0 0 1,0-1 0,0 2 0,0-1 0,0 0-1,1 1 1,-1-1 0,1 1 0,0 0-1,0 0 1,0 0 0,1 1 0,0-1-1,0 1 1,0-1 0,0 1 0,0 0-1,1 0 1,0 0 0,0-1 0,1 1-1,-1 0 1,1 6 0,-1 13-93,3 31-238,-1-52 216,-1 0 1,1-1-1,0 1 0,0 0 0,0 0 1,1-1-1,-1 1 0,1-1 1,-1 1-1,1-1 0,0 0 0,0 1 1,0-1-1,0 0 0,0 0 0,4 2 1,3 1-493,0 0 1,1 0 0,-1-1 0,1-1 0,0 0 0,0 0 0,0-1 0,0 0 0,15 1-1,14-2-4164,46-4-1,-85 3 4666,86-7-10295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1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1 16824,'-20'9'2596,"-28"16"-77,2 1 0,1 3 0,-59 48 0,74-51-1954,2 0 0,1 3 0,-38 48 0,57-65-487,-1 1-1,2 0 1,0 1 0,0-1 0,1 1 0,1 1-1,0-1 1,1 1 0,1-1 0,0 1-1,1 0 1,0 19 0,2-27-82,-1 0 0,2 1 0,-1-1 0,1 0 0,0 0 0,0 1 0,1-1 0,0 0 0,0 0 0,1-1-1,0 1 1,0 0 0,1-1 0,-1 0 0,1 0 0,1 0 0,-1 0 0,1-1 0,0 1 0,0-1 0,1-1 0,0 1 0,-1-1 0,1 0 0,1 0 0,6 3 0,-2-1-250,1-1 1,-1 0-1,1-1 1,0 0 0,0-1-1,0-1 1,1 0 0,-1 0-1,13-1 1,22 0-3195,47-6 1,-89 4 3066,80-13-8533,-2-15-4172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10837,'0'0'21268,"-7"14"-20606,0 2-662,-2 6 0,-1 0 0,-24 38 0,33-59-2,0 0 1,0-1-1,1 1 1,-1 0-1,0 0 1,0 0-1,1 0 1,-1 0-1,0 0 1,1 1-1,-1-1 0,1 0 1,0 0-1,-1 0 1,1 0-1,0 1 1,0-1-1,0 0 1,-1 0-1,1 1 1,1-1-1,-1 0 0,0 0 1,0 0-1,0 1 1,1-1-1,-1 0 1,0 0-1,1 0 1,-1 1-1,1-1 1,0 0-1,-1 0 0,1 0 1,0 0-1,-1 0 1,1 0-1,0-1 1,0 1-1,0 0 1,0 0-1,0 0 1,0-1-1,0 1 0,0-1 1,0 1-1,0-1 1,1 1-1,-1-1 1,0 1-1,0-1 1,0 0-1,1 0 1,-1 0-1,0 0 0,2 0 1,226 1-8704,-228-1 9198,-2 2-181,1 1 1,-1 0-1,1 0 0,-1-1 0,0 1 0,0 0 1,0-1-1,0 1 0,-1-1 0,1 0 0,-1 1 1,1-1-1,-1 0 0,0 0 0,-4 4 0,-40 31 2003,7-7-1368,-17 38-904,55-68-236,0 1 1,0-1-1,0 1 0,0-1 0,0 1 1,0-1-1,0 0 0,0 1 0,-1-1 1,1 0-1,0 0 0,0 0 1,0 0-1,0 0 0,0 0 0,-1 0 1,1 0-1,0 0 0,0-1 1,-2 0-1,-24-1-11332,12-7 365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11349,'0'0'19145,"122"-9"-17960,-102 9-625,7 0-320,0 0-208,-7 0-32,7 0-96,1 0-785,5 0-975,8-2-1314,6-10-1840,1-8-5027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10101,'0'0'16877,"4"13"-14674,-2-1-1748,1 0-93,0-1-1,0 1 0,1 0 0,1-1 0,0 0 0,9 16 0,-10-21-316,18 25 35,-2 0 0,-2 1-1,0 1 1,-3 0 0,0 1-1,11 44 1,-19-50-80,-2 1 0,0 0 0,-2 0 0,-2 56 0,-2-80 3,0-1-1,-1 1 1,1-1-1,-1 0 1,0 0-1,-1 0 1,1 0-1,-1 0 1,1 0-1,-1 0 1,0-1-1,0 0 1,-1 1-1,1-1 1,-1 0-1,0-1 1,0 1-1,0-1 1,0 1-1,-8 2 1,1 0-36,1-1 0,-1 0 0,0-1 0,0 0 0,0 0 0,0-2 0,-18 2 0,26-9-4593,9-19-1465,22-12-3550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4258,'0'0'28509,"0"4"-28509,0 10 0,0 2 0,0-3 0,0 3 0,0 2-1441,0 0-3729,0-4-3170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3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7507,'0'0'18585,"-109"136"-17577,96-104-1008,-14 6-352,0 3-3249,-14 4-6548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7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31 3410,'0'0'7859,"7"-30"4824,-7 247-4079,20-222-8516,-6-4-192,0 1 0,1 1 0,-1 0 0,2 1 0,-1 1 0,1 0 0,-1 1 0,1 1 0,0 1 0,24-2 0,-27 3 75,39 0-83,-50 1 109,-1 0 1,1 0 0,-1 0-1,0 0 1,1 1 0,-1-1 0,1 0-1,-1 1 1,0-1 0,1 1-1,-1-1 1,0 1 0,1-1-1,-1 1 1,0 0 0,0 0 0,0 0-1,0 0 1,0 0 0,0 0-1,0 0 1,0 0 0,0 0 0,0 0-1,0 0 1,-1 1 0,2 1-1,0 12 68,0-1-1,-1 1 1,0 0-1,-1 0 1,-1-1-1,0 1 1,-1 0-1,-1-1 1,0 1-1,-1-1 1,-8 20-1,9-29-47,0 1-1,-1-1 1,0 0-1,1-1 1,-1 1 0,-1-1-1,1 1 1,-1-1-1,1 0 1,-1-1 0,0 1-1,-1-1 1,1 0-1,-11 4 1,-1-2 68,-1 0-1,-1 0 1,-26 2-1,-30 6 28,68-10-112,1 0 0,-1 0 0,0 0 0,1 1 0,0 0 0,0 0 0,0 1 0,1 0 0,-7 6 0,-8 7 0,20-18 0,-1 0 0,1 0 0,0 0 0,-1-1 0,1 1 0,0 0 0,-1 0 0,1 0 0,0 0 0,-1-1 1,1 1-1,0 0 0,-1 0 0,1-1 0,0 1 0,0 0 0,-1-1 0,1 1 0,0 0 0,0-1 0,0 1 0,0 0 0,-1-1 0,1 1 0,0 0 0,0-1 0,0 1 0,0 0 0,0-1 0,0 1 0,0-1 1,0 1-1,0 0 0,0-1 0,0 1 0,0 0 0,0-1 0,0 1 0,0-1 0,0 1 0,1 0 0,-1-1 0,0-20-10,18-13-3120,-3 9-7149,-8 10-1548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38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48,'4'12'27523,"-1"-10"-25689,19-3-1632,1-1 0,-1-1 0,0-1 0,0-1 0,0 0 0,29-13 0,-24 9-135,12-5-10,-9 3 260,62-14 0,-92 25-300,0 0 1,1 0-1,-1 0 0,0 0 0,0 0 0,0-1 1,1 1-1,-1 0 0,0 0 0,0 0 0,0 0 0,0 0 1,1 0-1,-1 0 0,0 0 0,0 0 0,0 0 1,1 0-1,-1 0 0,0 0 0,0 0 0,0 0 1,1 0-1,-1 0 0,0 0 0,0 1 0,0-1 1,1 0-1,-1 0 0,0 0 0,0 0 0,0 0 1,0 0-1,0 0 0,1 1 0,-1-1 0,0 0 1,0 0-1,0 0 0,0 0 0,0 1 0,0-1 1,0 0-1,0 0 0,1 0 0,-1 1 0,0-1 1,0 0-1,0 0 0,0 0 0,0 1 0,0-1 1,0 0-1,0 0 0,0 0 0,0 1 0,0-1 1,0 0-1,-1 0 0,1 0 0,0 0 0,0 1 1,0-1-1,0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5:50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2881,'0'0'24604,"-20"2"-25442,-35 14-9860,35-11 2609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28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70 9012,'0'0'10792,"5"3"-9856,1 1-1001,0 1 592,0-1-1,0-1 0,0 1 0,0-1 1,0 0-1,1 0 0,0-1 0,-1 0 1,1 0-1,0 0 0,0-1 0,7 1 1,-10-2-533,-1 0-1,0 0 1,1 0 0,-1 0 0,0-1 0,1 1 0,-1-1 0,0 0 0,0 0 0,1 0 0,-1 0 0,0 0 0,0-1 0,0 1-1,-1-1 1,1 0 0,0 0 0,-1 0 0,1 0 0,-1-1 0,1 1 0,-1-1 0,0 1 0,0-1 0,0 0 0,-1 0 0,1 0-1,-1 0 1,1 0 0,-1 0 0,0 0 0,0 0 0,0 0 0,-1-1 0,1-4 0,0 7 22,-1 0 0,1-1 1,-1 1-1,0 0 0,0 0 1,1-1-1,-1 1 0,0 0 0,0-1 1,0 1-1,0 0 0,0-1 1,-1 1-1,1 0 0,0 0 0,-1-1 1,1 1-1,-1 0 0,1 0 1,-1-1-1,1 1 0,-1 0 0,0 0 1,0 0-1,1 0 0,-1 0 1,0 0-1,0 0 0,-2-1 0,-1 1 110,0 0-1,0 0 0,0 1 0,0 0 1,0-1-1,0 1 0,0 1 0,-6 0 1,1 0-53,3 0-44,-1 0 1,0 1 0,1-1 0,-1 2 0,1-1 0,-1 1-1,1 0 1,0 0 0,0 1 0,1-1 0,-1 1 0,1 1-1,-1-1 1,1 1 0,1 0 0,-1 0 0,1 0 0,0 1-1,0-1 1,0 1 0,1 0 0,0 0 0,-3 8 0,1-3-56,1 1 1,1-1 0,-1 1 0,2-1 0,-1 1 0,2 0 0,0 0 0,0 0 0,1 0-1,0 0 1,1 0 0,5 20 0,-5-29-160,0 0-1,0 0 1,1 0-1,0-1 1,-1 1-1,1-1 1,0 1-1,0-1 1,0 0-1,0 0 1,1 0-1,-1 0 1,1 0-1,-1 0 1,1-1 0,0 1-1,-1-1 1,1 0-1,0 1 1,0-1-1,0-1 1,0 1-1,0 0 1,0-1-1,4 1 1,10 1-2100,0-1 0,0-1 0,20-2 0,-35 2 1947,52-9-6545,6-15-542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29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4978,'0'0'21461,"0"8"-19933,-1 12-592,0-7-458,0 0 0,1 0 0,1 1 0,0-1 0,0 0 0,4 13 0,-4-26-496,0 1-1,-1 0 1,1 0-1,0 0 0,-1-1 1,1 1-1,0 0 0,0-1 1,0 1-1,0 0 0,0-1 1,0 1-1,0-1 0,0 0 1,0 1-1,0-1 1,0 0-1,0 1 0,0-1 1,0 0-1,0 0 0,0 0 1,0 0-1,0 0 0,0 0 1,0 0-1,0-1 1,1 1-1,-1 0 0,0 0 1,0-1-1,0 1 0,0-1 1,-1 1-1,1-1 0,0 1 1,0-1-1,0 0 1,1-1-1,36-26-441,-24 15 410,1 0 0,0 0 1,1 2-1,0 0 1,1 0-1,24-10 1,-40 22 105,1-1 0,-1 1-1,-1 0 1,1 0 0,0 0 0,0 0 0,0 0 0,0 0 0,-1 0 0,1 1 0,-1-1 0,1 0 0,-1 0 0,1 1 0,-1-1 0,0 0-1,1 0 1,-1 1 0,0-1 0,0 0 0,0 2 0,10 24 784,-7-25-969,1 0-1,-1 0 1,0 0-1,1 0 1,0-1-1,-1 1 1,1-1-1,0 0 1,0 0-1,0-1 1,-1 1-1,1-1 1,5 0-1,64-2-3615,-43 1 1753,58 0-10598,-46-3 4781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29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583 5 6675,'0'0'20428,"-15"-1"-18822,14 0-1571,-12 0 204,1 0-1,-1 0 0,1 1 0,-1 1 0,1 0 1,0 0-1,-1 2 0,1-1 0,-16 7 0,23-7-146,-3 1 7,0 0 1,0 0-1,0 1 0,0 0 1,1 1-1,-1 0 0,1 0 0,1 0 1,-1 1-1,1 0 0,-8 9 1,13-14-126,1-1 0,0 1 0,0-1 0,0 0 0,-1 1 0,1-1 0,0 1 0,0-1 0,0 1 0,0-1 0,0 1 0,0-1 0,0 1 0,0-1 0,0 0 0,0 1 0,0-1 0,0 1 0,0-1 0,0 1 0,1-1 0,-1 1 0,0-1 0,0 0 0,0 1 0,1-1 0,-1 1 0,0-1 0,0 0 0,1 1 0,-1-1 0,0 0 0,2 1 0,19 6-424,33-5 64,-45-2 241,6-1-15,-11 1 117,0 0 0,0 0 0,0 0 0,0 0 0,0 0 0,0 1-1,0 0 1,6 2 0,-9-3 48,0 1 0,0 0 0,0 0 0,0 0-1,0 0 1,-1 0 0,1 0 0,0 0 0,0 0 0,-1 1 0,1-1-1,-1 0 1,1 0 0,-1 1 0,0-1 0,1 0 0,-1 0 0,0 1-1,0-1 1,0 0 0,0 1 0,0-1 0,0 0 0,0 1-1,0-1 1,-1 0 0,1 0 0,0 1 0,-1-1 0,1 0 0,-2 2-1,-2 7 138,0 0 0,-1 0 0,-1-1 0,1 1 0,-2-1 0,1-1 0,-13 14 0,-6 8 136,-161 187 473,17-22-301,161-184-450,4-8 0,1 1 0,0 0 0,-1 0 0,2 0 0,-1 0 0,0 0 0,1 1 0,0-1 0,0 1 0,0 0 0,1 0 0,-3 8 0,4-12 0,0-1 0,0 0 0,0 0 0,0 0 0,0 1 0,0-1 0,0 0 0,0 0 0,1 0 0,-1 0 0,0 1 0,0-1 0,0 0 0,0 0 0,0 0 0,0 1 0,0-1 0,0 0 0,0 0 0,0 0 0,1 0 0,-1 1 0,0-1 0,0 0 0,0 0 0,0 0 0,1 0 0,-1 0 0,0 0 0,0 0 0,0 0 0,0 1 0,1-1 0,-1 0 0,0 0 0,0 0 0,0 0 0,1 0 0,-1 0 0,0 0 0,0 0 0,0 0 0,1 0 0,-1 0 0,18 1 0,-1-1 0,1 0 0,-1-1 0,1-1 0,-1 0 0,1-1 0,16-6 0,123-47 0,-119 41 0,137-53 0,-147 49-2614,-26 17 2007,0 0 0,-1 0 0,1-1 0,-1 1-1,0 0 1,0-1 0,0 1 0,0-1 0,0 1 0,0-1-1,-1 1 1,1-1 0,-1 1 0,0-1 0,0-4 0,0-10-10660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0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11813,'0'0'20231,"0"10"-19609,0 106-521,1-114-101,0-1 0,0 0 0,0 0 0,0 0 0,0 0 0,0 1 0,0-1 0,1-1 0,-1 1 0,0 0 0,1 0 0,-1 0 0,1-1 0,-1 1 0,1-1 0,-1 1 0,1-1 0,-1 1 0,1-1 0,-1 0 0,1 0 0,-1 0 0,1 0 0,0 0 0,-1 0 0,1 0 0,2-1 0,51-6 0,-37 0-36,0-1 0,0-1 1,-1 0-1,-1-1 0,0-1 0,28-24 0,-44 34 40,0 1-1,1 0 1,-1 0-1,0 0 1,0-1 0,1 1-1,-1 0 1,0 0-1,1 0 1,-1 0-1,0-1 1,1 1 0,-1 0-1,1 0 1,-1 0-1,0 0 1,1 0-1,-1 0 1,0 0-1,1 0 1,-1 0 0,0 0-1,1 0 1,-1 1-1,0-1 1,1 0-1,-1 0 1,0 0-1,1 0 1,-1 0 0,0 1-1,1-1 1,-1 0-1,0 0 1,0 1-1,1-1 1,-1 0 0,0 0-1,0 1 1,1-1-1,-1 0 1,0 1-1,0-1 1,7 13 87,-7-13-88,1 4-325,0-1 0,-1 0 0,1 1 0,1-1 0,-1 0 0,1 0 0,-1 0 0,1 0 0,0 0 0,0 0 0,0-1 0,4 5 0,-3-5-158,-1-1 1,1 0-1,-1 0 0,1 0 0,0 0 1,0 0-1,0-1 0,-1 1 0,1-1 1,0 1-1,0-1 0,0 0 0,0-1 1,0 1-1,-1 0 0,7-2 0,11-4-8708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0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29 10117,'0'0'17818,"5"6"-16660,-2-2-1094,0 0 0,1 0 0,0-1 0,0 1 0,0-1 0,0 0 1,0 0-1,1-1 0,0 1 0,-1-1 0,1 0 0,0 0 0,0 0 0,0-1 0,0 0 0,0 0 0,0 0 0,1 0 0,-1-1 0,8 0 0,8 0 78,-12 1-395,0-1 0,0 0 0,0-1 0,0 1 0,14-5 0,-21 5 180,-1-1-1,1 0 1,0 1-1,0-1 0,0 0 1,-1 0-1,1 0 1,0-1-1,-1 1 1,1 0-1,-1-1 1,1 1-1,-1-1 1,0 1-1,0-1 1,0 0-1,1 1 1,-2-1-1,1 0 1,0 0-1,0 0 1,0 1-1,-1-1 1,1 0-1,-1 0 1,0 0-1,0 0 1,1 0-1,-1 0 0,-1-3 1,1 4 76,0 0-1,0 0 1,-1 0 0,1 0-1,0 0 1,-1 0 0,1 0 0,-1 0-1,1 0 1,-1 1 0,0-1-1,1 0 1,-1 0 0,0 0 0,0 1-1,1-1 1,-1 0 0,0 1-1,0-1 1,0 0 0,0 1 0,0-1-1,0 1 1,0 0 0,0-1-1,0 1 1,0 0 0,0 0 0,-2-1-1,-36-3 367,34 4-256,1 0-88,-11-1 352,-1 0 0,1 1 0,-1 1 0,1 1 0,-27 5 0,38-6-314,1 0-1,0 1 1,-1-1 0,1 1 0,0 0 0,0 0 0,0 0 0,0 0 0,0 0 0,0 1 0,1-1-1,-1 1 1,1 0 0,0-1 0,0 1 0,0 0 0,0 1 0,0-1 0,1 0 0,-1 0 0,1 1-1,0-1 1,0 1 0,0-1 0,0 1 0,1-1 0,0 1 0,-1 0 0,1-1 0,1 5-1,-2-5-155,1 1 0,0-1 0,0 0 0,0 1 0,1-1-1,-1 1 1,1-1 0,-1 0 0,1 1 0,0-1 0,1 0 0,-1 0-1,1 0 1,-1 0 0,1 0 0,0 0 0,0 0 0,0 0-1,0-1 1,0 1 0,1-1 0,-1 0 0,1 0 0,0 0-1,0 0 1,-1 0 0,1 0 0,1-1 0,-1 1 0,0-1 0,0 0-1,0 0 1,1 0 0,-1 0 0,0-1 0,8 1 0,9 3-2045,1-2 1,37 1 0,-43-4 33,1 0-1,-1-1 1,0 0 0,27-9-1,11-9-4151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1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39 224,'0'0'22136,"4"-6"-18743,15-20-525,-15 20-718,-4 84-154,1-77-2006,-1 0 1,1 0-1,0 0 0,0 0 0,-1 0 1,1-1-1,0 1 0,0 0 0,0-1 1,0 1-1,0 0 0,0-1 0,0 1 1,0-1-1,0 1 0,0-1 1,1 0-1,-1 1 0,0-1 0,0 0 1,0 0-1,0 0 0,1 0 0,-1 0 1,0 0-1,1 0 0,40-2-677,-35-1 488,-1 1 0,0-1 0,0 0 0,0 0-1,0 0 1,0-1 0,-1 0 0,1 0 0,-1-1 0,0 1 0,0-1-1,-1 0 1,1-1 0,-1 1 0,0-1 0,6-3 4311,-9 10-4112,-1 1-1,0 0 0,1 0 0,0 0 0,-1 0 0,1-1 0,0 1 0,0 0 0,0-1 0,0 1 0,0-1 0,0 1 0,0-1 0,1 1 0,-1-1 0,0 0 0,1 1 0,-1-1 0,1 0 0,0 0 0,-1 0 0,1-1 0,0 1 0,3 1 0,45 0-4424,0-8-6811,-16-10-876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9716,'0'0'14615,"13"9"-13254,-7-5-1269,4 3 25,1 0-1,-1-1 0,1 0 0,1-1 1,-1 0-1,1 0 0,0-2 0,0 1 1,0-1-1,17 1 0,-26-4-184,1 1 0,-1-1-1,0 0 1,1-1 0,-1 1-1,1-1 1,-1 1 0,0-1 0,0 0-1,1 0 1,-1 0 0,0-1 0,0 1-1,5-4 1,-7 3 49,1 0 0,-1 0 1,0-1-1,0 1 0,0 0 0,0 0 0,0-1 1,-1 1-1,1 0 0,-1-1 0,1 1 0,-1-1 0,0 1 1,0-1-1,0 1 0,0 0 0,-1-1 0,1 1 1,-1-1-1,1 1 0,-2-4 0,0 3 171,1 0-1,-1-1 1,0 1-1,0 0 1,0 0-1,0 0 1,-1 0-1,1 1 1,-1-1-1,1 1 1,-1-1 0,0 1-1,0 0 1,0 0-1,0 0 1,-1 1-1,1-1 1,-1 1-1,1 0 1,0 0-1,-1 0 1,0 0 0,-5 0-1,-1-1 287,-1 0 0,0 1 0,1 0 1,-1 1-1,0 0 0,0 1 0,-10 1 0,18-1-438,1 0 0,-1 0 0,1 0 0,0 0 0,0 1 0,-1-1 0,1 1 0,0-1 0,0 1 0,0 0 0,1 0 0,-1 0 0,0 0 0,1 0 0,-1 0 0,1 0 0,-1 0 0,1 1 0,0-1 0,0 0 0,0 1 0,1-1 0,-1 1 0,0 4 0,-2 7 0,2 0 0,0 0 0,0 19 0,1-25 0,1-5-80,-1 1-1,1-1 1,0 1-1,0-1 1,0 0-1,1 1 1,-1-1 0,1 0-1,-1 0 1,1 0-1,0 0 1,0 0 0,1-1-1,-1 1 1,0-1-1,1 1 1,0-1-1,-1 0 1,1 0 0,0 0-1,0 0 1,0 0-1,1-1 1,-1 0 0,0 1-1,0-1 1,5 1-1,8 2-955,0 1 0,1-2 0,0 0-1,24 0 1,32-1-6935,7-2-5054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1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1 17928,'0'0'3917,"-28"1"-292,10 0-2891,-4-1 37,-1 1 1,1 1-1,-1 1 0,1 1 1,0 1-1,0 1 0,-26 10 1,28-6-718,0 0 1,0 1-1,1 0 1,1 2-1,0 0 1,0 1-1,2 1 1,-29 32-1,36-34-61,0-1 0,1 1 0,0 1 0,1-1 0,0 1 0,1 0 0,1 1 0,1-1 0,0 1 0,0 0 0,1 1 0,1-1 0,0 27 0,2-36-57,1 0-1,-1 1 1,1-1 0,0 0-1,1 0 1,-1 0-1,1 0 1,1 0 0,-1 0-1,1 0 1,0-1 0,0 1-1,0-1 1,9 10 0,-5-8-206,0 0 0,1 0 1,0-1-1,1 0 1,-1 0-1,1-1 1,0 0-1,16 6 0,-2-3-531,0-1-1,0-2 1,1 0-1,0-1 0,0-1 1,0-2-1,31-1 1,18-9-7513,2-14-4654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2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1 288,'-2'1'23673,"2"-1"-23527,0 0 1,0 0 0,0 1 0,0-1-1,0 0 1,0 0 0,0 0 0,0 1 0,-1-1-1,1 0 1,0 0 0,0 0 0,0 1-1,0-1 1,0 0 0,0 0 0,0 0 0,0 1-1,0-1 1,0 0 0,0 0 0,1 1-1,-1-1 1,1 2 1761,-1-2-1761,1 0 0,-1 0 0,0 0-1,0 0 1,0 1 0,1-1 0,-1 0-1,0 0 1,0 0 0,0 0 0,1 0-1,-1 0 1,0 0 0,0 0 0,0 0 0,1 0-1,-1 0 1,0 0 0,0 0 0,1 0-1,-1 0 1,0-1 0,-6 15-147,-1 0 0,-1-1 0,0 0 0,0-1 0,-16 17 0,-21 33 0,24-31 0,16-24 0,0 0 0,0 0 0,0 0 0,1 1 0,0 0 0,0 0 0,1 0 0,0 0 0,1 0 0,0 1 0,-3 16 0,6-24 0,-1 1 0,1-1 0,-1 0 0,1-1 0,-1 1 0,1 0 0,0 0 0,-1 0 0,1 0 0,0 0 0,0-1 0,0 1 0,0 0 0,-1-1 0,1 1 0,0 0 0,0-1 0,0 1 0,0-1 0,1 0 0,-1 1 0,0-1 0,0 0 0,0 0 0,0 0 0,0 1 0,0-1 0,0 0 0,0 0 0,2-1 0,49 1 0,-34 0 0,-17 0 0,48 1 0,0-2 0,-1-1 0,1-3 0,-1-2 0,54-16 0,-99 23-570,0-1-1,0 0 1,0 0 0,0 0-1,0-1 1,0 1 0,-1-1-1,1 1 1,-1-1 0,1 0 0,2-3-1,-4 3-257,1-1 1,-1 1-1,-1-1 0,1 1 0,0-1 0,-1 1 0,1-1 1,-1 0-1,0 1 0,1-1 0,-1 0 0,-1-3 1,1-5-7964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2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9941,'0'0'21705,"-34"142"-20584,34-105-1121,6-1 0,8-2 0,0-5 0,-1-4 0,1-7 0,-1-5 0,8-4-2865,6-4-1537,0-5-1809,7 0-6979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5202,'0'0'21938,"5"3"-20353,10 8-1364,0 0 0,-1 1 0,0 1 0,-1 0 0,-1 1 0,0 1 0,-1 0 0,0 0 0,-2 1 0,13 26 0,-12-20-19,-2 1-1,0-1 0,-2 2 1,0-1-1,-1 0 0,-2 1 1,2 46-1,-6-67-199,1 0 0,-1 0 0,1 0 1,-1 0-1,0 0 0,0 0 0,0 0 0,0 0 0,-1 0 0,1-1 0,-1 1 1,0-1-1,1 1 0,-1-1 0,0 1 0,-1-1 0,1 0 0,0 0 1,-1 0-1,1-1 0,-1 1 0,1 0 0,-5 1 0,-7 4-74,-1-1 0,0 0 1,-21 5-1,11-4-250,64-29-26060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3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18841,'0'0'13926,"0"74"-13926,0-54 0,0-2 0,0 0 0,0 1 0,0-1-2385,0-3-4738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33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 5507,'0'0'23338,"-95"144"-19416,75-115-3922,6 10 0,-13 6 0,7-2 0,-1 4-320,-12-8-4626,-1-10-4611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0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3 4018,'0'0'9810,"7"-3"-4672,-9 22-4677,-1 0 1,0 0-1,-2 0 0,0 0 1,-1-1-1,-1 0 0,-16 30 1,10-21-361,2-1 0,-14 48 0,21-58-58,1-1 1,1 1-1,-1 20 0,37-36 125,-21-1-118,0-1 0,0 0 0,-1 0 0,25-9 0,19-5-12,23 2 452,0 3-1,125 0 0,-190 10 672,-20 0-1988,-26-3-5246,23 3 2287,-9-3-2184,3 1-1191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1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4690,'0'0'13414,"5"3"-11656,-2 0-1469,0 0 0,-1 0 0,1 1-1,-1-1 1,1 0 0,-1 1-1,0 0 1,0-1 0,-1 1-1,1 0 1,-1 0 0,0 0-1,0 0 1,0 0 0,0 0 0,-1 0-1,0 5 1,1 91 2061,-3-59-1618,0 10 75,-16 90-1,6-64-661,4-20 79,8-56-50,0-44-2928,0 20-954,0-2-5230,0 12 1532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2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50 848,'0'0'12401,"0"-8"-10102,0-33 3750,0 48-4555,-1 39-411,0-13-185,1 0-1,2 1 1,10 57 0,22 67 829,34 118 137,-64-261-1695,-1 0 0,0 1 0,-1-1 0,0 1 0,-1 18-1,-1-33 62,0-26-62,0-6-2854,1 26 1434,-1 0-1,1 0 1,0-1-1,0 1 1,1 0-1,-1 0 1,1 1-1,0-1 1,0 0-1,4-4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6:43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3586,'0'0'13134,"-33"5"-5856,5 18-7356,-7 7-3686,-5-3-6785,14-13 1422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5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0 186 3890,'0'0'14553,"10"2"-8395,14 0-4947,-16-2-1149,-1-1-1,1-1 1,-1 0 0,1 0-1,-1 0 1,0-1 0,0 0-1,0 0 1,0-1 0,0 0 0,-1 0-1,0 0 1,0-1 0,9-9-1,-10 9-37,1 0-1,-2 0 0,1-1 0,0 1 0,-1-1 1,0 0-1,-1-1 0,1 1 0,-1-1 0,0 1 0,-1-1 1,0 0-1,0 0 0,0 0 0,1-12 0,-3 18-11,0 0-1,0 0 0,0 0 0,-1 0 0,1 0 0,0 0 0,0 0 0,0 0 0,-1 0 0,1 0 0,0 1 1,-1-1-1,1 0 0,-1 0 0,1 0 0,-1 1 0,0-1 0,1 0 0,-1 0 0,0 1 0,1-1 0,-1 1 1,0-1-1,0 0 0,1 1 0,-1 0 0,-2-2 0,1 2 10,-1-1 1,0 1-1,1-1 0,-1 1 1,0 0-1,0 0 1,1 0-1,-1 0 0,0 0 1,-3 1-1,1 0-4,0 0 0,0 1 0,0-1 0,0 1 1,0 0-1,0 1 0,1-1 0,-1 1 0,1 0 0,-8 5 0,8-2-10,0 1 0,1-1 0,0 1 0,0-1 0,0 1 0,1 0 0,-1 0 0,2 1 0,-1-1 0,1 0 0,0 11 0,0 1-19,0 0 0,2 0-1,3 22 1,-4-39-11,1-1 1,-1 1-1,1 0 1,-1 0-1,1 0 1,0 0-1,0 0 1,-1-1-1,1 1 1,0 0-1,1-1 1,-1 1-1,0 0 0,0-1 1,1 0-1,-1 1 1,1-1-1,-1 0 1,1 0-1,-1 0 1,1 0-1,0 0 1,3 1-1,-1 0-118,1-1-1,0 0 1,0 0-1,0 0 0,0-1 1,0 0-1,0 0 1,0 0-1,6-2 1,3 0-503,0-1 0,0-1 0,0 0 1,-1-1-1,22-11 0,2-6-2375,45-34-1,-19-3 752,-30 14 3660,-34 61 11152,2 28-9815,1-12-1499,-2-31-1219,0 0 0,0 1 0,0-1 0,0 0 0,0 0-1,1 0 1,-1 0 0,0 0 0,1 0 0,-1 0 0,1 0-1,0 0 1,-1 0 0,1 0 0,-1 0 0,1 0-1,0-1 1,0 1 0,0 0 0,0 0 0,-1-1 0,1 1-1,0-1 1,2 2 0,32 6-400,-24-8 118,0 0-1,0-1 1,0 0-1,16-4 1,-11 0-24,-1-2 1,0 0-1,-1 0 0,0-2 0,0 0 0,0 0 1,14-14-1,25-17 532,-50 47 3649,23 52-3071,-23-55-1135,1 0 0,0-1 0,0 0 0,1 0 0,-1 0 0,1 0 0,-1-1 0,1 0 0,0 0 0,0 0 0,0 0 0,0-1 0,0 0 0,8 1 0,75 2-10585,-72-4 8058,33 0-7462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6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13 7187,'0'0'15125,"-19"-2"-12015,3 0-2614,2-1-130,-1 1 0,1 0 0,-1 1 1,1 1-1,-1 0 0,1 1 0,-1 1 0,-14 3 0,20-1-216,0 0-1,1 0 0,0 1 0,-14 11 0,20-16-183,1 1 1,-1 0-1,1 0 1,-1 1-1,1-1 0,-1 0 1,1 0-1,0 1 0,0-1 1,0 1-1,0-1 0,0 1 1,0-1-1,0 1 0,0-1 1,1 1-1,-1 0 1,1 0-1,-1-1 0,1 1 1,-1 0-1,1 0 0,0-1 1,0 1-1,0 0 0,0 0 1,0 0-1,1-1 0,-1 1 1,0 0-1,2 3 1,1-4-99,1 0 1,0 1 0,-1-1-1,1-1 1,0 1 0,0 0-1,-1-1 1,1 0 0,0 0-1,0 0 1,0 0 0,6-2-1,3 1-49,2 1-2,0-1 1,0-1 0,0-1 0,-1 0 0,1-1-1,-1 0 1,0-2 0,0 1 0,14-9 0,-28 14 227,0 0 0,0 0 0,0 0 0,0-1 0,1 1 0,-1 0 0,0 0 1,0 0-1,0 0 0,0 0 0,0-1 0,1 1 0,-1 0 0,0 0 1,0 0-1,0 0 0,1 0 0,-1 0 0,0 0 0,0 0 0,0 0 1,1 0-1,-1 0 0,0 0 0,0 0 0,1 0 0,-1 0 0,0 0 0,0 0 1,0 0-1,1 0 0,-1 0 0,0 0 0,0 0 0,0 0 0,0 0 1,1 1-1,-1-1 0,0 0 0,0 0 0,0 0 0,0 0 0,1 0 0,-1 1 1,0-1-1,0 0 0,0 0 0,0 0 0,0 0 0,0 1 0,0-1 1,1 0-1,-1 0 0,0 0 0,0 1 0,-6 16 864,-17 23-213,22-39-645,-75 115 1655,-156 178 0,230-292-1706,-11 12 0,1 0 0,1 1 0,0 0 0,0 0 0,-10 23 0,21-37 0,0-1 0,1 0 0,-1 1 0,0-1 0,0 1 0,1-1 0,-1 0 0,0 1 0,0-1 0,1 0 0,-1 1 0,0-1 0,1 0 0,-1 0 0,1 1 0,-1-1 0,0 0 0,1 0 0,-1 0 0,1 1 0,-1-1 0,0 0 0,1 0 0,-1 0 0,1 0 0,-1 0 0,1 0 0,-1 0 0,1 0 0,-1 0 0,1 0 0,-1 0 0,0 0 0,1 0 0,-1 0 0,1-1 0,0 1 0,1 0 0,25-1 0,1-2 0,-1 0 0,52-15 0,81-34 0,-121 38 0,-3 3 0,0-3 0,-1-1 0,0-1 0,38-26 0,-72 41-157,1 0 0,-1 0 0,0-1 1,1 1-1,-1-1 0,0 1 0,0-1 0,0 1 0,0-1 1,0 0-1,0 0 0,0 1 0,0-1 0,0-3 0,-1 3-151,1 1-1,-1-1 0,0 1 0,0-1 1,0 0-1,0 1 0,0-1 0,0 1 1,0-1-1,-1 1 0,1-1 1,0 1-1,-1-1 0,1 1 0,-1-1 1,0 1-1,1 0 0,-1-1 0,0 1 1,0 0-1,0 0 0,0-1 1,0 1-1,0 0 0,0 0 0,-1 0 1,-1-1-1,-22-10-9167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6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12902,'0'0'18334,"13"19"-16803,-6 11-1520,-7-28-14,0 0 1,0 0 0,0 0 0,0 0 0,1 0-1,-1-1 1,0 1 0,1 0 0,-1 0 0,1 0-1,0-1 1,-1 1 0,1 0 0,0 0 0,0-1 0,0 1-1,0-1 1,1 1 0,-1-1 0,0 0 0,1 1-1,-1-1 1,1 0 0,-1 0 0,1 0 0,-1 0 0,1 0-1,0 0 1,-1 0 0,1-1 0,0 1 0,0-1-1,0 1 1,0-1 0,-1 0 0,1 1 0,0-1-1,3 0 1,6-2-123,-1 0 0,0 0 0,0-1 0,0-1 0,-1 1 0,1-2 0,-1 1 0,0-1 0,0 0 0,-1-1 0,1 0 0,-1-1 0,12-11 0,-20 18 150,1 0 0,0 0 0,-1 0 0,1 0 0,0 0 0,0 0 0,-1 0 0,1 0 0,0 0 0,-1 1 0,1-1 0,0 0 0,-1 1 0,1-1 0,-1 0 0,1 1 0,0-1 0,-1 1 0,1-1 0,-1 1 0,1-1 0,-1 1 0,0-1 0,1 1 0,-1-1 0,1 1 0,-1 0-1,1 0 1,19 27 917,-15-19-783,17 11-2851,-17-17 1324,0-1 1,0-1-1,0 1 0,0-1 1,0 0-1,0 0 1,0-1-1,0 1 1,0-1-1,10-1 0,-15 1 1245,27 0-9551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7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8084,'0'0'15551,"14"0"-14135,29 3-694,150 5 1379,-192-8-2112,0 0 0,1 0-1,-1 0 1,0 0 0,1 0 0,-1-1 0,0 1-1,0 0 1,1-1 0,-1 1 0,0-1-1,0 1 1,1-1 0,-1 1 0,0-1 0,0 0-1,0 0 1,0 1 0,0-1 0,0 0-1,0 0 1,0 0 0,0 0 0,0 0 0,-1-1-1,1 1 1,0 0 0,-1 0 0,1 0-1,-1-1 1,1 1 0,-1 0 0,1-2 0,-2 2-6,1-1-1,0 0 1,0 1 0,-1-1 0,1 0 0,-1 1 0,1-1 0,-1 1 0,0-1 0,0 1 0,1 0 0,-1-1 0,0 1 0,0 0 0,0-1 0,-1 1 0,1 0 0,0 0 0,0 0 0,-1 0-1,1 0 1,0 0 0,-1 0 0,1 1 0,-1-1 0,1 0 0,-3 0 0,-13-3 2,0 1 0,0 0 0,-1 1 1,1 1-1,0 1 0,-25 2 0,39-2 37,0 1 1,0-1-1,1 1 1,-1 0-1,0 0 1,1 0-1,-1 0 1,1 0-1,-1 0 1,1 1-1,0-1 1,-1 1-1,1 0 1,0 0-1,0 0 1,0 0-1,0 0 1,1 0-1,-1 0 1,1 0-1,-1 1 1,1-1-1,0 1 1,-1-1-1,1 1 1,1 0-1,-1-1 1,0 1-1,0 3 1,-1 4 24,0 0 1,1 1 0,0 0-1,1-1 1,0 1 0,3 14-1,-3-21-83,1-1-1,1 0 0,-1 1 1,0-1-1,1 0 0,-1 0 0,1 0 1,0 0-1,0 0 0,0 0 0,1 0 1,-1-1-1,1 1 0,-1-1 1,1 0-1,0 0 0,0 0 0,0 0 1,0 0-1,0 0 0,0-1 0,1 0 1,-1 1-1,0-1 0,7 1 0,6 1-565,1 0 0,-1-1-1,1 0 1,19-1-1,-20-2 56,1-1 0,-1-1-1,0 0 1,0-1-1,0-1 1,0 0 0,-1-1-1,0-1 1,18-10 0,6-6-104,-2-2 1,41-34 0,-71 53 898,24-19-527,-21 8 11963,-17 50-8424,7-19-2868,0-9-330,0-1-1,0 1 1,0 0 0,0-1-1,1 1 1,0 0-1,2 6 1,-3-9-65,1-1 0,0 1 0,0-1 0,1 1 0,-1-1 0,0 1 0,0-1 0,1 0 0,-1 0 0,1 0 0,-1 0 0,1 0 0,-1 0 0,1 0 1,-1 0-1,1 0 0,0-1 0,0 1 0,-1-1 0,1 1 0,0-1 0,0 0 0,3 0 0,5 2-86,0-1 0,0-1 0,0 0 0,0 0 0,0-1 0,0-1 0,0 1 0,0-2 0,0 1 0,-1-1 0,1-1 0,-1 1 0,0-2 0,0 1 0,-1-1 0,1-1 0,-1 1 0,0-2 0,7-6 0,-14 12 120,-1 1 0,1-1 0,-1 1 0,1-1 0,-1 1 0,1-1 0,0 1 0,-1-1 0,1 1 0,0 0 0,-1-1 0,1 1 0,0 0 0,-1-1-1,1 1 1,0 0 0,-1 0 0,1 0 0,0 0 0,0-1 0,-1 1 0,1 0 0,0 0 0,0 1 0,0-1 0,-1 0 0,1 0 0,0 0 0,0 1 0,13 21 1210,-8-10-1119,-5-9-474,1-1 1,0 1-1,-1-1 0,1 1 0,0-1 1,0 0-1,0 0 0,0 0 0,5 3 1,-4-3-534,0 0 1,0 0 0,0-1-1,1 0 1,-1 1 0,1-1 0,-1 0-1,1-1 1,-1 1 0,1-1-1,-1 1 1,1-1 0,-1 0 0,1-1-1,0 1 1,-1 0 0,1-1-1,-1 0 1,1 0 0,4-2 0,14-14-9604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7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10725,'0'0'14652,"0"6"-13737,0-4-868,0 1 0,0-1 0,1 0 0,-1 0-1,0 0 1,1-1 0,0 1 0,-1 0 0,1 0 0,0 0 0,0 0-1,0 0 1,0-1 0,0 1 0,0-1 0,1 1 0,-1 0 0,0-1 0,1 0-1,2 3 1,2-1 50,-1 0-1,1 0 1,0 0-1,0-1 0,0 0 1,0 0-1,9 1 1,-3 0-131,1 0 0,0-2 0,0 0 0,0 0 0,0-1 0,1 0 1,-1-2-1,18-3 0,-28 5 17,1-1 0,-1 0 0,0 0 1,0-1-1,0 1 0,0 0 0,0-1 0,0 0 0,0 0 0,-1 0 1,1 0-1,-1 0 0,1 0 0,-1-1 0,0 1 0,0-1 1,0 0-1,0 0 0,0 1 0,-1-1 0,1 0 0,-1 0 1,0-1-1,1 1 0,-2 0 0,1 0 0,0-1 0,-1 1 1,1 0-1,-1-1 0,0 1 0,0 0 0,0-1 0,-1 1 1,1 0-1,-1-1 0,-1-3 0,1 5 113,0-1-1,-1 0 0,1 1 1,-1 0-1,1-1 1,-1 1-1,0 0 1,0 0-1,0 0 1,0 0-1,0 0 1,-1 0-1,1 1 1,0-1-1,-1 1 1,1-1-1,-1 1 0,0 0 1,1 0-1,-1 0 1,0 0-1,0 1 1,1-1-1,-1 1 1,0 0-1,0 0 1,-4 0-1,-10-1 847,-1 1 0,-35 4 0,49-4-934,1 1 0,-1 0 0,0 0 1,1 0-1,-1 0 0,1 1 0,-1-1 1,1 1-1,-1 0 0,1 0 1,0 0-1,0 1 0,0-1 0,0 1 1,1 0-1,-1-1 0,1 1 0,-1 0 1,1 0-1,0 1 0,0-1 1,1 0-1,-1 1 0,-1 3 0,-1 5-14,1-1 1,1 1-1,-1 0 0,2 0 0,0 0 0,0 17 0,2-26-7,-1 1 1,1-1-1,-1 0 1,1 0-1,0 0 1,0 0-1,1 0 0,-1 0 1,1 0-1,-1 0 1,1 0-1,0 0 1,0-1-1,0 1 0,1-1 1,-1 0-1,1 1 1,-1-1-1,1 0 1,-1 0-1,1-1 0,0 1 1,0-1-1,0 1 1,0-1-1,0 0 1,0 0-1,1 0 0,-1 0 1,4 0-1,15 3-414,-1-1 0,1-1 0,30 0-1,-45-2 225,21 0-945,18 1-3782,61-6 0,-7-16-7020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8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0 9620,'0'0'13321,"-29"9"-9957,5-2-2760,-10 2 396,0 2 1,1 1-1,-62 33 0,76-35-761,2 2 0,-1 0-1,1 0 1,1 2 0,-25 26 0,34-32-209,1 0 0,0 1 1,0 0-1,0 0 0,1 0 1,1 1-1,-1 0 0,2 0 1,-1 0-1,1 0 0,1 0 0,0 1 1,-1 12-1,1 0-30,0 71 0,3-87 0,0 1 0,0 0 0,0 0 0,1 0 0,0-1 0,1 1 0,0-1 0,0 1 0,7 10 0,-2-6-323,0 0 1,2-1-1,-1 0 1,1-1-1,1 0 0,0-1 1,0 0-1,1 0 1,0-1-1,1-1 0,0 0 1,0-1-1,0 0 1,1-1-1,22 5 0,2-2-1677,1-3 0,-1-1 0,1-2 0,65-5 0,-14-5-10050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8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 2385,'-3'-9'30161,"330"9"-29940,-327 0-221,0 0 0,1 0 0,-1 0 0,0 0 0,0 0 0,0 0 0,0 0 0,1 0 0,-1 0 0,0 0 0,0 0 0,0 0 0,0 0 0,0 0 0,1 0 0,-1 1 0,0-1 0,0 0 0,0 0 0,0 0 0,0 0 0,1 0 0,-1 0 0,0 0 0,0 0 0,0 1 0,0-1 0,0 0 0,0 0 0,0 0 0,1 0 0,-1 0 0,0 1 0,0-1 0,0 0 0,0 0 0,0 0 0,0 0 0,0 1 0,0-1 0,0 0 0,0 0 0,0 0 0,0 0 0,0 1 0,0-1 0,0 0 0,0 0 0,0 0 0,0 0 0,0 1 0,-1-1 0,1 0 0,-9 13 0,-14 11 0,-30 10 0,43-29 0,0 0 0,0 1 0,0 0 0,1 1 0,0 0 0,0 0 0,1 1 0,0 1 0,0-1 0,-7 12 0,15-19 0,0-1 0,0 1 0,0-1 0,0 1 0,0-1 0,0 1 0,0-1 0,0 1 0,1-1 0,-1 1 0,0-1 0,0 0 0,1 1 0,-1-1 0,0 1 0,0-1 0,1 1 0,-1-1 0,1 0 0,-1 1 0,0-1 0,1 0 0,-1 0 0,1 1 0,-1-1 0,1 0 0,-1 0 0,0 1 0,1-1 0,-1 0 0,1 0 0,-1 0 0,1 0 0,0 0 0,-1 0 0,1 0 0,-1 0 0,1 0 0,-1 0 0,1 0 0,28 3 0,-26-3 0,34 1-205,32 1-587,-65-1 748,0-1-1,0 1 1,0 0 0,0 0 0,0 0 0,0 1 0,0-1-1,0 1 1,0 0 0,-1 0 0,1 1 0,4 3 0,-4-1 127,-1 0 1,0 0-1,-1 0 0,1 1 1,-1-1-1,0 1 1,-1-1-1,1 1 1,-1 0-1,0 0 1,-1-1-1,1 1 0,-1 0 1,0 0-1,0 0 1,-1 0-1,-2 11 1,2-16-80,0 1 1,0 0-1,0-1 0,0 1 1,0-1-1,-1 1 1,1-1-1,0 1 1,-1-1-1,1 0 0,-1 0 1,1 0-1,-1 0 1,0 0-1,1 0 1,-1 0-1,0 0 1,-3 0-1,-41 12-13,28-8 3,-143 37-125,168-60-4812,14-8-1148,10-9-3842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9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13814,'0'0'18011,"18"7"-17216,-13-6-762,9 4-24,-1 1 1,1 0-1,-1 0 1,0 1-1,-1 1 1,0 0-1,0 1 1,0 1-1,-1-1 1,-1 2-1,13 14 1,-14-10-10,0 0 0,-2 1 0,0 0 0,0 0 0,-2 0 0,0 1 0,-1-1 0,0 1 0,-1 0 0,-2 1 0,1-1 0,-2 0 0,-2 26 0,1-35 0,-1 0 0,0 0 0,0-1 0,0 1 0,-1 0 0,-1-1 0,1 1 0,-1-1 0,0 0 0,-1 0 0,0-1 0,0 1 0,0-1 0,-1 0 0,-7 5 0,-10 9 0,-1-1 0,-45 26 0,68-44 0,-2 1 0,-1 0 0,1 0 0,0 0 0,-1 0 0,0-1 0,1 1 0,-1-1 0,0 0 0,0 0 0,-6 1 0,10-2-16,-1 0 1,1 0-1,0 0 0,0 0 1,-1 0-1,1 0 0,0 0 1,0 0-1,-1-1 0,1 1 1,0 0-1,-1 0 0,1 0 1,0 0-1,0 0 0,0 0 1,-1 0-1,1-1 0,0 1 1,0 0-1,-1 0 0,1 0 1,0 0-1,0-1 0,0 1 1,0 0-1,-1 0 0,1-1 1,0 1-1,0 0 0,0 0 1,0 0-1,0-1 1,0 1-1,0 0 0,0-1 1,0 1-1,0 0 0,0 0 1,0-1-1,0 1 0,0 0 1,0 0-1,0-1 0,0 1 1,0 0-1,0 0 0,0-1 1,0 1-1,0 0 0,0 0 1,0-1-1,1 1 0,-1 0 1,0 0-1,0 0 0,0-1 1,1 1-1,-1-2-599,3-3-598,1-1 1,-1 0-1,1 1 0,0-1 1,0 1-1,1 0 1,-1 1-1,1-1 1,7-4-1,33-26-11582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9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7700,'0'0'25067,"0"22"-25067,0-11 0,0 1 0,0 4 0,0-1 0,0 1 0,0 0-2193,7-5-3634,6-2-4770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09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12630,'0'0'18952,"-54"129"-17767,40-104-1185,1-3 0,-1 3 0,-13 9 0,0 2-1713,0 3-5314,0-3 2769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12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4034,'2'-2'20228,"10"-9"-19265,17 0-698,1 2 1,1 2-1,-1 0 1,1 2-1,53-1 1,-82 33-122,-3-22-118,0 0 0,-1 0 0,0 0 0,0 0 0,0 0-1,0 0 1,-1-1 0,1 1 0,-1-1 0,-1 1 0,1-1 0,0 0 0,-1-1 0,0 1 0,0 0 0,-6 3 0,-8 7 21,-1 0 0,-26 14-1,30-17 15,29-11-176,13-1 39,-14 4-160,0 0 0,1 0 1,-1 1-1,0 1 1,-1 0-1,1 1 1,-1 0-1,0 1 0,22 16 1,-33-22 254,0 1 1,0-1-1,0 1 1,0-1-1,0 1 1,0 0 0,-1-1-1,1 1 1,0 0-1,-1-1 1,1 1-1,-1 0 1,0 0-1,1 0 1,-1-1-1,0 1 1,0 0-1,0 0 1,-1 0 0,1-1-1,0 1 1,-1 0-1,1 0 1,-1-1-1,1 1 1,-2 2-1,0 0 153,-1-1 0,1 1 0,-1 0 0,1-1 0,-1 0 0,0 0-1,0 0 1,-1 0 0,-6 4 0,-1 0 286,-1-2-1,1 0 1,-1 0 0,-1-1-1,1 0 1,-1-1-1,1-1 1,-1 0 0,-19 0-1,-22 5 431,60-6-4420,14 0-8026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19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1 3362,'0'0'21473,"-35"28"-18946,28-23-2641,0 0 0,0 0 0,-1-1 0,0 0 0,1 0 0,-2-1 0,1 0 0,-9 3 0,-75 12-3547,52-11 630,-73 13-8679,65-13 5249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7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4610,'0'0'14938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8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10 9925,'0'0'13414,"-14"-1"-12318,5 0-994,-60-1 665,63 2-704,1 1 1,0 0 0,-1 0 0,1 0-1,0 0 1,0 1 0,0 0 0,0 0-1,0 1 1,1-1 0,-1 1 0,0 0-1,-6 6 1,-31 20 59,38-27-123,3-2-46,13-1-195,0-1 161,0 0-1,0-1 0,0-1 0,-1 0 0,1-1 0,-1 0 0,13-8 0,39-15-39,-61 28 509,-39 4 1999,19 1-1639,0 1-1,0 1 0,-33 18 1,50-23-685,1-2-150,10 0-1434,21 0 3931,-57 26-10979,18-18 3434,0-1-850,-4 0-1001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8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8308,'0'0'18520,"-20"0"-16711,13 0-1809,0 4 0,-6 1-240,-1 2-1073,7-1-591,-13 1-1346,0 0-608,-7 0-2401,-1-1-816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8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4322,'0'0'21018,"-13"3"-17945,13-1-2945,0 0-128,-7 3-48,0-1-848,-7 5-801,1 0-1248,-7 0-1778,-1 0-2304,-13-2-1185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3217,'0'0'22155,"-47"2"-20251,40 0 225,0 3-1856,1-3-257,6 3-16,-7 1-689,-7 1-1152,7 0-912,-6-3-1841,-1 1-2385,1-5-2257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2881,'0'0'22523,"0"20"-20618,0-6-241,0 2-607,0 2-721,7 0-272,6 2-64,1 3-176,-7 2-1377,13 0-1056,-7-1-1857,8 1-1249,6 0-2176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8612,'0'0'16664,"0"126"-15144,0-106-559,0-2-641,0 5-256,0-3-64,6 3-672,-6 4-881,7 0-1216,0-2-1185,0-3-1729,13-1-1472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1761,'0'0'21113,"27"128"-19912,-13-105-369,-1-1-752,1 3-80,-1 5-512,1 6-560,-1-2-2290,-6-1-2320,7-1-2162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29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4674,'0'0'13478,"33"77"-13302,-19-54-176,0 4-144,-8 2-3377,1-2-2386,0-2-2657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6499,'0'0'12502,"7"94"-12502,6-71-1201,1 2-175,6-3-4291,-6-1-1360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4866,'0'0'16296,"7"2"-15672,0-2-624,0 0-1681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10 15207,'-21'0'3378,"8"0"5169,6 0-4417,0 0-4130,1 0-2401,-8 0-480,0-2-1809,-13-1-2353,0-1-2258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10293,'0'0'19257,"-47"0"-18825,40 0-432,0 3-1329,1 1-1088,-1 1-1233,0-3-1536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0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3249,'-115'30'27501,"108"-30"-26637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7:31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 3730,'0'0'16570,"5"0"-14161,23 0 5131,-28 27-5414,-1-21-2107,0 1 0,0-1 1,-1 0-1,0 0 0,-1 0 1,1-1-1,-1 1 0,0 0 1,0-1-1,-1 0 0,0 0 1,0 0-1,0 0 0,-6 5 1,-15 13 31,-33 27-1,52-45-49,-52 49-1,58-50 0,11-3 0,11-4 0,22-5 0,1 2 0,-1 2 0,1 2 0,82 7 0,-105-4 0,0 1 0,0 1 0,25 7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1969,'0'0'14727,"6"8"-8554,-4 53-4902,-1 51-141,-1-100-1361,-2-1 0,1 1 1,-2-1-1,1 1 0,-1-1 0,-1 0 1,-5 11-1,9-22 60,0 0-1,0 0 1,0-1-1,0 1 1,0 0-1,1 0 1,-1-1 0,0 1-1,0 0 1,0-1-1,0 1 1,-1 0-1,1 0 1,0-1-1,0 1 1,0 0 0,0 0-1,0-1 1,0 1-1,0 0 1,0 0-1,0-1 1,-1 1-1,1 0 1,0 0 0,0-1-1,0 1 1,-1 0-1,1 0 1,0 0-1,0 0 1,0-1 0,-1 1-1,1 0 1,0 0-1,0 0 1,-1 0-1,1 0 1,0 0-1,0 0 1,-1 0 0,1 0-1,0 0 1,-1 0-1,1 0 1,0 0-1,0 0 1,-1 0-1,1 0 1,0 0 0,0 0-1,-1 0 1,1 0-1,0 0 1,0 0-1,-1 0 1,1 0 0,0 1-1,0-1 1,-1 0-1,1 0 1,0 0-1,0 0 1,0 1-1,-1-1 1,1 0 0,0 0-1,0 1 1,-1-29-6030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7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8132,'0'0'9732,"7"34"-10196,-7-9-2241,0 4-2706,0 3-1920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8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6755,'0'0'12995,"5"12"-12242,-1-3-582,-1 2-28,1 0 0,0-1 0,1 0-1,0 0 1,1 0 0,11 15 0,-16-24-186,1 0-1,0 0 1,0 0-1,0 0 1,0-1 0,0 1-1,0 0 1,0-1-1,0 1 1,0-1 0,0 0-1,0 0 1,0 0-1,0 0 1,1 0 0,-1 0-1,0 0 1,0-1-1,0 1 1,0-1 0,0 1-1,0-1 1,0 0-1,0 0 1,-1 0 0,1 0-1,0 0 1,0 0-1,-1-1 1,1 1-1,1-3 1,0 2 53,0-1 0,0 0 0,0 0 0,-1 0 0,0 0 0,1 0 0,-1-1 0,0 1 0,-1-1 0,1 1 0,-1-1 0,1 0 0,-1 0 0,0 0 0,0 1 0,0-6 627,1 9-477,1 1 0,-1 0 0,1-1 0,-1 1 0,0 0 1,1 0-1,-1 0 0,0 0 0,0 1 0,0-1 0,0 1 0,0-1 1,0 1-1,2 2 0,-2-2-649,0 0 0,1 0 0,-1 0 0,1 0 0,-1 0 0,1-1 0,0 1 0,0-1 1,0 0-1,-1 0 0,1 0 0,5 1 0,6-1-5498,-1-1-1280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8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10005,'0'0'13014,"-61"151"-11654,54-106-175,1-2-33,-1 0-447,7-7-449,0-6-224,0-3-64,0-9-465,7-7-175,6-2-945,1-7-1232,6-2-961,7 0-1952,-7-2-97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8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3714,'0'0'14438,"149"14"-14438,-88-3-528,7 0-3714,6 3-1136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9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1505,'0'0'19969,"14"5"-18206,1 0-1266,-9-3-320,0-1 0,0 2 0,0-1 0,0 1 0,-1 0 0,1 0 0,-1 0 0,0 1-1,0 0 1,0 0 0,8 9 0,18 21 1381,-21-20-1339,1-2 1,1 1 0,0-1 0,1-1-1,18 13 1,-30-24-202,0 1 1,0 0-1,0-1 0,1 0 0,-1 1 0,0-1 1,0 0-1,1 1 0,-1-1 0,0 0 0,1 0 1,-1 0-1,0 0 0,0 0 0,1 0 1,-1 0-1,0-1 0,1 1 0,-1 0 0,0-1 1,0 1-1,0-1 0,1 0 0,-1 1 0,0-1 1,0 0-1,0 1 0,0-1 0,0 0 1,0 0-1,0 0 0,0 0 0,-1 0 0,1 0 1,0 0-1,0 0 0,-1 0 0,2-3 0,2-5 28,0-1 0,0 0 0,5-20 0,-4 12 45,48-110 1543,-43 103-3158,-6 14-3413,-3 14 4155,0-1 0,0 0 0,0 1 0,0-1 0,0 0-1,0 0 1,0 0 0,1 0 0,-1 0 0,1 0 0,-1 0-1,1-1 1,0 1 0,0 0 0,0-1 0,4 3 0,20 10-8652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9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172 389 9316,'0'0'20239,"-21"3"-18935,-67 12-570,84-14-717,1 0-1,0 1 0,-1-1 1,1 1-1,0-1 1,0 1-1,0 0 1,0 0-1,1 1 0,-1-1 1,0 0-1,1 1 1,0 0-1,0-1 1,-1 1-1,2 0 1,-1 0-1,0 0 0,1 0 1,-1 1-1,1-1 1,0 0-1,0 1 1,-1 6-1,1-9-65,1 1 0,-1-1 1,1 1-1,-1-1 0,1 1 0,0-1 1,0 1-1,0 0 0,0-1 0,0 1 1,0-1-1,0 1 0,0 0 0,1-1 0,-1 1 1,0-1-1,1 1 0,0-1 0,-1 1 1,1-1-1,0 1 0,0-1 0,-1 0 1,1 1-1,0-1 0,1 0 0,-1 0 1,0 1-1,0-1 0,0 0 0,1 0 0,-1-1 1,0 1-1,1 0 0,-1 0 0,3 0 1,0 0-103,1-1 1,-1 1-1,0-1 0,1 0 1,-1 0-1,0 0 1,1-1-1,-1 0 1,0 0-1,1 0 0,-1 0 1,8-4-1,-5 2 38,1-1 1,-1 0-1,0 0 0,0-1 0,0 0 0,-1 0 0,1-1 0,-1 1 1,6-9-1,-11 16 170,-1 0 0,1 0 1,0 1-1,0-1 0,0 0 1,0 0-1,0 0 0,0 0 1,0 0-1,1-1 0,-1 1 1,1 0-1,1 1 0,1 2-374,-1-1 0,1 0 0,0 0 0,0 0 0,1 0 0,-1-1 0,1 0 0,0 0 0,0 0 0,0 0 0,0-1 0,8 3 0,-8-5-17,0 0 0,0 0 0,0 0 0,1-1 0,-1 0 0,0 0 0,0 0 0,0-1 0,0 1 0,-1-1 0,1-1 0,0 1 0,-1 0 1,1-1-1,-1 0 0,6-5 0,5-5-655,-1-1 1,24-31-1,-24 29 388,8-11-58,-2-1 1,-1-1-1,-1 0 1,23-53-1,-30 56 1128,-2 0 0,7-31 0,-11 35 1458,-2 0-1,0 0 1,-4-28 5850,-8 54-6187,-7 9-816,4 2-524,0 0 0,1 1-1,1 1 1,1 0 0,0 0-1,1 1 1,1 0 0,1 0-1,-5 23 1,4-11 31,2 0-1,1 0 1,1 0 0,2 0-1,3 41 1,-2-66-442,1 0-1,0 0 1,-1-1 0,2 1 0,-1 0-1,0 0 1,1 0 0,0-1 0,0 1-1,0-1 1,1 0 0,0 0 0,-1 1-1,2-2 1,-1 1 0,0 0 0,1-1-1,-1 1 1,1-1 0,0 0-1,0 0 1,0-1 0,1 1 0,-1-1-1,1 0 1,-1 0 0,1 0 0,0-1-1,6 2 1,11 0-1614,0 0 0,1-1 0,0-1 0,0-2-1,24-2 1,-43 2 1510,76-8-14187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29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18440,'0'0'12998,"88"-4"-12838,-54 6-160,-1 5-336,-5-1-816,-1-1-1409,-7 2-1025,-6-1-3105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7043,'0'0'15751,"149"0"-15751,-109 0-880,15 0-2674,-8 0-4193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0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244 572 15175,'0'0'15727,"-17"-3"-15052,3 0-552,2-1-66,0 2 0,0-1-1,-1 2 1,1-1-1,-1 2 1,1 0-1,-1 0 1,-19 4-1,26-2-67,2 0-1,-1 0 0,0 1 0,0-1 0,1 1 0,-1 0 1,1 1-1,0-1 0,0 1 0,0 0 0,1 0 0,-1 0 1,1 0-1,0 0 0,0 1 0,0 0 0,1-1 0,0 1 1,0 0-1,0 0 0,0 0 0,-1 8 0,25-13-724,-16 0 649,0-1 1,0 0-1,-1 0 1,1-1-1,0 0 1,-1 0-1,1 0 1,-1-1-1,1 1 1,-1-1-1,9-7 1,53-48-1211,-55 47 964,39-37-210,-3-2-1,-2-2 1,-3-1-1,-2-3 1,-2-1-1,43-87 1,-79 139 691,17-46 401,-14 13 5530,-10 43-5134,-33 54-795,-35 73 0,60-104-147,0 0 0,2 1 0,1 0-1,1 1 1,-4 41 0,11-66-3,-3 22 0,2 0 0,0 0 0,5 50 0,-2-75-207,0 0 0,0 0 0,1 0 0,-1 0-1,0 0 1,1 0 0,0 0 0,-1-1 0,1 1 0,0 0 0,0-1 0,0 0-1,0 1 1,0-1 0,0 0 0,0 0 0,0 0 0,1 0 0,-1 0 0,0-1 0,1 1-1,-1-1 1,1 1 0,-1-1 0,0 0 0,1 0 0,3 0 0,7 0-2121,1 1 1,-1-2 0,24-3 0,-4-6-5170,1-5 200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1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3 115 5619,'0'0'16322,"13"0"-14820,117-5 931,-129 5-2419,-1 0 0,1 0 0,0 0 0,-1 0 0,1 0 0,0-1 0,-1 1 1,1 0-1,0-1 0,-1 1 0,1 0 0,-1-1 0,1 1 0,-1-1 0,1 1 0,-1-1 0,1 1 0,-1-1 1,1 1-1,-1-1 0,1 1 0,-1-1 0,0 0 0,0 1 0,1-1 0,-1 0 0,0 1 0,1-2 0,-3-26-5,0 24-35,1-1 1,0 1-1,-1 0 1,0 0-1,0 0 1,0 0-1,-1 0 1,1 0-1,-1 1 0,-6-7 1,7 8 46,-1 0 0,0 0 1,0 0-1,0 0 0,0 1 1,0-1-1,0 1 0,0 0 1,0 0-1,0 0 0,-1 1 0,1-1 1,0 1-1,-1-1 0,1 1 1,0 0-1,-1 1 0,1-1 0,0 0 1,-1 1-1,1 0 0,0 0 1,0 0-1,0 0 0,0 0 0,0 1 1,0-1-1,0 1 0,0 0 1,0 0-1,1 0 0,-1 0 0,1 0 1,-1 1-1,1-1 0,0 1 1,0-1-1,0 1 0,0 0 1,1 0-1,-1 0 0,1 0 0,0 0 1,0 0-1,0 1 0,0-1 1,0 0-1,1 0 0,-1 1 0,1 3 1,-2 1-3,1 1 0,1-1 0,0 0 0,0 1 0,0-1 0,1 1 0,0-1 0,1 0 0,4 15 0,-4-19-127,1 1-1,-1-1 1,1 0 0,-1-1 0,1 1-1,0 0 1,0-1 0,1 0 0,-1 1 0,1-1-1,0-1 1,0 1 0,0 0 0,0-1 0,0 0-1,0 0 1,1 0 0,-1-1 0,6 2 0,12 2-1724,0-1 0,0-1 0,0-1 0,0-1 0,1-1 0,-1-1 0,0-1 1,0-1-1,0-1 0,31-10 0,-4-5-1380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1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547 134 2385,'0'0'23016,"-2"-19"-20212,-3-59-704,5 77-2041,-1-1 1,1 0 0,-1 0 0,1 1 0,-1-1 0,1 0 0,-1 1-1,0-1 1,0 1 0,0-1 0,0 1 0,0-1 0,0 1 0,0 0-1,0-1 1,-1 1 0,1 0 0,0 0 0,-1 0 0,1 0 0,-1 0 0,0 0-1,1 0 1,-1 1 0,1-1 0,-1 0 0,0 1 0,0 0 0,1-1-1,-1 1 1,0 0 0,0 0 0,1 0 0,-1 0 0,0 0 0,0 0-1,0 0 1,1 1 0,-3 0 0,-3 0 8,-13-2-68,13 1 0,0-1 0,0 1 0,-1 1 0,1 0 0,0 0 0,-11 3 0,16-3 0,0-1 0,0 1 0,1 0 0,-1 1 0,0-1 0,1 0 0,-1 0 0,1 1 0,0-1 0,-1 1 0,1-1 0,0 1 0,0 0 0,0-1 0,0 1 0,0 0 0,0 0 0,1 0 0,-1-1 0,0 1 0,1 0 0,0 0 0,-1 0 0,1 0 0,0 0 0,0 0 0,0 0 0,0 2 0,1-2-3,0-1-1,-1 0 1,1 0-1,0 0 1,0 0-1,0 0 1,0 0-1,0 0 1,0 0-1,0 0 1,0 0-1,0 0 1,0 0-1,0-1 1,0 1-1,1 0 1,-1-1-1,0 1 1,1-1-1,-1 0 1,0 1-1,1-1 1,-1 0-1,0 0 1,3 0-1,43 6-304,-39-6 168,11 1-296,24 3-516,-42-4 937,0 1 0,0-1 0,0 0 0,0 1 0,0-1 0,0 0 0,0 1 0,0-1 0,0 1 0,0-1 0,0 1 0,0 0 1,-1-1-1,1 1 0,0 0 0,0 0 0,-1-1 0,1 1 0,0 0 0,-1 0 0,1 0 0,-1 0 0,1 0 0,-1 0 0,1 0 0,-1 0 0,0 0 0,0 0 0,1 0 1,-1 2-1,0 9 166,-1 1 0,0-1 0,0 1 0,-1-1 0,-1 0 1,0 0-1,-1 0 0,0 0 0,-1 0 0,0-1 1,-1 0-1,0 0 0,-1-1 0,-8 12 0,-40 48-79,-100 102 0,58-69-93,43-46 21,31-35 0,1 1 0,2 1 0,-24 35 0,43-58 0,1 0 0,-1-1 0,1 1 0,-1 0 0,0 0 0,1 0 0,0 0 0,-1-1 0,1 1 0,0 0 0,-1 0 0,1 0 0,0 0 0,0 0 0,0 0 0,-1 0 0,1 0 0,0 0 0,1 0 0,-1 0 0,0 0 0,0 0 0,0 0 0,0-1 0,1 1 0,-1 0 0,1 1 0,0-1 0,0 0 0,0-1 0,0 1 0,1-1 0,-1 1 0,0-1 0,0 1 0,0-1 0,1 0 0,-1 1 0,0-1 0,1 0 0,-1 0 0,0 0 0,0 0 0,1 0 0,0-1 0,59-13 0,9-16-21,-1-2 1,-2-3-1,85-61 0,-143 90-159,3-1 146,0-1 0,-1-1 0,17-16 0,-24 21-369,-2 1-1,1-1 1,0 0 0,-1 0 0,1 0-1,-1 0 1,0 0 0,0-1 0,-1 1-1,0 0 1,1-1 0,-1 1 0,-1-1-1,1 1 1,0-9 0,-1-27-11600,0 18 2828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1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12310,'0'0'16711,"3"4"-14971,0 1-1623,-1-1 1,0 0-1,0 1 1,-1-1-1,1 1 1,-1-1 0,0 1-1,0 0 1,0-1-1,-1 1 1,1 8-1,-1-6-42,0 0-1,1 0 1,0 0-1,0-1 1,1 1-1,0 0 1,5 10-1,-6-15-84,1 0 0,-1 0 0,1 0 0,0-1-1,0 1 1,0-1 0,0 1 0,0-1 0,0 0 0,0 0 0,0 0 0,0 0 0,1 0-1,-1 0 1,0-1 0,1 1 0,-1-1 0,0 0 0,1 1 0,-1-1 0,1 0-1,-1-1 1,5 1 0,0-1-48,0 0 0,-1 0-1,1-1 1,0 1-1,-1-2 1,1 1 0,7-4-1,7-7-141,-1-1-1,0-1 0,32-32 0,-52 47 221,1-1 0,-1 1 0,1 0 0,-1-1 0,1 1 0,-1 0 0,1 0-1,-1-1 1,1 1 0,0 0 0,-1 0 0,1 0 0,-1 0 0,1 0 0,0 0 0,-1 0 0,1 0-1,-1 0 1,1 0 0,0 0 0,-1 0 0,1 0 0,-1 0 0,1 1 0,-1-1 0,1 0-1,-1 0 1,1 1 0,-1-1 0,1 0 0,-1 1 0,1-1 0,-1 1 0,1-1 0,-1 0 0,0 1-1,1-1 1,-1 1 0,0-1 0,1 1 0,-1 0 0,13 21 637,-12-20-637,17 23-2448,-15-22 1808,-1-1 0,0 0 0,1 0 0,-1-1 0,1 1 0,0 0 0,-1-1 0,1 0 0,0 1 0,0-1 0,0 0 0,0 0 0,0-1 0,0 1 0,0-1 0,0 1 0,0-1 0,1 0 0,4-1 0,1-3-6090,3-7-197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2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4898,'0'0'16413,"17"-1"-14215,42 1-715,101-4 2037,-158 4-3515,-1-1 0,1 1 0,0-1 1,-1 0-1,1 1 0,-1-1 0,1 0 1,-1 0-1,1 0 0,-1 0 0,0 0 1,0 0-1,1 0 0,-1-1 0,0 1 0,0 0 1,0-1-1,0 1 0,0-1 0,-1 1 1,1-1-1,0 1 0,-1-1 0,1 0 1,-1 1-1,1-1 0,-1 0 0,0 1 1,0-1-1,0 0 0,0 1 0,0-1 0,0 0 1,0 1-1,-1-4 0,1 1-24,-1-1 0,0 1 0,0 0 0,0-1 0,0 1 0,-1 0 0,1 0 0,-1 0 0,0 0 0,0 0 0,-1 0 0,-3-5 0,-1 3 32,0 1 1,0-1-1,-1 1 0,1 0 1,-1 1-1,-11-5 0,17 8 4,0 0 0,0 0-1,1 1 1,-1-1 0,0 0 0,0 1 0,0-1-1,0 1 1,0 0 0,0 0 0,0-1-1,0 1 1,0 0 0,0 1 0,0-1 0,0 0-1,0 1 1,0-1 0,1 1 0,-1-1-1,0 1 1,0 0 0,0 0 0,1 0 0,-1 0-1,0 0 1,1 0 0,-1 0 0,1 1-1,-1-1 1,1 1 0,0-1 0,-1 1 0,-1 2-1,-3 10 43,1 1 0,0 0 0,1 0 0,0 0 0,1 0 0,1 1 0,1-1 0,0 1 0,1-1-1,0 1 1,5 28 0,-3-40-299,-1 0-1,1 0 0,0 0 1,0 0-1,0 0 1,1 0-1,-1-1 0,1 1 1,0-1-1,0 0 1,0 1-1,0-1 0,0-1 1,1 1-1,0 0 0,-1-1 1,1 0-1,0 0 1,0 0-1,0 0 0,0-1 1,1 0-1,-1 1 1,0-2-1,1 1 0,8 0 1,-4 0-595,1 0 1,-1-1 0,1 0 0,-1-1 0,1 0 0,-1 0 0,0-1 0,1-1-1,-1 1 1,0-1 0,15-8 0,1-3-256,64-41-893,-79 47 2333,0 1-1,-1-1 1,0-1-1,0 0 0,-1 0 1,10-15-1,-10-2 19652,-7 34-19990,-1-1-1,1 0 1,1 0 0,-1 0-1,1 0 1,0 0-1,4 8 1,-5-13-23,0 1 1,0-1 0,1 1-1,-1-1 1,0 0 0,1 0-1,0 1 1,-1-1 0,1 0-1,0-1 1,0 1 0,0 0-1,0 0 1,0-1 0,1 1 0,-1-1-1,0 0 1,1 0 0,-1 1-1,1-2 1,-1 1 0,4 1-1,4-2-204,1 0 0,-1-1-1,0 0 1,0-1 0,0 0 0,0 0 0,0-1-1,0-1 1,0 1 0,-1-2 0,0 1-1,0-1 1,0-1 0,-1 1 0,1-1-1,-1-1 1,-1 0 0,13-13 0,-20 19 303,0 0-1,1 1 1,-1-1 0,1 0 0,-1 1 0,1-1 0,0 0 0,-1 1-1,1-1 1,-1 1 0,1-1 0,0 1 0,-1-1 0,1 1 0,0 0 0,0-1-1,0 1 1,-1 0 0,1-1 0,0 1 0,0 0 0,0 0 0,-1 0-1,1 0 1,0 0 0,0 0 0,0 0 0,0 0 0,-1 0 0,1 0 0,0 0-1,0 0 1,0 1 0,0-1 0,-1 0 0,1 1 0,0-1 0,0 1-1,-1-1 1,1 1 0,0-1 0,-1 1 0,1-1 0,-1 1 0,1-1 0,0 1-1,-1 0 1,1-1 0,0 3 0,26 24-3833,-24-24 2890,0-1 1,0 1-1,1-1 0,-1 0 0,0 0 0,1 0 1,-1-1-1,1 1 0,-1-1 0,1 0 0,0 0 0,0 0 1,4 0-1,12 0-10085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3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6771,'0'0'10469,"13"9"-9858,-8-6-579,4 4-10,1-1 1,-1 0-1,1 0 0,0-1 1,1-1-1,-1 0 1,1 0-1,0-1 1,0 0-1,0-1 1,13 1-1,-21-2-75,0-1-1,-1-1 0,1 1 1,-1 0-1,1 0 0,-1-1 0,1 0 1,-1 1-1,0-1 0,1 0 1,-1 0-1,0 0 0,0-1 1,1 1-1,-1 0 0,0-1 0,0 0 1,0 1-1,-1-1 0,1 0 1,0 0-1,-1 0 0,3-3 1,-2 0 53,0 0 1,0 0 0,0 0 0,-1-1 0,1 1-1,-1 0 1,-1-1 0,1 1 0,-1-12 0,0 8 465,1 4 215,-1 1 0,0-1 0,-1 0 0,1 1 0,-1-1 0,1 1 0,-4-8 0,3 10-388,-1-1 0,1 1 0,-1 0 0,0 0 1,0 0-1,0 0 0,0 0 0,0 0 0,0 1 0,-1-1 1,1 1-1,0 0 0,-1-1 0,-4 0 0,-41-13 2626,46 14-2864,0 1 1,0 0-1,0-1 1,0 1 0,0 0-1,0 0 1,0 0-1,0 0 1,0 0-1,1 0 1,-1 1 0,0-1-1,0 1 1,0-1-1,0 1 1,0 0 0,1-1-1,-1 1 1,0 0-1,1 0 1,-1 0 0,1 1-1,-3 1 1,-1 6-37,0 0 0,1 0 0,0 0 0,1 1 0,0-1 0,1 1-1,0 0 1,-2 13 0,1 85-1141,3-83 177,0-22 704,0-1 1,0 0-1,0 0 0,1 1 1,-1-1-1,1 0 0,-1 1 1,1-1-1,0 0 0,0 0 0,0 0 1,0 0-1,0 0 0,1 0 1,-1 0-1,0 0 0,1 0 1,2 1-1,0 1-717,1-1 0,-1 0 0,1-1 0,0 1 0,0-1-1,0 0 1,8 2 0,38 8-8852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3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 3490,'0'0'25542,"-25"9"-24053,-81 36-350,95-40-1088,1 1 0,0 0 0,0 0 1,0 1-1,1 1 0,0 0 0,0 0 0,1 0 0,0 1 1,1 0-1,0 1 0,0 0 0,1 0 0,-7 14 1,7-8-10,0 1 0,0 0 1,2 0-1,0 0 1,1 0-1,1 0 1,0 33-1,2-35-497,0 0 1,2 1-1,0-1 1,0 0-1,1 0 1,1 0-1,1-1 0,0 1 1,1-1-1,0 0 1,1-1-1,1 0 0,0 0 1,1 0-1,0-1 1,1 0-1,18 16 1,-22-21-561,0-1 0,1-1 0,-1 1 0,13 6 0,33 4-9979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3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 9556,'0'0'15736,"-8"-5"-13279,8 5-2411,0 0 0,0 0 1,0 0-1,0 0 0,0 0 1,0 0-1,0 1 1,0-1-1,0 0 0,0 0 1,0 0-1,0 0 0,0 0 1,0 0-1,0 0 0,0 0 1,0 0-1,0 0 0,-1 0 1,1 0-1,0 1 0,0-1 1,0 0-1,31 31 478,-1 3 1,-1 0-1,46 74 0,-63-86-323,-1 0 0,0 1 0,-2 0 0,0 1 0,-2 0 0,0 0 0,-2 1 0,4 43 0,-8-57-201,0 11 0,0 1 0,-4 39 0,2-60-1,1 0 0,-1 0-1,0 0 1,0 0 0,0 0 0,-1 0-1,1 0 1,0-1 0,-1 1 0,1 0 0,-1-1-1,1 1 1,-1-1 0,0 1 0,0-1-1,0 0 1,0 0 0,0 0 0,0 0 0,0 0-1,0 0 1,0 0 0,0-1 0,0 1-1,0-1 1,-3 1 0,-73 6-205,47-5-11,30-2 181,-18 3-1404,7 2-2527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4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16840,'0'0'15927,"0"12"-15927,0 3 0,-7 10 0,7 2-1040,-14-2-3827,14-2-5041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34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8852,'0'0'23435,"-68"126"-22955,48-98-480,-7-1 0,-7 4-560,-7 5-2402,0 3-2480,-6-3-4803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5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8900,'0'0'7876,"-13"131"-7748,13-113-48,0-5-80,0 1 0,0-1 0,0-4-384,0 3-369,0-3-431,0 2-817,0-4-592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5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8964,'0'0'5283,"82"93"-7028,-69-66-2753,-6-2-3506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5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8724,'0'0'10029,"6"17"-8904,16 54 28,-19-62-983,0 1 0,-1 0 1,0 0-1,-1 0 0,1 20 0,-2-29-161,0 0 20,21-3-37,-12-2-105,0 0-1,-1-1 0,1-1 1,-1 1-1,0-1 1,11-12-1,-14 13 149,0 0 0,1 0-1,0 0 1,0 0 0,0 1-1,0 0 1,1 0 0,-1 1-1,1 0 1,0 0 0,0 0-1,0 1 1,0 0 0,10-1-1,-14 5 100,0 1-1,-1-1 1,1 1-1,-1-1 0,1 1 1,-1 0-1,0 0 1,0 0-1,-1 0 1,4 7-1,8 11-187,-12-19-169,0-1 0,1 0 0,-1 1-1,1-1 1,-1 0 0,1 0 0,-1 0-1,1 0 1,-1 0 0,1-1 0,0 1-1,0 0 1,1 0 0,24 0-8817,-23-1 7500,10 0-5207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5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8020,'0'0'15455,"-4"26"-13654,-39 194 1806,40-205-3510,1-6-16,0-1 0,1 1 0,0 0 0,1-1 0,0 11 0,0-18-129,0 1-1,1-1 1,-1 1 0,0-1 0,1 1 0,-1-1-1,1 1 1,-1-1 0,1 0 0,0 1-1,0-1 1,-1 0 0,1 0 0,0 1 0,0-1-1,0 0 1,0 0 0,1 0 0,-1 0-1,0 0 1,0 0 0,1-1 0,-1 1 0,0 0-1,1-1 1,-1 1 0,1-1 0,-1 1-1,1-1 1,-1 1 0,1-1 0,-1 0 0,1 0-1,1 0 1,63-1-4817,-25-11-2374,-14-2-335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6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21 672,'0'0'15399,"149"-16"-14870,-88 16-529,6 0-1217,8 0-2705,13-5-5042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1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340 167 1793,'0'0'15297,"2"-12"-13248,0 4-2059,8-51 3936,-10 57-3686,1-1 0,-1 1-1,0-1 1,0 0 0,-1 1 0,1-1 0,0 1 0,-1-1 0,0 1 0,1-1 0,-1 1 0,0 0 0,0-1 0,-1 1 0,1 0 0,0 0 0,-1-1-1,1 1 1,-1 0 0,0 1 0,0-1 0,-3-3 0,-11-1 96,1 0 0,-1 1 0,0 1 0,0 0 0,0 1 0,-1 1 0,1 1 0,-1 0-1,1 1 1,-1 1 0,-26 4 0,40-4-330,0-1 1,-1 1-1,1 0 0,0 0 0,-1 1 0,1-1 0,0 0 0,0 1 0,0 0 1,0 0-1,0 0 0,1 0 0,-1 0 0,0 1 0,1-1 0,0 1 0,0-1 1,-1 1-1,1 0 0,1 0 0,-1 0 0,0 0 0,1 0 0,-2 6 0,0 4-4,0 0 0,2 0-1,-1 0 1,1 0 0,2 16-1,-1-21-1,0 0-15,1 0-1,0 0 1,1 0-1,0 0 1,0 0-1,1 0 1,0-1 0,0 0-1,1 1 1,8 12-1,7 8-168,33 34 1,0 1-102,-42-49 84,-1 0 0,0 0-1,-1 1 1,12 29-1,-19-40 199,1 0 0,-1 0-1,0 0 1,-1-1-1,1 1 1,-1 0 0,0 0-1,0 0 1,0 0-1,0 0 1,0 0-1,-1 0 1,0 0 0,0 0-1,0 0 1,0-1-1,-1 1 1,0 0-1,1-1 1,-1 1 0,0-1-1,-1 0 1,1 1-1,-1-1 1,1 0 0,-5 3-1,-7 5 171,-2 0-1,1-1 1,-1 0 0,-19 7 0,20-10 6,0 1 1,0 0 0,1 1-1,0 0 1,-16 16 0,28-23-206,0 0 0,0 1 0,0 0 0,0-1 0,0 1 0,1 0 0,-1 0 0,1 0 0,0 0 0,-1 0-1,1 1 1,1-1 0,-1 0 0,0 0 0,1 1 0,0-1 0,0 7 0,21-10-1040,-7-1 547,-1-2-1,1 0 1,-1 0 0,0-1 0,0-1-1,0 0 1,-1-1 0,17-10 0,45-18-3144,-60 29 3031,-1 2 1,1 0-1,0 1 1,0 0-1,25 0 0,-38 2 655,0 1 0,-1-1 0,1 0-1,0 0 1,-1 0 0,1 1 0,0-1 0,-1 0-1,1 0 1,-1 1 0,1-1 0,-1 1-1,1-1 1,-1 0 0,1 1 0,-1-1 0,1 1-1,-1-1 1,0 1 0,1 0 0,-1-1-1,1 1 1,-1-1 0,0 1 0,0 0-1,0-1 1,1 1 0,-1-1 0,0 2 0,3 29 1352,-4-21-794,0-1 0,-1 1 1,1 0-1,-6 13 0,-12 17 1271,-38 58 1,40-73-935,2 1 0,0 0 1,2 1-1,0 1 1,-15 55-1,26-76-912,1 0 0,0 0 0,0 0 0,1 0 0,-1 0 0,2 0 0,1 10 0,-2-15 0,0 0 0,1 0 0,0 0 0,0 0 0,-1 0 0,1 0 0,0 0 0,0-1 0,1 1 0,-1 0 0,0-1 0,1 1 0,-1-1 0,1 1 0,-1-1 0,1 0 0,-1 0 0,1 0 0,0 0 0,0 0 0,-1 0 0,1 0 0,0 0 0,0-1 0,0 1 0,0-1 0,4 1 0,39 3 0,77-2-1,-68-3-91,-52 1-583,-8 0-1244,-80 0-9315,15 0-937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6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346 575 8884,'0'0'10037,"-20"0"-7055,-4-2-2303,3 0 64,0 1 1,-1 1 0,1 1-1,-39 7 1,47-3-495,0 0 0,0 1 0,1 0 0,-1 1 0,2 1 0,-1 0 0,1 0 0,0 1 0,1 1 0,0 0 0,-9 12 0,18-22-263,1 0 0,-1 1 1,0-1-1,1 1 0,-1-1 0,1 1 0,-1 0 0,1-1 1,-1 1-1,1 0 0,0-1 0,-1 1 0,1 0 0,0-1 1,-1 1-1,1 0 0,0 0 0,0-1 0,0 1 0,-1 0 1,1 0-1,0 0 0,0-1 0,0 1 0,1 0 0,-1 0 1,0 0-1,0-1 0,0 1 0,0 0 0,1 0 0,0 0 1,0 0-10,0 0 1,1 0 0,-1-1 0,1 1 0,-1-1 0,1 1 0,-1-1-1,1 0 1,-1 1 0,1-1 0,0 0 0,-1 0 0,1 0-1,2-1 1,5 1-41,0-2 1,-1 1-1,1-1 0,0 0 0,9-5 0,14-11-245,-1-1-1,-1-2 1,-1-1-1,-1-1 0,39-43 1,-26 20-474,-3-1 0,50-78 1,-68 94 652,-1-1 0,-2-1 0,-1 0 0,-2-1 1,-1-1-1,9-37 0,-21 37 1434,-1 34-1245,0 1 0,-1 0 0,1 0-1,0-1 1,0 1 0,0 0 0,-1 0 0,1-1-1,0 1 1,0 0 0,-1 0 0,1 0-1,0 0 1,0-1 0,-1 1 0,1 0-1,0 0 1,-1 0 0,1 0 0,0 0-1,-1 0 1,1 0 0,0 0 0,0 0 0,-1 0-1,1 0 1,0 0 0,-1 0 0,1 0-1,0 0 1,-1 0 0,1 0 0,0 0-1,-1 0 1,1 0 0,0 0 0,0 1-1,-1-1 1,1 0 0,0 0 0,-1 0 0,1 1-1,0-1 1,0 0 0,-1 1 0,-6 6 379,-1 0 0,1 0 0,1 1 1,-7 10-1,-7 9-171,2 1 1,1 1 0,1 0-1,1 1 1,2 1 0,1 0-1,2 1 1,0 0-1,3 1 1,1 0 0,1 0-1,-1 42 1,6-63-448,0-1-1,0 1 1,1-1 0,1 1-1,0-1 1,4 13 0,-5-21 88,0 0 1,1 0-1,0 0 1,-1 0 0,1 0-1,0-1 1,0 1-1,0-1 1,1 1-1,-1-1 1,1 0-1,-1 0 1,1 0-1,0 0 1,0 0 0,0-1-1,0 1 1,0-1-1,0 0 1,0 0-1,0 0 1,0 0-1,1 0 1,-1-1-1,4 1 1,6 0-1891,0 0-1,0 0 1,0-1 0,0-1-1,16-3 1,-7-7-6503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7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6563,'0'0'15247,"20"3"-13745,-4-1-1242,47 8 345,1-2 1,0-4-1,65-3 0,-128-1-603,1 0 1,-1 0-1,0-1 0,0 1 0,0 0 1,0-1-1,0 1 0,0-1 0,0 1 0,0-1 1,0 1-1,0-1 0,0 0 0,0 1 1,-1-1-1,1 0 0,0 0 0,0 0 0,-1 0 1,1 0-1,-1 0 0,1 0 0,0 0 1,-1 0-1,0 0 0,1 0 0,-1 0 1,0 0-1,1 0 0,-1 0 0,0 0 0,0 0 1,0-1-1,0 0 0,0 0 0,0 0 0,0 0-1,-1 0 1,1 0 0,-1 0-1,1 0 1,-1 1 0,1-1-1,-1 0 1,0 0 0,0 0 0,0 1-1,0-1 1,0 0 0,0 1-1,-1-1 1,1 1 0,0 0 0,-3-2-1,-6-3 15,0 1-1,0 0 0,0 1 1,-1 0-1,0 0 1,0 1-1,0 1 0,-13-2 1,-5 1 624,-59 2 1,86 2-596,-1-1 1,1 1 0,0 0 0,0 0 0,-1 0-1,1 0 1,0 0 0,0 1 0,0-1 0,0 0-1,0 1 1,0 0 0,0-1 0,1 1 0,-1 0-1,0 0 1,1 0 0,0 0 0,-1 0 0,1 0-1,0 1 1,0-1 0,0 0 0,1 1 0,-1-1-1,0 0 1,1 1 0,0-1 0,-1 1 0,1 3 0,0-1-41,-1-1 0,1 0 0,0 1 1,0-1-1,0 1 0,0-1 1,1 0-1,0 0 0,0 1 1,0-1-1,0 0 0,1 0 0,0 0 1,0 0-1,0 0 0,0 0 1,3 3-1,3-1-351,0 0 0,1 0-1,0-1 1,0 0 0,0-1 0,0 0 0,1-1-1,-1 0 1,1 0 0,0-1 0,0 0-1,14 1 1,2-1-3107,1-2-1,-1 0 0,43-6 1,-20-6-2102,4-8 385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7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95 1505,'0'0'16743,"0"-15"-13141,-3-47-894,3 61-2609,-1 0 0,1 0 1,-1 0-1,1 0 0,-1 0 0,0 0 0,1 0 1,-1 0-1,0 1 0,1-1 0,-1 0 0,0 0 1,0 1-1,0-1 0,0 0 0,0 1 0,0-1 1,0 1-1,0-1 0,0 1 0,0 0 0,0-1 1,0 1-1,0 0 0,0 0 0,0 0 0,-2 0 1,-32 1 1540,25-1-1050,6 1-422,-1-1 1,1 1 0,-1 0-1,1 0 1,0 0 0,0 0 0,0 1-1,0-1 1,0 1 0,0 1 0,-6 3-1,9-5-155,-1 0-1,1 0 0,-1 0 0,1 0 1,-1 0-1,1 1 0,0-1 0,0 1 1,0-1-1,0 1 0,0-1 1,0 1-1,0 0 0,0-1 0,1 1 1,-1 0-1,0 0 0,1-1 1,0 1-1,-1 0 0,1 0 0,0 0 1,0 0-1,0 0 0,0-1 0,0 1 1,1 0-1,-1 0 0,1 2 1,0-2-33,0-1 0,0 0 0,0 1 0,1-1 0,-1 0 0,0 0 0,0 0 1,1 0-1,-1 0 0,0 0 0,1 0 0,-1-1 0,1 1 0,-1 0 0,1-1 1,-1 1-1,1-1 0,0 0 0,2 1 0,39 3-506,-30-3 342,-8 0 98,0-1-1,0 1 0,0-1 1,0 2-1,0-1 0,0 0 1,-1 1-1,1 0 0,-1 0 1,1 0-1,-1 1 0,0-1 1,0 1-1,6 5 0,-8-5 67,0 0-1,0 0 1,-1 0-1,1 0 1,-1 1-1,1-1 1,-1 1-1,0-1 1,-1 0-1,1 1 0,0 0 1,-1-1-1,0 1 1,0-1-1,0 1 1,0-1-1,-1 1 1,1 0-1,-1-1 1,-2 7-1,-3 10 140,-1 0 0,0-1 0,-2 0 0,-19 33 0,-56 73 643,47-72-596,-5 7-46,-56 88 311,87-128-376,0 1 1,2 1 0,0 0 0,1 0 0,-6 33 0,13-53-67,0 0 0,1 0-1,-1 0 1,1 0 0,0 0 0,0 0-1,-1 0 1,1 0 0,1 0-1,-1 0 1,0 0 0,0 0 0,1 0-1,-1 0 1,1 0 0,0-1 0,-1 1-1,1 0 1,0 0 0,0 0 0,3 3-1,-3-5-2,1 1 1,-1 0-1,1 0 0,0-1 0,-1 1 0,1-1 0,0 1 0,0-1 1,-1 0-1,1 0 0,0 1 0,0-1 0,0-1 0,-1 1 0,1 0 0,0 0 1,0-1-1,-1 1 0,3-1 0,12-5-37,-1 0 1,-1-1-1,1 0 0,13-10 1,-26 16 54,60-39-532,-1-2 0,-2-3 0,-2-2-1,62-66 1,-116 110 202,-1 0-1,1 0 0,-1-1 0,1 1 1,-1-1-1,0 1 0,-1-1 1,1 0-1,0 0 0,1-7 0,0-26-10800,-3 16 855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8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12838,'0'0'15714,"0"18"-13081,0 90-1051,0-107-1586,0-1 1,0 1-1,0 0 0,0 0 1,0-1-1,1 1 0,-1 0 0,0-1 1,0 1-1,1 0 0,-1-1 1,0 1-1,0 0 0,1-1 1,-1 1-1,1-1 0,-1 1 0,1-1 1,-1 1-1,1-1 0,-1 1 1,1-1-1,-1 1 0,1-1 1,0 0-1,-1 1 0,1-1 0,1 1 1,24 0-251,-19-3 163,0 1 0,0-1 0,0-1 0,-1 1 0,11-6 0,164-113-392,-180 175 1873,-2-33-1437,0-16-41,0-1 1,1 1 0,0-1 0,-1 1 0,1-1 0,1 1 0,-1 0-1,1-1 1,0 1 0,0-1 0,0 0 0,0 1 0,1-1 0,0 0 0,0 0-1,4 7 1,-3-10-864,1 0-1,0 0 1,0 0-1,0-1 1,-1 0-1,1 1 0,0-1 1,0-1-1,0 1 1,0 0-1,0-1 1,-1 0-1,1 0 1,0 0-1,-1 0 1,1-1-1,6-3 0,17-15-8420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8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11685,'0'0'13318,"13"3"-12141,45 7-241,93 4 1,-128-13-919,-14 0-34,1-1-1,0 0 1,0-1 0,0 0-1,12-3 1,-20 4-12,0-1 0,0 0 0,0 1 0,0-1 0,0 0-1,0 0 1,-1 0 0,1-1 0,0 1 0,-1 0 0,1-1 0,-1 1 0,1-1 0,-1 1 0,0-1 0,0 0 0,1 1 0,-1-1 0,0 0 0,-1 0 0,1 0 0,0 0 0,-1 0-1,1 0 1,-1 0 0,1 0 0,-1 0 0,0 0 0,0 0 0,0-3 0,0 2 28,0 1-1,-1-1 1,1 1 0,0-1-1,-1 1 1,0 0 0,0-1-1,0 1 1,0 0 0,0 0 0,0-1-1,0 1 1,-1 0 0,1 0-1,-1 0 1,0 0 0,1 1-1,-1-1 1,0 0 0,0 1-1,0-1 1,0 1 0,0 0-1,0 0 1,-1-1 0,1 1-1,0 1 1,-1-1 0,1 0-1,-1 1 1,-2-1 0,-11-2 231,0 1 0,0 0 0,-31 2 0,31 0 56,11 0-197,0 0 1,0 0-1,0 1 1,1-1-1,-1 1 1,0 0-1,1 1 1,-1-1 0,1 1-1,-1 0 1,1 0-1,0 0 1,0 1-1,0-1 1,0 1-1,0 0 1,0 0-1,1 1 1,0-1 0,0 1-1,0-1 1,0 1-1,0 0 1,0 0-1,-2 6 1,1 0-29,1 0 0,0-1 0,0 1 0,1 0 1,1 0-1,-1 1 0,2-1 0,-1 0 0,1 0 0,1 0 1,2 12-1,-3-19-141,1 0 1,0 0 0,0 0 0,0 0-1,0 0 1,0 0 0,1-1-1,-1 1 1,1-1 0,0 1-1,0-1 1,0 1 0,0-1 0,0 0-1,0 0 1,1 0 0,-1 0-1,1 0 1,-1-1 0,1 1-1,0-1 1,-1 1 0,1-1 0,0 0-1,0 0 1,5 0 0,6 2-912,1 0 0,-1-2 0,1 0 0,17-1 0,-20 0 247,1-1-898,0 0 0,0-1 0,0 0 0,0-1 0,-1-1 0,1 0 0,-1-1 0,0 0 0,0 0 0,21-15 0,-18 9 16,0 0 1,22-21-1,-8 1 3208,4-10 16132,-34 55-5394,0-4-10558,1 0-4058,0-6 2323,1 0 1,0 0 0,0-1-1,0 1 1,0 0 0,1 0-1,-1-1 1,1 1 0,0-1 0,0 1-1,0-1 1,1 0 0,-1 0-1,1 0 1,0 0 0,0 0 0,0-1-1,0 1 1,0-1 0,0 0-1,6 3 1,-7-3-87,1-1 0,-1 0 1,1 1-1,-1-1 0,1 0 0,0-1 0,-1 1 0,1 0 1,0-1-1,0 1 0,-1-1 0,1 0 0,0 0 0,0 0 1,-1 0-1,1-1 0,0 1 0,0-1 0,-1 1 0,1-1 1,0 0-1,-1 0 0,1 0 0,-1-1 0,1 1 0,-1 0 1,0-1-1,1 0 0,-1 1 0,0-1 0,2-3 0,97-113 499,-95 137 1450,-4-11-1989,-1-1 0,1 0 0,0 0 0,1 0-1,0-1 1,0 1 0,0 0 0,8 9 0,7-10-3489,3-5-3924,-7-1-509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9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59 12806,'0'0'12459,"17"8"-11269,56 24-339,-63-29-744,0 0-1,0-1 1,0 0 0,1 0 0,-1-1 0,0-1-1,0 0 1,20-2 0,5 0-76,-34 3-39,0-1-1,-1 0 0,1 0 0,0 0 0,0 0 1,0 0-1,0 0 0,-1-1 0,1 1 1,0 0-1,0 0 0,0-1 0,-1 1 0,1 0 1,0-1-1,0 1 0,-1-1 0,1 1 1,0-1-1,-1 1 0,1-1 0,0 1 1,-1-1-1,1 0 0,-1 1 0,1-1 0,-1 0 1,1 1-1,-1-1 0,0 0 0,1 0 1,-1 0-1,0 1 0,0-1 0,1 0 0,-1 0 1,0 0-1,0 0 0,0 1 0,0-1 1,0 0-1,0 0 0,0 0 0,0 0 1,-1-1-1,0 0-10,1 0 1,-1 0-1,0-1 1,0 1-1,1 0 1,-2 0-1,1 0 1,0 0 0,0 0-1,-1 0 1,1 1-1,-1-1 1,1 0-1,-1 1 1,-3-3-1,-8-4 375,-1 1-1,1 1 1,-1 0 0,0 1-1,-1 1 1,1 0-1,-1 1 1,0 0 0,0 2-1,0-1 1,0 2-1,0 0 1,-18 2 0,30-1-346,1 0 0,0 0 0,0 0 1,0 1-1,0-1 0,0 1 1,0-1-1,0 1 0,0-1 1,0 1-1,0 0 0,1 0 0,-1 0 1,1 0-1,0 0 0,-1 0 1,1 0-1,0 0 0,0 1 0,1-1 1,-1 0-1,-1 5 0,-9 53-57,11-60 47,-1 10-73,0 0 0,0-1 0,1 1-1,0 0 1,1-1 0,0 1 0,0 0 0,1-1-1,4 15 1,-4-20-23,1 0 0,-1 0-1,1 0 1,0 0-1,0-1 1,0 1 0,0-1-1,1 0 1,-1 0 0,1 0-1,0 0 1,0-1-1,0 0 1,0 1 0,0-1-1,1-1 1,-1 1 0,1-1-1,-1 1 1,1-1-1,8 1 1,17 1-3712,57 0 0,-70-3 1950,63 0-11076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8:5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24 2897,'0'0'14199,"1"-5"-10880,0 5-3232,-1-1 0,0 1 0,0-1 0,0 1 0,1-1 0,-1 1 0,0-1 1,0 1-1,0-1 0,0 1 0,0-1 0,0 1 0,0-1 0,0 1 0,0-1 0,0 0 1,0 1-1,0-1 0,0 1 0,-1-1 0,1 1 0,0-1 0,0 1 0,0 0 0,-1-1 1,1 1-1,0-1 0,-1 1 0,1-1 0,0 1 0,-1 0 0,1-1 0,-1 1 0,1 0 0,0-1 1,-1 1-1,1 0 0,-1 0 0,1 0 0,-1-1 0,1 1 0,-2 0 0,-29 9 2483,-52 41 565,67-39-2429,-9 6-476,1 0 0,1 1-1,1 1 1,1 2 0,0 0 0,-28 39-1,37-43-175,1 1-1,1 0 1,0 1-1,2 0 0,0 0 1,1 1-1,1 0 1,0 0-1,2 1 1,-3 27-1,5-21-53,0 0 0,2 0 0,5 52 0,-3-70 0,-1-1 0,2 1 0,-1-1 0,1 0 0,0 0 0,1 0 0,0 0 0,0 0 0,0-1 0,1 0 0,1 0 0,-1 0 0,1-1 0,0 1 0,0-1 0,11 7 0,-5-5-355,1-1-1,0 0 1,0-1-1,1 0 1,0-1-1,0-1 1,0 0 0,0-1-1,20 2 1,0-2-2072,0-1 0,65-6 1,-24-8-6397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0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5635,'0'0'14075,"4"5"-12076,63 86 3165,-40-58-4198,-2 1 0,-1 1 0,-2 1 0,-1 1-1,30 76 1,-43-85-952,-1 0 0,-2 1 1,0-1-1,-2 1 0,-1 1 0,-3 45 0,0-68-135,0 0 1,-1 0-1,1 0 1,-1 0-1,-1 0 1,1 0-1,-1-1 0,-1 1 1,1-1-1,-1 0 1,0 0-1,0 0 1,-1-1-1,1 1 1,-2-1-1,-8 7 0,2-2-498,-1-1 0,-1-1 0,1 0-1,-1-1 1,-1 0 0,-22 7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10565,'0'0'15033,"14"19"-12941,9 13-1141,-1 2 0,-2 1 0,17 39 0,-31-60-771,0 2 67,0-1 1,17 26-1,-21-38-230,-1 0 0,1 0-1,0 0 1,0-1 0,1 1-1,-1-1 1,0 0 0,1 1-1,-1-1 1,1 0 0,0-1 0,0 1-1,0 0 1,0-1 0,0 0-1,0 1 1,0-1 0,0 0 0,1-1-1,5 2 1,-7-3-17,-1 1 0,1-1 0,0 1 0,-1-1 0,1 0 0,-1 1 0,1-1 0,-1 0 0,1 0 0,-1 0 0,0 0 0,1 0 0,-1-1 0,0 1 0,0 0 0,0-1 0,0 1 0,0-1 0,1-1 0,21-39 0,-14 23 0,28-49 0,-2-2 0,48-145 0,-71 189-2029,-11 27 1813,0-1-1,0 1 1,0-1 0,0 0-1,0 1 1,0 0 0,0-1-1,0 1 1,0-1 0,0 1 0,-1 0-1,1 0 1,0 0 0,0-1-1,-1 1 1,1 0 0,1 2-1,0-1-621,0-1-1,0 1 0,1-1 1,-1 1-1,0-1 0,1 0 1,-1 0-1,1 0 0,0 0 1,-1 0-1,1-1 0,0 1 1,4-1-1,20 1-9222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2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13222,'0'0'3804,"-20"14"-151,-62 49 770,72-55-3749,0 1 0,0-1 1,1 2-1,0-1 0,1 1 0,-9 14 0,14-18-516,0 0 0,0 0 0,0 1 0,1-1 0,0 1 0,0-1 0,1 1 0,0 0 0,0 0-1,0 11 1,1-17-162,1-1-1,-1 1 1,0-1-1,0 1 1,1-1 0,-1 1-1,0-1 1,1 1-1,-1-1 1,1 0-1,-1 1 1,1-1-1,-1 0 1,1 1-1,-1-1 1,1 0-1,-1 1 1,1-1-1,-1 0 1,1 0-1,-1 0 1,1 1-1,-1-1 1,1 0-1,0 0 1,-1 0-1,1 0 1,-1 0-1,1 0 1,0 0-1,26-1-306,-20 1 164,4-2-216,1 0 0,-1-1-1,0 0 1,0 0 0,0-1 0,0-1 0,-1 0 0,0 0 0,11-8 0,-1 1-1040,-2-2 0,0 0 1,27-26-1,-44 38 1330,1 1 0,-1 0-1,0-1 1,0 1 0,1-1-1,-1 0 1,0 1 0,0-1 0,0 0-1,-1 0 1,1 0 0,0 1-1,-1-1 1,1 0 0,-1 0 0,0 0-1,0 0 1,1-4 0,-17 5 1988,12 2-1684,0 0 0,0-1 0,0 1 0,0 1 0,0-1 0,0 1 0,1-1 1,-1 1-1,0 0 0,1 0 0,0 1 0,-1-1 0,1 1 0,0-1 0,0 1 0,-3 5 0,5-7-208,0 0 1,0 0-1,0 0 0,0 0 1,0 1-1,0-1 0,0 0 1,1 1-1,-1-1 0,1 1 1,-1-1-1,1 1 1,-1-1-1,1 1 0,0-1 1,0 1-1,0-1 0,0 1 1,0-1-1,0 1 0,0-1 1,0 1-1,1-1 1,-1 1-1,1-1 0,-1 1 1,1-1-1,-1 1 0,1-1 1,0 0-1,0 1 0,-1-1 1,1 0-1,0 0 1,0 1-1,0-1 0,1 0 1,-1 0-1,0 0 0,0 0 1,1-1-1,-1 1 0,0 0 1,1 0-1,1 0 0,12 6-914,-1 0-1,2-1 0,-1 0 0,23 4 1,-31-9-165,-1 1 1,1-1 0,0-1 0,0 1 0,0-1 0,-1-1 0,1 1 0,0-1 0,0 0 0,-1-1 0,1 1 0,-1-1-1,11-5 1,17-19-5502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2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0 11253,'0'0'13588,"-24"25"-10192,-76 83-920,88-94-2362,1 0 0,1 1 0,0 1 0,1-1 0,0 2 0,2-1 1,0 1-1,1 0 0,0 1 0,2-1 0,0 1 0,1 0 0,0 0 0,2 0 1,0 0-1,1 1 0,4 29 0,-3-43-133,0 0 0,1 0 1,-1 0-1,1 0 0,0 0 0,0 0 1,0-1-1,1 1 0,-1-1 0,1 0 0,0 0 1,1 0-1,-1 0 0,1 0 0,0-1 1,-1 1-1,1-1 0,1 0 0,-1 0 1,0-1-1,1 1 0,0-1 0,-1 0 0,1 0 1,0-1-1,7 2 0,11 3-434,0-1-1,0-1 0,1-2 1,32 1-1,12-3-4687,5 0-3863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2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11461,'0'0'15047,"129"-23"-13510,-82 14-737,0 2-480,-6 1-304,0 1-16,-7 5-544,-14 0-1153,-7 0-688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11477,'0'0'14487,"156"-9"-14487,-115-2-192,6-3-1953,-13-1-3394,7-8-8467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4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69 368,'0'0'12745,"6"-5"-10558,-6 5-2225,23-22 3042,-23 21-2915,1 1 1,-1-1 0,0 0-1,1 1 1,-1-1 0,0 0-1,0 0 1,0 1 0,0-1-1,1 0 1,-1 0 0,0 0-1,0 1 1,0-1 0,-1 0-1,1 0 1,0 1 0,0-1-1,0 0 1,0 0 0,-1 1-1,1-1 1,0 0 0,-1 1-1,1-1 1,-1 0 0,1 1-1,-1-1 1,1 0 0,-1 1-1,1-1 1,-1 1 0,1-1-1,-1 1 1,0-1 0,1 1-1,-1 0 1,0-1 0,1 1-1,-1 0 1,0-1 0,0 1-1,1 0 1,-1 0 0,0 0-1,0 0 1,1 0 0,-1 0-1,-1 0 1,-16-5 184,-1 2 0,1 0 0,-1 1 0,1 0 0,-34 3 0,39 0-143,0 0 0,0 1 1,0 1-1,0 0 0,0 1 0,0 0 1,1 1-1,-21 11 0,30-15-104,0 1 0,1 0-1,-1 0 1,1 0 0,0 0-1,-1 0 1,1 1 0,0-1-1,0 1 1,0-1 0,1 1 0,-1 0-1,1 0 1,-1 0 0,1 0-1,0 0 1,0 0 0,0 0-1,1 0 1,-1 0 0,1 0-1,0 0 1,0 1 0,0-1-1,0 0 1,1 4 0,-1-6-25,0 0 1,0 0-1,1 0 1,-1 0-1,1 0 1,-1 0-1,1 0 1,-1 0-1,1-1 1,0 1-1,-1 0 1,1 0-1,0 0 1,0-1-1,-1 1 1,1 0-1,0-1 1,0 1-1,0 0 1,0-1-1,0 1 1,0-1-1,0 0 1,0 1-1,0-1 0,0 0 1,0 0-1,0 0 1,0 1-1,2-1 1,43 2 160,-34-2-70,65-1 197,-39 0-252,53 5 0,-89-4-27,0 0 0,0 0 0,0 1 1,0-1-1,0 1 0,0-1 0,0 1 1,0 0-1,0 0 0,0 0 0,-1 0 0,1 0 1,0 0-1,0 1 0,-1-1 0,1 0 1,-1 1-1,1-1 0,-1 1 0,0 0 1,0 0-1,0-1 0,0 1 0,0 0 1,0 0-1,0 0 0,0 0 0,-1 0 0,1 0 1,-1 0-1,1 0 0,-1 0 0,0 0 1,0 0-1,0 0 0,0 1 0,0-1 1,-1 3-1,-1 4 114,0 0 1,0 0 0,-1 0-1,0-1 1,0 1 0,-1-1-1,-9 15 1,-38 57 452,-145 214 122,194-291-694,-52 77 117,49-72-100,2-1 0,-1 1 1,1-1-1,1 1 0,-1 0 0,1 0 0,1 1 0,-1-1 0,1 12 0,1-19-18,0-1 0,0 1 0,1-1 0,-1 1 0,0 0 0,1-1 0,-1 1 0,1-1 0,-1 1 0,1-1 0,-1 1-1,1-1 1,-1 0 0,1 1 0,-1-1 0,1 1 0,0-1 0,-1 0 0,1 0 0,0 1 0,-1-1 0,1 0 0,0 0 0,-1 0 0,1 0 0,0 0 0,-1 0 0,1 0 0,0 0 0,0 0 0,33 0 263,-22 0-111,16-2 70,0 0 0,0-2 1,0 0-1,42-14 0,108-47 81,-96 33-269,-73 29-102,62-27 241,-67 28-260,0 0 0,-1 0 0,1 0 0,0-1 0,-1 1 0,0-1 0,1 0 0,-1 0 0,0 0 0,0 0 0,-1-1 0,1 1 0,-1-1 0,3-5 0,-5 8-260,1 0 1,-1 0-1,0 0 0,0 0 0,0 0 0,0 0 1,0 0-1,0 0 0,0 0 0,0 0 0,0-1 0,-1 1 1,1 0-1,0 0 0,-1 0 0,1 0 0,0 0 1,-1 0-1,1 0 0,-1 1 0,0-1 0,1 0 0,-1 0 1,0 0-1,0 0 0,1 1 0,-1-1 0,0 0 1,0 1-1,0-1 0,0 1 0,-2-2 0,-21-14-10948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5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11397,'0'0'15597,"0"10"-13850,0 119 1903,1-127-3647,-1-1 0,1 0-1,0 0 1,-1 0 0,1 0 0,0 0 0,0 0 0,-1 0 0,1 0 0,0 0 0,0 0-1,0 0 1,0 0 0,1-1 0,-1 1 0,0 0 0,0-1 0,0 1 0,0-1-1,1 1 1,-1-1 0,0 0 0,1 1 0,-1-1 0,0 0 0,1 0 0,-1 0-1,0 0 1,0 0 0,1 0 0,-1 0 0,3-1 0,2 0-107,1 1 1,-1-1 0,1 0-1,-1 0 1,12-4-1,-1-4-90,-1-1-1,-1-1 1,0 0 0,0-1-1,-1-1 1,-1 0-1,17-20 1,-29 34 283,1 0 0,0-1 0,-1 1 0,1 0 1,0 0-1,-1 1 0,0-1 0,1 0 0,-1 0 0,0 1 0,1-1 0,-1 1 1,0-1-1,0 1 0,0-1 0,0 1 0,1 2 0,16 18 764,-10-18-1338,0 1 0,0-1 0,1-1 1,-1 0-1,1 0 0,0 0 0,0-1 0,0-1 0,1 1 1,-1-2-1,0 1 0,0-1 0,1 0 0,12-3 0,-20 2-172,0 1-1,-1-1 1,1 0-1,0 1 0,-1-1 1,1 0-1,-1 0 0,1 0 1,-1-1-1,0 1 1,0 0-1,1 0 0,-1-1 1,0 1-1,0-1 1,0 1-1,0-1 0,0-1 1,2 0-796,10-20-8285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88 6995,'0'0'14028,"9"5"-12574,-6-3-1389,8 5 226,0-1-1,0-1 1,0 0-1,1 0 1,0-1-1,-1 0 1,2-1-1,-1 0 1,0-1-1,1-1 0,14 1 1,-25-3-293,0 0 1,-1 0-1,1 0 1,0 0-1,0 0 1,-1-1-1,1 1 1,-1 0-1,1-1 1,-1 1-1,0-1 1,1 1-1,-1-1 1,0 0-1,0 1 1,0-1-1,0 0 1,0 0-1,-1 0 0,1 0 1,-1 0-1,1 0 1,-1 0-1,0 0 1,1 0-1,-1 0 1,0-2-1,0 0-10,1 0-1,-1 0 1,0 0-1,0-1 0,-1 1 1,1 0-1,-1 0 1,0 0-1,0 0 0,0 1 1,0-1-1,-1 0 1,-2-5-1,0 6 89,0-1 1,0 1-1,0 0 0,-1 0 0,1 1 0,-1-1 1,1 1-1,-1 0 0,0 0 0,0 0 1,0 1-1,0 0 0,0 0 0,-1 0 1,1 1-1,0-1 0,0 1 0,0 1 0,-1-1 1,1 1-1,-8 1 0,8-1 154,-1 0 0,1 0-1,-1 0 1,1 1 0,-1 0 0,1 0-1,0 0 1,0 1 0,0 0 0,0 0-1,0 0 1,1 0 0,-1 1 0,1 0 0,0 0-1,0 0 1,0 0 0,1 1 0,-5 7-1,5-4-162,0 1 1,1-1-1,1 0 0,-1 1 0,1-1 0,1 1 0,0 13 0,0-17-57,0-1 0,1 1 0,-1 0 0,1 0 0,0-1 0,0 1 0,1 0 0,-1-1 0,1 1-1,0-1 1,0 0 0,1 1 0,-1-1 0,4 4 0,-1-4-349,-1 1 0,1-1 0,0 0 0,1-1 0,-1 1 0,1-1 0,-1 0 0,1-1 0,0 1 0,0-1 0,0 0 0,0-1 0,0 0 0,1 0 1,-1 0-1,0 0 0,1-1 0,-1 0 0,1 0 0,-1-1 0,0 0 0,8-2 0,2-2-1071,0-1-1,-1 0 1,0-1 0,0-1 0,-1-1-1,0 0 1,17-14 0,3-4-6068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6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6147,'0'2'23868,"0"14"-22554,-1-9-1171,1 0-1,0 0 1,1 0 0,0 0-1,0 0 1,0 0 0,3 8-1,-3-13-131,1 0 0,-1-1 0,0 1 0,1 0 0,-1 0 0,1-1 0,-1 1 0,1-1 0,0 1 0,-1-1 0,1 0 0,0 0 0,0 0 0,0 0 0,0 0 0,0 0 0,1 0 0,-1-1 0,0 1 0,0-1 0,0 1 0,0-1 0,1 0 0,-1 0 0,0 0 0,4-1 0,2 1-11,0-1 0,0-1 0,0 1 0,-1-1 0,1 0 0,0-1 0,-1 0 0,1 0 0,-1-1 0,0 0 0,0 0 0,9-8 0,-4 2 0,0 0 0,-1 0 0,-1-1 0,0 0 0,16-24 0,-19 12 0,-6 19 0,-1 13 0,0 5-36,-1-9-78,1 1-1,0 0 1,0 0 0,1-1-1,0 1 1,2 8-1,-3-13 38,1 1 1,0-1-1,0 1 0,-1-1 1,1 0-1,0 0 0,0 1 1,0-1-1,0 0 1,1 0-1,-1 0 0,0 0 1,0 0-1,1 0 0,-1 0 1,0 0-1,1-1 0,-1 1 1,1 0-1,-1-1 0,1 0 1,0 1-1,-1-1 0,1 0 1,-1 1-1,1-1 0,-1 0 1,4-1-1,5 1-1602,10 0-3335,-3 0-1496,15-2-7145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6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28 155 10453,'0'0'13038,"16"0"-12091,204-2 579,-219 2-1521,0 0 1,1 1-1,-1-1 0,0 0 1,0 0-1,1 0 0,-1 0 1,0 0-1,0-1 0,1 1 1,-1 0-1,0 0 1,0-1-1,0 1 0,1-1 1,-1 1-1,0-1 0,0 1 1,0-1-1,0 0 0,0 0 1,0 1-1,0-1 1,0 0-1,0 0 0,-1 0 1,1 0-1,0 0 0,-1 0 1,1 0-1,0 0 0,-1 0 1,1 0-1,-1-1 1,0 1-1,1 0 0,-1 0 1,0 0-1,0-1 0,1 1 1,-1 0-1,0 0 0,0-1 1,-1 1-1,1 0 0,0 0 1,0-1-1,-1 1 1,1 0-1,0 0 0,-2-2 1,0-3 23,0 1 1,-1 0-1,0 0 1,0 0-1,0 0 0,0 0 1,-1 1-1,0-1 1,0 1-1,-6-5 1,0 2 276,-1 1 0,0-1 1,0 2-1,0 0 0,-1 0 0,0 1 1,0 0-1,0 1 0,0 1 1,-1 0-1,1 0 0,0 1 0,-1 1 1,-23 2-1,34-1-271,-1 0 1,0 0-1,0 0 1,1 0-1,-1 0 1,1 1-1,-1-1 0,1 1 1,0 0-1,-1 0 1,1 0-1,0 0 1,0 0-1,0 0 1,1 1-1,-1-1 0,0 1 1,1-1-1,0 1 1,-1-1-1,1 1 1,0 0-1,1 0 0,-1-1 1,-1 7-1,0 7 128,0 0 1,1 0-1,1 24 0,0-23-131,0-12-180,-1 0 1,2 0-1,-1 0 1,0 0-1,1 0 0,0 0 1,0 0-1,0 0 0,1 0 1,0-1-1,0 1 1,0 0-1,0-1 0,1 0 1,0 1-1,0-1 0,0 0 1,0 0-1,1-1 1,-1 1-1,1-1 0,0 0 1,0 0-1,0 0 0,0 0 1,1-1-1,-1 1 1,1-1-1,-1 0 0,1-1 1,0 1-1,0-1 0,0 0 1,0 0-1,7 0 1,49 3-5331,11-4-4043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6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27 16119,'0'0'13153,"-19"-3"-11987,-367-21 1163,385 25-2329,0 0 0,0-1 0,1 1 0,-1 0 0,0 0 0,0 0 0,1 0 0,-1 0 0,1 0 0,-1 0 0,1 0 0,-1 0 0,1 0 0,0 0 0,0 0 0,-1 0 0,1 0 0,0 0 0,0 1 0,0-1 0,0 0 0,0 0 0,0 0 0,0 0 0,1 0 0,-1 0 0,1 2 0,-1-1 0,1 10 0,1 1 0,0-1 0,0 0 0,9 21 0,4 20 0,-6 15 0,-3 1 0,-2 0 0,-10 109 0,4-160 0,-1-1 0,-1 0 0,-1 0 0,0 0 0,-1 0 0,-1-1 0,-10 17 0,-12 32 0,27-41 0,2-23 0,0-1 0,0 0 0,0 1 0,1-1 0,-1 1 0,0-1 0,0 0 0,0 1 0,1-1 0,-1 0 0,0 1 0,0-1 0,1 0 0,-1 1 0,0-1 0,1 0 0,-1 1 0,0-1 0,1 0 0,-1 0 0,0 1 0,1-1 0,-1 0 0,0 0 0,1 0 0,-1 0 0,1 0 0,-1 1 0,1-1 0,-1 0 0,0 0 0,1 0 0,-1 0 0,1 0 0,-1 0 0,1 0 0,-1-1 0,0 1 0,1 0 0,-1 0 0,1 0 0,-1 0 0,3-1 0,45 0 0,-1-2 0,1-2 0,-1-2 0,0-3 0,63-20 0,-108 29-12,27-12-3434,-28 12 3096,1 0 1,-2 0-1,1 0 0,0 0 1,0-1-1,0 1 1,0 0-1,-1 0 0,1-1 1,-1 1-1,1 0 1,-1-1-1,1 1 0,-1 0 1,0-1-1,0 1 1,1-1-1,-1 1 0,0-3 1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7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312 316 7411,'0'0'5363,"11"-20"-1233,30-66-1065,-37 77-2505,0 0-1,0 0 1,-1-1-1,-1 1 1,0-1-1,0 1 1,0-1-1,-1 0 1,-1 1-1,-1-16 1,1 1 761,0 22-1266,0 0 1,0 0-1,-1 0 1,1 0-1,-1 0 1,1 0-1,-1 0 1,0 0 0,1 0-1,-1 0 1,0 0-1,0 0 1,0 1-1,-1-1 1,1 0 0,0 1-1,-1-1 1,1 1-1,-1-1 1,-1 0-1,-2-1 152,1 0 0,-1 1-1,0-1 1,0 1 0,0 0-1,0 0 1,-9-1 0,-9-1 610,0 2 0,-41 0 1,53 2-768,7 1-50,-1 0 0,0 0 0,0 0 0,1 1 0,-1-1 0,1 1 0,-1 0 0,1 1 0,0-1 0,0 1 0,0-1 0,0 1 0,0 1 0,1-1 0,-1 0 0,1 1 0,0 0 0,0 0 0,0-1 0,1 2 0,-4 5 0,-7 14 0,1 0 0,-13 41 0,19-49 0,-6 18 0,2 0 0,2 1 0,1 0 0,-3 43 0,4 146 0,6-210 0,13 77-7587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7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1 206 624,'0'0'15498,"23"-5"-10477,-18 4-4793,26-7 1547,1 1 0,1 2 0,-1 2 0,56 0 0,-59 7-1460,1 1 0,-1 1 0,0 2 0,-1 1 1,0 1-1,0 2 0,33 18 0,-61-29-315,1-1 0,0 1 0,0 0 0,0 0 0,-1 0 0,1 0 0,0 0 0,-1 0 0,1 0 0,-1 0 0,1 0 0,-1 0 0,0 0 0,1 0 0,-1 0 0,0 1 0,0-1 0,0 1 0,0 2 0,0-14 0,0 5 0,-1-3 0,1-1 0,0 1 0,0-1 0,1 1 0,0-1 0,1 1 0,0-1 0,0 1 0,1 0 0,6-13 0,-3 10 0,0 1 0,1 0 0,0 1 0,1-1 0,0 1 0,0 1 0,1 0 0,0 0 0,1 0 0,0 1 0,0 1 0,0 0 0,1 0 0,0 1 0,16-5 0,-14 4-225,-1 1-982,-1 1-1,1 0 1,0 1-1,0 0 0,23-2 1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8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28 155 11365,'0'0'16173,"-5"14"-15138,4-13-1000,-4 14 123,1 1 0,0-1-1,1 0 1,0 1 0,0 17 0,4-31-149,-1 0-1,1 0 1,0 0 0,0 0-1,0-1 1,0 1 0,0 0 0,0 0-1,0-1 1,0 1 0,1-1 0,-1 1-1,0-1 1,1 0 0,0 0-1,-1 1 1,1-1 0,0 0 0,-1 0-1,1-1 1,0 1 0,0 0 0,0 0-1,0-1 1,0 0 0,0 1-1,-1-1 1,1 0 0,0 0 0,0 0-1,3 0 1,7 1 28,-1 0 0,1-1 0,0 0 0,13-3 0,-20 2-55,-1 0 1,0 0-1,1-1 1,-1 1-1,0-1 1,0 0-1,0 0 0,0-1 1,0 1-1,-1-1 1,1 0-1,-1 0 0,0 0 1,0 0-1,0-1 1,0 1-1,0-1 1,-1 1-1,1-1 0,-1 0 1,0 0-1,0 0 1,-1-1-1,1 1 0,1-8 1,1-8-83,-1 0 1,0 0 0,-2-1-1,-1-25 1,0 35 157,0 7-59,-1 0 0,1 0 0,-1 1 0,0-1 1,0 0-1,-1 1 0,1-1 0,-1 1 0,-4-7 0,5 7 58,-1 0 1,1 1-1,-1-1 0,1 0 0,0 0 0,0 0 0,0-1 0,0 1 0,0-5 1,1 8 48,6 0-82,0 0 0,0 1 0,0 0-1,0 0 1,-1 0 0,1 1 0,0-1-1,-1 2 1,1-1 0,-1 0 0,0 1-1,0 0 1,0 0 0,0 1 0,0-1-1,6 7 1,-4-2 93,0 0-1,-1 1 0,0-1 1,0 1-1,-1 0 0,0 1 1,-1-1-1,5 14 1,-7 8 114,-2-19-11,20-14-178,95-86-719,-104 81 718,0 1 34,0-1-1,-1 0 1,0-1-1,0 0 1,-1 0-1,1-1 1,-2-1-1,0 1 1,8-13 0,-16 27 272,-1 44 604,1-45-1268,0 0 0,0-1 1,1 1-1,-1-1 0,1 1 0,0 0 1,-1-1-1,2 0 0,-1 1 1,0-1-1,2 4 0,15-6-11203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8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8228,'0'0'20220,"-12"19"-17841,-34 67-818,41-74-1524,1 1 0,1-1 1,0 0-1,0 1 0,1 0 0,1-1 0,0 1 0,0 0 0,2 0 1,2 19-1,-1 15-67,-2-36 30,1 0 0,0 1 0,1-1 0,0 0 0,4 11 0,-5-20 0,0 1 0,-1-1 0,1 1 0,0-1 0,0 1 0,0-1 0,1 1 0,-1-1 0,1 0 0,-1 0 0,1 1 0,0-1 0,0 0 0,0-1 0,0 1 0,0 0 0,0-1 0,0 1 0,0-1 0,1 1 0,-1-1 0,1 0 0,-1 0 0,1 0 0,3 0 0,-4-1-4,2 1-523,0 0 1,0-1-1,1 0 1,-1 0 0,0 0-1,1-1 1,-1 1-1,0-1 1,1 0 0,-1 0-1,0-1 1,0 1-1,5-3 1,6-20-7803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14791,'0'0'8596,"115"2"-8068,-61-2-528,-6 0-48,-1-9-1377,7-5-2609,-6-6-3713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9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11093,'0'0'16688,"11"0"-15333,47-3-804,113-11 1413,-154 11-1825,1 0 1,-1-2-1,0 1 1,0-2-1,-1 0 1,0-2-1,25-13 1,-41 21-140,1 0 0,-1 0 0,0 0 0,0-1 0,1 1 0,-1 0 0,0 0 0,0 0 0,0 0 0,1 1 0,-1-1 0,0 0 0,0 0 0,1 0 0,-1 0 0,0 0 0,0 0 0,0 0 0,1 0 0,-1 0 0,0 0 0,0 1 0,0-1 0,0 0 0,1 0 0,-1 0 0,0 0 0,0 1 0,0-1 0,0 0 0,0 0 0,0 0 0,1 1 0,-1-1 0,0 0 0,0 0 0,0 0 0,0 1 0,0-1 0,0 0 0,0 0 0,0 0 0,0 1 0,0-1 0,0 0 0,0 0 0,0 1 0,0-1 0,0 0 0,0 1 0,0 12 0,0-12 0,-2 40 0,-9 54 0,4-53 0,0 57 0,7-84 0,-1 43 0,2 0 0,3 0 0,20 103 0,-20-147 0,-1 0 0,-1 0 0,0 1 0,0 19 0,-3-34 0,0 1 0,1 0 0,-1 0 0,0-1 0,1 1 0,-1 0 0,0-1 0,0 1 0,1-1 0,-1 1 0,0-1 0,0 0 0,0 1 0,0-1 0,0 0 0,0 1 0,0-1 0,0 0 0,0 0 0,0 0 0,1 0 0,-1 0 0,0 0 0,0 0 0,0 0 0,0 0 0,0-1 0,0 1 0,-1-1 0,0 1 0,-211-11 0,181 10 0,-30 1 0,59 0 0,0 0 0,0 1 0,0-1 0,0 1 0,0 0 0,0 0 0,1 0 0,-1 0 0,0 1 0,1-1 0,-1 1 0,1-1 0,-1 1 0,1 0 0,0 0 0,-3 4 0,4-6-6,1 0 1,0 0-1,0 0 1,-1 1-1,1-1 1,0 0-1,0 1 0,-1-1 1,1 0-1,0 1 1,0-1-1,0 0 1,-1 1-1,1-1 0,0 0 1,0 1-1,0-1 1,0 0-1,0 1 1,0-1-1,0 0 1,0 1-1,0-1 0,0 1 1,0-1-1,0 0 1,0 1-1,0-1 1,0 0-1,0 1 0,0-1 1,1 0-1,-1 1 1,0-1-1,0 0 1,0 1-1,1-1 0,-1 0 1,0 1-1,0-1 1,1 0-1,-1 0 1,0 1-1,1-1 0,-1 0 1,0 0-1,1 0 1,-1 1-1,18 2-1607,-12-3 310,1 0-1,-1-1 1,1 1 0,-1-1-1,0-1 1,1 1 0,9-4 0,23-17-9500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9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5250,'0'0'27517,"13"25"-27517,-6-23 0,0 3 0,-7 2 0,0 2 0,0 2 0,0 3-2305,0-3-3538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09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1 13014,'0'0'9364,"-61"119"-4642,40-85-2849,8 0-1713,-14-4-160,-7 1-432,-7-1-2289,-20-1-3634,-7 0-9588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1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0 253 7459,'0'0'13201,"14"-4"-11333,42-9-124,-55 13-1675,1 0 1,-1 0-1,0 0 0,0 0 0,1 1 0,-1-1 0,0 0 0,0 1 0,0-1 0,0 1 0,1 0 0,-1-1 0,0 1 0,0 0 0,0-1 0,0 1 0,0 0 0,-1 0 0,1 0 0,0 0 0,0 0 0,0 0 0,-1 0 0,1 0 0,-1 0 0,1 0 0,-1 0 0,1 2 0,8 36 1342,-7-28-971,1 11 283,-1 0 0,0 45 0,-3-45-408,1-22-312,0 0 1,0 0-1,0-1 1,0 1-1,0 0 1,0 0-1,0 0 1,-1 0-1,1 0 1,0 0-1,0 0 1,0 0-1,0 0 1,0 0-1,0 0 1,-1-1-1,1 1 1,0 0-1,0 0 1,0 0-1,0 0 1,0 0-1,-1 0 1,1 0-1,0 0 1,0 0-1,0 1 1,0-1-1,0 0 1,-1 0-1,1 0 1,0 0-1,0 0 1,0 0-1,0 0 1,0 0-1,0 0 1,-1 0-1,1 0 1,0 0-1,0 1 1,0-1-1,0 0 1,0 0-1,0 0 0,0 0 1,0 0-1,0 0 1,0 1-1,-1-1 1,1 0-1,0 0 1,0 0-1,0 0 1,0 0-1,0 1 1,0-1-1,0 0 1,0 0-1,0 0 1,0 0-1,0 0 1,0 1-1,0-1 1,1 0-1,-9-12 47,3-8-175,1-1 0,1 1 1,0-1-1,2-28 0,-2-6-28,2-44-465,1 98 569,1 0 1,0 0 0,-1 0 0,1 0 0,0 1 0,0-1 0,0 0 0,-1 1 0,1-1 0,0 1 0,0-1 0,0 1 0,0-1 0,0 1 0,0 0 0,0-1 0,0 1 0,1 0 0,-1 0 0,0 0 0,0 0 0,0 0 0,0 0 0,0 0 0,2 0 0,41 0-208,-32 1 237,330 8-2040,-337-9 2002,0 0 0,0-1 1,0 1-1,0-1 0,-1 0 1,1 0-1,0-1 0,0 0 1,-1 1-1,1-1 1,-1-1-1,7-3 0,-9 4 49,0 0 0,1 0 0,-1-1 0,0 1 0,0 0 0,0-1 0,0 1 0,0-1 0,-1 0 0,1 0 0,-1 0 0,0 0 0,0 0 0,0 0 0,0 0 0,0 0 0,-1 0 0,1 0 0,-1 0 0,0-4 0,0 5 15,-1 0-1,0 0 1,1 0 0,-1 0-1,0 0 1,0 0 0,0 1-1,0-1 1,0 0 0,-1 0-1,1 1 1,0-1 0,-1 1-1,1-1 1,-1 1-1,1 0 1,-1 0 0,0 0-1,0 0 1,0 0 0,1 0-1,-1 0 1,0 0 0,0 1-1,-3-2 1,-57-13 284,59 15-267,-20-4 598,-1 1 0,1 1 1,-1 1-1,1 1 0,-26 3 0,47-2-559,0-1 1,0 1-1,0-1 0,0 1 1,0 0-1,0 0 1,0 0-1,1 0 1,-1 0-1,0 1 0,0-1 1,1 0-1,-1 1 1,1-1-1,-1 1 1,1 0-1,0-1 0,0 1 1,0 0-1,0 0 1,0 0-1,0 0 1,0 0-1,0 0 1,1 0-1,-1 4 0,-1 5 163,0 0 0,2-1 0,-1 1 0,2 12 0,0-6 91,-1-8-330,0 0 1,1 0 0,1-1 0,-1 1 0,1-1 0,1 1 0,0-1 0,0 0-1,1 0 1,-1 0 0,2 0 0,-1-1 0,1 0 0,0 0 0,1 0 0,0 0-1,0-1 1,0 0 0,1 0 0,-1-1 0,2 0 0,-1 0 0,0 0 0,1-1-1,0 0 1,0-1 0,0 0 0,13 4 0,-7-3-610,0-1 1,0 0-1,1-1 0,-1-1 1,0 0-1,1 0 0,20-4 1,-23 2-752,0-1 1,0 0 0,0-1 0,0-1 0,-1 0-1,0-1 1,1 0 0,18-11 0,32-32-12122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1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9076,'0'0'12107,"-22"27"-7177,-70 95-845,88-114-3904,-1 0 0,1 0 1,1 1-1,-1-1 0,2 1 0,-1 0 0,1-1 1,0 1-1,1 1 0,0-1 0,1 0 1,0 0-1,2 18 0,-1 4-160,1 1-30,2 1-1,1-1 1,2 0 0,1 0-1,1-1 1,2 0-1,1-1 1,2 0-1,0-1 1,35 51-1,-47-78 1737,-37-19-31544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2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10005,'0'0'2958,"23"-6"1575,53-12 975,142-14 0,-43 30-1274,-174 2-4234,-1 0 1,0 0-1,0-1 1,1 1-1,-1 0 1,0 0-1,1 0 1,-1 0-1,0 0 1,1 1-1,-1-1 0,0 0 1,1 0-1,-1 0 1,0 0-1,0 0 1,1 0-1,-1 0 1,0 1-1,0-1 1,1 0-1,-1 0 1,0 0-1,0 1 1,1-1-1,-1 0 1,0 0-1,0 1 1,0-1-1,1 0 1,-1 0-1,0 1 1,0-1-1,0 0 1,0 1-1,0-1 1,0 0-1,0 0 1,0 1-1,0-1 1,0 0-1,0 1 0,0-1 1,0 0-1,0 1 1,0-1-1,0 0 1,0 1-1,0-1 1,0 0-1,0 0 1,0 1-1,0-1 1,-1 1-1,-6 10-5,-12 11 5,16-19 0,-1 0 0,1 1 0,-1 0 0,1 0 0,0 0 0,0 0 0,1 0 0,-1 0 0,1 1 0,0-1 0,0 1 0,1 0 0,-1 0 0,1-1 0,0 1 0,0 0 0,1 7 0,0-11-8,0-1-1,1 1 1,-1 0 0,1 0 0,-1-1-1,1 1 1,-1-1 0,1 1-1,-1 0 1,1-1 0,0 1 0,-1-1-1,1 1 1,0-1 0,0 0-1,-1 1 1,1-1 0,0 0 0,0 0-1,-1 1 1,1-1 0,0 0-1,0 0 1,0 0 0,0 0 0,-1 0-1,1 0 1,0 0 0,0 0 0,1 0-1,32-3-388,-27 2 322,0-1-1,0 0 0,0 0 1,-1-1-1,1 0 0,-1 0 1,1-1-1,-1 1 0,0-1 1,0-1-1,-1 1 0,8-8 1,-3 2 195,-1 0 0,0-1 1,-1 0-1,0-1 1,10-19-1,44 84 771,-22-38-3260,20-10-8730,-38-5 788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2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1 220 10117,'0'0'16871,"4"12"-15385,16 36-384,-20-48-1064,0 0-1,0 0 0,0 0 1,0 0-1,0 0 1,0 0-1,0 0 0,1-1 1,-1 1-1,0 0 1,0 0-1,0 0 0,0 0 1,0 0-1,0 0 1,1 0-1,-1 0 0,0 0 1,0 0-1,0 0 1,0 0-1,0 0 0,1 0 1,-1 0-1,0 0 1,0 0-1,0 0 0,0 0 1,0 0-1,1 0 1,-1 0-1,0 0 0,0 0 1,0 1-1,0-1 1,0 0-1,0 0 0,0 0 1,1 0-1,-1 0 0,0 0 1,0 0-1,0 0 1,0 1-1,0-1 0,0 0 1,0 0-1,0 0 1,0 0-1,0 0 0,0 0 1,0 1-1,0-1 1,0 0-1,0 0 0,0 0 1,0 0-1,0 0 1,0 1-1,0-1 0,0 0 1,0 0-1,0 0 1,0 0-1,0 1 0,1-19 437,-4-22-462,-5-1-26,2-1 1,2 1 0,2-57-1,14 95-3447,19 3-7808,-28 0 8711,12 0-9076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2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6659,'0'0'21901,"17"4"-19271,53 13-1274,-68-16-1350,0-1 0,0 1 1,0 0-1,0-1 1,0 1-1,0 0 1,0 0-1,0 1 0,-1-1 1,1 0-1,0 1 1,-1-1-1,1 1 1,-1-1-1,0 1 0,1 0 1,-1-1-1,0 1 1,0 0-1,0 0 1,0 0-1,0 0 0,-1 0 1,1 0-1,-1 0 1,1 0-1,-1 0 1,0 0-1,1 0 0,-1 0 1,0 1-1,0-1 1,-1 0-1,1 0 1,0 0-1,-2 3 0,1 9-22,2-20-7,-1 0-1,2 1 1,-1-1-1,0 0 1,1 0-1,0 1 1,1-1-1,-1 1 1,1 0-1,0 0 1,6-7 0,-7 8 10,0 1 1,1 0 0,0 0 0,-1 0 0,1 0 0,0 0 0,0 1 0,1-1 0,-1 1 0,1 0 0,-1 0 0,1 0 0,0 1 0,-1-1-1,1 1 1,0 0 0,0 0 0,0 0 0,4 0 0,-5 1 178,-2 40 191,-1-36-393,1-1 1,0 1-1,0-1 1,0 1-1,0-1 0,1 1 1,0-1-1,-1 1 1,1-1-1,0 0 0,0 0 1,1 0-1,-1 0 1,1-1-1,-1 1 0,1-1 1,0 1-1,0-1 0,0 0 1,0 0-1,1 0 1,-1-1-1,0 1 0,1-1 1,5 2-1,4 0-1024,0-1-1,0 0 0,0-1 1,0-1-1,1 0 0,14-2 1,37-5-17050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3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1 171 9588,'0'0'15696,"12"19"-13861,41 59-421,-49-71-1266,1-1 1,-1 0-1,1 0 0,0 0 0,0-1 1,0 1-1,1-1 0,0-1 0,0 1 1,1-1-1,-1 0 0,1 0 0,-1-1 1,1 0-1,0 0 0,1-1 0,-1 1 1,0-2-1,1 1 0,-1-1 1,1 0-1,-1-1 0,1 1 0,0-2 1,-1 1-1,1-1 0,9-2 0,-14 2-144,-1 0 0,0 0 0,0 0 0,0 0 0,1 0-1,-1-1 1,0 1 0,0-1 0,-1 1 0,1-1 0,0 0 0,0 0-1,-1 1 1,1-1 0,-1 0 0,0-1 0,0 1 0,0 0 0,2-4-1,14-49 3,-16 47-6,4-20 2,-1-1-1,-2 1 1,-1-1-1,-4-36 1,1-8-127,29 74-1655,27 10-1725,-22-5-3057,52 5 0,-30-11-2685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4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281 642 8788,'0'0'7881,"-23"0"-3154,-74 6-1288,88-4-3033,0-1 0,0 1-1,0 1 1,0 0 0,0 0-1,0 0 1,1 1 0,0 1-1,0-1 1,0 1 0,0 1-1,1-1 1,0 1 0,0 1 0,0-1-1,-5 9 1,10-12-365,0-1 0,0 1 0,0 0 0,1 0 0,-1 0 0,1 1 0,0-1 0,0 0 1,0 0-1,0 1 0,1-1 0,-1 0 0,1 1 0,0-1 0,0 1 0,0-1 0,1 4 0,-1-5-44,1 0 0,-1 0 0,1 0-1,0 0 1,-1-1 0,1 1 0,0 0 0,0 0-1,0 0 1,0-1 0,1 1 0,-1-1-1,0 1 1,1-1 0,-1 1 0,1-1 0,0 0-1,-1 0 1,1 0 0,0 0 0,0 0 0,-1 0-1,1 0 1,0 0 0,0-1 0,0 1-1,0-1 1,0 0 0,3 1 0,12 1-234,-1-1 0,1-1 0,0 0 0,0-1 0,0-1 0,30-7 0,-43 8 169,0 0 0,1 0 0,-1-1 0,0 0 0,0 0 0,0 0 1,0-1-1,0 1 0,-1-1 0,1 0 0,-1 0 0,0 0 0,1 0 1,-2-1-1,1 1 0,0-1 0,-1 0 0,1 0 0,-1 0 0,0 0 1,0 0-1,-1 0 0,1-1 0,-1 1 0,0-1 0,0 1 0,-1 0 1,1-1-1,-1-8 0,-34 14 1479,33 1-1399,0 0 0,-1 0-1,1 1 1,0-1 0,1 0 0,-1 1-1,0-1 1,1 1 0,-1-1 0,1 1 0,0-1-1,0 1 1,0-1 0,0 1 0,0-1-1,1 1 1,-1-1 0,1 1 0,-1-1-1,1 0 1,0 1 0,0-1 0,0 0 0,0 1-1,1-1 1,-1 0 0,0 0 0,1 0-1,0 0 1,-1-1 0,1 1 0,0 0-1,3 2 1,3-2-132,1 1 0,0-1 0,0 0 0,0-1 0,0 0 0,0-1 0,0 0 0,0 0 0,0-1 0,0 0 0,0 0 0,0-1 0,-1 0 1,1-1-1,0 0 0,-1 0 0,0-1 0,0 0 0,0-1 0,0 1 0,-1-1 0,10-9 0,7-6-800,-1-1 1,-1-2 0,-2 0-1,0-1 1,22-34 0,-3-9 457,-3-1 0,-3-2 0,30-91 1,-53 134 453,0 0 226,-1-1 0,9-47-1,-13 18 4207,-11 54-1010,-15 6-2090,16 0-1187,0-1 0,0 1 0,0-1 0,0 1 0,1 1-1,-1-1 1,1 1 0,0-1 0,0 1 0,0 0-1,-4 7 1,-32 53 803,36-58-931,-9 20-9,1 1 0,1-1 0,2 2 0,0-1 0,2 1 0,1 1 0,1-1 0,2 1 0,0 47 0,3-54 0,1-1 0,1 0 0,1 0 0,0 0 0,2 0 0,1 0 0,0-1 0,2 0 0,0 0 0,1 0 0,1-2 0,1 1 0,21 28 0,-27-42-215,-1 0 0,1-1-1,0 1 1,0-1 0,1 1 0,-1-2-1,1 1 1,0-1 0,0 1 0,0-2-1,0 1 1,1-1 0,-1 0 0,1 0-1,9 1 1,-9-2-415,1-1 0,-1 0 0,1-1 0,-1 1-1,0-1 1,1-1 0,-1 0 0,0 0 0,0 0 0,0-1 0,0 0-1,0 0 1,0 0 0,-1-1 0,0 0 0,0-1 0,0 1-1,0-1 1,-1 0 0,8-9 0,16-28-14339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4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13766,'0'0'19001,"-7"0"-19001,20 0 0,1 0 0,-7 7 0,-1 4 0,-6 0-1233,7 1-3025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0 11621,'0'0'19375,"-2"3"-17849,-13 16-1471,1 1 1,0 0-1,2 1 1,-15 33-1,-32 98-38,-8 16-66,64-161 38,-7 15-1010,-1-2 1,0 0 0,-19 25-1,14-24-3498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6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3618,'0'0'11512,"12"-15"-9706,42-48-147,-47 58-1285,0-1 1,0 1-1,0 0 0,1 1 1,0-1-1,0 1 0,0 1 1,0 0-1,1 0 0,-1 1 0,1-1 1,-1 2-1,1 0 0,0 0 1,0 0-1,0 1 0,13 1 0,-18-1-164,-2 1-143,-1-1 0,1 1-1,-1-1 1,1 1-1,-1-1 1,1 1-1,-1 0 1,1 0 0,-1 0-1,0 0 1,1 0-1,-1 0 1,0 0 0,0 0-1,0 0 1,0 1-1,0-1 1,0 0 0,0 1-1,0-1 1,-1 1-1,1-1 1,0 1 0,-1-1-1,1 1 1,-1-1-1,0 1 1,1 2-1,7 57 570,-8-49-452,3 42 252,-3 1 0,-3 0 1,-15 90-1,18-142-424,-1 1 0,0-1 0,1 0 0,0 0 0,0 1 0,0-1 0,0 0 0,0 1 0,1-1 0,-1 0 0,1 0 0,0 0 0,0 1 0,0-1 0,0 0 0,1 0 0,-1 0-1,1-1 1,3 6 0,-2-6-7,0 1 0,0-1 0,1 0 0,-1 0 0,1 0 0,-1-1 0,1 1 0,-1-1-1,1 0 1,0 0 0,0 0 0,-1-1 0,1 1 0,0-1 0,0 0 0,6 0 0,-9-1-13,0 0 1,0 1 0,0-1 0,0 0 0,0 0 0,0 0-1,0 0 1,0 0 0,0 0 0,0-1 0,-1 1 0,1 0-1,0 0 1,-1-1 0,1 1 0,-1 0 0,0-1-1,1 1 1,-1 0 0,0-1 0,0 1 0,1-1 0,-1 1-1,-1-2 1,2 0-11,-1 0 1,0 1-1,1-1 0,-1 1 0,0-1 0,-1 0 0,1 1 0,0-1 0,-1 1 1,0-1-1,1 0 0,-1 1 0,-2-5 0,0 5-20,0 0-1,-1 0 1,1 1-1,0-1 1,-1 1-1,1-1 1,-1 1-1,0 0 1,1 1-1,-1-1 1,0 1-1,1-1 1,-5 1-1,6 0 25,1 0-1,-1-1 0,0 1 1,0 0-1,1 0 1,-1 1-1,0-1 1,1 0-1,-1 1 1,0-1-1,1 0 1,-1 1-1,1 0 0,-1-1 1,1 1-1,-1 0 1,1 0-1,-1 0 1,1 0-1,0 0 1,-1 0-1,1 0 1,0 1-1,0-1 0,0 0 1,0 1-1,0-1 1,0 1-1,0-1 1,0 3-1,-2 12-17,2 0 1,0 0-1,1 0 0,0 0 1,1 0-1,1 0 0,1 0 0,0-1 1,1 1-1,9 23 0,6 4 118,2-1 0,31 48-1,-12-23-30,-35-58 9,0-1 0,-1 1 0,0 0 0,0 0 0,-1 0 0,0 1 0,-1-1 0,0 1 0,1 16 0,-3-25-16,-1 1-1,0 0 1,1-1 0,-1 1-1,0-1 1,0 1 0,0-1-1,0 1 1,0-1-1,0 0 1,0 1 0,-1-1-1,1 0 1,0 0-1,-1 0 1,1 0 0,-1 0-1,1 0 1,-1 0 0,1-1-1,-1 1 1,0 0-1,1-1 1,-1 1 0,0-1-1,0 0 1,1 0-1,-1 0 1,0 0 0,-1 0-1,-66 3 1606,58-3-1559,-38 2-94,34 0 0,0-1 0,0-1 0,0 0 0,0-1 0,-28-5 0,41 3 0,37-3-2657,3 1-8399,-23-2-1035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9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311 372 480,'0'0'10578,"5"-9"-9174,-1 0-1407,1-2 820,0 1 0,0-1-1,-2 0 1,1 0 0,-1 0-1,-1 0 1,0-1-1,1-12 1,-3 3-228,0-1 1,-2 1-1,-6-31 1,6 43-547,0 1 0,-1 0 1,0 0-1,-1 0 1,0 1-1,0-1 1,0 1-1,-1 0 0,0 0 1,-1 0-1,-10-9 1,14 13-15,-1 1 0,0 0 1,0-1-1,0 1 0,0 1 0,0-1 1,0 0-1,0 1 0,0-1 1,-1 1-1,1 0 0,0 0 1,-1 0-1,1 1 0,-1-1 0,0 1 1,1 0-1,-5 0 0,2 1-6,1 0-1,-1 1 1,1-1-1,-1 1 0,1 0 1,0 0-1,0 1 1,0 0-1,0 0 0,-7 5 1,0 2 26,1 1-1,0 0 1,1 1 0,0 0-1,0 0 1,1 1 0,-10 20-1,8-11 90,2 1 0,0 0 0,2 0-1,0 1 1,2 0 0,-3 27 0,3 3 321,5 92 1,4-108-388,2 1 0,2-1 0,1-1 0,2 1 1,20 45-1,-13-36-50,-2 1 0,13 65 0,-27-100-159,0-1 0,-1 1 0,-1 0 0,0-1 1,-3 25-1,2-33-189,1-1 0,-1 1 0,-1-1 0,1 1 0,0-1 0,-1 1 0,0-1 0,0 0 0,0 0-1,-3 4 1,3-5-223,0 0-1,0-1 1,0 1-1,0-1 0,0 1 1,0-1-1,0 0 1,-1 0-1,1 0 1,-1 0-1,1 0 0,0 0 1,-1-1-1,1 1 1,-1-1-1,-3 0 0,-14 1-6471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19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11429,'0'0'10677,"156"-52"-8404,-95 43-768,0 0-513,0-2-495,-7 2-417,-14-2-48,1 2-32,0 0-561,-14-3-1584,0 3-2145,0-2-3313,-7-2-4259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0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10389,'0'0'10597,"3"22"-7689,27 185 3068,-26-176-5614,-8-46 72,-9-52 82,10 48-508,0-1 0,1 1 1,1-1-1,1 0 0,1 1 0,1-1 0,4-20 0,-5 35-15,0 0 0,0 0 0,1 0 0,-1 0-1,1 1 1,1-1 0,-1 0 0,0 1 0,1 0 0,0 0 0,0 0 0,1 0 0,-1 0-1,1 1 1,-1-1 0,1 1 0,0 0 0,1 0 0,-1 0 0,0 1 0,1-1 0,0 1 0,-1 0-1,1 1 1,0-1 0,0 1 0,0 0 0,0 0 0,0 0 0,0 1 0,8 0 0,-6 1-673,-1 0 0,1 0 0,-1 0 1,0 1-1,1 0 0,-1 0 0,0 1 1,0 0-1,9 5 0,-9-4-899,0-1 0,0 0 0,1 0 0,-1-1 0,1 1 0,12 1 0,10-3-5094,4-1 177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1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97 5090,'0'0'19548,"-12"-2"-17267,7 2-2094,0-1 0,0 1 0,0 0-1,0 0 1,0 0 0,0 1 0,0 0 0,1 0 0,-1 0 0,0 1-1,0-1 1,1 1 0,-1 0 0,1 0 0,-1 1 0,1 0 0,0-1 0,0 1-1,0 1 1,0-1 0,1 1 0,-1-1 0,-2 5 0,-2 0-29,1 0 1,1 1 0,0-1-1,0 1 1,-5 11-1,9-16-132,0 0 0,0 0 0,1 0-1,-1 0 1,1 1 0,0-1 0,0 0-1,1 1 1,-1-1 0,1 0-1,0 1 1,0-1 0,1 1 0,-1-1-1,3 7 1,-3-10-26,1 0 0,0-1 0,-1 1 0,1 0 0,0 0 0,-1-1 0,1 1 0,0 0 0,0-1 0,0 1 0,0-1 0,0 0 0,0 1 0,-1-1 0,1 1 0,0-1 0,0 0 0,0 0 0,0 0 0,0 0 0,0 1 0,2-2 0,31 1 0,-22-1 0,-2 1 0,-1-2 0,1 1 0,-1-2 0,1 1 0,-1-1 0,0 0 0,-1-1 0,1 0 0,0-1 0,-1 1 0,8-7 0,-11 7 0,0 1 0,0 0 0,-1-1 0,1 0 0,-1 0 0,0-1 0,0 1 0,0-1 0,-1 0 0,0 0 0,0 0 0,0 0 0,0-1 0,-1 1 0,0-1 0,0 1 0,0-1 0,-1 0 0,1-8 0,-2 12 0,0-1 0,0 1 0,-1-1 0,1 1 0,-1 0 0,0-1 0,1 1 0,-1 0 0,0 0 0,0 0 0,-1-1 0,1 1 0,0 0 0,-1 0 0,1 1 0,-1-1 0,0 0 0,1 0 0,-1 1 0,0-1 0,0 1 0,0 0 0,0-1 0,-4 0 0,-5-3 0,0 1 0,0 0 0,-23-4 0,2 0 0,32 8-11,0 0-1,0 0 1,0 0-1,0 0 1,0-1-1,0 1 1,0 0-1,1 0 1,-1 0-1,0 0 1,0 0-1,0 0 1,0 0 0,0 0-1,0 0 1,0 0-1,0 0 1,0 0-1,0 0 1,0 0-1,0 0 1,0-1-1,0 1 1,0 0 0,0 0-1,0 0 1,0 0-1,0 0 1,0 0-1,0 0 1,0 0-1,0 0 1,0 0-1,0 0 1,0 0-1,0-1 1,0 1 0,0 0-1,0 0 1,0 0-1,0 0 1,0 0-1,0 0 1,0 0-1,0 0 1,0 0-1,-1 0 1,1 0 0,0 0-1,0 0 1,0 0-1,0 0 1,0 0-1,0 0 1,8-2-1352,291 0-7062,-297 2 8410,1-1 0,-1 1-1,0 0 1,1 0 0,-1 1 0,0-1 0,0 0 0,1 1-1,-1-1 1,0 1 0,0 0 0,0 0 0,1 0-1,-1 0 1,0 0 0,0 0 0,0 1 0,-1-1 0,1 1-1,0-1 1,-1 1 0,1-1 0,0 1 0,-1 0 0,0 0-1,3 4 1,-2 1 448,0 0 0,-1 1-1,0-1 1,0 0 0,0 1 0,-1-1-1,-1 8 1,1-5 357,-13 56 5364,13-82-5921,0 13-232,1 1 1,0-1 0,0 0 0,0 0 0,0 1-1,0-1 1,1 0 0,-1 1 0,1-1 0,0 1-1,0 0 1,0 0 0,0 0 0,0 0 0,4-4-1,44-31-88,-38 29 28,109-68-681,-106 68 728,0 1 0,1 1 0,0 0 0,0 0 0,0 2 0,24-4 0,-39 9 32,-1-1 0,1 1 0,0 0 0,0-1 0,-1 1 0,1 0 0,-1 0 0,1 0 0,-1-1 0,1 1 1,-1 0-1,1 0 0,-1 0 0,0 0 0,0 0 0,1 0 0,-1 0 0,0 0 0,0 0 0,0 0 0,0 0 0,0 0 0,0 0 0,-1 1 0,1 39 542,0-31-494,-1 5-564,2 13-3181,-1-27 3475,0 0 1,1 0-1,-1-1 1,0 1-1,1 0 1,-1-1 0,1 1-1,-1 0 1,1-1-1,-1 1 1,1 0-1,-1-1 1,1 1-1,0-1 1,-1 1 0,1-1-1,0 0 1,-1 1-1,1-1 1,0 1-1,0-1 1,-1 0-1,1 0 1,0 0 0,0 1-1,-1-1 1,1 0-1,0 0 1,0 0-1,1 0 1,12 0-10575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1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9780,'0'0'18764,"-5"27"-16304,-4 9-1631,3-14-673,1 0 0,2 0-1,0 1 1,1-1-1,2 25 1,-3 19-156,1-41 0,1 1 0,1-1 0,1 1 0,6 28 0,-7-52 5,1 1 0,0 0 0,0-1 0,0 1 1,0-1-1,0 1 0,1-1 0,-1 1 0,1-1 0,0 0 0,-1 0 0,1 0 0,0 0 0,0 0 1,0 0-1,1 0 0,-1-1 0,0 1 0,1-1 0,-1 1 0,1-1 0,-1 0 0,1 0 1,3 0-1,4 2-64,1-2 0,0 0 1,0 0-1,20-2 1,-6 0-319,11-5-4889,-33 5 4222,-1 0 0,1 0 0,-1-1 1,0 1-1,0 0 0,1-1 0,-1 0 0,0 0 1,0 1-1,0-1 0,2-4 0,5-15-13389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1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13894,'0'0'9477,"149"-16"-9477,-102 16-288,1-3-2754,-1-6-4817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1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11717,'0'0'13431,"149"-14"-12231,-88 1-15,-6-5-401,-1 4-512,-14 0-240,-6 3-32,-7 7-928,-13-1-753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1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3874,'0'0'16455,"136"-18"-15958,-82 2-449,0-2-48,0 0-2065,7-2-5715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3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263 321 208,'0'0'6190,"20"-14"-4752,64-48 224,-77 57-1062,-1 0 0,0 0 1,0 0-1,0-1 0,0 0 1,-1 0-1,0 0 1,0-1-1,-1 0 0,7-13 1,-7 12-2,-2 5-311,-1 0 0,1-1 0,-1 1 0,0 0 0,1-1 0,-2 1 0,1-1 0,0 1 0,-1-1 0,1 1 0,-1-1 0,0 1 0,0-1 0,-1 1 1,1-1-1,-1 1 0,0-1 0,1 1 0,-2-1 0,0-2 0,-1 1-61,0 1 0,1 0-1,-2 0 1,1 0 0,0 1 0,-1-1 0,0 1 0,0 0 0,0 0 0,0 0-1,0 1 1,-8-4 0,-4-1 24,0 1 0,-1 0 0,0 2 0,0 0-1,0 1 1,0 1 0,-19-1 0,27 3-226,0-1 0,0 2 0,1-1 0,-1 1 0,0 1 1,0-1-1,1 2 0,-1-1 0,1 1 0,0 0 0,0 1 0,0 0 0,0 0 0,0 1 0,1 0 1,0 0-1,0 0 0,0 1 0,1 0 0,0 1 0,0 0 0,1-1 0,-1 2 0,2-1 0,-1 1 0,1-1 1,0 1-1,0 0 0,1 1 0,0-1 0,-2 12 0,-2 16-9,2 0 1,1 0-1,1 1 1,2-1-1,2 1 0,7 47 1,2-24 1,22 73 1,-3-17-507,-16-63-278,4 17-752,-13-21-4319,-17-48-4078,-1-1-222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4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13302,'0'0'11304,"23"0"-8759,1 1-2043,1 0 0,-1 2 0,1 0 0,-1 2 0,0 1 0,31 11 0,0 10-44,24 9-188,-78-36 234,-9-14 150,4 5-636,-1-1 0,1 1 0,1-1 0,0 0-1,1 0 1,0 0 0,0 0 0,1-1 0,0 1 0,1 0 0,1-17 0,-1 13-17,1 11-1,0 0 0,0 0 0,0 0 0,1 0 0,-1 0 0,1 1 0,0-1 0,-1 0 0,1 1 0,0-1 0,1 1 0,-1 0 0,0 0 0,1 0 0,-1 0 0,1 0 0,-1 1 0,1-1 0,0 1 0,4-2 0,63-26 0,7 7-3391,-54 17 510,1 1 0,0 1 0,0 1 1,0 2-1,41 2 0,-42 4-6217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4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34 8820,'0'0'16749,"-13"18"-15250,-36 54-245,47-69-1221,0-1 0,1 1 0,-1 0 0,1-1 0,0 1 0,0 0 0,0 0 0,0 0 0,0 0 0,1 0 0,-1 0 0,1 0 0,0 0 0,0 0 0,0 0 0,0 4 0,1-5-5,0-1 0,-1 1 0,1 0 0,0-1 0,0 1 0,0 0 0,0-1 0,0 0 0,1 1 0,-1-1 0,0 0 0,1 1 0,-1-1 0,1 0 0,-1 0 0,1 0 0,-1 0 0,1-1 0,2 2 0,6 1 67,-1-1-1,1 0 1,0 0-1,1-1 0,-1 0 1,15-1-1,-20 0-88,0 0-45,1 0 0,0 0 1,0-1-1,0 1 0,0-2 1,-1 1-1,1 0 0,0-1 1,6-3-1,-10 4 23,0-1 1,-1 1-1,1 0 1,0-1-1,-1 1 1,1-1-1,-1 0 1,1 1-1,-1-1 0,0 0 1,0 0-1,0 0 1,0 0-1,0 0 1,0 0-1,0 0 1,-1 0-1,1-1 1,-1 1-1,0 0 0,1 0 1,-1 0-1,0-1 1,0 1-1,-1 0 1,1 0-1,0 0 1,-2-3-1,1 0 2,-1 0 0,-1 1-1,1-1 1,-1 1 0,1 0 0,-1 0 0,0 0 0,-1 0-1,1 1 1,-1-1 0,1 1 0,-1 0 0,0 0-1,-1 0 1,-6-4 0,-8-4-1,-1 1 0,-25-10 0,37 15-56,9 2 7,22-1-37,56 4 47,-60 1 99,-18-1-45,15-1-2,-1 1-1,1 1 0,-1 1 0,29 6 0,-41-7 7,0 0-1,0 0 1,0 0 0,0 0-1,0 1 1,0-1 0,-1 1-1,1 0 1,0 0 0,-1 0-1,0 0 1,1 0-1,-1 0 1,0 1 0,0-1-1,0 1 1,0 0 0,-1-1-1,1 1 1,-1 0 0,1 0-1,-1 0 1,0 0 0,0 0-1,-1 0 1,1 0 0,0 1-1,-1-1 1,0 6 0,0-7 32,-1-1 0,1 1 0,0 0 0,0-1 0,0 1 1,0 0-1,0-1 0,0 1 0,0 0 0,1-1 0,-1 1 0,1-1 1,-1 1-1,1 0 0,0-1 0,-1 1 0,1-1 0,1 2 1,0-3-44,0-1 0,1 1 0,-1-1-1,0 0 1,0 0 0,-1 0 0,1 0 0,0 0 0,0-1 0,0 1 0,-1 0 0,1-1 0,-1 1 0,3-4 0,21-14-176,1 1-1,1 1 0,45-22 1,-15 9 231,-57 30 19,0 0-1,0-1 0,1 1 1,-1 0-1,0 0 0,1 0 1,-1 0-1,0-1 0,0 1 1,1 0-1,-1 0 0,0 0 1,1 0-1,-1 0 0,0 0 1,1 0-1,-1 0 0,0 0 1,0 0-1,1 0 0,-1 0 1,0 0-1,1 0 0,-1 0 0,0 0 1,1 0-1,-1 1 0,0-1 1,0 0-1,1 0 0,-1 0 1,0 0-1,0 1 0,1-1 1,-1 0-1,0 0 0,0 0 1,1 1-1,-1-1 0,0 0 1,0 0-1,0 1 0,0-1 1,1 0-1,-1 1 0,0-1 1,0 0-1,0 1 0,0-1 1,0 0-1,0 0 0,0 1 0,0-1 1,0 0-1,0 1 0,0-1 1,-1 31 517,0-28-652,0 0 0,1 0 0,-1 0 0,1 0 0,0-1 0,0 1 0,0 0 0,0 0 0,1 0 0,-1 0 0,1 0 0,-1 0 0,1-1 0,0 1 0,3 5 0,-2-7-600,1 0 1,0 0 0,0 0 0,0 0 0,0 0 0,0-1-1,0 1 1,0-1 0,0 0 0,0 0 0,5 0-1,-1 0-1415,19 0-6548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5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15959,'0'0'12166,"-7"22"-9202,-2 11-2628,1 0-1,2 0 1,1 1-1,-1 38 1,6-59-336,1-1 0,0 0 0,0 0 0,1 0 0,0 0 0,1-1 0,1 1 0,0-1 0,0 1 0,1-1 0,1-1 0,0 1 0,0-1 0,1 0 0,9 11 0,-13-19-18,0 1 1,0-1-1,0 0 0,0 0 1,1 0-1,-1 0 0,0-1 1,1 1-1,0-1 1,-1 0-1,1 0 0,0 0 1,-1 0-1,1-1 0,6 1 1,60-4-1542,-59 2 1007,27-7-4634,-15-12-4091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5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10037,'0'0'11525,"121"0"-9668,-53 0-1697,-7-7-160,0 0-1521,-13-4-2689,-1-5-6787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5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16808,'0'0'14678,"-7"142"-13397,7-104-1281,0-2 0,0 0 0,7-2 0,-7-7 0,0-2 0,0-7 0,0-4-960,0-7-1522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5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12054,'0'0'12949,"122"-2"-12644,-89-3-129,1 1-176,7-3-288,-7 0-1841,6-4-2145,-6-5-5219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6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3314,'0'0'24243,"-2"13"-21533,-5 37-1133,1 83-1,7 1-2954,0-36-3745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6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 7972,'0'0'24795,"-14"-2"-24795,14 11 0,7 2 0,7 0 0,-7 3 0,-1-1 0,1 3-480,7-2-4258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26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0 9092,'0'0'10037,"-60"118"-4147,39-78-2528,8 3-2562,-14 5-640,-1-1-160,-12 5-1728,-8 4-2738,-13 1-8180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0 672,'0'0'16475,"-8"28"-14357,0 2-1526,-52 157 2687,-42 45 60,50-132-2930,-90 127-1,136-218-516,2-2-177,-1 0-1,1-1 0,-2 0 1,1 0-1,-1 0 1,-12 10-1,22-45-9392,14-8 4385,-14 30 4046,17-30-3814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7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0 1953,'0'0'18358,"-12"21"-16475,-24 41 566,-51 118 0,52-83-875,2-3-1012,-4-1 1,-53 97-1,65-158-710,1-1-2957,17-8-8689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7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83 1889,'0'0'13633,"4"-14"-11157,-3 10-2341,0 0 65,0 0-1,0-1 0,0 1 0,0 0 1,-1-1-1,0 1 0,0-1 0,0 1 1,-1-7-1,1 10-143,-1 0-1,1 1 1,0-1 0,-1 0-1,1 0 1,-1 1 0,1-1 0,-1 0-1,1 1 1,-1-1 0,0 0-1,1 1 1,-1-1 0,0 1 0,1-1-1,-1 1 1,0-1 0,0 1-1,1 0 1,-1-1 0,0 1-1,0 0 1,0-1 0,-1 1 0,-1 0 93,-1 0 0,1 0 1,-1 0-1,1 1 1,-1-1-1,1 1 1,0 0-1,-1 0 1,1 0-1,-4 3 1,-16 6 361,1 2-1,0 1 1,1 0 0,1 2 0,0 0 0,-20 21 0,10-6-33,2 1 0,-46 65 0,65-83-424,2 1 1,0 0-1,1 0 0,0 0 1,1 1-1,0 0 1,2 0-1,0 0 0,0 0 1,1 0-1,1 1 1,1 16-1,0-29-60,0 0 0,0 0 0,1 0 1,-1 0-1,1 0 0,-1-1 0,1 1 0,0 0 0,0 0 0,1 0 1,-1-1-1,0 1 0,1 0 0,0-1 0,-1 0 0,1 1 1,0-1-1,3 3 0,-1-2-34,0 0 0,1 0 1,-1-1-1,1 0 0,-1 1 0,1-1 0,0-1 1,0 1-1,0-1 0,5 1 0,7 0-168,-1 0-1,1-2 0,-1 0 1,1-1-1,31-5 0,-36 3 125,0 0-1,0-1 1,0-1 0,0 0 0,-1 0-1,0-1 1,0 0 0,-1-1-1,0 0 1,0-1 0,0 0-1,-1-1 1,0 1 0,-1-2 0,0 1-1,9-14 1,-7 7 123,-1-1 0,0 0 0,-1 0 0,-1 0 0,0-1 0,-1 0 0,-1-1 0,-1 1 0,3-38 0,-6 47 79,-1 1 0,0-1 0,0 1 0,-1-1 0,0 1 1,0-1-1,-1 1 0,0 0 0,-1 0 0,0 0 0,-4-9 0,5 13-67,-1 0 1,0 1-1,1-1 0,-1 1 0,0 0 1,-1 0-1,1 0 0,0 0 0,-1 1 0,0-1 1,1 1-1,-1 0 0,0 0 0,0 0 0,0 1 1,-1-1-1,1 1 0,0 0 0,0 0 1,-1 0-1,1 1 0,-1 0 0,-6 0 0,9 0-129,0 0-1,-1 0 1,1 0-1,0 0 0,-1 0 1,1 1-1,0-1 1,-1 1-1,1-1 1,0 1-1,0 0 0,-1 0 1,1 0-1,-3 2 1,-1 11-3803,10 9-5410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8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516 18 5202,'0'0'14919,"-4"-3"-12971,-2 0-1712,-1 1 1,1-1 0,0 2-1,-1-1 1,1 1-1,0 0 1,-1 0 0,0 0-1,1 1 1,-1 0-1,1 1 1,-1-1 0,1 1-1,-1 1 1,1-1-1,-1 1 1,1 0 0,-12 6-1,-13 5 337,1 2 0,-43 27-1,50-28-401,1 2-1,0 0 0,1 2 1,1 0-1,-35 41 0,45-46-135,1 0 0,1 0 0,0 1 0,1 0 0,0 0 0,1 1-1,1-1 1,0 2 0,1-1 0,0 0 0,-2 29 0,5-34-62,1 0 1,0 0-1,0 0 1,1 0 0,0 0-1,1 0 1,0 0-1,6 18 1,-6-23-110,1 0 0,0-1 0,0 1 0,0-1-1,0 0 1,0 0 0,1 0 0,0 0 0,0-1 0,0 1 0,0-1 0,1 0 0,-1 0 0,1-1 0,0 0 0,-1 1 0,1-1 0,9 2 0,7 1-1853,-1-1-1,1-1 0,-1 0 0,42-2 1,3-1-6703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8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6275,'0'0'16103,"-54"147"-14086,40-102-528,8 2-225,-15-4-607,8-2-513,6-5-144,-7-7-16,8-4-1473,-8-5-1536,14-6-3458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29:48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21 5202,'0'0'11109,"-2"-3"-9775,1 1-961,0 1-262,1 0-1,-1 0 1,1 0 0,0 0 0,-1 0-1,0 0 1,1 1 0,-1-1-1,0 0 1,1 0 0,-1 1-1,0-1 1,0 0 0,1 1-1,-1-1 1,-6-1 5389,42 30-3555,-12-5-1706,-2 1 0,0 1 0,-1 0 0,-2 2 0,0 0 0,-2 1 0,-1 1 0,-2 0 0,0 1 0,-2 0 0,-1 1 0,-2 0 0,-1 0 0,-1 1 0,-2 0 0,-1 0 0,-2 1 0,-2 33 0,-1-56-211,0-1 0,-1 1 0,0 0 0,0-1 0,-1 0 0,0 1 0,0-1 0,-1-1 1,-1 1-1,1-1 0,-1 0 0,-1 0 0,1-1 0,-1 0 0,-15 12 0,-10 5 130,-2-1 0,-59 31-1,26-16-87,49-28-70,1 2 0,0 0 0,-28 27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4770,'0'0'17432,"-7"0"-16615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7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1 133 10181,'0'0'14441,"4"10"-12619,19 30 335,42 57 1,-10-17-1740,-54-79-445,-1-1 0,0 1 0,1 0 0,-1-1-1,0 1 1,1 0 0,-1-1 0,1 1 0,-1-1 0,1 1 0,-1 0 0,1-1 0,-1 1 0,1-1-1,0 0 1,-1 1 0,1-1 0,0 1 0,-1-1 0,1 0 0,0 0 0,-1 1 0,1-1 0,0 0-1,0 0 1,-1 0 0,1 0 0,1 0 0,-1 0 2,0-1 1,0 0-1,0 0 1,-1 1-1,1-1 1,0 0-1,0 0 1,-1 0-1,1 0 0,0 0 1,-1 0-1,1 0 1,-1 0-1,0-1 1,1 1-1,-1-2 0,11-65-259,-9 50 195,6-42 55,-3 18 95,2-1-1,14-47 0,-21 88-105,0 1 1,1-1-1,-1 1 1,1-1-1,-1 1 1,1-1-1,-1 1 1,1-1-1,0 1 1,0 0-1,0-1 1,-1 1-1,1 0 1,1 0-1,-1-1 1,0 1-1,0 0 0,0 0 1,1 0-1,-1 1 1,0-1-1,1 0 1,-1 0-1,1 1 1,-1-1-1,1 1 1,-1-1-1,1 1 1,-1 0-1,1-1 1,-1 1-1,1 0 1,0 0-1,-1 0 0,3 0 1,2 2-1176,1 1-1,0-1 1,-1 1 0,0 0-1,0 0 1,10 7 0,3 2-3479,8 2-3945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8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179 500 5234,'0'0'10320,"-20"5"-6518,-65 18-636,80-21-2960,0 0 0,0 0 0,1 0-1,-1 1 1,1-1 0,0 1 0,-1 0-1,1 1 1,1-1 0,-1 1 0,0-1-1,1 1 1,-4 6 0,5-8-170,1 0-1,0 1 1,-1-1 0,1 1 0,0-1-1,0 1 1,1-1 0,-1 1-1,0 0 1,1-1 0,0 1 0,-1 0-1,1-1 1,0 1 0,0 0 0,1-1-1,-1 1 1,1 0 0,-1-1 0,2 4-1,0-5-46,1 1 0,-1-1 0,1 0 0,-1-1 0,1 1 0,-1 0 0,1-1 0,0 1 0,-1-1 0,1 0 0,0 0 0,-1 0 0,1 0 0,0 0 0,3-2 0,2 2-101,-1 0-125,0 0 0,0-1-1,0 1 1,0-1 0,0-1-1,0 0 1,0 0 0,0 0-1,-1 0 1,1-1 0,-1 0-1,0-1 1,0 1 0,0-1 0,0-1-1,-1 1 1,1-1 0,-1 0-1,6-7 1,-11 11 300,0 1 1,0 0-1,0-1 0,0 1 0,1 0 1,-1-1-1,0 1 0,0 0 1,-1-1-1,1 1 0,0 0 0,0-1 1,0 1-1,0 0 0,0-1 1,0 1-1,0 0 0,-1-1 0,1 1 1,0 0-1,0 0 0,0-1 1,-1 1-1,1 0 0,0 0 0,0-1 1,-1 1-1,1 0 0,0 0 1,0-1-1,-1 1 0,1 0 0,0 0 1,-1 0-1,1 0 0,0 0 1,-1 0-1,1 0 0,0 0 0,-1-1 1,1 1-1,0 0 0,-1 0 1,1 0-1,0 0 0,-1 1 0,1-1 1,0 0-1,-1 0 0,1 0 1,0 0-1,-1 0 0,1 0 1,0 0-1,-1 1 0,0-1-21,0 0-1,-1 0 1,1 0 0,0 0-1,0 1 1,0-1-1,-1 0 1,1 1 0,0-1-1,0 0 1,0 1-1,0 0 1,0-1 0,0 1-1,0 0 1,0-1 0,0 1-1,0 0 1,0 0-1,-1 1 1,0 3-9,1 0 1,0 0-1,0 0 0,0 0 1,1 1-1,-1-1 1,1 0-1,1 0 0,0 7 1,-1-9-39,0-1 1,0 1-1,1-1 0,-1 0 1,1 1-1,-1-1 1,1 1-1,0-1 1,0 0-1,0 0 1,0 0-1,0 0 1,1 0-1,-1 0 1,1 0-1,-1 0 0,1 0 1,0 0-1,3 2 1,2-2-173,0 0-1,0 0 1,0-1 0,0 0 0,1-1-1,-1 0 1,0 0 0,0 0-1,0-1 1,1 0 0,-1 0 0,0-1-1,0 0 1,0 0 0,-1-1 0,1 1-1,0-2 1,-1 1 0,0-1 0,10-7-1,1-1-533,-1-1-1,-1-1 1,0-1 0,-1 0-1,-1 0 1,13-20-1,-7 5-277,-1 0 1,-1-2-1,15-41 0,-16 28 1073,-1 0 1,-3-1-1,13-89 0,-24 123 333,4-43 1693,-10 24 3196,-3 29-1815,-17 13-1648,17-3-1393,1 1 1,0 0 0,0 0 0,1 1 0,-9 18 0,3-6 122,-4 9-286,2 0-1,1 1 0,2 0 0,1 0 1,1 2-1,2-1 0,1 1 0,2 0 1,0 68-1,4-93-281,0-1-1,1 1 1,0-1-1,0 1 1,0-1-1,1 0 1,1 0-1,-1 0 1,2 0-1,3 9 1,-3-12-21,-1 0 1,1 0-1,-1-1 0,1 0 1,1 1-1,-1-1 1,1-1-1,-1 1 0,1-1 1,0 0-1,0 0 0,1 0 1,-1 0-1,1-1 1,8 2-1,3 0-741,1 0 0,0-2 0,-1 0 0,1-1 1,0-1-1,0 0 0,0-1 0,-1-1 0,34-9 0,42-23-8170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8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4434,'0'0'23163,"129"19"-22491,-82-19-576,1 0-96,-8-7-608,1 0-1345,-7 0-1985,-14 3-2353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8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11845,'0'0'9205,"143"-18"-8405,-89 6-800,-7-1-720,7 4-2226,1 0-4641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9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298 658 10037,'0'0'15359,"-18"-6"-13500,-58-19-311,70 23-1433,1 1 1,-1 0 0,0 0 0,1 1 0,-1 0 0,0 0 0,1 0 0,-1 1 0,1-1 0,-1 1 0,0 1 0,1-1 0,0 1 0,-1 0 0,1 0 0,0 1 0,0-1 0,-5 5 0,-3 2 87,1 1 0,0 0-1,1 1 1,-14 16 0,23-25-200,0 0 1,0 0-1,0 1 1,0-1-1,1 0 0,-1 1 1,1-1-1,-1 1 0,1-1 1,0 1-1,0 0 1,0 0-1,0-1 0,0 5 1,2-7-8,0 1 1,0 0 0,-1-1-1,1 1 1,0-1 0,0 1-1,0-1 1,0 1 0,0-1-1,0 0 1,0 1-1,0-1 1,0 0 0,0 0-1,0 0 1,0 0 0,0 0-1,0 0 1,0 0 0,0 0-1,0 0 1,0 0 0,2-1-1,2 1-9,9-1-64,1-1 1,0 0-1,-1-1 0,1 0 0,-1-2 0,0 1 0,0-2 0,0 0 1,-1 0-1,18-13 0,6-6-505,0-1 0,37-37 1,-7-2-220,-4-2 1,-2-3 0,-4-2-1,-3-3 1,56-104 0,-107 175 853,0 0 117,-1 0 0,1 0 1,-1 0-1,0 0 0,-1-1 0,1 1 1,-1 0-1,0-1 0,0 1 1,1-7-1,-2 12-117,0-1-1,0 0 1,0 0 0,0 0 0,0 1-1,-1-1 1,1 0 0,0 0 0,0 0 0,0 1-1,0-1 1,0 0 0,-1 0 0,1 0-1,0 0 1,0 0 0,0 1 0,0-1 0,-1 0-1,1 0 1,0 0 0,0 0 0,0 0-1,-1 0 1,1 0 0,0 0 0,0 0 0,-1 0-1,1 0 1,0 0 0,0 0 0,0 0-1,-1 0 1,1 0 0,0 0 0,0 0 0,-1 0-1,1 0 1,0 0 0,0 0 0,0 0-1,-1 0 1,1 0 0,0 0 0,0-1 0,0 1-1,-1 0 1,1 0 0,0 0 0,0 0-1,0-1 1,0 1 0,0 0 0,-1 0 0,1 0-1,0 0 1,0-1 0,0 1 0,0 0-1,0 0 1,0-1 0,0 1 0,0 0 0,0 0-1,0 0 1,0-1 0,0 1 0,0-1-1,-1 2 114,-21 17 140,2 0 0,0 1 0,1 1 0,0 1 1,2 0-1,1 2 0,-21 36 0,24-35-306,1 1 0,1 0 0,0 0 0,3 1 0,0 1 0,1-1 0,2 1 0,0 0 0,2 1 0,1-1 0,1 1 0,5 41 0,-4-66-176,1 0-1,0-1 1,0 1-1,0 0 1,0-1-1,0 1 1,0-1-1,1 1 1,-1-1-1,1 0 1,0 0-1,-1 1 1,1-1-1,0 0 1,0-1-1,0 1 1,1 0-1,-1-1 1,0 1-1,1-1 1,-1 0-1,1 1 1,-1-1-1,1 0 1,0-1-1,-1 1 1,1 0-1,0-1 1,0 0-1,5 1 1,-1-1-649,0 1-1,1-1 1,-1-1 0,0 0 0,1 0 0,-1 0 0,0-1 0,0 0-1,0 0 1,9-5 0,19-17-7566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59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11717,'0'0'16456,"4"8"-15389,-1-4-1012,-1 0-1,1 0 1,0 0 0,0 0-1,1 0 1,-1-1 0,1 0-1,-1 1 1,1-2-1,0 1 1,0 0 0,1-1-1,-1 1 1,1-1 0,-1-1-1,1 1 1,-1 0 0,1-1-1,0 0 1,0 0-1,-1-1 1,1 1 0,0-1-1,10-1 1,13 3-18,-20-1-115,0 0-1,0 0 1,0-1 0,0 0 0,-1-1-1,1 1 1,0-1 0,0-1-1,0 0 1,14-5 0,-21 5 52,1 0 1,0 0 0,-1 0 0,1 0 0,-1-1-1,0 1 1,0 0 0,1-1 0,-2 0 0,1 1 0,0-1-1,0 1 1,-1-1 0,0 0 0,1 1 0,-1-1-1,0 0 1,0 1 0,-1-1 0,1 0 0,0 1-1,-1-1 1,0 0 0,0 1 0,0-1 0,0 1-1,0-1 1,0 1 0,0 0 0,-1-1 0,1 1 0,-1 0-1,0 0 1,1 0 0,-1 0 0,0 0 0,0 0-1,-1 1 1,1-1 0,0 1 0,0-1 0,-5-1-1,0 1 216,0 1 0,-1 0 0,1 0 0,0 0 0,-1 1 0,-13 1 0,19-1-170,1 0 0,-1 1 0,0-1 0,1 1 0,-1-1 0,0 1 0,1 0 0,-1-1 0,1 1 0,-1 0 0,1 0 0,-1 0 0,1 0 0,0 0 0,0 1 0,-1-1 0,1 0 1,0 1-1,0-1 0,0 0 0,0 1 0,1 0 0,-1-1 0,0 1 0,1-1 0,-1 1 0,1 0 0,-1-1 0,1 1 0,0 0 0,-1-1 0,1 1 0,0 0 0,1 2 0,-1 5-17,-1-1-40,1 0 1,0 1-1,1-1 1,0 0-1,0 1 1,1-1-1,2 8 1,-2-13-161,0 0-1,-1 0 1,2 0 0,-1 0 0,0 0 0,1-1 0,-1 1 0,1-1 0,-1 0 0,1 1-1,0-1 1,0-1 0,0 1 0,1 0 0,-1-1 0,0 1 0,0-1 0,1 0 0,5 1-1,6 1-1991,-1-1 0,0 0 0,1-1-1,14-1 1,19 0-7711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0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32 6467,'0'0'24208,"-15"-6"-23060,-46-15-628,60 21-511,0-1 0,0 0-1,0 1 1,-1-1 0,1 1 0,0 0 0,0-1 0,-1 1-1,1 0 1,0 0 0,0 0 0,-1-1 0,1 1 0,0 1 0,0-1-1,-1 0 1,1 0 0,0 0 0,-1 1 0,1-1 0,0 1-1,0-1 1,0 1 0,0-1 0,-1 1 0,1 0 0,0-1 0,0 1-1,0 0 1,0 0 0,1 0 0,-3 1 0,3-1-17,0-1 1,0 1 0,0 0-1,-1-1 1,1 1-1,0 0 1,0 0-1,0-1 1,0 1-1,0 0 1,0-1 0,0 1-1,0 0 1,1-1-1,-1 1 1,0 0-1,0-1 1,0 1-1,1 0 1,-1-1-1,0 1 1,1-1 0,-1 1-1,1 0 1,-1-1-1,0 1 1,1-1-1,-1 1 1,1-1-1,0 0 1,-1 1 0,1-1-1,-1 0 1,1 1-1,1 0 1,30-1-491,-27-1 352,-1 1-1,0 0 1,0-1 0,1 1-1,-1 1 1,0-1 0,0 1-1,1 0 1,-1 0 0,6 2-1,-9-2 120,0 0-1,0 1 1,0-1-1,0 0 1,0 1 0,-1-1-1,1 0 1,0 1-1,-1-1 1,1 1-1,-1-1 1,0 1 0,1-1-1,-1 1 1,0-1-1,0 1 1,0-1-1,0 1 1,0-1 0,-1 1-1,1 0 1,0-1-1,-1 1 1,0 1-1,-16 39 63,-12-2 216,-2-1-1,-2-2 0,-1-1 1,-2-2-1,-46 34 0,-61 61 596,123-109-737,-37 43 339,54-59-428,0 1-1,0 0 1,0 0-1,1 0 1,0 0-1,0 0 1,0 1-1,0-1 1,1 1-1,0-1 1,0 1-1,0 7 1,1-13-20,0 0 0,0 0 0,0 1 0,0-1 0,0 0 0,0 0 0,0 0 0,0 1 0,0-1 0,0 0 0,0 0 0,0 0 0,1 1 0,-1-1 0,0 0 0,0 0 0,0 0 0,0 1 0,0-1 0,0 0 0,1 0 0,-1 0 0,0 0 0,0 1 0,0-1 0,0 0 0,1 0 0,-1 0 0,0 0 0,0 0 0,0 0 0,1 0 0,-1 0 0,0 0 0,0 1 0,1-1 0,-1 0 0,0 0 0,0 0 0,0 0 0,1 0 0,-1 0 0,0 0 0,0-1 0,0 1 0,1 0 0,22 1-247,-1 0 0,1-2-1,-1-1 1,1-1 0,-1-1 0,0-1-1,0 0 1,-1-2 0,1-1 0,-2 0-1,1-2 1,21-12 0,-17 7-235,-1-1 0,0-1 0,0-1 0,-2-1 0,-1-1 1,0-1-1,-1-1 0,-2 0 0,19-29 0,-33 44-1523,-1 0 1,1 0-1,-1-1 0,4-13 1,0-2-6512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00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10485,'0'0'20868,"8"67"-19454,-7-65-1414,-1 0 0,1 0 0,0 0 0,1 0 0,-1 0 0,0 0 0,0-1 0,1 1 0,-1-1 0,1 1 0,-1-1 0,1 0 0,0 1 0,0-1 0,-1 0 0,1 0 0,0 0 0,0 0 0,0 0 0,0-1 0,0 1 0,0-1 0,1 1 0,-1-1 0,0 0 0,0 0 0,0 0 0,3 0 0,-1 0 0,0 0 0,1 0 0,-1 0 0,1-1 0,-1 1 0,0-1 0,0 0 0,1-1 0,-1 1 0,0-1 0,0 0 0,0 0 0,4-2 0,11-13-47,-1-1 1,0 0-1,20-29 0,-37 47 50,-1-1 0,1 1-1,-1 0 1,1 0 0,-1 0-1,0 0 1,1 0 0,-1 0-1,1-1 1,-1 1 0,1 0-1,-1 0 1,1 0 0,-1 1-1,1-1 1,-1 0 0,0 0-1,1 0 1,-1 0-1,1 0 1,-1 0 0,1 1-1,-1-1 1,0 0 0,1 0-1,-1 1 1,0-1 0,1 0-1,-1 0 1,0 1 0,1-1-1,-1 1 1,0-1 0,1 0-1,-1 1 1,0-1 0,0 0-1,1 1 1,18 25 61,-5-9-45,-11-14-331,-1-1 0,1 0-1,0 0 1,0 0 0,0-1 0,0 1 0,1-1 0,-1 1-1,4 0 1,50 2-10455,-48-4 8865,13 0-8703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01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14 100 5298,'0'0'20100,"20"-2"-19038,150-10-37,-116 3-1141,-53 9 65,0 0-1,0 0 1,0 0 0,0 0 0,0-1 0,0 1 0,0 0 0,0-1 0,0 1 0,0 0 0,0-1 0,0 0 0,0 1 0,-1-1-1,1 1 1,0-1 0,0 0 0,-1 0 0,1 1 0,0-1 0,-1 0 0,1 0 0,-1 0 0,1 0 0,-1 0 0,1 0 0,-1 0-1,1 0 1,-1 0 0,0 0 0,0 0 0,0 0 0,1 0 0,-1 0 0,0 0 0,0 0 0,-1 0 0,1 0 0,0 0 0,0 0-1,0 0 1,-1 0 0,1 0 0,0 0 0,-1 0 0,1 0 0,-1 0 0,1 0 0,-1 1 0,1-1 0,-2-1 0,-1-1-18,0 0 1,0 1 0,-1 0 0,1-1-1,0 1 1,-1 1 0,0-1 0,1 0 0,-1 1-1,0 0 1,0 0 0,0 0 0,-7-1-1,-60-5 278,60 7-159,-5-1 75,6 0 265,0 0 0,0 1 0,0 0 0,-1 1 0,-18 3 0,27-3-308,0-1 1,0 1-1,0 0 0,-1 0 0,1 0 0,0 0 1,0 1-1,0-1 0,1 1 0,-1-1 0,0 1 1,0 0-1,1-1 0,-1 1 0,1 0 0,0 0 1,-1 0-1,1 0 0,0 0 0,0 0 0,0 1 1,1-1-1,-1 0 0,0 0 0,1 1 0,0-1 1,-1 0-1,1 1 0,0-1 0,1 5 0,-2 1-117,1-1-1,1 1 1,0 0 0,0 0-1,0 0 1,1-1-1,0 1 1,1-1-1,0 1 1,0-1 0,0 0-1,1 0 1,0 0-1,1-1 1,-1 1-1,1-1 1,0 0 0,1 0-1,-1-1 1,1 0-1,0 0 1,1 0-1,-1-1 1,14 8 0,0-2-1913,0-1 1,0-1 0,1-1 0,32 7-1,-48-13 1585,0 0-1,0 0 0,0-1 0,0 0 0,0 0 0,0 0 1,0 0-1,0-1 0,0 0 0,0 0 0,0 0 1,0-1-1,0 1 0,-1-1 0,1-1 0,-1 1 0,1 0 1,-1-1-1,0 0 0,0 0 0,0 0 0,0-1 1,-1 1-1,1-1 0,2-5 0,18-26 22,-10 9 3036,-6 4 3411,-5 1 8449,-2 57-13746,-1-34-808,1 0 0,-1 1 0,1-1 0,-1 0 0,1 0 0,0 0 0,0 0 0,0 0 0,0 0 0,0 0 0,0 0 0,0 0 0,1-1 0,-1 1 0,1 0 0,-1-1 0,1 1 0,0-1 0,0 1 0,-1-1 0,5 2 0,-4-3 0,1 1 0,-1-1 0,1 0 0,0 1 0,-1-1 0,1 0 0,0-1 0,-1 1 0,1 0 0,0-1 0,-1 0 0,1 1 0,-1-1 0,1 0 0,-1 0 0,1-1 0,-1 1 0,4-3 0,106-76-133,-102 74 166,-10 5-31,0 1-1,0 0 1,0 0-1,0-1 0,0 1 1,0 0-1,0 0 1,1 0-1,-1 0 0,0-1 1,0 1-1,0 0 1,0 0-1,0 0 0,1 0 1,-1-1-1,0 1 0,0 0 1,0 0-1,1 0 1,-1 0-1,0 0 0,0 0 1,1 0-1,-1 0 1,0 0-1,0 0 0,0 0 1,1 0-1,-1 0 1,0 0-1,0 0 0,1 0 1,-1 0-1,0 0 1,0 0-1,0 0 0,1 0 1,-1 0-1,0 0 1,0 0-1,0 0 0,1 1 1,-1-1-1,0 0 0,0 0 1,0 0-1,1 0 1,-1 0-1,0 1 0,0-1 1,0 0-1,0 0 1,0 0-1,0 1 0,1-1 1,-1 0-1,0 0 1,0 0-1,0 1 0,0-1 1,0 0-1,0 0 1,0 1-1,5 8 8,-3-5-302,0-1 0,1 0 0,0 1 0,-1-1 0,1 0-1,0 0 1,1-1 0,-1 1 0,4 2 0,-2-2-761,0-1 1,0 0-1,0 0 0,0 0 1,1 0-1,-1-1 0,1 0 1,-1 0-1,1-1 0,8 1 1,7-1-13223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01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44 139 11205,'0'0'15890,"13"0"-15340,8 1-345,3 0-114,0 0 1,-1-1-1,26-5 1,-48 5-106,1 0 1,-1-1-1,0 1 1,0-1-1,0 0 1,0 1 0,0-1-1,0 0 1,-1 1-1,1-1 1,0 0-1,0 0 1,0 0-1,-1 0 1,1 0 0,0 0-1,-1 0 1,1 0-1,-1 0 1,1 0-1,-1 0 1,0 0 0,1 0-1,-1 0 1,0-1-1,0 1 1,0 0-1,0 0 1,0 0-1,0-1 1,0 1 0,0 0-1,0 0 1,-1 0-1,1 0 1,0 0-1,-1 0 1,1-1 0,-1 1-1,0-2 1,-1-1-48,0-1 1,0 1 0,0-1-1,-1 1 1,1 0 0,-1-1-1,0 1 1,-6-6 0,0 3 161,-1 0 0,1 1 0,-1 1 0,0-1 0,-14-4-1,19 8 242,-1 0 0,1 1 0,0-1 0,-1 1 0,1 0 0,-1 1 0,1-1-1,-1 1 1,1 0 0,-1 0 0,1 1 0,-1 0 0,-5 1 0,10-1-330,-1 0 0,1 0 0,0 0 1,-1 0-1,1 0 0,0 0 0,0 1 1,-1-1-1,1 0 0,0 1 1,0-1-1,1 1 0,-1-1 0,0 1 1,0-1-1,1 1 0,-1 0 1,1-1-1,-1 1 0,1 2 0,-6 40-9,5-32-10,-1 0-306,1 1-1,0-1 1,1 0 0,1 1 0,-1-1-1,4 16 1,-3-24 146,0-1 1,1 0-1,-1 0 0,0 0 1,1 0-1,0 0 0,0-1 0,0 1 1,0 0-1,0-1 0,0 1 1,0-1-1,1 0 0,0 0 1,-1 0-1,1 0 0,0 0 0,0 0 1,0-1-1,0 0 0,0 1 1,0-1-1,0 0 0,0-1 1,1 1-1,-1 0 0,0-1 1,5 0-1,30 1-6983,3-1-4557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01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1 13862,'-20'3'5990,"-3"2"-4387,0 0 0,1 1 0,-36 15 0,46-16-1026,1 0-1,-1 1 0,1 1 0,1 0 0,-1 1 0,1 0 0,0 0 0,1 1 0,0 1 0,-9 12 1,6-4-566,2 1 0,0 1 0,1-1 0,1 2 0,1-1 0,1 1 0,1 0 0,1 0 0,0 1 0,2-1 0,0 1 0,2 0 0,0-1 0,5 32 0,-4-48-45,0 1 1,0-1-1,0 1 1,0-1-1,1 1 1,0-1-1,0 0 1,1 0-1,0 0 1,0 0-1,0 0 0,0 0 1,0-1-1,1 0 1,0 0-1,0 0 1,0 0-1,1 0 1,5 3-1,-1-3-198,-1 0 0,1 0 0,0-1 0,1 0 0,-1-1 0,0 0 0,1 0 0,0-1 0,-1-1 0,14 0 0,8 1-2035,72-5-7223,-28-13-3287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02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28 11029,'0'0'19300,"-1"-7"-17988,-5-14-807,4 45-155,5 57-79,10 284-271,-13-363 9,0 1 0,0 0 0,0 0-1,-1 0 1,1 0 0,-1-1 0,0 1 0,1 0 0,-1 0 0,0-1 0,-1 1-1,1-1 1,0 1 0,-1-1 0,1 1 0,-1-1 0,0 0 0,0 0 0,-3 3-1,2-3-71,0 0 0,-1 0-1,1 0 1,-1-1 0,0 1-1,1-1 1,-1 0 0,0 0-1,0 0 1,0 0-1,0-1 1,0 0 0,-5 0-1,10-16-11370,10-4-849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02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11205,'0'0'21562,"0"-7"-21562,0 10 0,0 10 0,6 1 0,1 2 0,0-5-5859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02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0 8564,'0'0'19545,"-135"120"-16120,108-93-2192,7 3-1233,-8-3-192,-5 20-1825,-8-4-3762,-6-2-10740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19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1 241 4866,'0'0'12825,"9"-6"-10632,-6 3-2057,-1 1 74,1 0-1,-1 0 0,1 0 1,-1 0-1,1 1 1,0-1-1,0 1 1,0 0-1,0 0 1,0-1-1,0 2 1,0-1-1,0 0 1,0 1-1,1-1 1,-1 1-1,0 0 0,0 0 1,0 1-1,1-1 1,-1 0-1,0 1 1,0 0-1,0 0 1,0 0-1,0 0 1,0 0-1,0 1 1,0-1-1,4 4 0,51 49 2921,-41-36-2652,0-2-1,2 0 1,0-1-1,28 18 1,-45-32-482,-1 0 0,0 0 0,1 0 0,-1 0 0,1 0 0,0-1 0,-1 1 0,1 0 0,0-1 0,-1 1 0,1-1 0,0 1 0,0-1 0,-1 0 0,1 0 0,0 0 0,0 0 0,-1 0 0,1 0 0,0 0 0,0-1 0,-1 1 0,1-1 0,0 1 0,0-1 0,-1 0 0,1 1 0,-1-1 0,1 0 0,-1 0 1,1 0-1,-1 0 0,0-1 0,1 1 0,-1 0 0,0 0 0,0-1 0,0 1 0,2-3 0,0-5-32,1 0 0,-1-1 0,-1 0 1,1 1-1,-2-1 0,2-11 0,2-15 61,12-25 116,3 0 0,29-61-1,-48 121-207,0 0-1,0 1 1,0-1-1,0 0 1,0 0 0,0 1-1,0-1 1,0 1-1,1-1 1,-1 1 0,0-1-1,0 1 1,1 0-1,-1 0 1,0 0 0,0-1-1,1 1 1,-1 0-1,0 0 1,0 1 0,1-1-1,-1 0 1,0 0-1,0 1 1,1-1 0,0 1-1,35 11-4240,-22-6 964,-1-1 0,1 0 0,0-2 0,25 5 0,-5-4-3923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20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143 260 6531,'0'0'18267,"-12"13"-16074,-90 96 2513,98-105-4624,1 0 1,0 0-1,1 1 0,-1-1 1,1 0-1,0 1 0,0-1 1,0 1-1,0 0 0,1 0 0,0 0 1,-1 6-1,3-10-88,-1 0 0,1-1 0,-1 1-1,0 0 1,1 0 0,-1-1 0,1 1 0,0 0 0,-1-1-1,1 1 1,0-1 0,-1 1 0,1 0 0,0-1 0,0 0 0,-1 1-1,1-1 1,0 1 0,0-1 0,0 0 0,0 0 0,-1 1 0,1-1-1,0 0 1,0 0 0,0 0 0,0 0 0,0 0 0,1 0 0,38 0-452,-27-1 217,-4 0 3,0-1 0,-1 0-1,1 0 1,0-1 0,-1 0 0,0-1 0,0 0 0,0 0 0,0-1-1,0 0 1,-1 0 0,0-1 0,0 1 0,6-9 0,-14 16 309,0 0 0,-1 1 0,1-1 0,0 0 0,0 1 0,1-1 0,-1 1 0,0-1 0,1 1 0,-1-1 0,1 1 0,0-1 0,0 1 0,0 0 0,0-1 0,0 1 0,1-1 0,-1 1 0,1-1 0,0 1 0,-1-1 0,3 4 0,-2-4-178,-1 1 1,2 0-1,-1-1 0,0 1 0,0-1 1,1 0-1,-1 1 0,1-1 0,0 0 1,0 0-1,0 0 0,0 0 0,0 0 1,0 0-1,1-1 0,-1 1 0,0-1 1,1 1-1,-1-1 0,1 0 0,0 0 1,3 1-1,-1-2-252,0 1 0,0-1 1,0-1-1,0 1 0,0-1 0,0 0 1,0 0-1,0 0 0,0-1 0,0 0 0,-1 0 1,1 0-1,-1 0 0,1-1 0,-1 0 1,0 1-1,0-2 0,0 1 0,-1 0 1,1-1-1,-1 0 0,6-7 0,4-9-431,0 0 0,-1 0-1,14-37 1,-17 37 430,24-63 141,29-106 1,-53 151 9965,-18 51-7376,-12 19-1263,6 0-241,0 1 0,-18 65 0,29-82-683,1 0 1,0 0-1,1 0 1,1 0-1,0 0 1,1 0-1,1 1 1,5 30-1,-3-41-399,-1 0 0,0 0 0,1 0 1,0 0-1,1-1 0,-1 1 0,1-1 0,0 0 0,0 0 0,1-1 0,-1 1 0,1-1 1,0 0-1,0 0 0,1 0 0,-1-1 0,1 0 0,0 0 0,-1 0 0,1-1 1,1 0-1,-1 0 0,8 1 0,13 3-1457,0-1 1,0-2-1,1-1 0,28-1 0,10-1-5944,-4 0-1794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20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9957,'0'0'16151,"149"-7"-15015,-108 3-703,-1-1-273,-6 1-160,-7 1-721,-6 1-815,-8 2-993,-67 11-20442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20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4098,'0'0'17608,"122"30"-17048,-74-39-560,12-5-1136,1-2-2306,14-2-3489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21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267 624 14839,'0'0'15007,"-21"-8"-13612,-70-24-237,87 31-1143,0 0 1,-1 0-1,1 0 1,0 0-1,-1 1 1,1 0-1,-1-1 1,1 2-1,0-1 1,-1 1-1,1-1 1,-1 1-1,1 0 1,0 1-1,0-1 1,0 1-1,0 0 1,0 0-1,0 0 1,0 0-1,0 1 1,1-1 0,-6 6-1,4-3-15,0 1-1,0 0 1,1 0 0,0 0-1,0 1 1,0-1-1,1 1 1,0 0 0,0 0-1,-3 13 1,6-19 0,-1-1 0,1 1 0,-1 0 0,1 0 0,0 0 0,0 0 0,-1-1 0,1 1 0,0 0 0,0 0 0,0 0 0,0 0 0,0 0 0,0-1 0,0 1 0,0 0 0,0 0 0,0 0 0,1 0 0,-1 0 0,0-1 0,1 1 0,-1 0 0,0 0 0,1 0 0,-1-1 0,1 1 0,-1 0 0,1-1 0,0 1 0,-1 0 0,1-1 0,0 1 0,-1-1 0,1 1 0,0-1 0,0 1 0,-1-1 0,1 0 0,0 1 0,0-1 0,0 0 0,-1 0 0,1 1 0,0-1 0,0 0 0,0 0 0,0 0 0,0 0 0,1 0 0,2-1 0,1 0 0,0 0 0,-1 0 0,0-1 0,1 1 0,-1-1 0,0 0 0,0-1 0,6-3 0,33-30-185,-1-1-1,-2-3 1,69-86-1,-80 85-241,-1-1 1,-2-1-1,-2 0 0,-2-2 0,30-90 0,-48 124 487,-1-1-1,0 1 0,-1 0 1,1-21-1,-2-4 2811,-2 42-2855,-1 0 1,0 0-1,0 0 1,0 0-1,0 0 1,-1 0-1,0-1 0,-1 1 1,-4 6-1,-5 8-33,-6 18 18,1 1 0,2 0 0,2 1 0,2 1 0,-12 66 0,13-27 0,3 0 0,3 82 0,5-160-218,0 0-1,0 0 1,0 0-1,0 0 1,0 0-1,1 0 1,-1 0-1,1 0 1,-1 0-1,1 0 1,0 0-1,0 0 1,0 0-1,0-1 1,0 1-1,0 0 1,0-1-1,1 1 1,-1-1-1,1 1 1,-1-1-1,1 0 1,-1 0-1,1 1 1,0-1-1,0 0 1,-1-1-1,1 1 1,0 0-1,0 0 1,0-1-1,0 1 1,0-1-1,0 0 1,4 1-1,-2-1-522,0 0 0,0 0 0,0-1 0,0 1 0,0-1-1,0 0 1,0 0 0,0 0 0,0 0 0,0-1 0,0 0-1,-1 1 1,1-1 0,-1-1 0,1 1 0,4-5 0,18-17-9800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21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61 13862,'0'0'14204,"14"11"-13329,43 33-296,-54-43-593,0 1 0,-1 0-1,1-1 1,0 1 0,0-1 0,0 0-1,0 0 1,0 0 0,0-1-1,1 1 1,-1-1 0,0 0 0,0 1-1,0-1 1,0-1 0,1 1-1,-1 0 1,0-1 0,0 0 0,0 1-1,0-1 1,0-1 0,0 1-1,0 0 1,0-1 0,-1 1 0,1-1-1,0 0 1,-1 0 0,1 0 0,-1 0-1,0 0 1,0-1 0,0 1-1,0-1 1,3-3 0,-4 4-2,1 0 1,-1 0-1,0 0 1,0 1 0,0-1-1,0-1 1,0 1-1,0 0 1,0 0-1,-1 0 1,1 0-1,-1-1 1,0 1-1,1 0 1,-1 0 0,0-1-1,0 1 1,0 0-1,-1-1 1,1 1-1,-1 0 1,1 0-1,-1 0 1,0-1-1,1 1 1,-1 0-1,0 0 1,-1 0 0,1 0-1,0 0 1,0 1-1,-1-1 1,1 0-1,-1 1 1,0-1-1,1 1 1,-1-1-1,0 1 1,0 0-1,0-1 1,0 1 0,0 0-1,-4-1 1,-1 0 178,0 0 1,0 1 0,0 0-1,0 0 1,0 1 0,-1 0-1,1 0 1,0 0 0,0 1 0,0 0-1,0 1 1,0-1 0,-12 6-1,15-5-79,0 0-1,1 0 0,-1 0 0,1 0 0,0 1 1,0-1-1,-1 1 0,2 0 0,-1 0 1,0 0-1,1 0 0,-1 1 0,1-1 0,0 1 1,0-1-1,1 1 0,-1 0 0,1-1 0,-1 1 1,1 0-1,0 0 0,1 0 0,-1 0 1,1 0-1,0 8 0,-1-7-174,1 1 1,1-1-1,-1 1 1,1-1-1,0 0 0,0 1 1,0-1-1,1 0 1,0 0-1,0 0 0,3 6 1,-2-7-60,-1-1 1,1 0-1,0 0 1,0 0-1,1 0 1,-1-1-1,1 1 1,-1-1-1,1 0 1,0 0 0,-1 0-1,1-1 1,0 1-1,0-1 1,5 1-1,12 2-2563,-1-1-1,1 0 1,-1-2-1,25-1 1,-25-1-493,35 1-7420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22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488 28 13222,'0'0'13708,"-19"-5"-10496,3 0-2405,5 1-625,-1 1 0,1 0-1,-1 0 1,1 1 0,-1 1 0,0 0 0,0 0-1,0 1 1,-16 2 0,24 0-182,0 0 0,1 0 0,-1 0 0,1 0 0,-1 0 0,1 1 0,0-1 0,-1 1 0,1 0 0,1 0 0,-1 0 0,0 1 0,1-1 0,-3 5 0,4-7 0,0 0 0,0 0 0,0 1 0,1-1 0,-1 0 0,0 0 0,1 1 0,-1-1 0,1 1 0,-1-1 0,1 0 0,0 1 0,-1-1 0,1 1 0,0-1 0,0 1 0,0-1 0,0 1 0,0-1 0,0 1 0,1-1 0,-1 1 0,0-1 0,1 1 0,-1-1 0,1 0 0,0 1 0,-1-1 0,1 0 0,0 0 0,0 1 0,0-1 0,0 0 0,0 0 0,0 0 0,0 0 0,0 0 0,0 0 0,1 0 0,0 0 0,44 10-113,-41-11 62,0 1 1,0-1-1,-1 1 0,1 1 1,0-1-1,0 0 1,-1 1-1,1 0 0,-1 0 1,1 1-1,4 2 1,-8-1-25,1 1 0,0-1 0,-1 1 0,0 0 0,0-1 1,0 1-1,0 0 0,-1 0 0,0-1 0,0 1 0,0 0 0,-1 0 1,0 0-1,1-1 0,-2 1 0,1 0 0,-2 4 0,-9 9 226,0 0 0,-2-1 0,0 0 0,0-2 0,-2 1 0,-30 22 0,-2 6 481,-11 7-408,-24 26-89,74-68-133,1 0 1,0 1 0,1 0 0,0 1 0,0-1 0,-7 19 0,12-25-3,0 0 0,1 0 0,0 0 0,0 0 0,0 0 0,0 0 0,1 0 0,-1 0 0,1 5 0,0-8 0,1 0 0,-1 0 0,0 0 0,1 0 0,-1 0 0,1 0 0,-1 0 0,1 0 0,0 0 0,-1 0 0,1-1 0,0 1 0,0 0 0,-1 0 0,1 0 0,0-1 0,0 1 0,0-1 0,0 1 0,0-1 0,0 1 0,0-1 0,0 1 0,0-1 0,0 0 0,0 1 0,1-1 0,-1 0 0,0 0 0,0 0 0,0 0 0,0 0 0,0 0 0,2-1 0,12 0-212,0-1 1,-1-1-1,1 0 1,-1-1-1,0-1 1,0 0-1,0 0 1,-1-2-1,0 0 1,0 0-1,-1-1 1,17-14-1,10-10-1138,-1-2 0,45-51 0,-13 5-4716,-24 25-2686,-12 14-76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22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 7395,'0'0'22920,"-2"11"-20999,-3 13-1744,2 0 0,-1 29 0,10-52-177,-1 0 0,0 0 0,1-1 0,-1 1 0,1-1 0,9-2 0,-8 1-124,0 0 1,0-1-1,1 0 0,-1 0 0,-1-1 1,1 0-1,0 0 0,11-8 1,52-42-1815,-20 14 1209,-46 47 1239,-2-4-317,0 0-1,0 1 0,1-1 1,-1 0-1,1 0 0,0 0 1,0 0-1,0-1 0,0 1 1,1-1-1,-1 0 0,1 0 1,0 0-1,0 0 0,0-1 1,7 4-1,33-2-3142,-40-4 2163,0-1 0,-1 1 0,1-1 1,0 1-1,0-1 0,0 0 0,-1-1 0,1 1 1,4-3-1,14-16-10997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23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85 6643,'0'0'14132,"22"-2"-11029,7 0-2434,3 0 48,-1-1 0,37-9 0,-66 12-703,-1 0 1,1 0 0,0 0-1,-1 0 1,1-1 0,-1 1 0,1-1-1,-1 1 1,1-1 0,-1 0-1,1 1 1,-1-1 0,1 0 0,-1 0-1,0 0 1,0 0 0,1 0-1,-1-1 1,0 1 0,1-2 0,-2 2-2,0 0 0,-1 0 0,1 0 0,-1 0 0,1 1 0,-1-1 0,0 0 1,1 0-1,-1 0 0,0 1 0,1-1 0,-1 0 0,0 1 0,0-1 0,0 0 1,0 1-1,0-1 0,1 1 0,-1-1 0,0 1 0,0 0 0,-2-1 0,-71-20 545,56 17-88,0 1-1,0 1 1,0 1-1,-1 1 1,-18 1-1,35 0-426,-1 0 0,1 0 0,-1 0-1,1 0 1,-1 0 0,1 1 0,-1-1-1,1 1 1,0-1 0,0 1 0,0 0-1,0 0 1,0 0 0,0 0 0,1 0-1,-1 1 1,1-1 0,-1 0 0,1 1-1,0-1 1,0 1 0,0-1 0,0 1-1,0 0 1,1-1 0,-1 1 0,1 0 0,-1 3-1,0 3 64,0 0-1,1 1 1,-1-1-1,2 1 1,-1-1-1,1 1 1,3 11-1,-2-18-211,-1 0 1,1 0-1,0 0 0,0 0 1,0 0-1,0 0 0,0 0 0,1-1 1,-1 1-1,1-1 0,0 0 1,-1 1-1,1-1 0,0-1 1,0 1-1,1 0 0,-1-1 1,0 1-1,0-1 0,1 0 1,-1 0-1,1-1 0,-1 1 0,1-1 1,3 1-1,12 1-993,0-1 0,0-1 0,23-3-1,-28 1-374,-1-2-1,0 1 1,0-2-1,0 0 1,0 0-1,-1-1 0,0-1 1,0 0-1,-1 0 1,16-14-1,27-16 1407,3 10 9423,-56 26-9229,0 1 1,1 0-1,-1 0 1,0-1 0,0 1-1,0 0 1,0 0 0,0 0-1,0 0 1,0 1-1,1-1 1,-1 0 0,0 0-1,0 1 1,0-1 0,0 0-1,0 1 1,0-1-1,0 1 1,0-1 0,0 1-1,0 0 1,0-1 0,-1 1-1,1 0 1,1 1-1,19 32 4981,-19-31-4760,-1 1 0,1 0 0,0-1 0,0 1 0,0-1 0,0 0 0,1 0 1,-1 1-1,1-2 0,0 1 0,0 0 0,0-1 0,0 1 0,1-1 0,5 4 0,-5-5-347,-1 0 0,1 0 0,0 0 0,-1-1 0,1 1 0,0-1 0,-1 0 0,1 0 0,0 0 0,-1-1 0,1 1 0,0-1 0,-1 0 0,1 0 0,-1 0 0,1-1 0,-1 1 0,5-3 0,-2-1 0,1-1 0,-2 0 0,1 0 0,-1 0 0,0 0 0,0-1 0,5-9 0,-5 9 0,0-1 0,0 1 0,1 0 0,0 1 0,0 0 0,9-7 0,-14 15 0,-1 0 0,1-1 0,0 1 0,0 0 0,-1 0 0,1-1 0,-1 1 0,0 0 0,1 0 0,-1 0 0,0 0 0,0 0 0,0-1 0,0 1 0,-1 2 0,1-2-17,0-1 1,0 1-1,0 0 0,0-1 1,0 1-1,0 0 0,0-1 1,1 1-1,-1-1 1,0 1-1,1-1 0,0 1 1,-1-1-1,1 1 0,0-1 1,0 1-1,-1-1 0,1 0 1,0 1-1,0-1 0,1 0 1,-1 0-1,0 0 0,0 0 1,1 0-1,2 2 0,0-2-245,1 0-1,0 0 1,-1 0 0,1-1-1,0 0 1,-1 0-1,1 0 1,5-1-1,-9 1-275,1 0 0,-1-1 0,0 1 0,1 0 0,-1-1 0,0 1-1,1-1 1,-1 1 0,0-1 0,0 0 0,1 1 0,-1-1 0,0 0 0,0 0 0,0 0 0,0 0-1,0 0 1,0 0 0,0 0 0,-1 0 0,2-2 0,0 0-846,12-15-9602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23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2881,'0'0'24289,"18"2"-22576,26 5-773,1-3 1,51-2 0,-94-2-953,0-1 0,-1 1 0,1-1 0,0 1-1,0-1 1,0 0 0,-1 0 0,1 0 0,-1 0 0,1 0-1,0 0 1,-1 0 0,0-1 0,1 1 0,-1 0 0,0-1-1,0 1 1,1-1 0,-1 0 0,0 1 0,-1-1 0,1 0-1,0 1 1,0-1 0,-1 0 0,1 0 0,-1 0 0,0 0-1,1 0 1,-1 1 0,0-1 0,0 0 0,0 0 0,0 0-1,-1-2 1,1 0 12,0 0 0,0 1-1,-1-1 1,0 0-1,1 1 1,-1-1-1,0 1 1,-1-1 0,1 1-1,0 0 1,-1-1-1,0 1 1,0 0 0,0 0-1,0 0 1,0 0-1,-1 0 1,-3-3 0,0 3 38,1 0 1,-1 0 0,0 0-1,0 1 1,0 0 0,0 0-1,0 0 1,0 1 0,0 0-1,0 0 1,-1 0-1,1 1 1,0 0 0,-1 1-1,1-1 1,0 1 0,-1 0-1,1 1 1,0-1 0,-9 5-1,11-4-10,-1 0 0,1 1 0,0 0 0,0 0-1,0 0 1,0 0 0,0 1 0,1 0 0,-1-1 0,1 1-1,0 1 1,0-1 0,1 0 0,-1 1 0,1-1 0,0 1-1,0 0 1,0 0 0,1-1 0,0 1 0,0 0 0,0 0-1,1 1 1,-1 9 0,1-1-58,0-9-92,0 0 0,0 0 0,0 0 0,0 1 0,1-1 0,0 0 0,0 0 0,3 8 0,-3-11-14,1 0 0,0 0 0,0 0 0,0 0 0,0 0 0,0 0 0,0 0 0,0-1 0,1 1 0,-1-1 0,1 1 0,-1-1 0,1 0 1,-1 0-1,1 0 0,0 0 0,-1-1 0,1 1 0,4 0 0,12 1-3714,0 0 0,30-1 1,-36-1 1656,54 0-10424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2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0 16952,'0'0'2966,"-22"3"636,1-2-2469,7 0-447,0 0 0,0 0 0,0 2 0,0 0 0,0 0 0,0 1 0,1 1 0,-22 10 0,19-6-498,1 1-1,0 0 1,1 1-1,0 0 1,1 1-1,0 1 1,-13 16-1,19-20-155,1-1-1,0 1 1,1 0-1,-1 1 0,2-1 1,-1 1-1,2 0 1,-1 0-1,1 1 0,1-1 1,0 1-1,0-1 1,0 14-1,2-10-35,-1-4-54,1 0 1,1 0-1,0 0 0,0 1 0,4 14 1,-4-22-4,0 0 0,1-1 0,-1 1 0,1 0 0,-1-1 1,1 1-1,0-1 0,0 1 0,0-1 0,0 0 0,0 0 0,1 0 1,-1 0-1,1 0 0,-1-1 0,1 1 0,0-1 0,-1 1 0,1-1 0,0 0 1,0 0-1,5 1 0,48 4-5277,3-10-5227,-13-10-995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24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8260,'0'0'19195,"12"22"-17607,1-2-1133,-7-12-278,0 1 1,-1-1-1,0 1 1,0 1-1,-1-1 1,0 1-1,-1 0 1,0 0-1,0 0 1,-1 0-1,-1 0 1,0 0-1,0 11 1,1 39 130,0-26-177,-2 0 0,-6 51 0,5-76-125,-1-1-1,0 1 1,0 0-1,0-1 1,-1 0-1,-1 0 1,1 0-1,-1 0 1,-1 0-1,0-1 1,0 0-1,0 0 1,0 0-1,-12 10 1,16-16-74,0 0 1,0 0-1,0 0 1,0 0-1,0 0 1,0 0-1,0 0 0,0-1 1,0 1-1,0 0 1,0-1-1,-1 1 1,1-1-1,0 1 0,0-1 1,0 0-1,-1 0 1,1 1-1,0-1 1,-1 0-1,1 0 0,0 0 1,-1 0-1,1 0 1,0-1-1,0 1 1,-1 0-1,1 0 0,0-1 1,0 1-1,-1-1 1,1 1-1,0-1 1,0 0-1,0 0 0,0 1 1,0-1-1,0 0 1,0 0-1,0 0 1,0 0-1,0 0 0,1 0 1,-1 0-1,0 0 1,1 0-1,-1 0 1,1-1-1,-1 1 0,1 0 1,-1 0-1,1-1 1,0 1-1,0 0 1,-1 0-1,1-1 0,0-1 1,0-20-6184,0-1-3364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24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11621,'0'0'21146,"7"21"-21146,-7-17 0,0-2 0,0 3 0,0 2 0,0 0-2721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24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 14086,'0'0'17256,"-95"133"-15831,75-104-1425,-1 1 0,-6 8 0,-7 3 0,0-3-416,1-2-3394,-8-15-4322,-6-6-11189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39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6771,'0'0'11875,"0"2"-11632,0 0 1,0-1-1,0 1 1,-1-1 0,1 1-1,-1 0 1,1-1-1,-1 1 1,1-1-1,-1 1 1,0-1-1,0 1 1,-1 0-1,-79 38-1437,21-24-8280,33-13 2041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39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 8996,'0'0'15463,"-61"6"-15143,54-3-320,7-1-80,0 0-288,-7 5-816,-6-3-785,-1 5-288,-6 1-1249,-7-1-1232,-14 2-1681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39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4402,'0'0'17528,"-67"9"-14775,67-7-2753,0 0-48,0 3-1008,0 2-1729,6-1-1457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0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6211,'21'117'4770,"-15"-103"-528,1-1-176,0 3-1233,0 0-1232,0 2-433,-1-2-415,8 4-625,-7-2-128,-7 0 0,13 5-144,-6-3-753,0 7-799,0 0-1394,-1 5-1776,1-3-1697,0 5-1169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0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5587,'0'0'8067,"75"77"-8067,-62-64-48,8 5-1585,-8 3-1568,1 4-3058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0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8580,'0'0'10181,"7"120"-10005,-7-100-80,7 5-96,0 0-336,-1 2-1217,-6 0-2993,7 4-593,-7 1-767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0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1457,'0'0'18664,"13"75"-18072,1-60-239,0 1 63,-1 0-416,1 2-64,-1 0-609,1 0-1984,-8 5-2465,-6 2-1217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0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7587,'0'0'13105,"3"12"-12067,1 11-871,16 96 827,-13-35-6915,-7-4-5569,0-57 7627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1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3650,'0'0'17400,"14"61"-15544,-14-50-687,0-2-401,0 0-720,0 0-48,0 0-112,0 5-1008,0-1-1713,0 3-2098,0 2-2784,0 7-465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1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2497,'0'0'19257,"0"27"-18617,0-22-464,0 1-112,0 3-64,6 3-160,1 1-1072,7 5 383,-8 3-1968,1-1-2818,-7 2-383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2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1 7235,'0'0'22355,"1"0"-22331,4 0-16,-4 0-35,-27 2-569,1 0 584,0 2-1,0 1 1,-27 10 0,19-6 61,-53 8 0,74-16 184,0-1 0,0 0 1,0-1-1,0 0 0,0-1 0,-22-6 1,33 8 494,1-1-731,0 0-1,1 0 0,0 0 1,-1 0-1,1 0 1,0 1-1,-1-1 1,1 0-1,0 0 1,0 1-1,0-1 1,-1 1-1,1-1 1,0 1-1,0-1 1,0 1-1,0-1 1,0 1-1,0 0 1,0-1-1,0 1 0,0 0 1,0 0-1,0 0 1,0 0-1,0 0 1,2 0-1,-1 0-607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2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5859,'7'0'24640,"-7"8"-24535,0-4 9,1 0-1,-1-1 1,0 1 0,0 0 0,-1-1 0,1 1 0,-1 0 0,0-1-1,1 1 1,-2-1 0,1 1 0,0-1 0,-1 1 0,1-1 0,-1 0-1,0 0 1,0 0 0,-4 4 0,-129 136-114,147-153 0,-8 8 0,0 0 0,0 0 0,1 0 0,-1 1 0,1 0 0,-1-1 0,1 1 0,-1 1 0,1-1 0,7 1 0,9 1 0,0 2 0,35 7 0,-14-1 0,-21-2 0,-21-7-116,0 0 0,0 1 0,0-1 0,1 0 1,-1 1-1,0-1 0,0 0 0,0 1 0,0-1 0,0 0 0,-1 1 0,1-1 1,0 0-1,0 1 0,0-1 0,0 0 0,0 1 0,0-1 0,-1 0 0,1 1 0,0-1 1,0 0-1,0 0 0,-1 1 0,1-1 0,0 0 0,0 0 0,-1 0 0,1 1 1,0-1-1,0 0 0,-1 0 0,1 0 0,0 0 0,-1 1 0,1-1 0,0 0 1,-1 0-1,-13 9-8854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6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52 2113,'0'0'12144,"4"-8"-10327,14-24-467,-8 21 1324,-19 12 233,-6 1-2775,0 0 0,0 1-1,0 0 1,0 1 0,0 1-1,-21 9 1,-2 4 283,-43 26 1,70-36-355,0 0-1,0 0 1,1 1-1,0 0 1,1 1-1,0 0 1,-10 15-1,14-18-68,0 1-1,1-1 0,-1 1 0,2 1 0,-1-1 1,1 0-1,0 1 0,1 0 0,0-1 0,0 1 1,-1 14-1,4-22 5,-1 0 0,1 0 1,-1 0-1,0 0 0,1 0 0,0 0 1,-1 0-1,1 0 0,-1-1 0,1 1 1,0 0-1,0 0 0,0-1 0,-1 1 1,1 0-1,0-1 0,0 1 0,0-1 1,0 1-1,0-1 0,0 0 0,0 1 1,0-1-1,0 0 0,0 0 0,0 0 1,0 1-1,0-1 0,0 0 0,0 0 1,1-1-1,46 1-162,-33 0 142,30-2-7,-29 1-28,0 0 0,1 1-1,-1 1 1,0 0 0,30 7 0,-44-7 40,0 0 0,0 0 0,0 0 0,0 0 0,0 0 1,0 1-1,-1-1 0,1 1 0,0-1 0,-1 1 1,1 0-1,-1-1 0,0 1 0,0 0 0,1 0 1,-1 0-1,0 0 0,-1 0 0,1 0 0,0 0 0,-1 0 1,1 1-1,-1-1 0,1 0 0,-1 0 0,0 0 1,0 1-1,0-1 0,0 0 0,-2 4 0,2 1 66,-2 0 0,1 0-1,-1 0 1,0 0 0,-1-1 0,1 1-1,-1-1 1,-7 11 0,-169 199 2468,133-165-1543,42-47-869,0 0 0,0 0 1,0 1-1,1 0 0,-1 0 0,1 0 1,0 0-1,1 0 0,-1 0 1,1 1-1,0-1 0,0 1 0,-1 7 1,4-11-86,-1-1 0,1 0 1,0 0-1,-1 0 0,1 1 1,0-1-1,0 0 0,-1 0 1,1 0-1,0 0 0,0 0 1,0 0-1,0-1 0,1 1 1,-1 0-1,0 0 1,0-1-1,0 1 0,1-1 1,-1 1-1,0-1 0,0 0 1,1 1-1,-1-1 0,0 0 1,1 0-1,-1 0 0,0 0 1,1 0-1,0 0 0,54 0 706,-45 0-584,8-1-176,0 0 0,0-1-1,0-2 1,-1 0-1,1 0 1,-1-2 0,0 0-1,0-2 1,-1 1-1,25-17 1,23-23-5163,-10-8-6471,-27 23-327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6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12726,'0'0'14428,"7"18"-13102,4 7-872,-3-8-35,-1 0 1,0 1-1,6 29 0,-13-46-418,1 0 1,-1 0-1,0 0 0,1 0 0,-1 0 0,1 0 0,-1 0 0,1 0 0,-1 0 0,1 0 0,0 0 1,0 0-1,-1-1 0,1 1 0,0 0 0,0-1 0,0 1 0,0 0 0,0-1 0,0 1 0,0-1 1,0 0-1,0 1 0,0-1 0,0 0 0,0 1 0,0-1 0,0 0 0,0 0 0,0 0 0,0 0 1,0 0-1,1 0 0,-1 0 0,0-1 0,0 1 0,0 0 0,0-1 0,0 1 0,0 0 1,0-1-1,0 1 0,0-1 0,0 0 0,1 0 0,5-10-212,1-1-1,-1 0 1,6-15 0,19-32-355,-23 46 448,-7 9 121,0 1 1,-1 0-1,1 0 1,0 0-1,0 1 1,0-1-1,1 0 1,-1 1-1,1-1 1,-1 1-1,1 0 1,0 0-1,0 0 1,0 0-1,0 1 1,6-3-1,-7 8 87,0-1 0,-1 1 0,1 0 0,-1 0 0,1 0 0,-1 0 0,0 1 0,-1-1 0,1 0-1,-1 0 1,0 7 0,1-1 34,0-4-112,1 0-1,-1 0 1,1 0 0,0-1-1,1 1 1,-1-1-1,1 0 1,0 1 0,0-1-1,1-1 1,4 7-1,-7-10-36,1 0-1,-1 0 1,0 0-1,0 1 0,1-1 1,-1 0-1,1-1 1,-1 1-1,1 0 0,-1 0 1,1-1-1,0 1 1,-1-1-1,1 1 0,0-1 1,-1 0-1,1 1 1,0-1-1,0 0 0,-1 0 1,1 0-1,0-1 1,-1 1-1,1 0 0,0-1 1,-1 1-1,1-1 1,0 1-1,-1-1 0,1 0 1,-1 0-1,1 0 1,-1 0-1,1 0 0,-1 0 1,0 0-1,1 0 1,-1 0-1,0-1 0,0 1 1,0 0-1,0-1 1,1-1-1,17-30-89,-17 29 396,0 0 0,0 1 0,0-1 0,0 0 0,1 0 0,0 1 0,-1 0 0,1-1 0,6-4 0,-6 7-240,-1 0 0,0 0 1,0 1-1,1-1 0,-1 1 0,0-1 1,1 1-1,-1 0 0,0 0 0,1 0 1,-1 0-1,1 0 0,-1 1 0,3 0 1,5 0 3,53 1-5065,19 0-7605,-59-4 1937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10709,'0'0'7966,"-1"24"-4940,-4 158 1162,5-33-982,0 41-2153,0-63-6446,0-150-11081,0-10 10002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7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50 5074,'0'0'17798,"16"-10"-15843,48-29-370,-63 39-1546,-1-1 0,1 1 0,0 0 0,0 0 0,-1 0 0,1 0 0,0 0 0,0 0 0,-1 0 0,1 1-1,0-1 1,0 0 0,-1 0 0,1 0 0,0 1 0,-1-1 0,1 0 0,0 1 0,-1-1 0,1 1 0,-1-1 0,1 1 0,0-1 0,-1 1 0,1-1 0,-1 1 0,1-1-1,-1 1 1,0 0 0,1-1 0,-1 1 0,0 0 0,1-1 0,-1 1 0,0 0 0,0-1 0,0 1 0,1 0 0,-1 0 0,0-1 0,0 1 0,0 0 0,0 0 0,-1 1 0,2 43 1264,-2-34-979,1-4-130,0 0 0,-1 0 0,0 1 0,0-1 0,-1 0 0,0 0-1,0 0 1,-5 9 0,5-12-146,0-1 0,0 0 0,0 1 0,0-1 0,0 0 0,-1 0 0,0-1 0,1 1 0,-1-1 0,0 1 0,0-1 0,0 0 0,-1 0 0,1 0 0,0 0 0,-1-1 0,1 1 1,-7 1-1,8-3-176,1 1 1,0-1 0,-1 0 0,1 0 0,0 1 0,-1-1 0,1 0 0,-1 0-1,1 0 1,0 0 0,-1-1 0,1 1 0,0 0 0,-1 0 0,1-1 0,0 1 0,-1-1-1,1 0 1,0 1 0,0-1 0,-1 0 0,1 1 0,0-1 0,0 0 0,0 0-1,0 0 1,0 0 0,0 0 0,0 0 0,1 0 0,-1-1 0,-1-1 0,1 0-601,1 0 0,-1 0 0,1 0 0,-1 0 1,1 0-1,0 0 0,0 0 0,0 0 0,1 0 1,-1 1-1,1-1 0,-1 0 0,1 0 0,0 0 1,0 0-1,3-4 0,18-23-8015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7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14903,'0'0'7537,"-8"23"-3546,1-3-3191,-2 5 14,0 0 1,2 1-1,1 1 0,-2 28 0,-7 52 99,7-50-637,-3 82 0,11-137-284,-1-1 0,1 1 0,0-1 0,0 0 0,0 1 0,0-1 0,0 1 0,1-1 0,-1 1 0,0-1 0,1 1 0,-1-1 0,1 1 0,-1-1 0,1 0 0,0 0 0,-1 1 0,1-1 0,0 0 0,0 0 0,0 0 0,0 1 0,0-1 0,0 0 0,0 0 0,1-1 0,-1 1 0,0 0 0,0 0 0,1-1 0,-1 1 0,0 0 0,1-1 0,-1 0 0,1 1 0,-1-1 0,1 0 0,-1 0 0,1 1 0,-1-1 0,1 0 0,-1-1 0,0 1 0,1 0 0,-1 0 0,3-1 0,2-1-130,0 1 1,-1-1-1,1-1 1,-1 1-1,1-1 1,-1 0-1,0 0 1,0 0-1,0-1 1,5-5-1,3-3-1100,31-34-4309,-21 11-2088,-8 7-2980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7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6467,'0'0'19353,"128"-18"-18233,-94 18-928,-7 0-192,0 0-272,0 0-1473,1 0-2592,-1 0-4211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8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11429,'0'0'16248,"74"11"-15960,-60-11-240,-8 0-48,15 0-704,-15 0-1345,8 0-2001,6 0-12374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8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596 1 15975,'0'0'13302,"-135"140"-10884,94-75-1346,-6 7-1072,-1 10 0,1 1 0,-1-2 0,8-1 0,-1-1-1137,-6-5-2640,-1-6-2754,-6-5-7412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8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259 126 9092,'0'0'18865,"-18"25"-17342,-3 3-1072,-5 6 201,1 2 0,-27 54 0,21-35-344,-27 59 119,53-101-406,0 1-1,1-1 1,0 1 0,1 0 0,1 0-1,-1 27 1,2-38-21,1 0 0,0 0 0,0 0 0,0 0 0,0 0 0,0-1 0,1 1 0,0 0 0,-1 0 0,1 0 0,0-1 0,0 1 0,0 0 0,1-1 0,-1 1 0,1-1 0,-1 1 0,4 2 0,-2-3 0,0-1 0,1 1 0,-1-1 0,1 0 0,-1 0 0,1-1 0,-1 1 0,1-1 0,0 1 0,-1-1 0,1 0 0,0-1 0,-1 1 0,1 0 0,3-2 0,4 0 0,0-1 0,0 1 0,-1-2 0,1 0 0,-1 0 0,0-1 0,0 0 0,0-1 0,10-8 0,14-12 0,33-33 0,-32 27 0,-13 13 0,-1-2 0,0 0 0,-2-1 0,0-1 0,24-41 0,-35 50 0,-1-1 0,0-1 0,-1 1 0,-1-1 0,-1 0 0,0-1 0,0 1 0,-2 0 0,0-1 0,-1 0 0,-2-24 0,1 35 0,-1 0 0,0 0 0,0 0 0,-1 0 0,0 1 0,1-1 0,-2 1 0,1-1 0,-1 1 0,0 0 0,0 0 0,0 0 0,-1 0 0,1 1 0,-1-1 0,-1 1 0,1 0 0,0 0 0,-1 0 0,0 1 0,0 0 0,0 0 0,0 0 0,-7-2 0,1 0 0,-1 1 0,0 1 0,0 0 0,0 0 0,0 2 0,0-1 0,0 1 0,0 1 0,-1 0 0,1 1 0,-13 2 0,17 0-402,-1 0-1,1 0 1,0 0-1,-1 1 1,2 0 0,-1 1-1,0 0 1,1 0-1,0 1 1,0-1 0,1 2-1,-1-1 1,1 1-1,-10 14 1,6-6-1019,0 0-1,1 1 1,0-1-1,1 2 1,1-1-1,-7 28 1,6-7-7388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9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5234,'0'0'15357,"24"10"-11337,-10-5-3476,19 8 944,0 1 0,-1 1 1,41 27-1,-55-29-1088,0 1 0,-1 1 1,-1 0-1,15 19 0,-20-21-1302,-1 0-1,-1 1 0,10 20 1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9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32 608,'0'0'27888,"4"8"-26141,4 12-814,-4-9-668,0 0 0,1 0 1,0-1-1,1 1 0,12 17 0,-16-27-265,1 1 0,-1-1 0,1 0 0,-1 0 0,1 0 0,0 0 0,-1 0 0,1 0 0,0-1 0,0 1 0,-1-1 0,1 0 0,0 0 0,0 0 0,-1 0 0,1 0 0,0-1 0,0 1 0,5-2 0,1-1 0,1 0 0,0 0 0,0-1 0,8-5 0,7-4 0,-1-1 0,0-1 0,-1 0 0,41-39 0,-64 54 0,0 0 0,1 0 0,-1 0 0,0-1 0,1 1 0,-1 0 0,1 0 0,-1 0 0,0-1 0,1 1 0,-1 0 0,0 0 0,0-1 0,1 1 0,-1 0 0,0-1 0,0 1 0,1 0 0,-1-1 0,0 1 0,0 0 0,0-1 0,0 1 0,0-1 0,0 1 0,1 0 0,-1-1 0,0 1 0,0-1 0,0 1 0,0 0 0,0-1 0,0 1 0,0-1 0,-1 1 0,1 0 0,0-1 0,0 1 0,0 0 0,0-1 0,0 1 0,-1-1 0,1 1 0,0 0 0,0-1 0,-1 1 0,1 0 0,0 0 0,-1-1 0,0 1 0,1 0 0,-1 0 0,1 0 0,-1 0 0,0 1 0,1-1 0,-1 0 0,1 0 0,-1 1 0,0-1 0,1 0 0,-1 1 0,1-1 0,-1 0 0,1 1 0,-1-1 0,1 1 0,0-1 0,-1 1 0,1-1 0,0 1 0,-1-1 0,1 1 0,0-1 0,-1 1 0,1 0 0,0-1 0,0 1 0,0-1 0,-1 2 0,-1 9 0,0-4 0,0 0 0,1 0 0,0 0 0,0 0 0,0 8 0,1-14 0,0 1 0,1-1 0,-1 0 0,0 0 0,0 0 0,1 0 0,-1 0 0,0 0 0,1 1 0,-1-1 0,1 0 0,-1 0 0,1 0 0,0 0 0,0-1 0,-1 1 0,1 0 0,0 0 0,0 0 0,0-1 0,0 1 0,0 0 0,0-1 0,0 1 0,0-1 0,0 1 0,0-1 0,0 1 0,0-1 0,0 0 0,0 1 0,0-1 0,1 0 0,-1 0 0,0 0 0,0 0 0,2 0 0,42-2-3196,-40 1 2231,0 0-1,0 0 0,0 0 0,0 0 0,-1-1 0,1 0 1,0 0-1,-1 0 0,1 0 0,7-6 0,10-15-9369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49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84 10293,'0'0'16618,"-1"4"-15087,1-3-1456,0 0-1,0 0 1,-1 0-1,1 0 1,0 0-1,0 0 0,0 0 1,0 0-1,1 0 1,-1 0-1,0 0 1,0 0-1,0 0 0,1 0 1,-1 0-1,1 0 1,-1 0-1,1 0 1,-1 0-1,1 0 1,-1 0-1,1 0 0,0-1 1,0 1-1,-1 0 1,1 0-1,0-1 1,0 1-1,1 0 0,2 2 30,0-1 0,0 0 0,0 0 0,0-1 0,1 1 0,-1-1 0,9 2 0,-8-2-93,0 0 1,0 0 0,-1 0-1,1-1 1,0 0 0,0 0-1,0 0 1,0-1 0,0 0-1,0 0 1,0 0 0,-1 0-1,1-1 1,0 0 0,-1 0-1,8-4 1,-9 3-25,0-1 1,0 1-1,0-1 0,0 0 0,0 0 0,-1 0 0,1-1 1,-1 1-1,-1 0 0,1-1 0,0 0 0,-1 1 0,0-1 1,0 0-1,0-5 0,-1 8 20,0 0 0,0 0 0,-1 0 1,1 0-1,-1 0 0,1 0 0,-1 0 0,0 0 0,0 0 1,0 1-1,0-1 0,0 0 0,0 1 0,0-1 0,0 0 0,-1 1 1,1-1-1,-1 1 0,1 0 0,-1 0 0,0-1 0,1 1 1,-1 0-1,0 0 0,0 0 0,0 1 0,1-1 0,-1 0 0,0 1 1,0-1-1,0 1 0,0 0 0,0 0 0,0 0 0,0 0 1,0 0-1,-3 0 0,-2 0 33,-1 0 0,1 0 0,0 1 0,-1 0 0,1 0 0,0 1 0,0 0 0,0 0 0,0 1 0,0 0 0,0 0-1,-8 5 1,11-5-18,0 0 0,1 0-1,-1 0 1,1 0 0,0 0-1,0 1 1,0 0-1,0-1 1,1 1 0,0 0-1,-1 0 1,1 0-1,1 1 1,-1-1 0,1 0-1,-1 1 1,1-1 0,1 1-1,-1-1 1,1 1-1,-1 5 1,1-2-82,0 1-1,0-1 1,1 0-1,0 0 1,0 0 0,1 0-1,0 0 1,4 9-1,-4-14-15,-1 0 0,1 0 0,1 0 0,-1 0 0,0-1 0,1 1 0,-1-1 0,1 0 0,0 0 0,-1 0 0,1 0 0,0 0 0,0 0 0,1-1 0,-1 0 0,0 1 0,0-1 0,1 0 0,-1-1 0,1 1 0,-1-1 0,6 1 0,7 1-2554,-1-1-1,32-2 0,-42 0 1559,0 1 0,0-1 0,0 0 0,1-1 0,-1 0 0,0 1 0,7-5-1,16-16-9075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50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49 768,'0'0'25084,"1"-4"-22187,3-4-2153,-3 12 16,-1 31 635,2 28-276,-1-62-1119,-1 0 0,1 1 0,0-1 0,0 0 0,0 0 0,0 0 0,0 0 0,0 0 0,0 0 0,1 0 0,-1 0 0,0 0 0,0-1 0,1 1 0,-1 0 0,1-1 0,-1 1 0,0-1 0,1 1 0,-1-1 0,1 0 0,-1 0 0,1 0 0,-1 0 0,1 0 0,1 0 0,44-5 0,-30-1 0,0 0 0,-1-2 0,28-16 0,8-5 0,-23 16 0,-7 3 0,0 0 0,-1-2 0,25-17 0,-46 29 0,0 0 0,0 0 0,-1 0 0,1 0 0,0 0 0,0 0 0,0 0 0,0 0 0,0 0 0,0 0 0,0 0 0,0 0 0,-1 0 0,1 0 0,0 0 0,0 0 0,0 0 0,0 0 0,0 0 0,0 0 0,0 0 0,0 0 0,-1 0 0,1 0 0,0 0 0,0 0 0,0 0 0,0-1 0,0 1 0,0 0 0,0 0 0,0 0 0,0 0 0,0 0 0,0 0 0,0 0 0,0 0 0,0-1 0,0 1 0,0 0 0,0 0 0,0 0 0,0 0 0,0 0 0,0 0 0,0 0 0,0 0 0,0-1 0,0 1 0,0 0 0,0 0 0,0 0 0,0 0 0,0 0 0,0 0 0,0 0 0,0 0 0,0-1 0,0 1 0,0 0 0,0 0 0,0 0 0,0 0 0,1 0 0,-1 0 0,0 0 0,0 0 0,0 0 0,-9 1 0,5 2 0,1 1 0,0-1 0,1 1 0,-1 0 0,0 0 0,1 0 0,0 0 0,0 0 0,0 1 0,1-1 0,0 0 0,-1 1 0,1 5 0,-1-4 0,1 0 0,0 0 0,0 1 0,1-1 0,0 1 0,0-1 0,0 0 0,1 1 0,2 9 0,-2-16-54,-1 1 1,1 0-1,0 0 1,0 0-1,-1 0 1,1-1-1,0 1 0,0 0 1,0-1-1,0 1 1,0-1-1,0 1 1,0-1-1,0 1 1,0-1-1,0 0 0,0 1 1,0-1-1,0 0 1,0 0-1,0 0 1,1 0-1,-1 0 0,0 0 1,0 0-1,0 0 1,0-1-1,0 1 1,0 0-1,0-1 0,2 0 1,0 0-411,0 0 1,1 0-1,-1 0 1,0 0-1,0-1 1,-1 1-1,1-1 1,0 0-1,5-4 0,10-18-6939,-4-3-3479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3:50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9428,'0'0'18257,"1"13"-16384,5 43-318,-6-55-1519,0 0 0,1 0 0,-1 1 0,1-1 0,-1 0 0,1 0 0,-1 0 0,1 0 0,-1 1 0,1-1 0,0 0 0,0 0 0,0 0 0,-1 0 1,1-1-1,0 1 0,0 0 0,0 0 0,0 0 0,0-1 0,1 1 0,-1-1 0,0 1 0,0-1 0,0 1 0,1-1 0,1 1 0,32 0 560,-26-1-547,-3 0-49,1 1 0,-1-1 0,1-1 0,-1 1 0,1-1 0,-1 0 0,0 0 0,1-1 0,-1 0 0,0 0 0,0 0 0,0-1 0,0 0 0,-1 0 0,1 0 0,-1-1 0,0 0 0,0 0 0,0 0 0,0 0 0,-1-1 0,0 0 0,5-6 0,-3 2 0,1 0 0,-2 0 0,1 0 0,-1 0 0,-1-1 0,0 0 0,0 0 0,-1 0 0,0 0 0,0-1 0,-2 1 0,1-1 0,-1 0 0,-1-17 0,0 27 0,-1 0 0,1 0 0,0 1 0,-1-1 0,1 0 0,-1 0 0,0 1 0,1-1 0,-1 0 0,0 1 0,1-1 0,-1 0 0,0 1 0,1-1 0,-1 1 0,0-1 0,0 1 0,0 0 0,0-1 0,0 1 0,1 0 0,-1 0 0,0-1 0,0 1 0,0 0 0,0 0 0,0 0 0,0 0 0,0 0 0,0 0 0,-1 1 0,-34 3 0,28 0 0,1 0 0,0 1 0,-1-1 0,1 1 0,1 1 0,-1-1 0,1 1 0,-11 14 0,-39 58 0,47-62 0,0 0 0,-13 35 0,20-46 0,0 1 0,0-1 0,1 0 0,0 0 0,0 1 0,0-1 0,1 1 0,-1-1 0,1 1 0,1-1 0,-1 1 0,1-1 0,0 1 0,0-1 0,2 6 0,-1-9 0,-1 0 0,1 1 0,0-1 0,0 0 0,0-1 0,0 1 0,0 0 0,0 0 0,0-1 0,0 1 0,1-1 0,-1 0 0,1 0 0,-1 0 0,1 0 0,-1 0 0,1 0 0,-1-1 0,6 1 0,58 3 0,-53-4 0,11 0-307,0-1 1,0-1-1,-1-1 1,1-1-1,-1-1 0,0-1 1,0-1-1,0-1 1,-1-1-1,0-1 0,-1-1 1,32-21-1,-12 1-7520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59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8308,'0'0'13555,"-11"14"-12037,-36 47-416,42-51-899,0 0 0,1 0 0,0 1-1,1-1 1,0 1 0,0-1 0,1 1-1,1 0 1,-1 0 0,2 0 0,0 0-1,1 16 1,0 0-134,-1-26-188,1 1 0,-1 0 0,1-1 0,0 1 0,-1-1 0,1 1 0,0-1 0,0 0 0,0 1 0,0-1 0,0 0 0,0 0 0,1 1 0,-1-1 0,0 0 0,1 0 0,-1 0 0,0-1 0,1 1 0,-1 0-1,1 0 1,-1-1 0,1 1 0,0-1 0,-1 0 0,1 1 0,0-1 0,-1 0 0,1 0 0,3 0 0,0 1-1113,0-1-1,1 0 1,-1 0-1,1 0 1,-1 0-1,1-1 1,-1 0-1,0 0 1,8-3-1,14-15-7491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5:59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8788,'0'0'16239,"-9"19"-15155,3-8-911,-2 4 134,0 0-1,1 1 0,0 1 1,2-1-1,0 1 1,0 0-1,-3 33 1,8-48-293,-1 0 0,1 1 0,0-1 0,0 0 0,0 0 0,0 0 0,0 1 0,0-1 1,1 0-1,-1 0 0,1 0 0,0 0 0,-1 0 0,1 0 0,0 0 0,0 0 0,0 0 0,1 0 0,-1 0 0,0-1 1,1 1-1,-1 0 0,1-1 0,-1 1 0,1-1 0,0 0 0,0 1 0,0-1 0,-1 0 0,1 0 0,0 0 0,0 0 1,1-1-1,-1 1 0,0 0 0,0-1 0,0 0 0,0 1 0,0-1 0,1 0 0,-1 0 0,2-1 0,4 2-71,0 0 0,0-1 0,0 0 0,0 0 0,0-1 0,0 0 0,-1 0 0,16-5 0,-20 4 0,0 1 0,0-1 1,0 0-1,0 0 0,0 0 1,-1 0-1,1 0 1,-1-1-1,1 1 0,-1-1 1,0 0-1,0 1 0,0-1 1,0 0-1,-1 0 1,1 0-1,-1-1 0,0 1 1,0 0-1,0 0 0,0-1 1,0 1-1,0-6 1,0-4-54,1 0 0,-2-1 1,0 1-1,0 0 1,-1 0-1,-3-14 0,3 23 102,0 1 1,0-1-1,0 1 0,0 0 0,0 0 0,-1-1 0,0 1 0,1 0 1,-1 0-1,0 0 0,-1 1 0,1-1 0,0 0 0,-1 1 1,1 0-1,-1-1 0,0 1 0,0 0 0,0 0 0,0 1 0,0-1 1,0 1-1,-1-1 0,1 1 0,0 0 0,-1 0 0,-6 0 0,24 17-712,-1-13 720,0 0-1,0-1 1,1-1-1,-1 0 1,1-1-1,-1 0 1,1-1 0,-1 0-1,1-1 1,-1-1-1,22-7 1,-26 6 160,30-6 1310,-39 55 45,1-44-1518,-1 0 0,1 0 0,-1 0 0,1 0 0,-1 0-1,1 0 1,0 0 0,0 0 0,0 0 0,-1-1 0,1 1 0,0 0-1,0 0 1,0-1 0,0 1 0,0-1 0,0 1 0,1-1 0,-1 1 0,0-1-1,0 0 1,0 1 0,0-1 0,0 0 0,1 0 0,-1 0 0,0 0-1,0 0 1,2 0 0,48 0-259,-38-1 290,-1-5-109,-2 1 1536,-8 6-1426,-1 0-1,0 1 1,1-1 0,-1 0-1,0 1 1,0-1 0,0 1-1,0 0 1,0-1 0,0 1-1,-1 0 1,1-1 0,0 4-1,4 5-213,-4-8-107,1-1 0,-1 0 0,1 1 0,0-1 0,-1 0 0,1 1 0,0-1 0,0 0-1,0-1 1,0 1 0,0 0 0,0 0 0,0-1 0,1 0 0,-1 1 0,4-1 0,-3 0-741,1 0-1,-1 0 1,1 0 0,-1-1 0,0 0-1,0 1 1,1-1 0,-1 0 0,0-1-1,0 1 1,0-1 0,0 1 0,0-1 0,0 0-1,-1 0 1,5-4 0,8-13-4855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00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2145,'0'0'17520,"3"-3"-14876,-1 1-2554,15-9 4275,-17 11-4230,1 1 1,0-1-1,0 0 1,-1 1-1,1-1 0,0 1 1,-1-1-1,1 1 1,0-1-1,-1 1 0,1-1 1,-1 1-1,1-1 1,-1 1-1,1 0 0,-1-1 1,0 1-1,1 0 1,-1-1-1,0 1 0,1 0 1,-1 0-1,0-1 1,0 1-1,1 0 0,-1 0 1,0 1-1,0 0-90,1-1-1,-1 1 1,1 0-1,0 0 0,-1-1 1,1 1-1,0-1 1,0 1-1,0 0 1,0-1-1,1 0 0,-1 1 1,0-1-1,1 0 1,-1 0-1,0 1 1,1-1-1,-1 0 0,1-1 1,0 1-1,-1 0 1,4 1-1,-2-2-149,1 1 0,-1-1 0,0 0 0,1 0 0,-1 0 0,1 0 0,-1-1 0,0 1 0,1-1 0,-1 0 0,5-2 0,6-3-541,0 0 0,-1-1 0,0-1 0,13-10 0,-21 15 527,31-25-479,-34 27 642,-1-1 1,1 1-1,0-1 1,-1 0-1,1 0 1,-1 1-1,1-1 1,-1 0-1,0 0 1,0 0-1,0-1 1,0 1-1,-1 0 1,1 0-1,0-5 2951,-1 50-1300,0-40-1826,0 0 0,0 0 0,0 0 0,0 0 0,0 0 0,1 0 0,-1-1 0,1 1 0,0 0 0,0 0 0,0 0 0,2 3 0,-1-4-425,-1-1 0,1 0 0,0 0-1,0 0 1,-1 0 0,1 0 0,0 0 0,0-1 0,0 1-1,0 0 1,0-1 0,0 0 0,0 1 0,0-1 0,0 0-1,0 0 1,0 0 0,3-1 0,9 1-7824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00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15223,'0'0'7889,"-7"22"-4005,-4 15-2813,2 1 0,2-1 0,1 2 0,-1 40 0,5-43-868,1-17-160,0 1 1,2-1 0,0 1-1,4 22 1,-5-39-44,1 0 0,0 0-1,0 1 1,0-1 0,0 0 0,0 0 0,0 0 0,1 0-1,-1 0 1,1 0 0,0-1 0,0 1 0,0 0 0,1-1 0,-1 0-1,0 1 1,1-1 0,-1 0 0,1 0 0,0-1 0,0 1-1,0 0 1,0-1 0,0 0 0,0 0 0,0 0 0,0 0-1,0 0 1,1 0 0,4 0 0,1-1-506,-1 0 0,0-1 0,0 1 0,0-1 0,0-1 0,0 0 0,8-2 0,-8 0-757,0 1-1,0-1 1,0-1-1,-1 1 1,0-1-1,0-1 0,0 1 1,-1-1-1,1 0 1,8-12-1,13-21-12964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00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16343,'0'0'9301,"156"-25"-9013,-68-4-288,0 0-192,-7 4-2754,-20 2-5890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01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144 437 5378,'0'0'20346,"8"15"-18543,4 10-1148,-1 1 0,-2 1 0,0 0 0,-2 0 0,-1 0 0,-1 1 0,3 46 0,-2 286-655,-6-358 0,2 30 0,-2-30 0,0-1 0,0 1 0,0-1 0,1 0 0,-1 1 0,0-1 0,1 0 0,-1 1 0,1-1 0,-1 0 0,1 1 0,0-1 0,-1 0 0,1 0 0,0 0 0,0 0 0,0 0 0,0 0 0,0 0 0,1 1 0,4-1 0,-2-2 0,0 0 0,1 0 0,-1 0 0,0 0 0,0 0 0,0-1 0,0 0 0,0 0 0,0 0 0,0 0 0,-1-1 0,1 0 0,-1 1 0,0-1 0,5-5 0,14-10 0,-19 15 0,396-243 0,-344 217 0,3 2 0,0 3 0,1 2 0,1 3 0,85-16 0,-74 33 0,-46 3 0,-36-1 0,8 0 0,1-1 0,-1 0 0,0 0 0,1 0 0,-1 0 0,0 0 0,1-1 0,0 1 0,-1-1 0,1 0 0,0 1 0,0-1 0,0 0 0,0 0 0,0 0 0,0-1 0,1 1 0,-1 0 0,-1-4 0,-24-48 0,3-19 0,4-1 0,-17-128 0,35 191 0,-6-36 0,0 3 0,-4-84 0,12 128 0,0-1 0,0 1 0,0 0 0,0-1 0,0 1 0,0 0 0,0-1 0,-1 1 0,1 0 0,0 0 0,0-1 0,0 1 0,0 0 0,-1-1 0,1 1 0,0 0 0,0 0 0,-1-1 0,1 1 0,0 0 0,0 0 0,-1 0 0,1 0 0,0-1 0,0 1 0,-1 0 0,1 0 0,0 0 0,-1 0 0,1 0 0,0 0 0,-1 0 0,1 0 0,0 0 0,-1 0 0,1 0 0,0 0 0,-1 0 0,1 0 0,0 0 0,-1 0 0,1 0 0,0 0 0,-1 0 0,1 0 0,0 1 0,0-1 0,-1 0 0,1 0 0,0 0 0,0 0 0,-1 1 0,1-1 0,-1 1 0,-12 7 0,-32 22 0,-2-2 0,-1-2 0,-82 31 0,32-14 0,17-7 0,2 3 0,2 4 0,-124 91 0,190-125-265,-1 0 0,0-1 0,0-1 0,-1 0 0,0-1 0,0 0 0,-1-1 0,1 0 0,-1-1 0,0-1 0,0 0 0,-1-1 0,1 0 0,-18-1 0,16-3-2559,15 1 2462,1 1-1,-1-1 1,1 1 0,-1-1-1,1 1 1,0-1 0,-1 1-1,1-1 1,-1 1-1,1-1 1,0 0 0,0 1-1,-1-1 1,1 0 0,0 1-1,0-1 1,0 0 0,0 0-1,0 1 1,0-1-1,0 0 1,0 1 0,0-1-1,0 0 1,0 1 0,0-1-1,1 0 1,-1 1 0,0-1-1,1-1 1,5-13-8034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02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17 2721,'0'0'11120,"5"-4"-8935,14-6 544,-18 10-2560,-1 0 0,0 1 1,0-1-1,0 0 0,1 1 0,-1-1 0,0 0 0,0 0 1,0 1-1,0-1 0,1 0 0,-1 1 0,0-1 0,0 0 1,0 1-1,0-1 0,0 0 0,0 1 0,0-1 0,0 0 1,0 1-1,0-1 0,0 0 0,0 1 0,0-1 0,0 0 1,-1 1-1,1-1 0,0 0 0,0 1 0,0-1 0,0 0 0,-1 1 1,-13 28 5900,1-7-5265,8-12-1832,1-4 1125,0 0-1,1 0 0,0 0 1,0 0-1,1 1 1,0 0-1,0-1 0,0 1 1,1 0-1,0 0 0,0-1 1,1 1-1,0 0 1,0 0-1,2 10 0,-1-16-102,0 0 1,0-1-1,0 1 0,0 0 0,0 0 1,0-1-1,0 1 0,0 0 0,1-1 1,-1 1-1,0-1 0,0 0 0,1 1 0,-1-1 1,0 0-1,0 0 0,1 0 0,-1 0 1,3 0-1,36-1-148,-25 0 92,-5 1-15,1 0 1,-1-2-1,0 1 1,0-1-1,1 0 0,-1-1 1,-1-1-1,1 1 1,0-1-1,9-7 1,-14 9 23,-1-1 0,0 0 0,0 0 0,0 0 0,0-1 0,0 0 0,-1 1-1,1-1 1,-1 0 0,0-1 0,0 1 0,-1 0 0,1-1 0,-1 0 0,0 1 0,-1-1 0,1 0 0,-1 0 0,0 0 0,0 0 0,0 0 0,0-8 0,-1 11 69,0-1 1,0 1-1,0-1 0,0 1 0,0-1 1,-1 1-1,1-1 0,-1 1 0,0 0 1,0-1-1,0 1 0,0 0 0,0 0 0,0-1 1,0 1-1,-1 0 0,-2-2 0,2 2 57,-1 0 0,0 0-1,-1 0 1,1 1 0,0-1-1,0 1 1,0 0-1,-1 0 1,1 0 0,-1 1-1,1-1 1,-5 1-1,-52-1 931,59 19-2152,2-7-4198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41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1646 66 1809,'0'0'5504,"2"-7"-4120,0 3-777,5-25-31,-4 4 7371,-21 26-7634,1 0 0,0 1 0,0 1 0,0 1 0,-27 9 0,-81 40 679,39-15-343,-1-3 3,2 2-1,-134 83 1,-118 106 741,308-205-1283,1 2 1,1 0-1,2 2 1,0 1-1,2 1 0,0 1 1,-23 40-1,-9 5 161,38-53-207,2 0 1,-1 2-1,2-1 1,1 2 0,1 0-1,-14 37 1,-17 48 397,30-81-283,2 1 1,0 0-1,-6 32 0,-26 101 223,28-119-138,3 1 0,2 1-1,1 0 1,-4 78 0,13 239 1609,1-330-1661,1 0 1,2 0 0,1 0-1,1 0 1,16 45-1,79 222 207,-60-182-419,-27-81 0,12 33 0,42 78 0,-53-115 0,-1 1 0,13 45 0,-15-40 0,22 47 0,3-12 0,3-2 0,3-2 0,62 73 0,-31-45 0,56 63 0,-103-133 0,1-2 0,2 0 0,0-2 0,2-1 0,0-2 0,58 26 0,-9-1 0,-55-28 0,0-2 0,53 20 0,-28-20 0,2-2 0,-1-2 0,1-3 0,0-2 0,84-3 0,-105-2 0,218-7 0,-205 4 0,0-3 0,-1-2 0,69-21 0,19-14 0,255-94 0,-310 99 0,-1-3 0,84-60 0,35-21 0,-50 35 0,-4-6 0,231-200 0,-335 255 0,-1-2 0,-2-1 0,-2-2 0,30-53 0,-41 63 0,-7 11 0,-1-1 0,-1 0 0,-2-1 0,0 0 0,-1-1 0,-2 0 0,0 0 0,-2-1 0,-1 0 0,-1 1 0,-1-2 0,-2-35 0,0-380 0,-1 424 0,-1 0 0,-1 1 0,-1-1 0,-1 1 0,0-1 0,-10-20 0,7 18 0,1 0 0,1-1 0,-6-35 0,-9-116 0,17 156 0,0 0 0,-2 1 0,0 0 0,0 0 0,-2 0 0,-9-14 0,-19-40 0,19 25 0,-2 1 0,-2 1 0,-1 1 0,-47-62 0,55 83 0,0-1 0,1 0 0,1-1 0,-14-37 0,14 30 0,-2 1 0,-17-27 0,4 14 0,6 8 0,-41-49 0,16 28 0,2-1 0,-42-68 0,73 105 0,-2 1 0,0 1 0,-1 0 0,0 1 0,-1 0 0,-1 2 0,-36-22 0,-11-10 0,36 25 0,0 2 0,-2 1 0,0 1 0,-1 1 0,-53-16 0,-42-20 0,-25-7 0,96 46 0,0 1 0,-1 4 0,-97-1 0,-1-1 0,-77-9 0,-110 9 0,318 9 0,-3-4 57,23 2-86,1 1 0,-1 0 0,0 1-1,0-1 1,0 1 0,0 0 0,0 0-1,0 0 1,0 0 0,0 1 0,-6 1 0,10-1-542,-1 1 1,1 0 0,0 0 0,0-1 0,0 1 0,0 0 0,0 0 0,0-1-1,0 1 1,1 0 0,-1 0 0,1-1 0,-1 1 0,1 0 0,0-1-1,-1 1 1,1-1 0,0 1 0,2 2 0,15 9-11985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59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7732,'0'0'14427,"0"0"-14381,0 0 0,0 0-1,0 0 1,0 0-1,0 0 1,0 1 0,0-1-1,0 0 1,0 0-1,0 0 1,0 0 0,1 1-1,-1-1 1,0 0-1,0 0 1,0 0 0,0 0-1,-1 1 1,1-1-1,0 0 1,0 0 0,0 0-1,0 0 1,0 1-1,0-1 1,0 0 0,0 0-1,0 0 1,0 0-1,0 1 1,0-1 0,-1 0-1,1 0 1,0 0-1,0 0 1,0 0 0,0 0-1,0 0 1,0 1-1,-1-1 1,1 0 0,0 0-1,0 0 1,0 0-1,0 0 1,-1 0 0,1 0-1,0 0 1,0 0-1,0 0 1,-1 0-1,1 0 1,0 0 0,0 0-1,0 0 1,0 0-1,-1 0 1,1 0 0,0 0-1,0 0 1,0 0-1,0 0 1,-1 0 0,1-1-1,0 1 1,17 76 2433,12 80 442,18 208-1227,-41-312-1574,2 28-2761,-8-106-12249,0-6 7273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1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86 507 1313,'0'0'8073,"-2"-4"-7444,-1 2-305,0 0-1,0 0 1,0 0 0,0 1-1,0-1 1,0 1-1,-1-1 1,1 1 0,0 0-1,-1 0 1,1 1-1,-1-1 1,0 1 0,1-1-1,-1 1 1,1 1-1,-1-1 1,-6 1 0,-3-1 149,61 1 997,1-2 0,83-14 0,774-134-232,-31 65-5,-300 36-831,838-73 914,-1160 101-1322,1002-17 255,-695 31-180,348 1 320,-719 5 1009,-188 1-1199,0 0 0,0 0 0,-1 0 0,1 0-1,0 0 1,-1 0 0,1 0 0,-1 1 0,1-1 0,-1 0 0,0 0-1,1 0 1,-1 1 0,0-1 0,0 0 0,0 0 0,0 1 0,0-1-1,0 0 1,-1 2 0,1 40-725,0-33 934,-6 128-42,0 25 292,6-137-588,2 0 0,1-1 0,0 1 0,9 26 0,61 234-70,-61-240 0,-8-33 0,-1-1 0,0 0 0,-1 1 0,1 23 0,4 11 0,-55-56 0,-266 5 0,173 6 0,-187-2 0,-1171 11 0,3 80 0,935-20 0,52-5 0,-238 8 0,228-10 0,240-26 0,236-33 0,-322 34 0,351-37 0,-38 2 0,26-2-1513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2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2881,'0'0'8143,"4"-9"-6612,1-2-346,4-12-1151,-7 11 4378,-2-3 4361,9 19-6075,-9-3-2670,1-1 0,-1 0-1,0 1 1,0-1 0,0 0 0,1 1-1,-1-1 1,0 0 0,0 1 0,1-1 0,-1 0-1,0 0 1,0 1 0,1-1 0,-1 0-1,0 0 1,1 0 0,-1 0 0,0 1-1,1-1 1,-1 0 0,0 0 0,1 0-1,-1 0 1,1 0 0,-1 0 0,0 0 0,1 0-1,-1 0 1,0 0 0,1 0 0,-1 0-1,1 0 1,-1 0 0,1-1 0,-1-16-367,1 9 408,-1-1-1,0 1 1,-1-1-1,0 1 1,0-1 0,-3-9-1,2 11 38,-2-3 596,2 26-363,2-9-326,-1 64 189,3-1 0,3 0 1,16 80-1,45 238-202,-58-336 0,-6-5 0,-2-38 0,0 1 0,1-1 0,0 1 0,4 15 0,-4-22-406,1 0 0,0 0 0,0-1 0,1 1-1,-1 0 1,0-1 0,1 1 0,-1-1 0,1 0 0,0 0 0,0 0 0,0 0 0,6 2-1,2 3-2137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2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117 190 5939,'0'0'11426,"2"-7"-9478,1-1-1258,-1 5-353,-1 1-1,0-1 0,0 0 0,0 1 0,-1-1 1,1 0-1,-1 0 0,1 0 0,-1-4 1580,-3 7-678,-2-1-1103,0 1 1,0 0 0,0 1 0,0-1-1,0 1 1,1 0 0,-1 0-1,0 1 1,0-1 0,1 1 0,-1 0-1,1 1 1,0-1 0,0 1-1,-1-1 1,2 1 0,-1 0 0,0 1-1,1-1 1,-1 1 0,1-1-1,0 1 1,0 0 0,0 0 0,1 1-1,-1-1 1,1 0 0,0 1-1,1 0 1,-3 6 0,3-6-137,-1 0 0,1 0 1,0 0-1,0 0 0,0 1 0,1-1 0,0 0 1,0 0-1,0 1 0,1-1 0,0 6 1,0-9-12,0 0 1,0 0 0,1 0 0,-1 0 0,0 0-1,1-1 1,-1 1 0,1 0 0,-1-1-1,1 1 1,0-1 0,0 1 0,0-1 0,0 0-1,0 0 1,0 0 0,0 0 0,0 0 0,0 0-1,0 0 1,0-1 0,1 1 0,-1-1-1,0 0 1,0 0 0,5 0 0,1 1-29,0 0 1,0-1 0,0 0 0,0-1-1,0 0 1,0 0 0,0-1-1,0 0 1,-1 0 0,1-1-1,0 1 1,9-7 0,-13 6 23,0 1 1,0-1-1,-1-1 0,1 1 1,-1-1-1,0 1 1,0-1-1,0 0 0,0 0 1,-1 0-1,0 0 1,1-1-1,-2 1 0,1-1 1,0 1-1,-1-1 1,0 1-1,0-1 0,0 0 1,-1 0-1,0 0 1,0-7-1,1-24 37,-4-49 145,2 78-186,0 0-1,-1 0 1,0 0-1,0 0 0,0 1 1,-1-1-1,0 0 1,-1 1-1,-6-10 0,8 14-880,29-5-22041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3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4130,'0'0'7851,"0"-13"-7021,0-34-234,0 13 8111,1 50-7623,0-1-1,0 1 1,2 0-1,0 0 1,0-1-1,11 29 1,10 19-422,75 177 1744,-70-182-2406,-3 1 0,-2 2 0,-3 0 0,-3 1 0,19 124 0,-22-102 0,-15-83 14,0-1-25,-1 1-1,1-1 1,0 1 0,0-1 0,0 1 0,0-1 0,0 1-1,0 0 1,0-1 0,0 1 0,0-1 0,1 1 0,-1-1-1,0 1 1,0-1 0,0 1 0,1-1 0,-1 0 0,0 1-1,0-1 1,1 1 0,-1-1 0,0 1 0,1-1 0,-1 0-1,0 1 1,1-1 0,-1 0 0,1 1 0,-1-1 0,1 0-1,-1 0 1,1 0 0,-1 1 0,1-1 0,-1 0 0,1 0-1,-1 0 1,1 0 0,-1 0 0,1 0 0,-1 0 0,1 0-1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3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2113,'0'0'19638,"-1"5"-17370,1 5-1540,0 1-1,1-1 1,0 0 0,1 0 0,0 0-1,0 0 1,1 0 0,4 10 0,9 38 1470,-13-46-2523,0 1 0,0-2 1,11 23-1,-14-33 23,1-1 1,-1 1 0,1 0-1,-1-1 1,1 1 0,-1-1-1,1 1 1,0-1 0,-1 0-1,1 1 1,-1-1-1,1 0 1,0 1 0,0-1-1,-1 0 1,1 0 0,0 0-1,-1 1 1,1-1 0,0 0-1,0 0 1,-1 0 0,1 0-1,1-1 1,-1 1-84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4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1 256,'5'1'27643,"-3"0"-27700,-2 30 271,14 174 3374,-3-108-3309,3 0 1,4-1-1,43 127 1,-52-190-275,45 229-5,-19-68 0,-32-184 0,-2-4 0,-1-1 0,2 0 0,-1 0 0,1 0 0,0 0 0,0 0 0,5 9 0,-5-12 0,2-2-312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4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1521,'0'-1'29281,"6"-3"-28599,7 1-679,0 0 0,0 1 0,0 0 0,0 1 0,17 1 0,-29 1-10,0 0 0,0 0 0,0 0 0,-1 0 0,1 0 0,0 0 0,-1 0 0,1 0 0,-1 1 0,0-1 0,1 0 0,-1 0 0,0 0 0,1 1 0,-1-1 0,0 0 0,0 0 0,0 1 0,0-1 0,0 0 0,-1 2 0,-2 33 25,0-30 72,0 0-1,0 0 0,0 0 0,-1 0 1,-8 9-1,9-12-27,0 1-1,0-1 1,0 1 0,1 0 0,-1 0 0,1 0-1,0 0 1,0 1 0,0-1 0,1 0 0,-1 1-1,1-1 1,-1 10 0,37-12-62,-29-2-25,5 1-736,0-2 0,0 1 0,0-1 1,19-5-1,-26 5 399,-1 0 0,0 0 1,0-1-1,0 0 1,0 1-1,0-1 0,0 0 1,0 0-1,-1 0 0,1-1 1,-1 1-1,1-1 0,-1 1 1,0-1-1,0 0 0,0 0 1,0 0-1,-1 0 0,1 0 1,0-4-1,6-23-10144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5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5074,'0'0'12307,"4"-4"-10879,3-4-1547,8-3 6303,-14 11-6037,0 1-1,-1 0 0,1 0 0,0 0 0,0 0 1,-1-1-1,1 1 0,0 0 0,-1 0 0,1 0 1,-1 1-1,0-1 0,1 0 0,-1 0 0,0 0 1,0 0-1,1 0 0,-1 0 0,0 0 0,0 1 1,0-1-1,-1 1 0,30 174 2086,53 174 0,-71-307-2166,48 162-66,-29-114 0,-5 2 0,22 156 0,-48-213 0,1-31 0,-1 0 0,1 0 0,0 0 0,0 0 0,1 0 0,-1 0 0,1 0 0,0 0 0,0 0 0,3 7 0,-1-9 0,1-3-160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6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9556,'0'0'13500,"6"-1"-11926,137-5 3740,-142 6-5307,0 1-1,0 0 1,0-1-1,0 1 1,0 0-1,0-1 1,0 1-1,0 0 1,0 0-1,-1 0 1,1 0-1,0 0 1,-1 0-1,1 0 1,0 0-1,-1 0 1,0 0-1,1 0 1,-1 0-1,0 1 1,1-1-1,-1 0 1,0 0-1,0 0 1,0 0-1,0 1 1,0-1-1,0 0 1,0 0-1,-1 2 1,1 0 32,0 0 1,0 1-1,0-1 0,-1 0 1,1 0-1,-1 0 1,0 0-1,0 0 1,0 0-1,0 0 1,-3 5-1,-7 4 71,-24 30 135,35-41-273,0 0 1,0 0-1,1 0 0,-1-1 0,1 1 0,-1 0 1,1 0-1,-1 0 0,1-1 0,0 1 0,-1 0 1,1-1-1,0 1 0,-1-1 0,1 1 0,0 0 1,0-1-1,-1 0 0,1 1 0,0-1 0,0 1 1,0-1-1,0 0 0,1 1 0,42 17-1254,-10-3 615,-30-13 715,0 0 0,0 0 0,0 0 0,0 1-1,-1-1 1,0 1 0,1 0 0,-1 0 0,0 1 0,0-1-1,-1 0 1,1 1 0,-1 0 0,1-1 0,-1 1 0,-1 0-1,1 0 1,0 1 0,-1-1 0,0 0 0,0 0 0,0 1-1,-1-1 1,1 0 0,-1 1 0,0-1 0,-1 7 0,0-8 52,-1-1 1,0 1-1,0 0 1,0-1 0,0 0-1,0 1 1,-1-1-1,1 0 1,-1 0 0,1-1-1,-1 1 1,0 0-1,0-1 1,0 0 0,0 0-1,0 1 1,-5 0-1,-56 14 1187,10-9-1591,54-7-20,-1 0 0,1-1 0,-1 1 0,1 0 0,0 0 0,-1 0 0,1-1 0,-1 1 0,1 0 0,-3-5-3564,3 5 3564,-1-1 0,1 1 0,0-1 0,0 1 0,0-1 0,0 1 0,0 0 0,0-1 0,0 1 0,0-1 0,0 1 0,0-2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6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3217,'0'0'12347,"-1"10"-9769,-2 42 142,2 0-1,2 0 1,17 101 0,15 114-1335,-20-143-204,49 212-1,-57-317-1180,20 71 0,39 93 0,-59-172 0,0 1 0,-1 0 0,-1 0 0,1 1 0,-2-1 0,0 1 0,1 20 0,-45-35-1892,33 2-783,-21 1-11511,16 2 3502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7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7299,'2'2'20487,"-2"-2"-20413,1 1-1,-1-1 0,0 1 0,1-1 1,-1 1-1,0-1 0,0 1 0,1-1 1,-1 1-1,0-1 0,0 1 0,0-1 1,0 1-1,1 0 0,-1-1 0,0 1 1,0-1-1,0 1 0,0 0 0,0-1 1,-1 1-1,1-1 0,0 1 0,0-1 1,0 2-1,-7 10 239,-1-1 1,0 1-1,-10 11 1,13-18-199,0 1 0,0 0 0,0 0 0,1 0 0,0 0 1,0 1-1,1 0 0,0 0 0,0 0 0,0 0 0,1 0 0,0 1 1,1-1-1,-1 0 0,1 9 0,1-14-114,1-1 0,-1 1 0,1-1 0,0 0 0,-1 1 0,1-1 0,0 0 0,0 1 0,0-1 0,0 0 0,0 0 0,0 0 0,0 0 0,0 0 0,0 0 0,1 0 0,-1 0 0,0 0 0,1 0 0,-1-1 0,0 1 0,1 0 0,-1-1 0,1 0 0,-1 1 0,1-1 0,-1 0 0,1 0 0,-1 0 0,1 0 0,2 0 0,65 1 0,-48-2 0,-8 1-31,-4 1-89,1-1 0,0 0-1,-1 0 1,1-1-1,-1 0 1,1-1 0,-1 0-1,0-1 1,0 0-1,0 0 1,11-6 0,-15 7-594,1-1-3880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7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7043,'0'0'21922,"-2"12"-19158,-9 220-2236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4434,'0'0'14804,"-2"3"-12755,-27 35 2099,23-33-3818,1 1 0,-1 0 0,2 0 0,-1 1 1,1-1-1,0 1 0,0 0 0,1 0 1,0 1-1,0-1 0,0 1 0,1-1 0,1 1 1,-1 0-1,0 10 0,3-16-353,-1 0 1,1-1-1,-1 1 1,1 0-1,0-1 0,0 1 1,0-1-1,0 1 1,0-1-1,0 1 1,0-1-1,0 0 0,0 1 1,1-1-1,-1 0 1,1 0-1,-1 0 0,1 0 1,-1 0-1,1 0 1,-1-1-1,1 1 0,0-1 1,0 1-1,3 0 1,59 13-728,-35-8 142,-27-6 586,0 1 1,0-1-1,0 1 0,0-1 0,0 1 1,0 0-1,0 0 0,-1-1 0,1 2 1,0-1-1,0 0 0,-1 0 0,1 0 1,-1 1-1,1-1 0,-1 1 0,1-1 1,-1 1-1,0 0 0,0-1 0,0 1 1,0 0-1,0 0 0,0 0 0,0 0 1,-1 0-1,1 0 0,-1 0 0,1 0 1,-1 0-1,0 0 0,0 0 0,0 0 1,0 0-1,0 4 0,-2-1 126,1 0-1,-1 0 0,0 0 0,-1 0 1,1 0-1,-1-1 0,0 1 1,0-1-1,0 1 0,-1-1 1,1 0-1,-8 6 0,-8 6 492,1-1-1,-23 12 0,35-23-802,-1 0 0,0-1 0,0 0 0,0 0 0,-1 0-1,1-1 1,-1 0 0,0-1 0,1 0 0,-12 1 0,18-2-26,0 0 1,0 0 0,-1-1 0,1 1 0,0 0-1,0 0 1,0-1 0,-1 1 0,1-1 0,0 1 0,0-1-1,0 1 1,0-1 0,0 0 0,0 1 0,0-1 0,0 0-1,0 0 1,0 0 0,0 0 0,1 0 0,-1 0-1,0 0 1,0 0 0,1 0 0,-1 0 0,1 0 0,-1-2-1,-4-38-11174,5 10 2545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9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5026,'0'0'18345,"15"5"-16254,33 5-1154,0-2-1,0-2 1,55-1-1,-106-5-3147,-49 0-4664,29 0 1376,1 0-3105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1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79 3586,'0'8'17402,"1"-12"-17287,-1 0 1,0 0-1,-1 0 0,1 0 0,0 0 0,-1 1 1,0-1-1,0 0 0,0 0 0,0 1 0,-1-1 1,0 1-1,1-1 0,-1 1 0,-3-4 0,2 4-109,0 1-1,0 0 0,0 0 0,-1 0 0,1 0 1,-1 1-1,1-1 0,-1 1 0,1 0 0,-1 0 1,0 0-1,0 0 0,1 1 0,-1 0 0,-7 0 0,3-1 2,-6 0-14,0 1 0,0 0 1,0 0-1,0 2 0,-15 2 1,25-3 13,1 0 1,-1 1-1,1-1 0,0 0 1,0 1-1,-1 0 1,1 0-1,0 0 1,1 0-1,-1 0 0,0 1 1,1-1-1,-1 1 1,1 0-1,0 0 1,0-1-1,0 1 1,0 1-1,0-1 0,1 0 1,-1 0-1,1 1 1,0-1-1,-1 8 1,0-2 150,0 0 0,0 0 0,1 1 1,1-1-1,0 1 0,0-1 1,1 0-1,2 14 0,-2-19-102,0 0 0,1 0 0,0 1 0,0-1 0,0-1 0,0 1 0,0 0 0,1 0 0,0-1 0,0 1 0,0-1 1,0 0-1,0 0 0,0 0 0,1-1 0,0 1 0,-1-1 0,1 0 0,7 4 0,-7-4-35,1 0 0,-1 0-1,0-1 1,1 1 0,-1-1 0,1 0 0,-1 0 0,1 0 0,-1-1 0,1 0 0,0 0 0,-1 0 0,1 0-1,0-1 1,-1 1 0,1-1 0,-1 0 0,1-1 0,-1 1 0,0-1 0,1 0 0,-1 0 0,0 0 0,0-1-1,0 1 1,-1-1 0,1 0 0,-1 0 0,1 0 0,-1-1 0,0 1 0,0-1 0,0 0 0,-1 0 0,1 0-1,-1 0 1,0 0 0,0 0 0,-1-1 0,1 1 0,-1 0 0,1-9 0,-1 12-116,10-29 4819,-10 46-3508,-1 13-1147,1 0-1,2 1 1,1-1-1,2 0 1,13 43-1,-6-24-68,8 50 0,-1-5 0,-19-46 0,0-45 0,-1-1-55,1-1-1,-1 0 1,0 0-1,1 0 1,-1 0 0,0 0-1,1 1 1,-1-1 0,0 0-1,1 0 1,-1 0-1,0 0 1,1 0 0,-1 0-1,1 0 1,-1 0 0,0 0-1,1 0 1,-1-1-1,0 1 1,1 0 0,-1 0-1,0 0 1,1 0-1,-1 0 1,0-1 0,1 1-1,-1 0 1,0 0 0,0-1-1,1 1 1,-1 0-1,0-1 1,1-7-5637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34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1072,'0'0'5899,"6"-8"-4613,24-23 16503,-26 48-13123,-3 30-6491,-1-41 3499,-7 308 521,7-314-2411,0-21-17250,0 4 7386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35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74 80,'0'0'16765,"4"-7"-15711,14-26 8058,-28 36-7498,-9 5-1647,10-2 132,0-1-1,0 2 1,1-1 0,0 2 0,0-1 0,1 1 0,0 0-1,0 0 1,1 1 0,0 0 0,1 0 0,0 0 0,0 1-1,1-1 1,0 1 0,0 1 0,1-1 0,1 0 0,0 1-1,0-1 1,1 1 0,0 14 0,1-22-100,0-1 0,0 0 0,0 0 0,0 1 0,0-1 0,1 0 0,-1 1 0,1-1 0,-1 0 0,1 0 0,0 0 0,0 0 0,0 0 0,0 0 0,0 0 0,0 0 0,1 0 0,-1 0 0,4 3 0,-2-4 11,0 1 0,0 0 0,1-1 0,-1 0 0,0 0 0,1 0 0,0 0 0,-1-1 0,1 1-1,-1-1 1,1 0 0,5 0 0,-3 0 7,4 0 10,1 1-1,-1-1 1,0-1 0,0 0-1,0-1 1,0 0-1,0 0 1,0-1-1,0 0 1,14-7 0,-15 5 9,3-1-15,1-1-1,-2 0 1,19-14 0,-27 18 42,-1 1 1,1-1-1,0 0 1,-1 0-1,0 0 1,0 0-1,1 0 1,-2 0-1,1 0 1,0-1-1,-1 1 1,0-1-1,1 0 1,-1 1-1,-1-1 1,1 0 0,-1 1-1,1-6 1,-1 0-44,0-10 19,0-1-1,-6-30 0,5 45-36,0 0-1,0-1 1,-1 1 0,0 0-1,0 0 1,-1 0-1,1 0 1,-1 0-1,0 0 1,0 1-1,-1-1 1,1 1-1,-8-7 1,6 9-1,0 0-1,1 1 1,-1 0-1,0 0 1,0 0 0,1 1-1,-1-1 1,0 1 0,0 0-1,0 1 1,-8 1-1,-15-1-148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26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613 39 1088,'0'0'6982,"27"-12"6590,-19 8-14058,-2 1 651,1 0 1,-1 0-1,1 0 0,0 1 0,0 0 0,0 0 0,0 0 0,0 1 0,11 0 0,72 1 2044,-43 2-984,-31 0-603,-1 0 0,1 1 0,0 1 0,26 9 0,-4-1-205,7 1-208,0 2-1,-1 2 1,63 33-1,-91-41-183,0 1 1,0 1-1,-1 0 0,0 1 0,-1 1 1,-1 0-1,0 1 0,-1 0 0,0 1 0,-1 0 1,15 29-1,9 32-13,-24-47 121,2-1-1,1-1 1,2 0-1,21 29 1,140 165 817,-167-206-932,0 0 0,-1 1 0,-1 0 0,0 0 0,-1 1 1,-1-1-1,7 35 0,-2 7 26,4 61 0,-11-78-40,-1-13-4,-2 0 0,-1 0 0,-1-1 0,-1 1 0,-2 0 0,-1-1 0,-12 43 0,4-36 0,0 0 0,-2-1 0,-2 0 0,-1-2 0,-28 39 0,-16 28 0,43-72 0,-2-1 0,0 0 0,-40 33 0,23-26 0,10-7 0,-1-1 0,-2-1 0,-45 25 0,29-25 0,-2-2 0,0-2 0,-1-3 0,-1-1 0,-91 13 0,54-17 0,-1-4 0,-172-8 0,234-3 0,-1-2 0,2 0 0,-1-2 0,1 0 0,0-2 0,-44-24 0,55 26 0,1 0 0,0 0 0,0-2 0,1 1 0,0-2 0,1 1 0,0-2 0,0 0 0,2 0 0,-1-1 0,2 0 0,0-1 0,-9-18 0,11 19 0,1-1 0,1-1 0,1 1 0,0-1 0,1 0 0,0 0 0,1 0 0,1 0 0,1-23 0,-4-43 0,-14-81 0,14 129 0,-1-22 0,6-96 0,2 55 0,-2 76 0,2-1 0,0 1 0,1 0 0,1-1 0,1 2 0,1-1 0,1 1 0,17-32 0,-19 38 0,18-60 0,-22 63 0,0 0 0,0 0 0,1 0 0,1 0 0,0 1 0,0-1 0,1 1 0,0 0 0,1 0 0,-1 1 0,11-11 0,-7 11 0,0-1 0,-1 0 0,1-1 0,-2 1 0,1-1 0,-2-1 0,1 0 0,-1 0 0,-1 0 0,0 0 0,4-14 0,13-20 0,-5 13 0,4-15 0,33-53 0,-8 17 0,-2 11 0,-33 51 0,1 2 0,16-21 0,21-39 0,10 14 0,-57 61 0,-1 4 0,0 0 0,-1 0 0,1 0 0,0 0 0,-1 0 0,1 0 0,0 0 0,-1 0 0,1 1 0,-1-1 0,1 0 0,0 0 0,-1 1 0,1-1 0,-1 0 0,1 0 0,-1 1 0,1-1 0,-1 1 0,1-1 0,-1 1 0,1-1 0,-1 1 0,1-1 0,-1 1 0,0-1 0,1 1 0,-1-1 0,1 2 0,7 12 0,-8-13 38,12 3-423,-69-4-12551,36 0 2272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26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48 544,'0'0'2081,"0"-12"-1761,-7 12-256,7-2-64,0 0-64,0-1-208,-7-1 112,7-1 48,0-4-576,0-2-305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27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55 2273,'0'0'9386,"-3"-9"-7700,-6-27-8,7 27 1217,2 21 4266,0 39-6004,3 8-56,3 0 0,19 84 0,-11-72-53,5 73 1,-16-66-816,-2-31-53,2 0-1,2 0 1,2-1-1,14 53 1,-18-89-180,-1 1 0,0 0 0,-1 0 0,0 0 0,-2 17 0,1-11 0,-5-8-2722,7-19-4030,15-18-2935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28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752 46 416,'0'0'7046,"0"-7"-5013,-2-31 7941,-16 40-8465,6 4-879,1 0 1,0 1-1,0 1 1,1 0-1,-1 0 1,2 1-1,-1 1 1,-9 12-1,-12 10 541,-113 112 1301,-233 302 0,370-437-2472,0-1 0,1 1 0,0 1 0,0-1 0,1 1 0,0 0 0,1 0 0,0 1 0,0-1 0,1 1 0,-2 14 0,2-21-518,2-4 294,0 1 1,0 0-1,1-1 1,-1 1-1,0 0 1,1-1 0,-1 1-1,0 0 1,1 0-1,-1 0 1,1 0-1,-1 0 1,1 0-1,0-1 1,-1 1-1,1 0 1,0 2-1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28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64 1281,'0'0'17952,"-13"-1"-14663,9 3-2965,1 1-1,-1-1 1,1 1-1,0 0 0,0 0 1,0 1-1,0-1 1,0 0-1,1 1 0,0 0 1,-1-1-1,-2 9 1,2-5 12,-1-1 1,1 1-1,1 0 1,0 0-1,0 1 1,-2 13 0,3-14-285,1 0 1,0 1-1,1-1 1,0 0 0,0 0-1,0 0 1,5 12 0,-5-16-45,1-1 1,-1 0 0,1 0-1,0 0 1,0 0 0,0 0-1,0 0 1,0-1 0,0 1-1,0-1 1,0 1 0,1-1-1,-1 0 1,1 0 0,-1 0-1,1 0 1,-1-1 0,1 1-1,0 0 1,-1-1 0,1 0-1,0 0 1,-1 0 0,4 0-1,4 0-76,0 0 0,0 0-1,0-1 1,0-1 0,0 0-1,-1 0 1,1-1 0,-1 0-1,1 0 1,14-9 0,-19 9 31,1 0 0,-1 0 0,-1-1 0,1 1 0,0-1 0,-1 0 0,0-1 0,0 1 0,0-1 0,-1 0 0,1 0 0,-1 0 0,0 0 0,0 0 0,-1-1 0,0 0 0,0 1 0,0-1 0,1-9 0,-1 6 93,-1-1 0,0 0 0,-1 1 0,0-1-1,-1 0 1,0 0 0,-4-17 0,5 24 16,-1 0-1,-1 0 0,1 1 1,0-1-1,0 1 1,-1-1-1,0 1 1,1-1-1,-1 1 1,0 0-1,0 0 0,0 0 1,-1 0-1,1 0 1,0 1-1,-1-1 1,1 0-1,-1 1 1,0 0-1,1 0 0,-1 0 1,0 0-1,0 0 1,1 0-1,-1 1 1,0-1-1,0 1 1,0 0-1,-5 0 0,5 0-57,1 0-1,-1 0 0,0 0 0,1 0 1,-1 1-1,1-1 0,-1 1 0,1-1 1,-1 1-1,1 0 0,0 0 0,-1 0 0,1 0 1,0 0-1,0 1 0,0-1 0,0 1 1,0-1-1,0 1 0,0 0 0,0 0 1,1 0-1,-3 2 0,-6 25-2190,8 6-5224,2-19-2857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2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1 256 3073,'0'0'14562,"20"11"-10296,-20-8-4067,0-1-1,1 1 1,-1 0 0,-1 0 0,1-1 0,0 1 0,-1 0-1,1-1 1,-1 1 0,0 0 0,0-1 0,0 1 0,0-1-1,0 1 1,-1-1 0,-2 3 0,4-4-175,0-1-1,0 0 1,0 0 0,0 1 0,0-1-1,-1 0 1,1 1 0,0-1 0,0 0-1,0 1 1,0-1 0,0 0 0,0 1 0,0-1-1,0 0 1,0 0 0,0 1 0,0-1-1,0 0 1,0 1 0,0-1 0,1 0-1,-1 1 1,0-1 0,0 0 0,0 1-1,0-1 1,0 0 0,1 0 0,-1 1-1,0-1 1,0 0 0,1 0 0,-1 0-1,0 1 1,0-1 0,1 0 0,-1 0 0,0 0-1,0 1 1,1-1 0,-1 0 0,0 0-1,1 0 1,-1 0 0,0 0 0,1 0-1,-1 0 1,0 0 0,1 0 0,-1 0-1,0 0 1,1 0 0,-1 0 0,0 0-1,1 0 1,-1 0 0,1 0 0,25 0 197,-21 0-62,23-3-29,-1-1 0,1-1 0,-1-1 0,-1-1 0,29-12 0,13-3-51,212-64 89,73-21-46,-116 47 3302,-223 58-2325,-13 0-1067,-18-1-61,-35 4-2446,-31 3-7419,11 1-2487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0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3602,'0'0'10079,"21"7"1166,-21 293-3404,2-285-11239,2 8-4951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1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2 176,'-5'-1'31185,"16"20"-30661,-8-16-444,-1 1 0,1 0 0,-1-1 1,0 1-1,0 0 0,-1 0 0,1 0 0,-1 0 1,0 0-1,1 5 0,-1-2-80,0-1 0,0 0 0,1 0 0,0 0 0,0-1 0,0 1 0,1 0 0,4 7 0,7 18 0,109 258 0,-22-57 0,-93-211 0,1 0 0,2 0 0,0-1 0,1 0 0,1-1 0,17 20 0,-30-38 0,1 0 0,-1-1 0,1 1 0,-1-1 0,1 1 0,-1-1 0,1 1 0,-1-1 0,1 1 0,-1-1 0,1 0 0,0 1 0,-1-1 0,1 0 0,0 1 0,-1-1 0,1 0 0,0 0 0,-1 0 0,1 0 0,0 0 0,-1 0 0,1 0 0,0 0 0,-1 0 0,1 0 0,0 0 0,1 0 0,-1-34 0,-1 31-179,0 0 1,-1 0-1,1 0 0,0 0 1,-1 0-1,0 1 0,0-1 1,0 0-1,0 0 0,0 1 0,0-1 1,-1 1-1,1-1 0,-1 1 1,0-1-1,0 1 0,-3-4 1,-3 1-1276,1-1 1,-1 1 0,0 0 0,-10-5 0,-26-16-5241,17 2-5247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2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23 192,'-2'0'17324,"2"0"-17371,50-3 5343,-3-5-3601,-25 4-1573,1 0 1,26 1-1,-48 3-114,0 0-1,-1 1 1,1-1-1,-1 1 1,1-1-1,0 1 1,-1-1-1,1 1 1,-1 0-1,1-1 1,-1 1-1,1 0 1,-1-1-1,0 1 0,1 0 1,-1-1-1,0 1 1,0 0-1,1 0 1,-1 0-1,0-1 1,0 1-1,0 0 1,0 0-1,0-1 1,0 1-1,0 0 1,0 0-1,0 0 1,-1-1-1,1 1 0,0 0 1,0 0-1,-1-1 1,1 1-1,0 0 1,-2 1-1,-11 32 678,-8-5 186,17-25-693,0 1 0,0-1 1,1 1-1,-1 0 0,1 0 0,0 0 0,1 1 0,-1-1 0,1 1 0,0-1 0,1 1 0,-1 0 1,1 0-1,-1 11 0,6-16-116,-1 0 0,0 0 1,0 0-1,1 0 0,-1-1 1,0 1-1,1-1 0,-1 0 1,1 0-1,6-1 0,-6 1-6,10 0-214,34-1 1158,-47 1-1139,0 0 0,0 0 0,0 0 1,0 0-1,0-1 0,0 1 0,0 0 1,0-1-1,1 1 0,-1-1 0,0 1 1,0-1-1,-1 1 0,1-1 0,0 0 1,0 1-1,0-1 0,0 0 0,0 0 1,-1 0-1,1 1 0,0-1 0,-1 0 1,1 0-1,-1 0 0,1 0 0,-1 0 0,1 0 1,-1-1-1,0 1 0,1 0 0,-1-1 1,-20 1-16809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3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589 24 3330,'0'0'6525,"3"-5"-4908,1-1-2101,5-6 4865,-9 12-4227,1 0 0,-1 1 0,1-1 1,-1 1-1,0-1 0,1 0 0,-1 1 0,0-1 0,1 1 0,-1-1 0,0 1 0,1-1 0,-1 1 0,0-1 0,0 1 1,0 0-1,0-1 0,0 1 0,1-1 0,-1 1 0,0-1 0,0 1 0,0 0 0,0-1 0,-1 1 0,1-1 1,0 1-1,0-1 0,0 1 0,0-1 0,-1 2 0,1 7 490,-2 0-1,1 0 1,-1 0-1,0 0 1,-1-1-1,1 1 1,-2-1-1,-7 15 1,-46 67 2357,32-52-1896,-44 58-270,-89 98 1,-40 54 62,174-210-898,-26 55 0,76-152-1032,62-52-9491,-54 61 2421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4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3 1969,'0'0'12390,"48"0"-4704,-22-1-6569,-18 0-954,1 1 0,-1 0 0,0 0 0,1 1 0,13 2-1,-20-2-156,-1-1-1,1 1 0,0-1 0,-1 1 0,1 0 0,0 0 0,-1 0 1,1 0-1,-1 0 0,0 1 0,1-1 0,-1 0 0,0 0 1,0 1-1,1-1 0,-1 1 0,0-1 0,-1 1 0,1 0 0,0-1 1,0 1-1,-1 0 0,1 0 0,-1-1 0,1 1 0,-1 0 0,0 0 1,0 0-1,0-1 0,0 5 0,0 0 115,0 0-1,-1 1 1,1-1-1,-1 0 1,-1 0-1,1 0 1,-1 0-1,0 0 0,-1 0 1,1 0-1,-1 0 1,0-1-1,-1 0 1,1 1-1,-1-1 1,0 0-1,-1-1 1,1 1-1,-1-1 1,0 0-1,0 0 1,0 0-1,0-1 1,0 0-1,-1 0 1,0 0-1,-8 2 1,13-4 2,42-8-450,-33 6 179,0 0 0,0 0 1,-1 0-1,1 1 0,0 1 0,14 1 0,-20-1 121,0 0 1,0 0-1,0-1 0,-1 1 0,1 0 1,0 0-1,-1 1 0,1-1 0,-1 0 1,1 0-1,-1 1 0,0-1 0,1 1 1,-1-1-1,0 1 0,0 0 0,0-1 1,0 1-1,0 0 0,-1 0 0,1 0 1,0 0-1,-1-1 0,1 1 0,-1 0 1,0 0-1,0 0 0,0 0 1,0 0-1,0 4 0,0-2 87,0-1 0,0 1 0,0-1 0,0 1 0,0 0 0,-1-1 0,0 1 0,0-1 0,0 0 0,0 1 0,0-1 0,-1 0 0,1 1 0,-1-1 0,0 0 0,0 0 0,0 0 0,0-1 0,-1 1 0,1 0 0,-1-1 0,0 0 0,1 1 0,-1-1 0,0 0 0,0-1 0,-1 1 0,1 0 0,0-1 0,-1 0 0,1 0 0,0 0 0,-1 0 0,-6 1 0,-11 1 598,0 0 0,0-1 0,-1-1 0,-23-2 0,5 0-5970,39 1 5016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5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1437 211 2017,'0'0'10055,"-29"2"-5157,-37-3-493,-79-13 0,53-1-2889,-126-39 1,181 43-1248,-211-56 1788,195 56-1738,-1 2-1,-94-3 1,-198 12 353,372 0-1409,3 1-2611,0-2 0,-1 0 0,36-8 0,-30 1-6294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6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23 4514,'0'0'8284,"0"-4"-6948,0-15 5054,-2 24-2957,-8 22-1287,5-8-1045,-1 0 1,0-1 0,-18 35 0,-10 29 21,34-81-1118,-1 0-1,1 0 1,-1 0-1,1 0 1,0 0-1,0 0 1,-1 0 0,1 0-1,0 0 1,0 1-1,0-1 1,0 0-1,0 0 1,1 0-1,-1 0 1,0 0-1,0 0 1,1 0 0,-1 0-1,1 0 1,-1 0-1,1 0 1,-1 0-1,1 0 1,-1 0-1,1 0 1,0-1-1,0 1 1,-1 0 0,1 0-1,0-1 1,0 1-1,0 0 1,0-1-1,0 1 1,0-1-1,0 1 1,0-1-1,0 0 1,0 1 0,0-1-1,0 0 1,1 1-1,8 0 9,-1-1-1,1 1 0,-1-1 1,15-3-1,4 2 25,-11 0-93,1-1 0,0 0 0,-1-2 0,1 0 0,-1 0 0,0-2 0,28-12 0,-38 11-811,-16 3-5379,-20 4-6675,27 0 11524,-6 0-5086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6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4882,'0'0'16960,"-5"1"-15007,2 0-1758,1 0 1,0 0-1,-1 0 0,1 1 1,0-1-1,0 1 0,0-1 1,0 1-1,0-1 1,0 1-1,0 0 0,1 0 1,-1 0-1,1 0 0,-1 0 1,1 0-1,0 1 0,-2 3 1,1 0 96,-1 0 1,2 1-1,-1-1 0,1 1 1,0-1-1,0 1 0,0 10 1,1 37-319,0-43-5581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7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2401,'-4'1'17706,"-19"9"-15445,18-6-2055,0 1 0,0-1 1,0 1-1,1 0 1,0 0-1,0 0 0,0 0 1,0 1-1,1 0 1,0-1-1,0 1 1,1 0-1,0 1 0,0-1 1,0 0-1,1 1 1,0-1-1,-1 9 0,3-14-222,1 0 0,-1-1 0,1 1 0,-1-1-1,1 0 1,-1 1 0,1-1 0,-1 0 0,1 0-1,-1 0 1,1 0 0,-1 0 0,1 0 0,2-1-1,0 1-33,45-2-404,-31 1-9,0 0 1,0 1-1,0 0 1,26 5-1,-43-4 455,0 0-1,0 0 1,0-1 0,0 1-1,0 0 1,0 0-1,-1 0 1,1 0-1,0 0 1,-1 0-1,1 0 1,0 0-1,-1 0 1,0 0 0,1 0-1,-1 1 1,0-1-1,1 0 1,-1 0-1,0 0 1,0 1-1,0-1 1,0 0 0,0 0-1,0 0 1,0 1-1,0-1 1,-1 0-1,1 0 1,0 0-1,-2 2 1,2 1 72,-1 0 0,-1 1 0,1-1 1,0 0-1,-1 0 0,0 0 0,-3 5 0,-5 1 157,0 0-1,0 0 0,-1-2 1,0 1-1,-1-1 1,0-1-1,0 0 1,0-1-1,-1 0 1,-22 7-1,5-12-3295,28-1 2449,0 0 0,1 0 0,-1-1-1,0 1 1,1-1 0,-1 1 0,1-1 0,-1 0 0,1 0 0,-1 0 0,1 1 0,0-1 0,-1 0-1,1-1 1,0 1 0,0 0 0,0 0 0,0-1 0,0 1 0,0 0 0,0-1 0,0 1 0,0-2 0,-6-15-7170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7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5202,'0'0'13367,"81"-41"-13223,-74 37-144,-7 1-337,0-1-1744,0-5-3217,0-3-3410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47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2305,'0'0'11643,"1"-12"-9530,5-53 2358,-6 66-4397,1-1 0,-1 0 0,1 0 0,0 1 0,-1-1-1,1 0 1,-1 0 0,1 1 0,-1-1 0,1 1 0,-1-1 0,1 0 0,-1 1 0,1-1-1,-1 1 1,1-1 0,-1 1 0,0 0 0,1-1 0,-1 1 0,0-1 0,0 1 0,1 0 0,-1-1-1,0 1 1,0-1 0,0 1 0,0 0 0,0 0 0,3 26 435,-3-18-17,27 126 1857,-7-45-2097,-12-12 66,-3-20-1019,2-20-2843,-23-39-5773,12 1 6786,-10-2-3819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47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120 196 3378,'0'0'11661,"8"-3"-10559,38-13 69,0 2 0,69-10 1,-28 6-346,120-24-364,2 8-1,2 10 1,323 3 0,-511 22-403,1 0 1,-1 2 0,0 0 0,0 2 0,-1 0 0,28 11-1,-49-15 73,0 0-1,0 0 1,0 0 0,0 0-1,0 0 1,0 1-1,0-1 1,-1 0-1,1 1 1,0-1-1,-1 0 1,1 1-1,-1-1 1,1 1-1,-1-1 1,0 1-1,0-1 1,1 1 0,-1-1-1,0 1 1,0-1-1,-1 1 1,1-1-1,0 1 1,0-1-1,-1 1 1,1-1-1,-1 2 1,-14 39 2067,3-15-1668,1-1 0,1 1 0,1 1-1,-9 51 1,12-30-294,1 0 0,3 0 0,5 67-1,-1-13-155,-1-102-81,-1 1 1,0 0 0,0-1 0,0 1-1,0 0 1,0 0 0,0-1 0,-1 1-1,1 0 1,0-1 0,-1 1 0,0-1 0,1 1-1,-1-1 1,0 1 0,-1 2 0,0-3-25,0 0 0,-1-1 1,1 1-1,0-1 1,0 1-1,0-1 0,-1 1 1,1-1-1,0 0 0,-1 0 1,-2-1-1,-2 1-20,-170-1-786,8-3 462,-337 39 0,263 11 403,100-17 298,-224 17 0,327-46-285,40 0-50,1 0-1,-1 0 1,1-1-1,-1 1 0,0 0 1,1-1-1,-1 1 1,1 0-1,-1-1 0,0 1 1,1-1-1,-1 1 1,0 0-1,1-1 0,-1 1 1,0-1-1,0 1 1,0-1-1,1 1 1,-1-1-1,0 1 0,0-1 1,0 1-1,0-1 1,0 1-1,0-1 0,0 1 1,0-1-1,0 0 1,0 1-1,0-1 0,0 1 1,0-1-1,-1 1 1,1-1-1,0 1 0,0-1 1,0 1-1,-1 0 1,1-1-1,0 1 0,-1-1 1,1 1-1,0-1 1,-1 1-1,1 0 1,-1-1-1,1 1 0,0 0 1,-1 0-1,1-1 1,-1 1-1,1 0 0,-1 0 1,1-1-1,-1 1 1,1 0-1,-1 0 0,1 0 1,-1 0-1,1 0 1,-1 0-1,1 0 0,-1 0 1,0 0-1,1 0 1,-1 0-1,1 0 1,-1 1-1,28-27-661,8-7-1611,-34 31 1905,0 0 0,0 1 0,0-1 1,0 0-1,0 1 0,0-1 0,0 0 0,-1 0 0,1 0 0,-1 0 0,0 1 0,1-4 0,-3-3-4381,-10-1-2642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48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35 5330,'0'0'11846,"-1"-6"-10336,1 5-1423,-1 0 1,1-1-1,-1 1 0,1-1 1,-1 1-1,0 0 0,0-1 1,0 1-1,1 0 0,-1 0 1,0-1-1,-1 1 0,1 0 1,0 0-1,0 0 1,0 0-1,-1 1 0,1-1 1,0 0-1,-1 0 0,1 1 1,-1-1-1,1 1 0,-1-1 1,-1 1-1,-3-1 34,0 0-1,-1 0 1,1 1-1,0 0 1,-1 0-1,-10 3 1,-2 0 54,0 2 1,0 0 0,-34 15 0,41-15-27,0 1 0,1 1 0,-1 0 0,2 1 0,-1 0 0,-13 14 0,22-20-121,-1 0 0,1 1 0,0-1-1,0 1 1,0-1 0,0 1 0,0 0-1,0 0 1,1 0 0,0 0 0,-1 0-1,1 0 1,0 0 0,0 1 0,1-1-1,-1 0 1,1 0 0,0 1 0,0-1-1,0 0 1,0 1 0,0-1 0,1 0-1,-1 0 1,1 1 0,0-1-1,0 0 1,0 0 0,1 0 0,-1 0-1,3 4 1,-1-3-11,0-1 0,0 1-1,1-1 1,-1 0-1,1 0 1,0 0 0,0-1-1,0 1 1,0-1 0,0 0-1,0 0 1,1 0 0,-1-1-1,1 1 1,-1-1 0,9 1-1,8 0 68,0 0 0,31-2 1,-27 0-55,55-12 122,-79 27 165,-1 0-137,-1 0 0,-1 0-1,-1 0 1,0 0 0,0-1 0,-2 1-1,0-1 1,0 0 0,-1 0 0,-15 22-1,-40 60 974,-4-3-1,-139 152 1,198-238-1119,4-5-23,0 0 1,0 0 0,0 0-1,0 0 1,0 0 0,1 0-1,-1 1 1,1-1 0,-1 1 0,1-1-1,0 1 1,0-1 0,-1 6-1,39-8 421,-16-4-255,-1-1 0,0-1-1,0-1 1,0-1-1,29-16 1,-1 2-4,224-102-194,-265 118-2137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49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6611,'0'0'15178,"4"8"-13079,9 38 34,-9-30-1594,0 1-1,1-1 0,1 0 0,12 24 0,-17-39-539,0 0 1,0 0 0,0 0-1,0 0 1,0 0 0,0 0-1,0 0 1,1 0 0,-1-1-1,0 1 1,0 0 0,1-1-1,-1 1 1,0-1 0,1 1-1,-1-1 1,1 0-1,-1 0 1,0 1 0,1-1-1,-1 0 1,1 0 0,-1-1-1,0 1 1,1 0 0,-1 0-1,1-1 1,-1 1 0,0 0-1,1-1 1,1-1 0,3 0-90,-1-1 1,0 0 0,0 0 0,0-1 0,0 1 0,5-6 0,23-22-453,-15 16 407,-1-1 0,0-1 0,-1-1 0,22-32 0,-38 50 218,0 0 0,0 0 0,1 0 0,-1 0 0,0 0 0,0 0-1,1 0 1,-1 0 0,0 0 0,0 0 0,1 0 0,-1 0 0,0 0 0,0 0-1,1 0 1,-1 0 0,0 0 0,0 0 0,0 0 0,1 1 0,-1-1 0,0 0-1,0 0 1,0 0 0,1 0 0,-1 1 0,0-1 0,0 0 0,0 0 0,0 0-1,1 0 1,-1 1 0,0-1 0,0 0 0,0 0 0,0 1 0,0-1 0,0 0-1,0 0 1,0 1 0,0-1 0,0 0 0,0 0 0,0 1 0,0-1 0,0 0-1,0 0 1,0 1 0,0-1 0,0 0 0,8 25 75,-2-7 121,14 7-2870,-18-24 1839,1 0-1,-1 0 0,0 0 0,0 0 0,1 0 0,-1-1 0,0 1 0,1-1 0,-1 0 0,1 0 0,-1 1 0,1-2 1,-1 1-1,0 0 0,1 0 0,-1-1 0,1 1 0,2-2 0,15-6-6191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49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7603,'0'0'12862,"8"5"-11565,-3-2-1149,0 1 0,0-1 0,1-1 0,-1 1 0,1-1 0,-1 0 0,1 0 0,0-1 0,0 1 0,0-1 0,0-1 0,8 1 0,-13-1-140,12 0 93,0 0 0,0-1-1,23-5 1,-34 6-105,0 0 1,0-1 0,0 1-1,1-1 1,-1 0-1,0 1 1,0-1-1,0 0 1,0 0-1,-1-1 1,1 1-1,0 0 1,0-1-1,-1 1 1,1-1 0,-1 1-1,1-1 1,-1 0-1,0 1 1,1-1-1,-1 0 1,0 0-1,0 0 1,0 0-1,-1 0 1,1 0 0,0 0-1,-1-1 1,1 1-1,-1-3 1,0 4-2,-1 0 1,0 0 0,1 0 0,-1-1 0,0 1 0,1 0-1,-1 0 1,0 1 0,0-1 0,0 0 0,0 0-1,0 0 1,0 1 0,0-1 0,0 0 0,0 1-1,-1-1 1,1 1 0,0-1 0,0 1 0,0 0-1,-1-1 1,1 1 0,0 0 0,-1 0 0,1 0-1,-2 0 1,-45-2 80,44 2-74,-1-1 37,0 1 0,0 1 1,0-1-1,1 0 0,-1 1 0,0 0 1,0 0-1,1 1 0,-1-1 1,1 1-1,-7 3 0,9-3-13,0 0-1,0 0 1,0 0-1,0 0 1,0 1-1,1-1 1,-1 0-1,1 1 1,-1-1-1,1 1 1,0 0-1,0-1 1,0 1-1,0 0 1,1 0-1,-1-1 1,1 1-1,0 0 1,-1 0-1,1 0 1,1 3-1,-2 18 12,1-13-240,-1-1 0,2 0 1,-1 1-1,1-1 1,1 0-1,3 14 0,-4-22-127,0 1-1,0 0 0,1-1 0,-1 1 0,1-1 1,-1 0-1,1 0 0,0 1 0,0-1 0,0 0 1,4 2-1,-3-2-388,0 0 0,0 0 0,1 0 0,-1-1 0,1 0 0,-1 1 0,1-1 0,0-1 1,-1 1-1,7 0 0,17 0-5321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49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1088,'0'0'22349,"1"16"-20302,1-3-1195,-1-5-601,0 0 1,1-1 0,0 1-1,5 12 1,-7-19-273,1 0 0,-1 0 1,1 0-1,-1 0 0,1 0 1,-1 0-1,1 0 0,-1-1 0,1 1 1,0 0-1,-1-1 0,1 1 1,0 0-1,0-1 0,0 1 1,-1-1-1,1 1 0,0-1 0,0 1 1,0-1-1,0 0 0,0 1 1,0-1-1,0 0 0,0 0 1,0 0-1,0 0 0,0 1 0,0-2 1,0 1-1,0 0 0,0 0 1,0 0-1,0 0 0,0-1 1,0 1-1,0 0 0,0-1 0,0 1 1,-1-1-1,1 1 0,0-1 1,0 1-1,0-1 0,0 0 1,5-5-93,0-1 0,0 1 0,-1-1 0,0 0 1,0 0-1,-1-1 0,5-10 0,-1-10 3531,5 30-1307,-4 21-2250,1 0 1060,-1-11-3267,2-5-3171,5-4-4514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50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3330,'0'0'14870,"5"4"-13917,3 1-669,0-1 0,0-1 1,1 1-1,-1-1 1,1-1-1,0 0 0,-1 0 1,1-1-1,0 1 0,0-2 1,14 0-1,-17 0-251,0 0-1,0 0 1,0-1-1,0 1 1,-1-2-1,1 1 1,0 0-1,0-1 1,-1 0 0,1-1-1,-1 1 1,0-1-1,0 0 1,0 0-1,0-1 1,0 1-1,-1-1 1,1 0-1,6-8 1,-10 10-46,0 1 0,1-1-1,-1 0 1,0 0 0,0 0 0,0 0 0,0 0 0,-1 0-1,1 0 1,0 0 0,-1 0 0,1 0 0,-1 0 0,0-1-1,0 1 1,0 0 0,0 0 0,0 0 0,0 0 0,-1-1-1,1 1 1,-1 0 0,1 0 0,-3-3 0,1 2 62,0 1 1,0-1-1,0 1 1,-1 0-1,1 0 1,-1 0-1,0 0 0,1 0 1,-1 1-1,0-1 1,0 1-1,0 0 1,0 0-1,-5-2 1,-6 0 577,0 0 0,0 1 0,-1 1 0,1 0 0,0 1 0,-17 2 0,27-1-529,1 0 0,-1 0 0,0 0-1,1 1 1,-1-1 0,1 1 0,0 0 0,-1 0-1,1 1 1,0-1 0,0 1 0,0-1 0,1 1-1,-1 0 1,0 0 0,1 0 0,0 0 0,0 1 0,0-1-1,0 0 1,1 1 0,-1 0 0,1-1 0,0 1-1,0 0 1,0 0 0,0 4 0,-2 9 304,1-1 0,0 1 0,2 0 0,2 31 0,-2-43-447,1 1 0,1-1 0,-1 0 0,1 0 0,0 0 0,0 0 0,0 0 0,1 0 0,-1-1 0,1 1 0,0-1 0,1 0 0,-1 0 0,1 0 1,0 0-1,0 0 0,0-1 0,0 0 0,1 0 0,-1 0 0,1 0 0,0-1 0,8 4 0,3 0-531,1-1 0,0 0 0,1-1 0,-1-1 0,33 2 0,53-4-6681,16-7-6835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51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0 328 1617,'0'0'5861,"20"-4"-5349,265-78 1807,436-115-5366,-714 195 2938,166-40-3458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51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841 32 4786,'22'-3'1886,"6"-3"-651,63-11 1872,-21 12 8447,-69 9-11227,1 0 0,-1 0 1,0 1-1,0-1 0,0 1 1,-1-1-1,0 1 0,0-1 1,0 1-1,0-1 0,-1 6 1,0 0 12,0 0-223,-1 0-1,0-1 1,-1 1-1,0-1 1,0 0-1,-1 0 1,0 0-1,-1 0 1,0-1-1,-7 9 1,-18 38 410,14-19-14,1 0 0,2 1-1,2 0 1,-9 50 0,11-15-204,5-30-59,-2 0 0,-1-1-1,-3 0 1,-21 59 0,-152 426-250,153-440 0,-49 101 0,5-15 0,39-93 0,-65 110 0,61-127 0,24-39 0,1 0 0,1 0 0,-15 37 0,-13 40 0,27-69 0,1 1 0,1 1 0,-11 52 0,18-63 0,-2 24 0,7-45-3,0-1-1,0 1 1,0 0-1,0-1 1,0 1 0,0-1-1,0 1 1,0-1 0,0 1-1,0-1 1,0 1-1,0-1 1,0 1 0,-1-1-1,1 1 1,0-1 0,0 1-1,0-1 1,-1 1-1,1-1 1,0 0 0,-1 1-1,1-1 1,-1 1-1,1-1 1,0 0 0,-1 1-1,1-1 1,-1 0 0,1 0-1,-1 1 1,1-1-1,-1 0 1,1 0 0,-1 0-1,1 1 1,-1-1 0,1 0-1,-1 0 1,1 0-1,-1 0 1,0 0 0,0 0-60,0-1 0,-1 1 0,1-1 0,0 1 0,0-1 1,0 1-1,0-1 0,0 1 0,0-1 0,0 0 0,0 0 1,0 0-1,0 0 0,0 1 0,0-1 0,0 0 0,1 0 1,-2-2-1,-6-13-2211,-11-16-4917,17 29 6092,0 1 1,0 0 0,0 0 0,0-1-1,-1 1 1,1 0 0,-1 1 0,1-1-1,-1 0 1,-3-1 0,-20-5-7984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52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5394,'0'0'18102,"0"4"-15989,1 0-1804,0 0 1,0 0-1,1 0 0,-1 0 0,1 0 1,0 0-1,0-1 0,1 1 0,-1-1 1,1 1-1,-1-1 0,1 0 0,0 0 1,5 4-1,57 47 1891,-51-43-1902,6 4-283,-7-6-14,0 1-1,-1 0 1,0 1 0,0 0 0,-2 1 0,19 24 0,-16-22-4330,-10-12 3087,-1-1 0,1 1 0,0-1 1,0 0-1,-1 0 0,1 0 0,0 0 1,0-1-1,0 1 0,0-1 0,0 1 0,0-1 1,0 0-1,0 0 0,3-1 0,8-3-6383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52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0 880,'0'0'23411,"-10"18"-20871,-21 34 355,-43 53-1,64-91-3164,-8 7 143,-4-16-9315,4-5 539,-2 0-4031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53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43 592 1697,'0'0'7048,"5"-1"-6477,0 1-388,-4 0-123,1 0 1,0 0-1,0 0 0,0 0 0,-1 0 1,1 0-1,0-1 0,0 1 1,-1-1-1,1 1 0,0-1 0,-1 0 1,1 0-1,0 0 0,1-1 0,-6-2-512,-1-1 0,0 1-1,0 0 1,0 0-1,-1 1 1,1-1 0,-1 1-1,-6-3 1,3 0 7,-1 0-1517,-3-4 1291,4-2 4136,8 11-3166,1 0 0,0-1 0,0 1 1,0 0-1,0 0 0,0 0 0,0 0 0,0 0 0,0 0 1,1 0-1,-1 1 0,0-1 0,0 0 0,1 1 1,-1-1-1,1 0 0,-1 1 0,0 0 0,1-1 0,-1 1 1,3 0-1,129-40 3098,40-13-231,-72 21-2226,106-20 1,58-17-309,-87 14-28,200-35 0,-369 88-524,-4 2 20,0-1 1,0 1-1,0-1 1,0-1-1,0 1 1,0-1-1,0 0 1,0 0-1,-1 0 1,8-5-1,-7 4 33,0 1-1,0 0 1,0 1-1,0-1 1,0 1-1,1 0 1,-1 1 0,10-1-1,2-1-162,94-20-4009,-37 1-4725,-8-3-3241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0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17144,'0'0'11509,"-54"131"-11429,54-102-80,0 5-656,0 2-561,7 3-1728,0 3-1217,0-3-2305,-1-3-1120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0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6419,'0'0'18184,"-7"127"-16711,7-107-945,0-2-368,14 5-160,-7-3 0,-1 5-512,1 0-1185,0 2-1632,0 5 591,0 4-5777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1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15 134 8676,'0'0'22330,"-14"0"-21802,28-13-496,6-1-32,7-4-864,7 0-1393,0-2-1281,6-5-2512,8 0-5508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25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51 544,'0'-3'16810,"0"-4"-11207,0-31-6099,1 38 518,-1 0 1,0 0 0,0-1-1,0 1 1,1 0-1,-1 0 1,0-1-1,1 1 1,-1 0-1,0 0 1,0 0-1,1 0 1,-1 0-1,0-1 1,1 1 0,-1 0-1,0 0 1,1 0-1,-1 0 1,0 0-1,1 0 1,-1 0-1,0 0 1,1 0-1,-1 0 1,0 0-1,1 0 1,-1 1 0,0-1-1,0 0 1,1 0-1,-1 0 1,0 0-1,1 0 1,-1 1-1,0-1 1,0 0-1,1 0 1,-1 1-1,0-1 1,0 0 0,1 0-1,-1 1 1,0-1-1,0 0 1,0 0-1,0 1 1,0-1-1,1 0 1,-1 1-1,0-1 1,0 0-1,0 1 1,0-1 0,0 0-1,0 1 1,0 0-1,-2 108 2746,5 137 379,3-190-2804,7 130 218,-13-186-611,-1-8-2215,-2-6 308,1 0 0,0 0 0,0-16 0,0-8-5030,1 7-515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26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98 368,'0'0'6190,"7"-16"1096,-2 14-6694,0 0 0,1 0 0,-1 1 0,1-1 1,-1 1-1,9 0 0,69 2 1275,-42 0-847,413-21 1656,-43-33 3071,-419 62-4858,6-7-913,0-1 1,0 1-1,1-1 0,-1 1 1,1 0-1,-1 0 1,1 0-1,0 0 0,0 0 1,0 0-1,-1 2 0,1 4 63,-1 1 0,0-1 0,0 0 0,0-1 0,-6 12 0,-3 11 98,-1 14 59,3 1 0,1 0 1,-2 61-1,8 142 450,3-135 9,-1-112-377,-47-37-166,35 30-163,1 1 0,-1 0-1,0 1 1,-1 0 0,1 1 0,-1 1-1,-17-2 1,-92 2-68,86 3 117,-24 4 3,0 4 1,1 1-1,0 4 0,-81 29 1,73-23 10,-113 38 21,-131 36 443,284-88-457,27-6-19,0 0 0,-1 0 0,1 0 0,0 0 0,0 0 0,0 0 0,0 0 0,0 1 0,0-1 0,-1 0 0,1 0 0,0 0 0,0 0 0,0 0 0,0 0 0,0 0 0,-1 0 0,1 0 0,0 0 0,0 0 0,0 0 0,0 0 0,-1 0 0,1 0 0,0 0 0,0 0 0,0 0 0,0 0 0,-1 0 0,1 0 0,0 0 0,0 0 0,0 0 0,0 0 0,-1 0 0,1 0 0,0-1 0,0 1 0,0 0 0,0 0 0,0 0 0,0 0 0,0 0 0,-1 0 0,1-1 0,0 1 0,0 0 0,0 0 0,0 0 0,0 0 0,0 0 0,0-1 0,0 1 0,0 0 0,0 0 0,0 0 0,0 0 0,0-1 0,0 1 0,0 0 0,0 0 0,0-1 0,7-6 0,-6 6 0,86-64-4484,-61 49 1108,-1-2 0,-1-1 1,31-32-1,-33 20-9003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2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299 191 3970,'0'0'11341,"7"-14"-9892,20-48-331,-26 59-1046,0 1 1,0 0 0,-1 0 0,1 0 0,-1-1 0,0 1-1,0 0 1,0 0 0,0-1 0,0 1 0,0 0 0,0-1 0,-1 1-1,1 0 1,-1 0 0,0 0 0,1-1 0,-1 1 0,0 0-1,0 0 1,-1 0 0,1 0 0,0 0 0,-1 1 0,1-1-1,-1 0 1,1 1 0,-4-3 0,-2-1 176,0 0 0,-1 0 0,0 1 0,0 0 0,-11-4 0,12 5 16,1 0-190,1 1 0,-1-1 1,0 1-1,0 0 0,0 1 1,0-1-1,-1 1 0,1 0 1,0 1-1,0 0 0,-1 0 1,1 0-1,0 1 1,-1-1-1,1 1 0,0 1 1,0 0-1,0-1 0,0 2 1,0-1-1,0 1 0,1 0 1,-1 0-1,1 0 0,0 1 1,0 0-1,0 0 0,0 0 1,1 1-1,0-1 0,0 1 1,0 0-1,0 0 0,1 1 1,0-1-1,-3 7 1,-1 3 78,1 0 0,0 1 1,1 0-1,0 0 0,2 0 1,-3 20-1,-3 106 756,9-115-774,-2 101 570,28 242-1,-20-314-1172,-3 77-1,-4-94-1908,-19-46-8898,6-16 4492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27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0 151 9732,'0'0'12508,"24"10"-10702,168 81 2118,-57-34-1205,-153-108-764,14 38-1942,0-1 0,0 0 0,2-1-1,0 1 1,0 0 0,1-22 0,1 28-11,0 0 1,1 0-1,0-1 1,0 1-1,1 0 1,0 0 0,0 0-1,1 0 1,0 0-1,0 1 1,1-1-1,6-8 1,-9 14-117,1 0-1,-1 0 1,1 0-1,-1 0 1,1 1 0,0-1-1,0 1 1,0-1 0,0 1-1,0 0 1,0-1-1,0 1 1,1 0 0,-1 1-1,0-1 1,1 0-1,-1 1 1,0-1 0,1 1-1,-1-1 1,4 1-1,0 1-695,0 1-1,0-1 0,-1 1 0,1 0 1,0 0-1,9 6 0,-9-5-192,0 0 0,1 0 0,-1 0 1,1-1-1,13 3 0,13-4-8255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28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48 13670,'0'0'16349,"-21"9"-14655,-66 28-800,84-36-888,1 1 0,-1-1-1,1 1 1,0 0 0,-1 0 0,1 0 0,0 0 0,0 0-1,1 1 1,-1-1 0,0 0 0,1 1 0,-1 0-1,1-1 1,0 1 0,0 0 0,0-1 0,0 1 0,0 0-1,1 0 1,-1 0 0,1 0 0,0 0 0,0 0-1,0 0 1,0-1 0,0 1 0,1 3 0,0 5-15,-1 3 9,-1-9 0,1 1 0,0-1 0,0 0 0,1 0 0,0 1 0,-1-1 0,2 0 0,1 6 0,-2-9 0,0 0 0,1-1 0,-1 1 0,0-1 0,1 1 0,0-1 0,-1 0 0,1 1 0,0-1 0,-1 0 0,1 0 0,0 0 0,0 0 0,0-1 0,0 1 0,0 0 0,0-1 0,0 0 0,0 1 0,0-1 0,0 0 0,0 0 0,0 0 0,4-1 0,0 2-1,-1-1 0,0 0-1,1-1 1,-1 1 0,1-1 0,-1 0-1,0 0 1,0-1 0,0 1 0,1-1 0,-2-1-1,1 1 1,0-1 0,0 1 0,-1-1-1,1-1 1,-1 1 0,0 0 0,0-1-1,0 0 1,-1 0 0,1 0 0,-1-1 0,0 1-1,0-1 1,-1 0 0,1 1 0,-1-1-1,0 0 1,0-1 0,-1 1 0,1 0 0,-1 0-1,-1-1 1,1 1 0,0-7 0,-1-16-207,1 21 178,0 0 0,-1-1 1,0 1-1,0 0 0,0 0 0,-1 0 1,0 0-1,-1 0 0,0 0 0,0 0 1,0 0-1,-1 0 0,-6-10 0,43 16-210,-20 5 291,0 1 0,-1 0 0,0 1 0,0 0-1,14 10 1,-20-11 8,1-1 0,-1 2 0,0-1 0,-1 1 0,1 0-1,-1 0 1,0 1 0,-1 0 0,8 12 0,-11 6-39,-2-19-22,2-11 0,0-5 2,1 0 0,1 1 0,0-1 0,0 1 0,1 0 0,0 1 0,1-1 0,9-11 0,-12 16 0,1 0 0,-1 0 0,1 0 0,0 1 0,1-1 0,-1 1 0,0 0 0,1 0 0,0 0 0,0 1 0,0 0 0,0 0 0,0 0 0,0 0 0,0 1 0,1 0 0,9-1 0,-15 2 0,1 1 0,0-1 0,0 0 0,0 1 0,0-1 0,0 1 0,0-1 0,-1 1 0,1-1 0,0 1 0,-1 0 0,1-1 0,0 1 0,-1 0 0,1-1 0,0 1 0,-1 0 0,1 0 0,-1 0 0,0 0 0,1-1 0,-1 1 0,0 0 0,1 0 0,-1 0 0,0 0 0,0 0 0,0 0 0,0 0 0,0 0 0,0 0 0,0 0 0,0 0 0,0 0 0,-1 0 0,1 0 0,-1 1 0,1 0 0,-1 30 0,0-22 0,0 0 0,1 0 0,0 1 0,1-1 0,0 0 0,1 0 0,3 13 0,-4-17-208,-1-6-83,1 0 1,-1 0-1,0 0 0,1 0 1,-1 0-1,1 0 1,-1 1-1,0-1 0,1 0 1,-1 0-1,1 0 1,-1 0-1,0-1 0,1 1 1,-1 0-1,0 0 0,1 0 1,-1 0-1,1 0 1,-1 0-1,0-1 0,1 1 1,10-12-7849,3-13-489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28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11269,'0'0'14361,"0"29"-10858,0 230 131,-2-202-3634,0-39 0,1-1 0,1 1 0,0-1 0,1 1 0,1-1 0,1 0 0,8 30 0,-10-46 0,0-1 0,0 1 0,0 0 0,0-1 0,0 1 0,0-1 0,0 0 0,0 1 0,0-1 0,0 0 0,0 1 0,1-1 0,-1 0 0,0 0 0,0 0 0,0 0 0,0 0 0,0 0 0,0 0 0,1-1 0,-1 1 0,0 0 0,0-1 0,0 1 0,0-1 0,0 1 0,0-1 0,0 1 0,0-1 0,1-1 0,5-4-580,0-1 1,-1-1-1,1 1 1,5-12-1,1-1-2763,-2-2 1,10-22-1,-2 3-7006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28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9396,'0'0'18649,"121"18"-16792,-60-18-1121,0 0-592,-6 0-144,-8 0-1120,-6 0-2498,-14-5-3041,-7-8-11045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29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4946,'0'0'13489,"19"14"-8484,45-12-1334,-5-11-4597,-1-9-4224,1-5-3855,-13 3-464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0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3778,'0'0'20937,"34"14"-20312,-21-14-465,8 0-160,6 0-48,0 0-1265,7 0-1392,0 0-1793,-1 0-2818,8 0-719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0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11493,'0'0'15111,"-41"70"-14631,41-56-400,0 0-80,0-1-384,0 3-1056,0 2-1074,0 5-767,0-1-1201,0 3-1361,0 2-656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0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5891,'0'0'8356,"-27"137"-5747,27-112-1537,0-2-640,0-1-352,0 1-80,0 2-1232,14-3-2146,-7 3-1552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5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1 148 720,'0'0'10232,"1"9"-2659,6 16-5723,0-12-1480,-1 0 0,1 0 0,-2 0 0,0 1 1,-1 0-1,0 0 0,-1 1 0,-1-1 0,0 0 0,-1 1 1,-1 20-1,0-35-360,0 1 0,0-1 1,0 0-1,0 0 0,-1 1 0,1-1 1,0 0-1,0 1 0,0-1 1,0 0-1,-1 0 0,1 1 1,0-1-1,0 0 0,-1 0 0,1 0 1,0 1-1,0-1 0,-1 0 1,1 0-1,0 0 0,0 0 1,-1 0-1,1 1 0,0-1 0,-1 0 1,1 0-1,0 0 0,-1 0 1,1 0-1,0 0 0,-1 0 1,1 0-1,0 0 0,0 0 0,-1 0 1,1 0-1,0 0 0,-1-1 1,1 1-1,0 0 0,-1 0 1,1 0-1,0 0 0,0 0 0,-1-1 1,0 1-10,0-1-1,0 1 1,1-1 0,-1 1 0,0-1 0,0 1 0,0-1-1,1 1 1,-1-1 0,0 0 0,1 1 0,-1-1 0,0 0-1,1 0 1,-1 1 0,1-1 0,-1 0 0,1 0 0,0 0-1,-1-1 1,-3-17-27,2 0-1,0 0 1,0 0 0,2-1-1,1 1 1,0 0-1,1 0 1,1 0-1,1 0 1,6-18-1,-8 33 19,0-2-94,0 0-1,1 1 0,-1-1 0,1 1 1,0-1-1,5-5 0,-7 11 87,-1-1 0,1 1 1,-1-1-1,1 1 0,0-1 0,-1 1 0,1-1 0,-1 1 0,1 0 1,0-1-1,-1 1 0,1 0 0,0 0 0,0 0 0,-1-1 1,1 1-1,0 0 0,-1 0 0,1 0 0,0 0 0,0 0 0,-1 0 1,2 1-1,-1-1 13,1 1-1,0 0 1,-1 0 0,1 0 0,-1 0 0,0 0 0,1 0-1,-1 0 1,0 1 0,0-1 0,1 0 0,-1 1 0,0-1-1,0 2 1,3 4 8,1-1 0,-1 0-1,1 0 1,0 0 0,1-1 0,-1 1-1,1-1 1,0-1 0,0 1 0,0-1-1,1 0 1,0 0 0,0-1-1,0 0 1,0 0 0,0-1 0,0 0-1,1 0 1,-1-1 0,1 0 0,13 1-1,-7-1-5,1-1-1,0 0 0,-1-1 0,1 0 1,-1-1-1,1-1 0,-1 0 1,17-7-1,-26 9 30,-1-2 1,1 1-1,-1 0 1,1-1-1,-1 0 1,0 0-1,0 0 1,0-1-1,-1 1 1,1-1-1,-1 0 1,0 0-1,0 0 0,0 0 1,-1-1-1,1 1 1,-1-1-1,0 0 1,0 1-1,-1-1 1,1 0-1,-1 0 1,0 0-1,-1 0 1,1 0-1,-1 0 1,0-6-1,0 9 64,-1 0 0,1 0 0,-1 0 0,1 0 0,-1-1 0,0 1 0,0 1-1,0-1 1,0 0 0,0 0 0,0 0 0,0 0 0,-1 1 0,1-1 0,-1 1 0,1-1 0,-1 1 0,0-1 0,1 1 0,-1 0 0,0 0 0,0 0-1,0 0 1,0 0 0,0 0 0,0 1 0,0-1 0,0 1 0,0-1 0,0 1 0,-1 0 0,-2 0 0,2-1-37,0 1 1,0-1 0,0 1-1,0 0 1,-1 0 0,1 0-1,0 1 1,0-1-1,0 1 1,0 0 0,0 0-1,0 0 1,0 0 0,0 0-1,0 1 1,0-1-1,0 1 1,1 0 0,-1 0-1,-3 4 1,2 0-21,1 0 0,-1 0 0,2 1 0,-1-1 1,1 1-1,0-1 0,0 1 0,1 0 0,0 0 0,0 0 0,1 0 1,-1 0-1,1 0 0,1 0 0,0 0 0,0-1 0,0 1 0,1 0 1,3 8-1,-3-9-200,0-1 1,1 1 0,-1-1 0,1 0 0,1 0-1,-1 0 1,1-1 0,-1 1 0,1-1-1,1 0 1,-1 0 0,1 0 0,-1 0-1,1-1 1,0 0 0,0 0 0,1 0 0,-1-1-1,1 1 1,-1-1 0,1-1 0,0 1-1,10 1 1,44 1-4334,1-10-3362,-21-11 852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5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 11493,'0'0'14044,"-20"16"-12473,-150 123 3005,166-135-4525,0 0 1,0-1 0,0 1-1,1 0 1,0 1-1,-1-1 1,1 1-1,1-1 1,-1 1 0,1 0-1,0 0 1,0 0-1,0 0 1,1 1 0,-1-1-1,1 0 1,1 1-1,-1-1 1,1 0-1,0 8 1,1-12-58,0 0-1,0 0 1,0 0 0,1 0 0,-1 0-1,0 0 1,1 0 0,-1 0 0,0 0-1,1-1 1,-1 1 0,1-1-1,-1 1 1,1-1 0,-1 1 0,1-1-1,0 0 1,-1 0 0,1 0 0,0 0-1,-1 0 1,1 0 0,-1 0 0,3-1-1,46-2-346,-39-2 191,1 0 0,-1 0 0,0-1 0,-1 0 0,0-1 0,0 0 0,0 0 0,-1-1 0,0-1 0,14-16 0,-21 23 194,-1 0 0,0 0 0,0 0 0,0 0 0,0 0-1,-1 0 1,1 0 0,0-1 0,-1 1 0,0 0 0,1 0 0,-1-1-1,0 1 1,0 0 0,-1-3 0,1-2 1360,0 50-1135,0-42-480,0 1 1,0-1 0,0 1 0,0-1 0,0 0-1,0 1 1,0-1 0,0 1 0,1-1 0,-1 1 0,1-1-1,-1 0 1,1 1 0,-1-1 0,1 0 0,0 0-1,-1 1 1,1-1 0,0 0 0,0 0 0,0 0-1,0 0 1,1 1 0,1-1-656,1 0-1,-1 0 1,0 0-1,0-1 1,1 1-1,-1-1 1,0 0-1,7-1 1,-3 1-151,20 0-6756,0 0-1019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6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4194,'0'0'18937,"9"9"-17161,28 30-279,-26-27-578,-4-5 1665,-7-11-75,-3-21-2289,2-21-96,-1 31-130,1-1 0,1 0 0,1 0 1,0 1-1,1-1 0,5-18 0,-6 33-120,-1 0-1,1-1 1,0 1 0,0 0-1,0-1 1,0 1 0,0 0-1,0 0 1,0 0 0,0 0-1,0 0 1,0 0 0,1 0-1,-1 0 1,0 0 0,1 1-1,-1-1 1,1 0 0,-1 1-1,1 0 1,-1-1 0,1 1-1,-1 0 1,1-1 0,-1 1-1,1 0 1,-1 0 0,1 0-1,-1 1 1,3-1 0,49 14-7800,-45-11 6266,25 6-7729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6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16392,'0'0'15412,"-2"16"-14598,0 48-765,2 1 1,10 69 0,-5-102-50,2 9 0,2 55 0,-9-95-164,0-1-1,0 1 1,0 0-1,1-1 1,-1 1-1,0-1 1,1 1-1,-1-1 1,0 1-1,1-1 1,-1 0-1,1 1 1,-1-1-1,1 1 1,-1-1-1,1 0 1,-1 1-1,1-1 1,-1 0-1,1 0 1,-1 1-1,1-1 1,-1 0-1,1 0 1,0 0-1,-1 0 1,1 0-1,-1 0 1,1 0-1,0 0 1,-1 0-1,1 0 1,-1 0-1,1 0 1,0 0-1,-1 0 1,1 0-1,-1-1 1,1 1 0,-1 0-1,1 0 1,-1-1-1,1 1 1,-1 0-1,1-1 1,-1 1-1,1-1 1,-1 1-1,0-1 1,1 1-1,-1 0 1,1-1-1,-1 1 1,1-2-1,6-21-7289,0-11-3049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7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87 184 7908,'0'0'17685,"5"-1"-16511,106-16 2276,128-24-2845,-88 2-615,-61 14-145,1 4 0,182-18 0,-271 39 209,-1-1 0,1 1-1,0 0 1,0 0 0,-1 0-1,1 0 1,0 0 0,0 1-1,-1-1 1,1 0 0,0 1-1,-1-1 1,1 1 0,0 0-1,-1-1 1,1 1 0,-1 0-1,1 0 1,-1 0 0,1 0-1,-1 0 1,0 1 0,1-1-1,-1 0 1,0 0 0,0 1-1,0-1 1,0 1 0,0-1-1,0 1 1,-1 0 0,1-1-1,0 1 1,-1 0 0,0-1-1,1 1 1,-1 0 0,0-1-1,1 4 1,5 18 219,6 6-273,32 54 0,-12-23 0,104 235 0,-132-286 0,-1 1 0,1 0 0,-2 0 0,1 0 0,-2 1 0,1-1 0,-1 12 0,-43-46 0,29 20 0,0-1 0,-1 2 0,1-1 0,-1 2 0,0 0 0,-17 0 0,-88 5 0,77-1 0,-66 9 0,1 5 0,-109 30 0,103-21 0,-375 90 0,535-123-590,-22 4-1388,-1 0-1,36-12 0,-20 1-7262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7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3666,'0'0'25083,"14"0"-23050,-1 0-720,8 0-641,6-2-672,0-3 0,7 1 0,0 1 0,-7-3 0,7-1-848,-1-2-1874,8-7-1856,0-4-5538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1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14871,'0'0'15847,"54"-57"-15847,-34 53-48,7-1-720,7 1-1041,-7-3-1056,14 0-1217,-14-2-3378,7-2-1648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1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8292,'0'0'17224,"0"-16"-17224,13 14-433,1 0-1695,13-5-1506,0-7-3153,0-4-3794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1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78 10741,'0'0'20537,"-20"-21"-20072,40 12-369,1 2-96,13-2-529,-7 3-863,0-1-1298,-7 0-223,-6 3-817,-8-1-688,1 3-1328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1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2209,'122'-79'2513,"-129"79"-112,-6 0 513,6 2-1650,0 0-1264,1-2-208,-1 0-4098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2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3922,'0'0'15575,"22"9"-6795,0 8-7561,-18-13-921,0-1-1,0 0 0,0 1 1,0-2-1,1 1 0,0 0 1,-1-1-1,1 0 0,0 0 1,10 2-1,16 0-297,0-1 0,39-2 0,-37-1 0,56 7 0,-82-6 0,-4-1 0,-1 0 0,0 1 0,1-1 0,-1 1 0,0-1 0,1 1 0,-1 0 0,0 0 0,0 0 0,3 2 0,-5-2 0,1-1 0,-1 0 0,0 0 0,0 1 0,0-1 0,1 0 0,-1 1 0,0-1 0,0 0 0,0 1 0,0-1 0,0 0 0,0 1 0,0-1 0,0 0 0,0 1 0,0-1 0,0 0 0,0 1 0,0-1 0,0 1 0,0-1 0,0 0 0,0 1 0,0-1 0,0 0 0,0 1 0,-1-1 0,1 0 0,0 0 0,0 1 0,0-1 0,-1 0 0,1 1 0,0-1 0,0 0 0,-1 0 0,1 1 0,0-1 0,0 0 0,-1 0 0,1 0 0,0 0 0,-1 1 0,1-1 0,0 0 0,-1 0 0,1 0 0,0 0 0,-1 0 0,1 0 0,-1 0 0,-23 10 0,21-9 0,-6 4 0,0 0 0,1 1 0,-1-1 0,1 2 0,0-1 0,1 1 0,0 0 0,0 1 0,0 0 0,1 0 0,-6 9 0,1 1 0,0 1 0,1 1 0,1 0 0,-7 21 0,4 6 0,11-38 0,-1 0 0,-1 1 0,1-1 0,-1 0 0,-1 0 0,0-1 0,-6 11 0,9-15-574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43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16 109 352,'0'0'1566,"-5"-13"5025,2 10-6979,2 0 54,0-1 1,-1 0-1,1 1 1,1-1-1,-1 0 0,0 0 1,1 0-1,0 1 1,0-1-1,0 0 0,0 0 1,2-4-1,-2-2-1260,0 10 1325,0-2-617,0 1 822,0-1 0,0 0-1,0 1 1,0-1 0,0 1 0,1-1 0,-1 1-1,1-1 1,-1 1 0,1-1 0,0 1-1,-1-1 1,3-1 0,-3-2-72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44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47 208,'0'0'2070,"4"-2"-1862,26-13 923,11-10 17932,-48 21-15265,6 4-3838,1 0 0,0 0-1,-1-1 1,1 1 0,-1 0 0,1 0 0,0 0 0,-1 0 0,1 0 0,-1 0 0,1 0 0,0 0 0,-1 0 0,1 0 0,-1 1 0,1-1 0,0 0 0,-1 0 0,1 0 0,-1 0-1,1 1 1,0-1 0,-1 0 0,1 0 0,0 0 0,-1 1 0,1-1 0,0 0 0,0 1 0,-1-1 0,1 0 0,0 1 0,0-1 0,0 0 0,-1 1 0,1-1 0,0 1 0,0-1 0,0 0-1,0 1 1,0-1 0,0 1 0,-7 12-6351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46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23 2065,'0'0'6936,"6"-15"6308,-7 13-11331,-7 0-1776,0 0 0,-1 1 1,1 1-1,0-1 0,-1 2 1,1-1-1,-1 1 0,1 0 1,-1 0-1,1 1 0,0 1 1,0-1-1,0 1 0,0 0 0,1 1 1,-1 0-1,1 0 0,-8 6 1,-5 4 260,1 0 1,0 1-1,1 2 0,1-1 1,-17 23-1,31-34-288,0 0 0,1 0-1,0 0 1,1 0 0,-1 0-1,1 1 1,0-1 0,0 1-1,0-1 1,1 1 0,0-1 0,0 1-1,1 7 1,0 4 185,-1-15-272,1 1 0,-1-1 0,1 1 1,-1-1-1,1 1 0,0-1 1,0 1-1,0-1 0,0 0 0,1 0 1,-1 1-1,1-1 0,-1 0 1,1 0-1,0-1 0,0 1 1,0 0-1,0-1 0,0 1 0,0-1 1,0 1-1,0-1 0,1 0 1,-1 0-1,0 0 0,5 1 0,-1 0-4,0 0 0,-1-1 0,1 0-1,0 0 1,0 0 0,-1-1 0,1 0-1,0 0 1,0 0 0,0-1 0,7-1-1,8-7 10,1-1-1,-2-1 1,1-1-1,-2 0 0,1-2 1,33-30-1,-43 34-20,-1 3-1,-1-1 0,0 1 0,0-2-1,-1 1 1,0-1 0,0 0-1,-1 0 1,0-1 0,7-17-1,-9 6 332,-9 48-4,5 42-333,3-1 0,14 86 0,-5-73 0,-3 1 0,-3 105 0,3-214 0,3-9 0,-6 11-2736,15-8-7739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47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60 624,'0'0'5283,"-2"-6"-3530,-4-7-745,3-8 5571,3 20-6285,0 1-1,0-1 1,1 0-1,-1 0 0,0 1 1,0-1-1,1 0 1,-1 0-1,0 1 1,1-1-1,-1 0 0,1 1 1,-1-1-1,1 0 1,-1 1-1,1-1 1,-1 1-1,1-1 1,0 1-1,-1-1 0,1 1 1,1-1-1,18-3 1018,-14 4-1107,0 0 0,-1 1 1,1-1-1,-1 1 1,1 1-1,0-1 0,-1 1 1,0 0-1,1 0 1,-1 0-1,0 1 0,0 0 1,0 0-1,-1 0 0,1 0 1,-1 1-1,0 0 1,0 0-1,0 0 0,0 0 1,-1 1-1,5 7 0,-2 1-1431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32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2593,'0'3'19348,"0"5"-14606,7 46-3383,3-4-498,-2 0-1,-2 0 1,-2 1-1,-4 89 1,-1-59-439,-3-40-422,2-35 0,1-28 0,6-19-4052,15-15-9205,-17 48 11576,10-17-10319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33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18 1585,'0'0'12429,"-7"-11"-5364,4 12-6787,0 0 0,-1 0 0,1 0-1,0 0 1,0 0 0,1 1 0,-1-1 0,0 1 0,0 0 0,1 0 0,-1 0 0,1 0-1,0 0 1,-1 0 0,1 1 0,0-1 0,0 1 0,1 0 0,-4 5 0,-31 64 1913,30-59-1643,-3 14-124,1 0 0,1 0 0,1 0 0,1 1-1,2-1 1,1 1 0,2 51 0,2-78-424,-1 0 0,0 0 0,0 0 0,1 0 0,-1 0 0,0 0 0,1 0 0,-1-1 0,1 1 0,-1 0 0,1-1 0,-1 1 0,1-1 0,0 0 0,-1 0 0,1 1 0,0-1 0,-1 0 0,1 0 0,-1 0 0,4-1 0,41-2 0,-38-1 0,1 0 0,-1 0 0,0-1 0,0-1 0,0 1 0,0-1 0,-1-1 0,0 1 0,-1-1 0,9-11 0,7-6 0,-16 16 0,-1 0 0,1 0 0,-1-1 0,-1 0 0,1 0 0,-2 0 0,1-1 0,-1 1 0,3-20 0,-4 12 0,0 1 0,-1 0 0,-1-1 0,-2-17 0,0-10 0,2 41 0,0 0 0,0 0 0,-1 1 0,1-1 0,-1 0 0,0 1 0,0-1 0,0 1 0,0-1 0,0 1 0,0-1 0,-1 1 0,1 0 0,-1 0 0,0 0 0,0 0 0,1 0 0,-1 0 0,-1 0 0,1 0 0,0 1 0,0-1 0,-1 1 0,1-1 0,0 1 0,-1 0 0,1 0 0,-1 0 0,0 1 0,1-1 0,-1 1 0,0-1 0,-3 1 0,2-1 0,0 1 0,0 0 0,0 0 0,0 0 0,0 0 0,0 1 0,0-1 0,0 1 0,0 0 0,0 1 0,0-1 0,0 1 0,1-1 0,-1 1 0,1 0 0,-1 0 0,1 1 0,0-1 0,-1 1 0,1 0 0,1 0 0,-5 4 0,-12 27 0,19-31 0,1-2-389,0-1 1,1 1-1,-1-1 1,0 1-1,1-1 1,-1 1-1,0-1 1,1 0-1,-1 0 1,0 0-1,1 0 1,-1 0-1,1 0 1,-1 0-1,3-1 1,7 1-6068,0 2-3154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6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9124,'0'0'14727,"13"0"-13751,-6-4-367,7-1-81,-8 3-352,8-3-80,-1 1-96,1-1-16,-1 1-1169,8 1-1408,6 1-720,0 0-3394,7 2-1953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7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7828,'0'0'19176,"47"-11"-18407,-26 9-513,-1-3-256,0 1-32,1 4-336,6-3-1137,0 3-912,7 0-1361,6-2-1280,1-2-1713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7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11941,'0'0'15496,"21"0"-15320,-15 0-176,15 0-16,-1 0-817,0 0-1088,14 0-2000,7 0-1954,6 0-880,7-9-1137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7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2689,'0'0'23579,"34"7"-22923,-20-7-304,13 0-287,7 0-65,6 0-113,1 0-1391,0 0-1217,6 0-993,0 0-3361,8 0-2130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7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9188,'0'0'16648,"54"0"-16024,-27 0-496,14 0-128,0 0-32,6 0-944,7 0-1585,7-2-2658,0-7-3089,0-5-832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7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13238,'0'0'12822,"48"-2"-12806,-28 0-16,14 2-320,7 0-1313,-1 0-64,8 0-2609,-1 0-2593,1 0 16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8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10085,'0'0'9652,"48"2"-9652,-21-2-352,7 0-1601,13 0-2113,7 0-3505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8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15911,'0'0'12822,"0"5"-12822,13-5-144,-6 2-560,6 0-737,1 0-1184,6-2-2177,-6 0-3442,6 0-1681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8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4002,'0'0'26572,"-81"50"-25660,74-41-671,0 0-241,0 0-16,1 4-881,-8 3-1232,1 2-1120,-15 3-2210,1-3-3745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13718,'0'0'14439,"-81"70"-14359,81-63-80,0-2-160,0 4-993,0 2-944,0 3-1456,0-1-849,0 5-2802,-14-2-1007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8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7363,'0'0'18777,"-101"79"-17689,101-70-671,-7 0-305,7 2-112,-7-2-368,7 3-1137,0 3-1745,0-3-2352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9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14311,'0'0'10180,"-34"14"-10372,34-12-368,0 5-4354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9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12630,'-47'54'6307,"47"-56"-6307,7-3-304,-1 1-2098,1 2-3408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50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6947,'0'0'13646,"7"-16"-6920,-7 357-1278,1-339-5448,3-1 0,1 0 0,-1 0 0,1-1 0,-1 1 0,1-1 0,-1 0 0,1 0 0,8-2 0,4 0 0,-5 2 0,0-2 0,0 1 0,0-2 0,0 1 0,0-2 0,-1 1 0,12-7 0,78-42 0,-51 25 0,29-20 0,-57 33 0,0 0 0,1 2 0,33-13 0,-47 21 0,-9 4-78,1 0 0,-1 0 1,0 0-1,1 1 0,-1-1 0,1 0 1,-1 0-1,0 1 0,1-1 0,-1 0 1,0 1-1,1-1 0,-1 0 0,0 1 1,1-1-1,-1 0 0,0 1 0,0-1 1,1 1-1,-1-1 0,0 0 0,0 1 1,0-1-1,0 1 0,0-1 0,0 1 1,0-1-1,0 1 0,0-1 0,0 1 1,0-1-1,0 0 0,0 1 0,0-1 1,0 1-1,0-1 0,0 1 0,-3 18-6902,-8-10-2566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18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5186,'0'0'11312,"0"9"-7227,22-7-2402,27-1-667,-46-1-997,-1 0-1,0-1 1,1 1 0,-1 0-1,0-1 1,0 1 0,1-1 0,-1 0-1,0 0 1,0 0 0,0 0 0,0 0-1,0 0 1,0-1 0,3-2-1,0-2 3,-1 0 0,0 0-1,0 0 1,0-1-1,-1 0 1,0 1-1,0-1 1,-1 0-1,1-1 1,-2 1 0,1 0-1,-1 0 1,0-1-1,-1 1 1,1-1-1,-2-9 1,0 15-20,1 1-1,0-1 1,-1 1 0,1 0 0,-1-1 0,0 1-1,1 0 1,-1 0 0,0-1 0,0 1-1,0 0 1,0 0 0,0 0 0,0 0-1,0 0 1,0 0 0,0 0 0,-1 1 0,1-1-1,0 0 1,-1 1 0,1-1 0,0 1-1,-1-1 1,1 1 0,0-1 0,-1 1-1,1 0 1,-1 0 0,1 0 0,-1 0-1,1 0 1,-2 0 0,0 0 2,1 0 0,-1 0 1,0 0-1,1 0 0,-1 0 1,0 1-1,1-1 0,-1 1 0,0 0 1,1-1-1,-1 1 0,1 1 0,0-1 1,-1 0-1,1 0 0,0 1 0,0 0 1,-3 2-1,-1 6 101,0 0 0,1 1 1,0 0-1,1 0 0,0 0 0,0 0 1,2 1-1,-1-1 0,2 1 0,-1 0 0,1-1 1,1 1-1,0 0 0,3 16 0,-2-25-122,0-1-1,0 0 0,0 1 1,0-1-1,0 0 1,0 1-1,1-1 0,-1 0 1,1 0-1,-1 0 0,1 0 1,0 0-1,0 0 0,0-1 1,0 1-1,0-1 1,0 1-1,1-1 0,-1 0 1,0 0-1,1 0 0,-1 0 1,1 0-1,-1-1 0,1 1 1,-1-1-1,6 1 0,8 1-929,0-1 0,0-1-1,22-2 1,-25 1-147,0-1 10,1 0 1,-1-1 0,0-1-1,0 0 1,0-1-1,0 0 1,-1-1-1,0 0 1,0-1-1,0 0 1,17-15 0,17-22 640,-13-5 4734,-16 28-1701,-16 19-2103,1 1 0,0-1 0,-1 0 0,1 0 0,-1 0 0,1 0 0,-1 0 1,0 0-1,0 0 0,0 0 0,0-1 0,1-4 5856,12 42-2527,-13-32-3798,0-1 1,0 1-1,1-1 0,-1 1 0,1-1 0,-1 0 0,1 0 1,0 0-1,0 0 0,0 0 0,0 0 0,0 0 0,0-1 1,1 1-1,-1-1 0,0 1 0,1-1 0,-1 0 0,1 0 1,0 0-1,-1-1 0,1 1 0,5 0 0,-4-1-89,0-1 0,0 0 0,0 0 0,-1 0 0,1-1 1,0 1-1,-1-1 0,1 0 0,-1 0 0,0 0 0,0 0 0,0-1 0,0 1 0,0-1 0,5-6 0,5-8-169,-12 14 358,0 0 0,1 0 0,0 1 0,0-1 0,0 1 0,0-1 0,0 1 0,0 0 0,1 0 0,-1 0 0,6-3 0,-9 8-78,1 1 0,1-1-1,-1 1 1,0-1 0,1 1 0,0-1-1,0 0 1,0 1 0,1 3-1,0-5-157,0 0 1,0 0-1,0 0 0,1 0 0,-1 0 0,0-1 1,1 1-1,-1-1 0,1 1 0,0-1 0,-1 0 0,1 0 1,0 0-1,0-1 0,-1 1 0,1 0 0,5-1 0,57 0-5304,-43-2 2567,24-1-4019,2-9-1905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19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38 8900,'0'0'15170,"-14"-1"-14274,-43-1-304,54 1-576,0 1-1,0 0 0,0 0 0,0 0 0,0 1 1,0-1-1,0 0 0,0 1 0,0 0 0,1 0 1,-1 0-1,0 0 0,0 0 0,1 1 0,-1-1 1,1 1-1,-1-1 0,1 1 0,0 0 1,-1 0-1,1 0 0,0 1 0,0-1 0,1 0 1,-1 1-1,0-1 0,1 1 0,0-1 0,-1 1 1,1 0-1,0 0 0,0-1 0,1 1 0,-1 0 1,0 0-1,1 0 0,0 0 0,0 0 0,0 3 1,4-5-53,0 0 0,1 0 0,-1 0 0,0-1 0,0 0 0,1 1 1,-1-2-1,5 1 0,-5-1-24,4 1-51,0-2 0,-1 1-1,1-1 1,0 0-1,-1-1 1,0 0 0,1 0-1,-1-1 1,-1 0-1,1 0 1,8-7 0,1-1 73,-1 0 0,0-2 0,17-19 0,-65 87 4982,-21 58-4210,43-89-132,-182 360 1608,184-365-2198,0-1-11,3-8 0,0 1 0,1 0 0,0 1 0,1-1 0,0 1 0,1 0 0,0 0 0,-2 20 0,5-30 0,0-1 0,1 1 0,-1 0 0,0-1 0,0 1 0,0-1 0,1 1 0,-1-1 0,0 1 0,1-1 0,-1 1 0,0-1 0,1 1 0,-1-1 0,1 1 0,-1-1 0,1 0 0,-1 1 0,1-1 0,-1 0 0,1 1 0,-1-1 0,1 0 0,0 0 0,-1 1 0,1-1 0,-1 0 0,1 0 0,0 0 0,-1 0 0,1 0 0,-1 0 0,1 0 0,0 0 0,-1 0 0,1 0 0,0 0 0,-1 0 0,1-1 0,-1 1 0,2 0 0,0-1 0,18-2 0,1 0 0,-1-2 0,0 0 0,-1-2 0,1 0 0,-1-1 0,25-15 0,8-1 0,8 0 0,-36 16 0,-1-2 0,0 0 0,29-19 0,-50 28-215,-1 0-1,0 0 1,0 0 0,0 0-1,0-1 1,0 1 0,0 0-1,0-1 1,0 1 0,-1 0-1,1-1 1,0 1 0,-1-1 0,0 1-1,1-3 1,0-2-1116,0 1 0,-1 0 0,0-1 1,0 1-1,0 0 0,-1 0 0,-1-6 0,-4-7-7852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19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8612,'0'0'16818,"1"31"-12114,-1-29-4666,0 0 0,1 0 0,-1 1 0,0-1-1,1 0 1,-1 0 0,1 0 0,0 0 0,0 0 0,0-1 0,0 1 0,0 0 0,0 0 0,0 0 0,1-1 0,-1 1 0,1-1-1,-1 1 1,1-1 0,-1 0 0,1 1 0,0-1 0,0 0 0,-1 0 0,1 0 0,0 0 0,0-1 0,0 1 0,0 0 0,0-1 0,0 1-1,1-1 1,-1 0 0,0 0 0,0 0 0,0 0 0,0 0 0,0 0 0,0-1 0,0 1 0,0-1 0,4 0 0,6-4-359,-1-1 0,1 1 0,-1-2 1,0 0-1,15-12 0,-20 14 359,84-59-414,-86 153 3641,-4-88-3453,0 0 0,0 0 0,1 0 1,-1 0-1,0 0 0,1 0 0,-1-1 0,1 1 0,-1 0 1,1 0-1,-1 0 0,1-1 0,0 1 0,-1 0 0,1 0 1,0-1-1,0 1 0,0-1 0,-1 1 0,1-1 0,0 1 1,0-1-1,0 1 0,0-1 0,0 0 0,0 0 0,0 1 1,0-1-1,0 0 0,0 0 0,0 0 0,1 0 0,42 0-10971,-32-1 7750,9 1-4509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20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4514,'0'0'17934,"7"0"-17046,47-1 1023,-38 2-1661,0-1-1,0 0 1,0-1 0,0-1-1,-1 0 1,1-1-1,-1-1 1,1 0 0,25-11-1,-40 14-252,0 1 0,-1-1 1,1 1-1,0-1 0,0 1 0,0-1 0,0 1 0,-1-1 0,1 0 0,0 1 0,0-1 0,-1 0 0,1 0 0,-1 0 0,1 1 0,-1-1 0,1 0 0,-1 0 0,1 0 0,-1 0 0,0 0 0,1 0 0,-1 0 0,0 0 1,0 0-1,0 0 0,0 0 0,0 0 0,0 0 0,0 0 0,0 0 0,0 0 0,-1 0 0,1 0 0,0 0 0,0 0 0,-1 0 0,1 0 0,-1 0 0,-1-2-12,1 1 0,-1 0 0,0 0-1,0 0 1,0 0 0,0 1 0,0-1 0,0 0-1,0 1 1,0 0 0,0-1 0,-1 1 0,-3-1 0,-3-1 55,-1 1 1,1 0 0,-1 0 0,0 1-1,0 0 1,0 1 0,0 0-1,0 0 1,1 1 0,-15 3 0,21-3 38,-1 0 1,1 0 0,-1 0 0,1 0 0,0 1-1,-1-1 1,1 1 0,0 0 0,0 0 0,0 0-1,0 0 1,0 0 0,1 1 0,-1-1-1,1 1 1,0 0 0,-1-1 0,1 1 0,0 0-1,1 1 1,-1-1 0,1 0 0,-1 0-1,1 1 1,0-1 0,0 1 0,0-1 0,1 1-1,-1-1 1,1 7 0,0-7-81,-1 10 40,1-1 1,1 1-1,0-1 0,1 1 1,5 18-1,-6-28-124,0 1 0,0-1 0,1-1 0,-1 1-1,1 0 1,0 0 0,0 0 0,0-1 0,0 1 0,1-1 0,-1 0 0,0 0 0,1 0 0,0 0 0,-1 0 0,1 0-1,0-1 1,0 1 0,0-1 0,0 0 0,0 0 0,0 0 0,1 0 0,-1 0 0,0-1 0,6 1 0,-1-1-347,1 1 0,-1-1 1,1-1-1,-1 0 1,0 0-1,1 0 1,-1-1-1,0-1 0,0 1 1,14-8-1,-3 0-895,-1-2-1,31-25 1,-21 15 455,-17 14 710,59-50-1001,-33 12 4161,-35 76 3696,-2-29-6496,1 0-1,-1 1 1,0-1-1,1 0 1,-1 0 0,1 1-1,0-1 1,-1 0-1,1 0 1,0 0-1,0 0 1,-1 0 0,1 0-1,0 0 1,0 0-1,0 0 1,0 0 0,0 0-1,0-1 1,1 1-1,-1 0 1,0-1-1,0 1 1,0-1 0,1 0-1,-1 1 1,0-1-1,3 1 1,3-2-219,1 1 0,-1-1 0,0 0 0,1-1 0,-1 1 0,0-1 0,0-1 0,0 0 0,0 0 0,11-7 0,0-2-77,-1 0 1,21-22-1,-21 18 86,-16 16 20,-1 0 1,0 0 0,0 0 0,1-1-1,-1 1 1,0 0 0,0 0-1,1 0 1,-1 0 0,0 0 0,0-1-1,1 1 1,-1 0 0,0 0-1,1 0 1,-1 0 0,0 0 0,1 0-1,-1 0 1,0 0 0,1 0-1,-1 0 1,0 0 0,0 0 0,1 0-1,-1 0 1,0 0 0,1 1-1,-1-1 1,0 0 0,0 0 0,1 0-1,-1 0 1,0 1 0,0-1-1,1 0 1,-1 0 0,0 0 0,0 1-1,0-1 1,1 0 0,-1 0-1,0 1 1,0-1 0,0 0 0,0 0-1,0 1 1,1-1 0,-1 0-1,0 1 1,0-1 0,0 0 0,0 1-1,0-1 1,0 0 0,0 0-1,0 1 1,0-1 0,0 0 0,0 1-1,0-1 1,3 37 13,-4-32-28,1 0-1,1 0 1,-1 0-1,1 0 0,0 0 1,0 0-1,2 5 0,-2-8-160,0-1 1,0 0-1,0 0 0,1 0 0,-1 0 0,0 0 0,1 0 0,-1 0 0,0-1 0,1 1 1,-1 0-1,1-1 0,1 1 0,36 2-7960,-30-3 5734,18 0-7422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20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37 4306,'0'0'19612,"-2"5"-18943,1-4-627,1 0-1,-1 0 1,1 0-1,-1 0 0,1 0 1,0 0-1,-1 0 1,1 0-1,0 0 0,0 0 1,0 0-1,0 0 1,0 0-1,0 0 1,0 0-1,0 0 0,0 0 1,0 0-1,1 0 1,-1 0-1,0-1 0,1 1 1,-1 0-1,0 0 1,1 0-1,-1 0 1,1 0-1,0 0 0,-1-1 1,1 1-1,0 0 1,0 1-1,3 0 196,0-1-1,0 1 0,0 0 1,0-1-1,1 0 1,-1 0-1,0 0 1,8 0-1,10 2 40,-1-2 0,1 0-1,0-1 1,-1-1 0,25-4-1,-43 4-269,-1 0-1,1 0 1,-1 0 0,0 0-1,1-1 1,-1 1-1,0-1 1,0 0-1,0 1 1,0-1-1,0 0 1,0 0 0,0 0-1,0 0 1,-1 0-1,1-1 1,-1 1-1,0-1 1,2-2-1,-3 3 5,0 1-1,1 0 0,-1 0 0,0 0 1,0 0-1,0-1 0,1 1 0,-1 0 1,-1 0-1,1-1 0,0 1 0,0 0 0,0 0 1,-1 0-1,1-1 0,0 1 0,-1 0 1,1 0-1,-1 0 0,1 0 0,-1 0 1,0 0-1,0 0 0,1 0 0,-1 0 0,0 0 1,0 0-1,0 1 0,0-1 0,0 0 1,0 0-1,0 1 0,0-1 0,0 1 1,0-1-1,0 1 0,-1-1 0,1 1 0,0 0 1,0 0-1,-2-1 0,-9-1 160,-1 0 0,1 0 0,0 1-1,-1 0 1,1 1 0,0 1 0,-1 0-1,1 1 1,0 0 0,0 0 0,0 2 0,0-1-1,0 2 1,-11 5 0,20-8-169,0 0 0,1 0 0,0 0 0,-1 0 0,1 0 0,0 0 0,0 1 0,0-1 0,0 1 0,0-1 0,1 1 0,-1 0 0,1 0 0,0 0 0,0-1 0,0 1 0,0 0 0,0 1 0,1-1 0,-1 0 0,1 0 0,0 0 0,0 0 0,0 0 0,0 0 0,1 0 0,-1 1 0,1-1 0,0 0 0,1 4 0,0-2 0,0-1 0,0 0 0,1 1 0,-1-1 0,1 0 0,0 0 0,0 0 0,0 0 0,1-1 0,-1 0 0,1 1 0,0-1 0,0 0 0,0-1 0,0 1 0,0-1 0,1 0 0,6 3 0,8 0-708,0-2 0,0 0 1,0-1-1,32 0 0,-22-3-2384,1-1-1,41-9 0,-5-7-11607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21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67 1024,'0'0'3074,"20"-8"-2549,107-51 12817,-142 59-7107,3 2-7371,-11 7 1779,-1 0-1,1 2 1,1 0 0,0 2-1,1 0 1,0 2 0,1 0-1,0 1 1,-26 29 0,31-29-492,1 1-1,1 1 1,1 0 0,0 0 0,1 1-1,2 1 1,-1 0 0,2 0-1,1 1 1,1 0 0,0 0 0,2 0-1,0 1 1,2 0 0,-1 41 0,3-51-128,0 0 0,1-1 1,0 1-1,1 0 0,0-1 0,6 17 1,-6-22-21,0-1-1,1 0 1,0 0 0,0 0 0,1 0 0,0 0-1,-1-1 1,1 0 0,1 0 0,-1 0 0,1 0-1,-1-1 1,1 1 0,0-1 0,9 4 0,-1-2-251,0 0 0,0-1 1,0-1-1,1 0 1,0 0-1,0-2 0,-1 1 1,1-2-1,17-1 1,-22 1-759,1-1 1,0-1 0,0 0 0,-1 0 0,1 0 0,-1-1-1,0-1 1,11-5 0,21-17-7401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21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 3249,'0'0'23931,"0"2"-22389,1 35-867,-2-1-1,-1 0 0,-2 1 0,-2-1 0,-10 35 0,11-53-869,0-2-901,0 0 0,-1 0 1,-11 21-1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22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10261,'0'0'16220,"-15"20"-14843,-51 67-248,61-79-1022,0 0 1,0 0 0,0 1 0,1 0 0,1 0 0,0 0 0,0 1-1,1-1 1,-3 15 0,-1 9 14,3-17-112,0 0 0,2 0-1,0 0 1,1 20 0,0-17-22,0-18 10,0 0 0,0 1 0,0-1 0,1 0 0,-1 0 0,0 0-1,0 0 1,1-1 0,-1 1 0,1 0 0,-1 0 0,1 0-1,-1 0 1,1 0 0,0 0 0,-1-1 0,1 1 0,0 0-1,0 0 1,-1-1 0,1 1 0,0-1 0,0 1 0,1 0-1,31 7-203,-21-7 71,-1-1 0,0-1-1,0 0 1,12-2 0,-12 0-10,0-1 0,0 0 0,-1 0 1,1-1-1,-1 0 0,0-1 0,-1 0 0,1 0 0,-1-1 0,-1-1 0,13-12 0,-15 14 122,0-1 0,-1 0 0,1 0 0,-2 0-1,1-1 1,-1 0 0,0 0 0,0 0-1,-1 0 1,0-1 0,-1 1 0,0-1-1,0 1 1,-1-1 0,1-9 0,-2 7 57,0 1 0,-1 0 0,0 0 1,-1 0-1,0-1 0,0 2 0,-1-1 0,-7-16 1,8 21-30,-1 2 1,1-1 0,-1 0-1,0 0 1,0 1 0,0-1-1,0 1 1,0 0 0,-1 0-1,0 0 1,0 1-1,1-1 1,-1 1 0,-1 0-1,1 0 1,0 0 0,0 1-1,-1 0 1,1-1 0,-1 1-1,-8 0 1,13 1-5,-38-1-1481,22 7-2827,9 8-4495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2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9748,'0'0'15901,"0"0"-15807,0 0-1,0-1 0,0 1 1,0-1-1,-1 1 1,1-1-1,0 1 1,0 0-1,0-1 1,0 1-1,0-1 1,0 1-1,0-1 0,0 1 1,0-1-1,0 1 1,0-1-1,1 1 1,-1 0-1,0-1 1,0 1-1,0-1 1,1 1-1,-1 0 0,0-1 1,0 1-1,1-1 1,-1 1-1,0 0 1,1-1-1,-1 1 1,1-1-1,7 7 149,1 1-1,-1-1 0,0 1 1,-1 0-1,0 1 1,0 0-1,0 0 1,9 16-1,-1 1 690,23 52-1,-24-37-930,-1 0 0,-1 0 0,-3 2 0,7 58 0,-4 170 0,-12-261 0,0 0 0,-1 0 0,0 0 0,0 0 0,-1 0 0,0 0 0,-1 0 0,0-1 0,-1 1 0,1-1 0,-1 0 0,-1 0 0,0 0 0,0-1 0,0 1 0,-1-1 0,0 0 0,-1-1 0,1 0 0,-1 0 0,-1 0 0,1-1 0,-1 0 0,0 0 0,-13 5 0,-39 18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23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35 4610,'0'0'15138,"-1"-6"-12121,-6-22 6825,6 30-9831,0-1 0,0 1-1,0 0 1,0 0 0,1 0 0,-1 0 0,1 0 0,-1 1 0,1-1-1,0 0 1,0 0 0,-1 0 0,2 0 0,-1 0 0,0 3-1,0 0-23,-11 39-1647,-3-3-4802,13-39 5975,-5 15-12306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23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0 14279,'0'0'15911,"-95"145"-15063,68-114-800,6 8-48,-6 1-1376,0 1-2242,0 2-2769,-7-3-7395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41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1646 66 1809,'0'0'5504,"2"-7"-4120,0 3-777,5-25-31,-4 4 7371,-21 26-7634,1 0 0,0 1 0,0 1 0,0 1 0,-27 9 0,-81 40 679,39-15-343,-1-3 3,2 2-1,-134 83 1,-118 106 741,308-205-1283,1 2 1,1 0-1,2 2 1,0 1-1,2 1 0,0 1 1,-23 40-1,-9 5 161,38-53-207,2 0 1,-1 2-1,2-1 1,1 2 0,1 0-1,-14 37 1,-17 48 397,30-81-283,2 1 1,0 0-1,-6 32 0,-26 101 223,28-119-138,3 1 0,2 1-1,1 0 1,-4 78 0,13 239 1609,1-330-1661,1 0 1,2 0 0,1 0-1,1 0 1,16 45-1,79 222 207,-60-182-419,-27-81 0,12 33 0,42 78 0,-53-115 0,-1 1 0,13 45 0,-15-40 0,22 47 0,3-12 0,3-2 0,3-2 0,62 73 0,-31-45 0,56 63 0,-103-133 0,1-2 0,2 0 0,0-2 0,2-1 0,0-2 0,58 26 0,-9-1 0,-55-28 0,0-2 0,53 20 0,-28-20 0,2-2 0,-1-2 0,1-3 0,0-2 0,84-3 0,-105-2 0,218-7 0,-205 4 0,0-3 0,-1-2 0,69-21 0,19-14 0,255-94 0,-310 99 0,-1-3 0,84-60 0,35-21 0,-50 35 0,-4-6 0,231-200 0,-335 255 0,-1-2 0,-2-1 0,-2-2 0,30-53 0,-41 63 0,-7 11 0,-1-1 0,-1 0 0,-2-1 0,0 0 0,-1-1 0,-2 0 0,0 0 0,-2-1 0,-1 0 0,-1 1 0,-1-2 0,-2-35 0,0-380 0,-1 424 0,-1 0 0,-1 1 0,-1-1 0,-1 1 0,0-1 0,-10-20 0,7 18 0,1 0 0,1-1 0,-6-35 0,-9-116 0,17 156 0,0 0 0,-2 1 0,0 0 0,0 0 0,-2 0 0,-9-14 0,-19-40 0,19 25 0,-2 1 0,-2 1 0,-1 1 0,-47-62 0,55 83 0,0-1 0,1 0 0,1-1 0,-14-37 0,14 30 0,-2 1 0,-17-27 0,4 14 0,6 8 0,-41-49 0,16 28 0,2-1 0,-42-68 0,73 105 0,-2 1 0,0 1 0,-1 0 0,0 1 0,-1 0 0,-1 2 0,-36-22 0,-11-10 0,36 25 0,0 2 0,-2 1 0,0 1 0,-1 1 0,-53-16 0,-42-20 0,-25-7 0,96 46 0,0 1 0,-1 4 0,-97-1 0,-1-1 0,-77-9 0,-110 9 0,318 9 0,-3-4 57,23 2-86,1 1 0,-1 0 0,0 1-1,0-1 1,0 1 0,0 0 0,0 0-1,0 0 1,0 0 0,0 1 0,-6 1 0,10-1-542,-1 1 1,1 0 0,0 0 0,0-1 0,0 1 0,0 0 0,0 0 0,0-1-1,0 1 1,1 0 0,-1 0 0,1-1 0,-1 1 0,1 0 0,0-1-1,-1 1 1,1-1 0,0 1 0,2 2 0,15 9-11985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59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7732,'0'0'14427,"0"0"-14381,0 0 0,0 0-1,0 0 1,0 0-1,0 0 1,0 1 0,0-1-1,0 0 1,0 0-1,0 0 1,0 0 0,1 1-1,-1-1 1,0 0-1,0 0 1,0 0 0,0 0-1,-1 1 1,1-1-1,0 0 1,0 0 0,0 0-1,0 0 1,0 1-1,0-1 1,0 0 0,0 0-1,0 0 1,0 0-1,0 1 1,0-1 0,-1 0-1,1 0 1,0 0-1,0 0 1,0 0 0,0 0-1,0 0 1,0 1-1,-1-1 1,1 0 0,0 0-1,0 0 1,0 0-1,0 0 1,-1 0 0,1 0-1,0 0 1,0 0-1,0 0 1,-1 0-1,1 0 1,0 0 0,0 0-1,0 0 1,0 0-1,-1 0 1,1 0 0,0 0-1,0 0 1,0 0-1,0 0 1,-1 0 0,1-1-1,0 1 1,17 76 2433,12 80 442,18 208-1227,-41-312-1574,2 28-2761,-8-106-12249,0-6 7273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1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86 507 1313,'0'0'8073,"-2"-4"-7444,-1 2-305,0 0-1,0 0 1,0 0 0,0 1-1,0-1 1,0 1-1,-1-1 1,1 1 0,0 0-1,-1 0 1,1 1-1,-1-1 1,0 1 0,1-1-1,-1 1 1,1 1-1,-1-1 1,-6 1 0,-3-1 149,61 1 997,1-2 0,83-14 0,774-134-232,-31 65-5,-300 36-831,838-73 914,-1160 101-1322,1002-17 255,-695 31-180,348 1 320,-719 5 1009,-188 1-1199,0 0 0,0 0 0,-1 0 0,1 0-1,0 0 1,-1 0 0,1 0 0,-1 1 0,1-1 0,-1 0 0,0 0-1,1 0 1,-1 1 0,0-1 0,0 0 0,0 0 0,0 1 0,0-1-1,0 0 1,-1 2 0,1 40-725,0-33 934,-6 128-42,0 25 292,6-137-588,2 0 0,1-1 0,0 1 0,9 26 0,61 234-70,-61-240 0,-8-33 0,-1-1 0,0 0 0,-1 1 0,1 23 0,4 11 0,-55-56 0,-266 5 0,173 6 0,-187-2 0,-1171 11 0,3 80 0,935-20 0,52-5 0,-238 8 0,228-10 0,240-26 0,236-33 0,-322 34 0,351-37 0,-38 2 0,26-2-1513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2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2881,'0'0'8143,"4"-9"-6612,1-2-346,4-12-1151,-7 11 4378,-2-3 4361,9 19-6075,-9-3-2670,1-1 0,-1 0-1,0 1 1,0-1 0,0 0 0,1 1-1,-1-1 1,0 0 0,0 1 0,1-1 0,-1 0-1,0 0 1,0 1 0,1-1 0,-1 0-1,0 0 1,1 0 0,-1 0 0,0 1-1,1-1 1,-1 0 0,0 0 0,1 0-1,-1 0 1,1 0 0,-1 0 0,0 0 0,1 0-1,-1 0 1,0 0 0,1 0 0,-1 0-1,1 0 1,-1 0 0,1-1 0,-1-16-367,1 9 408,-1-1-1,0 1 1,-1-1-1,0 1 1,0-1 0,-3-9-1,2 11 38,-2-3 596,2 26-363,2-9-326,-1 64 189,3-1 0,3 0 1,16 80-1,45 238-202,-58-336 0,-6-5 0,-2-38 0,0 1 0,1-1 0,0 1 0,4 15 0,-4-22-406,1 0 0,0 0 0,0-1 0,1 1-1,-1 0 1,0-1 0,1 1 0,-1-1 0,1 0 0,0 0 0,0 0 0,0 0 0,6 2-1,2 3-2137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2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117 190 5939,'0'0'11426,"2"-7"-9478,1-1-1258,-1 5-353,-1 1-1,0-1 0,0 0 0,0 1 0,-1-1 1,1 0-1,-1 0 0,1 0 0,-1-4 1580,-3 7-678,-2-1-1103,0 1 1,0 0 0,0 1 0,0-1-1,0 1 1,1 0 0,-1 0-1,0 1 1,0-1 0,1 1 0,-1 0-1,1 1 1,0-1 0,0 1-1,-1-1 1,2 1 0,-1 0 0,0 1-1,1-1 1,-1 1 0,1-1-1,0 1 1,0 0 0,0 0 0,1 1-1,-1-1 1,1 0 0,0 1-1,1 0 1,-3 6 0,3-6-137,-1 0 0,1 0 1,0 0-1,0 0 0,0 1 0,1-1 0,0 0 1,0 0-1,0 1 0,1-1 0,0 6 1,0-9-12,0 0 1,0 0 0,1 0 0,-1 0 0,0 0-1,1-1 1,-1 1 0,1 0 0,-1-1-1,1 1 1,0-1 0,0 1 0,0-1 0,0 0-1,0 0 1,0 0 0,0 0 0,0 0 0,0 0-1,0 0 1,0-1 0,1 1 0,-1-1-1,0 0 1,0 0 0,5 0 0,1 1-29,0 0 1,0-1 0,0 0 0,0-1-1,0 0 1,0 0 0,0-1-1,0 0 1,-1 0 0,1-1-1,0 1 1,9-7 0,-13 6 23,0 1 1,0-1-1,-1-1 0,1 1 1,-1-1-1,0 1 1,0-1-1,0 0 0,0 0 1,-1 0-1,0 0 1,1-1-1,-2 1 0,1-1 1,0 1-1,-1-1 1,0 1-1,0-1 0,0 0 1,-1 0-1,0 0 1,0-7-1,1-24 37,-4-49 145,2 78-186,0 0-1,-1 0 1,0 0-1,0 0 0,0 1 1,-1-1-1,0 0 1,-1 1-1,-6-10 0,8 14-880,29-5-22041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3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4130,'0'0'7851,"0"-13"-7021,0-34-234,0 13 8111,1 50-7623,0-1-1,0 1 1,2 0-1,0 0 1,0-1-1,11 29 1,10 19-422,75 177 1744,-70-182-2406,-3 1 0,-2 2 0,-3 0 0,-3 1 0,19 124 0,-22-102 0,-15-83 14,0-1-25,-1 1-1,1-1 1,0 1 0,0-1 0,0 1 0,0-1 0,0 1-1,0 0 1,0-1 0,0 1 0,0-1 0,1 1 0,-1-1-1,0 1 1,0-1 0,0 1 0,1-1 0,-1 0 0,0 1-1,0-1 1,1 1 0,-1-1 0,0 1 0,1-1 0,-1 0-1,0 1 1,1-1 0,-1 0 0,1 1 0,-1-1 0,1 0-1,-1 0 1,1 0 0,-1 1 0,1-1 0,-1 0 0,1 0-1,-1 0 1,1 0 0,-1 0 0,1 0 0,-1 0 0,1 0-1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3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2113,'0'0'19638,"-1"5"-17370,1 5-1540,0 1-1,1-1 1,0 0 0,1 0 0,0 0-1,0 0 1,1 0 0,4 10 0,9 38 1470,-13-46-2523,0 1 0,0-2 1,11 23-1,-14-33 23,1-1 1,-1 1 0,1 0-1,-1-1 1,1 1 0,-1-1-1,1 1 1,0-1 0,-1 0-1,1 1 1,-1-1-1,1 0 1,0 1 0,0-1-1,-1 0 1,1 0 0,0 0-1,-1 1 1,1-1 0,0 0-1,0 0 1,-1 0 0,1 0-1,1-1 1,-1 1-84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4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1 256,'5'1'27643,"-3"0"-27700,-2 30 271,14 174 3374,-3-108-3309,3 0 1,4-1-1,43 127 1,-52-190-275,45 229-5,-19-68 0,-32-184 0,-2-4 0,-1-1 0,2 0 0,-1 0 0,1 0 0,0 0 0,0 0 0,5 9 0,-5-12 0,2-2-312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4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1521,'0'-1'29281,"6"-3"-28599,7 1-679,0 0 0,0 1 0,0 0 0,0 1 0,17 1 0,-29 1-10,0 0 0,0 0 0,0 0 0,-1 0 0,1 0 0,0 0 0,-1 0 0,1 0 0,-1 1 0,0-1 0,1 0 0,-1 0 0,0 0 0,1 1 0,-1-1 0,0 0 0,0 0 0,0 1 0,0-1 0,0 0 0,-1 2 0,-2 33 25,0-30 72,0 0-1,0 0 0,0 0 0,-1 0 1,-8 9-1,9-12-27,0 1-1,0-1 1,0 1 0,1 0 0,-1 0 0,1 0-1,0 0 1,0 1 0,0-1 0,1 0 0,-1 1-1,1-1 1,-1 10 0,37-12-62,-29-2-25,5 1-736,0-2 0,0 1 0,0-1 1,19-5-1,-26 5 399,-1 0 0,0 0 1,0-1-1,0 0 1,0 1-1,0-1 0,0 0 1,0 0-1,-1 0 0,1-1 1,-1 1-1,1-1 0,-1 1 1,0-1-1,0 0 0,0 0 1,0 0-1,-1 0 0,1 0 1,0-4-1,6-23-10144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5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5074,'0'0'12307,"4"-4"-10879,3-4-1547,8-3 6303,-14 11-6037,0 1-1,-1 0 0,1 0 0,0 0 0,0 0 1,-1-1-1,1 1 0,0 0 0,-1 0 0,1 0 1,-1 1-1,0-1 0,1 0 0,-1 0 0,0 0 1,0 0-1,1 0 0,-1 0 0,0 0 0,0 1 1,0-1-1,-1 1 0,30 174 2086,53 174 0,-71-307-2166,48 162-66,-29-114 0,-5 2 0,22 156 0,-48-213 0,1-31 0,-1 0 0,1 0 0,0 0 0,0 0 0,1 0 0,-1 0 0,1 0 0,0 0 0,0 0 0,3 7 0,-1-9 0,1-3-160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6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9556,'0'0'13500,"6"-1"-11926,137-5 3740,-142 6-5307,0 1-1,0 0 1,0-1-1,0 1 1,0 0-1,0-1 1,0 1-1,0 0 1,0 0-1,-1 0 1,1 0-1,0 0 1,-1 0-1,1 0 1,0 0-1,-1 0 1,0 0-1,1 0 1,-1 0-1,0 1 1,1-1-1,-1 0 1,0 0-1,0 0 1,0 0-1,0 1 1,0-1-1,0 0 1,0 0-1,-1 2 1,1 0 32,0 0 1,0 1-1,0-1 0,-1 0 1,1 0-1,-1 0 1,0 0-1,0 0 1,0 0-1,0 0 1,-3 5-1,-7 4 71,-24 30 135,35-41-273,0 0 1,0 0-1,1 0 0,-1-1 0,1 1 0,-1 0 1,1 0-1,-1 0 0,1-1 0,0 1 0,-1 0 1,1-1-1,0 1 0,-1-1 0,1 1 0,0 0 1,0-1-1,-1 0 0,1 1 0,0-1 0,0 1 1,0-1-1,0 0 0,1 1 0,42 17-1254,-10-3 615,-30-13 715,0 0 0,0 0 0,0 0 0,0 1-1,-1-1 1,0 1 0,1 0 0,-1 0 0,0 1 0,0-1-1,-1 0 1,1 1 0,-1 0 0,1-1 0,-1 1 0,-1 0-1,1 0 1,0 1 0,-1-1 0,0 0 0,0 0 0,0 1-1,-1-1 1,1 0 0,-1 1 0,0-1 0,-1 7 0,0-8 52,-1-1 1,0 1-1,0 0 1,0-1 0,0 0-1,0 1 1,-1-1-1,1 0 1,-1 0 0,1-1-1,-1 1 1,0 0-1,0-1 1,0 0 0,0 0-1,0 1 1,-5 0-1,-56 14 1187,10-9-1591,54-7-20,-1 0 0,1-1 0,-1 1 0,1 0 0,0 0 0,-1 0 0,1-1 0,-1 1 0,1 0 0,-3-5-3564,3 5 3564,-1-1 0,1 1 0,0-1 0,0 1 0,0-1 0,0 1 0,0 0 0,0-1 0,0 1 0,0-1 0,0 1 0,0-2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6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3217,'0'0'12347,"-1"10"-9769,-2 42 142,2 0-1,2 0 1,17 101 0,15 114-1335,-20-143-204,49 212-1,-57-317-1180,20 71 0,39 93 0,-59-172 0,0 1 0,-1 0 0,-1 0 0,1 1 0,-2-1 0,0 1 0,1 20 0,-45-35-1892,33 2-783,-21 1-11511,16 2 3502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7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7299,'2'2'20487,"-2"-2"-20413,1 1-1,-1-1 0,0 1 0,1-1 1,-1 1-1,0-1 0,0 1 0,1-1 1,-1 1-1,0-1 0,0 1 0,0-1 1,0 1-1,1 0 0,-1-1 0,0 1 1,0-1-1,0 1 0,0 0 0,0-1 1,-1 1-1,1-1 0,0 1 0,0-1 1,0 2-1,-7 10 239,-1-1 1,0 1-1,-10 11 1,13-18-199,0 1 0,0 0 0,0 0 0,1 0 0,0 0 1,0 1-1,1 0 0,0 0 0,0 0 0,0 0 0,1 0 0,0 1 1,1-1-1,-1 0 0,1 9 0,1-14-114,1-1 0,-1 1 0,1-1 0,0 0 0,-1 1 0,1-1 0,0 0 0,0 1 0,0-1 0,0 0 0,0 0 0,0 0 0,0 0 0,0 0 0,0 0 0,1 0 0,-1 0 0,0 0 0,1 0 0,-1-1 0,0 1 0,1 0 0,-1-1 0,1 0 0,-1 1 0,1-1 0,-1 0 0,1 0 0,-1 0 0,1 0 0,2 0 0,65 1 0,-48-2 0,-8 1-31,-4 1-89,1-1 0,0 0-1,-1 0 1,1-1-1,-1 0 1,1-1 0,-1 0-1,0-1 1,0 0-1,0 0 1,11-6 0,-15 7-594,1-1-3880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7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7043,'0'0'21922,"-2"12"-19158,-9 220-2236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4434,'0'0'14804,"-2"3"-12755,-27 35 2099,23-33-3818,1 1 0,-1 0 0,2 0 0,-1 1 1,1-1-1,0 1 0,0 0 0,1 0 1,0 1-1,0-1 0,0 1 0,1-1 0,1 1 1,-1 0-1,0 10 0,3-16-353,-1 0 1,1-1-1,-1 1 1,1 0-1,0-1 0,0 1 1,0-1-1,0 1 1,0-1-1,0 1 1,0-1-1,0 0 0,0 1 1,1-1-1,-1 0 1,1 0-1,-1 0 0,1 0 1,-1 0-1,1 0 1,-1-1-1,1 1 0,0-1 1,0 1-1,3 0 1,59 13-728,-35-8 142,-27-6 586,0 1 1,0-1-1,0 1 0,0-1 0,0 1 1,0 0-1,0 0 0,-1-1 0,1 2 1,0-1-1,0 0 0,-1 0 0,1 0 1,-1 1-1,1-1 0,-1 1 0,1-1 1,-1 1-1,0 0 0,0-1 0,0 1 1,0 0-1,0 0 0,0 0 0,0 0 1,-1 0-1,1 0 0,-1 0 0,1 0 1,-1 0-1,0 0 0,0 0 0,0 0 1,0 0-1,0 4 0,-2-1 126,1 0-1,-1 0 0,0 0 0,-1 0 1,1 0-1,-1-1 0,0 1 1,0-1-1,0 1 0,-1-1 1,1 0-1,-8 6 0,-8 6 492,1-1-1,-23 12 0,35-23-802,-1 0 0,0-1 0,0 0 0,0 0 0,-1 0-1,1-1 1,-1 0 0,0-1 0,1 0 0,-12 1 0,18-2-26,0 0 1,0 0 0,-1-1 0,1 1 0,0 0-1,0 0 1,0-1 0,-1 1 0,1-1 0,0 1 0,0-1-1,0 1 1,0-1 0,0 0 0,0 1 0,0-1 0,0 0-1,0 0 1,0 0 0,0 0 0,1 0 0,-1 0-1,0 0 1,0 0 0,1 0 0,-1 0 0,1 0 0,-1-2-1,-4-38-11174,5 10 2545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09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5026,'0'0'18345,"15"5"-16254,33 5-1154,0-2-1,0-2 1,55-1-1,-106-5-3147,-49 0-4664,29 0 1376,1 0-3105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1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79 3586,'0'8'17402,"1"-12"-17287,-1 0 1,0 0-1,-1 0 0,1 0 0,0 0 0,-1 1 1,0-1-1,0 0 0,0 0 0,0 1 0,-1-1 1,0 1-1,1-1 0,-1 1 0,-3-4 0,2 4-109,0 1-1,0 0 0,0 0 0,-1 0 0,1 0 1,-1 1-1,1-1 0,-1 1 0,1 0 0,-1 0 1,0 0-1,0 0 0,1 1 0,-1 0 0,-7 0 0,3-1 2,-6 0-14,0 1 0,0 0 1,0 0-1,0 2 0,-15 2 1,25-3 13,1 0 1,-1 1-1,1-1 0,0 0 1,0 1-1,-1 0 1,1 0-1,0 0 1,1 0-1,-1 0 0,0 1 1,1-1-1,-1 1 1,1 0-1,0 0 1,0-1-1,0 1 1,0 1-1,0-1 0,1 0 1,-1 0-1,1 1 1,0-1-1,-1 8 1,0-2 150,0 0 0,0 0 0,1 1 1,1-1-1,0 1 0,0-1 1,1 0-1,2 14 0,-2-19-102,0 0 0,1 0 0,0 1 0,0-1 0,0-1 0,0 1 0,0 0 0,1 0 0,0-1 0,0 1 0,0-1 1,0 0-1,0 0 0,0 0 0,1-1 0,0 1 0,-1-1 0,1 0 0,7 4 0,-7-4-35,1 0 0,-1 0-1,0-1 1,1 1 0,-1-1 0,1 0 0,-1 0 0,1 0 0,-1-1 0,1 0 0,0 0 0,-1 0 0,1 0-1,0-1 1,-1 1 0,1-1 0,-1 0 0,1-1 0,-1 1 0,0-1 0,1 0 0,-1 0 0,0 0 0,0-1-1,0 1 1,-1-1 0,1 0 0,-1 0 0,1 0 0,-1-1 0,0 1 0,0-1 0,0 0 0,-1 0 0,1 0-1,-1 0 1,0 0 0,0 0 0,-1-1 0,1 1 0,-1 0 0,1-9 0,-1 12-116,10-29 4819,-10 46-3508,-1 13-1147,1 0-1,2 1 1,1-1-1,2 0 1,13 43-1,-6-24-68,8 50 0,-1-5 0,-19-46 0,0-45 0,-1-1-55,1-1-1,-1 0 1,0 0-1,1 0 1,-1 0 0,0 0-1,1 1 1,-1-1 0,0 0-1,1 0 1,-1 0-1,0 0 1,1 0 0,-1 0-1,1 0 1,-1 0 0,0 0-1,1 0 1,-1-1-1,0 1 1,1 0 0,-1 0-1,0 0 1,1 0-1,-1 0 1,0-1 0,1 1-1,-1 0 1,0 0 0,0-1-1,1 1 1,-1 0-1,0-1 1,1-7-5637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34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1072,'0'0'5899,"6"-8"-4613,24-23 16503,-26 48-13123,-3 30-6491,-1-41 3499,-7 308 521,7-314-2411,0-21-17250,0 4 7386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35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74 80,'0'0'16765,"4"-7"-15711,14-26 8058,-28 36-7498,-9 5-1647,10-2 132,0-1-1,0 2 1,1-1 0,0 2 0,0-1 0,1 1 0,0 0-1,0 0 1,1 1 0,0 0 0,1 0 0,0 0 0,0 1-1,1-1 1,0 1 0,0 1 0,1-1 0,1 0 0,0 1-1,0-1 1,1 1 0,0 14 0,1-22-100,0-1 0,0 0 0,0 0 0,0 1 0,0-1 0,1 0 0,-1 1 0,1-1 0,-1 0 0,1 0 0,0 0 0,0 0 0,0 0 0,0 0 0,0 0 0,0 0 0,1 0 0,-1 0 0,4 3 0,-2-4 11,0 1 0,0 0 0,1-1 0,-1 0 0,0 0 0,1 0 0,0 0 0,-1-1 0,1 1-1,-1-1 1,1 0 0,5 0 0,-3 0 7,4 0 10,1 1-1,-1-1 1,0-1 0,0 0-1,0-1 1,0 0-1,0 0 1,0-1-1,0 0 1,14-7 0,-15 5 9,3-1-15,1-1-1,-2 0 1,19-14 0,-27 18 42,-1 1 1,1-1-1,0 0 1,-1 0-1,0 0 1,0 0-1,1 0 1,-2 0-1,1 0 1,0-1-1,-1 1 1,0-1-1,1 0 1,-1 1-1,-1-1 1,1 0 0,-1 1-1,1-6 1,-1 0-44,0-10 19,0-1-1,-6-30 0,5 45-36,0 0-1,0-1 1,-1 1 0,0 0-1,0 0 1,-1 0-1,1 0 1,-1 0-1,0 0 1,0 1-1,-1-1 1,1 1-1,-8-7 1,6 9-1,0 0-1,1 1 1,-1 0-1,0 0 1,0 0 0,1 1-1,-1-1 1,0 1 0,0 0-1,0 1 1,-8 1-1,-15-1-148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26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613 39 1088,'0'0'6982,"27"-12"6590,-19 8-14058,-2 1 651,1 0 1,-1 0-1,1 0 0,0 1 0,0 0 0,0 0 0,0 0 0,0 1 0,11 0 0,72 1 2044,-43 2-984,-31 0-603,-1 0 0,1 1 0,0 1 0,26 9 0,-4-1-205,7 1-208,0 2-1,-1 2 1,63 33-1,-91-41-183,0 1 1,0 1-1,-1 0 0,0 1 0,-1 1 1,-1 0-1,0 1 0,-1 0 0,0 1 0,-1 0 1,15 29-1,9 32-13,-24-47 121,2-1-1,1-1 1,2 0-1,21 29 1,140 165 817,-167-206-932,0 0 0,-1 1 0,-1 0 0,0 0 0,-1 1 1,-1-1-1,7 35 0,-2 7 26,4 61 0,-11-78-40,-1-13-4,-2 0 0,-1 0 0,-1-1 0,-1 1 0,-2 0 0,-1-1 0,-12 43 0,4-36 0,0 0 0,-2-1 0,-2 0 0,-1-2 0,-28 39 0,-16 28 0,43-72 0,-2-1 0,0 0 0,-40 33 0,23-26 0,10-7 0,-1-1 0,-2-1 0,-45 25 0,29-25 0,-2-2 0,0-2 0,-1-3 0,-1-1 0,-91 13 0,54-17 0,-1-4 0,-172-8 0,234-3 0,-1-2 0,2 0 0,-1-2 0,1 0 0,0-2 0,-44-24 0,55 26 0,1 0 0,0 0 0,0-2 0,1 1 0,0-2 0,1 1 0,0-2 0,0 0 0,2 0 0,-1-1 0,2 0 0,0-1 0,-9-18 0,11 19 0,1-1 0,1-1 0,1 1 0,0-1 0,1 0 0,0 0 0,1 0 0,1 0 0,1-23 0,-4-43 0,-14-81 0,14 129 0,-1-22 0,6-96 0,2 55 0,-2 76 0,2-1 0,0 1 0,1 0 0,1-1 0,1 2 0,1-1 0,1 1 0,17-32 0,-19 38 0,18-60 0,-22 63 0,0 0 0,0 0 0,1 0 0,1 0 0,0 1 0,0-1 0,1 1 0,0 0 0,1 0 0,-1 1 0,11-11 0,-7 11 0,0-1 0,-1 0 0,1-1 0,-2 1 0,1-1 0,-2-1 0,1 0 0,-1 0 0,-1 0 0,0 0 0,4-14 0,13-20 0,-5 13 0,4-15 0,33-53 0,-8 17 0,-2 11 0,-33 51 0,1 2 0,16-21 0,21-39 0,10 14 0,-57 61 0,-1 4 0,0 0 0,-1 0 0,1 0 0,0 0 0,-1 0 0,1 0 0,0 0 0,-1 0 0,1 1 0,-1-1 0,1 0 0,0 0 0,-1 1 0,1-1 0,-1 0 0,1 0 0,-1 1 0,1-1 0,-1 1 0,1-1 0,-1 1 0,1-1 0,-1 1 0,1-1 0,-1 1 0,0-1 0,1 1 0,-1-1 0,1 2 0,7 12 0,-8-13 38,12 3-423,-69-4-12551,36 0 2272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26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48 544,'0'0'2081,"0"-12"-1761,-7 12-256,7-2-64,0 0-64,0-1-208,-7-1 112,7-1 48,0-4-576,0-2-305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27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55 2273,'0'0'9386,"-3"-9"-7700,-6-27-8,7 27 1217,2 21 4266,0 39-6004,3 8-56,3 0 0,19 84 0,-11-72-53,5 73 1,-16-66-816,-2-31-53,2 0-1,2 0 1,2-1-1,14 53 1,-18-89-180,-1 1 0,0 0 0,-1 0 0,0 0 0,-2 17 0,1-11 0,-5-8-2722,7-19-4030,15-18-2935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28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752 46 416,'0'0'7046,"0"-7"-5013,-2-31 7941,-16 40-8465,6 4-879,1 0 1,0 1-1,0 1 1,1 0-1,-1 0 1,2 1-1,-1 1 1,-9 12-1,-12 10 541,-113 112 1301,-233 302 0,370-437-2472,0-1 0,1 1 0,0 1 0,0-1 0,1 1 0,0 0 0,1 0 0,0 1 0,0-1 0,1 1 0,-2 14 0,2-21-518,2-4 294,0 1 1,0 0-1,1-1 1,-1 1-1,0 0 1,1-1 0,-1 1-1,0 0 1,1 0-1,-1 0 1,1 0-1,-1 0 1,1 0-1,0-1 1,-1 1-1,1 0 1,0 2-1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28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64 1281,'0'0'17952,"-13"-1"-14663,9 3-2965,1 1-1,-1-1 1,1 1-1,0 0 0,0 0 1,0 1-1,0-1 1,0 0-1,1 1 0,0 0 1,-1-1-1,-2 9 1,2-5 12,-1-1 1,1 1-1,1 0 1,0 0-1,0 1 1,-2 13 0,3-14-285,1 0 1,0 1-1,1-1 1,0 0 0,0 0-1,0 0 1,5 12 0,-5-16-45,1-1 1,-1 0 0,1 0-1,0 0 1,0 0 0,0 0-1,0 0 1,0-1 0,0 1-1,0-1 1,0 1 0,1-1-1,-1 0 1,1 0 0,-1 0-1,1 0 1,-1-1 0,1 1-1,0 0 1,-1-1 0,1 0-1,0 0 1,-1 0 0,4 0-1,4 0-76,0 0 0,0 0-1,0-1 1,0-1 0,0 0-1,-1 0 1,1-1 0,-1 0-1,1 0 1,14-9 0,-19 9 31,1 0 0,-1 0 0,-1-1 0,1 1 0,0-1 0,-1 0 0,0-1 0,0 1 0,0-1 0,-1 0 0,1 0 0,-1 0 0,0 0 0,0 0 0,-1-1 0,0 0 0,0 1 0,0-1 0,1-9 0,-1 6 93,-1-1 0,0 0 0,-1 1 0,0-1-1,-1 0 1,0 0 0,-4-17 0,5 24 16,-1 0-1,-1 0 0,1 1 1,0-1-1,0 1 1,-1-1-1,0 1 1,1-1-1,-1 1 1,0 0-1,0 0 0,0 0 1,-1 0-1,1 0 1,0 1-1,-1-1 1,1 0-1,-1 1 1,0 0-1,1 0 0,-1 0 1,0 0-1,0 0 1,1 0-1,-1 1 1,0-1-1,0 1 1,0 0-1,-5 0 0,5 0-57,1 0-1,-1 0 0,0 0 0,1 0 1,-1 1-1,1-1 0,-1 1 0,1-1 1,-1 1-1,1 0 0,0 0 0,-1 0 0,1 0 1,0 0-1,0 1 0,0-1 0,0 1 1,0-1-1,0 1 0,0 0 0,0 0 1,1 0-1,-3 2 0,-6 25-2190,8 6-5224,2-19-2857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2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1 256 3073,'0'0'14562,"20"11"-10296,-20-8-4067,0-1-1,1 1 1,-1 0 0,-1 0 0,1-1 0,0 1 0,-1 0-1,1-1 1,-1 1 0,0 0 0,0-1 0,0 1 0,0-1-1,0 1 1,-1-1 0,-2 3 0,4-4-175,0-1-1,0 0 1,0 0 0,0 1 0,0-1-1,-1 0 1,1 1 0,0-1 0,0 0-1,0 1 1,0-1 0,0 0 0,0 1 0,0-1-1,0 0 1,0 0 0,0 1 0,0-1-1,0 0 1,0 1 0,0-1 0,1 0-1,-1 1 1,0-1 0,0 0 0,0 1-1,0-1 1,0 0 0,1 0 0,-1 1-1,0-1 1,0 0 0,1 0 0,-1 0-1,0 1 1,0-1 0,1 0 0,-1 0 0,0 0-1,0 1 1,1-1 0,-1 0 0,0 0-1,1 0 1,-1 0 0,0 0 0,1 0-1,-1 0 1,0 0 0,1 0 0,-1 0-1,0 0 1,1 0 0,-1 0 0,0 0-1,1 0 1,-1 0 0,1 0 0,25 0 197,-21 0-62,23-3-29,-1-1 0,1-1 0,-1-1 0,-1-1 0,29-12 0,13-3-51,212-64 89,73-21-46,-116 47 3302,-223 58-2325,-13 0-1067,-18-1-61,-35 4-2446,-31 3-7419,11 1-2487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0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3602,'0'0'10079,"21"7"1166,-21 293-3404,2-285-11239,2 8-4951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1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2 176,'-5'-1'31185,"16"20"-30661,-8-16-444,-1 1 0,1 0 0,-1-1 1,0 1-1,0 0 0,-1 0 0,1 0 0,-1 0 1,0 0-1,1 5 0,-1-2-80,0-1 0,0 0 0,1 0 0,0 0 0,0-1 0,0 1 0,1 0 0,4 7 0,7 18 0,109 258 0,-22-57 0,-93-211 0,1 0 0,2 0 0,0-1 0,1 0 0,1-1 0,17 20 0,-30-38 0,1 0 0,-1-1 0,1 1 0,-1-1 0,1 1 0,-1-1 0,1 1 0,-1-1 0,1 1 0,-1-1 0,1 0 0,0 1 0,-1-1 0,1 0 0,0 1 0,-1-1 0,1 0 0,0 0 0,-1 0 0,1 0 0,0 0 0,-1 0 0,1 0 0,0 0 0,-1 0 0,1 0 0,0 0 0,1 0 0,-1-34 0,-1 31-179,0 0 1,-1 0-1,1 0 0,0 0 1,-1 0-1,0 1 0,0-1 1,0 0-1,0 0 0,0 1 0,0-1 1,-1 1-1,1-1 0,-1 1 1,0-1-1,0 1 0,-3-4 1,-3 1-1276,1-1 1,-1 1 0,0 0 0,-10-5 0,-26-16-5241,17 2-5247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2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23 192,'-2'0'17324,"2"0"-17371,50-3 5343,-3-5-3601,-25 4-1573,1 0 1,26 1-1,-48 3-114,0 0-1,-1 1 1,1-1-1,-1 1 1,1-1-1,0 1 1,-1-1-1,1 1 1,-1 0-1,1-1 1,-1 1-1,1 0 1,-1-1-1,0 1 0,1 0 1,-1-1-1,0 1 1,0 0-1,1 0 1,-1 0-1,0-1 1,0 1-1,0 0 1,0 0-1,0-1 1,0 1-1,0 0 1,0 0-1,0 0 1,-1-1-1,1 1 0,0 0 1,0 0-1,-1-1 1,1 1-1,0 0 1,-2 1-1,-11 32 678,-8-5 186,17-25-693,0 1 0,0-1 1,1 1-1,-1 0 0,1 0 0,0 0 0,1 1 0,-1-1 0,1 1 0,0-1 0,1 1 0,-1 0 1,1 0-1,-1 11 0,6-16-116,-1 0 0,0 0 1,0 0-1,1 0 0,-1-1 1,0 1-1,1-1 0,-1 0 1,1 0-1,6-1 0,-6 1-6,10 0-214,34-1 1158,-47 1-1139,0 0 0,0 0 0,0 0 1,0 0-1,0-1 0,0 1 0,0 0 1,0-1-1,1 1 0,-1-1 0,0 1 1,0-1-1,-1 1 0,1-1 0,0 0 1,0 1-1,0-1 0,0 0 0,0 0 1,-1 0-1,1 1 0,0-1 0,-1 0 1,1 0-1,-1 0 0,1 0 0,-1 0 0,1 0 1,-1-1-1,0 1 0,1 0 0,-1-1 1,-20 1-16809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3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589 24 3330,'0'0'6525,"3"-5"-4908,1-1-2101,5-6 4865,-9 12-4227,1 0 0,-1 1 0,1-1 1,-1 1-1,0-1 0,1 0 0,-1 1 0,0-1 0,1 1 0,-1-1 0,0 1 0,1-1 0,-1 1 0,0-1 0,0 1 1,0 0-1,0-1 0,0 1 0,1-1 0,-1 1 0,0-1 0,0 1 0,0 0 0,0-1 0,-1 1 0,1-1 1,0 1-1,0-1 0,0 1 0,0-1 0,-1 2 0,1 7 490,-2 0-1,1 0 1,-1 0-1,0 0 1,-1-1-1,1 1 1,-2-1-1,-7 15 1,-46 67 2357,32-52-1896,-44 58-270,-89 98 1,-40 54 62,174-210-898,-26 55 0,76-152-1032,62-52-9491,-54 61 2421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4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3 1969,'0'0'12390,"48"0"-4704,-22-1-6569,-18 0-954,1 1 0,-1 0 0,0 0 0,1 1 0,13 2-1,-20-2-156,-1-1-1,1 1 0,0-1 0,-1 1 0,1 0 0,0 0 0,-1 0 1,1 0-1,-1 0 0,0 1 0,1-1 0,-1 0 0,0 0 1,0 1-1,1-1 0,-1 1 0,0-1 0,-1 1 0,1 0 0,0-1 1,0 1-1,-1 0 0,1 0 0,-1-1 0,1 1 0,-1 0 0,0 0 1,0 0-1,0-1 0,0 5 0,0 0 115,0 0-1,-1 1 1,1-1-1,-1 0 1,-1 0-1,1 0 1,-1 0-1,0 0 0,-1 0 1,1 0-1,-1 0 1,0-1-1,-1 0 1,1 1-1,-1-1 1,0 0-1,-1-1 1,1 1-1,-1-1 1,0 0-1,0 0 1,0 0-1,0-1 1,0 0-1,-1 0 1,0 0-1,-8 2 1,13-4 2,42-8-450,-33 6 179,0 0 0,0 0 1,-1 0-1,1 1 0,0 1 0,14 1 0,-20-1 121,0 0 1,0 0-1,0-1 0,-1 1 0,1 0 1,0 0-1,-1 1 0,1-1 0,-1 0 1,1 0-1,-1 1 0,0-1 0,1 1 1,-1-1-1,0 1 0,0 0 0,0-1 1,0 1-1,0 0 0,-1 0 0,1 0 1,0 0-1,-1-1 0,1 1 0,-1 0 1,0 0-1,0 0 0,0 0 1,0 0-1,0 4 0,0-2 87,0-1 0,0 1 0,0-1 0,0 1 0,0 0 0,-1-1 0,0 1 0,0-1 0,0 0 0,0 1 0,0-1 0,-1 0 0,1 1 0,-1-1 0,0 0 0,0 0 0,0 0 0,0-1 0,-1 1 0,1 0 0,-1-1 0,0 0 0,1 1 0,-1-1 0,0 0 0,0-1 0,-1 1 0,1 0 0,0-1 0,-1 0 0,1 0 0,0 0 0,-1 0 0,-6 1 0,-11 1 598,0 0 0,0-1 0,-1-1 0,-23-2 0,5 0-5970,39 1 5016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5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1437 211 2017,'0'0'10055,"-29"2"-5157,-37-3-493,-79-13 0,53-1-2889,-126-39 1,181 43-1248,-211-56 1788,195 56-1738,-1 2-1,-94-3 1,-198 12 353,372 0-1409,3 1-2611,0-2 0,-1 0 0,36-8 0,-30 1-6294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6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23 4514,'0'0'8284,"0"-4"-6948,0-15 5054,-2 24-2957,-8 22-1287,5-8-1045,-1 0 1,0-1 0,-18 35 0,-10 29 21,34-81-1118,-1 0-1,1 0 1,-1 0-1,1 0 1,0 0-1,0 0 1,-1 0 0,1 0-1,0 0 1,0 1-1,0-1 1,0 0-1,0 0 1,1 0-1,-1 0 1,0 0-1,0 0 1,1 0 0,-1 0-1,1 0 1,-1 0-1,1 0 1,-1 0-1,1 0 1,-1 0-1,1 0 1,0-1-1,0 1 1,-1 0 0,1 0-1,0-1 1,0 1-1,0 0 1,0-1-1,0 1 1,0-1-1,0 1 1,0-1-1,0 0 1,0 1 0,0-1-1,0 0 1,1 1-1,8 0 9,-1-1-1,1 1 0,-1-1 1,15-3-1,4 2 25,-11 0-93,1-1 0,0 0 0,-1-2 0,1 0 0,-1 0 0,0-2 0,28-12 0,-38 11-811,-16 3-5379,-20 4-6675,27 0 11524,-6 0-5086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6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4882,'0'0'16960,"-5"1"-15007,2 0-1758,1 0 1,0 0-1,-1 0 0,1 1 1,0-1-1,0 1 0,0-1 1,0 1-1,0-1 1,0 1-1,0 0 0,1 0 1,-1 0-1,1 0 0,-1 0 1,1 0-1,0 1 0,-2 3 1,1 0 96,-1 0 1,2 1-1,-1-1 0,1 1 1,0-1-1,0 1 0,0 10 1,1 37-319,0-43-5581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7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2401,'-4'1'17706,"-19"9"-15445,18-6-2055,0 1 0,0-1 1,0 1-1,1 0 1,0 0-1,0 0 0,0 0 1,0 1-1,1 0 1,0-1-1,0 1 1,1 0-1,0 1 0,0-1 1,0 0-1,1 1 1,0-1-1,-1 9 0,3-14-222,1 0 0,-1-1 0,1 1 0,-1-1-1,1 0 1,-1 1 0,1-1 0,-1 0 0,1 0-1,-1 0 1,1 0 0,-1 0 0,1 0 0,2-1-1,0 1-33,45-2-404,-31 1-9,0 0 1,0 1-1,0 0 1,26 5-1,-43-4 455,0 0-1,0 0 1,0-1 0,0 1-1,0 0 1,0 0-1,-1 0 1,1 0-1,0 0 1,-1 0-1,1 0 1,0 0-1,-1 0 1,0 0 0,1 0-1,-1 1 1,0-1-1,1 0 1,-1 0-1,0 0 1,0 1-1,0-1 1,0 0 0,0 0-1,0 0 1,0 1-1,0-1 1,-1 0-1,1 0 1,0 0-1,-2 2 1,2 1 72,-1 0 0,-1 1 0,1-1 1,0 0-1,-1 0 0,0 0 0,-3 5 0,-5 1 157,0 0-1,0 0 0,-1-2 1,0 1-1,-1-1 1,0-1-1,0 0 1,0-1-1,-1 0 1,-22 7-1,5-12-3295,28-1 2449,0 0 0,1 0 0,-1-1-1,0 1 1,1-1 0,-1 1 0,1-1 0,-1 0 0,1 0 0,-1 0 0,1 1 0,0-1 0,-1 0-1,1-1 1,0 1 0,0 0 0,0 0 0,0-1 0,0 1 0,0 0 0,0-1 0,0 1 0,0-2 0,-6-15-7170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37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5202,'0'0'13367,"81"-41"-13223,-74 37-144,-7 1-337,0-1-1744,0-5-3217,0-3-3410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47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2305,'0'0'11643,"1"-12"-9530,5-53 2358,-6 66-4397,1-1 0,-1 0 0,1 0 0,0 1 0,-1-1-1,1 0 1,-1 0 0,1 1 0,-1-1 0,1 1 0,-1-1 0,1 0 0,-1 1 0,1-1-1,-1 1 1,1-1 0,-1 1 0,0 0 0,1-1 0,-1 1 0,0-1 0,0 1 0,1 0 0,-1-1-1,0 1 1,0-1 0,0 1 0,0 0 0,0 0 0,3 26 435,-3-18-17,27 126 1857,-7-45-2097,-12-12 66,-3-20-1019,2-20-2843,-23-39-5773,12 1 6786,-10-2-3819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47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120 196 3378,'0'0'11661,"8"-3"-10559,38-13 69,0 2 0,69-10 1,-28 6-346,120-24-364,2 8-1,2 10 1,323 3 0,-511 22-403,1 0 1,-1 2 0,0 0 0,0 2 0,-1 0 0,28 11-1,-49-15 73,0 0-1,0 0 1,0 0 0,0 0-1,0 0 1,0 1-1,0-1 1,-1 0-1,1 1 1,0-1-1,-1 0 1,1 1-1,-1-1 1,1 1-1,-1-1 1,0 1-1,0-1 1,1 1 0,-1-1-1,0 1 1,0-1-1,-1 1 1,1-1-1,0 1 1,0-1-1,-1 1 1,1-1-1,-1 2 1,-14 39 2067,3-15-1668,1-1 0,1 1 0,1 1-1,-9 51 1,12-30-294,1 0 0,3 0 0,5 67-1,-1-13-155,-1-102-81,-1 1 1,0 0 0,0-1 0,0 1-1,0 0 1,0 0 0,0-1 0,-1 1-1,1 0 1,0-1 0,-1 1 0,0-1 0,1 1-1,-1-1 1,0 1 0,-1 2 0,0-3-25,0 0 0,-1-1 1,1 1-1,0-1 1,0 1-1,0-1 0,-1 1 1,1-1-1,0 0 0,-1 0 1,-2-1-1,-2 1-20,-170-1-786,8-3 462,-337 39 0,263 11 403,100-17 298,-224 17 0,327-46-285,40 0-50,1 0-1,-1 0 1,1-1-1,-1 1 0,0 0 1,1-1-1,-1 1 1,1 0-1,-1-1 0,0 1 1,1-1-1,-1 1 1,0 0-1,1-1 0,-1 1 1,0-1-1,0 1 1,0-1-1,1 1 1,-1-1-1,0 1 0,0-1 1,0 1-1,0-1 1,0 1-1,0-1 0,0 1 1,0-1-1,0 0 1,0 1-1,0-1 0,0 1 1,0-1-1,-1 1 1,1-1-1,0 1 0,0-1 1,0 1-1,-1 0 1,1-1-1,0 1 0,-1-1 1,1 1-1,0-1 1,-1 1-1,1 0 1,-1-1-1,1 1 0,0 0 1,-1 0-1,1-1 1,-1 1-1,1 0 0,-1 0 1,1-1-1,-1 1 1,1 0-1,-1 0 0,1 0 1,-1 0-1,1 0 1,-1 0-1,1 0 0,-1 0 1,0 0-1,1 0 1,-1 0-1,1 0 1,-1 1-1,28-27-661,8-7-1611,-34 31 1905,0 0 0,0 1 0,0-1 1,0 0-1,0 1 0,0-1 0,0 0 0,-1 0 0,1 0 0,-1 0 0,0 1 0,1-4 0,-3-3-4381,-10-1-2642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48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35 5330,'0'0'11846,"-1"-6"-10336,1 5-1423,-1 0 1,1-1-1,-1 1 0,1-1 1,-1 1-1,0 0 0,0-1 1,0 1-1,1 0 0,-1 0 1,0-1-1,-1 1 0,1 0 1,0 0-1,0 0 1,0 0-1,-1 1 0,1-1 1,0 0-1,-1 0 0,1 1 1,-1-1-1,1 1 0,-1-1 1,-1 1-1,-3-1 34,0 0-1,-1 0 1,1 1-1,0 0 1,-1 0-1,-10 3 1,-2 0 54,0 2 1,0 0 0,-34 15 0,41-15-27,0 1 0,1 1 0,-1 0 0,2 1 0,-1 0 0,-13 14 0,22-20-121,-1 0 0,1 1 0,0-1-1,0 1 1,0-1 0,0 1 0,0 0-1,0 0 1,1 0 0,0 0 0,-1 0-1,1 0 1,0 0 0,0 1 0,1-1-1,-1 0 1,1 0 0,0 1 0,0-1-1,0 0 1,0 1 0,0-1 0,1 0-1,-1 0 1,1 1 0,0-1-1,0 0 1,0 0 0,1 0 0,-1 0-1,3 4 1,-1-3-11,0-1 0,0 1-1,1-1 1,-1 0-1,1 0 1,0 0 0,0-1-1,0 1 1,0-1 0,0 0-1,0 0 1,1 0 0,-1-1-1,1 1 1,-1-1 0,9 1-1,8 0 68,0 0 0,31-2 1,-27 0-55,55-12 122,-79 27 165,-1 0-137,-1 0 0,-1 0-1,-1 0 1,0 0 0,0-1 0,-2 1-1,0-1 1,0 0 0,-1 0 0,-15 22-1,-40 60 974,-4-3-1,-139 152 1,198-238-1119,4-5-23,0 0 1,0 0 0,0 0-1,0 0 1,0 0 0,1 0-1,-1 1 1,1-1 0,-1 1 0,1-1-1,0 1 1,0-1 0,-1 6-1,39-8 421,-16-4-255,-1-1 0,0-1-1,0-1 1,0-1-1,29-16 1,-1 2-4,224-102-194,-265 118-2137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49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6611,'0'0'15178,"4"8"-13079,9 38 34,-9-30-1594,0 1-1,1-1 0,1 0 0,12 24 0,-17-39-539,0 0 1,0 0 0,0 0-1,0 0 1,0 0 0,0 0-1,0 0 1,1 0 0,-1-1-1,0 1 1,0 0 0,1-1-1,-1 1 1,0-1 0,1 1-1,-1-1 1,1 0-1,-1 0 1,0 1 0,1-1-1,-1 0 1,1 0 0,-1-1-1,0 1 1,1 0 0,-1 0-1,1-1 1,-1 1 0,0 0-1,1-1 1,1-1 0,3 0-90,-1-1 1,0 0 0,0 0 0,0-1 0,0 1 0,5-6 0,23-22-453,-15 16 407,-1-1 0,0-1 0,-1-1 0,22-32 0,-38 50 218,0 0 0,0 0 0,1 0 0,-1 0 0,0 0 0,0 0-1,1 0 1,-1 0 0,0 0 0,0 0 0,1 0 0,-1 0 0,0 0 0,0 0-1,1 0 1,-1 0 0,0 0 0,0 0 0,0 0 0,1 1 0,-1-1 0,0 0-1,0 0 1,0 0 0,1 0 0,-1 1 0,0-1 0,0 0 0,0 0 0,0 0-1,1 0 1,-1 1 0,0-1 0,0 0 0,0 0 0,0 1 0,0-1 0,0 0-1,0 0 1,0 1 0,0-1 0,0 0 0,0 0 0,0 1 0,0-1 0,0 0-1,0 0 1,0 1 0,0-1 0,0 0 0,8 25 75,-2-7 121,14 7-2870,-18-24 1839,1 0-1,-1 0 0,0 0 0,0 0 0,1 0 0,-1-1 0,0 1 0,1-1 0,-1 0 0,1 0 0,-1 1 0,1-2 1,-1 1-1,0 0 0,1 0 0,-1-1 0,1 1 0,2-2 0,15-6-6191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49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7603,'0'0'12862,"8"5"-11565,-3-2-1149,0 1 0,0-1 0,1-1 0,-1 1 0,1-1 0,-1 0 0,1 0 0,0-1 0,0 1 0,0-1 0,0-1 0,8 1 0,-13-1-140,12 0 93,0 0 0,0-1-1,23-5 1,-34 6-105,0 0 1,0-1 0,0 1-1,1-1 1,-1 0-1,0 1 1,0-1-1,0 0 1,0 0-1,-1-1 1,1 1-1,0 0 1,0-1-1,-1 1 1,1-1 0,-1 1-1,1-1 1,-1 0-1,0 1 1,1-1-1,-1 0 1,0 0-1,0 0 1,0 0-1,-1 0 1,1 0 0,0 0-1,-1-1 1,1 1-1,-1-3 1,0 4-2,-1 0 1,0 0 0,1 0 0,-1-1 0,0 1 0,1 0-1,-1 0 1,0 1 0,0-1 0,0 0 0,0 0-1,0 0 1,0 1 0,0-1 0,0 0 0,0 1-1,-1-1 1,1 1 0,0-1 0,0 1 0,0 0-1,-1-1 1,1 1 0,0 0 0,-1 0 0,1 0-1,-2 0 1,-45-2 80,44 2-74,-1-1 37,0 1 0,0 1 1,0-1-1,1 0 0,-1 1 0,0 0 1,0 0-1,1 1 0,-1-1 1,1 1-1,-7 3 0,9-3-13,0 0-1,0 0 1,0 0-1,0 0 1,0 1-1,1-1 1,-1 0-1,1 1 1,-1-1-1,1 1 1,0 0-1,0-1 1,0 1-1,0 0 1,1 0-1,-1-1 1,1 1-1,0 0 1,-1 0-1,1 0 1,1 3-1,-2 18 12,1-13-240,-1-1 0,2 0 1,-1 1-1,1-1 1,1 0-1,3 14 0,-4-22-127,0 1-1,0 0 0,1-1 0,-1 1 0,1-1 1,-1 0-1,1 0 0,0 1 0,0-1 0,0 0 1,4 2-1,-3-2-388,0 0 0,0 0 0,1 0 0,-1-1 0,1 0 0,-1 1 0,1-1 0,0-1 1,-1 1-1,7 0 0,17 0-5321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49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1088,'0'0'22349,"1"16"-20302,1-3-1195,-1-5-601,0 0 1,1-1 0,0 1-1,5 12 1,-7-19-273,1 0 0,-1 0 1,1 0-1,-1 0 0,1 0 1,-1 0-1,1 0 0,-1-1 0,1 1 1,0 0-1,-1-1 0,1 1 1,0 0-1,0-1 0,0 1 1,-1-1-1,1 1 0,0-1 0,0 1 1,0-1-1,0 0 0,0 1 1,0-1-1,0 0 0,0 0 1,0 0-1,0 0 0,0 1 0,0-2 1,0 1-1,0 0 0,0 0 1,0 0-1,0 0 0,0-1 1,0 1-1,0 0 0,0-1 0,0 1 1,-1-1-1,1 1 0,0-1 1,0 1-1,0-1 0,0 0 1,5-5-93,0-1 0,0 1 0,-1-1 0,0 0 1,0 0-1,-1-1 0,5-10 0,-1-10 3531,5 30-1307,-4 21-2250,1 0 1060,-1-11-3267,2-5-3171,5-4-4514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50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3330,'0'0'14870,"5"4"-13917,3 1-669,0-1 0,0-1 1,1 1-1,-1-1 1,1-1-1,0 0 0,-1 0 1,1-1-1,0 1 0,0-2 1,14 0-1,-17 0-251,0 0-1,0 0 1,0-1-1,0 1 1,-1-2-1,1 1 1,0 0-1,0-1 1,-1 0 0,1-1-1,-1 1 1,0-1-1,0 0 1,0 0-1,0-1 1,0 1-1,-1-1 1,1 0-1,6-8 1,-10 10-46,0 1 0,1-1-1,-1 0 1,0 0 0,0 0 0,0 0 0,0 0 0,-1 0-1,1 0 1,0 0 0,-1 0 0,1 0 0,-1 0 0,0-1-1,0 1 1,0 0 0,0 0 0,0 0 0,0 0 0,-1-1-1,1 1 1,-1 0 0,1 0 0,-3-3 0,1 2 62,0 1 1,0-1-1,0 1 1,-1 0-1,1 0 1,-1 0-1,0 0 0,1 0 1,-1 1-1,0-1 1,0 1-1,0 0 1,0 0-1,-5-2 1,-6 0 577,0 0 0,0 1 0,-1 1 0,1 0 0,0 1 0,-17 2 0,27-1-529,1 0 0,-1 0 0,0 0-1,1 1 1,-1-1 0,1 1 0,0 0 0,-1 0-1,1 1 1,0-1 0,0 1 0,0-1 0,1 1-1,-1 0 1,0 0 0,1 0 0,0 0 0,0 1 0,0-1-1,0 0 1,1 1 0,-1 0 0,1-1 0,0 1-1,0 0 1,0 0 0,0 4 0,-2 9 304,1-1 0,0 1 0,2 0 0,2 31 0,-2-43-447,1 1 0,1-1 0,-1 0 0,1 0 0,0 0 0,0 0 0,0 0 0,1 0 0,-1-1 0,1 1 0,0-1 0,1 0 0,-1 0 0,1 0 1,0 0-1,0 0 0,0-1 0,0 0 0,1 0 0,-1 0 0,1 0 0,0-1 0,8 4 0,3 0-531,1-1 0,0 0 0,1-1 0,-1-1 0,33 2 0,53-4-6681,16-7-6835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51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0 328 1617,'0'0'5861,"20"-4"-5349,265-78 1807,436-115-5366,-714 195 2938,166-40-3458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51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841 32 4786,'22'-3'1886,"6"-3"-651,63-11 1872,-21 12 8447,-69 9-11227,1 0 0,-1 0 1,0 1-1,0-1 0,0 1 1,-1-1-1,0 1 0,0-1 1,0 1-1,0-1 0,-1 6 1,0 0 12,0 0-223,-1 0-1,0-1 1,-1 1-1,0-1 1,0 0-1,-1 0 1,0 0-1,-1 0 1,0-1-1,-7 9 1,-18 38 410,14-19-14,1 0 0,2 1-1,2 0 1,-9 50 0,11-15-204,5-30-59,-2 0 0,-1-1-1,-3 0 1,-21 59 0,-152 426-250,153-440 0,-49 101 0,5-15 0,39-93 0,-65 110 0,61-127 0,24-39 0,1 0 0,1 0 0,-15 37 0,-13 40 0,27-69 0,1 1 0,1 1 0,-11 52 0,18-63 0,-2 24 0,7-45-3,0-1-1,0 1 1,0 0-1,0-1 1,0 1 0,0-1-1,0 1 1,0-1 0,0 1-1,0-1 1,0 1-1,0-1 1,0 1 0,-1-1-1,1 1 1,0-1 0,0 1-1,0-1 1,-1 1-1,1-1 1,0 0 0,-1 1-1,1-1 1,-1 1-1,1-1 1,0 0 0,-1 1-1,1-1 1,-1 0 0,1 0-1,-1 1 1,1-1-1,-1 0 1,1 0 0,-1 0-1,1 1 1,-1-1 0,1 0-1,-1 0 1,1 0-1,-1 0 1,0 0 0,0 0-60,0-1 0,-1 1 0,1-1 0,0 1 0,0-1 1,0 1-1,0-1 0,0 1 0,0-1 0,0 0 0,0 0 1,0 0-1,0 0 0,0 1 0,0-1 0,0 0 0,1 0 1,-2-2-1,-6-13-2211,-11-16-4917,17 29 6092,0 1 1,0 0 0,0 0 0,0-1-1,-1 1 1,1 0 0,-1 1 0,1-1-1,-1 0 1,-3-1 0,-20-5-7984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52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5394,'0'0'18102,"0"4"-15989,1 0-1804,0 0 1,0 0-1,1 0 0,-1 0 0,1 0 1,0 0-1,0-1 0,1 1 0,-1-1 1,1 1-1,-1-1 0,1 0 0,0 0 1,5 4-1,57 47 1891,-51-43-1902,6 4-283,-7-6-14,0 1-1,-1 0 1,0 1 0,0 0 0,-2 1 0,19 24 0,-16-22-4330,-10-12 3087,-1-1 0,1 1 0,0-1 1,0 0-1,-1 0 0,1 0 0,0 0 1,0-1-1,0 1 0,0-1 0,0 1 0,0-1 1,0 0-1,0 0 0,3-1 0,8-3-6383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52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0 880,'0'0'23411,"-10"18"-20871,-21 34 355,-43 53-1,64-91-3164,-8 7 143,-4-16-9315,4-5 539,-2 0-4031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4:53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43 592 1697,'0'0'7048,"5"-1"-6477,0 1-388,-4 0-123,1 0 1,0 0-1,0 0 0,0 0 0,-1 0 1,1 0-1,0-1 0,0 1 1,-1-1-1,1 1 0,0-1 0,-1 0 1,1 0-1,0 0 0,1-1 0,-6-2-512,-1-1 0,0 1-1,0 0 1,0 0-1,-1 1 1,1-1 0,-1 1-1,-6-3 1,3 0 7,-1 0-1517,-3-4 1291,4-2 4136,8 11-3166,1 0 0,0-1 0,0 1 1,0 0-1,0 0 0,0 0 0,0 0 0,0 0 0,0 0 1,1 0-1,-1 1 0,0-1 0,0 0 0,1 1 1,-1-1-1,1 0 0,-1 1 0,0 0 0,1-1 0,-1 1 1,3 0-1,129-40 3098,40-13-231,-72 21-2226,106-20 1,58-17-309,-87 14-28,200-35 0,-369 88-524,-4 2 20,0-1 1,0 1-1,0-1 1,0-1-1,0 1 1,0-1-1,0 0 1,0 0-1,-1 0 1,8-5-1,-7 4 33,0 1-1,0 0 1,0 1-1,0-1 1,0 1-1,1 0 1,-1 1 0,10-1-1,2-1-162,94-20-4009,-37 1-4725,-8-3-3241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0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17144,'0'0'11509,"-54"131"-11429,54-102-80,0 5-656,0 2-561,7 3-1728,0 3-1217,0-3-2305,-1-3-1120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0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6419,'0'0'18184,"-7"127"-16711,7-107-945,0-2-368,14 5-160,-7-3 0,-1 5-512,1 0-1185,0 2-1632,0 5 591,0 4-5777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1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15 134 8676,'0'0'22330,"-14"0"-21802,28-13-496,6-1-32,7-4-864,7 0-1393,0-2-1281,6-5-2512,8 0-5508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25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51 544,'0'-3'16810,"0"-4"-11207,0-31-6099,1 38 518,-1 0 1,0 0 0,0-1-1,0 1 1,1 0-1,-1 0 1,0-1-1,1 1 1,-1 0-1,0 0 1,0 0-1,1 0 1,-1 0-1,0-1 1,1 1 0,-1 0-1,0 0 1,1 0-1,-1 0 1,0 0-1,1 0 1,-1 0-1,0 0 1,1 0-1,-1 0 1,0 0-1,1 0 1,-1 1 0,0-1-1,0 0 1,1 0-1,-1 0 1,0 0-1,1 0 1,-1 1-1,0-1 1,0 0-1,1 0 1,-1 1-1,0-1 1,0 0 0,1 0-1,-1 1 1,0-1-1,0 0 1,0 0-1,0 1 1,0-1-1,1 0 1,-1 1-1,0-1 1,0 0-1,0 1 1,0-1 0,0 0-1,0 1 1,0 0-1,-2 108 2746,5 137 379,3-190-2804,7 130 218,-13-186-611,-1-8-2215,-2-6 308,1 0 0,0 0 0,0-16 0,0-8-5030,1 7-515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26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98 368,'0'0'6190,"7"-16"1096,-2 14-6694,0 0 0,1 0 0,-1 1 0,1-1 1,-1 1-1,9 0 0,69 2 1275,-42 0-847,413-21 1656,-43-33 3071,-419 62-4858,6-7-913,0-1 1,0 1-1,1-1 0,-1 1 1,1 0-1,-1 0 1,1 0-1,0 0 0,0 0 1,0 0-1,-1 2 0,1 4 63,-1 1 0,0-1 0,0 0 0,0-1 0,-6 12 0,-3 11 98,-1 14 59,3 1 0,1 0 1,-2 61-1,8 142 450,3-135 9,-1-112-377,-47-37-166,35 30-163,1 1 0,-1 0-1,0 1 1,-1 0 0,1 1 0,-1 1-1,-17-2 1,-92 2-68,86 3 117,-24 4 3,0 4 1,1 1-1,0 4 0,-81 29 1,73-23 10,-113 38 21,-131 36 443,284-88-457,27-6-19,0 0 0,-1 0 0,1 0 0,0 0 0,0 0 0,0 0 0,0 0 0,0 1 0,0-1 0,-1 0 0,1 0 0,0 0 0,0 0 0,0 0 0,0 0 0,0 0 0,-1 0 0,1 0 0,0 0 0,0 0 0,0 0 0,0 0 0,-1 0 0,1 0 0,0 0 0,0 0 0,0 0 0,0 0 0,-1 0 0,1 0 0,0 0 0,0 0 0,0 0 0,0 0 0,-1 0 0,1 0 0,0-1 0,0 1 0,0 0 0,0 0 0,0 0 0,0 0 0,0 0 0,-1 0 0,1-1 0,0 1 0,0 0 0,0 0 0,0 0 0,0 0 0,0 0 0,0-1 0,0 1 0,0 0 0,0 0 0,0 0 0,0 0 0,0-1 0,0 1 0,0 0 0,0 0 0,0-1 0,7-6 0,-6 6 0,86-64-4484,-61 49 1108,-1-2 0,-1-1 1,31-32-1,-33 20-9003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2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299 191 3970,'0'0'11341,"7"-14"-9892,20-48-331,-26 59-1046,0 1 1,0 0 0,-1 0 0,1 0 0,-1-1 0,0 1-1,0 0 1,0 0 0,0-1 0,0 1 0,0 0 0,0-1 0,-1 1-1,1 0 1,-1 0 0,0 0 0,1-1 0,-1 1 0,0 0-1,0 0 1,-1 0 0,1 0 0,0 0 0,-1 1 0,1-1-1,-1 0 1,1 1 0,-4-3 0,-2-1 176,0 0 0,-1 0 0,0 1 0,0 0 0,-11-4 0,12 5 16,1 0-190,1 1 0,-1-1 1,0 1-1,0 0 0,0 1 1,0-1-1,-1 1 0,1 0 1,0 1-1,0 0 0,-1 0 1,1 0-1,0 1 1,-1-1-1,1 1 0,0 1 1,0 0-1,0-1 0,0 2 1,0-1-1,0 1 0,1 0 1,-1 0-1,1 0 0,0 1 1,0 0-1,0 0 0,0 0 1,1 1-1,0-1 0,0 1 1,0 0-1,0 0 0,1 1 1,0-1-1,-3 7 1,-1 3 78,1 0 0,0 1 1,1 0-1,0 0 0,2 0 1,-3 20-1,-3 106 756,9-115-774,-2 101 570,28 242-1,-20-314-1172,-3 77-1,-4-94-1908,-19-46-8898,6-16 4492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27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0 151 9732,'0'0'12508,"24"10"-10702,168 81 2118,-57-34-1205,-153-108-764,14 38-1942,0-1 0,0 0 0,2-1-1,0 1 1,0 0 0,1-22 0,1 28-11,0 0 1,1 0-1,0-1 1,0 1-1,1 0 1,0 0 0,0 0-1,1 0 1,0 0-1,0 1 1,1-1-1,6-8 1,-9 14-117,1 0-1,-1 0 1,1 0-1,-1 0 1,1 1 0,0-1-1,0 1 1,0-1 0,0 1-1,0 0 1,0-1-1,0 1 1,1 0 0,-1 1-1,0-1 1,1 0-1,-1 1 1,0-1 0,1 1-1,-1-1 1,4 1-1,0 1-695,0 1-1,0-1 0,-1 1 0,1 0 1,0 0-1,9 6 0,-9-5-192,0 0 0,1 0 0,-1 0 1,1-1-1,13 3 0,13-4-8255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28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48 13670,'0'0'16349,"-21"9"-14655,-66 28-800,84-36-888,1 1 0,-1-1-1,1 1 1,0 0 0,-1 0 0,1 0 0,0 0 0,0 0-1,1 1 1,-1-1 0,0 0 0,1 1 0,-1 0-1,1-1 1,0 1 0,0 0 0,0-1 0,0 1 0,0 0-1,1 0 1,-1 0 0,1 0 0,0 0 0,0 0-1,0 0 1,0-1 0,0 1 0,1 3 0,0 5-15,-1 3 9,-1-9 0,1 1 0,0-1 0,0 0 0,1 0 0,0 1 0,-1-1 0,2 0 0,1 6 0,-2-9 0,0 0 0,1-1 0,-1 1 0,0-1 0,1 1 0,0-1 0,-1 0 0,1 1 0,0-1 0,-1 0 0,1 0 0,0 0 0,0 0 0,0-1 0,0 1 0,0 0 0,0-1 0,0 0 0,0 1 0,0-1 0,0 0 0,0 0 0,0 0 0,4-1 0,0 2-1,-1-1 0,0 0-1,1-1 1,-1 1 0,1-1 0,-1 0-1,0 0 1,0-1 0,0 1 0,1-1 0,-2-1-1,1 1 1,0-1 0,0 1 0,-1-1-1,1-1 1,-1 1 0,0 0 0,0-1-1,0 0 1,-1 0 0,1 0 0,-1-1 0,0 1-1,0-1 1,-1 0 0,1 1 0,-1-1-1,0 0 1,0-1 0,-1 1 0,1 0 0,-1 0-1,-1-1 1,1 1 0,0-7 0,-1-16-207,1 21 178,0 0 0,-1-1 1,0 1-1,0 0 0,0 0 0,-1 0 1,0 0-1,-1 0 0,0 0 0,0 0 1,0 0-1,-1 0 0,-6-10 0,43 16-210,-20 5 291,0 1 0,-1 0 0,0 1 0,0 0-1,14 10 1,-20-11 8,1-1 0,-1 2 0,0-1 0,-1 1 0,1 0-1,-1 0 1,0 1 0,-1 0 0,8 12 0,-11 6-39,-2-19-22,2-11 0,0-5 2,1 0 0,1 1 0,0-1 0,0 1 0,1 0 0,0 1 0,1-1 0,9-11 0,-12 16 0,1 0 0,-1 0 0,1 0 0,0 1 0,1-1 0,-1 1 0,0 0 0,1 0 0,0 0 0,0 1 0,0 0 0,0 0 0,0 0 0,0 0 0,0 1 0,1 0 0,9-1 0,-15 2 0,1 1 0,0-1 0,0 0 0,0 1 0,0-1 0,0 1 0,0-1 0,-1 1 0,1-1 0,0 1 0,-1 0 0,1-1 0,0 1 0,-1 0 0,1-1 0,0 1 0,-1 0 0,1 0 0,-1 0 0,0 0 0,1-1 0,-1 1 0,0 0 0,1 0 0,-1 0 0,0 0 0,0 0 0,0 0 0,0 0 0,0 0 0,0 0 0,0 0 0,0 0 0,0 0 0,-1 0 0,1 0 0,-1 1 0,1 0 0,-1 30 0,0-22 0,0 0 0,1 0 0,0 1 0,1-1 0,0 0 0,1 0 0,3 13 0,-4-17-208,-1-6-83,1 0 1,-1 0-1,0 0 0,1 0 1,-1 0-1,1 0 1,-1 1-1,0-1 0,1 0 1,-1 0-1,1 0 1,-1 0-1,0-1 0,1 1 1,-1 0-1,0 0 0,1 0 1,-1 0-1,1 0 1,-1 0-1,0-1 0,1 1 1,10-12-7849,3-13-489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28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11269,'0'0'14361,"0"29"-10858,0 230 131,-2-202-3634,0-39 0,1-1 0,1 1 0,0-1 0,1 1 0,1-1 0,1 0 0,8 30 0,-10-46 0,0-1 0,0 1 0,0 0 0,0-1 0,0 1 0,0-1 0,0 0 0,0 1 0,0-1 0,0 0 0,0 1 0,1-1 0,-1 0 0,0 0 0,0 0 0,0 0 0,0 0 0,0 0 0,0 0 0,1-1 0,-1 1 0,0 0 0,0-1 0,0 1 0,0-1 0,0 1 0,0-1 0,0 1 0,0-1 0,1-1 0,5-4-580,0-1 1,-1-1-1,1 1 1,5-12-1,1-1-2763,-2-2 1,10-22-1,-2 3-7006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28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9396,'0'0'18649,"121"18"-16792,-60-18-1121,0 0-592,-6 0-144,-8 0-1120,-6 0-2498,-14-5-3041,-7-8-11045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29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4946,'0'0'13489,"19"14"-8484,45-12-1334,-5-11-4597,-1-9-4224,1-5-3855,-13 3-464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0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3778,'0'0'20937,"34"14"-20312,-21-14-465,8 0-160,6 0-48,0 0-1265,7 0-1392,0 0-1793,-1 0-2818,8 0-719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0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11493,'0'0'15111,"-41"70"-14631,41-56-400,0 0-80,0-1-384,0 3-1056,0 2-1074,0 5-767,0-1-1201,0 3-1361,0 2-656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0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5891,'0'0'8356,"-27"137"-5747,27-112-1537,0-2-640,0-1-352,0 1-80,0 2-1232,14-3-2146,-7 3-1552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5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1 148 720,'0'0'10232,"1"9"-2659,6 16-5723,0-12-1480,-1 0 0,1 0 0,-2 0 0,0 1 1,-1 0-1,0 0 0,-1 1 0,-1-1 0,0 0 0,-1 1 1,-1 20-1,0-35-360,0 1 0,0-1 1,0 0-1,0 0 0,-1 1 0,1-1 1,0 0-1,0 1 0,0-1 1,0 0-1,-1 0 0,1 1 1,0-1-1,0 0 0,-1 0 0,1 0 1,0 1-1,0-1 0,-1 0 1,1 0-1,0 0 0,0 0 1,-1 0-1,1 1 0,0-1 0,-1 0 1,1 0-1,0 0 0,-1 0 1,1 0-1,0 0 0,-1 0 1,1 0-1,0 0 0,0 0 0,-1 0 1,1 0-1,0 0 0,-1-1 1,1 1-1,0 0 0,-1 0 1,1 0-1,0 0 0,0 0 0,-1-1 1,0 1-10,0-1-1,0 1 1,1-1 0,-1 1 0,0-1 0,0 1 0,0-1-1,1 1 1,-1-1 0,0 0 0,1 1 0,-1-1 0,0 0-1,1 0 1,-1 1 0,1-1 0,-1 0 0,1 0 0,0 0-1,-1-1 1,-3-17-27,2 0-1,0 0 1,0 0 0,2-1-1,1 1 1,0 0-1,1 0 1,1 0-1,1 0 1,6-18-1,-8 33 19,0-2-94,0 0-1,1 1 0,-1-1 0,1 1 1,0-1-1,5-5 0,-7 11 87,-1-1 0,1 1 1,-1-1-1,1 1 0,0-1 0,-1 1 0,1-1 0,-1 1 0,1 0 1,0-1-1,-1 1 0,1 0 0,0 0 0,0 0 0,-1-1 1,1 1-1,0 0 0,-1 0 0,1 0 0,0 0 0,0 0 0,-1 0 1,2 1-1,-1-1 13,1 1-1,0 0 1,-1 0 0,1 0 0,-1 0 0,0 0 0,1 0-1,-1 0 1,0 1 0,0-1 0,1 0 0,-1 1 0,0-1-1,0 2 1,3 4 8,1-1 0,-1 0-1,1 0 1,0 0 0,1-1 0,-1 1-1,1-1 1,0-1 0,0 1 0,0-1-1,1 0 1,0 0 0,0-1-1,0 0 1,0 0 0,0-1 0,0 0-1,1 0 1,-1-1 0,1 0 0,13 1-1,-7-1-5,1-1-1,0 0 0,-1-1 0,1 0 1,-1-1-1,1-1 0,-1 0 1,17-7-1,-26 9 30,-1-2 1,1 1-1,-1 0 1,1-1-1,-1 0 1,0 0-1,0 0 1,0-1-1,-1 1 1,1-1-1,-1 0 1,0 0-1,0 0 0,0 0 1,-1-1-1,1 1 1,-1-1-1,0 0 1,0 1-1,-1-1 1,1 0-1,-1 0 1,0 0-1,-1 0 1,1 0-1,-1 0 1,0-6-1,0 9 64,-1 0 0,1 0 0,-1 0 0,1 0 0,-1-1 0,0 1 0,0 1-1,0-1 1,0 0 0,0 0 0,0 0 0,0 0 0,-1 1 0,1-1 0,-1 1 0,1-1 0,-1 1 0,0-1 0,1 1 0,-1 0 0,0 0 0,0 0-1,0 0 1,0 0 0,0 0 0,0 1 0,0-1 0,0 1 0,0-1 0,0 1 0,-1 0 0,-2 0 0,2-1-37,0 1 1,0-1 0,0 1-1,0 0 1,-1 0 0,1 0-1,0 1 1,0-1-1,0 1 1,0 0 0,0 0-1,0 0 1,0 0 0,0 0-1,0 1 1,0-1-1,0 1 1,1 0 0,-1 0-1,-3 4 1,2 0-21,1 0 0,-1 0 0,2 1 0,-1-1 1,1 1-1,0-1 0,0 1 0,1 0 0,0 0 0,0 0 0,1 0 1,-1 0-1,1 0 0,1 0 0,0 0 0,0-1 0,0 1 0,1 0 1,3 8-1,-3-9-200,0-1 1,1 1 0,-1-1 0,1 0 0,1 0-1,-1 0 1,1-1 0,-1 1 0,1-1-1,1 0 1,-1 0 0,1 0 0,-1 0-1,1-1 1,0 0 0,0 0 0,1 0 0,-1-1-1,1 1 1,-1-1 0,1-1 0,0 1-1,10 1 1,44 1-4334,1-10-3362,-21-11 852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5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 11493,'0'0'14044,"-20"16"-12473,-150 123 3005,166-135-4525,0 0 1,0-1 0,0 1-1,1 0 1,0 1-1,-1-1 1,1 1-1,1-1 1,-1 1 0,1 0-1,0 0 1,0 0-1,0 0 1,1 1 0,-1-1-1,1 0 1,1 1-1,-1-1 1,1 0-1,0 8 1,1-12-58,0 0-1,0 0 1,0 0 0,1 0 0,-1 0-1,0 0 1,1 0 0,-1 0 0,0 0-1,1-1 1,-1 1 0,1-1-1,-1 1 1,1-1 0,-1 1 0,1-1-1,0 0 1,-1 0 0,1 0 0,0 0-1,-1 0 1,1 0 0,-1 0 0,3-1-1,46-2-346,-39-2 191,1 0 0,-1 0 0,0-1 0,-1 0 0,0-1 0,0 0 0,0 0 0,-1-1 0,0-1 0,14-16 0,-21 23 194,-1 0 0,0 0 0,0 0 0,0 0 0,0 0-1,-1 0 1,1 0 0,0-1 0,-1 1 0,0 0 0,1 0 0,-1-1-1,0 1 1,0 0 0,-1-3 0,1-2 1360,0 50-1135,0-42-480,0 1 1,0-1 0,0 1 0,0-1 0,0 0-1,0 1 1,0-1 0,0 1 0,1-1 0,-1 1 0,1-1-1,-1 0 1,1 1 0,-1-1 0,1 0 0,0 0-1,-1 1 1,1-1 0,0 0 0,0 0 0,0 0-1,0 0 1,1 1 0,1-1-656,1 0-1,-1 0 1,0 0-1,0-1 1,1 1-1,-1-1 1,0 0-1,7-1 1,-3 1-151,20 0-6756,0 0-1019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6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4194,'0'0'18937,"9"9"-17161,28 30-279,-26-27-578,-4-5 1665,-7-11-75,-3-21-2289,2-21-96,-1 31-130,1-1 0,1 0 0,1 0 1,0 1-1,1-1 0,5-18 0,-6 33-120,-1 0-1,1-1 1,0 1 0,0 0-1,0-1 1,0 1 0,0 0-1,0 0 1,0 0 0,0 0-1,0 0 1,0 0 0,1 0-1,-1 0 1,0 0 0,1 1-1,-1-1 1,1 0 0,-1 1-1,1 0 1,-1-1 0,1 1-1,-1 0 1,1-1 0,-1 1-1,1 0 1,-1 0 0,1 0-1,-1 1 1,3-1 0,49 14-7800,-45-11 6266,25 6-7729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6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16392,'0'0'15412,"-2"16"-14598,0 48-765,2 1 1,10 69 0,-5-102-50,2 9 0,2 55 0,-9-95-164,0-1-1,0 1 1,0 0-1,1-1 1,-1 1-1,0-1 1,1 1-1,-1-1 1,0 1-1,1-1 1,-1 0-1,1 1 1,-1-1-1,1 1 1,-1-1-1,1 0 1,-1 1-1,1-1 1,-1 0-1,1 0 1,-1 1-1,1-1 1,-1 0-1,1 0 1,0 0-1,-1 0 1,1 0-1,-1 0 1,1 0-1,0 0 1,-1 0-1,1 0 1,-1 0-1,1 0 1,0 0-1,-1 0 1,1 0-1,-1-1 1,1 1 0,-1 0-1,1 0 1,-1-1-1,1 1 1,-1 0-1,1-1 1,-1 1-1,1-1 1,-1 1-1,0-1 1,1 1-1,-1 0 1,1-1-1,-1 1 1,1-2-1,6-21-7289,0-11-3049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7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87 184 7908,'0'0'17685,"5"-1"-16511,106-16 2276,128-24-2845,-88 2-615,-61 14-145,1 4 0,182-18 0,-271 39 209,-1-1 0,1 1-1,0 0 1,0 0 0,-1 0-1,1 0 1,0 0 0,0 1-1,-1-1 1,1 0 0,0 1-1,-1-1 1,1 1 0,0 0-1,-1-1 1,1 1 0,-1 0-1,1 0 1,-1 0 0,1 0-1,-1 0 1,0 1 0,1-1-1,-1 0 1,0 0 0,0 1-1,0-1 1,0 1 0,0-1-1,0 1 1,-1 0 0,1-1-1,0 1 1,-1 0 0,0-1-1,1 1 1,-1 0 0,0-1-1,1 4 1,5 18 219,6 6-273,32 54 0,-12-23 0,104 235 0,-132-286 0,-1 1 0,1 0 0,-2 0 0,1 0 0,-2 1 0,1-1 0,-1 12 0,-43-46 0,29 20 0,0-1 0,-1 2 0,1-1 0,-1 2 0,0 0 0,-17 0 0,-88 5 0,77-1 0,-66 9 0,1 5 0,-109 30 0,103-21 0,-375 90 0,535-123-590,-22 4-1388,-1 0-1,36-12 0,-20 1-7262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7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3666,'0'0'25083,"14"0"-23050,-1 0-720,8 0-641,6-2-672,0-3 0,7 1 0,0 1 0,-7-3 0,7-1-848,-1-2-1874,8-7-1856,0-4-5538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1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14871,'0'0'15847,"54"-57"-15847,-34 53-48,7-1-720,7 1-1041,-7-3-1056,14 0-1217,-14-2-3378,7-2-1648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1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8292,'0'0'17224,"0"-16"-17224,13 14-433,1 0-1695,13-5-1506,0-7-3153,0-4-3794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1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78 10741,'0'0'20537,"-20"-21"-20072,40 12-369,1 2-96,13-2-529,-7 3-863,0-1-1298,-7 0-223,-6 3-817,-8-1-688,1 3-1328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1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2209,'122'-79'2513,"-129"79"-112,-6 0 513,6 2-1650,0 0-1264,1-2-208,-1 0-4098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32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3922,'0'0'15575,"22"9"-6795,0 8-7561,-18-13-921,0-1-1,0 0 0,0 1 1,0-2-1,1 1 0,0 0 1,-1-1-1,1 0 0,0 0 1,10 2-1,16 0-297,0-1 0,39-2 0,-37-1 0,56 7 0,-82-6 0,-4-1 0,-1 0 0,0 1 0,1-1 0,-1 1 0,0-1 0,1 1 0,-1 0 0,0 0 0,0 0 0,3 2 0,-5-2 0,1-1 0,-1 0 0,0 0 0,0 1 0,0-1 0,1 0 0,-1 1 0,0-1 0,0 0 0,0 1 0,0-1 0,0 0 0,0 1 0,0-1 0,0 0 0,0 1 0,0-1 0,0 0 0,0 1 0,0-1 0,0 1 0,0-1 0,0 0 0,0 1 0,0-1 0,0 0 0,0 1 0,-1-1 0,1 0 0,0 0 0,0 1 0,0-1 0,-1 0 0,1 1 0,0-1 0,0 0 0,-1 0 0,1 1 0,0-1 0,0 0 0,-1 0 0,1 0 0,0 0 0,-1 1 0,1-1 0,0 0 0,-1 0 0,1 0 0,0 0 0,-1 0 0,1 0 0,-1 0 0,-23 10 0,21-9 0,-6 4 0,0 0 0,1 1 0,-1-1 0,1 2 0,0-1 0,1 1 0,0 0 0,0 1 0,0 0 0,1 0 0,-6 9 0,1 1 0,0 1 0,1 1 0,1 0 0,-7 21 0,4 6 0,11-38 0,-1 0 0,-1 1 0,1-1 0,-1 0 0,-1 0 0,0-1 0,-6 11 0,9-15-574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43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16 109 352,'0'0'1566,"-5"-13"5025,2 10-6979,2 0 54,0-1 1,-1 0-1,1 1 1,1-1-1,-1 0 0,0 0 1,1 0-1,0 1 1,0-1-1,0 0 0,0 0 1,2-4-1,-2-2-1260,0 10 1325,0-2-617,0 1 822,0-1 0,0 0-1,0 1 1,0-1 0,0 1 0,1-1 0,-1 1-1,1-1 1,-1 1 0,1-1 0,0 1-1,-1-1 1,3-1 0,-3-2-72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44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47 208,'0'0'2070,"4"-2"-1862,26-13 923,11-10 17932,-48 21-15265,6 4-3838,1 0 0,0 0-1,-1-1 1,1 1 0,-1 0 0,1 0 0,0 0 0,-1 0 0,1 0 0,-1 0 0,1 0 0,0 0 0,-1 0 0,1 0 0,-1 1 0,1-1 0,0 0 0,-1 0 0,1 0 0,-1 0-1,1 1 1,0-1 0,-1 0 0,1 0 0,0 0 0,-1 1 0,1-1 0,0 0 0,0 1 0,-1-1 0,1 0 0,0 1 0,0-1 0,0 0 0,-1 1 0,1-1 0,0 1 0,0-1 0,0 0-1,0 1 1,0-1 0,0 1 0,-7 12-6351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46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23 2065,'0'0'6936,"6"-15"6308,-7 13-11331,-7 0-1776,0 0 0,-1 1 1,1 1-1,0-1 0,-1 2 1,1-1-1,-1 1 0,1 0 1,-1 0-1,1 1 0,0 1 1,0-1-1,0 1 0,0 0 0,1 1 1,-1 0-1,1 0 0,-8 6 1,-5 4 260,1 0 1,0 1-1,1 2 0,1-1 1,-17 23-1,31-34-288,0 0 0,1 0-1,0 0 1,1 0 0,-1 0-1,1 1 1,0-1 0,0 1-1,0-1 1,1 1 0,0-1 0,0 1-1,1 7 1,0 4 185,-1-15-272,1 1 0,-1-1 0,1 1 1,-1-1-1,1 1 0,0-1 1,0 1-1,0-1 0,0 0 0,1 0 1,-1 1-1,1-1 0,-1 0 1,1 0-1,0-1 0,0 1 1,0 0-1,0-1 0,0 1 0,0-1 1,0 1-1,0-1 0,1 0 1,-1 0-1,0 0 0,5 1 0,-1 0-4,0 0 0,-1-1 0,1 0-1,0 0 1,0 0 0,-1-1 0,1 0-1,0 0 1,0 0 0,0-1 0,7-1-1,8-7 10,1-1-1,-2-1 1,1-1-1,-2 0 0,1-2 1,33-30-1,-43 34-20,-1 3-1,-1-1 0,0 1 0,0-2-1,-1 1 1,0-1 0,0 0-1,-1 0 1,0-1 0,7-17-1,-9 6 332,-9 48-4,5 42-333,3-1 0,14 86 0,-5-73 0,-3 1 0,-3 105 0,3-214 0,3-9 0,-6 11-2736,15-8-7739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5:47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60 624,'0'0'5283,"-2"-6"-3530,-4-7-745,3-8 5571,3 20-6285,0 1-1,0-1 1,1 0-1,-1 0 0,0 1 1,0-1-1,1 0 1,-1 0-1,0 1 1,1-1-1,-1 0 0,1 1 1,-1-1-1,1 0 1,-1 1-1,1-1 1,-1 1-1,1-1 1,0 1-1,-1-1 0,1 1 1,1-1-1,18-3 1018,-14 4-1107,0 0 0,-1 1 1,1-1-1,-1 1 1,1 1-1,0-1 0,-1 1 1,0 0-1,1 0 1,-1 0-1,0 1 0,0 0 1,0 0-1,-1 0 0,1 0 1,-1 1-1,0 0 1,0 0-1,0 0 0,0 0 1,-1 1-1,5 7 0,-2 1-1431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32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2593,'0'3'19348,"0"5"-14606,7 46-3383,3-4-498,-2 0-1,-2 0 1,-2 1-1,-4 89 1,-1-59-439,-3-40-422,2-35 0,1-28 0,6-19-4052,15-15-9205,-17 48 11576,10-17-10319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33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18 1585,'0'0'12429,"-7"-11"-5364,4 12-6787,0 0 0,-1 0 0,1 0-1,0 0 1,0 0 0,1 1 0,-1-1 0,0 1 0,0 0 0,1 0 0,-1 0 0,1 0-1,0 0 1,-1 0 0,1 1 0,0-1 0,0 1 0,1 0 0,-4 5 0,-31 64 1913,30-59-1643,-3 14-124,1 0 0,1 0 0,1 0 0,1 1-1,2-1 1,1 1 0,2 51 0,2-78-424,-1 0 0,0 0 0,0 0 0,1 0 0,-1 0 0,0 0 0,1 0 0,-1-1 0,1 1 0,-1 0 0,1-1 0,-1 1 0,1-1 0,0 0 0,-1 0 0,1 1 0,0-1 0,-1 0 0,1 0 0,-1 0 0,4-1 0,41-2 0,-38-1 0,1 0 0,-1 0 0,0-1 0,0-1 0,0 1 0,0-1 0,-1-1 0,0 1 0,-1-1 0,9-11 0,7-6 0,-16 16 0,-1 0 0,1 0 0,-1-1 0,-1 0 0,1 0 0,-2 0 0,1-1 0,-1 1 0,3-20 0,-4 12 0,0 1 0,-1 0 0,-1-1 0,-2-17 0,0-10 0,2 41 0,0 0 0,0 0 0,-1 1 0,1-1 0,-1 0 0,0 1 0,0-1 0,0 1 0,0-1 0,0 1 0,0-1 0,-1 1 0,1 0 0,-1 0 0,0 0 0,0 0 0,1 0 0,-1 0 0,-1 0 0,1 0 0,0 1 0,0-1 0,-1 1 0,1-1 0,0 1 0,-1 0 0,1 0 0,-1 0 0,0 1 0,1-1 0,-1 1 0,0-1 0,-3 1 0,2-1 0,0 1 0,0 0 0,0 0 0,0 0 0,0 0 0,0 1 0,0-1 0,0 1 0,0 0 0,0 1 0,0-1 0,0 1 0,1-1 0,-1 1 0,1 0 0,-1 0 0,1 1 0,0-1 0,-1 1 0,1 0 0,1 0 0,-5 4 0,-12 27 0,19-31 0,1-2-389,0-1 1,1 1-1,-1-1 1,0 1-1,1-1 1,-1 1-1,0-1 1,1 0-1,-1 0 1,0 0-1,1 0 1,-1 0-1,1 0 1,-1 0-1,3-1 1,7 1-6068,0 2-3154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6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9124,'0'0'14727,"13"0"-13751,-6-4-367,7-1-81,-8 3-352,8-3-80,-1 1-96,1-1-16,-1 1-1169,8 1-1408,6 1-720,0 0-3394,7 2-1953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7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7828,'0'0'19176,"47"-11"-18407,-26 9-513,-1-3-256,0 1-32,1 4-336,6-3-1137,0 3-912,7 0-1361,6-2-1280,1-2-1713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7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11941,'0'0'15496,"21"0"-15320,-15 0-176,15 0-16,-1 0-817,0 0-1088,14 0-2000,7 0-1954,6 0-880,7-9-1137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7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2689,'0'0'23579,"34"7"-22923,-20-7-304,13 0-287,7 0-65,6 0-113,1 0-1391,0 0-1217,6 0-993,0 0-3361,8 0-2130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7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9188,'0'0'16648,"54"0"-16024,-27 0-496,14 0-128,0 0-32,6 0-944,7 0-1585,7-2-2658,0-7-3089,0-5-832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7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13238,'0'0'12822,"48"-2"-12806,-28 0-16,14 2-320,7 0-1313,-1 0-64,8 0-2609,-1 0-2593,1 0 16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48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10085,'0'0'9652,"48"2"-9652,-21-2-352,7 0-1601,13 0-2113,7 0-3505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18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5186,'0'0'11312,"0"9"-7227,22-7-2402,27-1-667,-46-1-997,-1 0-1,0-1 1,1 1 0,-1 0-1,0-1 1,0 1 0,1-1 0,-1 0-1,0 0 1,0 0 0,0 0 0,0 0-1,0 0 1,0-1 0,3-2-1,0-2 3,-1 0 0,0 0-1,0 0 1,0-1-1,-1 0 1,0 1-1,0-1 1,-1 0-1,1-1 1,-2 1 0,1 0-1,-1 0 1,0-1-1,-1 1 1,1-1-1,-2-9 1,0 15-20,1 1-1,0-1 1,-1 1 0,1 0 0,-1-1 0,0 1-1,1 0 1,-1 0 0,0-1 0,0 1-1,0 0 1,0 0 0,0 0 0,0 0-1,0 0 1,0 0 0,0 0 0,-1 1 0,1-1-1,0 0 1,-1 1 0,1-1 0,0 1-1,-1-1 1,1 1 0,0-1 0,-1 1-1,1 0 1,-1 0 0,1 0 0,-1 0-1,1 0 1,-2 0 0,0 0 2,1 0 0,-1 0 1,0 0-1,1 0 0,-1 0 1,0 1-1,1-1 0,-1 1 0,0 0 1,1-1-1,-1 1 0,1 1 0,0-1 1,-1 0-1,1 0 0,0 1 0,0 0 1,-3 2-1,-1 6 101,0 0 0,1 1 1,0 0-1,1 0 0,0 0 0,0 0 1,2 1-1,-1-1 0,2 1 0,-1 0 0,1-1 1,1 1-1,0 0 0,3 16 0,-2-25-122,0-1-1,0 0 0,0 1 1,0-1-1,0 0 1,0 1-1,1-1 0,-1 0 1,1 0-1,-1 0 0,1 0 1,0 0-1,0 0 0,0-1 1,0 1-1,0-1 1,0 1-1,1-1 0,-1 0 1,0 0-1,1 0 0,-1 0 1,1 0-1,-1-1 0,1 1 1,-1-1-1,6 1 0,8 1-929,0-1 0,0-1-1,22-2 1,-25 1-147,0-1 10,1 0 1,-1-1 0,0-1-1,0 0 1,0-1-1,0 0 1,-1-1-1,0 0 1,0-1-1,0 0 1,17-15 0,17-22 640,-13-5 4734,-16 28-1701,-16 19-2103,1 1 0,0-1 0,-1 0 0,1 0 0,-1 0 0,1 0 0,-1 0 1,0 0-1,0 0 0,0 0 0,0-1 0,1-4 5856,12 42-2527,-13-32-3798,0-1 1,0 1-1,1-1 0,-1 1 0,1-1 0,-1 0 0,1 0 1,0 0-1,0 0 0,0 0 0,0 0 0,0 0 0,0-1 1,1 1-1,-1-1 0,0 1 0,1-1 0,-1 0 0,1 0 1,0 0-1,-1-1 0,1 1 0,5 0 0,-4-1-89,0-1 0,0 0 0,0 0 0,-1 0 0,1-1 1,0 1-1,-1-1 0,1 0 0,-1 0 0,0 0 0,0 0 0,0-1 0,0 1 0,0-1 0,5-6 0,5-8-169,-12 14 358,0 0 0,1 0 0,0 1 0,0-1 0,0 1 0,0-1 0,0 1 0,0 0 0,1 0 0,-1 0 0,6-3 0,-9 8-78,1 1 0,1-1-1,-1 1 1,0-1 0,1 1 0,0-1-1,0 0 1,0 1 0,1 3-1,0-5-157,0 0 1,0 0-1,0 0 0,1 0 0,-1 0 0,0-1 1,1 1-1,-1-1 0,1 1 0,0-1 0,-1 0 0,1 0 1,0 0-1,0-1 0,-1 1 0,1 0 0,5-1 0,57 0-5304,-43-2 2567,24-1-4019,2-9-1905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19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38 8900,'0'0'15170,"-14"-1"-14274,-43-1-304,54 1-576,0 1-1,0 0 0,0 0 0,0 0 0,0 1 1,0-1-1,0 0 0,0 1 0,0 0 0,1 0 1,-1 0-1,0 0 0,0 0 0,1 1 0,-1-1 1,1 1-1,-1-1 0,1 1 0,0 0 1,-1 0-1,1 0 0,0 1 0,0-1 0,1 0 1,-1 1-1,0-1 0,1 1 0,0-1 0,-1 1 1,1 0-1,0 0 0,0-1 0,1 1 0,-1 0 1,0 0-1,1 0 0,0 0 0,0 0 0,0 3 1,4-5-53,0 0 0,1 0 0,-1 0 0,0-1 0,0 0 0,1 1 1,-1-2-1,5 1 0,-5-1-24,4 1-51,0-2 0,-1 1-1,1-1 1,0 0-1,-1-1 1,0 0 0,1 0-1,-1-1 1,-1 0-1,1 0 1,8-7 0,1-1 73,-1 0 0,0-2 0,17-19 0,-65 87 4982,-21 58-4210,43-89-132,-182 360 1608,184-365-2198,0-1-11,3-8 0,0 1 0,1 0 0,0 1 0,1-1 0,0 1 0,1 0 0,0 0 0,-2 20 0,5-30 0,0-1 0,1 1 0,-1 0 0,0-1 0,0 1 0,0-1 0,1 1 0,-1-1 0,0 1 0,1-1 0,-1 1 0,0-1 0,1 1 0,-1-1 0,1 1 0,-1-1 0,1 0 0,-1 1 0,1-1 0,-1 0 0,1 1 0,-1-1 0,1 0 0,0 0 0,-1 1 0,1-1 0,-1 0 0,1 0 0,0 0 0,-1 0 0,1 0 0,-1 0 0,1 0 0,0 0 0,-1 0 0,1 0 0,0 0 0,-1 0 0,1-1 0,-1 1 0,2 0 0,0-1 0,18-2 0,1 0 0,-1-2 0,0 0 0,-1-2 0,1 0 0,-1-1 0,25-15 0,8-1 0,8 0 0,-36 16 0,-1-2 0,0 0 0,29-19 0,-50 28-215,-1 0-1,0 0 1,0 0 0,0 0-1,0-1 1,0 1 0,0 0-1,0-1 1,0 1 0,-1 0-1,1-1 1,0 1 0,-1-1 0,0 1-1,1-3 1,0-2-1116,0 1 0,-1 0 0,0-1 1,0 1-1,0 0 0,-1 0 0,-1-6 0,-4-7-7852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19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8612,'0'0'16818,"1"31"-12114,-1-29-4666,0 0 0,1 0 0,-1 1 0,0-1-1,1 0 1,-1 0 0,1 0 0,0 0 0,0 0 0,0-1 0,0 1 0,0 0 0,0 0 0,0 0 0,1-1 0,-1 1 0,1-1-1,-1 1 1,1-1 0,-1 0 0,1 1 0,0-1 0,0 0 0,-1 0 0,1 0 0,0 0 0,0-1 0,0 1 0,0 0 0,0-1 0,0 1-1,1-1 1,-1 0 0,0 0 0,0 0 0,0 0 0,0 0 0,0 0 0,0-1 0,0 1 0,0-1 0,4 0 0,6-4-359,-1-1 0,1 1 0,-1-2 1,0 0-1,15-12 0,-20 14 359,84-59-414,-86 153 3641,-4-88-3453,0 0 0,0 0 0,1 0 1,-1 0-1,0 0 0,1 0 0,-1-1 0,1 1 0,-1 0 1,1 0-1,-1 0 0,1-1 0,0 1 0,-1 0 0,1 0 1,0-1-1,0 1 0,0-1 0,-1 1 0,1-1 0,0 1 1,0-1-1,0 1 0,0-1 0,0 0 0,0 0 0,0 1 1,0-1-1,0 0 0,0 0 0,0 0 0,1 0 0,42 0-10971,-32-1 7750,9 1-4509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20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4514,'0'0'17934,"7"0"-17046,47-1 1023,-38 2-1661,0-1-1,0 0 1,0-1 0,0-1-1,-1 0 1,1-1-1,-1-1 1,1 0 0,25-11-1,-40 14-252,0 1 0,-1-1 1,1 1-1,0-1 0,0 1 0,0-1 0,0 1 0,-1-1 0,1 0 0,0 1 0,0-1 0,-1 0 0,1 0 0,-1 0 0,1 1 0,-1-1 0,1 0 0,-1 0 0,1 0 0,-1 0 0,0 0 0,1 0 0,-1 0 0,0 0 1,0 0-1,0 0 0,0 0 0,0 0 0,0 0 0,0 0 0,0 0 0,0 0 0,-1 0 0,1 0 0,0 0 0,0 0 0,-1 0 0,1 0 0,-1 0 0,-1-2-12,1 1 0,-1 0 0,0 0-1,0 0 1,0 0 0,0 1 0,0-1 0,0 0-1,0 1 1,0 0 0,0-1 0,-1 1 0,-3-1 0,-3-1 55,-1 1 1,1 0 0,-1 0 0,0 1-1,0 0 1,0 1 0,0 0-1,0 0 1,1 1 0,-15 3 0,21-3 38,-1 0 1,1 0 0,-1 0 0,1 0 0,0 1-1,-1-1 1,1 1 0,0 0 0,0 0 0,0 0-1,0 0 1,0 0 0,1 1 0,-1-1-1,1 1 1,0 0 0,-1-1 0,1 1 0,0 0-1,1 1 1,-1-1 0,1 0 0,-1 0-1,1 1 1,0-1 0,0 1 0,0-1 0,1 1-1,-1-1 1,1 7 0,0-7-81,-1 10 40,1-1 1,1 1-1,0-1 0,1 1 1,5 18-1,-6-28-124,0 1 0,0-1 0,1-1 0,-1 1-1,1 0 1,0 0 0,0 0 0,0-1 0,0 1 0,1-1 0,-1 0 0,0 0 0,1 0 0,0 0 0,-1 0 0,1 0-1,0-1 1,0 1 0,0-1 0,0 0 0,0 0 0,0 0 0,1 0 0,-1 0 0,0-1 0,6 1 0,-1-1-347,1 1 0,-1-1 1,1-1-1,-1 0 1,0 0-1,1 0 1,-1-1-1,0-1 0,0 1 1,14-8-1,-3 0-895,-1-2-1,31-25 1,-21 15 455,-17 14 710,59-50-1001,-33 12 4161,-35 76 3696,-2-29-6496,1 0-1,-1 1 1,0-1-1,1 0 1,-1 0 0,1 1-1,0-1 1,-1 0-1,1 0 1,0 0-1,0 0 1,-1 0 0,1 0-1,0 0 1,0 0-1,0 0 1,0 0 0,0 0-1,0-1 1,1 1-1,-1 0 1,0-1-1,0 1 1,0-1 0,1 0-1,-1 1 1,0-1-1,3 1 1,3-2-219,1 1 0,-1-1 0,0 0 0,1-1 0,-1 1 0,0-1 0,0-1 0,0 0 0,0 0 0,11-7 0,0-2-77,-1 0 1,21-22-1,-21 18 86,-16 16 20,-1 0 1,0 0 0,0 0 0,1-1-1,-1 1 1,0 0 0,0 0-1,1 0 1,-1 0 0,0 0 0,0-1-1,1 1 1,-1 0 0,0 0-1,1 0 1,-1 0 0,0 0 0,1 0-1,-1 0 1,0 0 0,1 0-1,-1 0 1,0 0 0,0 0 0,1 0-1,-1 0 1,0 0 0,1 1-1,-1-1 1,0 0 0,0 0 0,1 0-1,-1 0 1,0 1 0,0-1-1,1 0 1,-1 0 0,0 0 0,0 1-1,0-1 1,1 0 0,-1 0-1,0 1 1,0-1 0,0 0 0,0 0-1,0 1 1,1-1 0,-1 0-1,0 1 1,0-1 0,0 0 0,0 1-1,0-1 1,0 0 0,0 0-1,0 1 1,0-1 0,0 0 0,0 1-1,0-1 1,3 37 13,-4-32-28,1 0-1,1 0 1,-1 0-1,1 0 0,0 0 1,0 0-1,2 5 0,-2-8-160,0-1 1,0 0-1,0 0 0,1 0 0,-1 0 0,0 0 0,1 0 0,-1 0 0,0-1 0,1 1 1,-1 0-1,1-1 0,1 1 0,36 2-7960,-30-3 5734,18 0-7422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20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37 4306,'0'0'19612,"-2"5"-18943,1-4-627,1 0-1,-1 0 1,1 0-1,-1 0 0,1 0 1,0 0-1,-1 0 1,1 0-1,0 0 0,0 0 1,0 0-1,0 0 1,0 0-1,0 0 1,0 0-1,0 0 0,0 0 1,0 0-1,1 0 1,-1 0-1,0-1 0,1 1 1,-1 0-1,0 0 1,1 0-1,-1 0 1,1 0-1,0 0 0,-1-1 1,1 1-1,0 0 1,0 1-1,3 0 196,0-1-1,0 1 0,0 0 1,0-1-1,1 0 1,-1 0-1,0 0 1,8 0-1,10 2 40,-1-2 0,1 0-1,0-1 1,-1-1 0,25-4-1,-43 4-269,-1 0-1,1 0 1,-1 0 0,0 0-1,1-1 1,-1 1-1,0-1 1,0 0-1,0 1 1,0-1-1,0 0 1,0 0 0,0 0-1,0 0 1,-1 0-1,1-1 1,-1 1-1,0-1 1,2-2-1,-3 3 5,0 1-1,1 0 0,-1 0 0,0 0 1,0 0-1,0-1 0,1 1 0,-1 0 1,-1 0-1,1-1 0,0 1 0,0 0 0,0 0 1,-1 0-1,1-1 0,0 1 0,-1 0 1,1 0-1,-1 0 0,1 0 0,-1 0 1,0 0-1,0 0 0,1 0 0,-1 0 0,0 0 1,0 0-1,0 1 0,0-1 0,0 0 1,0 0-1,0 1 0,0-1 0,0 1 1,0-1-1,0 1 0,-1-1 0,1 1 0,0 0 1,0 0-1,-2-1 0,-9-1 160,-1 0 0,1 0 0,0 1-1,-1 0 1,1 1 0,0 1 0,-1 0-1,1 1 1,0 0 0,0 0 0,0 2 0,0-1-1,0 2 1,-11 5 0,20-8-169,0 0 0,1 0 0,0 0 0,-1 0 0,1 0 0,0 0 0,0 1 0,0-1 0,0 1 0,0-1 0,1 1 0,-1 0 0,1 0 0,0 0 0,0-1 0,0 1 0,0 0 0,0 1 0,1-1 0,-1 0 0,1 0 0,0 0 0,0 0 0,0 0 0,0 0 0,1 0 0,-1 1 0,1-1 0,0 0 0,1 4 0,0-2 0,0-1 0,0 0 0,1 1 0,-1-1 0,1 0 0,0 0 0,0 0 0,0 0 0,1-1 0,-1 0 0,1 1 0,0-1 0,0 0 0,0-1 0,0 1 0,0-1 0,1 0 0,6 3 0,8 0-708,0-2 0,0 0 1,0-1-1,32 0 0,-22-3-2384,1-1-1,41-9 0,-5-7-11607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21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67 1024,'0'0'3074,"20"-8"-2549,107-51 12817,-142 59-7107,3 2-7371,-11 7 1779,-1 0-1,1 2 1,1 0 0,0 2-1,1 0 1,0 2 0,1 0-1,0 1 1,-26 29 0,31-29-492,1 1-1,1 1 1,1 0 0,0 0 0,1 1-1,2 1 1,-1 0 0,2 0-1,1 1 1,1 0 0,0 0 0,2 0-1,0 1 1,2 0 0,-1 41 0,3-51-128,0 0 0,1-1 1,0 1-1,1 0 0,0-1 0,6 17 1,-6-22-21,0-1-1,1 0 1,0 0 0,0 0 0,1 0 0,0 0-1,-1-1 1,1 0 0,1 0 0,-1 0 0,1 0-1,-1-1 1,1 1 0,0-1 0,9 4 0,-1-2-251,0 0 0,0-1 1,0-1-1,1 0 1,0 0-1,0-2 0,-1 1 1,1-2-1,17-1 1,-22 1-759,1-1 1,0-1 0,0 0 0,-1 0 0,1 0 0,-1-1-1,0-1 1,11-5 0,21-17-7401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21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 3249,'0'0'23931,"0"2"-22389,1 35-867,-2-1-1,-1 0 0,-2 1 0,-2-1 0,-10 35 0,11-53-869,0-2-901,0 0 0,-1 0 1,-11 21-1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22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10261,'0'0'16220,"-15"20"-14843,-51 67-248,61-79-1022,0 0 1,0 0 0,0 1 0,1 0 0,1 0 0,0 0 0,0 1-1,1-1 1,-3 15 0,-1 9 14,3-17-112,0 0 0,2 0-1,0 0 1,1 20 0,0-17-22,0-18 10,0 0 0,0 1 0,0-1 0,1 0 0,-1 0 0,0 0-1,0 0 1,1-1 0,-1 1 0,1 0 0,-1 0 0,1 0-1,-1 0 1,1 0 0,0 0 0,-1-1 0,1 1 0,0 0-1,0 0 1,-1-1 0,1 1 0,0-1 0,0 1 0,1 0-1,31 7-203,-21-7 71,-1-1 0,0-1-1,0 0 1,12-2 0,-12 0-10,0-1 0,0 0 0,-1 0 1,1-1-1,-1 0 0,0-1 0,-1 0 0,1 0 0,-1-1 0,-1-1 0,13-12 0,-15 14 122,0-1 0,-1 0 0,1 0 0,-2 0-1,1-1 1,-1 0 0,0 0 0,0 0-1,-1 0 1,0-1 0,-1 1 0,0-1-1,0 1 1,-1-1 0,1-9 0,-2 7 57,0 1 0,-1 0 0,0 0 1,-1 0-1,0-1 0,0 2 0,-1-1 0,-7-16 1,8 21-30,-1 2 1,1-1 0,-1 0-1,0 0 1,0 1 0,0-1-1,0 1 1,0 0 0,-1 0-1,0 0 1,0 1-1,1-1 1,-1 1 0,-1 0-1,1 0 1,0 0 0,0 1-1,-1 0 1,1-1 0,-1 1-1,-8 0 1,13 1-5,-38-1-1481,22 7-2827,9 8-4495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2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9748,'0'0'15901,"0"0"-15807,0 0-1,0-1 0,0 1 1,0-1-1,-1 1 1,1-1-1,0 1 1,0 0-1,0-1 1,0 1-1,0-1 1,0 1-1,0-1 0,0 1 1,0-1-1,0 1 1,0-1-1,1 1 1,-1 0-1,0-1 1,0 1-1,0-1 1,1 1-1,-1 0 0,0-1 1,0 1-1,1-1 1,-1 1-1,0 0 1,1-1-1,-1 1 1,1-1-1,7 7 149,1 1-1,-1-1 0,0 1 1,-1 0-1,0 1 1,0 0-1,0 0 1,9 16-1,-1 1 690,23 52-1,-24-37-930,-1 0 0,-1 0 0,-3 2 0,7 58 0,-4 170 0,-12-261 0,0 0 0,-1 0 0,0 0 0,0 0 0,-1 0 0,0 0 0,-1 0 0,0-1 0,-1 1 0,1-1 0,-1 0 0,-1 0 0,0 0 0,0-1 0,0 1 0,-1-1 0,0 0 0,-1-1 0,1 0 0,-1 0 0,-1 0 0,1-1 0,-1 0 0,0 0 0,-13 5 0,-39 18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23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35 4610,'0'0'15138,"-1"-6"-12121,-6-22 6825,6 30-9831,0-1 0,0 1-1,0 0 1,0 0 0,1 0 0,-1 0 0,1 0 0,-1 1 0,1-1-1,0 0 1,0 0 0,-1 0 0,2 0 0,-1 0 0,0 3-1,0 0-23,-11 39-1647,-3-3-4802,13-39 5975,-5 15-12306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6:23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0 14279,'0'0'15911,"-95"145"-15063,68-114-800,6 8-48,-6 1-1376,0 1-2242,0 2-2769,-7-3-7395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26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1 272,'0'0'15338,"5"7"-13367,37 60 3632,-39-64-5427,1 0 0,-1 0 0,1 0 0,0 0 1,0-1-1,0 1 0,0-1 0,0 0 0,0-1 0,0 1 0,1-1 1,-1 1-1,1-1 0,-1 0 0,6 0 0,9 0-75,0-1 0,25-2 0,-27 1-37,-14 1-67,0 0-1,-1-1 0,1 1 0,-1-1 1,1 0-1,-1 0 0,0 0 1,1 0-1,-1 0 0,0 0 0,1-1 1,-1 1-1,0-1 0,0 1 0,0-1 1,-1 0-1,1 0 0,0 0 0,-1 0 1,1 0-1,-1 0 0,1 0 1,-1-1-1,0 1 0,0 0 0,0-1 1,0 1-1,-1-1 0,1 1 0,-1-1 1,1 0-1,-1 1 0,0-1 0,0 1 1,0-1-1,0 0 0,-1 1 1,1-1-1,-2-2 0,2 4-3,-1-1 0,0 1 1,0 0-1,0 0 0,0 0 0,0 0 0,0 0 0,0 0 1,-1 0-1,1 0 0,0 1 0,-1-1 0,1 0 0,0 1 1,-1-1-1,1 1 0,0-1 0,-1 1 0,1 0 0,-1-1 1,1 1-1,-1 0 0,1 0 0,-2 0 0,-44 1-27,40 0 10,2-1 28,0 1 0,0 0 1,0 0-1,0 0 1,0 1-1,0 0 0,1 0 1,-1 0-1,1 0 1,-1 1-1,1-1 0,0 1 1,0 0-1,0 1 1,0-1-1,1 0 1,0 1-1,-1 0 0,1 0 1,-4 7-1,4-5-26,-1 1-1,1 0 1,1 0-1,-1 0 1,1 0 0,0 0-1,1 0 1,-1 1-1,2-1 1,-1 1-1,1-1 1,0 1 0,2 10-1,-2-15-254,1 1 1,0-1-1,0 1 0,1-1 0,-1 0 1,1 0-1,0 0 0,0 0 1,0 0-1,0 0 0,0 0 0,0 0 1,1-1-1,-1 1 0,1-1 0,0 0 1,0 0-1,0 0 0,0 0 0,0 0 1,0-1-1,1 0 0,-1 1 1,0-1-1,5 1 0,6 1-2125,0 0 0,0-1-1,1 0 1,24-1 0,3-1-2736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26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3986,'0'0'19849,"14"27"-16295,-13-24-3497,1-1 0,0 1 0,0-1 0,0 1 0,0-1 0,0 0 0,0 0 0,0 0 0,1 0 0,-1 0 1,1-1-1,-1 1 0,1-1 0,0 1 0,0-1 0,5 2 0,-6-3-132,0 0 1,-1 0-1,1 0 0,0 0 1,-1 0-1,1 0 0,0-1 1,0 1-1,-1 0 0,1-1 1,0 1-1,-1-1 0,1 0 1,-1 0-1,1 1 0,-1-1 1,1 0-1,-1 0 0,0 0 0,1-1 1,-1 1-1,0 0 0,0 0 1,0-1-1,0 1 0,0-1 1,0 1-1,0-1 0,1-2 1,4-9-200,21-40-477,-27 52 844,1 0-1,-1 0 1,1 0-1,0 0 1,0 0-1,-1 0 0,1 0 1,0 0-1,0 0 1,0 0-1,0 1 1,0-1-1,0 0 0,0 0 1,0 1-1,1-1 1,-1 1-1,0-1 1,0 1-1,0 0 1,1-1-1,-1 1 0,0 0 1,0 0-1,1 0 1,-1 0-1,0 0 1,1 0-1,-1 0 0,0 0 1,0 0-1,1 1 1,-1-1-1,0 0 1,0 1-1,2 0 0,16 18 202,-18-17-305,1 1-1,0-1 0,0 0 0,0 0 0,0 0 0,0 0 1,0 0-1,1 0 0,-1-1 0,1 1 0,3 1 0,2 0-543,0-1 1,1 0-1,0 0 0,-1-1 0,10 1 0,43-4-7425,-26-3-829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27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 10629,'0'0'14756,"-11"0"-13521,2-1-1016,1 1 0,-1 1 1,1-1-1,-1 1 0,1 1 0,-9 2 0,15-3-187,-1-1-1,1 1 1,0 0-1,-1 0 1,1 1 0,0-1-1,0 0 1,0 1-1,0-1 1,0 1-1,0 0 1,1 0 0,-1 0-1,0 0 1,1 0-1,-1 0 1,1 0-1,0 0 1,0 0 0,0 1-1,0-1 1,0 0-1,0 1 1,1-1-1,-1 1 1,1-1 0,-1 1-1,1-1 1,0 4-1,1-6-94,-1 1-1,1 0 0,-1-1 0,1 1 0,-1-1 0,1 1 1,-1-1-1,1 1 0,-1-1 0,1 0 0,0 1 1,-1-1-1,1 1 0,0-1 0,-1 0 0,1 0 1,0 1-1,-1-1 0,1 0 0,0 0 0,0 0 1,-1 0-1,1 0 0,0 0 0,0 0 0,-1 0 1,1 0-1,0 0 0,0-1 0,27-3-455,-17 0 409,-1-2 0,1 0 0,-1 0 0,13-11 0,-1 2 52,-22 15 85,0 0-1,0 0 1,1 0-1,-1-1 1,0 1-1,0 0 1,1 0-1,-1 0 1,0 0 0,0 0-1,1 0 1,-1-1-1,0 1 1,0 0-1,1 0 1,-1 0 0,0 0-1,1 0 1,-1 0-1,0 0 1,0 0-1,1 0 1,-1 1 0,0-1-1,1 0 1,-1 0-1,0 0 1,0 0-1,1 0 1,-1 0-1,0 0 1,0 1 0,0-1-1,1 0 1,-1 0-1,0 0 1,0 1-1,0-1 1,1 0 0,3 17 642,-3 29 57,-2-36-492,0 7-33,-1-1 1,-1 1-1,0-1 1,-1 0-1,-1-1 1,-1 1-1,-12 24 0,-3 3 526,-39 54 0,-146 201 223,205-297-950,-5 7 0,1-1 0,0 0 0,0 1 0,0 0 0,1 0 0,1 1 0,-1-1 0,1 1 0,1 0 0,-1-1 0,2 1 0,-2 10 0,3-19-3,0 1 0,1 0 0,-1 0 1,0 0-1,0-1 0,1 1 0,-1 0 0,0 0 0,1 0 0,-1-1 0,1 1 1,-1 0-1,1-1 0,-1 1 0,1 0 0,0-1 0,-1 1 0,1-1 1,0 1-1,-1-1 0,1 1 0,0-1 0,0 0 0,0 1 0,-1-1 1,1 0-1,0 0 0,0 1 0,0-1 0,-1 0 0,1 0 0,0 0 0,0 0 1,0 0-1,0 0 0,1-1 0,38-5-203,-5-7 180,-1-1-1,-1-2 1,0-2 0,-2-1-1,31-23 1,-16 11 18,-5 5-11,-7 5-318,-1-1 1,0-2-1,41-40 0,-72 62 205,0 0-1,0-1 1,0 1-1,0 0 0,0-1 1,-1 1-1,1-1 1,-1 0-1,0 1 0,0-1 1,0 0-1,1-5 1,0-22-4157,-2 27 3720,0 2 208,0 0 0,-1 0 0,1 0 0,0 0 0,0 0 0,-1 0 0,1 0 0,-1 0 0,1 0 0,-1 0 0,1 1 0,-1-1-1,1 0 1,-1 0 0,0 1 0,1-1 0,-1 0 0,0 0 0,0 1 0,1-1 0,-1 1 0,0-1 0,0 1 0,0-1 0,0 1 0,0 0 0,-1-1 0,-1 0-679,-17-9-7639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27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3794,'0'0'22778,"11"0"-20836,-8 0-1788,0-1-1,0 1 0,0 0 0,0 0 0,0 1 1,0-1-1,-1 1 0,1-1 0,0 1 0,0 0 1,0 0-1,4 3 0,-6-2-39,1 0 0,0 0-1,-1 1 1,1-1 0,-1 1 0,0-1 0,0 1-1,0-1 1,0 1 0,0 0 0,-1 0 0,1-1-1,-1 1 1,0 0 0,0 0 0,0 0 0,0-1-1,-1 4 1,1 10-45,-1-10-60,1 1 0,0 0 0,0-1-1,1 1 1,2 11 0,-3-17-9,0 0-1,1 0 1,-1 0-1,1 0 1,-1 0-1,1-1 1,-1 1-1,1 0 1,0 0-1,-1 0 1,1-1-1,0 1 1,0 0-1,-1-1 1,1 1-1,0-1 1,0 1-1,0-1 1,0 1-1,0-1 1,0 0-1,0 1 1,0-1-1,0 0 1,0 0-1,0 0 1,0 0-1,0 0 1,0 0-1,0 0 1,0 0-1,0 0 1,0 0-1,0 0 0,0-1 1,-1 1-1,1 0 1,0-1-1,0 1 1,0-1-1,0 1 1,0-1-1,0 1 1,-1-1-1,2-1 1,13-8 0,-1-1 0,0-1 0,0 0 0,-1-1 0,16-21 0,-21 24 0,34-39 0,-41 49 0,-1 0 0,0 1 0,1-1 0,-1 0 0,1 0 0,-1 1 0,0-1 0,1 0 0,-1 1 0,0-1 0,1 1 0,-1-1 0,0 0 0,0 1 0,1-1 0,-1 1 0,0-1 0,0 1 0,0-1 0,1 1 0,-1-1 0,0 1 0,0-1 0,0 1 0,0-1 0,0 1 0,0-1 0,0 1 0,0-1 0,0 1 0,-1-1 0,1 1 0,0 0 0,1 21 0,-1 57 0,0-77-134,1-1 0,-1 0 0,1 0 0,0 0 0,-1 0 0,1 0 0,0 0 0,0 0 0,0 0 0,-1 0 0,1-1 0,0 1 0,0 0 0,0 0 0,0-1 0,1 1 0,-1-1 0,0 1 0,0-1 0,0 1 0,0-1 0,1 0 0,-1 0 1,0 1-1,0-1 0,0 0 0,1 0 0,-1 0 0,0 0 0,0 0 0,2-1 0,2 1-743,0 0 1,0 0-1,0-1 1,-1 0-1,1 1 0,0-2 1,-1 1-1,6-2 1,10-14-8107,1-3-2225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28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4514,'0'0'20212,"17"0"-18718,18 1-935,112-3 1748,-135 2-2255,-1-1 0,0-1 1,1 0-1,-1 0 0,0-1 1,0-1-1,0 0 1,0 0-1,-1-1 0,15-10 1,-23 15-73,-1-1 1,0 0-1,1 0 1,-1 0 0,0 0-1,0 0 1,0 0-1,0 0 1,0 0 0,0 0-1,0 0 1,0 0-1,0-1 1,-1 1 0,1 0-1,0-1 1,-1 1-1,1-1 1,-1 1 0,0-1-1,1 1 1,-1 0 0,0-1-1,0-2 1,-1 2-1,1 1 0,-1 0 1,0 0-1,0-1 0,0 1 1,-1 0-1,1 0 0,0 0 1,0 0-1,-1 0 0,1 1 1,0-1-1,-1 0 0,1 1 0,-1-1 1,1 0-1,-1 1 0,-2-1 1,-10-2-66,0 1 0,-1 0 0,-21 1 1,22 1 84,0 0-1,0 1 1,0 1 0,1 0 0,-1 1 0,-15 6 0,26-8 19,-1 0 1,1 0 0,-1 1 0,1 0 0,-1 0 0,1 0 0,0 0 0,0 0 0,0 1 0,0-1 0,0 1 0,1 0 0,-1 0 0,1 0 0,0 0 0,0 0 0,0 1 0,0-1 0,0 1 0,1-1 0,-1 1 0,1-1 0,0 1-1,0 0 1,1 0 0,-1 0 0,1 6 0,0-3-93,0 0-1,0 1 1,1-1 0,0 1-1,1-1 1,0 0-1,0 0 1,0 0-1,1 0 1,0 0 0,0 0-1,1-1 1,0 0-1,0 1 1,0-1-1,1-1 1,0 1 0,0-1-1,1 0 1,-1 0-1,1 0 1,9 5 0,-8-5-572,0-1 1,0 0 0,0 0 0,0-1-1,1 0 1,-1 0 0,12 2 0,33 2-5778,-12-6-1347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28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5282,'0'0'23894,"0"25"-20455,-1-19-3418,1 1 0,0-1 0,1 0 0,-1 0 1,1 1-1,0-1 0,1 0 0,3 10 0,-4-14-22,1-1-1,-1 1 1,1 0-1,-1-1 1,1 1 0,0-1-1,0 0 1,0 1-1,0-1 1,0 0 0,0 0-1,0 0 1,0 0-1,0-1 1,0 1 0,1 0-1,-1-1 1,0 0-1,0 1 1,1-1-1,-1 0 1,0 0 0,1-1-1,-1 1 1,0 0-1,5-2 1,-2 1 1,1-1 0,-1 0 0,1 0 0,-1-1 0,0 1 0,0-1 0,0 0 0,0-1 0,0 1 0,-1-1 0,0 0 0,7-7 0,47-59 0,-53 63 0,-5 59 0,1-30 0,-1-21-91,0 1 0,-1-1-1,1 0 1,0 1 0,0-1 0,0 0 0,1 1-1,-1-1 1,0 0 0,0 1 0,1-1 0,-1 0-1,1 0 1,-1 1 0,1-1 0,-1 0 0,1 0 0,0 0-1,0 0 1,1 2 0,0-2-295,1-1 0,-1 1 0,1-1 0,-1 1 0,1-1 0,0 0 0,-1 0 0,1 0-1,-1 0 1,4-1 0,-3 0 126,16-3-5764,1-11-3220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29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7571,'0'0'17299,"6"5"-16114,3 1-881,1 0 1,0 0-1,0-1 1,0 0 0,0 0-1,1-1 1,0-1-1,0 0 1,0 0-1,0-1 1,17 1 0,-9-2-190,-12 0-117,0-1-1,0 1 1,1-2-1,-1 1 0,9-2 1,-15 2 6,0-1 1,1 1 0,-1-1-1,0 1 1,1-1-1,-1 1 1,0-1 0,0 0-1,0 0 1,0 1 0,0-1-1,0 0 1,0 0-1,0 0 1,0 0 0,0 0-1,0 0 1,0 0 0,-1-1-1,1 1 1,-1 0-1,1 0 1,-1-1 0,1 1-1,-1 0 1,1-1 0,-1 1-1,0 0 1,0-1-1,0 1 1,0-3 0,0 2 62,1-1 0,-1 1-1,0-1 1,0 1 0,0-1 0,0 1 0,0 0 0,-1-1 0,1 1 0,-1-1-1,0 1 1,1 0 0,-1 0 0,0-1 0,0 1 0,-1 0 0,1 0 0,0 0 0,-1 0-1,1 0 1,-1 0 0,0 1 0,1-1 0,-1 0 0,0 1 0,0 0 0,0-1 0,0 1-1,0 0 1,-1 0 0,1 0 0,0 0 0,0 0 0,-1 1 0,1-1 0,-1 1 0,1-1-1,0 1 1,-1 0 0,1 0 0,-4 0 0,-4-1-67,0 1 0,0 0 0,0 0 0,0 1 0,0 0 0,0 0 0,0 1 0,-11 4 0,15-3 0,1-1 0,-1 1 0,1 0 0,0 0 0,0 1 0,0 0 0,0-1 0,1 2 0,0-1 0,-1 0 0,1 1 0,1 0 0,-1 0 0,-4 9 0,7-12 0,0 1 0,0 0 0,0 0 0,0 0 0,0-1 0,1 1 0,-1 0 0,1 0 0,0 0 0,0 0 0,0 0 0,0 0 0,1 0 0,-1 0 0,1 0 0,0 0 0,0-1 0,1 4 0,5 20 0,2 0 0,0 0 0,18 31 0,-25-53-9,1 0 1,0 0-1,-1 0 0,2 0 1,-1-1-1,0 1 0,1-1 1,-1 0-1,1 0 0,0 0 1,0-1-1,0 0 0,1 1 1,-1-1-1,0-1 0,1 1 1,-1-1-1,1 1 0,0-1 1,-1 0-1,1-1 0,0 1 1,0-1-1,-1 0 0,7-1 1,6 1-445,20 3-3113,1-3 0,53-5 0,-8-16-7756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29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0 14759,'0'0'6680,"-21"6"-2427,3-1-3402,7-3-493,0 1 0,1 0 1,-1 1-1,1 0 1,-1 0-1,1 1 0,1 1 1,-1 0-1,1 0 1,0 0-1,-11 12 0,-2 4-121,2 0 0,1 1-1,1 2 1,1 0 0,-20 37-1,28-43-180,0 0 0,1 0 0,2 1 0,-1 0 0,2 0 0,1 1 0,1-1 0,-2 36 0,4-21-235,0-19-238,1 1-1,0-1 1,1 0 0,1 1 0,5 23 0,-6-36 288,1 0 0,-1-1 0,1 1 0,-1-1 0,1 1 0,0-1 0,1 1 0,-1-1 0,0 0 0,1 0 0,0 0 1,0-1-1,0 1 0,0-1 0,0 1 0,0-1 0,1 0 0,-1 0 0,1 0 0,-1-1 0,1 1 0,0-1 0,0 0 0,0 0 0,0 0 0,-1-1 0,1 1 0,5-1 0,-1 1-1176,-1-1 0,1 0 0,0-1 0,-1 1 0,1-1 0,-1-1-1,1 0 1,-1 0 0,10-3 0,25-25-9268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29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1425,'1'-3'17795,"5"-11"-10595,-6 171 226,0-77-9235,0-1-4598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29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13558,'0'0'18072,"0"70"-17095,0-43-817,0 2-160,0-2 0,0-2 0,0-3 0,0-1 0,0-3-384,0-7-1841,0-2-1281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30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10741,'0'0'13219,"6"0"-12053,-3 1-980,0-1-1,1 0 1,-1 1-1,0-1 1,0 1-1,0 0 1,0 0-1,0 1 1,0-1 0,0 0-1,-1 1 1,1 0-1,0-1 1,-1 1-1,5 4 1,-2 0 80,0-1 0,0 1 1,-1 1-1,0-1 1,0 1-1,5 9 0,0 5 271,-2 1 1,0 0-1,7 40 0,-9-36-439,-1 0-1,-2 1 1,0-1-1,-4 49 1,1-65-87,-1 1 0,0-1 1,-1 0-1,0 0 1,-1 0-1,0 0 1,0 0-1,-1-1 0,0 1 1,-1-1-1,0-1 1,0 1-1,-1-1 1,-14 13-1,8-7-507,10-11 107,0 1 0,1-1 0,-1 0 0,0-1 0,0 1 0,-1 0 0,1-1 0,0 0 0,-1 0 0,0 0 0,1 0 0,-1 0 0,0-1 0,-4 1 0,7-24-16939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30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20217,'0'0'12550,"0"88"-12550,0-81 0,0 4 0,0 1 0,0 6 0,0 2-1953,-7-2-3762,-7 0-5474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30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1 688,'0'0'20138,"-122"117"-15288,88-83-1649,7-3-2785,0 1-416,0 2-1344,0 13-2210,-14-2-5458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35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2177,'6'-13'24833,"0"56"-23334,8 69 581,1 140-1,-15-251-2009,13-45-24399,-6 18 16832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35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2 320,'0'0'11029,"4"-2"-9367,12 3 6077,-15 27 2066,-1-9-11285,-1 46 2316,-1-19 116,3 0 0,6 47 0,-6-12-952,1-79 0,-2-3 0,1 1 0,0-1 0,-1 0 0,1 0 0,-1-1 0,1 1 0,-1 0 0,1 0 0,-1 0 0,0 0 0,1 0 0,-1 0 0,0-1 0,0 1 0,0 0 0,0 0 0,0 0 0,0 0 0,-1-3 0,1-28-3172,0-15-8569,0 29-1695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43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3986,'0'0'3473,"42"9"1866,62 8 833,5-5-8904,-87-10 1386,13 0-2904,5-1-1590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43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2673,'0'0'18841,"101"49"-17272,-81-37-673,1-3-384,6-3-352,7 3-160,6-2-64,8-2-1056,13 1-1089,0-1-769,6-3-1087,15 1-1970,-8-3 144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43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4066,'0'0'15095,"6"11"-14551,1-11-432,-7 3-112,7-3-32,0 4-1168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44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3330,'47'102'5874,"-54"-91"-2384,1 3 1136,-1 1-768,-7 1-1409,7 0-800,-6 0-401,6 2-496,0-2-655,1 2-97,6 2-193,-7 3-1119,0 1-1153,0 4-2081,1-4-2738,6 3-1376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44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6339,'0'0'10085,"-21"117"-8213,14-96-655,7-3-721,0-3-432,0 1-64,0 2-128,0 3-1649,0-3-2497,0 9-1680,7 0-401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44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5987,'0'0'17000,"0"90"-16392,0-81-416,0 1-192,0-1-304,0 4-1697,0 5-1825,0-2-3505,0 0-2370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44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13750,'0'0'13975,"-48"0"-13975,35 7-497,-1 2-1103,-6 2-1618,-7 5-1216,-7-1-2209,-7 3-384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44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2625,'0'0'10181,"-122"57"-7092,108-48-944,7-2-320,1-3-224,6 1-689,0-1-400,-7-2-512,7 1 0,0-1-80,-7 0-992,0 3-1377,1-3-2113,-8 2-3394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45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12310,'0'0'15015,"7"0"-15448,-7-2-799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45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6131,'0'0'12221,"1"0"-11883,0 0-1,1 0 0,-1 0 0,0 1 0,0-1 0,1 0 0,-1 1 1,0-1-1,0 0 0,0 1 0,0-1 0,0 1 0,0 0 1,0-1-1,2 3 0,-3 7 605,1 4-358,-1 0 1,0 0-1,-1-1 1,-1 1 0,0 0-1,-1-1 1,-1 1-1,-5 14 1,-98 197 1496,107-224-2074,0-1 0,0 1 1,0-1-1,0 1 0,0-1 1,1 1-1,-1-1 0,0 1 1,0-1-1,1 1 1,-1-1-1,0 1 0,1-1 1,-1 0-1,1 1 0,-1-1 1,0 0-1,1 1 0,-1-1 1,1 0-1,-1 0 0,1 1 1,-1-1-1,1 0 0,-1 0 1,1 0-1,-1 1 1,1-1-1,-1 0 0,1 0 1,-1 0-1,1 0 0,-1 0 1,1 0-1,-1 0 0,1 0 1,-1-1-1,1 1 0,0 0 1,35 0 385,-27 0-344,280 2-489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50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1377,'0'-13'24603,"9"101"-21776,-4-62-1911,1 45-1,1 197 1214,-7-265-2692,0-10-950,6-56-9289,1 40 1990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7:51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4034,'0'0'13966,"0"10"-9331,0 14-2256,-1 62-605,-1-32 219,2 0 0,9 61 0,-9-65-1993,-1-43 0,1-1 0,0 0 0,0 1 0,0-1 0,0 0 0,1 0 0,0 1 0,1-1 0,2 8 0,-2 1-2265,-5 13-6088,-9-7-766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0 221 4434,'7'9'15561,"28"25"-14738,-29-31-800,1-1 1,0 0 0,-1-1 0,1 1 0,0-1 0,0 0 0,-1-1 0,1 1 0,0-2 0,0 1 0,0-1 0,0 0 0,-1 0 0,1 0 0,0-1-1,-1 0 1,1-1 0,-1 0 0,0 0 0,0 0 0,0 0 0,0-1 0,-1 0 0,1 0 0,-1-1 0,0 0 0,5-5 0,-2 2-6,0-1 1,-1 0 0,1-1-1,-2 0 1,0 0 0,0 0-1,0 0 1,-1-1-1,-1 0 1,0 0 0,-1-1-1,0 1 1,0-1 0,-1 0-1,0-12 1,-2 22-14,0 1 0,0-1 1,0 0-1,0 1 0,0-1 0,-1 1 0,1-1 1,0 1-1,-1-1 0,0 0 0,1 1 1,-1 0-1,0-1 0,0 1 0,1-1 0,-1 1 1,0 0-1,0 0 0,-1 0 0,1-1 0,0 1 1,0 0-1,0 0 0,-1 0 0,1 1 1,-1-1-1,1 0 0,0 0 0,-1 1 0,0-1 1,1 1-1,-1 0 0,1-1 0,-1 1 0,1 0 1,-1 0-1,0 0 0,1 0 0,-1 0 1,1 0-1,-1 0 0,0 1 0,1-1 0,-1 0 1,-1 2-1,-4-1 37,1 1 0,0 0 0,-1 0 1,1 0-1,0 1 0,0 0 0,0 1 0,1-1 0,-11 9 1,0 4 88,0 2 0,1-1 0,1 2 0,1 0 0,-16 30 0,22-35-68,1 1 1,0 0-1,1 1 1,1-1-1,1 1 1,0 0-1,0 0 1,1 28 0,2-43-88,1 1 1,-1-1-1,0 1 1,1-1-1,0 1 1,-1-1 0,1 1-1,0-1 1,0 0-1,-1 0 1,1 1-1,0-1 1,0 0-1,1 0 1,-1 0 0,0 0-1,0 0 1,0 0-1,1 0 1,-1-1-1,0 1 1,1 0 0,-1-1-1,1 1 1,-1-1-1,1 1 1,-1-1-1,1 0 1,-1 0-1,1 1 1,-1-1 0,3-1-1,62 2-2350,-47-1 1010,-14 0 1039,7 0-1733,0 0 1,1-1-1,19-4 0,8-7-4454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61 880,'0'0'17078,"3"1"-15211,-1 0-1673,0 1 0,0-1 0,0 1 0,-1 0 0,1-1 1,-1 1-1,1 0 0,-1 0 0,0 0 0,0 0 0,0 0 0,0 0 0,0 0 0,0 0 0,0 1 0,-1-1 0,1 0 0,-1 1 1,1 3-1,-1-2-134,0-1 0,1 0 1,0 1-1,0-1 1,0 0-1,0 0 1,0 0-1,1 0 0,0 0 1,-1 0-1,1 0 1,0 0-1,3 3 1,-3-5-75,-1 0 1,0-1-1,0 1 1,1 0 0,-1-1-1,0 1 1,1-1-1,-1 1 1,1-1 0,-1 0-1,1 1 1,-1-1 0,0 0-1,1 0 1,-1 0-1,1 0 1,-1 0 0,1-1-1,-1 1 1,1 0-1,-1-1 1,0 1 0,1-1-1,-1 1 1,0-1-1,1 0 1,-1 1 0,0-1-1,0 0 1,1 0 0,0-1-1,34-37-706,-30 32 705,14-20-63,24-40-1,-44 67 109,0-1 0,0 1 0,0-1 1,0 1-1,0-1 0,0 1 0,1 0 0,-1-1 0,0 1 1,0 0-1,1-1 0,-1 1 0,0 0 0,1-1 0,-1 1 1,0 0-1,1-1 0,-1 1 0,0 0 0,1 0 0,-1-1 1,0 1-1,1 0 0,-1 0 0,1 0 0,-1 0 0,0 0 0,1-1 1,-1 1-1,1 0 0,-1 0 0,1 0 0,-1 0 0,1 0 1,-1 0-1,0 0 0,1 1 0,-1-1 0,1 0 0,-1 0 1,0 0-1,1 0 0,-1 0 0,1 1 0,-1-1 0,0 0 1,1 0-1,-1 1 0,0-1 0,1 0 0,0 1 0,13 25 536,-6-9-608,-4-13-275,-1-1 1,1 0 0,-1 0-1,1 0 1,0 0 0,0 0 0,0-1-1,1 0 1,6 3 0,-1-2-2053,0-1-1,0 0 1,0-1 0,1 0-1,19 0 1,-2-1-4263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77 2417,'0'0'12451,"3"-11"-10298,10-36-304,-12 46-1779,-1 0 1,0 1-1,0-1 1,0 1-1,0-1 1,0 0-1,0 1 0,0-1 1,0 0-1,0 1 1,0-1-1,0 1 1,-1-1-1,1 0 1,0 1-1,0-1 0,-1 1 1,1-1-1,0 1 1,-1-1-1,1 1 1,0-1-1,-1 1 1,1-1-1,-1 1 0,1-1 1,-1 1-1,1 0 1,-1-1-1,1 1 1,-1 0-1,1-1 1,-1 1-1,0 0 0,1 0 1,-1 0-1,1-1 1,-1 1-1,0 0 1,1 0-1,-1 0 1,0 0-1,1 0 0,-1 0 1,1 0-1,-1 0 1,0 1-1,1-1 1,-1 0-1,1 0 0,-1 0 1,0 1-1,1-1 1,-2 1-1,2-1 132,-13 0 271,-37 2 393,47-1-856,1-1-1,0 1 1,-1 0-1,1-1 1,0 1-1,0 0 1,0 0-1,-1 0 1,1 1-1,0-1 1,1 0-1,-1 1 1,0-1-1,0 1 1,1 0 0,-1 0-1,-2 3 1,4-5-13,0 0 0,0 0 0,0 1 0,-1-1 1,1 0-1,0 1 0,0-1 0,0 1 0,0-1 1,0 0-1,0 1 0,0-1 0,0 0 0,0 1 1,0-1-1,0 0 0,0 1 0,0-1 0,0 0 1,0 1-1,0-1 0,0 1 0,0-1 0,1 0 1,-1 0-1,0 1 0,0-1 0,0 0 0,1 1 1,-1-1-1,0 0 0,0 0 0,1 1 0,-1-1 1,0 0-1,0 0 0,1 1 0,19 6-239,28-2-231,-41-4 433,-4-1 43,-1 0 0,1 0-1,-1 0 1,1 0 0,-1 1 0,1-1 0,-1 1 0,1 0 0,-1 0 0,0 0-1,0 0 1,1 0 0,-1 0 0,0 1 0,0-1 0,0 1 0,2 2 0,-2-1 10,-1 0 1,0 0-1,0 0 1,-1 0-1,1 0 1,-1 0 0,1 0-1,-1 0 1,0 0-1,0 0 1,-1 4 0,1 7 40,-1-2 26,-1 0 1,0 0-1,0-1 0,-1 1 0,-1-1 1,0 0-1,0 0 0,-8 13 0,-53 85 388,50-85-294,-25 37 106,2-3-29,-47 95-1,85-152-262,-1 0-1,0 0 1,1 0-1,-1 0 1,1 0 0,-1 0-1,1 0 1,-1 0-1,1 0 1,0 0-1,0 0 1,-1 0 0,1 0-1,0 0 1,0 0-1,0 1 1,0-1-1,0 0 1,0 0-1,1 0 1,-1 0 0,0 0-1,1 0 1,-1 0-1,0 0 1,2 2-1,-1-3 3,0 1 0,1-1-1,-1 0 1,0 1 0,1-1-1,-1 0 1,1 0 0,-1 0-1,0 0 1,1 0-1,-1 0 1,0-1 0,1 1-1,-1 0 1,0-1 0,1 1-1,1-2 1,68-35-65,-65 34 85,112-61 262,-3 2-1718,-42 15-8921,-54 35 2409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32 6339,'0'0'14977,"-1"5"-13795,-1 6-766,1 0 0,1-1-1,-1 1 1,2 0 0,1 13 0,-2-21-396,1-1 1,-1 0-1,1 1 1,0-1-1,-1 1 1,1-1-1,0 0 1,1 1-1,-1-1 1,0 0 0,0 0-1,1 0 1,3 3-1,-4-4-47,0 0 0,1-1 0,-1 1 0,0 0-1,1-1 1,-1 1 0,1-1 0,-1 0 0,1 1 0,-1-1-1,1 0 1,-1 0 0,1 0 0,-1 0 0,1 0 0,0 0-1,-1-1 1,1 1 0,-1 0 0,0-1 0,1 1 0,-1-1-1,1 0 1,-1 1 0,2-3 0,5-2-274,0 0-1,-1-1 1,0-1 0,0 1-1,-1-1 1,10-13 0,8-7-357,-1 5 460,-16 17 243,0-1 0,-1 0 0,0 0 0,10-14 0,-6 33 5959,-8-9-6456,1 0 1,-1 1 0,1-1 0,0 0-1,0-1 1,0 1 0,1 0 0,6 5-1,17-3-7351,-8-6 218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7619,'0'0'10573,"9"1"-9596,86 9 510,-87-10-1428,1 0 1,-1 0 0,1-1-1,-1 1 1,1-2-1,-1 1 1,0-1-1,0-1 1,0 0 0,12-5-1,-18 6-8,0 1-1,-1 0 0,0-1 1,1 1-1,-1-1 1,0 0-1,0 1 0,0-1 1,0 0-1,0 0 1,0 0-1,0 0 1,-1 0-1,1 0 0,-1 0 1,1 0-1,-1 0 1,0 0-1,0 0 1,1 0-1,-2 0 0,1 0 1,0 0-1,0 0 1,-1 0-1,1 0 1,-1 0-1,0 0 0,1 0 1,-1 0-1,0 0 1,0 0-1,0 1 0,0-1 1,-1 0-1,1 1 1,0-1-1,-1 1 1,1-1-1,-1 1 0,1 0 1,-1 0-1,0-1 1,0 1-1,1 0 1,-1 0-1,0 1 0,0-1 1,-3 0-1,0-1 220,-1 0 0,0 1 0,0 0-1,0 0 1,0 0 0,0 1 0,0 0 0,0 0-1,0 1 1,0-1 0,0 1 0,0 1 0,-6 1 0,9-1-191,1-1 0,-1 1 0,0-1 0,1 1 0,0 0 1,-1 0-1,1 1 0,0-1 0,0 0 0,0 1 0,0-1 0,1 1 1,-1 0-1,1-1 0,-1 1 0,1 0 0,0 0 0,0 0 1,0 0-1,1 0 0,-1 0 0,1 0 0,-1 0 0,1 0 1,0 0-1,1 5 0,-2 13-120,1-10 103,0 1 0,0-1 0,1 1 1,0-1-1,1 0 0,4 14 0,-5-22-244,0 1 0,1-1 0,0 0 0,-1 0 0,1-1 0,0 1 0,1 0 0,-1-1 0,0 1 0,1-1 0,0 1 0,-1-1 0,1 0 0,0 0 0,0-1 0,0 1 0,0-1 0,0 1 0,1-1 0,-1 0 0,0 0 0,1 0 0,-1-1 0,0 1 0,6-1 0,8 2-2221,-1-2 0,33-2 0,10-8-5312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4370,'2'1'19437,"2"8"-17910,-4-3-1287,0 0 0,1 0 0,-1 0 0,1 0 0,1 0 0,3 12-1,-5-17-258,1 1-1,0 0 1,0-1-1,0 1 0,0-1 1,0 1-1,0-1 1,0 0-1,0 1 0,0-1 1,1 0-1,-1 0 1,1 0-1,-1 0 0,1 0 1,-1 0-1,1 0 1,-1 0-1,1-1 0,0 1 1,-1-1-1,1 1 1,0-1-1,0 0 0,0 0 1,3 1-1,-2-2-56,1 1 0,-1 0 0,1-1 0,-1 0 1,1 1-1,-1-2 0,0 1 0,0 0 0,1-1 0,-1 1 0,0-1 0,0 0 0,0 0 0,-1 0 0,6-5 0,34-46-363,-7 7 1162,-36 58 3407,2 24-3839,0-15-147,-1-18-242,0-1 0,0 0 0,0 0 1,0 1-1,0-1 0,0 0 0,1 0 1,-1 1-1,1-1 0,0 0 0,0 0 0,0 0 1,0 0-1,0 0 0,0 0 0,0 0 0,0 0 1,1-1-1,-1 1 0,3 2 0,0-2-443,-1 0-1,1-1 1,-1 0 0,1 1-1,0-1 1,-1-1-1,1 1 1,0 0-1,-1-1 1,1 0 0,7 0-1,16 0-5100,0 0-2952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6883,'0'0'9444,"1"6"-8635,-1-3-726,1-1 0,-1 0 0,1 1 0,0-1 0,-1 0 0,1 0 0,0 0 0,0 0 0,0 0 0,1 0 0,-1 0 0,0 0 0,1 0 0,-1 0 0,1-1 0,3 4 0,-2-4 64,1 1 1,-1 0-1,1-1 0,0 1 0,-1-1 0,1 0 0,0 0 0,0-1 1,0 1-1,0-1 0,0 0 0,3 0 0,20 1 216,-16 0-339,1-1 1,-1 0-1,0-1 0,0 0 0,20-5 0,-29 6-10,1-1 0,-1 0 0,0-1 0,1 1 0,-1 0 0,0 0 0,0-1 0,0 0 0,0 1 0,0-1 0,0 0 0,0 0 0,0 0 0,-1 0 0,1 0 0,-1 0 0,0-1 0,1 1 0,-1 0 0,0-1 0,0 1 0,-1-1 0,1 1 0,0-1 0,-1 1 0,0-1 0,0 1 0,1-1 0,-2-5 0,1 6 105,-1 0 0,0 0-1,0 0 1,0-1-1,0 1 1,0 0-1,0 0 1,0 0 0,-1 1-1,1-1 1,-1 0-1,1 0 1,-1 1-1,0-1 1,0 1 0,0-1-1,0 1 1,0 0-1,0 0 1,0 0-1,0 0 1,0 0 0,0 0-1,-5 0 1,-3-3 278,-1 1 1,1 1-1,-1 0 1,-13-1-1,20 3-313,-35 2 2221,37-1-2226,1 0 1,-1 0-1,1 0 0,-1 0 1,1 0-1,0 0 0,-1 0 0,1 0 1,0 1-1,0-1 0,-1 0 1,1 1-1,0-1 0,1 1 1,-1-1-1,0 1 0,0 0 1,1-1-1,-2 4 0,0 6 26,-1 1-1,2-1 0,0 0 1,0 0-1,1 0 1,1 12-1,-1 5-32,1-26-123,-1 1-1,0 0 0,1-1 0,0 1 1,-1-1-1,1 1 0,0-1 1,0 0-1,1 1 0,-1-1 1,0 0-1,1 0 0,0 0 0,-1 0 1,1 0-1,0 0 0,0 0 1,0-1-1,0 1 0,0 0 1,0-1-1,0 0 0,1 0 1,-1 0-1,1 0 0,-1 0 0,0 0 1,1 0-1,0-1 0,3 1 1,9 2-1019,1 0 1,0-2 0,26 0-1,-42-1 1060,9 0-571,20 0-2941,0-1 0,39-6 0,12-14-8206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0 226 1601,'0'0'6280,"2"-19"-4898,9-57 112,-11 75-1365,0 0 1,0 0-1,0 0 0,0 0 1,1 0-1,-1-1 0,1 1 0,-1 0 1,1 0-1,-1 0 0,1 0 1,0 0-1,-1 0 0,1 0 1,0 1-1,0-1 0,-1 0 1,1 0-1,0 0 0,0 1 1,0-1-1,0 1 0,0-1 1,0 0-1,0 1 0,0 0 1,1-1-1,-1 1 0,0 0 1,0-1-1,0 1 0,0 0 0,0 0 1,1 0-1,-1 0 0,0 0 1,0 0-1,0 1 0,0-1 1,1 0-1,-1 0 0,0 1 1,0-1-1,0 1 0,0-1 1,0 1-1,0-1 0,0 1 1,0 0-1,0 0 0,0-1 1,0 1-1,-1 0 0,2 1 1,5 8 475,-1 0 1,-1 0 0,1 1 0,-1 0 0,4 16 0,14 28 1033,4 6-516,9 18-403,-33-72-682,1-1 1,1 1 0,-1-1-1,1 0 1,0-1-1,0 1 1,0-1 0,11 8-1,-15-13-34,-1 1-1,1-1 1,-1 0-1,1 0 1,-1 1-1,1-1 1,-1 0-1,1 0 1,-1 0-1,1 0 1,-1 0-1,1 0 1,0 0-1,-1 0 1,1 0-1,-1 0 1,1 0-1,-1 0 1,1 0-1,0 0 1,-1 0-1,1 0 1,-1-1-1,1 1 1,-1 0-1,1 0 1,-1-1-1,1 1 1,-1 0-1,0-1 1,1 1-1,-1-1 1,1 1-1,-1-1 1,0 1-1,1 0 1,-1-1-1,0 1 1,1-1-1,-1 1 1,0-1-1,0 0 1,0 1-1,0-1 1,1 1-1,-1-1 1,0 1-1,0-1 1,0 1-1,0-1 1,0 0-1,0 1 1,0-1-1,0 1 1,-1-1-1,1 0 1,0-3 4,54-152 141,-31 95 44,22-94-1,-38 133-81,0-14 360,-1 34-359,-5 2-214,1 0-1243,0 1 360,0 0 0,1-1 0,-1 1-1,0 0 1,0 1 0,0-1 0,0 0 0,0 1 0,-1-1 0,4 3 0,2 3-4541,-1-2-137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2401,'0'0'13219,"0"18"-11071,-13 122 1689,12-133-3701,0 1 0,0-1 1,1 0-1,0 1 1,0-1-1,1 0 1,2 12-1,-2-17-130,0 0 0,-1 0 1,1 0-1,0 0 0,1 0 0,-1-1 0,0 1 1,0 0-1,1-1 0,-1 1 0,1-1 0,-1 1 0,1-1 1,0 1-1,0-1 0,-1 0 0,1 0 0,0 0 1,0 0-1,0-1 0,0 1 0,0 0 0,0-1 1,0 1-1,0-1 0,1 0 0,-1 0 0,0 0 0,0 0 1,2 0-1,0 1-6,0-1 0,0 0 0,0 0 0,0 0 1,-1 0-1,1-1 0,0 1 0,0-1 0,-1 0 0,1 0 0,0-1 1,-1 1-1,1-1 0,-1 1 0,0-1 0,1 0 0,-1 0 0,0-1 1,0 1-1,0-1 0,-1 1 0,1-1 0,-1 0 0,1 0 0,-1 0 1,0 0-1,0-1 0,0 1 0,-1-1 0,1 1 0,-1-1 0,0 1 1,0-1-1,0 0 0,0 1 0,0-8 0,1-2 19,0 0 0,-1-1 1,-1 1-1,-1-23 0,0 33 13,1 0 0,-1 0 0,0-1 0,0 1-1,0 0 1,0 0 0,0 0 0,-1 0 0,1 1 0,-1-1 0,0 0 0,1 0 0,-1 1 0,-1 0 0,1-1 0,0 1 0,-1 0-1,1 0 1,-1 0 0,1 0 0,-1 0 0,0 1 0,0-1 0,-5-1 0,7 3-46,0-1-1,0 1 1,0-1 0,0 1 0,0-1-1,0 1 1,-1 0 0,1 0 0,0 0 0,0 0-1,0 0 1,0 0 0,0 0 0,0 0-1,0 0 1,0 0 0,-1 0 0,1 1-1,0-1 1,0 0 0,0 1 0,0-1-1,0 1 1,0-1 0,0 1 0,1 0 0,-1-1-1,0 1 1,0 0 0,0 0 0,0-1-1,1 1 1,-1 0 0,0 0 0,1 0-1,-1 0 1,0 2 0,0 2-692,-1-1 1,1 1-1,1 1 1,-1-1 0,1 0-1,0 7 1,0-10 315,3 11-4482,14-3-1403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2945,'0'0'15191,"7"128"-14278,-7-105-353,0-9-432,0-3-128,0-7-64,-7-24-12774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4114,'0'0'8484,"67"115"-13414,-53-79 415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259 586 5923,'0'0'13758,"-18"-7"-12376,5 1-1065,4 2-86,0-1 0,-1 1 0,1 1 0,-1 0 0,0 0 1,0 1-1,0 0 0,0 1 0,0 0 0,0 0 0,0 1 0,-13 1 1,19 1-156,-1-1 1,0 1 0,1 0 0,-1 0 0,1 0 0,-1 0 0,1 1 0,0 0 0,0 0 0,0 0 0,0 0 0,1 1 0,-1-1 0,1 1 0,0 0 0,0 0 0,1 0 0,-1 1 0,1-1 0,0 0 0,0 1 0,0 0 0,0-1 0,1 1 0,0 0 0,0 0 0,0 0 0,1 0 0,-1 0 0,1 0 0,1 0 0,-1 0 0,2 6 0,-1-9-79,0 0 1,0 0-1,0-1 1,0 1-1,0 0 1,1 0 0,-1-1-1,1 1 1,-1 0-1,1-1 1,0 0-1,0 1 1,0-1-1,-1 0 1,1 0-1,0 0 1,0 0 0,1 0-1,-1-1 1,0 1-1,0-1 1,0 1-1,0-1 1,1 0-1,-1 0 1,0 0-1,0 0 1,0 0 0,4-1-1,1 1-10,-1-1 0,0 1 0,1-2-1,-1 1 1,0-1 0,0 0 0,0 0 0,0 0-1,10-7 1,13-13-263,-1-2 0,-1 0-1,-1-2 1,-2-1 0,28-39 0,-19 19-666,-3-1 0,43-90 0,-63 113 1067,-1-1 0,-1 0 0,-2 0 0,0-1 1,-2 1-1,-1-1 0,0-50 0,-3 77-93,0 0 0,0 0 0,0 0 0,0 0 0,0 0 0,0-1 0,0 1 0,0 0 1,0 0-1,0 0 0,0 0 0,0 0 0,0 0 0,0-1 0,0 1 0,0 0 0,0 0 0,0 0 1,0 0-1,0 0 0,0-1 0,0 1 0,0 0 0,0 0 0,0 0 0,0 0 0,0 0 0,0 0 1,0 0-1,0-1 0,0 1 0,0 0 0,-1 0 0,1 0 0,0 0 0,0 0 0,0 0 0,0 0 1,0 0-1,0 0 0,0 0 0,-1 0 0,1-1 0,0 1 0,0 0 0,0 0 0,0 0 0,0 0 1,0 0-1,-1 0 0,1 0 0,0 0 0,0 0 0,0 0 0,0 0 0,0 0 0,0 0 0,-1 0 1,1 1-1,0-1 0,0 0 0,0 0 0,0 0 0,-10 10 620,-6 17-367,-20 50 1215,3 2 0,-43 157 0,70-207-1411,2 1-1,1-1 0,1 60 0,2-66-96,0-20-83,0-1 0,0 0 0,0 1 0,1-1 0,-1 0 0,1 0 0,-1 1 0,1-1 0,0 0 0,0 0 1,0 0-1,0 1 0,0-1 0,1-1 0,-1 1 0,1 0 0,-1 0 0,1 0 0,-1-1 0,1 1 0,0-1 0,0 1 0,0-1 0,0 0 0,0 0 0,0 0 0,0 0 0,0 0 0,1 0 1,-1 0-1,0-1 0,5 1 0,5 1-1122,-1-1 1,1-1-1,-1 0 1,1 0 0,19-4-1,34-11-6498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2 5378,'0'0'12622,"-12"0"-11611,10-1-970,-3 1 66,-1 0 0,0 0 0,1 0 0,-1 1 0,0-1 0,1 2 0,-1-1 0,1 0 0,-1 1 0,1 0 0,0 0 0,-1 1 0,1-1 0,-8 7 0,-28 20 697,2 2-1,1 2 0,1 2 0,2 1 0,-43 56 0,65-72-706,0-1 0,1 2 0,0 0 1,2 0-1,1 1 0,0 0 0,2 0 0,1 1 0,0 0 1,2 1-1,1-1 0,0 1 0,2 40 0,3-51-105,0-1 0,0 0 0,2 0 0,-1 0-1,2 0 1,-1 0 0,2-1 0,-1 1 0,2-1 0,-1-1-1,2 1 1,-1-1 0,1-1 0,1 1 0,0-1 0,15 11-1,-13-10-414,1-1 0,0 0 0,1-1-1,0-1 1,0 0 0,1-1 0,0 0 0,0-1-1,0 0 1,1-1 0,-1-1 0,1-1-1,22 2 1,-36-4 11,1 0 0,0 0-1,0 0 1,-1 0 0,1 0-1,0 0 1,0 0 0,-1-1-1,1 1 1,0-1 0,-1 1-1,1-1 1,-1 0 0,1 0-1,-1 1 1,1-1 0,-1 0-1,1 0 1,1-2 0,6-18-6816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7027,'0'0'17160,"0"50"-15431,-7-16-721,0-3-351,0 1-161,0-7-368,7-3-128,0-3-64,0-6-736,0-6-737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10997,'0'0'7636,"13"145"-8165,-6-98-2096,0-2-3106,-7-2-2624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10485,'0'0'15015,"3"6"-13684,1-1-1049,-2-1-214,0 0 1,0 0-1,0 0 0,0-1 1,1 1-1,0-1 1,0 0-1,0 0 1,0 0-1,0 0 1,1 0-1,-1-1 0,1 1 1,-1-1-1,1 0 1,0 0-1,0 0 1,0-1-1,0 0 1,1 1-1,3-1 0,-3-1-131,0 0-1,-1 0 0,1-1 0,0 0 0,-1 0 1,1 0-1,-1-1 0,1 1 0,-1-1 0,1 0 1,-1 0-1,0-1 0,0 1 0,0-1 0,-1 0 1,1 0-1,0 0 0,-1-1 0,0 1 0,0-1 0,0 0 1,0 1-1,3-9 0,-6 15 211,-1-1 1,1 1-1,0 0 0,-1 0 1,1 0-1,0 0 0,1-1 1,-1 1-1,0 0 0,1 0 1,0 0-1,-1-1 0,1 1 1,0 0-1,1-1 0,0 4 1,-1-4-367,0 1 0,1-1 0,-1 1 0,0-1 0,1 0 1,-1 0-1,1 1 0,0-1 0,0 0 0,0 0 0,0-1 0,0 1 0,0 0 1,0-1-1,0 1 0,1-1 0,-1 0 0,1 1 0,3 0 0,23-3-10615,-10-9 488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16119,'0'0'5470,"-12"27"-1148,-5 7-3136,-3 9 718,-26 77 0,31-75-1594,1 1 1,2 0-1,3 1 0,1 0 1,-2 75-1,10-121-340,0 0 0,1 0 1,-1 0-1,0 0 0,0 0 0,0 0 1,1 0-1,-1 0 0,0 0 0,1 0 1,-1 0-1,1 0 0,-1 0 0,1-1 1,0 1-1,-1 0 0,1 0 0,0-1 1,-1 1-1,1 0 0,0-1 0,0 1 1,0 0-1,0-1 0,0 0 0,1 1 0,34 5-1983,-28-7 1261,1 0-1,0 0 0,0 0 0,-1-1 0,1-1 0,9-3 1,14-16-6014,-10-6-4506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12454,'0'0'4418,"122"0"-4418,-54 0-160,0-2-5427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36 100 7155,'0'0'17192,"-5"0"-15831,3 0-1278,1 0 0,0 0 0,0 0 0,-1 1 0,1-1 0,0 0 0,0 1 0,-1-1 0,1 1 0,0-1 1,0 1-1,0-1 0,0 1 0,0 0 0,0 0 0,0-1 0,0 1 0,0 0 0,0 0 0,0 0 0,0 0 0,0 2 0,0-1 65,0 1-1,0-1 1,1 0-1,-1 1 0,1-1 1,0 1-1,0-1 1,0 1-1,0 0 1,0-1-1,1 1 0,-1-1 1,1 0-1,1 6 1,5 14 259,2 0 1,0 0-1,19 32 1,-27-52-413,0-1 1,0 1-1,0-1 1,0 0-1,0 1 1,0-1-1,1 0 1,-1 1 0,0-1-1,1 0 1,-1 0-1,1 0 1,-1 0-1,1-1 1,0 1-1,-1 0 1,1-1-1,0 1 1,-1-1-1,1 1 1,0-1-1,0 0 1,-1 0-1,1 0 1,0 0 0,0 0-1,0 0 1,-1 0-1,1-1 1,0 1-1,0 0 1,2-2-1,0 0-66,0 0 0,0 0 0,0 0 0,0-1 0,0 1 0,-1-1 0,1 0 0,-1 0 0,0 0-1,0-1 1,5-6 0,11-22-31,-1-1-1,-2-1 1,-1 0-1,11-41 1,-12 53 218,-13 20-60,1 1-1,-1-1 0,0 0 1,0 0-1,1 0 1,-1 0-1,0 0 1,-1 0-1,1 0 1,0 0-1,0-3 1,18 21-5120,-17-14 4264,0 1 0,0-1 0,0 0 0,0 0 0,0 0-1,0 0 1,0 0 0,1 0 0,-1 0 0,1-1 0,-1 1 0,1-1 0,0 0 0,0 1-1,-1-1 1,1-1 0,0 1 0,0 0 0,0-1 0,4 1 0,20 0-7663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231 423 8452,'0'0'17693,"-21"0"-15806,-71 4-420,87-3-1394,-1 0 1,1 0-1,-1 0 1,1 1-1,0 0 1,-1 0-1,1 0 0,0 0 1,0 1-1,0 0 1,1 0-1,-1 0 1,1 1-1,0-1 1,-1 1-1,2 0 0,-1 1 1,0-1-1,1 0 1,0 1-1,0 0 1,0 0-1,1 0 1,-1 0-1,1 0 0,1 0 1,-1 1-1,1-1 1,0 1-1,0-1 1,0 1-1,1 0 1,0 10-1,0-15-84,1 0 0,-1 0 0,1 0-1,-1 0 1,1 0 0,-1 0 0,1 0 0,0 0 0,-1 0-1,1-1 1,0 1 0,0 0 0,0 0 0,0-1 0,0 1-1,0-1 1,0 1 0,0-1 0,0 1 0,0-1 0,0 1-1,0-1 1,0 0 0,0 0 0,0 1 0,0-1 0,0 0 0,0 0-1,0 0 1,2-1 0,45 2-665,-36-2 495,-6 1 90,0-1-1,0 0 1,0 0 0,0-1 0,0 1 0,0-1 0,0-1 0,0 1-1,-1-1 1,1 0 0,8-6 0,-12 6 112,-2 3 251,7 25-410,-5-21-2,1 1 0,-1-1 0,1 0-1,0 1 1,0-1 0,0-1 0,1 1 0,-1 0 0,1-1 0,0 0 0,0 0 0,0 0 0,0 0 0,1-1 0,-1 1 0,1-1 0,-1 0 0,1 0 0,0-1 0,0 0 0,0 0 0,0 0 0,6 0 0,-3 0-220,0 0 1,0-1 0,0-1 0,0 1 0,0-1 0,-1-1 0,1 1 0,0-1-1,0-1 1,-1 1 0,1-1 0,-1 0 0,0-1 0,9-6 0,5-6-1394,0-2 1,0-1-1,33-40 0,-29 27 766,-2-1-1,22-40 0,-12 7 2283,-2-2 0,31-99 1,-58 155-152,5-19 1789,-6 11 5136,-26 39-4502,6-1-3431,1 0 0,0 1 0,1 1-1,2 0 1,0 1 0,1 0-1,1 1 1,1 1 0,1 0-1,0 0 1,2 0 0,1 1 0,1 0-1,-3 44 1,8-53-136,0-1 0,1 1 0,0-1 0,1 1 0,7 24 0,-7-36 0,-1 1 0,1 0 0,0 0 0,-1-1 0,2 1 0,-1-1 0,0 0 0,1 0 0,0 0 0,-1 0 0,1 0 0,0 0 0,1-1 0,-1 0 0,0 1 0,1-1 0,-1 0 0,1-1 0,0 1 0,-1-1 0,1 1 0,0-1 0,0 0 0,0-1 0,5 1 0,76 4-3387,-50-6-2157,56-10-1,-18-4-5094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3666,'0'0'13825,"-4"5"-12502,3-1-1118,-1 0-1,1 0 1,0 0-1,0 0 1,1 0-1,-1 0 1,1 1 0,0-1-1,0 0 1,0 0-1,0 0 1,1 0 0,0 0-1,0 0 1,0 0-1,0 0 1,1 0 0,-1 0-1,4 6 1,9 16 919,30 45 1,-16-29-444,12 27 797,48 110 1,-79-157-1397,0 1 0,-2 1 0,-1-1 0,0 1 0,-2 0 0,-1 0 0,-1 1 0,-1-1 1,-3 34-1,1-49-54,-2 1 0,1-1 1,-1 0-1,0-1 0,-1 1 1,0-1-1,-1 1 1,0-1-1,0 0 0,0-1 1,-1 0-1,0 1 1,-1-2-1,-9 9 0,-14 10 209,0-2-1,-41 23 1,30-20-71,39-24-408,-36 23 904,27-18-1527,18-12-3324,87-79-8232,-23 19-174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567 103 10885,'0'0'13203,"-23"-17"-12173,23 17-1030,-100-65 806,93 62-729,-1 0 0,1 0 1,-1 0-1,0 1 0,0 0 1,0 0-1,0 1 0,0 0 1,0 1-1,0 0 0,-15 1 0,-1 0 58,7-1-19,1 0 0,-1 2 0,1-1 0,-1 2 0,1 0 0,-28 10 0,38-10-99,1-1 0,-1 1 1,1 0-1,-1 0 0,1 1 0,0-1 1,1 1-1,-1 0 0,1 1 1,0-1-1,-1 1 0,2 0 1,-1 0-1,1 0 0,0 0 0,0 1 1,0-1-1,1 1 0,-1 0 1,2 0-1,-3 7 0,0 4-45,1 1 0,0 0-1,2-1 1,0 1-1,1 0 1,0 0 0,2-1-1,0 1 1,1-1 0,0 1-1,2-1 1,0 0 0,1 0-1,1-1 1,13 25 0,7 6-264,-19-35 178,-1 0 0,0 1 0,0-1 0,-1 1-1,-1 1 1,0-1 0,-1 1 0,0 0 0,-1 0 0,2 28-1,-5-38 122,-1 0 0,1-1 0,-1 1-1,0-1 1,0 1 0,0-1-1,0 0 1,-1 1 0,0-1 0,1 0-1,-1 0 1,0 0 0,0 0 0,-1 0-1,1-1 1,0 1 0,-1-1-1,0 1 1,0-1 0,0 0 0,0 0-1,0 0 1,0 0 0,-5 1 0,-11 5 126,0-1 1,0 0 0,-27 4 0,0 2 326,40-11-718,10-1-18,21-5-363,38-9-1185,-44 8 647,1 0 0,1 1-1,-1 1 1,1 1-1,21 1 1,-40 1 1166,0 0 1,0 1-1,0-1 1,0 0-1,-1 1 1,1-1-1,0 1 0,0 0 1,0 0-1,-1 0 1,1 0-1,0 0 1,-1 0-1,1 0 1,-1 0-1,1 1 1,-1-1-1,0 0 0,0 1 1,1-1-1,-1 1 1,0 0-1,0-1 1,0 1-1,-1 0 1,1 0-1,0-1 0,-1 1 1,1 0-1,-1 0 1,1 0-1,-1 0 1,0 0-1,0 0 1,0 0-1,0 0 0,0 0 1,-1-1-1,0 4 1,1 4 183,-1 0 1,-1 0-1,0 0 1,0 0-1,-1 0 1,0-1-1,-6 13 1,-42 59 1712,31-51-630,1 1 0,-17 38 0,32-58-776,0-1 0,0 1 0,1 1 0,1-1 0,0 0 0,0 1 0,1-1-1,0 1 1,1-1 0,0 1 0,2 17 0,-1-25-397,0-1 1,0 0-1,0 1 1,1-1-1,-1 0 1,0 0-1,1 0 0,0 0 1,-1 0-1,1-1 1,0 1-1,0 0 1,0-1-1,0 1 0,0-1 1,0 0-1,0 1 1,1-1-1,-1 0 1,0-1-1,1 1 0,-1 0 1,1-1-1,4 1 1,7 2 140,0-1 0,0-1 0,15 0 1,-9-1-224,15 0 100,44-5-1,-68 3-187,0 0 0,0 0-1,0-1 1,-1 0-1,1-1 1,-1 0-1,0-1 1,13-8-1,-23 13-58,-1 0 0,1 0 1,0 0-1,0 0 0,0 0 0,-1 0 0,1 0 0,0 0 0,0 0 0,-1 0 0,1 0 0,0 0 0,0 0 0,0-1 0,-1 1 0,1 0 0,0 0 0,0 0 0,0 0 1,-1 0-1,1 0 0,0-1-146,0 1 146,0 0 0,0 0 0,-1-1 0,1 1 0,0 0 0,0 0 0,0 0 0,0-1 0,0 1 0,0 0 0,0 0 0,0 0 1,0-1-1,0 1 0,0 0 0,0 0 0,0-1 0,0 1 0,0 0 0,0 0 0,0-1 0,0 1 0,0 0 0,0 0 0,0 0 0,0-1 0,0 1 0,0 0 0,1 0 1,-1 0-1,0-1 0,0 1 0,0 0 0,-29 0-5479,22 0 3491,-39 0-11315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508 100 2881,'0'0'5029,"4"-4"-4026,-1 1-331,-1-2 0,1 1-1,0 0 1,-1 0 0,0-1-1,0 1 1,-1-1 0,1 0 0,-1 0-1,0 1 1,0-1 0,0 0-1,-1 0 1,0 0 0,0 0-1,-1-8 1,1 13-627,0-1-1,-1 0 1,1 1 0,-1-1-1,1 1 1,-1-1-1,1 1 1,-1-1 0,1 1-1,-1-1 1,1 1 0,-1-1-1,0 1 1,1 0 0,-1-1-1,0 1 1,1 0-1,-1 0 1,0-1 0,1 1-1,-1 0 1,0 0 0,1 0-1,-1 0 1,0 0 0,0 0-1,0 0 1,-25-1 323,23 2-276,-7-1-41,0 0 0,-1 1 0,1 0 1,0 1-1,0 1 0,0-1 0,0 2 0,1-1 0,-1 1 0,1 1 0,0-1 0,0 2 1,0-1-1,1 1 0,0 0 0,0 1 0,1 0 0,-9 10 0,15-17-57,1 1 0,-1 0-1,0 0 1,0 0 0,1 0-1,-1 0 1,1 0 0,-1 0-1,1 0 1,-1 0-1,1 0 1,-1 0 0,1 0-1,0 0 1,0 0 0,0 0-1,-1 1 1,2 1 0,-1-2 5,0-1 0,0 1 0,1-1 0,-1 1 0,1 0 1,-1-1-1,1 1 0,-1-1 0,1 1 0,-1-1 0,1 1 0,-1-1 1,1 0-1,0 1 0,-1-1 0,1 1 0,0-1 0,-1 0 0,1 0 0,0 0 1,-1 1-1,2-1 0,50 2 113,-35-3-60,-14 1-51,1 0-1,0 0 0,-1 1 1,1-1-1,0 1 0,-1 0 1,1 0-1,-1 0 1,1 0-1,-1 1 0,1-1 1,-1 1-1,0 0 0,0 0 1,0 0-1,0 0 1,0 1-1,0-1 0,-1 1 1,1 0-1,3 6 1,-4-6 13,-1 1 0,0 0 1,0-1-1,0 1 0,0 0 1,-1 0-1,0 0 0,1 0 1,-2-1-1,1 1 1,0 0-1,-1 0 0,1 0 1,-1-1-1,0 1 0,-1 0 1,1-1-1,0 1 1,-1-1-1,0 1 0,0-1 1,-3 5-1,-99 130 1355,41-58-737,-18 24 8,-99 146 1092,178-247-1716,0 0 0,0 1 0,0 0 1,1-1-1,-1 1 0,1 0 0,0 0 0,0 0 1,0 0-1,1 0 0,-1 0 0,1 5 0,30-9-53,-8-7 81,0-1 0,0-1 0,0-1 0,-1 0 0,35-25 1,1 1 53,-15 10-59,178-110-110,-198 111-3280,-16 3-6459,-6 6 160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8676,'0'0'14612,"-3"15"-12894,0 4-1300,-3 14 1176,-3 55 1,44-87-1584,-25-3-43,0 0 1,-1-1-1,1 0 1,-1 0 0,0-1-1,0 0 1,0 0-1,-1-1 1,0-1-1,1 1 1,8-10 0,28-15-120,-45 30 166,0-1 0,1 1 1,-1 0-1,1-1 1,-1 1-1,1 0 1,-1-1-1,1 1 1,-1 0-1,1 0 0,-1-1 1,1 1-1,-1 0 1,1 0-1,-1 0 1,1 0-1,0 0 1,-1 0-1,1 0 1,-1 0-1,1 0 0,-1 0 1,1 0-1,0 0 1,-1 0-1,1 0 1,-1 0-1,1 1 1,-1-1-1,1 0 0,-1 0 1,2 1-1,1 18 564,-3-17-610,0-1 0,-1 0 0,1 1 0,0-1 0,0 1 0,0-1 0,0 1 0,1-1 0,-1 1-1,0-1 1,0 0 0,1 1 0,-1-1 0,1 0 0,0 1 0,-1-1 0,1 0 0,0 1 0,-1-1 0,1 0-1,0 0 1,0 0 0,0 0 0,0 0 0,0 0 0,1 0 0,-1 0 0,0 0 0,0-1 0,0 1 0,1 0-1,-1-1 1,0 1 0,1-1 0,-1 1 0,1-1 0,-1 0 0,1 0 0,1 1 0,10-1-2760,15 0-3746,-13-6-3947,-2-6 3700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4114,'0'0'12408,"13"0"-10276,108 17 1886,-106-15-3682,0-1 0,0 0 0,20-1-1,-5-1-168,-29 1-165,0 0 1,1-1 0,-1 1-1,0 0 1,1-1 0,-1 1-1,0-1 1,0 1 0,1-1-1,-1 0 1,0 0 0,0 1-1,0-1 1,0 0 0,0 0-1,0 0 1,0 0 0,0 0-1,0 0 1,-1 0 0,1-1 0,0 1-1,0 0 1,-1 0 0,1 0-1,-1-1 1,0 1 0,1 0-1,-1-1 1,0 1 0,0 0-1,1-1 1,-1 1 0,0-1-1,-1 1 1,1-3 0,0 2-18,0-1 1,0 0-1,-1 1 1,1-1-1,0 0 1,-1 1 0,0-1-1,0 1 1,0-1-1,0 1 1,0-1 0,0 1-1,-1 0 1,1 0-1,-1 0 1,1-1 0,-1 1-1,0 1 1,-3-4-1,0 3 37,0-1-1,0 1 1,-1 0-1,1 0 0,-1 1 1,1-1-1,-1 1 1,0 0-1,1 1 1,-1 0-1,0 0 0,1 0 1,-1 0-1,0 1 1,1 0-1,-1 0 1,0 1-1,1-1 0,0 1 1,-7 3-1,8-3 12,0 0 0,0 0 0,-1 1 0,2 0-1,-1 0 1,0 0 0,0 0 0,1 0 0,0 1-1,0 0 1,0-1 0,0 1 0,0 0-1,1 0 1,-1 1 0,1-1 0,0 0 0,1 1-1,-1 0 1,1-1 0,0 1 0,0 0 0,0-1-1,1 8 1,-1-6-29,1 0-1,1-1 0,-1 1 1,1 0-1,0-1 0,0 1 1,1-1-1,-1 1 1,1-1-1,0 0 0,1 1 1,-1-1-1,5 6 0,-3-8-159,-1 1-1,0-1 0,1 0 0,0 0 1,-1-1-1,1 1 0,0-1 0,0 0 1,1 0-1,-1 0 0,0-1 0,1 1 0,-1-1 1,1 0-1,-1 0 0,1-1 0,6 1 1,0 0-729,0 0 1,0-1-1,-1 0 0,1-1 1,0 0-1,-1 0 1,1-1-1,-1-1 1,1 0-1,-1 0 1,0-1-1,0 0 1,0-1-1,-1 0 1,0 0-1,0-1 0,0 0 1,0-1-1,9-10 1,12-16 35,-4 6 17507,-26 35-11120,5 14-2224,-4-18-3332,0 0 0,0 0 0,1-1 0,0 1 0,0-1 0,0 1 0,0-1 0,4 5 0,-3-6 17,0-1 1,-1 0-1,1 0 0,-1 0 1,1 0-1,0 0 0,0 0 0,0-1 1,0 1-1,-1-1 0,1 0 1,0 0-1,0 0 0,0 0 0,0-1 1,0 1-1,-1-1 0,5 0 1,-1-1-76,-1 1 1,1-1 0,0-1-1,-1 1 1,1-1 0,-1 0-1,8-5 1,4-6-53,-1 0 0,0-1 0,-1 0 0,0-2 0,-2 0-1,22-34 1,-36 66 3477,2 29-2810,1-10-574,-2-33-83,0 0 0,0 1 0,1-1-1,-1 0 1,1 0 0,-1 0 0,1 0 0,-1 0 0,1 0 0,0 0 0,0-1 0,-1 1 0,1 0-1,0 0 1,0 0 0,0-1 0,0 1 0,0-1 0,0 1 0,0 0 0,0-1 0,0 0 0,0 1-1,0-1 1,0 0 0,0 1 0,0-1 0,0 0 0,1 0 0,-1 0 0,2 0 0,44 0-6433,-37 0 3307,6 0-4717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4066,'0'0'14972,"15"3"-14100,125 8-79,-137-11-789,-1 0-1,1 0 1,0 0 0,0 0 0,-1 0-1,1-1 1,0 1 0,0-1 0,-1 0-1,1 0 1,-1 0 0,1 0 0,-1 0-1,1 0 1,-1-1 0,0 1 0,3-3-1,-3 1 4,0 1-1,-1-1 1,1 0-1,-1 0 1,0 0-1,0 0 1,0 0 0,0 0-1,-1 0 1,1-1-1,-1 1 1,0 0-1,1 0 1,-2-5-1,1 4 138,1 0-1,-2 0 0,1 0 1,0 0-1,-1 1 0,1-1 0,-1 0 1,0 0-1,0 1 0,-1-1 1,-2-5-1,2 7-3,1 0 0,-1 0 0,-1 1 0,1-1 0,0 0 0,0 1 0,0 0 0,-1-1 0,1 1 0,-1 0 1,1 0-1,-1 0 0,0 1 0,1-1 0,-1 1 0,-4-1 0,2 0 58,0 0 1,-1 0 0,1 0 0,0 1-1,0 0 1,-1 0 0,1 1 0,0-1-1,0 1 1,-1 0 0,1 1 0,0-1-1,0 1 1,0 0 0,1 0-1,-1 0 1,-8 6 0,9-4-74,1 0-1,0 0 1,-1 0 0,2 0-1,-1 0 1,0 1 0,1-1 0,0 1-1,0 0 1,0 0 0,1 0-1,-1 0 1,1 0 0,0 0 0,1 0-1,-1 0 1,1 0 0,0 8-1,0-11-132,-1 0-1,1 1 0,0 0 0,0-1 0,0 1 0,0-1 0,0 1 0,1-1 0,-1 1 0,1-1 0,0 1 0,-1-1 0,1 0 0,0 1 0,0-1 0,1 0 0,-1 0 0,0 0 0,1 0 0,-1 0 0,1 0 0,0 0 0,0 0 0,0 0 0,-1-1 0,2 1 0,-1-1 0,0 1 0,0-1 0,0 0 1,1 0-1,-1 0 0,0 0 0,1-1 0,4 2 0,9 2-1008,1 0-1,-1-1 1,1 0 0,21-1 0,-11-1-4695,50-6 1,-29-7-4979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766 1 9700,'0'0'12894,"-9"0"-11600,-39 3-560,1 2 0,0 2-1,0 3 1,1 1 0,-83 32-1,85-28-502,28-10-166,-1 0-1,1 1 1,0 1-1,1 0 1,0 1 0,-28 19-1,42-25-62,0 0 0,0 0 0,0 0 0,0 0 0,0 0 0,0 0-1,0 0 1,0 0 0,1 0 0,-1 0 0,1 0 0,0 0 0,0 0 0,-1 1 0,1-1-1,1 0 1,-1 2 0,7 47 39,-4-30 15,0 11 7,-1 0 1,-2 0-1,-1 0 1,-2 0-1,-1 0 1,-2-1-1,-1 1 0,-10 29 1,0-16-61,-1-1-1,-1 0 1,-3-2 0,-2-1-1,-47 64 1,64-96-53,10-11-82,18-14 159,8 2-11,1 2-1,1 1 0,0 1 1,0 1-1,58-7 1,-39 6 468,62-18 2077,-112 3-20263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0 221 3698,'0'0'14105,"5"-4"-12512,-4 2-1410,1 1 0,0-1 0,0 1 1,0-1-1,1 1 0,-1 0 1,0-1-1,0 1 0,1 0 1,-1 0-1,1 1 0,3-2 1,-5 2-107,0 0 0,1 1 0,-1-1 0,0 0 0,1 1 0,-1-1 0,0 0 0,0 1 0,1 0 0,-1-1 0,0 1 0,0 0 0,0-1 0,0 1 0,0 0 0,0 0 0,0 0 0,0 0 0,0 0 0,0 0 0,0 0 0,-1 0 0,1 1 0,0-1 0,-1 0 0,1 0 0,-1 1 0,1-1 0,-1 0 0,1 2 0,7 27 568,-2 0 0,0 0 0,-2 1 0,-1-1 1,-2 38-1,-1-67-557,-1-1-97,0 0 0,1 0-1,-1-1 1,0 1 0,0 0 0,1-1 0,-1 1 0,0 0 0,1-1 0,-1 1-1,0-1 1,1 1 0,-1-1 0,1 1 0,-1-1 0,1 0 0,-1 1 0,1-1-1,-1 0 1,1 1 0,0-1 0,-1 0 0,1 0 0,0 1 0,0-1 0,0 0-1,-1 0 1,-3-24-346,4 24 342,-3-45-314,3-47 0,2 30 338,-2 53-11,0 1 0,2-1 0,-1 1 0,1-1 1,0 1-1,1 0 0,0-1 0,1 2 0,0-1 1,0 0-1,1 1 0,0 0 0,10-14 0,-10 16 36,0 1 0,1-1 0,-1 1 0,1 1-1,0-1 1,0 1 0,0 0 0,1 0 0,-1 1-1,1 0 1,0 0 0,0 0 0,0 1 0,0 0-1,1 0 1,-1 1 0,0 0 0,10 0 0,-13 2-25,-1 0 0,0 0 0,0 0 0,0 0 0,0 1 0,0-1 0,0 1 0,0-1 1,-1 1-1,1 0 0,-1 0 0,1 1 0,-1-1 0,0 0 0,1 1 0,-1 0 0,-1-1 0,1 1 1,2 3-1,-2-2-165,0 0 0,1-1 1,0 1-1,-1-1 0,1 0 1,1 0-1,-1 0 0,0 0 1,1-1-1,-1 1 0,6 2 1,0-3-1699,0 0 1,0-1 0,0 0 0,0 0 0,14-1 0,-19 0 205,12 0-7918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8148,'0'0'9567,"21"3"-6814,-4 0-2248,1 1-3,1-1 0,-1 0-1,1-2 1,-1 0 0,1-1 0,22-4 0,-35 3-431,1 0-1,-1-1 1,0 0 0,0 0 0,0-1 0,0 0 0,0 0-1,-1 0 1,7-5 0,-10 6-46,1 0-1,-1-1 1,1 1-1,-1-1 1,0 0 0,0 1-1,0-1 1,-1 0 0,1 0-1,-1 0 1,1 0-1,-1-1 1,0 1 0,0 0-1,-1 0 1,1-1 0,-1 1-1,1-1 1,-1-3-1,-1 6 37,0-1 1,0 0-1,1 0 0,-1 1 0,-1-1 0,1 1 0,0-1 0,0 1 0,0-1 0,-1 1 0,1-1 0,-1 1 0,1 0 0,-1 0 0,0 0 0,1 0 0,-1 0 0,0 0 0,0 1 1,1-1-1,-1 0 0,0 1 0,0 0 0,0-1 0,0 1 0,0 0 0,-4 0 0,-57-4 502,52 3-478,-1 1 1,1 1-1,-1 0 0,0 1 0,1 0 0,0 1 0,0 0 0,-13 5 0,21-6-51,-1 0 0,0 0 1,1 1-1,-1-1 1,1 1-1,0 0 0,0 0 1,0 0-1,0 0 1,1 0-1,-1 1 0,1-1 1,0 1-1,0 0 1,0 0-1,0 0 0,1 0 1,0 0-1,0 0 1,0 0-1,0 0 0,0 0 1,1 0-1,0 1 1,0 6-1,0-4-38,-1 0 0,2 0 0,-1 0 0,1 0 0,0 0 0,1 1 0,-1-2-1,1 1 1,1 0 0,-1 0 0,7 11 0,-6-15-148,0 0 0,1 1 1,-1-1-1,1 0 0,-1-1 0,1 1 0,0-1 0,0 0 0,0 1 0,0-2 0,0 1 0,0 0 0,1-1 0,-1 0 1,0 0-1,1 0 0,-1-1 0,1 1 0,0-1 0,5 0 0,5 0-1402,0-1-1,29-4 1,-33 3-62,0-1-1,0 0 1,-1-1 0,19-9 0,26-17-6369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3858,'0'0'17979,"-13"4"-15738,-1 1-1621,1 0 1,0 1 0,0 0-1,0 1 1,-14 10 0,22-14-445,1 1 0,0-1 0,0 1 0,0 0 0,0 0 0,0 0 0,1 1 0,0-1 1,0 1-1,0 0 0,1 0 0,-1 0 0,1 0 0,0 0 0,1 0 0,-1 1 0,1-1 0,0 0 1,0 1-1,1 5 0,0-10-175,0 0 1,0-1-1,0 1 1,0 0-1,0 0 1,0-1-1,0 1 1,0 0-1,0 0 1,1 0-1,-1-1 1,0 1-1,1 0 1,-1-1-1,0 1 1,1 0-1,-1-1 1,1 1-1,-1 0 1,1-1-1,-1 1 1,1-1-1,0 1 1,-1-1-1,1 1 1,0-1-1,-1 0 1,1 1-1,1 0 0,26-3-227,-22 0 132,0 0-1,0-1 0,-1 1 0,1-1 1,-1 0-1,0-1 0,9-7 1,-8 6 43,0-1-1,-1 0 1,0-1 0,0 1 0,0-1 0,-1 0 0,0 0 0,-1 0-1,0-1 1,0 1 0,4-16 1209,-7 48-820,-1-8-312,1-11-86,0-1 1,0 1-1,0-1 0,0 1 0,1-1 0,0 0 0,2 8 0,-2-12-117,0 1-1,0 0 1,0-1-1,0 0 1,0 1-1,0-1 1,1 0-1,-1 1 1,0-1-1,1 0 1,-1 0-1,1 0 1,-1 0-1,1-1 0,-1 1 1,1 0-1,0-1 1,-1 1-1,1-1 1,0 1-1,-1-1 1,1 0-1,0 1 1,0-1-1,0 0 1,-1 0-1,3-1 1,7 1-1396,24-3-5520,-13-12-1220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27 151 6611,'0'0'16357,"1"20"-14858,5 119 1262,-6-138-2400,-2-16-201,-11-45-253,8 43 43,1-1 0,0 0 1,1 0-1,1 0 1,1 0-1,2-27 1,-1 41-73,1 0 1,0 0 0,0 0 0,1 1-1,-1-1 1,1 1 0,-1-1 0,1 1 0,0 0-1,1-1 1,-1 1 0,0 0 0,1 0-1,0 1 1,-1-1 0,1 0 0,0 1-1,1 0 1,-1 0 0,0 0 0,1 0 0,-1 0-1,1 1 1,-1-1 0,1 1 0,0 0-1,4-1 1,5 0-862,0-1 1,0 2-1,0 0 0,1 1 0,-1 0 0,23 3 0,-10 1-7839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6739,'0'0'13404,"4"0"-11798,127-9 3104,67-24-2936,-133 21-1298,-44 9-183,-1 0-1,29 0 1,-49 3-273,1 1 0,-1-1 0,1 0 0,-1 1 0,1-1 0,-1 1 0,1-1 0,-1 1 0,0-1 0,1 1 0,-1-1 0,0 1 0,1-1 0,-1 1 0,0-1 0,0 1 0,1 0 0,-1-1-1,0 1 1,0-1 0,0 1 0,0 0 0,0-1 0,0 1 0,0 0 0,0-1 0,0 2 0,0 26 312,-1-20-207,-1 37 564,-16 86 0,10-87-325,-4 87-1,12 64-304,-8-192-59,6-3 0,-37-1 0,1 2 0,-1 1 0,1 2 0,0 2 0,0 2 0,1 1 0,-51 20 0,92-26-1496,18-1-2269,26-3-6250,-8-16-1585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8964,'0'0'16293,"3"2"-14514,11 1-1320,1 0 0,-1-1 0,1-1 0,-1 0 0,1-1 0,0 0 0,20-4 0,-13 2-337,24-5 154,-12 1-1456,-11 4-3345,-34 7-1668,6-1 4236,-20 10-6298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2865,'0'9'15736,"6"-7"-11415,21-2-1855,7 0-1106,0 0-447,7 0-721,6-9-192,-6-7-785,-1 1-1440,1-3-3105,13-7-7188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0 913 6867,'0'0'14999,"5"-1"-13473,8-2-783,33-2 2110,-44 5-2774,0 0 0,0 0 1,-1 0-1,1 1 0,0-1 0,-1 0 0,1 1 0,0 0 0,-1-1 0,1 1 0,-1 0 0,1 0 0,-1 0 0,1 0 0,-1 0 0,1 0 0,-1 0 0,0 0 0,0 1 0,0-1 0,0 1 0,0-1 0,2 4 0,10 31 499,-10-26-499,1 1 0,0-1-1,9 17 1,-12-25-82,0-1-1,0 1 1,1 0 0,-1 0-1,1 0 1,-1-1 0,1 1-1,0-1 1,-1 1 0,1-1-1,0 0 1,0 0 0,0 0-1,0 0 1,0 0 0,1 0-1,-1 0 1,0-1 0,0 1 0,0-1-1,1 1 1,2-1 0,1 0-35,0 0 0,1-1 0,-1 0 0,-1 0 0,1 0 0,0 0 0,0-1 0,0 0 0,-1-1 0,1 1 0,-1-1 0,0 0 1,1 0-1,-1-1 0,-1 1 0,1-1 0,-1 0 0,1-1 0,-1 1 0,0-1 0,-1 0 0,1 0 0,-1 0 0,0 0 0,0 0 0,0-1 1,-1 1-1,0-1 0,0 0 0,-1 0 0,1 0 0,-1 0 0,0 0 0,-1 0 0,0 0 0,0 0 0,0 0 0,0 0 0,-1 0 1,0 0-1,-1 0 0,1 0 0,-1 1 0,0-1 0,0 0 0,-1 1 0,0 0 0,0-1 0,0 1 0,-7-8 0,-43-42 297,101 52-982,-44 3 674,208-6-4092,-178 3 1846,1-1 1,-1-2-1,0-2 1,34-12-1,-60 17 1669,0 0 0,-1-1 0,1 0 0,12-9 0,0-8 3534,-13-3 7828,-23 24-7689,6 0-2554,-1 1 1,0 0-1,1 1 1,-1 1-1,1-1 1,-1 1-1,1 1 0,0 0 1,1 1-1,-15 8 1,15-7-305,0 0-1,0 1 1,0 0 0,1 1 0,0 0 0,0 0-1,1 1 1,0 0 0,0 0 0,-5 11 0,11-17-182,-1-1 0,1 1 1,0 0-1,0 0 0,0 0 0,0 0 1,1 0-1,-1 1 0,1-1 1,0 0-1,0 0 0,0 4 1,0-6-20,1 0 1,-1 0-1,0 0 1,1 0-1,-1 0 1,1 1-1,-1-1 1,1 0-1,-1 0 1,1 0-1,0 0 1,-1-1-1,1 1 1,0 0-1,0 0 1,0 0-1,0-1 1,0 1-1,0 0 1,0-1-1,0 1 1,0-1-1,0 1 1,0-1-1,0 1 1,0-1-1,0 0 1,1 1-1,-1-1 0,0 0 1,0 0-1,0 0 1,3 0-1,4 0-201,0-1 0,1 1 0,-1-1 0,0 0-1,0-1 1,0 0 0,0-1 0,0 1 0,0-1-1,-1-1 1,1 1 0,-1-2 0,0 1 0,0-1-1,0 0 1,-1 0 0,0 0 0,0-1 0,0 0-1,0 0 1,-1-1 0,0 0 0,6-11-1,-12 82 2589,0-48-2341,1-14-37,0 1 1,-1 0 0,1 0 0,1 0-1,-1-1 1,0 1 0,0 0 0,1 0-1,0-1 1,0 1 0,-1 0-1,3 3 1,-1-5-44,0 0 1,0 1-1,0-1 0,0 0 1,0 0-1,0 0 0,0 0 0,1 0 1,-1-1-1,0 1 0,1-1 0,-1 0 1,0 1-1,1-1 0,-1 0 0,0 0 1,5-1-1,2 0-193,-1-1-1,1 0 1,-1 0 0,0 0-1,0-1 1,0-1 0,0 1 0,0-1-1,-1-1 1,1 1 0,-1-1-1,0 0 1,-1-1 0,7-6-1,16-16-1765,39-50 0,-68 78 1988,37-49-1281,-2-1 0,-2-2 0,-2-1 0,-3-1 0,24-65 0,-23 40 1353,25-114 0,-47 158 2733,-6 14 4196,-5 22-3582,-14 10-2148,-1 7-1019,2 2 1,0 0-1,1 0 1,1 2-1,1 0 0,1 0 1,1 1-1,1 1 1,1 0-1,1 1 1,-7 29-1,6-12 45,1 0 0,3 1 0,1-1 1,2 1-1,2 0 0,5 49 0,-2-74-280,1 0 0,1 0 0,1 0 0,7 21 0,-9-32 0,0 0 0,0 0 0,1 1 0,0-2 0,0 1 0,1 0 0,-1-1 0,2 0 0,-1 0 0,0-1 0,1 1 0,9 5 0,-8-8-356,0-1-1,0 0 1,0 0 0,1-1 0,-1 0-1,1 0 1,-1-1 0,1 0-1,-1 0 1,1-1 0,-1 0-1,0 0 1,1-1 0,-1 0 0,0 0-1,0-1 1,0 0 0,0 0-1,9-6 1,20-20-8013,4-4-5894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12934,'0'0'19833,"27"25"-19833,-20-23 0,-7 1 0,7-1 0,0 0 0,-7 3 0,0 1 0,0 6-1105,0 1-3857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0 14263,'0'0'13462,"-61"140"-11573,41-106-1569,0-2-320,-14 4-416,-7-7-3010,-13 3-6915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0 272,'0'0'208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41 1985,'0'0'9586,"6"-8"-8026,21-24 268,-26 32-1787,-1 0 0,0 0 0,0 0 0,1 0 0,-1 0 0,0 0 0,0 0 0,0 0 0,1 0 0,-1 0 0,0 0 0,0 0 0,0 0 0,1 0 0,-1 0 0,0 0 0,0 0 0,1 0 0,-1 0 0,0 0 0,0 0 0,0 0 0,1 0 0,-1 0 0,0 1 0,0-1 0,0 0 0,0 0 0,1 0 0,-1 0 0,0 0 0,0 1 0,0-1 0,0 0 0,0 0 0,1 0 0,-1 1 0,0-1 0,0 0 0,0 0 0,0 0 0,0 1 0,0-1 0,0 0 0,0 0 1,0 1-1,0-1 0,0 0 0,0 0 0,0 0 0,0 1 0,0-1 0,0 0 0,0 0 0,0 1 0,0-1 0,0 0 0,-1 0 0,1 0 0,0 1 0,0-1 0,0 0 0,0 0 0,-2 21 1160,-5 3-228,-1 0 1,-2-1 0,0 0-1,-26 42 1,0 3 64,-340 618-357,365-670-1221,-9 15-765,15-12-2485,18-35-6924,-10 13 9484,21-25-2881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0 4530,'0'0'8825,"-8"20"-5620,-129 300 5433,83-204-6530,-131 206-1,176-308-2317,-40 67 625,45-74-982,0 1-1,1 0 1,0-1 0,0 2 0,1-1-1,0 0 1,0 0 0,0 12 0,2-19 394,-1-1-18,1 1 0,0-1 0,0 0 0,0 1 0,0-1-1,0 0 1,0 1 0,0-1 0,0 1 0,0-1 0,0 0 0,0 1-1,0-1 1,0 0 0,0 1 0,1-1 0,-1 0 0,0 1 0,0-1-1,0 0 1,0 1 0,1-1 0,-1 0 0,0 0 0,0 1 0,0-1-1,1 0 1,-1 0 0,0 1 0,1-1 0,-1 0 0,0 0 0,0 0-1,1 1 1,-1-1 0,0 0 0,1 0 0,-1 0 0,1 0 0,-1 0-1,0 0 1,1 0 0,-1 0 0,13 1-8007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89 3105,'0'0'11875,"0"-12"-9708,0 5-1698,-1-25 717,1 31-1128,-1 0 0,1-1 0,-1 1-1,1 0 1,-1 0 0,0 0 0,1 0-1,-1 0 1,0 1 0,0-1 0,0 0-1,0 0 1,1 0 0,-1 1 0,0-1-1,0 0 1,0 1 0,-1-1 0,1 1-1,0-1 1,0 1 0,0 0-1,0-1 1,0 1 0,-1 0 0,1 0-1,0 0 1,0 0 0,-2 0 0,-11 1 219,1 1 1,0 0-1,0 1 1,0 0 0,1 1-1,-1 0 1,1 1-1,0 1 1,0 0-1,-11 8 1,-9 7 301,1 1 1,-36 34-1,46-38-348,1 2 0,2 1-1,0 0 1,1 1 0,-20 35-1,28-41-172,0 2 0,1-1 0,1 1 0,1 0 0,1 1 0,0-1-1,1 1 1,-2 32 0,5-41-36,0 3-56,1 1 0,0-1 1,0 1-1,1-1 1,4 17-1,-4-27-14,0 1-1,0-1 0,1 1 1,-1-1-1,1 1 0,0-1 1,0 0-1,0 0 1,1 0-1,-1 0 0,1 0 1,-1-1-1,1 1 0,0-1 1,0 1-1,0-1 0,0 0 1,1 0-1,-1-1 0,1 1 1,-1-1-1,1 1 0,4 0 1,8 1-277,1 0 1,-1-1 0,1-1-1,0 0 1,0-1 0,0-1-1,-1-1 1,1 0-1,0-1 1,-1-1 0,0-1-1,0 0 1,0-1 0,-1-1-1,0 0 1,0-1-1,0 0 1,21-18 0,-14 10 69,0-2-1,-1-1 1,-1 0 0,-1-2 0,-1 0 0,0-1 0,-2 0 0,-1-2 0,0 0 0,16-38-1,-25 46 373,0-1 1,-1 1-1,-1-1 0,-1 0 0,0 0 0,-1 0 0,-1 0 0,0-1 0,-2 1 0,0 0 0,-4-21 0,4 32 92,0-1-1,-1 1 1,0 0-1,0 0 0,-1 0 1,1 0-1,-1 0 0,-1 1 1,1-1-1,-1 1 1,0 0-1,0 0 0,-1 0 1,1 1-1,-1-1 0,0 1 1,0 0-1,0 1 1,-1-1-1,1 1 0,-1 0 1,0 1-1,0-1 0,0 1 1,0 0-1,-1 0 1,1 1-1,0 0 0,-1 0 1,1 1-1,-13 0 0,16 0-208,0 0 0,0 0 0,0 0-1,0 0 1,0 1 0,0-1 0,1 1 0,-1 0-1,0 0 1,0 0 0,1 0 0,-1 0-1,0 1 1,1-1 0,-1 1 0,1-1-1,0 1 1,0 0 0,-1 0 0,1 0-1,-2 4 1,-8 23-2929,8 8-5638,4-24-901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715 29 4898,'0'0'10445,"-23"-6"-7297,7 1-2686,5 1-261,-1 1 1,1 0-1,-1 0 1,1 1-1,-1 1 1,0 0-1,1 0 1,-1 1-1,0 1 1,0 0-1,1 1 1,-16 3 0,-6 8 197,0 1 1,1 2 0,0 1-1,2 2 1,0 0 0,1 2-1,1 2 1,1 0 0,1 2-1,1 1 1,1 0 0,2 2-1,0 1 1,2 1 0,-29 59-1,40-70-412,1 1 0,1 0 0,1 1 0,1 0 0,1 0 0,0 0 0,2 0-1,0 1 1,2-1 0,0 1 0,2-1 0,3 22 0,-4-38-102,1 1 1,0-1-1,0 0 0,0 0 1,1 0-1,-1 0 1,1 0-1,0-1 0,1 1 1,-1-1-1,1 0 1,0 1-1,0-2 1,0 1-1,1 0 0,-1-1 1,1 0-1,0 0 1,0-1-1,0 1 0,0-1 1,0 0-1,8 2 1,9 1-1372,0-1-1,0-1 1,0-1 0,35-2 0,10 0-5101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12 3778,'0'0'15919,"0"-12"-10292,-2 26-5097,0 0 0,-1 0 0,-1 0 0,0 0 0,-1-1 0,-11 22 0,-9 28 348,-24 84-1640,24-87-7701,18-47-58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8:52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3 2753,'0'0'8015,"15"0"-6332,-4-1-1224,-7 0-305,1 1 0,-1-1 0,0 1 0,1 0 0,-1 0 0,1 1 0,-1-1 0,1 1 0,-1 0-1,0 0 1,0 0 0,1 1 0,-1 0 0,0 0 0,0 0 0,-1 0 0,1 0 0,0 1 0,5 5 0,-1 2 347,0 0 1,-1 1-1,-1 0 1,0 0-1,0 1 1,-1 0-1,-1 0 1,0 0 0,5 25-1,-2 4 868,3 73 0,-8-78-1040,1 24 32,-4 63 1,0-107-335,-1 0 1,-1-1-1,0 1 0,0-1 1,-2 0-1,0 0 0,0 0 1,-2-1-1,-9 17 0,7-20 65,0-1 0,0 1-1,-2-1 1,1-1-1,-1 0 1,0-1-1,-1 0 1,0 0-1,0-1 1,-1-1 0,-24 9-1,-35 21-443,58-25-1995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15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4130,'0'0'10503,"3"-3"-9083,-2 2-1457,21-12 2313,-21 13-2218,-1-1-1,1 1 1,-1 0 0,1 0 0,0 0-1,-1-1 1,1 1 0,-1 0 0,1 0-1,-1 0 1,1 0 0,0 0 0,-1 0-1,1 0 1,-1 1 0,1-1 0,0 0-1,-1 0 1,1 0 0,-1 1 0,1-1-1,-1 0 1,1 0 0,-1 1 0,1-1-1,-1 0 1,1 1 0,-1-1 0,0 1-1,1-1 1,-1 1 0,1-1 0,-1 1-1,0-1 1,1 1 0,-1-1 0,0 1-1,0-1 1,0 1 0,1-1 0,-1 1-1,0-1 1,0 1 0,0 0 0,0 0-1,11 52 1486,-3-16-731,-1 1 1,2 64 0,-9-101-480,-7-41 150,7 12-255,-1 1-26,2-1 0,0 1-1,9-41 1,-9 60-193,1 1 1,0 0-1,1 0 0,0 0 1,0 0-1,0 0 0,1 1 1,0-1-1,0 1 0,0 0 1,1 0-1,0 1 1,0 0-1,1-1 0,0 2 1,-1-1-1,13-7 0,-18 12-52,1 0 0,-1-1-1,1 1 1,-1-1-1,1 1 1,0 0 0,-1 0-1,1-1 1,-1 1-1,1 0 1,-1 0 0,1 0-1,0 0 1,-1 0-1,1-1 1,-1 1 0,1 0-1,0 0 1,-1 1-1,1-1 1,0 0 0,-1 0-1,1 0 1,-1 0-1,1 0 1,-1 1 0,1-1-1,0 0 1,-1 1-1,1-1 1,-1 0 0,1 1-1,-1-1 1,1 0-1,-1 1 1,0-1 0,1 1-1,-1-1 1,1 1-1,-1-1 1,0 1 0,0-1-1,1 1 1,-1 0-1,0 0 1,5 32-4274,-4-20 1223,5 8-4282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15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6035,'0'0'11458,"23"-5"-10204,19-5-556,0-2 0,67-28 1,-62 12-199,-45 26-455,0 0 0,0 0 1,0 0-1,-1 0 0,1 0 1,-1 0-1,1 0 0,-1-1 0,0 1 1,0 0-1,0-1 0,0 1 1,0-1-1,-1 1 0,1-1 0,-1 1 1,1-1-1,-1-3 0,0 5-27,-1 0 0,1 0 0,0 1 0,-1-1 0,1 0 0,-1 0 0,1 0 0,-1 1 0,0-1 0,1 0 0,-1 0 0,0 1 0,1-1 0,-1 1 0,0-1 0,0 0 0,0 1 0,0-1 0,1 1 0,-1 0 0,0-1 0,0 1 0,0 0 0,0 0 0,0-1 0,0 1 0,0 0 0,0 0 0,0 0 0,-1 0 0,-40 0 570,32 0-325,1 0-67,-1 0 0,1 1-1,-1 0 1,1 0 0,-1 1 0,1 0 0,0 1 0,0 0 0,0 1 0,-14 6 0,19-7-127,0 0 1,0 0 0,1 0 0,-1 1 0,1 0 0,-1-1 0,1 1 0,0 0-1,1 0 1,-1 0 0,1 1 0,0-1 0,0 1 0,0-1 0,0 1-1,1 0 1,0 0 0,0 0 0,0 0 0,0-1 0,1 1 0,0 8 0,0-9-132,0 0 0,0 1 1,0-1-1,0 1 1,1-1-1,0 0 1,0 1-1,0-1 1,0 0-1,1 0 1,0 0-1,-1 0 1,2 0-1,-1 0 1,0 0-1,1-1 0,-1 1 1,1-1-1,0 0 1,0 0-1,1 0 1,-1 0-1,1 0 1,-1-1-1,1 0 1,0 1-1,0-1 1,0-1-1,0 1 1,6 1-1,0 0-743,1 0 0,0-1 1,0 0-1,0-1 0,0 0 0,12-1 0,-10 0-1187,1-1 0,-1-1 0,1 0 0,20-6 0,6-10-3365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16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2 272,'0'0'20092,"-10"-1"-18411,6 1-1473,-1-1-1,1 1 1,-1 0 0,0 0 0,1 1 0,-1-1 0,1 1 0,-1 0 0,1 0-1,0 1 1,-1-1 0,1 1 0,0 0 0,0 0 0,0 1 0,0-1-1,0 1 1,1 0 0,-1-1 0,1 2 0,0-1 0,-4 5 0,2-2 3,0 0 0,0 0 1,1 1-1,0 0 1,0 0-1,0 0 1,1 0-1,0 0 0,1 1 1,0-1-1,0 1 1,0 0-1,1 0 1,0 0-1,1 10 0,0-17-222,1 0 0,0 0 0,0 0 0,0 0-1,0 0 1,0-1 0,0 1 0,0 0-1,0-1 1,0 1 0,0 0 0,1-1-1,-1 1 1,0-1 0,0 0 0,1 1-1,-1-1 1,0 0 0,0 0 0,1 0-1,-1 0 1,0 0 0,1 0 0,-1 0-1,0 0 1,2-1 0,39-4-505,-34 0 457,0 1 0,-1-1-1,0-1 1,0 1-1,0-1 1,-1 0 0,0-1-1,0 0 1,-1 0-1,8-12 1,-14 25 357,0 0 0,1 0-1,-1 0 1,1 0 0,0 1 0,2 6 0,-2-10-471,0 0-1,0-1 1,0 1 0,1 0-1,-1-1 1,1 1 0,0 0-1,-1-1 1,1 1-1,0-1 1,1 1 0,-1-1-1,0 0 1,1 0 0,0 1-1,-1-1 1,1 0 0,0 0-1,4 3 1,34 1-5017,2-6-3461,-38-1 7618,17 0-5492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16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1 240 3490,'0'0'14017,"7"-1"-12112,-6 0-1809,0 1 0,0 0 0,1-1 1,-1 1-1,0 0 0,1 0 0,-1 0 1,0 0-1,0 0 0,1 0 0,-1 0 0,0 0 1,1 0-1,-1 1 0,0-1 0,0 1 1,0-1-1,1 1 0,-1-1 0,0 1 1,1 0-1,11 25 2843,-1 4-1374,-19-59-382,2-1 0,-2-32 0,7 52-1158,0 0 1,1 0 0,1 0 0,-1 0 0,2 0 0,-1 1 0,2-1 0,6-14 0,-8 19-73,1 0 0,0-1 0,1 2-1,-1-1 1,1 0 0,0 1 0,0 0 0,0 0 0,1 0-1,0 0 1,-1 0 0,1 1 0,0 0 0,1 0 0,-1 1-1,7-3 1,23 2-4290,-21 3-103,5 0-3358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17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8132,'0'0'12691,"13"-5"-11237,-12 5-1429,133-50 2356,-105 41-2196,1 0-1,0 2 1,35-5 0,-49 13-257,-9-1-1188,0-1-2714,-9 16-6810,-9-8 5006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17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4434,'0'0'15895,"101"-21"-14390,-67 12-785,-7 0-432,0 3-15,-6 1-273,-1-2-96,7 0-1121,0-2-1136,7-2-2962,0-2-4225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18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1 241 6019,'0'0'13198,"11"12"-11312,-3-3-1643,2 0 383,-1 0 0,0 1 1,-1 0-1,0 1 0,-1 0 0,0 0 1,10 20-1,-12-78 1770,-3-38-2527,-2 71 117,1-1-1,0 1 0,0 0 1,6-20-1,-6 30 16,0 1-1,0-1 1,1 0-1,-1 0 1,1 1-1,0-1 1,0 1-1,0 0 1,0-1 0,1 1-1,0 0 1,-1 0-1,1 1 1,0-1-1,0 1 1,0-1-1,1 1 1,-1 0-1,1 0 1,-1 0-1,5-1 1,-7 3-11,0 0-1,-1 0 1,1 0 0,0 0 0,0 0-1,-1 0 1,1 0 0,0 0 0,0 0-1,-1 0 1,1 1 0,0-1 0,0 0-1,-1 1 1,1-1 0,0 0 0,-1 1-1,1-1 1,-1 1 0,1-1 0,-1 1-1,1-1 1,0 1 0,-1-1 0,0 1 0,1 0-1,-1-1 1,1 1 0,-1 0 0,0-1-1,1 1 1,-1 0 0,0-1 0,0 1-1,0 0 1,1 1 0,8 40-746,-4-15-921,-3-24 1308,0 0-1,0 0 1,0 0 0,0 0 0,1-1 0,-1 1-1,1-1 1,0 1 0,-1-1 0,1 0 0,0 0-1,0 0 1,1-1 0,-1 1 0,0-1 0,1 0-1,-1 0 1,0 0 0,1 0 0,5 1 0,10 0-2419,-1-1 0,35-1 0,-27-1-339,-18 1 2458,0-1 0,1 0 0,-1 0 0,0-1 0,0 0 0,0-1-1,0 0 1,13-6 0,56-40 4563,-10 5 7124,-62 41-10010,0 0 0,0 1 0,0 0 1,1-1-1,-1 2 0,1-1 0,-1 1 0,1 0 1,0 0-1,8 0 0,-13 1-517,12-16 1665,-12 13-2137,-1 1 0,0 0 1,0 0-1,0 0 0,0 0 1,-1 0-1,1 0 0,0 0 0,-1 0 1,0 0-1,1 0 0,-1 0 1,0 1-1,0-1 0,0 0 1,0 0-1,0 1 0,-2-3 1,0 2-14,0 0 0,-1 1 1,1-1-1,0 1 0,0 0 1,-1 0-1,1 0 0,-1 1 1,1-1-1,0 1 0,-5 0 1,1-1 27,-1 0 1,0 1 0,1 0 0,-1 0-1,0 1 1,1 0 0,-1 0 0,1 1 0,0 0-1,-1 1 1,1-1 0,0 1 0,0 0-1,1 1 1,-1 0 0,1 0 0,-1 0-1,1 1 1,1 0 0,-1 0 0,1 1 0,-1-1-1,2 1 1,-1 0 0,1 1 0,0-1-1,0 1 1,-5 13 0,4-10 46,2 1-1,-1-1 0,1 1 1,1 0-1,0 0 1,1 1-1,0-1 1,0 0-1,2 16 1,-1-15-91,0-10-2,0 0-1,1 0 1,-1 0 0,0 0-1,1 0 1,-1 0 0,1 0-1,-1 0 1,1-1 0,0 1-1,0 0 1,0 0 0,0-1-1,0 1 1,0-1 0,0 1-1,1-1 1,-1 1 0,1-1-1,-1 0 1,3 2 0,0 0-131,1-1-1,0 0 1,-1 0 0,1 0 0,0 0 0,0-1-1,0 0 1,6 1 0,12 0-1660,0-1-1,42-4 1,-56 3 935,0-1-683,1-1 0,-1 1 1,0-1-1,0-1 0,0 0 1,-1 0-1,17-9 0,16-10-7021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19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4626,'0'0'15986,"-20"11"-13307,8-4-2291,-6 1 363,2 1 1,-1 1 0,1 1 0,0 0 0,1 2 0,1-1 0,-17 19 0,30-30-716,1 0 0,-1 0 0,0-1 0,0 1 1,1 0-1,-1 0 0,0 0 0,1 0 0,-1 0 1,1 0-1,0 0 0,-1 0 0,1 0 1,0 1-1,-1-1 0,1 0 0,0 0 0,0 0 1,0 0-1,0 0 0,0 0 0,0 1 0,1 1 1,0-3-32,-1 1 0,1 0 0,0-1 0,0 1 0,-1-1 1,1 1-1,0-1 0,0 1 0,0-1 0,0 1 0,0-1 1,0 0-1,0 0 0,0 1 0,0-1 0,0 0 0,0 0 1,0 0-1,0 0 0,1 0 0,4-1-48,0 1 1,0-1-1,0 0 0,0-1 0,0 1 0,0-1 0,7-3 1,43-40-969,-12 9 287,-48 81 3142,3-40-2401,0-1 0,0 1 0,0 0 0,1-1 1,0 1-1,0 0 0,0-1 0,0 1 0,1 0 1,0-1-1,2 9 0,-2-11-239,1-1 0,-1 1-1,1 0 1,-1 0 0,1-1 0,-1 1 0,1-1-1,0 1 1,0-1 0,0 0 0,0 1 0,0-1 0,0 0-1,0-1 1,0 1 0,0 0 0,1 0 0,-1-1-1,0 0 1,1 1 0,-1-1 0,0 0 0,0 0-1,1 0 1,2-1 0,62-1-10716,-28-12 1141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19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56 111 6323,'0'0'17712,"1"15"-16167,-1-1-1120,-1-9-319,1-1 1,0 1-1,0-1 0,0 1 0,1-1 0,0 1 1,0-1-1,0 1 0,0-1 0,1 0 0,-1 1 1,1-1-1,0 0 0,1 0 0,-1 0 0,1-1 1,3 5-1,-3-4 51,1-1-1,-1 1 1,1 1 0,-1-1-1,0 0 1,0 1 0,-1 0 0,0-1-1,0 1 1,0 0 0,2 6 357,-7-12-494,0 0 1,1-1-1,-1 1 0,1-1 0,-1 1 0,1-1 1,-1 0-1,1 0 0,-3-3 0,-1-1 10,-1 1-27,0-1 0,1 0-1,-1 0 1,1 0 0,1-1-1,0 0 1,-1 0 0,2 0-1,-1-1 1,1 1 0,1-1-1,-1 0 1,1-1 0,1 1-1,-1 0 1,1-1 0,1 1-1,0-1 1,0 0 0,0 1-1,2-18 1,0 23-68,-1 1 0,0-1 0,1 1 1,-1-1-1,1 1 0,0-1 0,0 1 0,0-1 0,0 1 0,0 0 1,0-1-1,1 1 0,-1 0 0,1 0 0,0 0 0,-1 0 0,1 0 1,0 1-1,0-1 0,0 0 0,1 1 0,-1 0 0,0-1 0,0 1 1,1 0-1,-1 0 0,1 0 0,-1 0 0,1 1 0,2-1 0,12-3-1854,1 1-1,-1 1 0,29 1 0,-12-1-4125,6-2-1703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22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0 976,'0'0'7548,"-3"2"-6305,-103 77 6387,65-45-5071,-65 72-1,98-95-2265,0 1 0,0 0-1,1 0 1,1 0 0,0 1-1,1-1 1,0 1 0,1 1 0,1-1-1,0 1 1,-2 26 0,2 6 633,2 0 0,5 55 0,-1-62-475,2 0-1,11 44 0,-12-68-282,0-1 0,1 1 0,1-1 0,0 0 0,1 0 0,0 0 0,1-1 0,16 19 0,-16-24-127,-1-1 0,1 0 0,1-1 1,-1 0-1,1 0 0,0-1 0,1 0 0,-1-1 1,1 0-1,0 0 0,17 3 0,11 1 235,70 6-1,-62-10-221,-18-3-54,7-28 0,-30 30-2552,-11 9-5786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19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4306,'0'0'17165,"1"0"-16934,0 0 0,-1 0 0,1 0 0,0 0 0,0 0 0,-1 0 0,1 0 0,0 0 0,-1 0 0,1 0 0,0 0 0,-1 0 0,1 0 0,0 1 0,-1-1 0,1 0 0,0 0 0,-1 1-1,1-1 1,0 1 0,2 9 430,-1 0-1,0 1 1,0-1-1,-1 1 1,-1-1-1,-1 15 1,3 30 233,1-24-652,-2-20-328,0 0 1,1 0 0,5 19 0,0-12-1822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20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8020,'0'0'16423,"81"-15"-15526,-61 15-449,1-3-240,-8 3-160,8-2-48,-1-2-448,7-3-945,0-2-1824,7-3-1810,0-6-4577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20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4194,'0'0'14836,"1"7"-9315,6 29-2531,9 38 749,0 1-2521,-8 2-3817,-5-58-392,0-1-3412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21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1569,'0'0'11701,"13"-1"-10068,5 0-1133,70-2 2046,-78 3-2241,0 1 0,0 0 0,0 1-1,-1 0 1,1 0 0,0 1 0,12 5 0,6 6 291,0 2-1,0 1 1,-2 1-1,0 1 1,-1 1-1,26 28 1,-40-36-409,0 1 0,-1 0 0,-1 0 1,0 1-1,-1 0 0,0 0 0,-1 1 0,0 0 1,-2 1-1,0-1 0,0 1 0,-2 0 1,4 30-1,-5-21 112,-1 1 0,-1 0 1,-1 0-1,-1 0 0,-2-1 1,0 1-1,-2-1 0,-1 0 0,-1 0 1,-17 37-1,-50 73 605,65-122-1081,0-1 0,-1-1 0,0 0 0,-1-1 0,-1 0 0,1-1 0,-2 0 0,-22 12 0,3-1-1954,15-9-765,-1-1 1,-32 15-1,-2-9-6735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24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39 1489,'0'0'5562,"7"-5"-4287,26-28 8543,-41 33-8142,-10 5-1839,6 1 622,2 0 0,-1 1 0,1 0 0,-1 1 1,2 0-1,-1 0 0,-12 16 0,17-18-312,1 0 0,0 0 0,0 0 1,0 0-1,1 1 0,0 0 0,0 0 0,1 0 0,-1 0 1,2 0-1,-1 0 0,1 1 0,-1 13 0,2-19-131,0 1 0,0-1 0,0 0 0,0 0 0,1 0 0,-1 0 0,1 0 0,-1 0 1,1 0-1,0 0 0,-1 0 0,1 0 0,0 0 0,0 0 0,1 0 0,-1-1 0,0 1 0,1 0 0,-1-1 0,1 1 0,-1-1 0,1 1 0,-1-1 0,3 1 0,2 1 47,0-1-1,0 0 1,0 0-1,0-1 1,0 0 0,0 0-1,11 0 1,0 1 170,64 2 299,-75-4-471,-1 0 1,1-1 0,-1 1 0,1-1 0,-1 0 0,0-1 0,1 1 0,-1-1 0,0 0 0,0 0 0,7-5-1,-10 5-42,1-1 0,-1 1 0,0-1 0,0 0 0,0 0 0,0 0-1,0 0 1,-1 0 0,0 0 0,1 0 0,-1-1 0,0 1 0,-1 0 0,1-1-1,0 1 1,-1-1 0,0 1 0,0-1 0,0 1 0,0 0 0,-1-1-1,1 1 1,-1-1 0,0 1 0,-2-7 0,0 0-5,-1 0-1,0 0 1,-1 0 0,0 1-1,0-1 1,-1 1 0,-9-11 0,14 18 24,-1 1 0,1-1-1,0 1 1,-1-1 0,1 1 0,-1 0 0,1-1 0,-1 1 0,0 0 0,0 0 0,1 0 0,-1 0 0,0 1 0,0-1 0,0 0 0,0 1 0,0-1 0,0 1 0,0 0-1,0 0 1,0 0 0,0 0 0,-3 0 0,4 0-205,0 1 0,0-1 0,-1 1 0,1-1 0,0 1 0,0-1 0,0 1 0,0 0 0,0 0 0,1-1 0,-1 1 0,0 0 0,0 0 0,0 0 0,1 0 0,-2 1 0,-4 26-11777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24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489 7 2369,'2'-7'17061,"-4"10"-15609,-71 104 2855,-145 237 147,197-306-4115,-3 7 138,-2 0-1,-39 51 1,53-82-318,1 0 56,1-1-1,-17 27 1,27-40-247,0 0-1,0 1 1,0-1 0,0 0 0,0 0 0,-1 0 0,1 1 0,0-1-1,0 0 1,0 0 0,0 0 0,0 1 0,0-1 0,0 0 0,0 0-1,0 0 1,0 1 0,0-1 0,0 0 0,0 0 0,0 0 0,0 1-1,0-1 1,0 0 0,0 0 0,0 1 0,0-1 0,0 0 0,0 0-1,0 0 1,0 1 0,1-1 0,-1 0 0,0 0 0,0 0 0,0 0-1,0 1 1,0-1 0,1 0 0,-1 0 0,0 0 0,0 0 0,0 0-1,0 0 1,1 1 0,-1-1 0,0 0 0,0 0 0,0 0 0,1 0-1,-1 0 1,0 0 0,1 0 0,18-3-3406,18-12-5982,-10 1-2193,-13 6 6165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25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3714,'0'3'18792,"-8"5"-18542,0 1 0,0 0-1,1 1 1,1-1-1,-1 1 1,2 1 0,-1-1-1,1 1 1,1 0-1,0 0 1,1 0 0,0 1-1,0-1 1,1 1 0,0 21-1,2-31-241,1 0 1,0 0-1,0 0 0,0-1 0,0 1 1,0 0-1,0-1 0,0 1 0,1-1 1,-1 1-1,1-1 0,-1 0 0,1 0 1,-1 0-1,1 0 0,0 0 0,-1 0 1,1 0-1,0 0 0,0 0 0,0-1 1,0 1-1,0-1 0,0 0 0,0 1 1,2-1-1,54 7 55,-55-6-63,7 0 19,0-1-1,0 0 1,1 0-1,-1-1 0,15-3 1,-22 3-12,0-1 1,1 1-1,-1-1 1,0 1-1,0-1 1,0 0-1,-1 0 1,1 0-1,0-1 1,-1 1-1,1 0 1,-1-1-1,0 0 1,0 0 0,0 0-1,0 1 1,-1-2-1,1 1 1,1-4-1,-1 2 110,0 0 0,-1-1 0,1 1 0,-1 0 0,0 0 0,-1-1 0,1 1 0,-1-1 0,0 1 0,0 0 0,-1-1 0,-1-5 0,2 8-7,-1 0-1,0 0 1,0 1 0,0-1-1,0 1 1,0-1 0,-1 1-1,1-1 1,-1 1 0,0 0 0,1-1-1,-1 1 1,0 0 0,0 0-1,0 1 1,-1-1 0,1 0-1,0 1 1,-1-1 0,1 1 0,-1 0-1,1 0 1,-1 0 0,-4-1-1,-11-1 377,-1 0-1,-38 1 1,58 2-663,-1 1-1,0-1 1,1 0-1,-1 0 1,0 0 0,0 0-1,1 0 1,-1 0-1,0 0 1,1 0-1,-1 1 1,0-1 0,0 0-1,1 0 1,-1 0-1,0 1 1,0-1 0,0 0-1,1 0 1,-1 0-1,0 1 1,0-1-1,0 0 1,0 1 0,0-1-1,1 0 1,-1 0-1,0 1 1,0-1 0,0 0-1,0 1 1,0-1-1,0 0 1,0 0-1,0 1 1,0-1 0,0 0-1,0 1 1,0-1-1,0 0 1,0 1 0,-1-1-1,1 0 1,0 0-1,0 1 1,0-1 0,0 0-1,0 0 1,-1 1-1,1-1 1,0 0-1,0 0 1,0 0 0,-1 1-1,1-1 1,0 0-1,0 0 1,-1 0 0,1 0-1,0 1 1,0-1-1,-1 0 1,1 0-1,13 0-6272,6 0-2237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27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48,'0'0'10757,"13"-26"-3962,-3 21-5646,-1 1 0,1 1 0,-1-1 0,21-3 0,-28 7-1089,1-1 0,-1 1 0,1 0 0,-1-1 0,1 1 1,0 0-1,-1 0 0,1 1 0,-1-1 0,1 0 0,-1 1 1,1 0-1,-1 0 0,1-1 0,-1 1 0,0 1 0,1-1 1,-1 0-1,0 0 0,0 1 0,0 0 0,0-1 0,0 1 1,2 2-1,3 7 117,0 1 0,-1 0-1,-1 0 1,0 0 0,0 0 0,-1 1 0,4 25 0,-4-3 476,-1 62 0,-3-96-613,0 1 0,0 0 1,-1-1-1,1 1 0,0-1 0,-1 1 0,1-1 1,-1 1-1,0-1 0,0 0 0,1 1 1,-1-1-1,0 0 0,0 1 0,0-1 0,0 0 1,0 0-1,-1 0 0,1 0 0,0 0 0,0 0 1,-1 0-1,1 0 0,-1-1 0,1 1 1,-3 0-1,3 0 85,-1-6-95,0 0-1,0 0 1,0 0-1,1-1 1,0 1-1,0 0 1,0 0 0,1-1-1,0 1 1,0-1-1,0 1 1,0 0-1,1-1 1,2-8-1,0 3-19,1 1 0,0-1-1,1 1 1,0 0-1,1 0 1,11-15-1,3 1-183,1 0 0,2 1 0,0 1 0,30-21 0,-41 34 118,-5 2 15,0 1 1,1 0-1,-1 0 1,1 1 0,0 0-1,1 1 1,0 0-1,-1 0 1,1 1-1,0 0 1,19-4-1,-27 8 71,-1 0 0,1 0 0,0 0 0,0 0 0,-1 0 0,1 0 0,-1 0 0,1 0-1,-1 0 1,1 0 0,-1 0 0,0 1 0,0-1 0,1 0 0,-1 0 0,0 0 0,0 0 0,0 1-1,0-1 1,-1 2 0,1 39 478,0-31-368,-1 29 1412,-11 70 1,9-68-1179,3-41-368,0 1 0,0 0 0,0-1 0,-1 1 0,2-1 0,-1 1 0,0 0 0,0-1 0,0 1 0,1 0 0,-1-1 0,1 1 0,-1-1 0,1 1 1,0-1-1,0 1 0,0-1 0,-1 0 0,1 1 0,1-1 0,0 2 0,17 0-966,-1-1-1,1-1 1,-1-1-1,26-2 1,3 0-2594,-30 1-4959,2-7-4968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28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10549,'0'0'20337,"13"16"-18456,-12-3-2654,0-8-213,-1-1-1,0 1 1,1-1 0,-1 1 0,-1 0 0,1-1 0,-1 1 0,0-1 0,-1 6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9:2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0 8228,'0'0'12021,"-47"122"-8611,20-77-1729,-7 3-449,7 4-335,-7 2-737,-7 7-160,-6 6-369,-1 17-1423,-6 4-2418,7 0 1392,-1 0-14421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2:46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41 2753,'0'0'8863,"1"-6"-7262,1-2-1031,2-18 4948,-7 26-5388,1 1 0,-1 0-1,1-1 1,0 1 0,-1 1 0,1-1 0,0 0 0,0 0 0,0 1 0,0-1-1,0 1 1,0 0 0,0 0 0,0-1 0,1 1 0,-1 0 0,1 0 0,-1 1-1,-1 3 1,-22 48 824,-55 177 1613,-71 172-850,77-263-1877,79-152-8100,-3 4 7188,1 0 0,0 0 0,1 1 1,6-11-1,25-30-4267,10-9-602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2:47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 3298,'0'0'9815,"-6"27"-6078,0 8-2685,2-8-354,-2-1 0,0 1-1,-2-1 1,-12 27 0,-126 253 5148,44-102-4561,93-184-1347,1 1 0,1 0 0,0 0 0,2 0 0,1 1 0,0 0 0,-1 41 0,6-62-99,0 1 0,-1-1-1,1 0 1,0 0 0,0 0-1,0 0 1,0 1 0,0-1 0,0 0-1,0-1 1,0 1 0,0 0-1,0 0 1,0 0 0,1-1-1,-1 1 1,0 0 0,1-1 0,-1 1-1,0-1 1,1 0 0,-1 1-1,0-1 1,1 0 0,-1 0 0,1 0-1,-1 0 1,1 0 0,-1 0-1,0 0 1,3-1 0,54-8-7286,-7-15-2993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2:48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4498,'0'0'12006,"11"-6"-10126,36-16-108,-45 22-1686,-1-1 0,0 1 0,1 0 1,-1-1-1,1 1 0,-1 0 0,0 0 0,1 0 0,-1 0 1,1 0-1,-1 0 0,0 0 0,1 1 0,-1-1 0,0 0 1,1 1-1,-1-1 0,0 1 0,1-1 0,-1 1 0,0 0 1,0 0-1,0-1 0,0 1 0,1 0 0,-1 0 0,0 0 1,-1 0-1,1 0 0,0 1 0,0-1 0,0 0 0,-1 0 1,1 0-1,0 1 0,-1-1 0,1 3 0,11 46 1927,-12-50-1956,2 14 261,-1 0 0,-1 0 0,0 0 0,-1-1 0,0 1 0,-1 0 0,0 0 0,-1-1 0,-9 25 0,4-29-41,3-20-258,3-20-163,3 25 113,0 1 0,0 0 0,1 0 1,-1 0-1,1 1 0,0-1 0,1 0 0,-1 1 1,1-1-1,0 1 0,0 0 0,0 0 0,1 0 1,-1 0-1,1 0 0,6-4 0,10-8-339,42-27-1,-53 37 286,-4 3 47,-1-1 0,1 1 0,0 0 0,-1 1 0,1-1 0,1 1 0,-1 0 0,0 0 0,1 0 0,-1 1 0,11-2 0,-15 4 51,0 0 1,-1 0 0,1 0-1,0 0 1,0 0 0,-1 0-1,1 0 1,-1 1 0,1-1-1,-1 0 1,0 0 0,1 0-1,-1 1 1,0-1 0,0 0-1,0 0 1,0 1 0,0-1-1,0 0 1,0 2 0,-1 38 670,1-30-287,-1-9-363,1-1 0,0 1 0,0-1-1,0 1 1,0-1 0,0 1 0,0-1 0,0 1-1,0-1 1,1 1 0,-1-1 0,1 1-1,-1-1 1,1 0 0,-1 1 0,2 1 0,17-15 56,-7 2-176,21-18-191,0 1-1,2 2 1,2 1-1,0 2 1,1 2-1,50-19 1,-87 38 294,-1 1 1,1 0-1,0 0 1,-1 0-1,1-1 1,-1 1-1,1 0 1,0 0-1,-1 0 0,1 0 1,0 0-1,-1 0 1,1 1-1,-1-1 1,1 0-1,0 0 1,-1 0-1,1 1 0,-1-1 1,1 0-1,-1 0 1,1 1-1,0-1 1,-1 0-1,0 1 1,1-1-1,-1 1 0,1-1 1,-1 1-1,1-1 1,-1 1-1,0-1 1,1 1-1,-1-1 1,1 2-1,4 30 1393,-5-21-828,-1 0 0,0 0-1,-6 22 1,-1-15 766,-1 7-4965,9-24 3453,1-1 0,-1 1 0,0-1-1,0 1 1,0-1 0,1 1 0,-1-1-1,0 0 1,0 1 0,1-1 0,-1 1-1,0-1 1,1 1 0,-1-1 0,1 0-1,-1 1 1,0-1 0,1 0 0,-1 0-1,1 1 1,-1-1 0,1 0 0,-1 0-1,1 0 1,-1 1 0,1-1 0,-1 0-1,1 0 1,-1 0 0,1 0 0,-1 0-1,1 0 1,-1 0 0,1 0 0,-1 0-1,1 0 1,0 0 0,-1-1 0,1 1-1,-1 0 1,1 0 0,24-6-6458,-4-8-3366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2:48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3 9364,'0'0'14129,"-11"6"-12853,4-2-1070,2-3-112,1 1 0,-1 0 0,1 0 0,0 0-1,0 1 1,0 0 0,0-1 0,1 1 0,-1 0 0,1 1 0,-1-1 0,1 1 0,0 0-1,1-1 1,-1 1 0,0 0 0,1 1 0,-3 6 0,3 2 98,0-4-128,0 0-1,1-1 0,0 1 0,0 0 0,2 11 0,-1-18-78,0 0 0,1-1 0,-1 1 1,0-1-1,1 1 0,-1-1 0,1 1 0,0-1 0,-1 0 1,1 1-1,0-1 0,0 0 0,0 1 0,0-1 1,0 0-1,0 0 0,1 0 0,-1 0 0,0 0 0,0 0 1,1 0-1,-1 0 0,0-1 0,1 1 0,-1-1 0,1 1 1,-1-1-1,1 1 0,-1-1 0,1 0 0,0 1 1,-1-1-1,1 0 0,-1 0 0,3-1 0,0 2-58,0-1-1,0 0 0,1 0 1,-1 0-1,0 0 1,0-1-1,0 0 0,0 0 1,0 0-1,0 0 1,0-1-1,0 1 0,0-1 1,0 0-1,-1 0 1,1-1-1,-1 1 0,1-1 1,-1 0-1,0 1 1,0-1-1,0-1 0,-1 1 1,1 0-1,-1-1 1,0 1-1,0-1 0,0 0 1,0 0-1,0 0 1,-1 0-1,0 0 0,1-4 1,0 2 52,0 0 1,-1 0-1,0 0 1,0-1 0,0 1-1,-1 0 1,0 0-1,0 0 1,-1-1-1,-1-8 1,1 13 56,0 0 0,0 0 1,0 0-1,-1 0 0,1 1 1,0-1-1,-1 0 0,1 0 1,-1 1-1,1-1 0,-1 1 1,0-1-1,0 1 0,0 0 0,1 0 1,-1 0-1,0 0 0,-1 0 1,1 0-1,0 1 0,0-1 1,0 0-1,0 1 0,-1 0 1,1 0-1,0-1 0,0 1 1,-1 0-1,-2 1 0,-1-1 37,1 0 1,-1 0-1,0 1 0,0 0 0,1 0 0,-1 0 0,0 1 0,-6 2 1,11-3-219,0-1 1,-1 1 0,1 0 0,0 0 0,-1 0 0,1 0-1,0 0 1,0 0 0,0 0 0,0 1 0,0-1 0,0 0-1,0 1 1,0 1 0,0-1-492,1 0 1,-1-1-1,1 1 1,0 0-1,-1 0 1,1 1-1,0-1 0,0 0 1,0 0-1,1 0 1,-1 0-1,0 0 1,2 2-1,3 8-7605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2:49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429 538 10213,'0'0'8881,"-21"-3"-6573,7 1-2006,-17-4 669,0 2 1,0 1 0,-44 2-1,61 3-739,0 1 0,0 1 0,0 0-1,1 0 1,0 2 0,-1 0 0,2 0 0,-1 1-1,1 1 1,0 0 0,1 0 0,0 1-1,0 1 1,1 0 0,-16 20 0,24-27-232,0 0 1,1 1 0,-1 0-1,1-1 1,0 1 0,1 0-1,-1-1 1,0 1 0,1 0-1,0 0 1,0 0 0,1 7-1,0 4-110,2-14 45,0-1-1,0 1 1,0 0-1,0-1 0,1 0 1,-1 1-1,0-1 1,0-1-1,5 1 0,-2 0-57,4-1 26,-1-1-1,1 1 0,-1-2 0,0 1 0,0-1 1,0 0-1,0-1 0,0 0 0,-1-1 0,12-7 1,14-12-454,32-28 0,-55 43 402,19-19-321,-1 0 0,-1-2 0,-2-1 0,-1-1 1,35-59-1,78-186-182,-115 213 2364,-23 64-1665,0 0-1,0-1 0,0 1 0,1 0 0,-1 0 0,0 0 0,0 0 0,0-1 0,0 1 1,0 0-1,1 0 0,-1 0 0,0-1 0,0 1 0,0 0 0,0 0 0,0-1 0,0 1 1,0 0-1,0 0 0,0-1 0,0 1 0,0 0 0,0 0 0,0 0 0,0-1 0,0 1 1,0 0-1,0 0 0,0-1 0,0 1 0,0 0 0,0 0 0,-1-1 0,1 1 1,0 0-1,0 0 0,0 0 0,0 0 0,0-1 0,-1 1 0,1 0 0,0 0 0,0 0 1,0 0-1,-1-1 0,1 1 0,0 0 0,0 0 0,0 0 0,-1 0 0,1 0 0,0 0 1,-21 27 982,-16 34-59,3 1 1,2 1-1,3 2 1,-25 87 0,48-127-965,2 0 0,1 0 0,1 0 0,2 40 0,0-39-47,0-24-29,1-1-1,-1 0 1,1 0 0,-1 1-1,1-1 1,0 0 0,-1 0-1,1 0 1,0 0 0,0 0 0,0 0-1,0 0 1,0 0 0,0 0-1,0 0 1,0-1 0,0 1-1,0 0 1,0-1 0,1 1-1,-1-1 1,0 1 0,0-1 0,1 0-1,-1 1 1,0-1 0,0 0-1,1 0 1,-1 0 0,0 0-1,1 0 1,-1 0 0,2 0-1,51-6-3154,-41 2 1889,-1-1 0,0 0 0,0 0-1,17-12 1,20-16-6840,-9 3-572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2:49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4338,'0'0'21103,"-4"12"-18953,2-7-2078,-4 8 606,1 1 0,1 0 0,0 0 0,1 0 0,1 0 0,-2 17 1,5-30-679,-1 0 1,0-1 0,1 1-1,-1 0 1,1 0 0,-1 0-1,1 0 1,-1-1 0,1 1-1,0 0 1,-1 0 0,1-1-1,0 1 1,0-1 0,0 1-1,-1-1 1,1 1 0,0-1 0,0 1-1,0-1 1,0 1 0,0-1-1,0 0 1,0 0 0,0 0-1,0 1 1,0-1 0,0 0-1,0 0 1,1-1 0,39 2-173,-32-1 53,-1-1-76,0 0 1,0 0-1,0 0 1,-1-1-1,1 0 0,0-1 1,-1 0-1,0 0 1,1-1-1,11-8 0,-2 0-378,0 0 0,29-30 0,-44 40 626,3-2 1225,-3 7 659,2 12-718,5 15-1631,6 15-1425,-14-43 1693,0 0 0,0-1 0,1 1 0,-1 0 0,1-1 0,-1 1 0,1-1 0,0 1-1,-1-1 1,1 0 0,0 0 0,0 0 0,0 0 0,0 0 0,0 0 0,0-1 0,0 1 0,0 0 0,1-1 0,3 1 0,24-1-6881,4-2-6080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2:49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4130,'0'0'19905,"-14"16"-17544,1-1-1708,4-5-220,0 1 0,0 0 0,1 0 1,1 0-1,0 1 0,0 0 0,1 1 0,-6 17 1,1 18-117,2 0 0,2 1 1,2 0-1,2 51 0,-9 76-84,11-112-3883,1-64 3477,0 0 0,0 1-1,0-1 1,0 0 0,0 1-1,0-1 1,0 0 0,0 1 0,1-1-1,-1 0 1,0 1 0,0-1-1,0 0 1,0 1 0,1-1-1,-1 0 1,0 0 0,0 1-1,1-1 1,-1 0 0,0 0 0,0 0-1,1 1 1,-1-1 0,0 0-1,1 0 1,-1 0 0,0 0-1,1 0 1,-1 1 0,0-1-1,1 0 1,-1 0 0,0 0 0,1 0-1,-1 0 1,0 0 0,1 0-1,-1 0 1,0 0 0,1-1-1,-1 1 1,0 0 0,1 0-1,3 0-1239,15 0-7335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2:50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11781,'0'0'17854,"-6"9"-16221,5-8-1596,-5 8 84,-1 0 1,2 0 0,-1 0 0,1 1 0,0 0 0,1 0 0,1 0 0,-1 0-1,1 1 1,1 0 0,-2 18 0,4-27-122,-1 0 0,1 1 0,0-1 0,0 0 0,0 0 0,0 0 0,1 0 0,-1 0 0,0 0 0,1 1 0,0-1 0,-1 0 0,1 0 0,0 0 0,0-1 0,0 1 0,0 0 0,0 0 0,1 0 0,-1-1 0,1 1 0,-1-1 0,1 1 0,-1-1 0,1 0 0,0 1 0,0-1 0,-1 0 0,1 0 0,0 0 0,0 0 0,0-1 0,0 1 0,0 0 0,1-1 0,-1 0 0,0 1 0,0-1 0,0 0 0,0 0 0,4 0 0,6 0-64,0 0 0,-1 0 1,1-1-1,0 0 0,-1-1 0,1 0 0,-1-1 1,22-8-1,-28 9 49,-1-1 1,0 1-1,-1 0 1,1-1-1,0 0 0,-1 0 1,1 0-1,-1 0 1,0 0-1,0-1 1,0 1-1,-1-1 1,1 0-1,-1 0 1,0 0-1,0 0 0,0 0 1,-1-1-1,1 1 1,-1 0-1,0-1 1,0 1-1,-1-1 1,1 1-1,-1-8 1,-1 10 30,1 1 0,0 0 0,-1 0 0,0-1-1,1 1 1,-1 0 0,0 0 0,1 0 0,-1-1 0,0 1 0,0 0 0,0 0 0,0 0 0,0 1 0,0-1 0,0 0 0,-1 0 0,1 0 0,0 1 0,0-1 0,0 1 0,-1-1 0,1 1 0,0-1 0,-1 1 0,1 0 0,-1 0 0,1 0 0,0 0 0,-3 0 0,-51-2 411,44 2-397,7 0-44,0 0 0,0 0 0,0 0 0,0 0-1,0 1 1,0 0 0,0 0 0,0 0 0,0 0 0,0 1 0,0-1 0,0 1-1,1 0 1,-1 0 0,1 0 0,-5 4 0,4-1-312,0 1 1,0 0-1,0-1 1,1 1-1,-1 1 1,2-1 0,-1 0-1,-2 11 1,-2 1-7263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2:5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251 100 64,'0'0'5365,"3"-4"-4271,9-16 1167,0-17 5520,-12 35-7490,0 1 1,0 0-1,0-1 0,0 1 0,0-1 1,0 1-1,-1-1 0,1 1 0,0 0 1,-1-1-1,1 1 0,-1-1 0,1 1 1,-1 0-1,0 0 0,0-1 0,1 1 1,-1 0-1,0 0 0,0 0 0,-2-2 1,1 2-306,0 0 0,1 0 0,-1 0 0,0 0 0,0 1 0,0-1 0,0 1 0,0-1 0,0 1 0,0 0 1,0 0-1,-4 0 0,-18-1 416,-40 4 425,60-2-769,0 0 0,0 0 0,0 1 0,0-1 1,0 1-1,0 0 0,1 0 0,-1 0 0,1 1 1,-1-1-1,1 1 0,0 0 0,-4 4 0,0-1 47,1 1-1,0-1 0,1 1 1,-1 0-1,1 1 0,1 0 1,0-1-1,0 1 0,0 1 1,1-1-1,0 1 1,0-1-1,1 1 0,0 0 1,1-1-1,0 1 0,0 11 1,2-19-98,0 0 0,0 0 0,-1 0-1,1 0 1,0 0 0,0 0 0,0 0 0,0 0 0,0 0 0,1 0 0,-1 0 0,0 0 0,0-1 0,0 1 0,1-1 0,-1 1 0,0-1 0,1 1 0,-1-1 0,0 0 0,1 1 0,-1-1 0,1 0 0,-1 0 0,0 0 0,1 0 0,-1 0 0,1-1 0,-1 1 0,2-1 0,1 1 4,1 0 1,-1 0-1,0-1 1,1 0-1,-1 0 1,0 0-1,1 0 1,-1 0-1,6-4 0,-6 1-9,0 1 0,0-1-1,0 0 1,-1 0-1,0 0 1,0-1-1,0 1 1,0-1 0,-1 1-1,0-1 1,0 0-1,0 0 1,1-7-1,0-3-97,-1 0-1,-1-1 0,-1-19 0,0 18-12,-1 16 104,1 0 1,-1 1-1,1-1 1,-1 0 0,1 0-1,-1 0 1,0 1 0,0-1-1,1 0 1,-1 1-1,0-1 1,0 0 0,0 1-1,0-1 1,1 1 0,-1 0-1,0-1 1,0 1 0,0 0-1,0-1 1,0 1-1,0 0 1,0 0 0,0 0-1,0 0 1,0 0 0,0 0-1,-2 0 1,-40 1-85,32-1 136,435-9-17,-423 9 415,-1 15 241,0-10-615,-1-1 0,0 0 0,0 1-1,0-1 1,-1 0 0,1 1 0,-1-1 0,0 0 0,0 0 0,-1-1 0,1 1 0,-1 0-1,-4 5 1,-51 47 670,23-24-246,-34 39 163,28-30-312,0 2-1,3 1 1,-37 57 0,46-57-193,-58 64 0,80-97-3697,23-19-1032,-11 5 5106,85-53-11137,-45 29 4062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2:54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5731,'0'0'14163,"-8"7"-11999,-4 4-1451,-11 8 1480,-36 44 1,54-57-2028,0 0 0,0 0 0,1 1 0,-1 0 0,2 0-1,-1 0 1,1 1 0,0-1 0,0 1 0,1-1 0,0 1-1,1 0 1,-1 9 0,2-16-165,0 0 0,0 0 0,0-1 0,1 1 0,-1 0 0,0-1-1,1 1 1,-1 0 0,1-1 0,-1 1 0,1 0 0,-1-1 0,1 1 0,-1-1 0,1 1-1,-1-1 1,1 1 0,0-1 0,-1 1 0,1-1 0,0 0 0,0 1 0,-1-1 0,1 0-1,0 1 1,0-1 0,-1 0 0,1 0 0,0 0 0,0 0 0,1 0 0,33 2 36,-26-3-9,0 2-21,1-1 0,-1-1 1,1 0-1,-1 0 1,0-1-1,1 0 0,-1 0 1,0-1-1,12-6 1,-17 6-7,0 1 1,-1-1 0,1 1 0,-1-1 0,0 0-1,0 0 1,0-1 0,-1 1 0,1-1 0,-1 1 0,0-1-1,0 0 1,0 0 0,0 0 0,-1 0 0,1 0-1,-1 0 1,0 0 0,0-1 0,-1 1 0,1 0-1,-1-1 1,-1-7 0,1-87 1975,-26 122-1988,12 13-2065,8-12-2547,5-8-2439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21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29 592,'6'-16'20092,"-6"15"-19984,-1 0 1,1 0-1,-1 0 0,0 0 0,0 1 1,1-1-1,-1 0 0,0 1 0,0-1 0,0 0 1,0 1-1,0-1 0,0 1 0,0-1 1,0 1-1,0 0 0,0-1 0,0 1 1,0 0-1,0 0 0,0 0 0,0-1 1,0 1-1,-1 0 0,1 1 0,-2-1 0,-44 0-417,32 1 529,6 0-149,0 0 0,0 0-1,1 1 1,-1 0-1,0 1 1,1 0-1,-1 0 1,1 1-1,0 0 1,0 0-1,-11 10 1,7-6 154,1 1-1,0 0 1,1 1 0,0 0 0,1 1-1,-15 21 1,23-30-188,0 0 0,-1 0-1,1 0 1,0 1 0,0-1-1,0 1 1,0-1 0,1 0-1,-1 1 1,1 0 0,-1-1-1,1 1 1,0-1 0,0 1-1,0-1 1,0 1 0,1 0-1,-1-1 1,1 1 0,0 3-1,1-3 29,0 1-1,0 0 0,1-1 1,-1 0-1,1 1 0,-1-1 1,1 0-1,0 0 0,0-1 1,0 1-1,7 3 0,0 1 151,1-2 0,0 1 0,0-1-1,1-1 1,-1 0 0,1-1 0,22 3-1,-19-4-66,0-1 0,1 0 0,-1-1 0,1-1 0,22-4 0,-30 3-180,0 0 1,0-1-1,0 0 0,0-1 0,0 1 1,-1-1-1,1-1 0,-1 1 0,0-1 1,0-1-1,8-8 0,-14 10-2536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22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159 104 7411,'0'0'11067,"-19"14"-7852,-61 48-1260,74-57-1742,0 1 1,1 0-1,0 0 0,1 0 0,-1 1 0,1 0 0,0 0 1,1 0-1,-1 0 0,2 0 0,-1 1 0,1-1 1,0 1-1,0 0 0,1 0 0,0 0 0,1-1 0,0 1 1,0 0-1,2 14 0,-2 1-24,0-22-184,1 0-1,-1 1 0,1-1 0,-1 1 1,1-1-1,-1 0 0,1 0 1,0 1-1,-1-1 0,1 0 0,0 0 1,0 0-1,0 0 0,0 0 1,0 0-1,0 0 0,0 0 1,1 0-1,-1 0 0,0-1 0,0 1 1,1 0-1,-1-1 0,0 1 1,1-1-1,-1 1 0,0-1 0,1 0 1,-1 0-1,1 0 0,-1 0 1,1 0-1,2 0 0,2 0 8,1 0 1,0 0-1,-1 0 0,1-1 1,-1 0-1,11-4 0,-4-1-9,-1-1 0,1-1 0,-1 0 0,-1 0 0,1-1 0,-2-1 0,1 0 0,11-14 0,-14 14-71,0 1 0,-1-1 0,0 0 0,10-20 0,-14 25 32,-1 0 0,0-1 0,0 1-1,-1-1 1,1 1 0,-1-1 0,0 0-1,-1 1 1,1-1 0,-1 0 0,0 0-1,-2-8 1,1 12 39,1 1 0,-1-1 0,0 1 1,0-1-1,1 1 0,-1 0 0,0-1 0,0 1 0,-1 0 0,1 0 0,0-1 0,0 1 1,-1 0-1,1 0 0,0 0 0,-1 1 0,1-1 0,-1 0 0,1 0 0,-1 1 0,0-1 1,1 1-1,-1 0 0,1-1 0,-4 1 0,-50-3 57,43 4-49,-7-2 14,14 0 5,-1 0-1,1 0 1,0 1 0,-1 0-1,1 0 1,-1 1 0,1-1-1,-1 1 1,1 0 0,0 1 0,-1-1-1,-9 5 1,14-3 95,1-3-122,22 3-561,-1-1 53,1 0 0,0-2 0,32-3 1,-19 1-1225,-14-1 488,-1-1-1,1-1 1,-1 0 0,0-2-1,0 0 1,33-18-1,3 0-3367,-38 18 3690,47-20-2343,-20 11 12704,-45 128 5680,0-83-13586,1-28-1536,0 1 0,0-1 0,0 0 0,0 0 0,0 0 0,0 0 0,0 0 0,0 0 0,0 0 0,1 0 0,-1 0 0,0 0 0,1-1 0,-1 1 0,0-1 0,1 1 0,-1-1 0,1 1 0,-1-1 0,3 0 0,36 7 0,-36-7 0,1 1 0,0-2 0,0 1 0,-1 0 0,1-1 0,0 0 0,-1 0 0,1 0 0,-1-1 0,1 1 0,-1-1 0,0 0 0,0-1 0,0 1 0,0-1 0,6-4 0,-9 8 0,0 1 0,0-1 0,0 1 0,-1 0 0,1 0 0,-1-1 0,1 1 0,-1 0 0,1 0 0,-1-1 0,0 1 0,0 0 0,0 0 0,0 0 0,0 0 0,0-1 0,-1 3 0,1 2 0,0-1 0,0 1 0,1 0 0,-1-1 0,1 1 0,1-1 0,2 8 0,8 0-2475,-11-11 1688,1-1 0,-1 0-1,1 1 1,0-1 0,-1 0 0,1 0 0,0 0-1,0-1 1,0 1 0,0 0 0,0-1-1,0 1 1,0-1 0,0 1 0,0-1 0,0 0-1,3 0 1,14 0-9380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23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10997,'0'0'18155,"1"11"-16138,-1-8-1705,4 45 687,-4-45-982,1-1 0,-1 1 0,1 0 0,-1-1 0,1 1-1,0 0 1,0-1 0,0 1 0,0-1 0,1 1 0,-1-1 0,0 0 0,1 0-1,0 1 1,0-1 0,3 3 0,-3-4-22,0 0 0,0-1-1,1 1 1,-1 0 0,0-1 0,0 0-1,0 1 1,1-1 0,-1 0 0,0 0-1,0 0 1,1-1 0,-1 1 0,0-1 0,0 1-1,0-1 1,0 1 0,0-1 0,4-2-1,36-26-196,-23 14 111,-13 13 25,-5 1 405,-1 44-214,0-25-697,-1-15 51,1 0 0,0 0 0,0 0 0,0 0 0,0 0 0,1 0 0,-1 0 0,1 0 0,1 4 0,-1-6 225,0 0 1,0 0 0,-1 0-1,2 0 1,-1-1 0,0 1-1,0 0 1,0 0 0,0-1-1,0 1 1,1 0 0,-1-1 0,0 1-1,0-1 1,1 0 0,-1 1-1,0-1 1,1 0 0,-1 0-1,1 0 1,-1 0 0,0 0-1,3 0 1,10 0-9085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23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15559,'0'0'7849,"0"23"-2663,-1 32-3795,-1 0 0,-15 77 0,7-82-1391,2 1 0,3-1 0,0 59 0,6-108-14,-1 1 0,1 0 0,-1-1 0,1 1 0,0 0 0,-1-1 1,1 1-1,0-1 0,0 1 0,0-1 0,0 0 0,0 1 0,1-1 0,-1 0 0,0 0 0,1 0 0,-1 1 0,0-1 0,1-1 0,-1 1 1,1 0-1,0 0 0,-1-1 0,1 1 0,0-1 0,-1 1 0,1-1 0,0 0 0,-1 1 0,1-1 0,0 0 0,3 0 0,60-2-2042,-23-10-2717,-5-10-3342,-2-8-5983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23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1825,'0'0'23371,"115"7"-23003,-54-16-368,0-3-609,6-3-1856,1-6-2449,0-6-5203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23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16247,'0'0'13319,"-7"129"-10118,7-100-3201,0-4 0,0 0 0,0-3 0,0 1 0,0-5 0,0 0 0,0-2 0,0-3 0,0 1-1105,-7-3-3345,0 0-1552,-6-4-4931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24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10149,'0'0'19272,"129"-11"-18823,-88 4-449,13-4-48,-7-3-977,1-2-1328,6-2-1537,-7-2-2208,-6-3-4259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24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10629,'0'0'18029,"0"22"-15401,0 112-1147,1-118-1481,0 0 0,2 0 0,0 0 0,10 29 0,-8-31 0,-4-7-3529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24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1 179 7940,'0'0'21289,"135"-34"-20008,-81 18-577,0-2-400,-6 0-304,-1 0-304,-6 0-1280,0 0-1858,-8 0-2945,-6-3-6755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24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12230,'0'0'20537,"61"0"-20537,-61 4 0,0 10 0,0 0 0,0 4-2401,0 0-2898,-7-5-3296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24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 10773,'0'0'18440,"-88"146"-17575,68-105-849,-14 11-16,0 9-1825,-6 9-2001,-21 7-4706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26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53 217 3922,'0'0'14748,"9"-6"-13142,6-3-954,311-191 3362,-326 200-4007,1 0 0,-1 0-1,0 0 1,1-1 0,-1 1 0,0 0-1,1 0 1,-1 0 0,1 0 0,-1 0-1,0 0 1,1 0 0,-1 0 0,0 0-1,1 0 1,-1 0 0,0 0 0,1 0-1,-1 0 1,1 0 0,-1 1-1,0-1 1,1 0 0,-1 0 0,0 0-1,0 0 1,1 1 0,-1-1 0,0 0-1,1 0 1,-1 1 0,0-1 0,0 0-1,1 0 1,-1 1 0,0-1 0,0 0-1,0 1 1,0-1 0,1 0 0,-1 1-1,4 23 265,-8 27 240,-28 86 1118,18-86-906,3 1 0,-9 93 1,19-124-650,0 0-1,2 0 1,1 0 0,0 0 0,1 0 0,2-1 0,9 29 0,-11-41-57,0 0 0,1-1 0,0 0 0,0 1 0,1-1 0,0-1 0,0 1 0,0-1 0,1 0 0,0 0 0,1 0 0,-1-1 0,1 0 0,0-1 0,0 1 0,0-1 0,1-1 0,-1 1 0,1-1 0,0 0 0,13 2 0,-3-2-36,-1 0 0,30 0-1,-43-2 15,0-1-1,0 0 1,1 0-1,-1 0 1,0-1-1,0 0 1,0 1-1,0-2 1,0 1-1,0 0 1,0-1-1,0 1 0,0-1 1,0 0-1,-1-1 1,6-3-1,-8 6 6,-1-1 1,1 0-1,0 0 0,0 1 0,-1-1 0,1 0 0,0 0 0,-1 0 0,1 0 1,-1 0-1,1 0 0,-1 0 0,0 0 0,1 0 0,-1 0 0,0 0 1,0 0-1,1 0 0,-1 0 0,0 0 0,0 0 0,0 0 0,0 0 0,0 0 1,-1 0-1,1 0 0,0 0 0,0 0 0,-1 0 0,1 0 0,-2-2 0,1 1 1,-1 1-1,0 0 1,0-1 0,0 1-1,-1 0 1,1 0-1,0 0 1,0 0-1,-1 0 1,1 1-1,0-1 1,-1 1-1,-2-1 1,-13 0 13,1 0 0,-30 3 0,36-1 58,-1 1 0,1 1 0,-1 0-1,1 1 1,0 0 0,0 1 0,1 0 0,-1 0 0,1 1 0,0 1 0,1-1 0,0 2 0,0-1 0,0 1 0,1 1 0,0-1 0,0 1 0,1 1 0,1 0 0,0 0-1,0 0 1,0 0 0,2 1 0,-1 0 0,1 0 0,1 0 0,0 1 0,-1 11 0,2-5-71,1 1-1,2 0 1,-1-1 0,2 1 0,1-1-1,0 1 1,1-1 0,1 0 0,1 0-1,11 23 1,-13-32-1,-1 0 0,0 1 0,-1-1 0,0 1 0,1 10 0,-2-17 0,-1 0 0,0 0 0,0 0 0,0 1 0,0-1 0,0 0 0,0 0 0,-1 0 0,0 0 0,1 0 0,-1 0 0,0 0 0,0 0 0,-1-1 0,1 1 0,-1 0 0,1-1 0,-1 1 0,0-1 0,-3 4 0,-8 3 0,-1-1 0,0-1 0,0 0 0,0-1 0,-1-1 0,1 0 0,-1-1 0,-22 4 0,-12-1 0,-66 2 0,79-9 0,31 0-211,10 0-536,9 0-3041,0 0-2783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8900,'0'0'7876,"-13"131"-7748,13-113-48,0-5-80,0 1 0,0-1 0,0-4-384,0 3-369,0-3-431,0 2-817,0-4-592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8964,'0'0'5283,"82"93"-7028,-69-66-2753,-6-2-3506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8724,'0'0'10029,"6"17"-8904,16 54 28,-19-62-983,0 1 0,-1 0 1,0 0-1,-1 0 0,1 20 0,-2-29-161,0 0 20,21-3-37,-12-2-105,0 0-1,-1-1 0,1-1 1,-1 1-1,0-1 1,11-12-1,-14 13 149,0 0 0,1 0-1,0 0 1,0 0 0,0 1-1,0 0 1,1 0 0,-1 1-1,1 0 1,0 0 0,0 0-1,0 1 1,0 0 0,10-1-1,-14 5 100,0 1-1,-1-1 1,1 1-1,-1-1 0,1 1 1,-1 0-1,0 0 1,0 0-1,-1 0 1,4 7-1,8 11-187,-12-19-169,0-1 0,1 0 0,-1 1-1,1-1 1,-1 0 0,1 0 0,-1 0-1,1 0 1,-1 0 0,1-1 0,0 1-1,0 0 1,1 0 0,24 0-8817,-23-1 7500,10 0-5207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8020,'0'0'15455,"-4"26"-13654,-39 194 1806,40-205-3510,1-6-16,0-1 0,1 1 0,0 0 0,1-1 0,0 11 0,0-18-129,0 1-1,1-1 1,-1 1 0,0-1 0,1 1 0,-1-1-1,1 1 1,-1-1 0,1 0 0,0 1-1,0-1 1,-1 0 0,1 0 0,0 1 0,0-1-1,0 0 1,0 0 0,1 0 0,-1 0-1,0 0 1,0 0 0,1-1 0,-1 1 0,0 0-1,1-1 1,-1 1 0,1-1 0,-1 1-1,1-1 1,-1 1 0,1-1 0,-1 0 0,1 0-1,1 0 1,63-1-4817,-25-11-2374,-14-2-335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21 672,'0'0'15399,"149"-16"-14870,-88 16-529,6 0-1217,8 0-2705,13-5-5042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340 167 1793,'0'0'15297,"2"-12"-13248,0 4-2059,8-51 3936,-10 57-3686,1-1 0,-1 1-1,0-1 1,0 0 0,-1 1 0,1-1 0,0 1 0,-1-1 0,0 1 0,1-1 0,-1 1 0,0 0 0,0-1 0,-1 1 0,1 0 0,0 0 0,-1-1-1,1 1 1,-1 0 0,0 1 0,0-1 0,-3-3 0,-11-1 96,1 0 0,-1 1 0,0 1 0,0 0 0,0 1 0,-1 1 0,1 1 0,-1 0-1,1 1 1,-1 1 0,-26 4 0,40-4-330,0-1 1,-1 1-1,1 0 0,0 0 0,-1 1 0,1-1 0,0 0 0,0 1 0,0 0 1,0 0-1,0 0 0,1 0 0,-1 0 0,0 1 0,1-1 0,0 1 0,0-1 1,-1 1-1,1 0 0,1 0 0,-1 0 0,0 0 0,1 0 0,-2 6 0,0 4-4,0 0 0,2 0-1,-1 0 1,1 0 0,2 16-1,-1-21-1,0 0-15,1 0-1,0 0 1,1 0-1,0 0 1,0 0-1,1 0 1,0-1 0,0 0-1,1 1 1,8 12-1,7 8-168,33 34 1,0 1-102,-42-49 84,-1 0 0,0 0-1,-1 1 1,12 29-1,-19-40 199,1 0 0,-1 0-1,0 0 1,-1-1-1,1 1 1,-1 0 0,0 0-1,0 0 1,0 0-1,0 0 1,0 0-1,-1 0 1,0 0 0,0 0-1,0 0 1,0-1-1,-1 1 1,0 0-1,1-1 1,-1 1 0,0-1-1,-1 0 1,1 1-1,-1-1 1,1 0 0,-5 3-1,-7 5 171,-2 0-1,1-1 1,-1 0 0,-19 7 0,20-10 6,0 1 1,0 0 0,1 1-1,0 0 1,-16 16 0,28-23-206,0 0 0,0 1 0,0 0 0,0-1 0,0 1 0,1 0 0,-1 0 0,1 0 0,0 0 0,-1 0-1,1 1 1,1-1 0,-1 0 0,0 0 0,1 1 0,0-1 0,0 7 0,21-10-1040,-7-1 547,-1-2-1,1 0 1,-1 0 0,0-1 0,0-1-1,0 0 1,-1-1 0,17-10 0,45-18-3144,-60 29 3031,-1 2 1,1 0-1,0 1 1,0 0-1,25 0 0,-38 2 655,0 1 0,-1-1 0,1 0-1,0 0 1,-1 0 0,1 1 0,0-1 0,-1 0-1,1 0 1,-1 1 0,1-1 0,-1 1-1,1-1 1,-1 0 0,1 1 0,-1-1 0,1 1-1,-1-1 1,0 1 0,1 0 0,-1-1-1,1 1 1,-1-1 0,0 1 0,0 0-1,0-1 1,1 1 0,-1-1 0,0 2 0,3 29 1352,-4-21-794,0-1 0,-1 1 1,1 0-1,-6 13 0,-12 17 1271,-38 58 1,40-73-935,2 1 0,0 0 1,2 1-1,0 1 1,-15 55-1,26-76-912,1 0 0,0 0 0,0 0 0,1 0 0,-1 0 0,2 0 0,1 10 0,-2-15 0,0 0 0,1 0 0,0 0 0,0 0 0,-1 0 0,1 0 0,0 0 0,0-1 0,1 1 0,-1 0 0,0-1 0,1 1 0,-1-1 0,1 1 0,-1-1 0,1 0 0,-1 0 0,1 0 0,0 0 0,0 0 0,-1 0 0,1 0 0,0 0 0,0-1 0,0 1 0,0-1 0,4 1 0,39 3 0,77-2-1,-68-3-91,-52 1-583,-8 0-1244,-80 0-9315,15 0-937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346 575 8884,'0'0'10037,"-20"0"-7055,-4-2-2303,3 0 64,0 1 1,-1 1 0,1 1-1,-39 7 1,47-3-495,0 0 0,0 1 0,1 0 0,-1 1 0,2 1 0,-1 0 0,1 0 0,0 1 0,1 1 0,0 0 0,-9 12 0,18-22-263,1 0 0,-1 1 1,0-1-1,1 1 0,-1-1 0,1 1 0,-1 0 0,1-1 1,-1 1-1,1 0 0,0-1 0,-1 1 0,1 0 0,0-1 1,-1 1-1,1 0 0,0 0 0,0-1 0,0 1 0,-1 0 1,1 0-1,0 0 0,0-1 0,0 1 0,1 0 0,-1 0 1,0 0-1,0-1 0,0 1 0,0 0 0,1 0 0,0 0 1,0 0-10,0 0 1,1 0 0,-1-1 0,1 1 0,-1-1 0,1 1 0,-1-1-1,1 0 1,-1 1 0,1-1 0,0 0 0,-1 0 0,1 0-1,2-1 1,5 1-41,0-2 1,-1 1-1,1-1 0,0 0 0,9-5 0,14-11-245,-1-1-1,-1-2 1,-1-1-1,-1-1 0,39-43 1,-26 20-474,-3-1 0,50-78 1,-68 94 652,-1-1 0,-2-1 0,-1 0 0,-2-1 1,-1-1-1,9-37 0,-21 37 1434,-1 34-1245,0 1 0,-1 0 0,1 0-1,0-1 1,0 1 0,0 0 0,-1 0 0,1-1-1,0 1 1,0 0 0,-1 0 0,1 0-1,0 0 1,0-1 0,-1 1 0,1 0-1,0 0 1,-1 0 0,1 0 0,0 0-1,-1 0 1,1 0 0,0 0 0,0 0 0,-1 0-1,1 0 1,0 0 0,-1 0 0,1 0-1,0 0 1,-1 0 0,1 0 0,0 0-1,-1 0 1,1 0 0,0 0 0,0 1-1,-1-1 1,1 0 0,0 0 0,-1 0 0,1 1-1,0-1 1,0 0 0,-1 1 0,-6 6 379,-1 0 0,1 0 0,1 1 1,-7 10-1,-7 9-171,2 1 1,1 1 0,1 0-1,1 1 1,2 1 0,1 0-1,2 1 1,0 0-1,3 1 1,1 0 0,1 0-1,-1 42 1,6-63-448,0-1-1,0 1 1,1-1 0,1 1-1,0-1 1,4 13 0,-5-21 88,0 0 1,1 0-1,0 0 1,-1 0 0,1 0-1,0-1 1,0 1-1,0-1 1,1 1-1,-1-1 1,1 0-1,-1 0 1,1 0-1,0 0 1,0 0 0,0-1-1,0 1 1,0-1-1,0 0 1,0 0-1,0 0 1,0 0-1,1 0 1,-1-1-1,4 1 1,6 0-1891,0 0-1,0 0 1,0-1 0,0-1-1,16-3 1,-7-7-6503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6563,'0'0'15247,"20"3"-13745,-4-1-1242,47 8 345,1-2 1,0-4-1,65-3 0,-128-1-603,1 0 1,-1 0-1,0-1 0,0 1 0,0 0 1,0-1-1,0 1 0,0-1 0,0 1 0,0-1 1,0 1-1,0-1 0,0 0 0,0 1 1,-1-1-1,1 0 0,0 0 0,0 0 0,-1 0 1,1 0-1,-1 0 0,1 0 0,0 0 1,-1 0-1,0 0 0,1 0 0,-1 0 1,0 0-1,1 0 0,-1 0 0,0 0 0,0 0 1,0-1-1,0 0 0,0 0 0,0 0 0,0 0-1,-1 0 1,1 0 0,-1 0-1,1 0 1,-1 1 0,1-1-1,-1 0 1,0 0 0,0 0 0,0 1-1,0-1 1,0 0 0,0 1-1,-1-1 1,1 1 0,0 0 0,-3-2-1,-6-3 15,0 1-1,0 0 0,0 1 1,-1 0-1,0 0 1,0 1-1,0 1 0,-13-2 1,-5 1 624,-59 2 1,86 2-596,-1-1 1,1 1 0,0 0 0,0 0 0,-1 0-1,1 0 1,0 0 0,0 1 0,0-1 0,0 0-1,0 1 1,0 0 0,0-1 0,1 1 0,-1 0-1,0 0 1,1 0 0,0 0 0,-1 0 0,1 0-1,0 1 1,0-1 0,0 0 0,1 1 0,-1-1-1,0 0 1,1 1 0,0-1 0,-1 1 0,1 3 0,0-1-41,-1-1 0,1 0 0,0 1 1,0-1-1,0 1 0,0-1 1,1 0-1,0 0 0,0 1 1,0-1-1,0 0 0,1 0 0,0 0 1,0 0-1,0 0 0,0 0 1,3 3-1,3-1-351,0 0 0,1 0-1,0-1 1,0 0 0,0-1 0,0 0 0,1-1-1,-1 0 1,1 0 0,0-1 0,0 0-1,14 1 1,2-1-3107,1-2-1,-1 0 0,43-6 1,-20-6-2102,4-8 385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95 1505,'0'0'16743,"0"-15"-13141,-3-47-894,3 61-2609,-1 0 0,1 0 1,-1 0-1,1 0 0,-1 0 0,0 0 0,1 0 1,-1 0-1,0 1 0,1-1 0,-1 0 0,0 0 1,0 1-1,0-1 0,0 0 0,0 1 0,0-1 1,0 1-1,0-1 0,0 1 0,0 0 0,0-1 1,0 1-1,0 0 0,0 0 0,0 0 0,-2 0 1,-32 1 1540,25-1-1050,6 1-422,-1-1 1,1 1 0,-1 0-1,1 0 1,0 0 0,0 0 0,0 1-1,0-1 1,0 1 0,0 1 0,-6 3-1,9-5-155,-1 0-1,1 0 0,-1 0 0,1 0 1,-1 0-1,1 1 0,0-1 0,0 1 1,0-1-1,0 1 0,0-1 1,0 1-1,0 0 0,0-1 0,1 1 1,-1 0-1,0 0 0,1-1 1,0 1-1,-1 0 0,1 0 0,0 0 1,0 0-1,0 0 0,0-1 0,0 1 1,1 0-1,-1 0 0,1 2 1,0-2-33,0-1 0,0 0 0,0 1 0,1-1 0,-1 0 0,0 0 0,0 0 1,1 0-1,-1 0 0,0 0 0,1 0 0,-1-1 0,1 1 0,-1 0 0,1-1 1,-1 1-1,1-1 0,0 0 0,2 1 0,39 3-506,-30-3 342,-8 0 98,0-1-1,0 1 0,0-1 1,0 2-1,0-1 0,0 0 1,-1 1-1,1 0 0,-1 0 1,1 0-1,-1 1 0,0-1 1,0 1-1,6 5 0,-8-5 67,0 0-1,0 0 1,-1 0-1,1 0 1,-1 1-1,1-1 1,-1 1-1,0-1 1,-1 0-1,1 1 0,0 0 1,-1-1-1,0 1 1,0-1-1,0 1 1,0-1-1,-1 1 1,1 0-1,-1-1 1,-2 7-1,-3 10 140,-1 0 0,0-1 0,-2 0 0,-19 33 0,-56 73 643,47-72-596,-5 7-46,-56 88 311,87-128-376,0 1 1,2 1 0,0 0 0,1 0 0,-6 33 0,13-53-67,0 0 0,1 0-1,-1 0 1,1 0 0,0 0 0,0 0-1,-1 0 1,1 0 0,1 0-1,-1 0 1,0 0 0,0 0 0,1 0-1,-1 0 1,1 0 0,0-1 0,-1 1-1,1 0 1,0 0 0,0 0 0,3 3-1,-3-5-2,1 1 1,-1 0-1,1 0 0,0-1 0,-1 1 0,1-1 0,0 1 0,0-1 1,-1 0-1,1 0 0,0 1 0,0-1 0,0-1 0,-1 1 0,1 0 0,0 0 1,0-1-1,-1 1 0,3-1 0,12-5-37,-1 0 1,-1-1-1,1 0 0,13-10 1,-26 16 54,60-39-532,-1-2 0,-2-3 0,-2-2-1,62-66 1,-116 110 202,-1 0-1,1 0 0,-1-1 0,1 1 1,-1-1-1,0 1 0,-1-1 1,1 0-1,0 0 0,1-7 0,0-26-10800,-3 16 855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12838,'0'0'15714,"0"18"-13081,0 90-1051,0-107-1586,0-1 1,0 1-1,0 0 0,0 0 1,0-1-1,1 1 0,-1 0 0,0-1 1,0 1-1,1 0 0,-1-1 1,0 1-1,0 0 0,1-1 1,-1 1-1,1-1 0,-1 1 0,1-1 1,-1 1-1,1-1 0,-1 1 1,1-1-1,-1 1 0,1-1 1,0 0-1,-1 1 0,1-1 0,1 1 1,24 0-251,-19-3 163,0 1 0,0-1 0,0-1 0,-1 1 0,11-6 0,164-113-392,-180 175 1873,-2-33-1437,0-16-41,0-1 1,1 1 0,0-1 0,-1 1 0,1-1 0,1 1 0,-1 0-1,1-1 1,0 1 0,0-1 0,0 0 0,0 1 0,1-1 0,0 0 0,0 0-1,4 7 1,-3-10-864,1 0-1,0 0 1,0 0-1,0-1 1,-1 0-1,1 1 0,0-1 1,0-1-1,0 1 1,0 0-1,0-1 1,-1 0-1,1 0 1,0 0-1,-1 0 1,1-1-1,6-3 0,17-15-8420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11685,'0'0'13318,"13"3"-12141,45 7-241,93 4 1,-128-13-919,-14 0-34,1-1-1,0 0 1,0-1 0,0 0-1,12-3 1,-20 4-12,0-1 0,0 0 0,0 1 0,0-1 0,0 0-1,0 0 1,-1 0 0,1-1 0,0 1 0,-1 0 0,1-1 0,-1 1 0,1-1 0,-1 1 0,0-1 0,0 0 0,1 1 0,-1-1 0,0 0 0,-1 0 0,1 0 0,0 0 0,-1 0-1,1 0 1,-1 0 0,1 0 0,-1 0 0,0 0 0,0 0 0,0-3 0,0 2 28,0 1-1,-1-1 1,1 1 0,0-1-1,-1 1 1,0 0 0,0-1-1,0 1 1,0 0 0,0 0 0,0-1-1,0 1 1,-1 0 0,1 0-1,-1 0 1,0 0 0,1 1-1,-1-1 1,0 0 0,0 1-1,0-1 1,0 1 0,0 0-1,0 0 1,-1-1 0,1 1-1,0 1 1,-1-1 0,1 0-1,-1 1 1,-2-1 0,-11-2 231,0 1 0,0 0 0,-31 2 0,31 0 56,11 0-197,0 0 1,0 0-1,0 1 1,1-1-1,-1 1 1,0 0-1,1 1 1,-1-1 0,1 1-1,-1 0 1,1 0-1,0 0 1,0 1-1,0-1 1,0 1-1,0 0 1,0 0-1,1 1 1,0-1 0,0 1-1,0-1 1,0 1-1,0 0 1,0 0-1,-2 6 1,1 0-29,1 0 0,0-1 0,0 1 0,1 0 1,1 0-1,-1 1 0,2-1 0,-1 0 0,1 0 0,1 0 1,2 12-1,-3-19-141,1 0 1,0 0 0,0 0 0,0 0-1,0 0 1,0 0 0,1-1-1,-1 1 1,1-1 0,0 1-1,0-1 1,0 1 0,0-1 0,0 0-1,0 0 1,1 0 0,-1 0-1,1 0 1,-1-1 0,1 1-1,0-1 1,-1 1 0,1-1 0,0 0-1,0 0 1,5 0 0,6 2-912,1 0 0,-1-2 0,1 0 0,17-1 0,-20 0 247,1-1-898,0 0 0,0-1 0,0 0 0,0-1 0,-1-1 0,1 0 0,-1-1 0,0 0 0,0 0 0,21-15 0,-18 9 16,0 0 1,22-21-1,-8 1 3208,4-10 16132,-34 55-5394,0-4-10558,1 0-4058,0-6 2323,1 0 1,0 0 0,0-1-1,0 1 1,0 0 0,1 0-1,-1-1 1,1 1 0,0-1 0,0 1-1,0-1 1,1 0 0,-1 0-1,1 0 1,0 0 0,0 0 0,0-1-1,0 1 1,0-1 0,0 0-1,6 3 1,-7-3-87,1-1 0,-1 0 1,1 1-1,-1-1 0,1 0 0,0-1 0,-1 1 0,1 0 1,0-1-1,0 1 0,-1-1 0,1 0 0,0 0 0,0 0 1,-1 0-1,1-1 0,0 1 0,0-1 0,-1 1 0,1-1 1,0 0-1,-1 0 0,1 0 0,-1-1 0,1 1 0,-1 0 1,0-1-1,1 0 0,-1 1 0,0-1 0,2-3 0,97-113 499,-95 137 1450,-4-11-1989,-1-1 0,1 0 0,0 0 0,1 0-1,0-1 1,0 1 0,0 0 0,8 9 0,7-10-3489,3-5-3924,-7-1-509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59 12806,'0'0'12459,"17"8"-11269,56 24-339,-63-29-744,0 0-1,0-1 1,0 0 0,1 0 0,-1-1 0,0-1-1,0 0 1,20-2 0,5 0-76,-34 3-39,0-1-1,-1 0 0,1 0 0,0 0 0,0 0 1,0 0-1,0 0 0,-1-1 0,1 1 1,0 0-1,0 0 0,0-1 0,-1 1 0,1 0 1,0-1-1,0 1 0,-1-1 0,1 1 1,0-1-1,-1 1 0,1-1 0,0 1 1,-1-1-1,1 0 0,-1 1 0,1-1 0,-1 0 1,1 1-1,-1-1 0,0 0 0,1 0 1,-1 0-1,0 1 0,0-1 0,1 0 0,-1 0 1,0 0-1,0 0 0,0 1 0,0-1 1,0 0-1,0 0 0,0 0 0,0 0 1,-1-1-1,0 0-10,1 0 1,-1 0-1,0-1 1,0 1-1,1 0 1,-2 0-1,1 0 1,0 0 0,0 0-1,-1 0 1,1 1-1,-1-1 1,1 0-1,-1 1 1,-3-3-1,-8-4 375,-1 1-1,1 1 1,-1 0 0,0 1-1,-1 1 1,1 0-1,-1 1 1,0 0 0,0 2-1,0-1 1,0 2-1,0 0 1,-18 2 0,30-1-346,1 0 0,0 0 0,0 0 1,0 1-1,0-1 0,0 1 1,0-1-1,0 1 0,0-1 1,0 1-1,0 0 0,1 0 0,-1 0 1,1 0-1,0 0 0,-1 0 1,1 0-1,0 0 0,0 1 0,1-1 1,-1 0-1,-1 5 0,-9 53-57,11-60 47,-1 10-73,0 0 0,0-1 0,1 1-1,0 0 1,1-1 0,0 1 0,0 0 0,1-1-1,4 15 1,-4-20-23,1 0 0,-1 0-1,1 0 1,0 0-1,0-1 1,0 1 0,0-1-1,1 0 1,-1 0 0,1 0-1,0 0 1,0-1-1,0 0 1,0 1 0,0-1-1,1-1 1,-1 1 0,1-1-1,-1 1 1,1-1-1,8 1 1,17 1-3712,57 0 0,-70-3 1950,63 0-11076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24 2897,'0'0'14199,"1"-5"-10880,0 5-3232,-1-1 0,0 1 0,0-1 0,0 1 0,1-1 0,-1 1 0,0-1 1,0 1-1,0-1 0,0 1 0,0-1 0,0 1 0,0-1 0,0 1 0,0-1 0,0 0 1,0 1-1,0-1 0,0 1 0,-1-1 0,1 1 0,0-1 0,0 1 0,0 0 0,-1-1 1,1 1-1,0-1 0,-1 1 0,1-1 0,0 1 0,-1 0 0,1-1 0,-1 1 0,1 0 0,0-1 1,-1 1-1,1 0 0,-1 0 0,1 0 0,-1-1 0,1 1 0,-2 0 0,-29 9 2483,-52 41 565,67-39-2429,-9 6-476,1 0 0,1 1-1,1 1 1,1 2 0,0 0 0,-28 39-1,37-43-175,1 1-1,1 0 1,0 1-1,2 0 0,0 0 1,1 1-1,1 0 1,0 0-1,2 1 1,-3 27-1,5-21-53,0 0 0,2 0 0,5 52 0,-3-70 0,-1-1 0,2 1 0,-1-1 0,1 0 0,0 0 0,1 0 0,0 0 0,0 0 0,0-1 0,1 0 0,1 0 0,-1 0 0,1-1 0,0 1 0,0-1 0,11 7 0,-5-5-355,1-1-1,0 0 1,0-1-1,1 0 1,0-1-1,0-1 1,0 0 0,0-1-1,20 2 1,0-2-2072,0-1 0,65-6 1,-24-8-6397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5635,'0'0'14075,"4"5"-12076,63 86 3165,-40-58-4198,-2 1 0,-1 1 0,-2 1 0,-1 1-1,30 76 1,-43-85-952,-1 0 0,-2 1 1,0-1-1,-2 1 0,-1 1 0,-3 45 0,0-68-135,0 0 1,-1 0-1,1 0 1,-1 0-1,-1 0 1,1 0-1,-1-1 0,-1 1 1,1-1-1,-1 0 1,0 0-1,0 0 1,-1-1-1,1 1 1,-2-1-1,-8 7 0,2-2-498,-1-1 0,-1-1 0,1 0-1,-1-1 1,-1 0 0,-22 7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10565,'0'0'15033,"14"19"-12941,9 13-1141,-1 2 0,-2 1 0,17 39 0,-31-60-771,0 2 67,0-1 1,17 26-1,-21-38-230,-1 0 0,1 0-1,0 0 1,0-1 0,1 1-1,-1-1 1,0 0 0,1 1-1,-1-1 1,1 0 0,0-1 0,0 1-1,0 0 1,0-1 0,0 0-1,0 1 1,0-1 0,0 0 0,1-1-1,5 2 1,-7-3-17,-1 1 0,1-1 0,0 1 0,-1-1 0,1 0 0,-1 1 0,1-1 0,-1 0 0,1 0 0,-1 0 0,0 0 0,1 0 0,-1-1 0,0 1 0,0 0 0,0-1 0,0 1 0,0-1 0,1-1 0,21-39 0,-14 23 0,28-49 0,-2-2 0,48-145 0,-71 189-2029,-11 27 1813,0-1-1,0 1 1,0-1 0,0 0-1,0 1 1,0 0 0,0-1-1,0 1 1,0-1 0,0 1 0,-1 0-1,1 0 1,0 0 0,0-1-1,-1 1 1,1 0 0,1 2-1,0-1-621,0-1-1,0 1 0,1-1 1,-1 1-1,0-1 0,1 0 1,-1 0-1,1 0 0,0 0 1,-1 0-1,1-1 0,0 1 1,4-1-1,20 1-9222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13222,'0'0'3804,"-20"14"-151,-62 49 770,72-55-3749,0 1 0,0-1 1,1 2-1,0-1 0,1 1 0,-9 14 0,14-18-516,0 0 0,0 0 0,0 1 0,1-1 0,0 1 0,0-1 0,1 1 0,0 0 0,0 0-1,0 11 1,1-17-162,1-1-1,-1 1 1,0-1-1,0 1 1,1-1 0,-1 1-1,0-1 1,1 1-1,-1-1 1,1 0-1,-1 1 1,1-1-1,-1 0 1,1 1-1,-1-1 1,1 0-1,-1 1 1,1-1-1,-1 0 1,1 0-1,-1 0 1,1 1-1,-1-1 1,1 0-1,0 0 1,-1 0-1,1 0 1,-1 0-1,1 0 1,0 0-1,26-1-306,-20 1 164,4-2-216,1 0 0,-1-1-1,0 0 1,0 0 0,0-1 0,0-1 0,-1 0 0,0 0 0,11-8 0,-1 1-1040,-2-2 0,0 0 1,27-26-1,-44 38 1330,1 1 0,-1 0-1,0-1 1,0 1 0,1-1-1,-1 0 1,0 1 0,0-1 0,0 0-1,-1 0 1,1 0 0,0 1-1,-1-1 1,1 0 0,-1 0 0,0 0-1,0 0 1,1-4 0,-17 5 1988,12 2-1684,0 0 0,0-1 0,0 1 0,0 1 0,0-1 0,0 1 0,1-1 1,-1 1-1,0 0 0,1 0 0,0 1 0,-1-1 0,1 1 0,0-1 0,0 1 0,-3 5 0,5-7-208,0 0 1,0 0-1,0 0 0,0 0 1,0 1-1,0-1 0,0 0 1,1 1-1,-1-1 0,1 1 1,-1-1-1,1 1 1,-1-1-1,1 1 0,0-1 1,0 1-1,0-1 0,0 1 1,0-1-1,0 1 0,0-1 1,0 1-1,1-1 1,-1 1-1,1-1 0,-1 1 1,1-1-1,-1 1 0,1-1 1,0 0-1,0 1 0,-1-1 1,1 0-1,0 0 1,0 1-1,0-1 0,1 0 1,-1 0-1,0 0 0,0 0 1,1-1-1,-1 1 0,0 0 1,1 0-1,1 0 0,12 6-914,-1 0-1,2-1 0,-1 0 0,23 4 1,-31-9-165,-1 1 1,1-1 0,0-1 0,0 1 0,0-1 0,-1-1 0,1 1 0,0-1 0,0 0 0,-1-1 0,1 1 0,-1-1-1,11-5 1,17-19-5502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0 11253,'0'0'13588,"-24"25"-10192,-76 83-920,88-94-2362,1 0 0,1 1 0,0 1 0,1-1 0,0 2 0,2-1 1,0 1-1,1 0 0,0 1 0,2-1 0,0 1 0,1 0 0,0 0 0,2 0 1,0 0-1,1 1 0,4 29 0,-3-43-133,0 0 0,1 0 1,-1 0-1,1 0 0,0 0 0,0 0 1,0-1-1,1 1 0,-1-1 0,1 0 0,0 0 1,1 0-1,-1 0 0,1 0 0,0-1 1,-1 1-1,1-1 0,1 0 0,-1 0 1,0-1-1,1 1 0,0-1 0,-1 0 0,1 0 1,0-1-1,7 2 0,11 3-434,0-1-1,0-1 0,1-2 1,32 1-1,12-3-4687,5 0-3863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11461,'0'0'15047,"129"-23"-13510,-82 14-737,0 2-480,-6 1-304,0 1-16,-7 5-544,-14 0-1153,-7 0-688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11477,'0'0'14487,"156"-9"-14487,-115-2-192,6-3-1953,-13-1-3394,7-8-8467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69 368,'0'0'12745,"6"-5"-10558,-6 5-2225,23-22 3042,-23 21-2915,1 1 1,-1-1 0,0 0-1,1 1 1,-1-1 0,0 0-1,0 0 1,0 1 0,0-1-1,1 0 1,-1 0 0,0 0-1,0 1 1,0-1 0,-1 0-1,1 0 1,0 1 0,0-1-1,0 0 1,0 0 0,-1 1-1,1-1 1,0 0 0,-1 1-1,1-1 1,-1 0 0,1 1-1,-1-1 1,1 0 0,-1 1-1,1-1 1,-1 1 0,1-1-1,-1 1 1,0-1 0,1 1-1,-1 0 1,0-1 0,1 1-1,-1 0 1,0-1 0,0 1-1,1 0 1,-1 0 0,0 0-1,0 0 1,1 0 0,-1 0-1,-1 0 1,-16-5 184,-1 2 0,1 0 0,-1 1 0,1 0 0,-34 3 0,39 0-143,0 0 0,0 1 1,0 1-1,0 0 0,0 1 0,0 0 1,1 1-1,-21 11 0,30-15-104,0 1 0,1 0-1,-1 0 1,1 0 0,0 0-1,-1 0 1,1 1 0,0-1-1,0 1 1,0-1 0,1 1 0,-1 0-1,1 0 1,-1 0 0,1 0-1,0 0 1,0 0 0,0 0-1,1 0 1,-1 0 0,1 0-1,0 0 1,0 1 0,0-1-1,0 0 1,1 4 0,-1-6-25,0 0 1,0 0-1,1 0 1,-1 0-1,1 0 1,-1 0-1,1 0 1,-1 0-1,1-1 1,0 1-1,-1 0 1,1 0-1,0 0 1,0-1-1,-1 1 1,1 0-1,0-1 1,0 1-1,0 0 1,0-1-1,0 1 1,0-1-1,0 0 1,0 1-1,0-1 0,0 0 1,0 0-1,0 0 1,0 1-1,2-1 1,43 2 160,-34-2-70,65-1 197,-39 0-252,53 5 0,-89-4-27,0 0 0,0 0 0,0 1 1,0-1-1,0 1 0,0-1 0,0 1 1,0 0-1,0 0 0,0 0 0,-1 0 0,1 0 1,0 0-1,0 1 0,-1-1 0,1 0 1,-1 1-1,1-1 0,-1 1 0,0 0 1,0 0-1,0-1 0,0 1 0,0 0 1,0 0-1,0 0 0,0 0 0,-1 0 0,1 0 1,-1 0-1,1 0 0,-1 0 0,0 0 1,0 0-1,0 0 0,0 1 0,0-1 1,-1 3-1,-1 4 114,0 0 1,0 0 0,-1 0-1,0-1 1,0 1 0,-1-1-1,-9 15 1,-38 57 452,-145 214 122,194-291-694,-52 77 117,49-72-100,2-1 0,-1 1 1,1-1-1,1 1 0,-1 0 0,1 0 0,1 1 0,-1-1 0,1 12 0,1-19-18,0-1 0,0 1 0,1-1 0,-1 1 0,0 0 0,1-1 0,-1 1 0,1-1 0,-1 1 0,1-1 0,-1 1-1,1-1 1,-1 0 0,1 1 0,-1-1 0,1 1 0,0-1 0,-1 0 0,1 0 0,0 1 0,-1-1 0,1 0 0,0 0 0,-1 0 0,1 0 0,0 0 0,-1 0 0,1 0 0,0 0 0,0 0 0,33 0 263,-22 0-111,16-2 70,0 0 0,0-2 1,0 0-1,42-14 0,108-47 81,-96 33-269,-73 29-102,62-27 241,-67 28-260,0 0 0,-1 0 0,1 0 0,0-1 0,-1 1 0,0-1 0,1 0 0,-1 0 0,0 0 0,0 0 0,-1-1 0,1 1 0,-1-1 0,3-5 0,-5 8-260,1 0 1,-1 0-1,0 0 0,0 0 0,0 0 0,0 0 1,0 0-1,0 0 0,0 0 0,0 0 0,0-1 0,-1 1 1,1 0-1,0 0 0,-1 0 0,1 0 0,0 0 1,-1 0-1,1 0 0,-1 1 0,0-1 0,1 0 0,-1 0 1,0 0-1,0 0 0,1 1 0,-1-1 0,0 0 1,0 1-1,0-1 0,0 1 0,-2-2 0,-21-14-10948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11397,'0'0'15597,"0"10"-13850,0 119 1903,1-127-3647,-1-1 0,1 0-1,0 0 1,-1 0 0,1 0 0,0 0 0,0 0 0,-1 0 0,1 0 0,0 0 0,0 0-1,0 0 1,0 0 0,1-1 0,-1 1 0,0 0 0,0-1 0,0 1 0,0-1-1,1 1 1,-1-1 0,0 0 0,1 1 0,-1-1 0,0 0 0,1 0 0,-1 0-1,0 0 1,0 0 0,1 0 0,-1 0 0,3-1 0,2 0-107,1 1 1,-1-1 0,1 0-1,-1 0 1,12-4-1,-1-4-90,-1-1-1,-1-1 1,0 0 0,0-1-1,-1-1 1,-1 0-1,17-20 1,-29 34 283,1 0 0,0-1 0,-1 1 0,1 0 1,0 0-1,-1 1 0,0-1 0,1 0 0,-1 0 0,0 1 0,1-1 0,-1 1 1,0-1-1,0 1 0,0-1 0,0 1 0,1 2 0,16 18 764,-10-18-1338,0 1 0,0-1 0,1-1 1,-1 0-1,1 0 0,0 0 0,0-1 0,0-1 0,1 1 1,-1-2-1,0 1 0,0-1 0,1 0 0,12-3 0,-20 2-172,0 1-1,-1-1 1,1 0-1,0 1 0,-1-1 1,1 0-1,-1 0 0,1 0 1,-1-1-1,0 1 1,0 0-1,1 0 0,-1-1 1,0 1-1,0-1 1,0 1-1,0-1 0,0-1 1,2 0-796,10-20-8285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88 6995,'0'0'14028,"9"5"-12574,-6-3-1389,8 5 226,0-1-1,0-1 1,0 0-1,1 0 1,0-1-1,-1 0 1,2-1-1,-1 0 1,0-1-1,1-1 0,14 1 1,-25-3-293,0 0 1,-1 0-1,1 0 1,0 0-1,0 0 1,-1-1-1,1 1 1,-1 0-1,1-1 1,-1 1-1,0-1 1,1 1-1,-1-1 1,0 0-1,0 1 1,0-1-1,0 0 1,0 0-1,-1 0 0,1 0 1,-1 0-1,1 0 1,-1 0-1,0 0 1,1 0-1,-1 0 1,0-2-1,0 0-10,1 0-1,-1 0 1,0 0-1,0-1 0,-1 1 1,1 0-1,-1 0 1,0 0-1,0 0 0,0 1 1,0-1-1,-1 0 1,-2-5-1,0 6 89,0-1 1,0 1-1,0 0 0,-1 0 0,1 1 0,-1-1 1,1 1-1,-1 0 0,0 0 0,0 0 1,0 1-1,0 0 0,0 0 0,-1 0 1,1 1-1,0-1 0,0 1 0,0 1 0,-1-1 1,1 1-1,-8 1 0,8-1 154,-1 0 0,1 0-1,-1 0 1,1 1 0,-1 0 0,1 0-1,0 0 1,0 1 0,0 0 0,0 0-1,0 0 1,1 0 0,-1 1 0,1 0 0,0 0-1,0 0 1,0 0 0,1 1 0,-5 7-1,5-4-162,0 1 1,1-1-1,1 0 0,-1 1 0,1-1 0,1 1 0,0 13 0,0-17-57,0-1 0,1 1 0,-1 0 0,1 0 0,0-1 0,0 1 0,1 0 0,-1-1 0,1 1-1,0-1 1,0 0 0,1 1 0,-1-1 0,4 4 0,-1-4-349,-1 1 0,1-1 0,0 0 0,1-1 0,-1 1 0,1-1 0,-1 0 0,1-1 0,0 1 0,0-1 0,0 0 0,0-1 0,0 0 0,1 0 1,-1 0-1,0 0 0,1-1 0,-1 0 0,1 0 0,-1-1 0,0 0 0,8-2 0,2-2-1071,0-1-1,-1 0 1,0-1 0,0-1 0,-1-1-1,0 0 1,17-14 0,3-4-6068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6147,'0'2'23868,"0"14"-22554,-1-9-1171,1 0-1,0 0 1,1 0 0,0 0-1,0 0 1,0 0 0,3 8-1,-3-13-131,1 0 0,-1-1 0,0 1 0,1 0 0,-1 0 0,1-1 0,-1 1 0,1-1 0,0 1 0,-1-1 0,1 0 0,0 0 0,0 0 0,0 0 0,0 0 0,0 0 0,1 0 0,-1-1 0,0 1 0,0-1 0,0 1 0,0-1 0,1 0 0,-1 0 0,0 0 0,4-1 0,2 1-11,0-1 0,0-1 0,0 1 0,-1-1 0,1 0 0,0-1 0,-1 0 0,1 0 0,-1-1 0,0 0 0,0 0 0,9-8 0,-4 2 0,0 0 0,-1 0 0,-1-1 0,0 0 0,16-24 0,-19 12 0,-6 19 0,-1 13 0,0 5-36,-1-9-78,1 1-1,0 0 1,0 0 0,1-1-1,0 1 1,2 8-1,-3-13 38,1 1 1,0-1-1,0 1 0,-1-1 1,1 0-1,0 0 0,0 1 1,0-1-1,0 0 1,1 0-1,-1 0 0,0 0 1,0 0-1,1 0 0,-1 0 1,0 0-1,1-1 0,-1 1 1,1 0-1,-1-1 0,1 0 1,0 1-1,-1-1 0,1 0 1,-1 1-1,1-1 0,-1 0 1,4-1-1,5 1-1602,10 0-3335,-3 0-1496,15-2-7145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28 155 10453,'0'0'13038,"16"0"-12091,204-2 579,-219 2-1521,0 0 1,1 1-1,-1-1 0,0 0 1,0 0-1,1 0 0,-1 0 1,0 0-1,0-1 0,1 1 1,-1 0-1,0 0 1,0-1-1,0 1 0,1-1 1,-1 1-1,0-1 0,0 1 1,0-1-1,0 0 0,0 0 1,0 1-1,0-1 1,0 0-1,0 0 0,-1 0 1,1 0-1,0 0 0,-1 0 1,1 0-1,0 0 0,-1 0 1,1 0-1,-1-1 1,0 1-1,1 0 0,-1 0 1,0 0-1,0-1 0,1 1 1,-1 0-1,0 0 0,0-1 1,-1 1-1,1 0 0,0 0 1,0-1-1,-1 1 1,1 0-1,0 0 0,-2-2 1,0-3 23,0 1 1,-1 0-1,0 0 1,0 0-1,0 0 0,0 0 1,-1 1-1,0-1 1,0 1-1,-6-5 1,0 2 276,-1 1 0,0-1 1,0 2-1,0 0 0,-1 0 0,0 1 1,0 0-1,0 1 0,0 1 1,-1 0-1,1 0 0,0 1 0,-1 1 1,-23 2-1,34-1-271,-1 0 1,0 0-1,0 0 1,1 0-1,-1 0 1,1 1-1,-1-1 0,1 1 1,0 0-1,-1 0 1,1 0-1,0 0 1,0 0-1,0 0 1,1 1-1,-1-1 0,0 1 1,1-1-1,0 1 1,-1-1-1,1 1 1,0 0-1,1 0 0,-1-1 1,-1 7-1,0 7 128,0 0 1,1 0-1,1 24 0,0-23-131,0-12-180,-1 0 1,2 0-1,-1 0 1,0 0-1,1 0 0,0 0 1,0 0-1,0 0 0,1 0 1,0-1-1,0 1 1,0 0-1,0-1 0,1 0 1,0 1-1,0-1 0,0 0 1,0 0-1,1-1 1,-1 1-1,1-1 0,0 0 1,0 0-1,0 0 0,0 0 1,1-1-1,-1 1 1,1-1-1,-1 0 0,1-1 1,0 1-1,0-1 0,0 0 1,0 0-1,7 0 1,49 3-5331,11-4-4043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27 16119,'0'0'13153,"-19"-3"-11987,-367-21 1163,385 25-2329,0 0 0,0-1 0,1 1 0,-1 0 0,0 0 0,0 0 0,1 0 0,-1 0 0,1 0 0,-1 0 0,1 0 0,-1 0 0,1 0 0,0 0 0,0 0 0,-1 0 0,1 0 0,0 0 0,0 1 0,0-1 0,0 0 0,0 0 0,0 0 0,0 0 0,1 0 0,-1 0 0,1 2 0,-1-1 0,1 10 0,1 1 0,0-1 0,0 0 0,9 21 0,4 20 0,-6 15 0,-3 1 0,-2 0 0,-10 109 0,4-160 0,-1-1 0,-1 0 0,-1 0 0,0 0 0,-1 0 0,-1-1 0,-10 17 0,-12 32 0,27-41 0,2-23 0,0-1 0,0 0 0,0 1 0,1-1 0,-1 1 0,0-1 0,0 0 0,0 1 0,1-1 0,-1 0 0,0 1 0,0-1 0,1 0 0,-1 1 0,0-1 0,1 0 0,-1 1 0,0-1 0,1 0 0,-1 0 0,0 1 0,1-1 0,-1 0 0,0 0 0,1 0 0,-1 0 0,1 0 0,-1 1 0,1-1 0,-1 0 0,0 0 0,1 0 0,-1 0 0,1 0 0,-1 0 0,1 0 0,-1-1 0,0 1 0,1 0 0,-1 0 0,1 0 0,-1 0 0,3-1 0,45 0 0,-1-2 0,1-2 0,-1-2 0,0-3 0,63-20 0,-108 29-12,27-12-3434,-28 12 3096,1 0 1,-2 0-1,1 0 0,0 0 1,0-1-1,0 1 1,0 0-1,-1 0 0,1-1 1,-1 1-1,1 0 1,-1-1-1,1 1 0,-1 0 1,0-1-1,0 1 1,1-1-1,-1 1 0,0-3 1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312 316 7411,'0'0'5363,"11"-20"-1233,30-66-1065,-37 77-2505,0 0-1,0 0 1,-1-1-1,-1 1 1,0-1-1,0 1 1,0-1-1,-1 0 1,-1 1-1,-1-16 1,1 1 761,0 22-1266,0 0 1,0 0-1,-1 0 1,1 0-1,-1 0 1,1 0-1,-1 0 1,0 0 0,1 0-1,-1 0 1,0 0-1,0 0 1,0 1-1,-1-1 1,1 0 0,0 1-1,-1-1 1,1 1-1,-1-1 1,-1 0-1,-2-1 152,1 0 0,-1 1-1,0-1 1,0 1 0,0 0-1,0 0 1,-9-1 0,-9-1 610,0 2 0,-41 0 1,53 2-768,7 1-50,-1 0 0,0 0 0,0 0 0,1 1 0,-1-1 0,1 1 0,-1 0 0,1 1 0,0-1 0,0 1 0,0-1 0,0 1 0,0 1 0,1-1 0,-1 0 0,1 1 0,0 0 0,0 0 0,0-1 0,1 2 0,-4 5 0,-7 14 0,1 0 0,-13 41 0,19-49 0,-6 18 0,2 0 0,2 1 0,1 0 0,-3 43 0,4 146 0,6-210 0,13 77-7587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1 206 624,'0'0'15498,"23"-5"-10477,-18 4-4793,26-7 1547,1 1 0,1 2 0,-1 2 0,56 0 0,-59 7-1460,1 1 0,-1 1 0,0 2 0,-1 1 1,0 1-1,0 2 0,33 18 0,-61-29-315,1-1 0,0 1 0,0 0 0,0 0 0,-1 0 0,1 0 0,0 0 0,-1 0 0,1 0 0,-1 0 0,1 0 0,-1 0 0,0 0 0,1 0 0,-1 0 0,0 1 0,0-1 0,0 1 0,0 2 0,0-14 0,0 5 0,-1-3 0,1-1 0,0 1 0,0-1 0,1 1 0,0-1 0,1 1 0,0-1 0,0 1 0,1 0 0,6-13 0,-3 10 0,0 1 0,1 0 0,0 1 0,1-1 0,0 1 0,0 1 0,1 0 0,0 0 0,1 0 0,0 1 0,0 1 0,0 0 0,1 0 0,0 1 0,16-5 0,-14 4-225,-1 1-982,-1 1-1,1 0 1,0 1-1,0 0 0,23-2 1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28 155 11365,'0'0'16173,"-5"14"-15138,4-13-1000,-4 14 123,1 1 0,0-1-1,1 0 1,0 1 0,0 17 0,4-31-149,-1 0-1,1 0 1,0 0 0,0 0-1,0-1 1,0 1 0,0 0 0,0 0-1,0-1 1,0 1 0,1-1 0,-1 1-1,0-1 1,1 0 0,0 0-1,-1 1 1,1-1 0,0 0 0,-1 0-1,1-1 1,0 1 0,0 0 0,0 0-1,0-1 1,0 0 0,0 1-1,-1-1 1,1 0 0,0 0 0,0 0-1,3 0 1,7 1 28,-1 0 0,1-1 0,0 0 0,13-3 0,-20 2-55,-1 0 1,0 0-1,1-1 1,-1 1-1,0-1 1,0 0-1,0 0 0,0-1 1,0 1-1,-1-1 1,1 0-1,-1 0 0,0 0 1,0 0-1,0-1 1,0 1-1,0-1 1,-1 1-1,1-1 0,-1 0 1,0 0-1,0 0 1,-1-1-1,1 1 0,1-8 1,1-8-83,-1 0 1,0 0 0,-2-1-1,-1-25 1,0 35 157,0 7-59,-1 0 0,1 0 0,-1 1 0,0-1 1,0 0-1,-1 1 0,1-1 0,-1 1 0,-4-7 0,5 7 58,-1 0 1,1 1-1,-1-1 0,1 0 0,0 0 0,0 0 0,0-1 0,0 1 0,0-5 1,1 8 48,6 0-82,0 0 0,0 1 0,0 0-1,0 0 1,-1 0 0,1 1 0,0-1-1,-1 2 1,1-1 0,-1 0 0,0 1-1,0 0 1,0 0 0,0 1 0,0-1-1,6 7 1,-4-2 93,0 0-1,-1 1 0,0-1 1,0 1-1,-1 0 0,0 1 1,-1-1-1,5 14 1,-7 8 114,-2-19-11,20-14-178,95-86-719,-104 81 718,0 1 34,0-1-1,-1 0 1,0-1-1,0 0 1,-1 0-1,1-1 1,-2-1-1,0 1 1,8-13 0,-16 27 272,-1 44 604,1-45-1268,0 0 0,0-1 1,1 1-1,-1-1 0,1 1 0,0 0 1,-1-1-1,2 0 0,-1 1 1,0-1-1,2 4 0,15-6-11203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8228,'0'0'20220,"-12"19"-17841,-34 67-818,41-74-1524,1 1 0,1-1 1,0 0-1,0 1 0,1 0 0,1-1 0,0 1 0,0 0 0,2 0 1,2 19-1,-1 15-67,-2-36 30,1 0 0,0 1 0,1-1 0,0 0 0,4 11 0,-5-20 0,0 1 0,-1-1 0,1 1 0,0-1 0,0 1 0,0-1 0,1 1 0,-1-1 0,1 0 0,-1 0 0,1 1 0,0-1 0,0 0 0,0-1 0,0 1 0,0 0 0,0-1 0,0 1 0,0-1 0,1 1 0,-1-1 0,1 0 0,-1 0 0,1 0 0,3 0 0,-4-1-4,2 1-523,0 0 1,0-1-1,1 0 1,-1 0 0,0 0-1,1-1 1,-1 1-1,0-1 1,1 0 0,-1 0-1,0-1 1,0 1-1,5-3 1,6-20-7803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14791,'0'0'8596,"115"2"-8068,-61-2-528,-6 0-48,-1-9-1377,7-5-2609,-6-6-3713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11093,'0'0'16688,"11"0"-15333,47-3-804,113-11 1413,-154 11-1825,1 0 1,-1-2-1,0 1 1,0-2-1,-1 0 1,0-2-1,25-13 1,-41 21-140,1 0 0,-1 0 0,0 0 0,0-1 0,1 1 0,-1 0 0,0 0 0,0 0 0,0 0 0,1 1 0,-1-1 0,0 0 0,0 0 0,1 0 0,-1 0 0,0 0 0,0 0 0,0 0 0,1 0 0,-1 0 0,0 0 0,0 1 0,0-1 0,0 0 0,1 0 0,-1 0 0,0 0 0,0 1 0,0-1 0,0 0 0,0 0 0,0 0 0,1 1 0,-1-1 0,0 0 0,0 0 0,0 0 0,0 1 0,0-1 0,0 0 0,0 0 0,0 0 0,0 1 0,0-1 0,0 0 0,0 0 0,0 1 0,0-1 0,0 0 0,0 1 0,0 12 0,0-12 0,-2 40 0,-9 54 0,4-53 0,0 57 0,7-84 0,-1 43 0,2 0 0,3 0 0,20 103 0,-20-147 0,-1 0 0,-1 0 0,0 1 0,0 19 0,-3-34 0,0 1 0,1 0 0,-1 0 0,0-1 0,1 1 0,-1 0 0,0-1 0,0 1 0,1-1 0,-1 1 0,0-1 0,0 0 0,0 1 0,0-1 0,0 0 0,0 1 0,0-1 0,0 0 0,0 0 0,0 0 0,1 0 0,-1 0 0,0 0 0,0 0 0,0 0 0,0 0 0,0-1 0,0 1 0,-1-1 0,0 1 0,-211-11 0,181 10 0,-30 1 0,59 0 0,0 0 0,0 1 0,0-1 0,0 1 0,0 0 0,0 0 0,1 0 0,-1 0 0,0 1 0,1-1 0,-1 1 0,1-1 0,-1 1 0,1 0 0,0 0 0,-3 4 0,4-6-6,1 0 1,0 0-1,0 0 1,-1 1-1,1-1 1,0 0-1,0 1 0,-1-1 1,1 0-1,0 1 1,0-1-1,0 0 1,-1 1-1,1-1 0,0 0 1,0 1-1,0-1 1,0 0-1,0 1 1,0-1-1,0 0 1,0 1-1,0-1 0,0 1 1,0-1-1,0 0 1,0 1-1,0-1 1,0 0-1,0 1 0,0-1 1,1 0-1,-1 1 1,0-1-1,0 0 1,0 1-1,1-1 0,-1 0 1,0 1-1,0-1 1,1 0-1,-1 0 1,0 1-1,1-1 0,-1 0 1,0 0-1,1 0 1,-1 1-1,18 2-1607,-12-3 310,1 0-1,-1-1 1,1 1 0,-1-1-1,0-1 1,1 1 0,9-4 0,23-17-9500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5250,'0'0'27517,"13"25"-27517,-6-23 0,0 3 0,-7 2 0,0 2 0,0 2 0,0 3-2305,0-3-3538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1 13014,'0'0'9364,"-61"119"-4642,40-85-2849,8 0-1713,-14-4-160,-7 1-432,-7-1-2289,-20-1-3634,-7 0-9588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311 372 480,'0'0'10578,"5"-9"-9174,-1 0-1407,1-2 820,0 1 0,0-1-1,-2 0 1,1 0 0,-1 0-1,-1 0 1,0-1-1,1-12 1,-3 3-228,0-1 1,-2 1-1,-6-31 1,6 43-547,0 1 0,-1 0 1,0 0-1,-1 0 1,0 1-1,0-1 1,0 1-1,-1 0 0,0 0 1,-1 0-1,-10-9 1,14 13-15,-1 1 0,0 0 1,0-1-1,0 1 0,0 1 0,0-1 1,0 0-1,0 1 0,0-1 1,-1 1-1,1 0 0,0 0 1,-1 0-1,1 1 0,-1-1 0,0 1 1,1 0-1,-5 0 0,2 1-6,1 0-1,-1 1 1,1-1-1,-1 1 0,1 0 1,0 0-1,0 1 1,0 0-1,0 0 0,-7 5 1,0 2 26,1 1-1,0 0 1,1 1 0,0 0-1,0 0 1,1 1 0,-10 20-1,8-11 90,2 1 0,0 0 0,2 0-1,0 1 1,2 0 0,-3 27 0,3 3 321,5 92 1,4-108-388,2 1 0,2-1 0,1-1 0,2 1 1,20 45-1,-13-36-50,-2 1 0,13 65 0,-27-100-159,0-1 0,-1 1 0,-1 0 0,0-1 1,-3 25-1,2-33-189,1-1 0,-1 1 0,-1-1 0,1 1 0,0-1 0,-1 1 0,0-1 0,0 0 0,0 0-1,-3 4 1,3-5-223,0 0-1,0-1 1,0 1-1,0-1 0,0 1 1,0-1-1,0 0 1,-1 0-1,1 0 1,-1 0-1,1 0 0,0 0 1,-1-1-1,1 1 1,-1-1-1,-3 0 0,-14 1-6471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11429,'0'0'10677,"156"-52"-8404,-95 43-768,0 0-513,0-2-495,-7 2-417,-14-2-48,1 2-32,0 0-561,-14-3-1584,0 3-2145,0-2-3313,-7-2-4259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10389,'0'0'10597,"3"22"-7689,27 185 3068,-26-176-5614,-8-46 72,-9-52 82,10 48-508,0-1 0,1 1 1,1-1-1,1 0 0,1 1 0,1-1 0,4-20 0,-5 35-15,0 0 0,0 0 0,1 0 0,-1 0-1,1 1 1,1-1 0,-1 0 0,0 1 0,1 0 0,0 0 0,0 0 0,1 0 0,-1 0-1,1 1 1,-1-1 0,1 1 0,0 0 0,1 0 0,-1 0 0,0 1 0,1-1 0,0 1 0,-1 0-1,1 1 1,0-1 0,0 1 0,0 0 0,0 0 0,0 0 0,0 1 0,8 0 0,-6 1-673,-1 0 0,1 0 0,-1 0 1,0 1-1,1 0 0,-1 0 0,0 1 1,0 0-1,9 5 0,-9-4-899,0-1 0,0 0 0,1 0 0,-1-1 0,1 1 0,12 1 0,10-3-5094,4-1 177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97 5090,'0'0'19548,"-12"-2"-17267,7 2-2094,0-1 0,0 1 0,0 0-1,0 0 1,0 0 0,0 1 0,0 0 0,1 0 0,-1 0 0,0 1-1,0-1 1,1 1 0,-1 0 0,1 0 0,-1 1 0,1 0 0,0-1 0,0 1-1,0 1 1,0-1 0,1 1 0,-1-1 0,-2 5 0,-2 0-29,1 0 1,1 1 0,0-1-1,0 1 1,-5 11-1,9-16-132,0 0 0,0 0 0,1 0-1,-1 0 1,1 1 0,0-1 0,0 0-1,1 1 1,-1-1 0,1 0-1,0 1 1,0-1 0,1 1 0,-1-1-1,3 7 1,-3-10-26,1 0 0,0-1 0,-1 1 0,1 0 0,0 0 0,-1-1 0,1 1 0,0 0 0,0-1 0,0 1 0,0-1 0,0 0 0,0 1 0,-1-1 0,1 1 0,0-1 0,0 0 0,0 0 0,0 0 0,0 0 0,0 1 0,2-2 0,31 1 0,-22-1 0,-2 1 0,-1-2 0,1 1 0,-1-2 0,1 1 0,-1-1 0,0 0 0,-1-1 0,1 0 0,0-1 0,-1 1 0,8-7 0,-11 7 0,0 1 0,0 0 0,-1-1 0,1 0 0,-1 0 0,0-1 0,0 1 0,0-1 0,-1 0 0,0 0 0,0 0 0,0 0 0,0-1 0,-1 1 0,0-1 0,0 1 0,0-1 0,-1 0 0,1-8 0,-2 12 0,0-1 0,0 1 0,-1-1 0,1 1 0,-1 0 0,0-1 0,1 1 0,-1 0 0,0 0 0,0 0 0,-1-1 0,1 1 0,0 0 0,-1 0 0,1 1 0,-1-1 0,0 0 0,1 0 0,-1 1 0,0-1 0,0 1 0,0 0 0,0-1 0,-4 0 0,-5-3 0,0 1 0,0 0 0,-23-4 0,2 0 0,32 8-11,0 0-1,0 0 1,0 0-1,0 0 1,0-1-1,0 1 1,0 0-1,1 0 1,-1 0-1,0 0 1,0 0-1,0 0 1,0 0 0,0 0-1,0 0 1,0 0-1,0 0 1,0 0-1,0 0 1,0 0-1,0 0 1,0-1-1,0 1 1,0 0 0,0 0-1,0 0 1,0 0-1,0 0 1,0 0-1,0 0 1,0 0-1,0 0 1,0 0-1,0 0 1,0 0-1,0-1 1,0 1 0,0 0-1,0 0 1,0 0-1,0 0 1,0 0-1,0 0 1,0 0-1,0 0 1,0 0-1,-1 0 1,1 0 0,0 0-1,0 0 1,0 0-1,0 0 1,0 0-1,0 0 1,8-2-1352,291 0-7062,-297 2 8410,1-1 0,-1 1-1,0 0 1,1 0 0,-1 1 0,0-1 0,0 0 0,1 1-1,-1-1 1,0 1 0,0 0 0,0 0 0,1 0-1,-1 0 1,0 0 0,0 0 0,0 1 0,-1-1 0,1 1-1,0-1 1,-1 1 0,1-1 0,0 1 0,-1 0 0,0 0-1,3 4 1,-2 1 448,0 0 0,-1 1-1,0-1 1,0 0 0,0 1 0,-1-1-1,-1 8 1,1-5 357,-13 56 5364,13-82-5921,0 13-232,1 1 1,0-1 0,0 0 0,0 0 0,0 1-1,0-1 1,1 0 0,-1 1 0,1-1 0,0 1-1,0 0 1,0 0 0,0 0 0,0 0 0,4-4-1,44-31-88,-38 29 28,109-68-681,-106 68 728,0 1 0,1 1 0,0 0 0,0 0 0,0 2 0,24-4 0,-39 9 32,-1-1 0,1 1 0,0 0 0,0-1 0,-1 1 0,1 0 0,-1 0 0,1 0 0,-1-1 0,1 1 1,-1 0-1,1 0 0,-1 0 0,0 0 0,0 0 0,1 0 0,-1 0 0,0 0 0,0 0 0,0 0 0,0 0 0,0 0 0,0 0 0,-1 1 0,1 39 542,0-31-494,-1 5-564,2 13-3181,-1-27 3475,0 0 1,1 0-1,-1-1 1,0 1-1,1 0 1,-1-1 0,1 1-1,-1 0 1,1-1-1,-1 1 1,1 0-1,-1-1 1,1 1-1,0-1 1,-1 1 0,1-1-1,0 0 1,-1 1-1,1-1 1,0 1-1,0-1 1,-1 0-1,1 0 1,0 0 0,0 1-1,-1-1 1,1 0-1,0 0 1,0 0-1,1 0 1,12 0-10575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9780,'0'0'18764,"-5"27"-16304,-4 9-1631,3-14-673,1 0 0,2 0-1,0 1 1,1-1-1,2 25 1,-3 19-156,1-41 0,1 1 0,1-1 0,1 1 0,6 28 0,-7-52 5,1 1 0,0 0 0,0-1 0,0 1 1,0-1-1,0 1 0,1-1 0,-1 1 0,1-1 0,0 0 0,-1 0 0,1 0 0,0 0 0,0 0 1,0 0-1,1 0 0,-1-1 0,0 1 0,1-1 0,-1 1 0,1-1 0,-1 0 0,1 0 1,3 0-1,4 2-64,1-2 0,0 0 1,0 0-1,20-2 1,-6 0-319,11-5-4889,-33 5 4222,-1 0 0,1 0 0,-1-1 1,0 1-1,0 0 0,1-1 0,-1 0 0,0 0 1,0 1-1,0-1 0,2-4 0,5-15-13389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13894,'0'0'9477,"149"-16"-9477,-102 16-288,1-3-2754,-1-6-4817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11717,'0'0'13431,"149"-14"-12231,-88 1-15,-6-5-401,-1 4-512,-14 0-240,-6 3-32,-7 7-928,-13-1-753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3874,'0'0'16455,"136"-18"-15958,-82 2-449,0-2-48,0 0-2065,7-2-5715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263 321 208,'0'0'6190,"20"-14"-4752,64-48 224,-77 57-1062,-1 0 0,0 0 1,0 0-1,0-1 0,0 0 1,-1 0-1,0 0 1,0-1-1,-1 0 0,7-13 1,-7 12-2,-2 5-311,-1 0 0,1-1 0,-1 1 0,0 0 0,1-1 0,-2 1 0,1-1 0,0 1 0,-1-1 0,1 1 0,-1-1 0,0 1 0,0-1 0,-1 1 1,1-1-1,-1 1 0,0-1 0,1 1 0,-2-1 0,0-2 0,-1 1-61,0 1 0,1 0-1,-2 0 1,1 0 0,0 1 0,-1-1 0,0 1 0,0 0 0,0 0 0,0 0-1,0 1 1,-8-4 0,-4-1 24,0 1 0,-1 0 0,0 2 0,0 0-1,0 1 1,0 1 0,-19-1 0,27 3-226,0-1 0,0 2 0,1-1 0,-1 1 0,0 1 1,0-1-1,1 2 0,-1-1 0,1 1 0,0 0 0,0 1 0,0 0 0,0 0 0,0 1 0,1 0 1,0 0-1,0 0 0,0 1 0,1 0 0,0 1 0,0 0 0,1-1 0,-1 2 0,2-1 0,-1 1 0,1-1 1,0 1-1,0 0 0,1 1 0,0-1 0,-2 12 0,-2 16-9,2 0 1,1 0-1,1 1 1,2-1-1,2 1 0,7 47 1,2-24 1,22 73 1,-3-17-507,-16-63-278,4 17-752,-13-21-4319,-17-48-4078,-1-1-222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13302,'0'0'11304,"23"0"-8759,1 1-2043,1 0 0,-1 2 0,1 0 0,-1 2 0,0 1 0,31 11 0,0 10-44,24 9-188,-78-36 234,-9-14 150,4 5-636,-1-1 0,1 1 0,1-1 0,0 0-1,1 0 1,0 0 0,0 0 0,1-1 0,0 1 0,1 0 0,1-17 0,-1 13-17,1 11-1,0 0 0,0 0 0,0 0 0,1 0 0,-1 0 0,1 1 0,0-1 0,-1 0 0,1 1 0,0-1 0,1 1 0,-1 0 0,0 0 0,1 0 0,-1 0 0,1 0 0,-1 1 0,1-1 0,0 1 0,4-2 0,63-26 0,7 7-3391,-54 17 510,1 1 0,0 1 0,0 1 1,0 2-1,41 2 0,-42 4-6217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34 8820,'0'0'16749,"-13"18"-15250,-36 54-245,47-69-1221,0-1 0,1 1 0,-1 0 0,1-1 0,0 1 0,0 0 0,0 0 0,0 0 0,0 0 0,1 0 0,-1 0 0,1 0 0,0 0 0,0 0 0,0 0 0,0 4 0,1-5-5,0-1 0,-1 1 0,1 0 0,0-1 0,0 1 0,0 0 0,0-1 0,0 0 0,1 1 0,-1-1 0,0 0 0,1 1 0,-1-1 0,1 0 0,-1 0 0,1 0 0,-1 0 0,1-1 0,2 2 0,6 1 67,-1-1-1,1 0 1,0 0-1,1-1 0,-1 0 1,15-1-1,-20 0-88,0 0-45,1 0 0,0 0 1,0-1-1,0 1 0,0-2 1,-1 1-1,1 0 0,0-1 1,6-3-1,-10 4 23,0-1 1,-1 1-1,1 0 1,0-1-1,-1 1 1,1-1-1,-1 0 1,1 1-1,-1-1 0,0 0 1,0 0-1,0 0 1,0 0-1,0 0 1,0 0-1,0 0 1,-1 0-1,1-1 1,-1 1-1,0 0 0,1 0 1,-1 0-1,0-1 1,0 1-1,-1 0 1,1 0-1,0 0 1,-2-3-1,1 0 2,-1 0 0,-1 1-1,1-1 1,-1 1 0,1 0 0,-1 0 0,0 0 0,-1 0-1,1 1 1,-1-1 0,1 1 0,-1 0 0,0 0-1,-1 0 1,-6-4 0,-8-4-1,-1 1 0,-25-10 0,37 15-56,9 2 7,22-1-37,56 4 47,-60 1 99,-18-1-45,15-1-2,-1 1-1,1 1 0,-1 1 0,29 6 0,-41-7 7,0 0-1,0 0 1,0 0 0,0 0-1,0 1 1,0-1 0,-1 1-1,1 0 1,0 0 0,-1 0-1,0 0 1,1 0-1,-1 0 1,0 1 0,0-1-1,0 1 1,0 0 0,-1-1-1,1 1 1,-1 0 0,1 0-1,-1 0 1,0 0 0,0 0-1,-1 0 1,1 0 0,0 1-1,-1-1 1,0 6 0,0-7 32,-1-1 0,1 1 0,0 0 0,0-1 0,0 1 1,0 0-1,0-1 0,0 1 0,0 0 0,1-1 0,-1 1 0,1-1 1,-1 1-1,1 0 0,0-1 0,-1 1 0,1-1 0,1 2 1,0-3-44,0-1 0,1 1 0,-1-1-1,0 0 1,0 0 0,-1 0 0,1 0 0,0 0 0,0-1 0,0 1 0,-1 0 0,1-1 0,-1 1 0,3-4 0,21-14-176,1 1-1,1 1 0,45-22 1,-15 9 231,-57 30 19,0 0-1,0-1 0,1 1 1,-1 0-1,0 0 0,1 0 1,-1 0-1,0-1 0,0 1 1,1 0-1,-1 0 0,0 0 1,1 0-1,-1 0 0,0 0 1,1 0-1,-1 0 0,0 0 1,0 0-1,1 0 0,-1 0 1,0 0-1,1 0 0,-1 0 0,0 0 1,1 0-1,-1 1 0,0-1 1,0 0-1,1 0 0,-1 0 1,0 0-1,0 1 0,1-1 1,-1 0-1,0 0 0,0 0 1,1 1-1,-1-1 0,0 0 1,0 0-1,0 1 0,0-1 1,1 0-1,-1 1 0,0-1 1,0 0-1,0 1 0,0-1 1,0 0-1,0 0 0,0 1 0,0-1 1,0 0-1,0 1 0,0-1 1,-1 31 517,0-28-652,0 0 0,1 0 0,-1 0 0,1 0 0,0-1 0,0 1 0,0 0 0,0 0 0,1 0 0,-1 0 0,1 0 0,-1 0 0,1-1 0,0 1 0,3 5 0,-2-7-600,1 0 1,0 0 0,0 0 0,0 0 0,0 0 0,0-1-1,0 1 1,0-1 0,0 0 0,0 0 0,5 0-1,-1 0-1415,19 0-6548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15959,'0'0'12166,"-7"22"-9202,-2 11-2628,1 0-1,2 0 1,1 1-1,-1 38 1,6-59-336,1-1 0,0 0 0,0 0 0,1 0 0,0 0 0,1-1 0,1 1 0,0-1 0,0 1 0,1-1 0,1-1 0,0 1 0,0-1 0,1 0 0,9 11 0,-13-19-18,0 1 1,0-1-1,0 0 0,0 0 1,1 0-1,-1 0 0,0-1 1,1 1-1,0-1 1,-1 0-1,1 0 0,0 0 1,-1 0-1,1-1 0,6 1 1,60-4-1542,-59 2 1007,27-7-4634,-15-12-4091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10037,'0'0'11525,"121"0"-9668,-53 0-1697,-7-7-160,0 0-1521,-13-4-2689,-1-5-6787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16808,'0'0'14678,"-7"142"-13397,7-104-1281,0-2 0,0 0 0,7-2 0,-7-7 0,0-2 0,0-7 0,0-4-960,0-7-1522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12054,'0'0'12949,"122"-2"-12644,-89-3-129,1 1-176,7-3-288,-7 0-1841,6-4-2145,-6-5-5219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3314,'0'0'24243,"-2"13"-21533,-5 37-1133,1 83-1,7 1-2954,0-36-3745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0 672,'0'0'16475,"-8"28"-14357,0 2-1526,-52 157 2687,-42 45 60,50-132-2930,-90 127-1,136-218-516,2-2-177,-1 0-1,1-1 0,-2 0 1,1 0-1,-1 0 1,-12 10-1,22-45-9392,14-8 4385,-14 30 4046,17-30-3814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0 1953,'0'0'18358,"-12"21"-16475,-24 41 566,-51 118 0,52-83-875,2-3-1012,-4-1 1,-53 97-1,65-158-710,1-1-2957,17-8-8689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83 1889,'0'0'13633,"4"-14"-11157,-3 10-2341,0 0 65,0 0-1,0-1 0,0 1 0,0 0 1,-1-1-1,0 1 0,0-1 0,0 1 1,-1-7-1,1 10-143,-1 0-1,1 1 1,0-1 0,-1 0-1,1 0 1,-1 1 0,1-1 0,-1 0-1,1 1 1,-1-1 0,0 0-1,1 1 1,-1-1 0,0 1 0,1-1-1,-1 1 1,0-1 0,0 1-1,1 0 1,-1-1 0,0 1-1,0 0 1,0-1 0,-1 1 0,-1 0 93,-1 0 0,1 0 1,-1 0-1,1 1 1,-1-1-1,1 1 1,0 0-1,-1 0 1,1 0-1,-4 3 1,-16 6 361,1 2-1,0 1 1,1 0 0,1 2 0,0 0 0,-20 21 0,10-6-33,2 1 0,-46 65 0,65-83-424,2 1 1,0 0-1,1 0 0,0 0 1,1 1-1,0 0 1,2 0-1,0 0 0,0 0 1,1 0-1,1 1 1,1 16-1,0-29-60,0 0 0,0 0 0,1 0 1,-1 0-1,1 0 0,-1-1 0,1 1 0,0 0 0,0 0 0,1 0 1,-1-1-1,0 1 0,1 0 0,0-1 0,-1 0 0,1 1 1,0-1-1,3 3 0,-1-2-34,0 0 0,1 0 1,-1-1-1,1 0 0,-1 1 0,1-1 0,0-1 1,0 1-1,0-1 0,5 1 0,7 0-168,-1 0-1,1-2 0,-1 0 1,1-1-1,31-5 0,-36 3 125,0 0-1,0-1 1,0-1 0,0 0 0,-1 0-1,0-1 1,0 0 0,-1-1-1,0 0 1,0-1 0,0 0-1,-1-1 1,0 1 0,-1-2 0,0 1-1,9-14 1,-7 7 123,-1-1 0,0 0 0,-1 0 0,-1 0 0,0-1 0,-1 0 0,-1-1 0,-1 1 0,3-38 0,-6 47 79,-1 1 0,0-1 0,0 1 0,-1-1 0,0 1 1,0-1-1,-1 1 0,0 0 0,-1 0 0,0 0 0,-4-9 0,5 13-67,-1 0 1,0 1-1,1-1 0,-1 1 0,0 0 1,-1 0-1,1 0 0,0 0 0,-1 1 0,0-1 1,1 1-1,-1 0 0,0 0 0,0 0 0,0 1 1,-1-1-1,1 1 0,0 0 0,0 0 1,-1 0-1,1 1 0,-1 0 0,-6 0 0,9 0-129,0 0-1,-1 0 1,1 0-1,0 0 0,-1 0 1,1 1-1,0-1 1,-1 1-1,1-1 1,0 1-1,0 0 0,-1 0 1,1 0-1,-3 2 1,-1 11-3803,10 9-5410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516 18 5202,'0'0'14919,"-4"-3"-12971,-2 0-1712,-1 1 1,1-1 0,0 2-1,-1-1 1,1 1-1,0 0 1,-1 0 0,0 0-1,1 1 1,-1 0-1,1 1 1,-1-1 0,1 1-1,-1 1 1,1-1-1,-1 1 1,1 0 0,-12 6-1,-13 5 337,1 2 0,-43 27-1,50-28-401,1 2-1,0 0 0,1 2 1,1 0-1,-35 41 0,45-46-135,1 0 0,1 0 0,0 1 0,1 0 0,0 0 0,1 1-1,1-1 1,0 2 0,1-1 0,0 0 0,-2 29 0,5-34-62,1 0 1,0 0-1,0 0 1,1 0 0,0 0-1,1 0 1,0 0-1,6 18 1,-6-23-110,1 0 0,0-1 0,0 1 0,0-1-1,0 0 1,0 0 0,1 0 0,0 0 0,0-1 0,0 1 0,0-1 0,1 0 0,-1 0 0,1-1 0,0 0 0,-1 1 0,1-1 0,9 2 0,7 1-1853,-1-1-1,1-1 0,-1 0 0,42-2 1,3-1-6703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6275,'0'0'16103,"-54"147"-14086,40-102-528,8 2-225,-15-4-607,8-2-513,6-5-144,-7-7-16,8-4-1473,-8-5-1536,14-6-3458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3:45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21 5202,'0'0'11109,"-2"-3"-9775,1 1-961,0 1-262,1 0-1,-1 0 1,1 0 0,0 0 0,-1 0-1,0 0 1,1 1 0,-1-1-1,0 0 1,1 0 0,-1 1-1,0-1 1,0 0 0,1 1-1,-1-1 1,-6-1 5389,42 30-3555,-12-5-1706,-2 1 0,0 1 0,-1 0 0,-2 2 0,0 0 0,-2 1 0,-1 1 0,-2 0 0,0 1 0,-2 0 0,-1 1 0,-2 0 0,-1 0 0,-1 1 0,-2 0 0,-1 0 0,-2 1 0,-2 33 0,-1-56-211,0-1 0,-1 1 0,0 0 0,0-1 0,-1 0 0,0 1 0,0-1 0,-1-1 1,-1 1-1,1-1 0,-1 0 0,-1 0 0,1-1 0,-1 0 0,-15 12 0,-10 5 130,-2-1 0,-59 31-1,26-16-87,49-28-70,1 2 0,0 0 0,-28 27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08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40 592,'0'0'4117,"1"-6"-3106,-1 4-689,0 0-155,0 0 0,0 0 0,0 0 0,0 0 0,0 0 0,1 0-1,-1 0 1,1 1 0,-1-1 0,1 0 0,0 0 0,0 0 0,-1 1 0,1-1 0,0 0 0,1 1 0,6 1 5379,-5 20-3682,-5 15-2032,-4-6 280,-10 47 249,3 1 0,-5 131 0,18-161 96,-2-1 0,-9 48 1,7-74-298,1 0 0,1 0 0,1 0 0,1 0 0,1 0 0,5 34 1,-3-43-3,-1 0 0,2 0 0,0 0 0,0 0-1,1-1 1,0 0 0,1 0 0,0 0 0,1-1 0,0 0 0,0 0 0,17 15 0,-3-7 24,0 0-1,1-1 1,1-2-1,0 0 0,1-1 1,1-1-1,45 14 1,-58-24-1235,-1 0 1,1-2-1,0 1 1,0-1-1,-1-1 1,1 0-1,0-1 1,-1 0-1,1-1 1,-1 0-1,19-8 1,23-7-6063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09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13 1761,'0'0'10114,"-3"-3"-8492,-8-6 1096,8 12-877,15 26-38,26 42-444,-19-35-990,-2 0 0,-1 1 0,-2 1 0,-1 0 1,-3 1-1,-1 0 0,8 79 0,-16-110-357,1 24 104,-4 59 0,1-82-70,0 1-1,-1-1 1,0 0-1,-1 1 1,1-1-1,-2 0 1,0-1-1,0 1 0,0-1 1,-10 14-1,-60 57 445,54-59-426,0 0 1,-28 39-1,78-93-14713,1-3 6725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10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80 4594,'0'0'14895,"-18"12"-13852,-58 41 59,70-48-994,0 0 0,1 1 0,-1-1 1,1 1-1,0 0 0,1 1 0,-1-1 0,1 1 0,1 0 1,-1 0-1,1 0 0,0 0 0,1 1 0,0-1 0,0 1 1,0 0-1,1 0 0,0-1 0,1 1 0,0 0 0,1 9 1,-1-16-112,0-1-1,0 1 1,0-1 0,1 0 0,-1 1 0,0-1 0,0 1 0,1-1 0,-1 1 0,0-1-1,1 0 1,-1 1 0,0-1 0,1 0 0,-1 0 0,1 1 0,-1-1 0,1 0 0,-1 0-1,1 1 1,-1-1 0,1 0 0,-1 0 0,0 0 0,1 0 0,-1 0 0,1 0-1,-1 0 1,1 0 0,-1 0 0,2 0 0,17-1-86,-16 1 59,3-1-46,1-1 1,-1 0-1,0 0 0,0 0 1,1-1-1,-1 0 1,-1 0-1,1 0 0,0-1 1,-1 0-1,0 0 1,0 0-1,6-7 0,-7 7-78,0 0-1,1 0 0,-1-1 0,-1 0 0,1 1 1,-1-2-1,0 1 0,0 0 0,0-1 1,-1 1-1,0-1 0,0 0 0,0 1 0,1-12 1,-3 8-37,0 1 0,0-1 1,-1 1-1,0-1 0,-4-14 1,3 19 158,0-1 1,-1 0-1,1 1 1,-1 0 0,0 0-1,0 0 1,-1 0 0,1 0-1,-1 1 1,0-1-1,-5-3 1,5 5-99,-18-15 312,22 17-200,-1 0 0,1 0-1,0-1 1,0 1 0,-1 0 0,1 0 0,0 0-1,0-1 1,-1 1 0,1 0 0,0 0 0,0-1-1,-1 1 1,1 0 0,0 0 0,0-1 0,0 1-1,0 0 1,0-1 0,-1 1 0,1 0 0,0-1-1,0 1 1,0 0 0,0-1 0,0 1 0,0 0-1,0-1 1,0 1 0,0 0 0,0-1 0,0 1-1,0 0 1,0-1 0,1 1 0,-1 0 0,0 0-1,0-1 1,0 1 0,0 0 0,0-1 0,1 1-1,-1 0 1,0 0 0,0-1 0,1 1-1,-1 0 1,0 0 0,0 0 0,1-1 0,-1 1-1,0 0 1,1 0 0,-1 0 0,0 0 0,0 0-1,1-1 1,-1 1 0,0 0 0,1 0 0,-1 0-1,0 0 1,1 0 0,0 0 0,86-12 190,1 4 0,124 4 0,-186 4 72,-25 0-188,0-1 1,0 1-1,0 0 0,0 0 1,0 0-1,0 1 0,0-1 1,0 0-1,0 0 0,0 0 0,0 1 1,-1-1-1,1 0 0,0 1 1,0-1-1,0 1 0,0-1 0,0 1 1,-1 0-1,1-1 0,0 1 1,0 0-1,-1-1 0,1 1 1,-1 0-1,1 0 0,-1 0 0,1-1 1,-1 1-1,1 2 0,0 0 63,-1-1 0,0 1 0,0-1 0,0 1 0,0 0 0,-1-1 0,1 1 0,-1-1 0,1 1 0,-1-1-1,-2 5 1,-1 3 309,-2 1 0,1-1 0,-1 0 0,-11 13 0,-108 108 1585,72-78-1442,-86 110 1,77-81-395,-23 35 70,78-107-638,-5 10 911,13-14-2679,10-6-3662,1-4 3696,-1 0 1,0 0 0,22-13-1,13-9-3867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10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2593,'0'0'18363,"-14"16"-16898,-42 52-387,51-60-1005,0 0 0,1 0 0,0 0 0,0 1 0,1-1 0,0 1 0,0 0 0,1 0 0,1 0 0,-1 0 0,1 0 0,1 0 0,0 1 0,0-1 0,1 0 0,0 0 0,0 0 0,4 10 0,-5-17-70,1 1 0,0-1 0,0 0 0,0 0 0,0 1-1,1-1 1,-1 0 0,0 0 0,1 0 0,0 0 0,-1-1 0,1 1 0,0 0 0,0-1-1,0 1 1,0-1 0,4 2 0,0 0 1,0 0-1,1-1 1,-1 1 0,1-2 0,-1 1-1,10 1 1,1-2-9,0 0 0,0-1 0,0 0 0,22-4 0,-36 3 38,0 1 0,-1-1 0,1 0 0,0 0 0,-1 0 0,0-1 0,1 1 0,-1 0 0,0-1 0,1 0 0,-1 1-1,0-1 1,0 0 0,0 0 0,-1 0 0,1-1 0,0 1 0,-1 0 0,0 0 0,1-1 0,-1 1 0,0-1 0,0 0 0,0 1-1,-1-1 1,1 1 0,-1-1 0,1 0 0,-1 0 0,0 1 0,0-1 0,0 0 0,0 0 0,-1 1 0,1-1 0,-1 0 0,1 1-1,-1-1 1,0 0 0,0 1 0,0-1 0,-1 1 0,1 0 0,0-1 0,-1 1 0,-3-4 0,-3 1 165,0 0 0,0 0 0,-1 1 0,0 0 0,0 0 0,0 1 0,0 0 0,-10-2 0,8 3-426,0-1 0,1 0 0,0-1-1,0-1 1,-14-7 0,23 12 62,1 0-1,-2-2-1666,2 1 1667,0 1-1,0 0 0,0 0 1,0-1-1,0 1 0,0 0 1,0 0-1,0-1 1,0 1-1,0 0 0,0 0 1,0-1-1,0 1 1,0 0-1,0 0 0,0-1 1,0 1-1,0 0 0,1 0 1,-1 0-1,0-1 1,0 1-1,0 0 0,0 0 1,2-1-834,9-6-8004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11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7523,'0'0'12102,"0"0"-12009,0-1 1,1 1-1,-1-1 0,0 1 1,1-1-1,-1 1 1,0-1-1,1 1 0,-1 0 1,1-1-1,-1 1 0,0 0 1,1-1-1,-1 1 1,1 0-1,-1-1 0,1 1 1,0 0-1,-1 0 1,1-1-1,-1 1 0,1 0 1,-1 0-1,1 0 0,-1 0 1,1 0-1,0 0 1,-1 0-1,2 0 0,2 1 59,0 0 0,0 1 0,-1-1 0,1 1 0,0 0 0,-1 0 0,1 0 0,-1 1 0,1-1 0,-1 1 0,0 0 0,0 0 0,0 0 0,-1 0-1,1 0 1,-1 1 0,1-1 0,-1 1 0,2 5 0,1 1 68,0 0 0,-1 1 0,-1 0 0,0-1 0,0 1-1,1 14 1,-3 83 383,7-115-1011,7-13 195,1 2 0,1 0-1,0 0 1,1 2 0,1 0 0,0 1 0,1 2-1,1-1 1,0 2 0,1 1 0,0 1-1,26-8 1,-48 17 277,1 1 0,-1 0 0,1 0 0,0 0 0,-1 0 0,1 0 0,-1 0 0,1 0 0,0 0 0,-1 0 0,1 0 0,-1 0 0,1 0 0,0 1 0,-1-1 0,1 0 0,-1 0 0,1 0 0,-1 1 0,1-1 0,-1 0 0,1 1 0,-1-1 0,1 1 0,-1-1 0,1 0 0,-1 1 0,0-1 0,1 2-1,6 21 1447,-7 42 534,-1-44-1453,1-9-853,0-1 0,1 1-1,0-1 1,4 19 0,10 1-3905,12 0-3537,-8-17-961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11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6659,'0'0'19209,"8"23"-12310,1-2-9864,-6 15-9304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11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516 0 21386,'0'0'6739,"-102"156"-5635,61-106-960,-13 11-144,-7 11-576,-13 20-2225,-14 5-2642,-7 1-8291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48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96 208,'0'0'5242,"10"-6"-4068,-2 2-1233,27-19 2352,-33 21-1765,0 0 0,0 0 0,0 0 0,-1 0 0,1 0-1,-1-1 1,1 1 0,-1 0 0,0-1 0,0 1 0,0-1 0,0 1 0,-1-1 0,1 0 0,-1 1 0,1-1-1,-1-3 1,0 5-462,-1 0-1,1 0 1,0 0 0,-1 0-1,1 0 1,-1 0-1,1 1 1,-1-1-1,0 0 1,1 0-1,-1 1 1,0-1-1,1 1 1,-1-1-1,0 0 1,0 1-1,0-1 1,0 1 0,1 0-1,-1-1 1,0 1-1,0 0 1,0-1-1,0 1 1,0 0-1,0 0 1,0 0-1,0 0 1,0 0-1,-1 0 1,-40-1 430,31 2-313,-18 1 89,0 2-1,0 2 1,0 0-1,1 2 1,0 1-1,1 1 1,0 2-1,-41 23 1,66-35-250,0 1 1,1 0 0,-1-1-1,0 1 1,1 0-1,-1 0 1,1 0 0,-1 0-1,1 0 1,0 0-1,-1 1 1,1-1 0,0 0-1,0 1 1,0-1-1,0 1 1,0-1-1,0 1 1,0-1 0,0 1-1,1 0 1,-1 0-1,1-1 1,-1 1 0,1 0-1,0 0 1,-1-1-1,1 1 1,0 0 0,0 0-1,1 0 1,-1-1-1,0 1 1,0 0 0,1 0-1,-1-1 1,1 1-1,0 0 1,-1-1 0,1 1-1,0 0 1,0-1-1,0 1 1,0-1 0,1 2-1,8 8-16,-1-1 1,1 0-1,1 0 0,20 14 0,-10-8 63,18 16 14,-20-18-72,-1 1-1,-1 1 1,25 29-1,-40-42-5,0-1 0,-1 1 0,0-1 0,0 1-1,0 0 1,0 0 0,0-1 0,0 1 0,-1 0-1,1 0 1,-1 0 0,0 0 0,0 0 0,0 0-1,0 0 1,0 0 0,-1 0 0,1-1 0,-1 1-1,0 0 1,0 0 0,0 0 0,0-1 0,0 1 0,-1 0-1,1-1 1,-1 0 0,-3 4 0,-5 7 132,0-1 1,-1 0-1,-24 20 0,25-24-1,-50 42 358,-40 38 199,99-86-696,4-2-27,0 0 1,0 0-1,0 0 0,0-1 0,0 1 0,0-1 0,0 0 0,0 0 0,6-2 0,136-55-1835,-123 52 1390,0 0 1,0 2 0,0 0 0,1 1-1,22 1 1,-44 2 469,0 1 0,-1-1 0,1 1 0,-1-1 0,1 0 0,-1 1-1,1-1 1,-1 1 0,1 0 0,-1-1 0,1 1 0,-1-1 0,1 1 0,-1 0 0,0-1 0,1 1 0,-1 0 0,0-1 0,0 1-1,0 0 1,1-1 0,-1 1 0,0 0 0,0 0 0,0-1 0,0 1 0,0 0 0,0-1 0,0 1 0,-1 1 0,-2 26 47,-2-12 140,-1-1-1,0 1 0,-1-2 0,0 1 1,-2-1-1,-10 15 0,-23 41 650,25-38-415,12-25-254,1 1-1,-1 0 0,1 0 0,1 0 0,0 1 0,0-1 0,0 1 0,1-1 0,-2 18 0,5-25-138,0 1-1,-1-1 1,1 0-1,0 0 0,-1 1 1,1-1-1,0 0 0,0 0 1,0 0-1,0 0 0,0 0 1,1 0-1,-1-1 0,0 1 1,0 0-1,0-1 1,1 1-1,-1 0 0,0-1 1,1 1-1,-1-1 0,0 0 1,1 0-1,1 1 0,43 7 341,-44-8-337,156 5 675,-116-5-925,-41 0-307,-28 16-14420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50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62 107 1393,'0'0'5253,"-7"1"-4095,5-1-759,-26 4 209,4-3 6700,26-26-3975,3 20-3288,0 0 0,0 0 0,1 1 0,0 0 0,0 0 0,0 0 0,0 1 0,0 0 0,9-3 1,65-21 259,-74 25-296,10-2 36,1 0 0,-1 1 0,0 1 0,1 0 0,18 1 0,-34 2-35,0-1 0,0 0-1,1 0 1,-1 1 0,0-1 0,0 1 0,0-1 0,0 1 0,0 0 0,0-1 0,0 1 0,0 0-1,0 0 1,0-1 0,0 1 0,0 0 0,0 0 0,-1 0 0,1 0 0,0 0 0,-1 0 0,1 0-1,-1 1 1,1-1 0,-1 0 0,1 0 0,-1 0 0,0 0 0,0 1 0,1-1 0,-1 2 0,2 48 475,-2-39-327,-3 20 225,0 0 1,-2 0-1,-2-1 0,-19 58 0,16-58-130,0 0 0,3 1 0,0 0 0,-3 62-1,9-73-183,1-12-24,0-1 0,0 1-1,0 0 1,1-1 0,4 16 0,-4-22-36,-1 1-1,1-1 1,1 0-1,-1 0 1,0 0 0,1 0-1,-1 0 1,1 0-1,-1 0 1,1 0 0,0-1-1,0 1 1,0-1-1,0 1 1,0-1-1,0 0 1,0 1 0,0-1-1,0 0 1,1-1-1,-1 1 1,0 0-1,1-1 1,4 1 0,7 2 25,0-2 1,1 0 0,-1-1 0,0 0 0,1-1-1,-1-1 1,18-4 0,-26 5-26,-1-1-1,1 1 1,-1-1 0,0 0-1,0 0 1,0-1 0,0 0-1,0 0 1,0 0 0,-1 0 0,1-1-1,-1 0 1,0 1 0,0-2-1,-1 1 1,1 0 0,-1-1-1,0 0 1,0 1 0,0-1-1,2-7 1,-5 11-1,1 1 1,-1 0-1,0-1 0,0 1 0,0-1 1,0 1-1,0-1 0,1 1 0,-1-1 1,0 1-1,0-1 0,0 1 0,0 0 1,0-1-1,0 1 0,-1-1 0,1 1 1,0-1-1,0 1 0,0-1 1,0 1-1,0-1 0,-1 1 0,1 0 1,0-1-1,0 1 0,-1-1 0,1 1 1,0 0-1,-1-1 0,1 1 0,0 0 1,-1-1-1,1 1 0,0 0 0,-2-1 1,-20 1 228,17 1-198,0 1 1,0-1-1,0 1 1,0 0-1,0 0 1,0 1 0,-6 4-1,2 2 9,0 1 0,1 1 1,0-1-1,1 1 0,0 1 0,0-1 0,2 1 0,-1 0 0,1 0 0,1 1 1,1 0-1,-1-1 0,-1 19 0,0 13-40,2 0 1,4 73-1,1-90-27,1-1 0,1 0 0,1 0 0,1-1 0,10 26 0,6 4-128,32 57 0,-32-56 154,-21-53 34,-1-1 0,1 0 0,-1 0 0,1 1 0,-1-1 0,0 0 0,0 1 0,0-1 0,0 0 1,0 1-1,0-1 0,-1 0 0,1 1 0,-1-1 0,0 0 0,1 0 0,-1 1 0,0-1 0,-1 0 0,1 0 0,0 0 0,0 0 0,-3 2 0,-5 2 259,0-1 0,0 0 0,0 0-1,0-1 1,-1 0 0,0-1 0,0 0-1,0-1 1,-11 2 0,-99 9 1571,40-13-1764,79 0-129,0-1 0,0 1-1,0-1 1,0 1 0,0-1 0,0 0 0,0 0-1,0 1 1,0-1 0,1 0 0,-1 0 0,0 0-1,1 0 1,-1 0 0,0 0 0,1 0 0,-1 0-1,1 0 1,-1 0 0,1 0 0,0 0 0,-1 0-1,1 0 1,0 0 0,0 0 0,0-1 0,0 1-1,0 0 1,0 0 0,0 0 0,0-2 0,0 2-62,0-1 0,0 0 1,0 1-1,1-1 1,-1 1-1,0-1 0,1 1 1,-1-1-1,1 1 1,-1-1-1,1 1 0,-1-1 1,1 1-1,0-1 1,0 1-1,0 0 0,0 0 1,0-1-1,0 1 1,0 0-1,0 0 0,3-2 1,20-1-6207,-8 3-629,-3-3-2082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39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1 230 2801,'0'0'18318,"8"-1"-16213,-7 1-2061,1 0 68,-1-1 0,1 1 0,-1 0 0,1-1-1,0 1 1,-1 0 0,1 0 0,0 0 0,-1 0 0,1 0-1,0 1 1,-1-1 0,1 0 0,-1 1 0,1-1-1,0 1 1,-1 0 0,1-1 0,-1 1 0,0 0 0,1 0-1,-1 0 1,0 0 0,1 0 0,-1 0 0,0 0-1,0 1 1,0-1 0,0 0 0,0 1 0,0-1 0,0 1-1,-1-1 1,1 1 0,0-1 0,-1 1 0,1-1 0,-1 1-1,0-1 1,1 1 0,-1 3 0,5 52 2113,-2 68 1,-3-103-2112,0-22-115,0 0 1,0 1 0,-1-1 0,1 1 0,0-1-1,0 1 1,0-1 0,0 0 0,0 1 0,-1-1-1,1 0 1,0 1 0,0-1 0,-1 0 0,1 1-1,0-1 1,0 0 0,-1 1 0,1-1 0,0 0-1,-1 0 1,1 1 0,-1-1 0,1 0 0,0 0-1,-1 0 1,1 1 0,-1-1 0,1 0 0,0 0-1,-1 0 1,1 0 0,-1 0 0,1 0 0,-1 0-1,1 0 1,0 0 0,-1 0 0,1 0 0,-1 0-1,1-1 1,0 1 0,-1 0 0,1 0-1,-1-1 1,0 1-22,-1 0-1,1-1 0,0 1 0,0-1 0,0 1 0,0-1 1,0 0-1,0 1 0,0-1 0,0 0 0,0 0 0,0 0 1,0 0-1,0 0 0,1 0 0,-1 0 0,0 0 1,0-2-1,-5-20-293,2-1 0,1 1 1,0-1-1,2 0 1,3-43-1,-1 12-392,-1 53 675,1 1-1,-1-1 0,0 1 0,1 0 0,-1-1 0,1 1 0,-1 0 1,1 0-1,0-1 0,-1 1 0,1 0 0,0 0 0,0 0 0,0 0 1,0 0-1,0 0 0,0 0 0,0 0 0,0 0 0,0 1 0,0-1 0,0 0 1,1 1-1,-1-1 0,0 1 0,1-1 0,-1 1 0,0-1 0,1 1 1,-1 0-1,0 0 0,1 0 0,1 0 0,59 0-171,-40 1 182,22-2 10,0-1 1,0-3-1,58-13 0,-77 12-32,0-1 0,0-2 0,-1 0 0,0-2 0,-1 0 0,0-2 0,24-17 0,-15-6 11,-32 36 51,1-1 0,-1 1 1,1-1-1,-1 0 0,1 1 1,-1-1-1,1 1 0,-1-1 1,0 0-1,1 0 0,-1 1 1,0-1-1,0 0 0,1 1 1,-1-1-1,0 0 1,0 0-1,0 0 0,0 1 1,0-1-1,0 0 0,0 0 1,0 1-1,0-1 0,0 0 1,-1 0-1,1 1 0,0-1 1,0 0-1,-1 0 0,1 1 1,-1-1-1,1 0 0,0 1 1,-1-1-1,1 1 0,-1-1 1,1 1-1,-1-1 0,0 0 1,1 1-1,-1 0 0,0-1 1,1 1-1,-1-1 0,0 1 1,1 0-1,-1 0 0,0-1 1,0 1-1,1 0 0,-1 0 1,0 0-1,0 0 0,1 0 1,-1 0-1,-1 0 0,-15-2 200,1 2 0,-1 0 0,0 0 0,1 2 0,-1 0 0,1 1 1,-20 6-1,31-8-164,1 0 0,-1 1 0,0 0 0,1 0 0,-1 0 0,1 1 0,0-1 0,-1 1 0,1 0 0,1 0 0,-1 1 0,0-1 0,1 1 0,0 0 0,0 0 0,0 0 0,0 0 0,0 0 0,1 1 0,0-1 0,0 1 0,0 0 0,1-1 0,-1 1 0,1 0 0,0 0 0,1 0 0,-1 9 0,0-9-63,1 0 0,0 0 0,0 0 1,1 0-1,-1 0 0,1 0 0,0-1 0,0 1 0,1 0 1,0 0-1,-1-1 0,2 1 0,-1-1 0,0 1 0,1-1 0,0 0 1,0 0-1,0 0 0,0-1 0,1 1 0,-1-1 0,1 1 1,0-1-1,0 0 0,0-1 0,1 1 0,-1-1 0,8 3 0,-1 0-463,0-1 0,1 0 0,-1-1 0,1 0 0,-1 0 0,1-2 0,0 1 0,0-2-1,0 1 1,22-4 0,-22 2-802,0-1 1,0 0-1,0-1 0,0-1 0,0 0 0,-1 0 0,0-1 1,0-1-1,0 0 0,13-10 0,25-27-8207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39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15895,'0'0'6785,"-3"23"-2533,-21 242 1474,23-235-5708,1 0 0,2 0 0,1 0 1,1 0-1,15 55 0,-14-73-264,-1 1 0,-1 0 0,0 0 0,0 0 1,0 18-1,-11-28-6540,-26-5-2700,1-8-2124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39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7491,'0'0'8810,"25"-6"-4181,161-29 1083,-130 26-3937,1 2 1,112 3 0,-168 4-1766,0 0 0,0 1-1,0-1 1,0 0 0,0 0-1,0 1 1,-1-1 0,1 1-1,0-1 1,0 1 0,0-1-1,-1 1 1,1-1 0,0 1-1,0 0 1,-1-1 0,1 1-1,-1 0 1,1 0 0,0-1-1,-1 1 1,0 0 0,1 0-1,-1 0 1,1 1 0,4 34 244,-13 34 37,8-68-290,-1-1-1,1 1 0,-1-1 0,1 1 0,0-1 0,-1 1 0,1-1 0,0 1 0,0 0 0,0-1 0,0 1 0,0 0 0,0-1 0,1 1 0,-1-1 0,0 1 0,1-1 0,0 1 0,-1-1 0,1 1 0,0-1 0,-1 1 0,1-1 0,0 0 0,0 1 0,0-1 0,0 0 0,1 0 0,-1 0 0,0 0 0,0 0 0,1 0 0,-1 0 0,0 0 0,1 0 0,-1-1 0,1 1 0,2 0 0,3 0 0,-1-1 0,1 1 0,0-2 0,-1 1 0,1-1 0,0 0 0,-1 0 0,10-3 0,2-3-47,0 0 1,-1-1-1,1-1 1,-1 0-1,28-22 1,-23 15 40,1 2 1,28-14-1,-51 28 12,1 0 0,-1 1 1,1-1-1,-1 0 0,1 0 1,-1 1-1,1-1 0,-1 0 1,0 1-1,1-1 0,-1 0 0,0 1 1,1-1-1,-1 1 0,0-1 1,1 1-1,-1-1 0,0 1 1,0-1-1,1 1 0,-1-1 0,0 1 1,0-1-1,0 1 0,0-1 1,0 1-1,0-1 0,0 1 0,0-1 1,0 1-1,0-1 0,0 1 1,0 0-1,-1 0 0,2 25 68,-1-24-72,0 0-146,0 0 0,0-1 0,1 1 0,-1 0 0,0-1 0,1 1 0,0-1-1,-1 1 1,1 0 0,0-1 0,0 1 0,0-1 0,0 0 0,0 1 0,0-1 0,0 0 0,0 0 0,0 0 0,1 1 0,-1-1 0,0-1 0,1 1-1,-1 0 1,1 0 0,-1 0 0,1-1 0,0 1 0,-1-1 0,1 1 0,0-1 0,-1 0 0,4 1 0,6 0-2433,1 0 0,-1-1 1,21-2-1,-27 2 1409,28-4-12553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0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1 205 16039,'0'0'15543,"4"18"-14494,16 57-913,-11-51-136,-9-24 0,0 0 0,0 0 0,0 1 0,0-1 0,0 0 0,0 0 0,0 0 0,0 0 0,0 0 0,0 0 0,0 0 0,0 0 0,0 0 0,0 1 0,1-1 0,-1 0 0,0 0 0,0 0 0,0 0 0,0 0 0,0 0 0,0 0 0,0 0 0,0 0 0,0 0 0,1 0 0,-1 0 0,0 0 0,0 0 0,0 0 0,0 0 0,0 0 0,0 0 0,0 0 0,1 0 0,-1 0 0,0 0 0,0 0 0,0 0 0,0 0 0,0 0 0,0 0 0,0 0 0,0 0 0,1 0 0,-1 0 0,0 0 0,0 0 0,0 0 0,0 0 0,0 0 0,0-1 0,0 1 0,0 0 0,0 0 0,0 0 0,0 0 0,0 0 0,1 0 0,-1 0 0,0 0 0,0 0 0,0-1 0,0 1 0,0 0 0,0 0 0,1-21 0,-4-3 0,0 0 0,1 1 0,1-1 0,1 0 0,1 0 0,2 1 0,5-26 0,-6 43-382,0 0 0,0 1-1,1 0 1,0-1 0,0 1 0,1 0-1,-1 0 1,8-7 0,-8 9-127,0 0 0,0 0 0,0 1 0,0-1 0,1 1 1,-1 0-1,1 0 0,-1 0 0,1 1 0,0-1 0,0 1 0,-1 0 0,1 0 0,0 0 0,0 0 0,0 1 1,0 0-1,0 0 0,0 0 0,1 0 0,4 1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0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11509,'0'0'20188,"10"11"-19238,89 93-830,-98-103-120,0 0 0,0 1 0,0-1 0,1 0 0,-1 0 0,0 0 0,0 0 0,1 0 0,-1 0 0,1 0 0,-1-1 0,1 1 0,-1 0 0,1-1 0,0 1 0,-1-1 0,1 0 0,-1 1 0,1-1 0,0 0 0,-1 0 0,1 0 0,0 0 0,-1-1 0,1 1 0,0 0 0,-1-1 0,1 1 0,-1-1 0,1 1 0,0-1 0,-1 0 0,3-1 0,2-3 0,-1 0 0,0 0 0,0 0 0,-1 0 0,0-1 0,6-8 0,0-1 0,2-2 0,3-1 0,-14 19 0,0 0 0,0 0 0,-1 0 0,1 1 0,-1-1 0,1 0 0,-1 0 0,1 1 0,-1-1 0,0 0 0,0 1 0,1-1 0,-1 0 0,0 1 0,0-1 0,0 1 0,-1-1 0,1 0 0,-1 3 0,2-2 3,-1-1-1,1 1 1,-1 0 0,1-1 0,0 1-1,-1 0 1,1-1 0,0 1 0,0-1-1,0 1 1,0-1 0,0 0 0,1 1-1,-1-1 1,0 0 0,1 0 0,-1 0-1,0 0 1,1 0 0,0 0 0,-1 0-1,1-1 1,-1 1 0,1 0 0,0-1-1,2 1 1,53 10-373,-2-10-2496,4-2-4553,7-3-3498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0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13286,'0'0'18294,"17"20"-17211,55 63-979,-66-75-104,1 0 0,-1-1 0,2 0 0,-1 0 0,1-1 0,0 0 0,0 0 0,1 0 0,-1-2 0,1 1 0,0-1 0,18 6 0,-27-10 0,0 0 0,0 0 0,0 0 0,0 1 0,0-1 0,1 0 0,-1 0 0,0 0 0,0 0 0,0 0 0,0 0 0,1 0 0,-1 1 0,0-1 0,0 0 0,0 0 0,1 0 0,-1 0 0,0 0 0,0 0 0,0 0 0,1 0 0,-1 0 0,0 0 0,0 0 0,1 0 0,-1 0 0,0 0 0,0 0 0,0 0 0,1-1 0,-1 1 0,0 0 0,0 0 0,0 0 0,0 0 0,1 0 0,-1 0 0,0 0 0,0-1 0,0 1 0,0 0 0,0 0 0,1 0 0,-1 0 0,0-1 0,0 1 0,0 0 0,0 0 0,0 0 0,0-1 0,0 1 0,0 0 0,0 0 0,0 0 0,0-1 0,0 1 0,0 0 0,0 0 0,0-1 0,0 1 0,0 0 0,0 0 0,0 0 0,0-1 0,0 1 0,0 0 0,0 0 0,-1-2 0,2-42 0,1 0 0,8-45 0,-6 68 0,1 0 0,0 1 0,2 0 0,1 0 0,0 1 0,16-27 0,-24 45 5,1-1 0,0 1 0,-1 0 0,1 0 0,0-1 0,0 1 0,0 0-1,-1 0 1,1 0 0,1 0 0,-1 0 0,0 0 0,0 0 0,0 0 0,0 1 0,1-1 0,1-1 0,-2 3-37,1-1 0,0 1 1,-1-1-1,1 1 0,0-1 1,-1 1-1,1 0 0,-1 0 1,1 0-1,-1 0 0,1 0 1,-1 0-1,3 3 0,33 16-5014,-27-18 2463,-1 1 1,1-2 0,-1 1 0,16-1 0,9 0-5966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1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122 546 4674,'0'0'23744,"-3"3"-21233,-26 26-1748,-31 37 78,56-61-823,1 0 0,0 0 0,0 0 0,0 1 0,1-1 0,-1 1 0,1-1 0,0 1 0,1 0 0,0 0 0,0-1 0,-1 10 0,3-14-18,0-1 0,0 1 0,0 0 0,0 0 0,0 0 0,1-1 0,-1 1 0,0-1 0,0 1 0,1-1 0,-1 1 0,0-1 0,0 0 0,1 0 0,-1 1 0,0-1 0,1 0 0,-1 0 0,0 0 0,1-1 0,-1 1 0,2 0 0,34-3 0,-29 2-34,0-1-1,-1-1 1,1 1 0,-1-1-1,1-1 1,-1 0 0,0 1-1,0-2 1,0 1 0,-1-1-1,0 0 1,0-1-1,0 1 1,0-1 0,5-8-1,-19 14 161,7 0-118,1 0 0,-1 0 0,1 0 0,-1-1 1,1 1-1,-1 0 0,1 0 0,-1 0 0,1 0 0,-1 0 1,1 0-1,-1 0 0,0 0 0,1 0 0,-1 0 0,1 0 0,-1 0 1,1 1-1,-1-1 0,1 0 0,-1 0 0,1 0 0,-1 1 1,1-1-1,-1 0 0,1 1 0,0-1 0,-1 0 0,1 1 1,-1-1-1,1 0 0,0 1 0,-1-1 0,1 1 0,0-1 0,0 1 1,-1-1-1,1 1 0,0-1 0,0 1 0,0-1 0,0 1 1,0-1-1,-1 1 0,1-1 0,0 1 0,0 0 0,0-1 1,0 1-1,1-1 0,-1 2 0,0 0-7,-1 1-1,1-1 1,0 1 0,1 0-1,-1-1 1,0 1 0,1-1 0,-1 1-1,1-1 1,0 1 0,0-1-1,0 1 1,0-1 0,0 0-1,1 0 1,-1 1 0,1-1 0,-1 0-1,4 3 1,-1-3-6,-1 0-1,1-1 1,0 1-1,-1-1 1,1 0 0,0 0-1,0 0 1,0 0 0,0-1-1,0 1 1,0-1-1,6-1 1,-4 1-131,0-1 0,0-1 0,0 1 0,0-1 0,0 0 0,0 0 0,-1-1 0,1 1 0,-1-1 0,0 0 0,0-1 0,0 0 0,0 1 0,0-1 0,6-9 0,8-8-696,-1 0 0,15-26 0,-27 39 606,22-35 40,-2-1 0,-2-1 0,-2-2 0,-2 0 0,-2-1 1,-2-1-1,-2 0 0,12-84 0,-25 125 390,0 1 202,1 0 0,-1 0 1,-1 0-1,0 0 0,0 0 1,0 0-1,-1 0 0,-2-12 0,1 19-272,1 0-1,-1 0 1,0 0-1,0 0 0,1 0 1,-1 0-1,0 1 1,1-1-1,-1 1 0,0-1 1,1 1-1,-1 0 1,1 0-1,-1 0 0,1-1 1,-1 1-1,1 1 1,-1-1-1,-1 2 0,-7 7-121,0 1-1,1 0 0,1 1 0,0 0 0,0 0 1,1 0-1,0 1 0,1 0 0,1 1 0,-6 19 1,3-2-18,0 1-1,2 0 1,-3 54 0,8-59 6,1 1 0,6 47 0,-4-64 0,0 0 0,1 0 0,0-1 0,1 1 0,1 0 0,-1-1 0,1 0 0,1 0 0,9 11 0,-10-13-168,1-1 0,0 0 0,1 0 0,-1 0 0,2-1 0,-1 0 0,0 0 0,1-1 0,0 0 0,1 0 0,-1-1 0,1 0 0,11 3 0,-13-5-179,0-1 1,0 0-1,0 0 1,0-1-1,0 0 1,0 0 0,0-1-1,0 0 1,1 0-1,-1-1 1,-1 1-1,1-2 1,0 1-1,0-1 1,-1 0 0,0 0-1,1-1 1,5-4-1,29-21-9975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1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1297,'0'0'31470,"-13"47"-31470,13-36 0,0 1 0,0 1 0,0 1-2017,13-5-3153,1-5-4435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1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1 14711,'0'0'8900,"-149"140"-3202,101-104-3200,8-4-2050,13-5-448,-7-3-993,-7 8-2336,1-9-2722,-8-1 2225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2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1 4482,'0'0'16962,"-20"5"-14566,5-2-1966,0 1-49,0-1 0,1 2 0,0 0 1,0 0-1,1 2 0,-1-1 0,-21 16 0,11-5 280,2 1-1,0 1 1,2 1 0,-30 36-1,45-49-605,-1 1 0,1 0-1,1 0 1,0 0-1,0 0 1,1 1 0,-1 0-1,-1 10 1,4-14-67,1 0 0,-1 1 0,1-1 0,0 0 0,0 1-1,1-1 1,-1 0 0,1 0 0,0 1 0,1-1 0,-1 0 0,1 0 0,0 0 0,0 0 0,4 5 0,-1-3-168,0-1-1,1 0 1,-1 0 0,1-1 0,1 1 0,-1-1-1,1-1 1,0 1 0,0-1 0,0 0 0,0-1-1,1 1 1,-1-2 0,1 1 0,0-1 0,14 2-1,0 0-1199,-1-1-1,1-2 1,0 0-1,0-1 1,23-4-1,18-9-6652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3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15 14311,'0'0'15273,"-19"21"-14102,-58 67-458,75-85-687,-1 0-1,1 0 1,0 0 0,0 1 0,0-1-1,0 1 1,1-1 0,-1 1 0,1 0-1,0-1 1,0 1 0,0 0 0,1 0 0,-1 0-1,1 0 1,0 0 0,0 0 0,0 0-1,1 0 1,0 3 0,1 12 36,-1-16-62,-1 0 0,1-1 0,0 1 1,0 0-1,0 0 0,0-1 0,0 1 1,1 0-1,-1-1 0,1 0 0,-1 1 1,1-1-1,0 0 0,0 0 0,0 0 1,1 0-1,-1 0 0,0 0 0,1 0 1,-1-1-1,1 1 0,-1-1 0,1 0 1,0 0-1,-1 0 0,1 0 0,0 0 1,0-1-1,0 1 0,0-1 0,4 0 1,-3 1-45,1 0 1,-1-1 0,1 0-1,-1 1 1,1-2 0,-1 1-1,1 0 1,-1-1 0,1 0-1,-1 0 1,1 0-1,-1-1 1,0 0 0,0 1-1,0-2 1,0 1 0,0 0-1,0-1 1,7-5 0,-7 1-80,1 0 1,-1 0 0,0 0-1,0-1 1,-1 0-1,0 1 1,-1-1 0,1 0-1,-2 0 1,1-1 0,-1 1-1,0 0 1,-1 0 0,0-1-1,0 1 1,-1 0-1,-1-10 1,1 12 126,0 1 0,-1 0 0,1 0 0,-1 0 1,0 0-1,-1 1 0,1-1 0,-1 0 0,0 1 0,0 0 0,0-1 0,0 1 0,-1 1 0,0-1 1,0 0-1,0 1 0,0 0 0,0 0 0,-1 0 0,1 0 0,-1 1 0,0 0 0,0 0 1,1 0-1,-2 0 0,1 1 0,0 0 0,-6-1 0,1 1 130,0 0 0,0 1 1,0 0-1,0 0 0,1 1 0,-1 0 0,-12 4 0,20-4-92,-1-1-1,0 1 0,1 0 0,-1 0 0,0 1 0,1-1 0,0 1 0,-1-1 0,1 1 0,0 0 0,0-1 0,0 1 0,0 0 0,0 1 0,0-1 0,1 0 0,-1 0 0,1 1 0,-1-1 1,1 1-1,0-1 0,0 1 0,0 0 0,0-1 0,0 1 0,1 0 0,0 0 0,-1-1 0,1 7 0,0-8-41,0 1 1,-1 0-1,1 0 0,0 0 0,1-1 1,-1 1-1,0 0 0,0-1 0,1 1 1,-1 0-1,1 0 0,-1-1 0,1 1 1,0-1-1,0 1 0,0-1 0,0 1 1,0-1-1,0 1 0,0-1 0,0 0 1,0 1-1,1-1 0,-1 0 0,3 2 1,2-2-28,-1 1 0,1-1 0,-1 0 0,1-1 0,-1 1 0,1-1 0,7 0 0,-6 0 1,30-1-178,1-1 0,-1-1 1,0-3-1,-1 0 0,1-3 0,67-25 0,-89 27 246,6-2-44,-7 7 2737,-14 36-2514,0 46-221,5-79 0,-1 0 0,1 0 0,0-1 0,-1 1 0,1-1 0,0 0 0,5-1 0,-5 1 0,6-1-15,0 0-1,-1 0 1,0-1 0,1 0-1,-1-1 1,0 0 0,0-1-1,0 0 1,-1-1 0,1 0-1,-1 0 1,0-1 0,0 0-1,-1 0 1,11-12 0,-19 21 53,0 0 1,-1 1 0,1-1 0,1 0 0,-1 0 0,0 0 0,1 0 0,-1 0 0,1 1-1,0-1 1,0 0 0,0 0 0,4 5 0,14 21-1432,-18-27 1017,1-1-1,-1 1 1,1-1 0,-1 0 0,1 0 0,0 1 0,0-1 0,-1-1-1,1 1 1,0 0 0,0 0 0,0-1 0,0 1 0,2 0 0,16-1-5979,0-2-3765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3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6515,'0'0'23168,"5"1"-20954,-2 0-2168,1 1 0,-1 0 0,0 0-1,0 0 1,0 0 0,0 0 0,0 0-1,0 1 1,0 0 0,-1-1 0,1 1 0,-1 0-1,0 0 1,0 1 0,0-1 0,0 0-1,-1 1 1,3 6 0,-3-9-46,0 0 0,0 0 0,0 0 0,1 0 0,-1 0 0,0-1 0,1 1 0,-1 0 0,1-1 0,-1 1 0,1-1 0,-1 1 0,1-1 0,-1 1 0,1-1 0,-1 0 0,1 0 0,-1 0 0,1 0 0,0 0 0,2-1 0,36-7 0,-27 2-208,0-1 0,-1 0 0,0-1 0,0 0 0,-1-1-1,0 0 1,18-20 0,-30 31 328,1 0-1,-1 0 0,1-1 1,-1 1-1,1 0 0,0 0 1,0 0-1,0 0 0,0 0 1,0 0-1,0 0 0,0 0 1,1 0-1,-1 0 0,1 0 1,-1-1-1,2 3 0,9 15-1576,6-12-4007,3-10-29,0-14-2457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3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15591,'0'0'2994,"-4"19"1968,-47 367 4258,45-235-9220,6-149-1,0 0 0,0-1-1,0 1 1,0-1 0,1 1 0,-1 0-1,1-1 1,-1 1 0,1-1 0,-1 1-1,1-1 1,0 1 0,0-1 0,0 0-1,0 1 1,0-1 0,0 0 0,0 0-1,0 0 1,0 0 0,0 0 0,1 0-1,-1 0 1,3 1 0,0 0-22,0 0-1,1-1 1,-1 0-1,1 0 1,-1 0-1,1 0 1,0-1-1,8 1 1,0-2-216,-1 0 1,0-1-1,1 0 0,-1-1 0,0 0 1,13-6-1,26-22-4758,-24 3-1368,-10-5-5187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4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13094,'0'0'14855,"149"-20"-14695,-88 6-160,-7 3-993,0-3-2064,1-2-3666,-8-4-5635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4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5859,'0'0'16602,"15"4"-12504,-3-4-3474,1 0-1,-1-1 1,0-1 0,1 1-1,-1-2 1,20-6 0,24-4-452,-20 5-2154,-11 2-4757,-12 2-1198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4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1505,'0'0'17096,"8"-6"-15330,-1 1-1384,-1 1 1,0-1 0,1 1-1,0 0 1,0 1-1,0 0 1,1 0 0,-1 0-1,1 1 1,-1 0-1,11-1 1,37-1 1105,-19 2-696,41-9 0,-67 9-1142,-1 0 0,0-1 0,1 0 0,-2-1-1,12-5 1,-19 8-244,0 0 1,1 0-1,-1 0 0,0 0 0,0 0 0,0 0 0,0 0 1,0 0-1,0 0 0,0 0 0,-1-1 0,1 1 0,0 0 1,0-3-1,0 3-42,5-16-9507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5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17112,'0'0'15655,"14"0"-15655,-7 0 0,-7 4 0,0 8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5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 16520,'0'0'11813,"-41"115"-7379,34-86-4434,0 1 0,-6-1 0,-1 3 0,-13 4-480,-13-2-5411,-21 0-4466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6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 7940,'0'0'14219,"12"-12"-12706,8-8-735,1 1 0,1 2-1,38-26 1,-52 39-592,89-46 1265,-86 45-1384,0 1-1,1 0 1,-1 1 0,1 1 0,0-1 0,0 2 0,12-1 0,-23 2-65,0 0 1,0 0 0,0 0-1,0 1 1,0-1 0,0 0-1,0 1 1,0-1 0,0 1-1,-1-1 1,1 1 0,0-1-1,0 1 1,-1 0 0,1-1-1,0 1 1,0 0 0,-1-1-1,1 1 1,-1 0 0,1 0-1,-1 0 1,1-1 0,-1 1-1,0 0 1,1 0 0,-1 0-1,0 0 1,0 0 0,1 0-1,-1 0 1,0 2 0,0 40 260,0-27-156,-2 6-33,0 0 0,-1 0 0,-10 33 0,7-33-53,1-1 0,1 1 0,-2 36-1,6-49-18,0-1 0,0 0 0,1 0 0,0 1 0,0-1 0,1 0 0,0 0 0,0 0 1,6 10-1,-6-15-22,0 1 1,1-1-1,-1 0 1,1 0-1,0 0 1,0 0-1,0-1 1,0 0-1,1 1 1,-1-1-1,1 0 1,-1 0-1,1-1 1,0 1-1,-1-1 1,1 0-1,0 0 1,0 0 0,0 0-1,0-1 1,6 1-1,57 0-626,-63-2 598,0 1 1,0-1-1,-1 1 0,1-1 1,0-1-1,-1 1 0,1 0 1,-1-1-1,1 0 0,-1 0 1,0 0-1,1 0 0,-1 0 1,0-1-1,2-2 0,-5 5 50,1 0-1,-1 0 1,0 0-1,0-1 1,0 1-1,0 0 1,0 0-1,0 0 1,1 0-1,-1 0 1,0 0-1,0 0 0,0-1 1,0 1-1,0 0 1,0 0-1,0 0 1,0 0-1,0 0 1,0 0-1,0-1 1,0 1-1,0 0 0,0 0 1,0 0-1,0 0 1,0-1-1,0 1 1,0 0-1,0 0 1,0 0-1,0 0 1,0 0-1,0-1 1,0 1-1,0 0 0,0 0 1,0 0-1,0 0 1,0 0-1,0 0 1,-1-1-1,1 1 1,0 0-1,0 0 1,0 0-1,0 0 1,0 0-1,0 0 0,-1 0 1,1 0-1,0 0 1,0-1-1,0 1 1,0 0-1,-1 0 1,-13 0 72,-17 6 14,23-2-77,1 0 0,-1 0 0,1 1-1,0 0 1,0 1 0,0-1 0,1 1 0,0 1 0,0-1 0,1 1 0,0 0 0,0 0 0,0 0-1,1 1 1,0 0 0,0-1 0,1 2 0,0-1 0,1 0 0,0 0 0,0 1 0,1 0-1,0-1 1,0 1 0,1-1 0,0 1 0,0 0 0,1-1 0,0 1 0,1 0 0,0-1 0,0 0-1,1 1 1,0-1 0,5 9 0,4 3-90,-6-11 5,1 1 1,-2 0 0,0 0-1,0 0 1,0 0 0,-1 1 0,-1 0-1,0 0 1,-1 0 0,2 16-1,-5-23 138,0 0-1,0 1 1,0-1-1,-1 0 1,0 0-1,0 0 1,0-1-1,0 1 1,-1 0-1,1-1 1,-1 0-1,0 1 1,0-1-1,0 0 1,0-1-1,-1 1 1,1 0-1,-1-1 1,1 0-1,-9 4 1,-13 7 1374,-52 19 0,64-28-1019,-100 35-8,132-47-1421,-1-1-1,-1 0 1,21-15-1,9-9-7353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0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48 3378,'0'0'9753,"6"-9"-8328,23-26 125,-29 35-1515,0 0 0,0 0-1,0-1 1,0 1 0,1 0 0,-1 0-1,0-1 1,0 1 0,1 0 0,-1 0 0,0 0-1,0 0 1,1-1 0,-1 1 0,0 0-1,0 0 1,1 0 0,-1 0 0,0 0-1,1 0 1,-1 0 0,0 0 0,0 0 0,1 0-1,-1 0 1,0 0 0,1 0 0,-1 0-1,0 0 1,0 0 0,1 0 0,-1 0 0,0 0-1,1 0 1,-1 0 0,0 1 0,0-1-1,1 0 1,-1 0 0,0 1 0,6 13 937,-3 16 349,-3 104 1193,-14 383 62,1-177-1853,14-346-718,0 0-1,0 0 0,1-1 0,0 1 0,0 0 1,0 1-1,1-1 0,0 0 0,0 1 0,1-1 1,0 1-1,5-6 0,7-8-245,33-30 1,-38 40 27,-1 1 1,1 1 0,0 0-1,24-11 1,-30 16 118,1-1 1,-1 1-1,0 1 1,1-1-1,-1 1 0,1 0 1,0 0-1,-1 0 1,1 1-1,0 0 1,-1 0-1,1 0 0,10 3 1,-15-3 87,0 1 0,0 0 1,0 0-1,0 0 0,-1-1 1,1 1-1,0 0 0,-1 0 1,1 0-1,-1 0 0,1 0 1,-1 0-1,1 1 0,-1-1 1,0 0-1,1 0 0,-1 0 1,0 0-1,0 0 0,0 0 1,0 1-1,0 0 0,-1 34 39,0-25-31,1 1 102,-1 0 1,0 0 0,-1 0 0,0 0-1,-1-1 1,0 1 0,-1-1-1,0 1 1,-1-1 0,0-1 0,-1 1-1,0-1 1,-1 0 0,0 0-1,-9 9 1,3-5 94,-1-1-1,-1 0 0,0-1 0,-1-1 1,0 0-1,-1-2 0,0 1 1,-31 11-1,45-20-190,0 0-1,0 0 1,0 0-1,0 0 1,0 0-1,-1-1 1,1 1-1,0-1 1,0 0-1,0 0 1,0 0-1,-1 0 1,-4-1-1,7 0-171,0 0 1,0 0-1,-1 1 0,1-1 0,0 0 0,0 0 1,0 0-1,0 0 0,0 0 0,0-1 0,0 1 1,0 0-1,0 0 0,0-1 0,1 1 0,-1 0 1,0-1-1,1 1 0,0-1 0,-1 1 1,1-1-1,0 1 0,-1-1 0,1 1 0,0-1 1,0 1-1,0-1 0,1-1 0,-2-1-544,1 1 0,0-1 0,0 0 0,0 1 0,0-1 0,1 0 0,0 0 0,0 1 0,0-1 0,0 1 0,0-1 1,0 1-1,1-1 0,0 1 0,0 0 0,0 0 0,0 0 0,4-5 0,26-21-7176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0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38 6723,'0'0'12843,"-6"13"-11917,1-5-759,0 0-74,0 0-1,1 1 1,0-1 0,0 1-1,1 0 1,0 0 0,0 0-1,1 0 1,-1 14 0,3-10-17,2 20-376,-1-32 269,-1 0 1,1 0-1,0 0 0,-1 0 0,1 0 0,0 0 0,-1 0 0,1 0 0,0 0 0,0-1 0,0 1 0,0 0 1,0-1-1,0 1 0,0 0 0,0-1 0,0 1 0,0-1 0,0 1 0,0-1 0,0 0 0,0 0 0,1 1 1,-1-1-1,2 0 0,10 0-67,-1 0 0,0 0 0,1-1 0,-1-1 0,0 0 0,0-1 0,0 0 0,0-1 0,-1 0 1,20-11-1,-24 12 89,0 0 1,-1-1 0,0 0-1,0-1 1,0 0 0,0 1 0,-1-2-1,1 1 1,-1-1 0,0 0-1,-1 0 1,0 0 0,0 0-1,0-1 1,-1 0 0,0 1-1,0-1 1,0-1 0,1-6 0,-4 12 68,0-1 1,1 1 0,-1 0 0,0-1 0,0 1-1,-1 0 1,1 0 0,0-1 0,-1 1 0,1 0 0,-1 0-1,0 0 1,0-1 0,0 1 0,0 0 0,0 0 0,0 0-1,0 1 1,-1-1 0,1 0 0,-1 0 0,1 1-1,-1-1 1,0 1 0,0-1 0,1 1 0,-1 0 0,0 0-1,0-1 1,0 2 0,-1-1 0,1 0 0,0 0 0,0 1-1,-4-2 1,-8-1 206,-1 1-1,0 0 0,1 1 1,-21 1-1,26 0-346,8 0 14,0 0 0,0 1 0,1-1 1,-1 0-1,0 1 0,0-1 0,1 0 0,-1 1 0,0-1 0,1 1 0,-1-1 0,0 1 1,1 0-1,-1-1 0,1 1 0,-1-1 0,1 1 0,-1 0 0,1 0 0,-1-1 0,1 1 1,0 0-1,-1 0 0,1-1 0,0 1 0,0 0 0,0 0 0,0 0 0,-1-1 0,1 1 1,0 1-1,2 27-8903,4-21 3148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0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77 6499,'0'0'14585,"-8"7"-13851,0-2-581,1 2 1,0-1-1,0 1 1,1 0-1,-6 9 1,10-14-138,0 1-1,0-1 1,1 1 0,-1 0 0,1 0-1,-1 0 1,1 0 0,0 0 0,0 0-1,1 0 1,-1 0 0,1 0 0,-1 1 0,1-1-1,0 0 1,0 0 0,0 0 0,1 1-1,-1-1 1,1 0 0,0 0 0,0 0-1,1 4 1,1-5-47,-1 1 0,1-1 0,-1 0 0,1 0 0,0 0 0,0 0 0,0 0 0,0 0 0,0-1 0,0 0 0,0 1 0,1-1 0,-1 0 0,0-1 0,1 1 0,-1-1 0,0 1 0,1-1 0,-1 0 0,1 0-1,5-1 1,-3 1 7,0 0 0,0-1 0,0 0 0,-1 0 0,1 0 0,0 0 0,0-1 0,-1 0 0,1 0 0,-1-1 0,8-4 0,-10 5 83,0-1 0,-1 0 0,0 1 0,1-1-1,-1 0 1,0 0 0,-1 0 0,1-1 0,0 1 0,-1 0 0,0-1 0,0 1-1,0-1 1,0 1 0,0-1 0,-1 1 0,1-1 0,-1 1 0,0-1-1,0 0 1,-1 1 0,1-1 0,-1 1 0,0-1 0,0 1 0,0-1-1,-2-4 1,0 0 67,-1 0 0,-1 1-1,1 0 1,-1-1 0,-1 1-1,1 1 1,-1-1 0,0 1 0,-1 0-1,-7-5 1,9 8-490,-7-7-1119,9-11-14852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1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0 12838,'0'0'6472,"-20"26"-2582,-4 2-2964,10-12-531,0 1 0,1 1 0,0 0-1,2 1 1,0 1 0,1-1 0,-9 27-1,-4 19 927,3 1-1,-22 130 0,30-84-2880,7 2-3660,5-113 4946,1 0 0,-1-1 0,0 1 1,0-1-1,0 1 0,0-1 0,0 1 1,1 0-1,-1-1 0,0 1 0,1-1 1,-1 1-1,0-1 0,1 0 1,-1 1-1,0-1 0,1 1 0,-1-1 1,1 1-1,-1-1 0,1 0 0,-1 1 1,1-1-1,-1 0 0,1 0 1,-1 1-1,1-1 0,-1 0 0,1 0 1,0 0-1,-1 0 0,1 0 0,-1 0 1,1 0-1,0 0 0,-1 0 0,1 0 1,-1 0-1,1 0 0,-1 0 1,2-1-1,0 1-640,11 0-5842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1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3490,'0'0'15777,"16"3"-14685,42 6-335,0-3 1,65-1 0,-118-6-763,-1 1 0,1-1 0,-1 0 0,1 0 0,-1 0 0,0-1-1,0 0 1,1 0 0,-1 0 0,5-4 0,-7 6 3,-1-1 0,0 0 1,1 0-1,-1 0 0,0 0 0,0-1 0,0 1 0,0 0 0,0 0 0,0-1 0,0 1 0,0-1 0,0 1 0,-1 0 0,1-1 0,-1 0 0,1 1 0,-1-1 1,1 1-1,-1-1 0,0 1 0,0-1 0,0 0 0,0 1 0,0-1 0,0 0 0,0 1 0,-1-1 0,1 1 0,0-1 0,-2-2 0,1 3 19,1 0-1,-1 0 1,0 1-1,0-1 0,0 0 1,0 0-1,0 1 1,0-1-1,0 0 0,0 1 1,0-1-1,0 1 1,0-1-1,0 1 0,0 0 1,0 0-1,0-1 1,0 1-1,-1 0 1,-1 0-1,-30 0 484,22 0-267,-5 0 97,0 1-1,0 0 0,0 1 1,0 1-1,0 0 1,1 2-1,-18 6 0,26-8-257,1 0 0,-1 0 0,1 1 0,0-1 0,0 1 0,1 1 0,-1-1 0,1 1 0,0 0 0,0 0 0,1 1 0,-1 0-1,1-1 1,0 1 0,1 1 0,0-1 0,0 0 0,-4 12 0,6-14-117,0-1 0,0 1 0,0 0-1,0-1 1,1 1 0,-1-1 0,1 1 0,0 0 0,0-1 0,1 1 0,-1 0-1,1-1 1,-1 1 0,1 0 0,3 5 0,-3-7-241,1 1 0,-1-1 0,1 0 1,0 1-1,0-1 0,0 0 0,0 0 0,1 0 0,-1-1 1,0 1-1,1 0 0,-1-1 0,1 0 0,0 1 0,4 0 1,7 2-1676,0-2 0,0 0 1,1 0-1,-1-1 1,1-1-1,21-2 1,23-4-5126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2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 3794,'0'0'17389,"-22"0"-15111,-68 1-629,83 0-1460,0 0-1,0 1 0,0 0 1,0 0-1,0 0 0,1 1 1,-1 0-1,1 1 1,0-1-1,0 1 0,0 0 1,0 1-1,1 0 1,-1-1-1,1 2 0,1-1 1,-8 11-1,8-11-189,1 0 0,-1 1-1,1-1 1,1 1 0,-1 0 0,1 0-1,0 0 1,1 0 0,-1 1 0,1-1 0,0 0-1,0 12 1,2-17-40,-1 0-1,0-1 1,0 1 0,1-1 0,-1 0-1,0 1 1,1-1 0,-1 1-1,0-1 1,1 1 0,-1-1-1,1 0 1,-1 1 0,1-1 0,-1 0-1,1 1 1,-1-1 0,1 0-1,-1 0 1,1 0 0,-1 1-1,1-1 1,-1 0 0,1 0 0,0 0-1,-1 0 1,1 0 0,-1 0-1,1 0 1,0 0 0,25 0-419,-18-1 135,0 1 172,-1 0 0,1-1-1,-1-1 1,1 1 0,-1-1 0,1 0-1,-1-1 1,0 0 0,0 0 0,9-6 0,4-4-121,-1 0 1,19-19-1,-13 19 5405,-23 31-3871,-1 23-1766,-1-38 782,0 0-490,0 0-1,0 1 1,0-1-1,0 0 1,1 0 0,-1 1-1,1-1 1,0 0-1,0 0 1,0 0 0,0 0-1,3 5 1,-2-6-191,0 0 1,0-1-1,-1 0 1,2 1 0,-1-1-1,0 0 1,0 0-1,0 0 1,0 0-1,1 0 1,-1-1 0,0 1-1,1 0 1,-1-1-1,0 0 1,1 0-1,-1 0 1,3 0 0,50 0-10839,-28-4 2882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2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7395,'0'0'16053,"6"1"-14628,-2 0-1292,-1 0 0,1 0-1,-1 0 1,0 0 0,1 0 0,-1 1 0,0-1 0,0 1 0,0 0 0,0 0 0,0 0 0,-1 1 0,1-1 0,-1 1 0,1-1-1,2 6 1,-3-6-145,-1-1 0,0 1 0,0-1 0,1 1 0,-1-1 0,1 1 0,-1-1 0,1 0 0,0 1 0,0-1 0,-1 0 0,4 1 0,-4-2-28,0-1 0,1 1 0,-1 0 0,1-1 0,-1 1 0,0-1 0,0 0 0,1 1 0,-1-1 0,0 0 0,0 0 0,0 1 0,0-1 0,2-2 0,11-7 135,-3 1-5,1 1-1,1 0 1,-1 1 0,1 1-1,0 0 1,1 1 0,-1 0 0,1 1-1,0 1 1,25-4 0,-38 8-1,0 1 0,0-1 0,-1 0 0,1 1 0,-1-1 0,1 1 0,-1-1 0,1 1 0,-1-1 1,0 1-1,1-1 0,-1 1 0,0-1 0,0 1 0,0-1 0,-1 3 0,1 42-341,0-35 30,-1 8-640,-1 25-4216,8-23-3727,11-10-354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2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8036,'0'0'17640,"14"67"-16584,-14-39-1008,0-1 1409,0-5-1441,0-4-16,0-4-464,-7-5-641,7-2-704,-7-7-1424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2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7668,'0'0'6306,"0"47"-10083,0-26-2770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3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12710,'0'0'13385,"-2"12"-13111,-4 9-418,0-1-1,-1-1 0,-18 36 0,12-25-1371,-8 12-276,-13 8 106,33-48 1282,-19 0-16530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4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0 4882,'0'0'16928,"-4"19"-14716,-95 302 3825,43-168-5491,6-19-505,46-122-216,1 1 0,0 0 0,1 0 0,0 15 0,2-27 158,0 0 0,0 0 0,1-1 0,-1 1 0,0 0 0,1 0 0,-1-1 0,1 1 0,-1 0 0,1-1 1,-1 1-1,1 0 0,-1-1 0,1 1 0,0-1 0,-1 1 0,1-1 0,0 1 0,0-1 0,-1 1 0,1-1 0,0 0 0,0 0 0,0 1 0,-1-1 0,1 0 0,0 0 0,0 0 0,0 0 1,0 0-1,-1 0 0,2 0 0,38 0-78,-25-1 18,17 2-55,0-2 1,0-1-1,0-2 0,-1-1 0,0-1 1,0-1-1,0-2 0,-1-2 1,0 0-1,41-24 0,-69 35 31,-1-1 0,1 0 0,-1 0 0,1 0 0,-1 0 0,0 0-1,1 0 1,-1 0 0,0 0 0,0 0 0,1-1 0,-1 1 0,0 0 0,-1-1 0,1 1-1,0-1 1,0 1 0,0-1 0,-1 0 0,1 1 0,-1-1 0,0 0 0,1 1-1,-1-4 1,0 3-248,-1 0 0,0 0 0,0 1 0,0-1 0,0 0 0,0 1 0,0-1 0,0 1 0,-1-1 0,1 1 0,-1-1 0,1 1 0,-1 0 0,1 0 0,-1 0 0,0 0 0,1 0 0,-1 0 0,0 0 0,-3 0-1,-23-12-6743,-5-3-3035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4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5410,'0'0'5395,"116"-34"-897,-62 23-1665,0 2-1456,7-3-833,-14 3-272,-6 3-192,-14 1-80,-13 3-320,-42 11-14327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4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2209,'0'0'9412,"149"2"-6210,-94-17-1457,-1-1-289,-7-2-687,-6 2-753,-7 5-16,-7 4-353,-14 2-1103,-6 5-1874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6419,'0'0'13214,"12"19"-11293,40 59-302,-51-75-1514,0-1 0,0 0-1,1 0 1,-1 0 0,0 0-1,1 0 1,-1-1 0,1 1-1,0 0 1,-1-1 0,1 1-1,0-1 1,0 1 0,0-1 0,0 0-1,1 0 1,2 1 0,5 2 430,-8-3-505,-1 0 0,1-1 0,-1 1 0,1-1 0,0 0 0,-1 1 0,1-1 0,-1 0 0,1 0 0,0 0 0,-1 0 0,1 0 0,0 0 0,-1-1 0,1 1 0,0-1 0,-1 1 0,1-1 0,-1 1-1,1-1 1,-1 0 0,1 0 0,1-1 0,36-28-168,-29 22 173,10-9-64,-11 9 26,1 0 0,-1 0 0,1 1 0,1 0 0,-1 1 0,1 0 0,0 0 0,15-4 0,-24 10 665,-2 27 1771,0-22-2298,0 0 1,0 1-1,0-1 1,1 0-1,0 1 1,0-1-1,1 0 1,-1 0-1,1 0 0,0 0 1,5 9-1,-5-12-119,0 1 0,1-1 0,-1 0 0,0 0 0,1 0-1,0 0 1,-1 0 0,1 0 0,0-1 0,0 1 0,0-1 0,0 0-1,0 0 1,0 0 0,0 0 0,0-1 0,0 1 0,1-1 0,-1 0-1,6 0 1,3 0-69,-1 0-1,1-1 1,-1 0-1,0-1 1,1 0-1,-1-1 1,0 0-1,0-1 1,-1 0-1,1-1 1,-1 0-1,0 0 1,0-1-1,0-1 1,-1 1-1,0-2 1,-1 1-1,1-1 1,8-11-1,-17 18 111,1 1-1,-1 0 1,1 0-1,-1 0 0,1-1 1,0 1-1,-1 0 1,1 0-1,-1 0 1,1 0-1,-1 0 0,1 0 1,0 0-1,-1 0 1,1 0-1,-1 0 0,1 1 1,-1-1-1,1 0 1,0 0-1,-1 0 0,1 1 1,-1-1-1,1 0 1,-1 1-1,1-1 0,-1 0 1,0 1-1,1-1 1,-1 0-1,1 1 0,-1-1 1,0 1-1,1-1 1,-1 1-1,0-1 1,1 1-1,-1-1 0,0 1 1,0-1-1,0 1 1,0 0-1,1 0 0,-1 0 93,6 32-1471,2 10-2643,-7-41 3737,0-1 0,0 1 1,0 0-1,0 0 0,0-1 0,0 1 0,0-1 0,0 1 0,1-1 0,-1 0 0,0 1 1,1-1-1,-1 0 0,1 0 0,0 0 0,-1 0 0,1 0 0,0 0 0,3 1 0,27 1-6993,2-2-1645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5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179 389 8884,'0'0'7297,"-7"23"-2223,-3 6-3618,5-14-940,0 0 0,1 1 0,1-1 0,0 1 0,1 0 0,1 0 0,0 18 0,0 11 633,-1 0 0,-12 59-1,9-79-1428,-1 0-1,-1 0 1,-1-1-1,-2 0 1,-18 35-1,27-56 62,0-1-1,-1 1 0,1-1 0,-1 0 1,1 0-1,-1 0 0,0 1 1,1-2-1,-1 1 0,0 0 0,0 0 1,-1 0-1,1-1 0,0 1 0,0-1 1,-1 0-1,1 0 0,-1 0 0,1 0 1,-1 0-1,-3 0 0,0-21-1989,4-3 1778,0 1 1,2-1-1,1 1 0,8-46 0,28-88 297,-21 92-331,-9 39 289,70-250-4023,-60 227 4266,1 0 1,3 1-1,42-68 0,-38 83 2771,-24 31-2486,0 0 0,1 0 0,-1 0 1,0 0-1,1 0 0,-1 1 0,0-1 1,1 0-1,-1 1 0,1 0 0,-1-1 0,1 1 1,0 0-1,1-1 0,-2 3-139,0-1 1,0 0-1,0 1 0,0-1 1,-1 1-1,1-1 0,0 1 1,-1-1-1,1 1 0,-1-1 1,0 1-1,1 0 0,-1-1 0,0 1 1,0 0-1,0-1 0,0 1 1,0-1-1,-1 1 0,1 0 1,-1 1-1,1 4 232,0 134 2285,0-139-2745,0-1 0,-1 1 0,1-1 0,0 1 0,-1-1 0,1 1 0,-1-1 0,0 1 0,1-1 0,-1 0 0,0 1 0,0-1 0,0 0 0,0 0 0,0 1 0,0-1 0,0 0 0,0 0 0,0 0 0,-1 0 0,1-1 0,0 1 0,-1 0 0,1 0 0,0-1 0,-1 1 0,1-1 0,-1 1 0,1-1 0,-1 0 0,1 0 0,-1 1 0,1-1 0,-4-1 0,-24-3-4015,27 3 3374,1 1-1,-1-1 1,1 0-1,-1 0 1,1 0-1,0 0 1,-1 0 0,1 0-1,0 0 1,0 0-1,0 0 1,0-1-1,0 1 1,-1-2-1,-5-12-6506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5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10341,'0'0'12245,"-8"24"-9169,-52 161 1783,47-133-4538,2 0-1,3 0 1,1 1 0,4 0 0,1 0 0,6 60 0,-3-106-553,0 0 0,0 0 0,0 0 0,1 0 0,0 0 0,0-1 0,5 10 0,-6-14 97,0 0 0,0 0 0,1 0 0,-1 0 0,1 0 0,-1-1 0,1 1 0,0 0 0,0-1 0,-1 1 0,1-1 0,0 0 0,0 1 0,1-1 0,-1 0 0,0 0 0,0 0 0,0-1 0,1 1 0,-1 0 0,0-1 0,1 0 0,4 1 0,-3-1-957,6 0-1635,-4-2-1919,1-8-2939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6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6451,'0'0'10101,"116"0"-7556,-76 0-1777,1 0-384,-7 9-384,-14 0-176,0-3-1184,1 1-2114,-8-5-2657,14-2-2065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6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8900,'0'0'17144,"47"41"-15896,-40-25-1055,-1-1-161,1 1-32,0-5-128,-7-2-849,14-6-592,-1-3-1136,1 0-1121,13 0-3233,-7-16-1537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6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610 1 7267,'0'0'18222,"-9"26"-15938,-154 384 2219,95-264-4324,9-18-583,-46 140-1,98-247 77,1 0-653,0-1 0,-2 0 0,0-1 1,-21 36-1,27-51 486,-1 0 1,0 0 0,-1 0-1,1 0 1,-1-1 0,1 1 0,-1-1-1,0 0 1,0 0 0,-1 0-1,1-1 1,-1 0 0,1 0-1,-1 0 1,0 0 0,1 0-1,-1-1 1,0 0 0,0 0-1,0-1 1,0 1 0,0-1 0,0 0-1,0 0 1,0-1 0,-6-1-1,10 2 350,0 0 0,0-1 0,0 1 0,0-1 0,0 1 0,0-1 0,0 1 0,0-1 0,0 0 0,1 1 0,-1-1 0,0 0 0,0 0 0,1 0 0,-1 0 0,0 0 0,1 1 0,-1-1 0,1 0 0,-1-1 0,1 1 0,-1 0 0,1 0 0,0 0 0,0 0 0,-1 0 0,1 0 0,0 0 0,0 0 0,0-2 0,-1-27-3481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37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0 2769,'0'0'12475,"-21"16"-9970,-103 81 1129,98-75-2489,2 1-1,0 1 1,-33 46-1,41-46-894,2 0 0,1 1 0,1 1 0,1 0 1,1 1-1,1 0 0,2 0 0,1 1 0,1 0 0,1 0 0,1 0 0,2 0 0,1 1 0,4 30 0,-2-42-254,2 0 1,0-1-1,1 1 0,1-1 0,0 0 0,2-1 0,-1 1 0,2-1 0,0-1 1,1 0-1,19 22 0,-19-24-652,1-1 0,0-1 0,1 1 0,1-2 1,-1 0-1,1 0 0,27 12 0,-34-18-588,0-1-1,0-1 0,0 1 1,0-1-1,1 0 1,-1 0-1,12-1 1,9 0-7008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42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25 272,'0'0'2198,"8"-24"12500,-4 24-14709,-2 0-53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4:42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18 192,'1'-2'16557,"12"-8"-15327,-8 9-959,0 0 0,0 0 0,0 0 0,0 0 0,0 1 0,1 0 0,-1 0 0,0 0 0,0 0 0,0 1 0,0 0 0,8 3 0,-10-3-185,1 1 0,-1 0 0,0 0 0,0 1 0,0-1 0,0 1-1,0-1 1,-1 1 0,1 0 0,-1 0 0,0 0 0,1 0 0,-1 1-1,-1-1 1,1 0 0,0 1 0,1 5 0,65 193 1955,-44-149-1731,-17-40-193,0 1 1,-1 0-1,-1 0 0,0 1 1,-1 0-1,-1 0 0,0 0 0,1 23 1,-4-24 61,-1 0 0,0-1-1,-1 1 1,0-1 0,-1 0 0,-1 0 0,-5 13 0,-2-1 214,-1-1 1,-24 34 0,19-31-137,-1-1 0,-1-2 0,-2 0 0,0 0 0,-1-2 0,-2-1 0,-29 22 1,52-43-257,1 0 1,0 0 0,0 0 0,-1 1-1,1-1 1,0 0 0,0 0 0,-1 0-1,1 0 1,0 0 0,0 1-1,-1-1 1,1 0 0,0 0 0,-1 0-1,1 0 1,0 0 0,-1 0 0,1 0-1,0 0 1,0 0 0,-1 0 0,1 0-1,0 0 1,-1-1 0,1 1 0,0 0-1,-1 0 1,1 0 0,0 0 0,0 0-1,-1-1 1,1 1 0,0 0-1,0 0 1,0 0 0,-1-1 0,1 1-1,-5-17-1568,5-34-6335,1 33 2294,-1-4-1894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8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1 340 2401,'0'0'8391,"7"0"-6286,16-2-448,-6 0 4865,-4-2-1140,-12 4-5321,-1-1 0,1 1 0,0-1 0,-1 1 0,1 0 0,0-1 0,0 1 0,-1 0 0,1-1 0,0 1 0,0 0 0,-1 0 0,1 0 0,0 0 0,0 0 0,-1 0 0,1 0 0,0 0 0,0 0 0,0 0 0,-1 1 0,1-1 0,0 0 0,0 0 0,-1 1 0,1-1 0,0 0 0,-1 1 0,1-1 0,0 1 0,-1-1 0,1 1 0,-1-1 0,1 1 0,-1 0 0,1-1 0,-1 1 0,1-1 0,-1 1 0,1 0 0,-1-1 0,0 1 0,0 0 0,1 1 0,5 7 149,0 0 0,-1 0 0,0 1 0,0 0 0,-1 0-1,0 1 1,-1-1 0,0 1 0,2 20 0,-5-31-135,-1-1-105,0 0 0,0 0-1,-1-1 1,1 1 0,0-1 0,1 1-1,-1-1 1,0 1 0,0-1 0,1 0-1,-1 1 1,0-1 0,1 0 0,0 1-1,-1-4 1,0-1-73,-6-21-348,1 0 0,2 0 1,1-1-1,1 0 0,4-53 0,-2 28-192,0 49 609,0-1-1,0 1 1,0 0 0,1 0 0,-1 1 0,1-1 0,0 0-1,0 0 1,0 0 0,2-4 0,-2 7 33,1-1 0,-1 1 0,0 0 0,1 0-1,-1-1 1,1 1 0,0 0 0,-1 0 0,1 0 0,0 0 0,0 1 0,-1-1 0,1 0 0,0 1 0,0 0 0,0-1 0,0 1 0,0 0 0,0 0 0,0 0 0,0 0 0,2 0 0,11 2 12,0 0 0,-1 0-1,1 2 1,-1 0 0,1 0 0,17 9 0,-13-5 4,-1-1 1,38 7-1,-42-11-66,-1-1 0,1-1-1,-1 0 1,1-1-1,0-1 1,-1 0-1,1-1 1,23-6 0,-32 7 35,-1-1 0,0 0 0,0 0 1,0 0-1,0-1 0,0 0 1,0 1-1,-1-1 0,1 0 1,-1-1-1,0 1 0,0-1 1,0 1-1,0-1 0,-1 0 1,0 0-1,1 0 0,-1 0 1,-1 0-1,1-1 0,-1 1 0,1-1 1,-1 1-1,-1-1 0,1 1 1,-1-1-1,1 1 0,-2-10 1,1 13 37,1-1 1,-1 1-1,0 0 1,0-1-1,0 1 1,-1 0 0,1-1-1,0 1 1,0-1-1,-1 1 1,1 0-1,-1 0 1,1-1-1,-1 1 1,1 0-1,-1 0 1,0-1 0,0 1-1,0 0 1,1 0-1,-1 0 1,0 0-1,0 0 1,-1 0-1,-1-1 1,-1 1 71,0 0 0,1 0-1,-1 1 1,0-1 0,0 1 0,0 0 0,-7 0 0,-5 1-23,9-1 7,0 1 0,0 0 0,0 0 0,0 0 0,0 1-1,1 0 1,-1 1 0,0-1 0,1 1 0,0 1 0,-1-1 0,1 1-1,1 0 1,-1 0 0,1 1 0,-1 0 0,1 0 0,1 0-1,-1 1 1,1-1 0,0 1 0,0 0 0,0 0 0,1 0 0,0 1-1,0-1 1,1 1 0,0 0 0,0 0 0,0 0 0,1 0-1,0 0 1,0 0 0,1 0 0,0 0 0,0 0 0,1 0 0,0 0-1,0 0 1,1 0 0,0 0 0,0 0 0,0-1 0,1 1 0,0-1-1,0 1 1,1-1 0,-1 0 0,9 9 0,-5-7-146,1 0 0,0 0 0,1-1 0,-1 0 0,2-1 0,-1 0 0,1 0 0,-1-1 0,2 0 0,10 4 0,-13-7-464,-1 1 0,1-2 0,0 1 0,0-1 0,1 0 0,-1 0-1,0-1 1,0 0 0,0-1 0,0 0 0,1 0 0,-1 0 0,-1-1 0,14-5-1,-11 2-1578,0-1 1,-1 0-1,17-13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8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0 16359,'0'0'5267,"-75"115"-2850,55-45 2401,6-2-1168,14 0-3394,0-7-256,0-9 0,0-5 0,0-4 0,0-7 0,-7-4 0,-6-10 0,6-10-704,-13-10-3202,6-2-1889,-13 0-4529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9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10613,'0'0'2630,"21"-14"889,7-5-1908,1 2 0,1 0 0,1 2 0,0 1 0,45-13 0,-21 17-48,0 2 0,0 3-1,80 2 1,-134 3-1560,0 0 1,0 0-1,1 0 0,-1 0 0,0 0 1,0 1-1,1-1 0,-1 0 1,0 1-1,0-1 0,0 1 1,1-1-1,-1 1 0,0-1 0,0 1 1,0 0-1,0 0 0,0-1 1,0 1-1,0 0 0,-1 0 0,1 0 1,1 2-1,-1 0 0,0-1-1,0 1 1,0-1 0,0 1-1,-1 0 1,1-1 0,-1 1-1,0 0 1,0 0-1,0 5 1,-3 9-7,0-1 1,-1 1-1,-7 17 0,4-11-1,6-13 5,-1 0 0,2 0 0,-1 0 0,2 11 0,0 0 0,-1-20-9,1 0 0,-1-1-1,1 1 1,-1 0 0,1 0 0,-1 0-1,1-1 1,-1 1 0,1 0 0,0-1-1,-1 1 1,1 0 0,0-1 0,0 1-1,0-1 1,-1 1 0,1-1 0,0 0 0,0 1-1,0-1 1,0 0 0,0 1 0,0-1-1,0 0 1,0 0 0,0 0 0,0 0-1,-1 0 1,1 0 0,0 0 0,2-1 0,32-1-547,-25 0 377,-1-1 1,1-1-1,-1 0 0,0 0 1,0 0-1,0-1 0,0-1 1,9-7-1,-1 0 149,-1-1-1,26-29 1,-41 43 117,-1-1 0,1 0 0,0 0 0,0 1 1,-1-1-1,1 1 0,0-1 0,0 1 1,0-1-1,0 1 0,0 0 0,0-1 1,0 1-1,0 0 0,0 0 0,0-1 1,0 1-1,0 0 0,0 0 0,0 0 1,0 0-1,0 0 0,0 1 0,0-1 0,0 0 1,0 0-1,0 1 0,1 0 0,31 18 244,-29-16-645,0 0-1,1 0 0,-1-1 0,0 1 0,1-1 0,0 0 0,-1 0 0,6 1 0,20-2-5345,-8-2-1256,5-1-6765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9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6 222 14215,'0'0'16319,"0"17"-15065,2 15-719,0 1-199,-7-68-228,3 17-99,0-1 0,1 0 1,2 1-1,-1-1 0,7-32 0,-5 44-25,-1-1 0,2 1 0,-1 0-1,1 0 1,0 0 0,1 0-1,0 0 1,0 1 0,0 0 0,1 0-1,-1 0 1,2 0 0,-1 1-1,0 0 1,1 0 0,13-8 0,-17 11-283,0 1 1,1 0 0,-1 0 0,1 0 0,0 0 0,-1 0 0,1 0 0,0 1 0,-1 0 0,1-1 0,4 1 0,-6 0-217,0 0 1,0 0-1,0 0 1,1 1-1,-1-1 1,0 0 0,0 1-1,0-1 1,0 1-1,0-1 1,0 1 0,0-1-1,1 1 1,-2 0-1,1-1 1,0 1 0,0 0-1,0 0 1,0 0-1,0 0 1,-1 0-1,1 0 1,0 0 0,-1 0-1,2 1 1,4 16-10182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49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12486,'0'0'18878,"13"2"-17678,-6-1-1091,56 13 34,-57-12-147,-1 0 0,0 0 0,1 0 0,-1 0 0,0 1 0,0 0-1,-1 0 1,1 0 0,0 0 0,-1 1 0,5 5 0,-8-8 4,0-1 0,0 1 0,-1-1 0,1 1 0,0-1 0,0 1 0,0-1 0,0 0 0,0 1 0,0-1 0,-1 0 0,1 0 0,0 0 0,0 1 0,0-1 0,0 0 0,0 0 0,0-1 0,0 1 0,0 0 0,0 0 0,0 0 0,0-1 0,0 1 0,-1 0 0,1-1 0,0 1 0,0-1 0,0 1 0,-1-1 0,1 1 0,0-1 0,0 1 0,-1-1 0,1 0 0,0 1 0,-1-1 0,1 0 0,-1 0 0,1 0 0,-1 1 0,0-1 0,1-1 0,1 0 0,24-23 0,34-26 0,-28 25 0,-8 70 0,-22-42-64,0 1 0,0-1 0,0 0 0,1 0 0,-1 0 1,1 0-1,-1 0 0,1-1 0,0 1 0,0-1 0,0 1 0,0-1 0,0 0 0,0 0 0,4 0 1,47 4-5518,-6-5-6048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5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31 11077,'0'0'21007,"-1"-6"-20375,1 5-630,0 0 0,-1 0 0,1 0-1,0-1 1,-1 1 0,1 0 0,-1 0-1,1 0 1,-1 0 0,0 0 0,0 0-1,1 0 1,-1 0 0,0 0 0,0 0-1,0 0 1,0 1 0,0-1 0,0 0-1,0 0 1,0 1 0,0-1 0,0 1-1,0-1 1,0 1 0,-1 0 0,1-1-1,-1 1 1,-2-1-1,-1 1 1,1 0-1,0 1 0,0-1 0,0 1 1,0-1-1,0 1 0,0 0 0,-4 2 1,-11 5-5,1 1-1,-1 0 1,-16 13 0,18-11 3,1 0 0,1 2 0,0 0 0,1 0 0,-17 21 0,27-29 0,0-1 0,0 1 0,1 0 0,0 0 0,0 0 0,0 1 0,0-1 0,1 1 0,0-1 0,0 1 0,1 0 0,-1 0 0,1-1 0,0 1 0,1 0 0,0 0 0,0 0 0,0 0 0,0 0 0,1 0 0,3 10 0,-3-14-44,0 0-1,0 0 1,0-1 0,1 1 0,-1-1-1,1 1 1,-1-1 0,1 1-1,0-1 1,-1 0 0,1 0 0,0 0-1,0 0 1,0 0 0,0 0-1,0-1 1,0 1 0,0 0-1,0-1 1,0 0 0,0 1 0,4-1-1,53-1-3176,-49 1 2128,32-7-6190,4-15-4624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51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102 109 9428,'0'0'20511,"-12"1"-18107,-39 6-1980,49-7-424,1 1 0,-1 0 0,0 0 0,1 0 0,-1 0 0,0 0 0,1 0 0,-1 0 0,1 1 0,0-1 0,-1 0 0,1 1 0,0-1 0,0 1 0,0 0 0,0-1 0,0 1 0,0 0 0,0 2 0,-8 31 0,8-32 0,0 51 0,1-54 0,0 1 0,1 0 0,-1-1 0,1 1 0,-1-1 0,1 1 0,-1-1 0,0 1 0,1-1 0,0 1 0,-1-1 0,1 0 0,-1 1 0,1-1 0,-1 0 0,1 1 0,0-1 0,-1 0 0,1 0 0,0 1 0,-1-1 0,1 0 0,0 0 0,-1 0 0,1 0 0,0 0 0,-1 0 0,1 0 0,0 0 0,0 0 0,0-1 0,22-1 0,-15-1 0,1 0 0,-1 0 0,0-1 0,0 0 0,0 0 0,0-1 0,-1 0 0,1 0 0,-1-1 0,-1 0 0,1 0 0,-1 0 0,0-1 0,6-9 0,-6 8 0,0 0 0,-1-1 0,1 0 0,-2 0 0,1 0 0,-1-1 0,-1 0 0,1 0 0,-2 1 0,1-2 0,-2 1 0,2-12 0,-3 21 0,-1 0 0,1 0 0,0 0 0,-1-1 0,1 1 0,-1 0 0,1 0 0,-1 0 0,1 0 0,-1 0 0,0 0 0,0 0 0,1 0 0,-1 0 0,0 0 0,0 0 0,0 1 0,0-1 0,0 0 0,0 0 0,0 1 0,0-1 0,0 1 0,-1-1 0,1 1 0,0 0 0,0-1 0,0 1 0,-1 0 0,1 0 0,0 0 0,-2 0 0,-49-2 0,39 3 0,9-1 0,0 0 0,-1 1 0,1-1 0,0 1 0,0 0 0,0 0 0,0 1 0,-6 3 0,8-5 0,0 1 0,1 0 0,-1 0 0,1 0 0,-1 0 0,1 0 0,0 0 0,0 1 0,-1-1 0,1 0 0,0 1 0,0-1 0,0 1 0,0-1 0,0 1 0,1-1 0,-1 1 0,0 0 0,1-1 0,-1 1 0,1 0 0,0 0 0,-1 2 0,4-3 0,0 0 0,0 0 0,0-1 0,0 1 0,0-1 0,1 0 0,-1 0 0,0 0 0,0 0 0,3-1 0,0 1 0,35-2 0,77-14 0,-77 9 0,80-4 0,-120 12 0,-1-1 0,1 1 0,0-1 0,0 1 0,-1-1 0,1 1 0,0 0 0,-1 0 0,1-1 0,0 1 0,-1 0 0,1 0 0,-1 0 0,0 0 0,1-1 0,-1 1 0,0 0 0,1 0 0,-1 0 0,0 0 0,0 0 0,0 0 0,0 0 0,0 0 0,0 0 0,0 0 0,0 0 0,0 0 0,0 0 0,0 0 0,-1 1 0,-5 39 0,5-38 0,0 62 0,1-64 0,1 0 0,-1-1 0,1 1 0,0-1 0,-1 0 0,1 1 0,-1-1 0,1 1 0,0-1 0,-1 0 0,1 1 0,0-1 0,-1 0 0,1 0 0,0 0 0,0 1 0,-1-1 0,1 0 0,0 0 0,-1 0 0,1 0 0,0 0 0,0 0 0,-1-1 0,1 1 0,1 0 0,21-4 0,-5-6 0,1 0 0,-2-2 0,1 0 0,30-29 0,-42 36 0,12-6 0,-14 23 0,2 15 0,-5-25-234,0 0-1,0 0 1,0 0-1,0 0 1,0 0 0,1 0-1,-1 0 1,1-1 0,-1 1-1,1 0 1,2 1-1,-2-2-370,0 0 1,0 0-1,1 0 0,-1 0 0,0 0 0,1-1 0,-1 1 0,1-1 0,-1 0 1,0 1-1,5-2 0,18 1-9733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51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7507,'0'0'24305,"3"4"-23443,-1 0-857,1 0 0,-1-1 1,1 1-1,1-1 0,-1 0 0,0 1 1,1-2-1,-1 1 0,1 0 1,0-1-1,0 1 0,0-1 1,0 0-1,0-1 0,1 1 1,-1-1-1,0 0 0,1 0 0,-1 0 1,1 0-1,8-1 0,-5 0-6,-1 0-1,1 0 0,-1-1 1,0 0-1,1-1 0,-1 0 1,0 0-1,0 0 0,0-1 1,0 0-1,-1 0 0,1-1 1,10-7-1,1-3-109,-7 6-76,-1 0 0,0 0 0,0-2 0,16-18 0,-22 21 690,-5 19 40,1-4-540,-1-3-16,1 0 0,0 0 0,0 0-1,1 0 1,-1 0 0,1 0 0,0 0 0,3 7 0,-3-10-44,1 0-1,-1-1 1,1 1-1,-1-1 1,1 1-1,-1-1 1,1 0-1,0 0 1,0 1-1,0-1 1,-1 0-1,1-1 1,0 1-1,0 0 1,0-1-1,0 1 0,1-1 1,-1 1-1,0-1 1,0 0-1,0 0 1,0 0-1,0 0 1,3-1-1,5 2-1487,27-4-7082,-11-8-5212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51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17784,'0'0'12931,"-6"27"-11095,3-18-1762,-12 52-3,-14 119 0,28-158-71,-3 69 0,4-82 0,1 0 0,0 0 0,0 0 0,1-1 0,0 1 0,0 0 0,6 12 0,-8-20-24,1 1 0,0 0-1,0 0 1,0 0 0,0-1 0,0 1 0,0-1-1,0 1 1,0-1 0,1 1 0,-1-1-1,1 0 1,-1 1 0,1-1 0,-1 0 0,1 0-1,0 0 1,0 0 0,-1-1 0,1 1 0,0 0-1,0-1 1,0 1 0,0-1 0,0 0-1,0 1 1,0-1 0,0 0 0,0 0 0,0 0-1,0-1 1,0 1 0,-1 0 0,1-1 0,3 0-1,-1-1-209,-1 0 1,1 0-1,0 0 0,-1-1 0,0 1 0,1-1 1,-1 0-1,0 0 0,0 0 0,-1 0 0,1 0 0,0-1 1,-1 1-1,0-1 0,2-4 0,7-24-8066,-8-5-6304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51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1 102 768,'0'0'18873,"142"-13"-16008,-81 1-2016,0-6-849,-7 3-1441,-13-6-2769,6-1-7555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52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6707,'0'0'22939,"115"-14"-21707,-61 3-351,-6 0-577,-8 4-160,-6 2-144,-7 1-128,-6 4-417,-15 0-703,-39 11-12871,-1 3 4467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52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3490,'0'0'22282,"149"-7"-21626,-95-8-544,-6-1-112,-8 2-704,-6-2-1553,0 1-2882,0-6-5858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52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13670,'0'0'8674,"24"-3"-4446,4-1-3145,3 0 137,0-1 0,46-15 1,110-34 142,-242 57-6224,44 0 3475,0 0 0,0 1 0,-20 11 0,-32 23-8154,23-10 1416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52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2273,'0'13'4162,"0"-4"-1665,0-2 2417,13-5-480,14 0-1120,0-2-801,14 0-240,0 0-384,-1 0-769,1-6-591,-7-8-417,0 1-112,-7-6-769,0 4-1760,0-6-2593,0-1-5955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53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373 130 10949,'0'0'15322,"-12"-10"-13428,4 3-1550,4 3-223,1 0 0,-1 1 1,0-1-1,0 1 0,-1 0 0,1 0 0,0 1 1,-1-1-1,0 1 0,1 0 0,-1 0 0,0 1 1,0-1-1,0 1 0,0 0 0,0 1 0,-1-1 1,1 1-1,0 0 0,-7 1 0,-4 2-12,1 1 0,0 1 1,0 1-1,1 0 0,0 1 0,0 0 0,0 1 0,1 1 0,0 0 1,-21 20-1,27-22-84,0 0 1,1 0 0,0 0-1,0 1 1,1 0-1,0 0 1,0 1 0,1-1-1,0 1 1,1 0-1,0 0 1,0 0 0,1 1-1,0-1 1,1 1 0,0-1-1,0 1 1,1-1-1,1 11 1,-1-17-26,1 0 0,0 0 0,0 0 0,1 0 0,-1 0 0,1 0 0,-1 0 0,1 0 0,0-1 0,0 1 0,0-1 0,0 1 0,1-1 0,-1 0 0,1 0 0,-1 0 0,1 0 0,0 0 0,0-1 0,-1 1 0,1-1 0,0 0 0,1 0 0,-1 0 0,0 0 0,0 0 0,0-1 0,5 1 0,15 2 0,-1-1 0,1-1 0,23-2 0,-22 1 0,-6-1 0,-1 0 0,0-2 0,0 0 0,0 0 0,0-2 0,0 0 0,-1-1 0,0-1 0,30-17 0,-37 19 0,0 0 0,-1-1 0,1 0 0,-1-1 0,-1 0 0,1 0 0,-1-1 0,0 0 0,-1 0 0,0 0 0,0-1 0,-1 0 0,0 0 0,0-1 0,-1 1 0,0-1 0,4-18 0,-6 19 0,-1 0 0,0-1 0,0 1 0,-1 0 0,0-1 0,0 1 0,-1 0 0,-1-1 0,-2-11 0,2 17 0,-1-1 0,1 0 0,-1 1 0,0-1 0,0 1 0,0 0 0,-1-1 0,1 2 0,-1-1 0,0 0 0,0 1 0,0 0 0,-1 0 0,1 0 0,-1 0 0,1 1 0,-9-3 0,4 1 0,-1 0 0,0 1 0,0 0 0,0 1 0,0 0 0,0 1 0,-1 0 0,-17 1 0,25 0 0,0 0 0,0 0 0,0 1 0,0-1 0,0 1 0,0-1 0,0 1 0,0 0 0,0 0 0,0 1 0,0-1 0,0 1 0,1-1 0,-1 1 0,1 0 0,-1 0 0,1 0 0,0 0 0,-1 0 0,1 1 0,0-1 0,1 0 0,-1 1 0,0 0 0,1-1 0,-1 1 0,1 0 0,0 0 0,0 0 0,0 0 0,0 5 0,-1 37-4161,2-43 3767,0-1 0,0 1 0,1 0 0,-1-1-1,0 1 1,1-1 0,0 1 0,-1-1 0,1 1 0,0-1 0,0 1 0,0-1 0,0 1 0,0-1 0,0 0 0,0 0 0,0 1 0,1-1 0,-1 0-1,0 0 1,1 0 0,2 1 0,22 6-11432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5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 13254,'0'0'19513,"0"-9"-19513,0 20 0,0 7 0,0 2 0,0 1 0,0 1-416,-7-4-7108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6:53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0 18633,'0'0'3905,"-108"167"289,47-68-1489,-14 19-2304,-13-8-401,-7 19-1217,-13-2-5746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01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10949,'0'0'7118,"3"27"-5715,0 3-959,-1-6 76,2 0 0,0 0 0,1 0 0,14 38 0,0 2 686,-4 0-1,-2 2 0,-3-1 1,2 98-1,-2-96-800,-1 15 25,-2-85-206,17-43-113,-21 39-141,0 0-1,0 0 0,1 0 0,0 1 1,0 0-1,0-1 0,1 1 1,0 1-1,0-1 0,0 1 1,1 0-1,8-6 0,-7 7-22,0 0 0,1 1 1,-1 0-1,1 0 0,-1 1 0,1-1 1,8 0-1,-13 3 32,0-1 1,0 1-1,0 0 1,-1-1-1,1 1 1,0 0-1,0 1 0,0-1 1,-1 0-1,1 1 1,0 0-1,-1 0 1,1-1-1,0 2 1,-1-1-1,1 0 1,-1 0-1,1 1 1,-1-1-1,0 1 1,0 0-1,0 0 1,4 3-1,-2 2 5,0 0 0,0 0 0,0 0 1,-1 1-1,0-1 0,-1 1 0,1 0 0,-1 0 0,-1-1 0,0 1 1,0 1-1,0-1 0,-1 0 0,0 0 0,-1 0 0,0 0 0,0 0 1,-4 14-1,0-9 42,1-1 0,-2 0 0,0 0 0,0 0 1,-1-1-1,0 0 0,-1 0 0,-1-1 0,1 0 0,-18 15 1,7-7 320,-1-2 1,-1 0-1,0-1 1,-1 0-1,-1-2 1,0-1-1,-43 16 1,66-28-370,-1 0 1,0 0 0,0 1-1,0-1 1,1 0 0,-1 0 0,0 0-1,0 0 1,0 0 0,0 0-1,1 0 1,-1 0 0,0 0 0,0-1-1,0 1 1,1 0 0,-1 0-1,0-1 1,0 1 0,1-1 0,-1 1-1,0-1 1,0 1 0,1-1-1,-1 1 1,1-1 0,-1 1 0,0-1-1,1 0 1,-1 1 0,1-1-1,0 0 1,-1 1 0,1-1 0,-1 0-1,1 0 1,0 0 0,0 1 0,-1-1-1,1 0 1,0 0 0,0 0-1,0 1 1,0-1 0,0 0 0,0 0-1,0 0 1,0 0 0,1 1-1,-1-1 1,0 0 0,1-1 0,-1-2-304,1 0 0,0 0 0,0 0 0,0 1 0,0-1 0,1 0 0,0 0 0,-1 1 0,6-7 0,-2 5-550,0 1 1,0 0 0,1 0-1,0 1 1,-1-1 0,1 1 0,1 0-1,-1 1 1,11-4 0,5-2-2557,29-11-3369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01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11269,'0'0'13772,"-22"20"-12171,-67 61-270,84-76-1200,-1 0 0,1 0 0,0 1 1,1 0-1,-1-1 0,1 2 0,1-1 0,-1 0 0,1 1 1,0-1-1,0 1 0,1 0 0,0 0 0,0 0 1,1 1-1,-1-1 0,2 0 0,-1 0 0,1 1 0,1 12 1,-1-4-73,0-15-56,1 0-1,-1 0 0,0 0 0,0 0 0,0 0 1,1 0-1,-1 0 0,0 0 0,1 0 1,-1 0-1,1 0 0,-1 0 0,1 0 0,0-1 1,-1 1-1,1 0 0,0 0 0,0-1 0,-1 1 1,1 0-1,0-1 0,0 1 0,0-1 0,2 1 1,32 8-30,-24-9-31,-1 0 0,1 0 0,0-1 0,17-4 0,-19 2-34,0-1 0,-1 1 0,0-2 0,0 1-1,0-1 1,0-1 0,-1 1 0,0-1 0,0 0 0,10-12 0,-12 13 39,-1-1-1,1 0 1,-1 0 0,0 0 0,0-1 0,-1 1-1,0-1 1,0 0 0,0 0 0,-1 0-1,0 0 1,0 0 0,0-14 0,-1 14 86,-1 0 1,0 0-1,-1 0 1,0 0-1,0 0 1,-1 0-1,1 0 0,-6-11 1,6 16-12,-1-1 0,0 1 0,1-1 0,-1 1-1,0 0 1,-1 0 0,1 0 0,0 0 0,0 0 0,-1 1 0,1-1 0,-1 1 0,0-1 0,1 1 0,-1 0 0,0 0-1,0 0 1,0 1 0,0-1 0,0 0 0,0 1 0,0 0 0,-4 0 0,-5-1-66,3 0-178,0 1 0,0 0-1,0 0 1,-14 2 0,22-1-271,1 0-1,-1 1 1,1-1 0,0 0 0,-1 0 0,1 0-1,0 0 1,0 0 0,0 0 0,0 1 0,0-1-1,0 0 1,0 0 0,0 0 0,1 0 0,-1 0-1,0 1 1,1-1 0,-1 0 0,0 0 0,2 1-1,18 7-6386,17-4 589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02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48 6499,'0'0'17779,"1"0"-17692,-1 0 1,0-1-1,1 1 0,-1 0 1,0 0-1,1 0 1,-1 0-1,0 0 1,1 0-1,-1 0 0,0 0 1,1 0-1,-1-1 1,0 1-1,1 1 0,-1-1 1,0 0-1,1 0 1,-1 0-1,0 0 1,1 0-1,-1 0 0,0 0 1,1 0-1,-1 1 1,0-1-1,1 0 1,-1 0-1,0 0 0,0 1 1,1-1-1,-1 0 1,0 0-1,0 1 0,1-1 1,-1 0-1,0 0 1,0 1-1,0-1 1,0 0-1,1 1 0,-1 0 1,-18 47 840,14-40-906,1 1 0,0-1 0,0 1 0,0 0 0,1 0 0,1 0 0,-2 14 0,3-21-62,1 0 0,-1 0 0,0 0-1,0 0 1,1-1 0,-1 1-1,1 0 1,0 0 0,-1-1 0,1 1-1,0 0 1,0-1 0,0 1 0,0-1-1,1 1 1,-1-1 0,0 1 0,0-1-1,1 0 1,-1 0 0,1 0 0,-1 0-1,3 1 1,2 1-28,-1-1-1,1 1 1,-1-1-1,1-1 1,0 1 0,0-1-1,10 1 1,-5-2-42,1 1 0,-1-1 0,1-1 0,-1 0 0,0-1 0,1 0 1,-1-1-1,12-4 0,-17 4 80,0-1 1,-1 0 0,0 0-1,0 0 1,0 0-1,-1-1 1,0 0 0,1 0-1,-2 0 1,1 0 0,-1-1-1,1 1 1,3-11-1,-6 14 68,1-1 1,-1 0-1,0 1 0,0-1 0,0 0 0,-1 0 0,1 0 0,-1 0 0,1 0 1,-1 1-1,0-1 0,0 0 0,0 0 0,0 0 0,-1 0 0,1 0 0,-1 0 1,0 0-1,0 1 0,0-1 0,0 0 0,0 1 0,-1-1 0,1 1 0,-1-1 0,0 1 1,1 0-1,-1-1 0,0 1 0,0 0 0,-3-2 0,-3-1 46,-1 1 0,0 0 0,0 0 0,0 1 0,-1 0 0,1 0 0,-1 1 0,0 1 0,1-1 0,-17 1 0,-28 1-2108,32 0-19,28-29-15954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02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1249,'0'0'13368,"-15"31"-8875,-2 0-3550,0-3 438,2 1 1,2 1-1,0 0 0,-16 63 0,17-34 518,4 0-1,-3 73 1,9 20-163,4-50-5842,-1-33-2479,-1 0-3880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02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80 5507,'0'0'14732,"19"0"-13959,6 1-539,-5 1-20,1-1 0,-1-1 0,1-1 1,22-4-1,-39 4-188,1-1-1,-1 1 1,0-1 0,0 0 0,0 0-1,-1-1 1,1 1 0,0-1 0,4-4-1,-7 7-7,0-1-1,0 0 1,0 0 0,0 0-1,0 0 1,0 0-1,0 0 1,-1-1-1,1 1 1,0 0-1,-1 0 1,1 0-1,-1-1 1,1 1-1,-1 0 1,1-1 0,-1 1-1,0 0 1,0-1-1,1 1 1,-1-1-1,0 1 1,-1 0-1,1-1 1,0 1-1,0-1 1,0 1-1,-1 0 1,1-1-1,-1 1 1,1 0 0,-1 0-1,-1-3 1,-1 2 50,-1 1 0,0 0 1,1 0-1,-1 0 1,0 0-1,0 0 1,1 1-1,-1-1 1,0 1-1,0 0 0,0 0 1,0 1-1,-5 0 1,-5 0 77,8-1-10,-1 1 1,1-1-1,0 1 1,0 0-1,0 1 0,0-1 1,0 1-1,0 1 0,0-1 1,0 1-1,1 0 0,0 0 1,-1 1-1,1-1 0,0 1 1,1 0-1,-1 1 1,-7 9-1,7-8-11,0 2 0,0-1 0,1 0 1,0 1-1,1 0 0,-1 0 0,2 0 0,-1 0 1,1 1-1,0-1 0,1 1 0,0-1 0,0 12 0,1-18-172,0-1 0,0 1-1,1-1 1,-1 0 0,0 1-1,1-1 1,-1 1 0,1-1-1,-1 1 1,1-1 0,0 0 0,-1 1-1,1-1 1,0 0 0,0 0-1,0 0 1,0 0 0,0 0-1,0 0 1,0 0 0,1 0-1,-1 0 1,2 1 0,2 0-345,0 0 0,-1 0 1,1-1-1,0 1 0,0-1 1,0 0-1,7 0 0,8-1-2697,0 0 0,31-4 0,3-7-5478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0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 6979,'0'0'17550,"-21"0"-15512,-71 3-307,86-2-1534,-1 1 0,1 0 0,0 0 0,-1 0 0,1 0-1,0 1 1,0 0 0,0 0 0,1 1 0,-1 0 0,1 0-1,0 0 1,0 1 0,0-1 0,-6 9 0,-1 0 180,6-7-321,1-1-1,0 2 0,0-1 1,1 0-1,0 1 1,0 0-1,0 0 0,1 0 1,0 0-1,1 1 1,-1-1-1,1 1 0,1-1 1,-1 1-1,1 0 1,1 12-1,0-19-55,1 0 0,0 0 0,0-1 0,-1 1 0,1-1 0,0 1 0,0-1 0,0 1 0,0-1 0,0 1 0,0-1 0,0 0 0,0 0 0,0 1 0,0-1 0,0 0 0,0 0 0,0 0 0,0 0 0,0 0 0,0 0 0,1-1 0,32 1 0,-31-1 0,8 0-136,-1-1 0,1 0 0,-1 0 0,0-1-1,0-1 1,0 0 0,0 0 0,-1-1 0,1 0 0,13-11 0,-11 8-61,-1-1 0,0 0 1,0-1-1,-1 0 0,0-1 1,-1 0-1,10-16 0,-15 20 158,2-2 901,-6 15 402,-2 20-1347,2-19-236,0-1 0,0 1 0,0 0 0,1 0 0,0 0 0,0-1 1,1 1-1,0-1 0,4 11 0,-4-15-194,0 1 1,0 0-1,1-1 0,-1 1 0,1-1 1,-1 0-1,1 0 0,0 0 1,0 0-1,0 0 0,0-1 1,0 1-1,0-1 0,0 0 1,0 0-1,1 0 0,-1 0 1,0-1-1,1 1 0,-1-1 1,5 0-1,19 1-9644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03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4226,'0'0'22962,"0"11"-21158,0 61 1104,3-71-2880,0 0 1,0 0-1,0 0 0,1 0 1,-1-1-1,0 0 0,1 1 1,-1-1-1,0 0 0,0-1 0,1 1 1,4-2-1,2-2-130,-1 0-1,0-1 0,-1-1 1,1 1-1,-1-1 1,0-1-1,0 1 0,-1-1 1,0-1-1,12-15 1,-19 22 140,0 1 1,0-1 0,1 1-1,-1-1 1,0 1 0,0 0-1,1-1 1,-1 1 0,0 0-1,1-1 1,-1 1 0,0 0 0,1-1-1,-1 1 1,1 0 0,-1 0-1,0-1 1,1 1 0,-1 0-1,1 0 1,-1 0 0,1 0-1,-1 0 1,0-1 0,1 1-1,-1 0 1,1 0 0,-1 0-1,1 0 1,-1 0 0,1 0 0,-1 1-1,1-1 1,0 0 0,7 16-209,1 5-4201,-8-20 3751,-1 0-1,1 0 0,0 0 1,-1 0-1,1 0 1,0 0-1,0-1 1,0 1-1,0 0 1,0-1-1,0 1 1,0 0-1,0-1 1,0 1-1,0-1 1,0 0-1,3 1 1,20 0-16164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06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1905,'6'-4'16064,"-5"7"-14758,-1 8-920,2 47 520,-2-54-964,0 0 1,1-1 0,-1 1 0,1 0-1,0-1 1,0 1 0,1-1 0,-1 0-1,1 1 1,-1-1 0,1 0 0,3 4-1,-4-4-1813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07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1 208,'-2'0'25661,"-2"0"-26417,4 0 748,-1 0-1,1 0 1,-1 0 0,1 0 0,-1 1-1,1-1 1,0 0 0,-1 0 0,1 0-1,-1 0 1,1 1 0,0-1 0,-1 0-1,1 1 1,-1-1 0,1 0 0,0 0-1,0 1 1,-1-1 0,1 1 0,0-1-1,-1 0 1,1 1 0,0-1 0,0 0-1,0 1 1,0-1 0,-1 1 0,1-1-1,0 1 1,0-1 0,0 1 0,0-1-1,0 0 1,0 1 0,0-1 0,0 1-1,0-1 1,0 1 0,0-1 0,0 1 0,1-1-1,-1 0 1,0 1 0,0-1 0,0 1-1,1-1 1,-1 1 0,14 18-2200,10-3 657,-12-9 1188,0 0-1,-1 1 1,0 1 0,18 18 0,-28-26 383,-1-1 1,1 1-1,0 0 0,-1-1 1,1 1-1,-1 0 1,0 0-1,1-1 0,-1 1 1,1 0-1,-1 0 0,0 0 1,0 0-1,1 0 0,-1-1 1,0 1-1,0 0 0,0 0 1,0 0-1,0 0 0,0 0 1,0 0-1,-1 0 1,1-1-1,0 1 0,0 0 1,-1 0-1,1 0 0,0 0 1,-1-1-1,1 1 0,-1 0 1,1 0-1,-1-1 0,1 1 1,-1 0-1,0-1 0,1 1 1,-1 0-1,0-1 0,0 1 1,1-1-1,-1 0 1,-2 2-1,-41 15 1839,36-14-1566,-58 19 1001,59-22-2263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08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8436,'0'0'15351,"-61"162"-13494,47-96-801,1-3 321,-1-2-257,7-5-639,7-8-177,-7-10-240,7-6-64,-6-8-464,6-3-1025,-7-8-608,7-4-1713,-7-4-1200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08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11301,'0'0'5667,"135"-84"-1393,-81 61-1217,-13 5-2032,-7 5-481,-7 6-352,-14 5-192,1 2-16,-14 25-5843,-27 6 1105,-14 8-3009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0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10149,'0'0'13382,"149"-39"-12038,-95 21-895,0 3-449,-13 3-160,-1 6-1777,-6 1-1969,-7 5-4322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08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6963,'0'0'19780,"3"7"-18625,-3-5-1121,0 0 0,1 0 0,-1 0 0,1 0 0,0 0 0,0 0 0,0-1 0,0 1 0,0 0 0,0 0 0,0 0 1,0-1-1,1 1 0,-1-1 0,1 1 0,-1-1 0,1 0 0,0 1 0,-1-1 0,1 0 0,0 0 0,0 0 0,0 0 0,0-1 0,0 1 0,0 0 0,0-1 0,0 1 0,0-1 0,0 0 0,0 0 0,0 0 0,0 0 0,0 0 0,1 0 0,1-1 0,2 1-159,-1-1-1,0 1 0,0-1 0,1-1 0,-1 1 0,0-1 1,0 0-1,0 0 0,0 0 0,-1-1 0,1 1 1,-1-1-1,1 0 0,-1-1 0,0 1 0,0-1 1,0 0-1,5-7 3031,19 71-1926,-25-57-1240,-1-1 1,0 0 0,1 0 0,-1 0-1,1-1 1,0 1 0,0-1-1,-1 1 1,1-1 0,0 0 0,0 0-1,0 0 1,1 0 0,-1-1-1,0 1 1,4-1 0,52-2-8891,-56 2 8171,31-6-9927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09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0 12294,'0'0'10050,"-23"27"-6019,-77 92-189,91-105-3661,-1 0 0,2 0 1,0 1-1,1 0 1,0 0-1,1 1 1,1 0-1,0 0 1,1 0-1,1 1 1,1-1-1,0 1 1,1 18-1,-1-17-171,1-6-10,0 1 0,0 0 0,1 1 0,0-1 0,3 18 0,-2-30-59,0 1 0,0 0 0,0-1 0,0 1-1,0-1 1,0 1 0,1-1 0,-1 0 0,0 1 0,1-1 0,-1 0 0,1 0 0,0 0-1,-1 0 1,1 0 0,0 0 0,-1-1 0,1 1 0,0 0 0,0-1 0,0 0 0,-1 1-1,1-1 1,0 0 0,0 0 0,3 0 0,2 0-431,-1 1-1,1-2 1,0 1-1,-1-1 1,1 0-1,10-3 1,-9 0-842,-1 0-1,0-1 1,1 0-1,-1 0 1,-1-1-1,1 1 1,-1-2-1,6-6 1,21-28-9404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09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6947,'0'0'18569,"-88"165"-13879,60-113-2401,15-2-2017,-7-5-272,13-7 0,0-6 0,0-7 0,7-5 0,0-4 0,0-5-2945,7-6-2546,20-5-5362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09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0 2817,'0'0'17288,"-6"4"-14727,-12 8-1650,1 0 0,1 1 0,0 1 0,1 1 0,1 0 0,-16 20 0,-72 110 2317,80-110-3069,1 0-1,-19 49 1,33-65-156,1-1 0,0 1 0,1 1-1,1-1 1,1 0 0,-1 36 0,4-50-174,0-1 0,1 0 0,-1 1 0,1-1 0,0 0 0,0 1 0,0-1-1,0 0 1,1 0 0,0 0 0,0 0 0,0 0 0,0-1 0,0 1 0,1 0 0,0-1 0,0 0 0,0 0 0,0 0 0,0 0 0,1 0 0,-1 0-1,1-1 1,0 0 0,-1 0 0,1 0 0,0 0 0,0 0 0,1-1 0,6 2 0,8 1-1418,0-1 0,1-1 0,-1-1 1,0 0-1,34-4 0,8-5-8690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0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13254,'0'0'12187,"3"15"-11315,19 70 823,-6-30-573,-3 2-1,-2-1 1,5 93 0,-16-132-1069,1-1-9,-2 0 0,0 1 0,-3 18 0,2-29-40,1 0-1,-1-1 0,0 0 1,0 1-1,-1-1 0,0 0 0,0 0 1,0 0-1,0 0 0,-1-1 0,0 1 1,-6 5-1,5-5-30,0 0 0,0 0 0,0-1 0,-1 1-1,0-1 1,0-1 0,0 1 0,0-1 0,0 0 0,-1-1 0,-10 4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1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279 136 3826,'0'0'14164,"11"-17"-11499,33-53 85,-43 69-2683,-1 1-1,1-1 0,-1 0 0,1 1 1,0-1-1,-1 0 0,0 0 0,1 0 0,-1 1 1,1-1-1,-1 0 0,0 0 0,1 0 1,-1 0-1,0 0 0,0 1 0,0-1 0,0 0 1,0 0-1,0 0 0,0 0 0,0 0 1,0 0-1,0 0 0,-1 1 0,1-1 0,0 0 1,0 0-1,-1 0 0,1 0 0,-1 1 1,1-1-1,-1 0 0,1 0 0,-1 1 0,1-1 1,-1 0-1,0 1 0,1-1 0,-1 0 1,0 1-1,1-1 0,-1 1 0,0 0 0,0-1 1,0 1-1,0-1 0,1 1 0,-1 0 1,0 0-1,0 0 0,0-1 0,0 1 1,0 0-1,0 0 0,0 0 0,1 0 0,-1 0 1,-2 1-1,-3-2 368,-28-4 480,0 1 0,0 2 0,-1 2 0,-53 5 0,85-5-906,0 0 1,1 0-1,-1 0 0,0 1 1,0-1-1,0 1 0,0 0 1,0 0-1,0 0 0,1 0 1,-1 0-1,0 0 0,1 1 1,-1-1-1,1 1 0,-1 0 1,1 0-1,0 0 1,0 0-1,0 0 0,0 0 1,0 1-1,0-1 0,1 0 1,-1 1-1,1 0 0,-1-1 1,1 1-1,0 0 0,0 0 1,1-1-1,-1 1 0,0 0 1,1 0-1,0 0 0,0 0 1,0 0-1,0 0 1,0 0-1,0 0 0,1 0 1,-1 0-1,1 0 0,0-1 1,2 6-1,1-1-75,0 1-1,1-1 1,0 1-1,1-1 1,0-1-1,0 1 1,0-1-1,0 0 1,1 0 0,0-1-1,1 0 1,11 6-1,11 10-434,-5-3-183,-2 1 0,0 1 0,-1 0 0,33 43 0,-49-55 544,0 0 0,-1 0 0,0 0 0,-1 1 0,1 0 0,-2 0 0,1 0 0,-1 0 0,-1 0-1,1 1 1,-2-1 0,1 1 0,-1 0 0,-1-1 0,0 1 0,0 0 0,-1 0 0,0-1 0,-3 11 0,2-15 193,0 0 0,0 0-1,-1-1 1,1 1 0,-1-1-1,-1 1 1,1-1 0,-1 0 0,1 0-1,-1 0 1,0-1 0,0 1-1,-1-1 1,1 0 0,-7 3-1,-11 6 665,-45 17-1,52-23-500,-24 8 699,23-9-384,0 1 0,0 1 0,-18 11 0,87-15-4740,41-17-3701,-89 14 7602,-8 14 1726,-68 67 3235,51-60-3298,1 0 0,-25 37 0,39-50-1053,0 1 0,0 0 0,1 0 1,0 0-1,1 0 0,0 1 0,0-1 0,1 1 0,0 0 1,1 0-1,0 13 0,1-18-277,-1 0 1,2 0-1,-1-1 0,1 1 1,-1 0-1,1 0 0,0-1 1,1 1-1,-1 0 0,1-1 1,0 1-1,0-1 0,1 0 1,-1 0-1,1 0 0,0 0 1,0 0-1,0 0 0,0-1 1,1 0-1,0 1 0,-1-1 1,1-1-1,0 1 0,0 0 1,1-1-1,-1 0 0,0 0 1,1 0-1,0-1 0,-1 1 1,10 0-1,2 2-45,1-1 1,0-1-1,0 0 0,-1-1 0,1-1 1,0 0-1,0-2 0,22-4 0,-38 6-104,0 0 0,0-1 0,0 0 1,1 1-1,-1-1 0,0 0 0,0 1 0,0-1 0,0 0 0,0 0 0,0 0 0,0 0 0,0 0 0,-1 0 0,1 0 1,0 0-1,-1 0 0,1 0 0,0-2 0,2-15-5580,-3 4-3001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3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6 255 1809,'-4'4'23230,"2"8"-21355,9 16-36,17 41-1,-3-7-1620,-29-98-1684,0 0 1,-2-42-1,11 78 1457,-1-1 1,0 0-1,1 1 0,-1-1 0,0 1 1,1-1-1,-1 1 0,1-1 1,-1 1-1,1-1 0,-1 1 0,1-1 1,-1 1-1,1 0 0,0-1 0,-1 1 1,1 0-1,-1-1 0,1 1 0,0 0 1,-1 0-1,1 0 0,0 0 1,-1-1-1,1 1 0,0 0 0,-1 0 1,2 1-1,25-2-6,-23 1 8,30 0 29,28 1 38,85-11 1,-125 7-71,-1-1 0,-1-1 0,1-1-1,-1-1 1,0-1 0,0-1 0,34-20 0,-38 19 35,-1 1-106,-1 0 1,1-1-1,16-17 0,-27 24 50,-1-1-1,0 0 1,0 0 0,0 0 0,0 0-1,0 0 1,-1-1 0,0 1-1,0-1 1,0 1 0,0-1-1,-1 0 1,0 0 0,0 0 0,0 0-1,0-7 1,-2 10 49,1 0-1,0 0 1,-1 1 0,1-1-1,-1 0 1,1 1 0,-1-1 0,0 0-1,0 1 1,1-1 0,-1 1-1,0-1 1,-1 1 0,1-1-1,0 1 1,0 0 0,-1 0 0,1-1-1,0 1 1,-1 0 0,1 0-1,-1 0 1,0 1 0,1-1-1,-1 0 1,0 1 0,1-1 0,-1 1-1,0-1 1,0 1 0,-3 0-1,-8-2 263,-1 0-1,0 2 0,-16 0 1,13 1 208,13-1-373,0 0 1,0 0 0,0 0-1,0 1 1,0 0 0,0 0-1,0 0 1,0 0 0,1 1-1,-1-1 1,0 1 0,1 0-1,-1 0 1,1 0 0,0 1-1,0-1 1,0 1 0,0 0-1,-4 3 1,4-1-22,0 1-1,0-1 1,0 0-1,0 1 1,1 0-1,0-1 1,0 1-1,0 0 1,1 0-1,0 0 1,-1 12 0,2-9-73,0 0 1,0 1 0,1-1-1,0 1 1,0-1 0,1 0-1,0 0 1,1 0 0,0 0-1,1 0 1,-1-1 0,2 1-1,-1-1 1,1 0 0,0 0-1,13 13 1,-11-15-260,1-1 0,0 0 0,0-1 0,1 1 0,-1-1 0,1-1 0,0 0 0,0 0 0,0-1 0,1 0 0,15 1-1,-6-1-1320,0-1-1,1-1 0,-1-1 0,34-6 0,-42 4 23,0 0 0,0-1 0,0 0 0,12-7-1,39-25-9496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3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16504,'0'0'5362,"-68"140"-240,48-67-1936,13 1-1521,0-4-737,7-2-928,0-9 0,0-10 0,0-8 0,0-14 0,0-9-384,0-7-2145,-20-8-6275,-7-3 128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3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9893,'0'0'3585,"22"-4"-127,360-30 9390,-305 31-10233,-77 39-2474,0-27-130,-1-6-11,1 0 1,0 0-1,0 1 1,0-1-1,0 0 0,0 0 1,0 0-1,1 0 1,-1 0-1,1 1 1,0-1-1,0 0 1,0-1-1,1 1 1,-1 0-1,1 0 0,-1 0 1,1-1-1,0 1 1,0-1-1,0 1 1,0-1-1,5 4 1,-4-4-24,1 1-13,0 0-1,1 0 0,0-1 1,0 1-1,0-1 1,0 0-1,5 1 1,-7-2 43,-1-1-1,1 0 1,-1 0 0,1 0 0,-1-1 0,1 1-1,-1 0 1,1-1 0,-1 0 0,0 1 0,1-1-1,-1 0 1,0-1 0,1 1 0,-1 0 0,0 0-1,0-1 1,0 1 0,2-3 0,-1 1-65,36-24 618,-37 26-640,-1 0 0,1 1 0,0-1 0,-1 0 0,1 1 0,0 0 0,0-1 0,-1 1 0,1 0 0,0 0 0,0 0 0,0 0 0,-1 0 1,1 0-1,0 0 0,0 1 0,-1-1 0,1 1 0,0-1 0,0 1 0,-1 0 0,1 0 0,-1 0 0,3 1 0,22 14-6673,3-10-4780,-8-6 1734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4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5442,'0'0'20722,"6"16"-18574,16 50-454,-26-155 1460,4 63-4477,1-1 1,7-46-1,-1 58-3212,3 7-3786,-7 6 6312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4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7571,'0'0'23942,"11"7"-22877,-4-4-985,-1 0-74,1 0 0,-1 1 1,0-1-1,0 1 0,0 0 0,-1 1 0,0 0 0,1 0 0,-2 0 0,1 0 0,0 0 0,-1 1 0,0 0 0,-1 0 0,1 0 0,-1 1 0,3 9 0,1 18-6,-6-34 0,0 0 0,0 0 0,0 0 0,0 0 0,-1 0 0,1-1 0,0 1 0,0 0 0,0-1 0,0 1 0,-1 0 0,1-1 0,0 1 0,0-1 0,-1 1 0,1-1 0,0 1 0,-1-1 0,1 0 0,0 1 0,-1-1 0,1 0 0,-1 1 0,1-2 0,1 0 0,132-124 0,-132 125 0,-1-1 0,1 1 0,0 0 0,0 0 0,0 0 0,-1 0 0,1 0 0,0 1 0,1-1 0,-1 0 0,3 0 0,-5 1 0,1 0 0,0 1 0,-1-1 0,1 0 0,-1 0 0,1 0 0,-1 0 0,1 0 0,0 1 0,-1-1 0,1 0 0,-1 0 0,1 1 0,-1-1 0,1 0 0,-1 1 0,0-1 0,1 1 0,-1-1 0,1 1 0,-1-1 0,0 1 0,1-1 0,-1 1 0,0-1 0,0 1 0,1-1 0,-1 1 0,0-1 0,0 1 0,0-1 0,0 1 0,1 0 0,1 20 0,-2-19 0,0 2-199,1-1 0,0 1 0,0-1 0,0 1 0,1-1 0,-1 0 0,1 0 0,-1 0 0,1 0 0,0 0 0,1 0-1,1 3 1,0-3-509,-1 0 0,1 0-1,0-1 1,-1 1-1,1-1 1,0 0-1,0 0 1,1 0 0,-1-1-1,0 1 1,1-1-1,-1 0 1,0 0-1,7 0 1,28 0-12394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4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20697,'0'0'7246,"9"11"-3276,28 39-3116,-45-53-863,1 0 1,-1 1-1,0 0 1,1 0-1,-1 0 0,0 1 1,0 1-1,0-1 1,-1 1-1,1 1 0,0-1 1,0 1-1,0 1 1,1-1-1,-1 2 1,0-1-1,0 1 0,1 0 1,0 0-1,0 1 1,0 0-1,0 0 0,0 1 1,1 0-1,-9 8 1,8-6-12,0 0 0,0 0 0,0 1 0,1 0 0,0 0 0,1 0 0,0 1 0,0 0 0,1 0 0,0 0 0,1 0 0,0 1 0,0 0 0,1-1 0,0 1 0,1 0 0,0 0 0,0 0 0,1 0 0,2 13 0,-2-21-94,1 0 0,0 0 0,0-1 0,-1 1 0,1-1 0,0 1-1,0-1 1,1 1 0,-1-1 0,0 0 0,0 1 0,1-1 0,-1 0 0,1 0 0,-1 0 0,1 0 0,-1 0 0,1-1-1,0 1 1,-1 0 0,1-1 0,0 1 0,-1-1 0,1 1 0,0-1 0,0 0 0,2 0 0,60 2-4377,-52-2 3420,-1-1-71,-1 0 0,1 0 0,-1-1 1,0-1-1,1 1 0,-1-2 0,0 1 0,13-8 0,31-17-6507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5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52 5683,'0'0'22517,"-10"2"-20138,4 0-2303,0-1-1,1 1 1,-1 1-1,1-1 1,0 1-1,0 0 0,0 0 1,0 0-1,0 1 1,0-1-1,1 1 1,0 0-1,0 1 0,0-1 1,0 1-1,1 0 1,-1-1-1,1 2 1,1-1-1,-1 0 1,1 0-1,0 1 0,0 0 1,0-1-1,1 1 1,0 0-1,0 0 1,0 8-1,1-11-75,-1 0 0,1 0 0,0 0 0,1 0 0,-1-1 0,0 1 0,1 0 0,0 0 0,0 0 0,-1-1 0,2 1 0,-1 0 0,0-1 0,0 1 0,1-1 0,-1 1 0,1-1 0,0 0 0,0 1 0,0-1 0,0 0 0,0 0 0,1-1 0,-1 1 0,0 0 0,1-1 0,4 3 0,4-1 0,-1-1 0,0 0 0,1 0 0,-1-1 0,1-1 0,14 0 0,-24 0 0,2 0-25,1-1-1,-1 1 1,1-1-1,-1 0 1,1 0-1,-1 0 1,1-1 0,-1 1-1,0-1 1,0 0-1,1 0 1,-1 0-1,-1 0 1,1 0-1,0-1 1,0 1 0,-1-1-1,0 0 1,1 0-1,-1 0 1,0 0-1,0 0 1,-1 0 0,1 0-1,-1-1 1,0 1-1,1-1 1,0-5-1,1-4-142,0 0 0,-1 0 0,0 0-1,-1 0 1,-1 0 0,-1-25-1,0 34 111,0 1 0,1-1-1,-1 1 1,-1-1-1,1 1 1,0 0 0,-1-1-1,0 1 1,1 0-1,-1 0 1,0 0 0,-1 0-1,1 1 1,0-1-1,-1 1 1,0-1 0,0 1-1,1 0 1,-1 0-1,0 0 1,-1 0 0,1 0-1,0 1 1,0 0-1,-1-1 1,1 1 0,-5 0-1,-4-2 143,-1 1 1,0 0-1,1 2 0,-1-1 0,0 1 0,-16 3 1,27-3-62,0 0 1,0 1 0,1-1 0,-1 1 0,0-1 0,1 1-1,-1-1 1,0 1 0,1 0 0,-1 0 0,1 0 0,-1 0-1,1 0 1,-1 0 0,1 1 0,0-1 0,0 0 0,-1 1 0,1-1-1,0 1 1,-1 1 0,2-2-27,0 0-1,0 0 1,-1-1-1,1 1 1,0 0-1,0 0 1,0-1-1,0 1 1,0 0-1,0 0 1,0 0-1,0-1 1,1 1-1,-1 0 1,0 0-1,0-1 1,1 1-1,-1 0 1,0-1-1,1 1 1,-1 0-1,1-1 1,-1 1-1,1 0 1,-1-1-1,1 1 1,-1-1-1,1 1 1,0-1-1,-1 1 1,1-1-1,0 0 1,-1 1-1,1-1 1,0 0-1,-1 1 1,1-1-1,0 0 1,0 0-1,-1 0 1,1 0-1,0 0 1,0 0-1,-1 0 1,1 0-1,1 0 1,66 5-249,133-8 0,-183 2 563,0-1 1,0 0 0,-1-1 0,1-1 0,-1-1 0,0-1 0,0 0-1,25-13 1,-41 59-13,-1 70-299,0-110 0,1 1 0,0 0 0,0 0 0,-1-1 0,1 1 0,0 0 0,0-1 0,0 1 0,0-1 0,-1 1 0,1-1 0,0 1 0,0-1 0,0 1 0,0-1 0,0 0 0,0 0 0,0 0 0,0 1 0,0-1 0,1 0 0,-1 0 0,0-1 0,0 1 0,0 0 0,0 0 0,0 0 0,0-1 0,0 1 0,1-1 0,36-8 0,-21 0 0,0-2 0,0 0 0,-1-1 0,0-1 0,-1 0 0,17-20 0,-28 29 0,12 49 0,-16-44-119,0 0 1,1 1-1,-1-1 0,1 0 1,0 1-1,-1-1 1,1 0-1,0 0 0,0 0 1,0 0-1,0 0 0,0 0 1,0 0-1,0 0 0,0 0 1,0 0-1,0 0 0,2 0 1,1 1-810,0-1 0,0 0-1,0 0 1,-1-1 0,1 1 0,0-1 0,0 0 0,5 0 0,-8 0 503,14 0-8456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6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10389,'0'0'21207,"4"4"-20185,1 3-996,0-1 1,0 0 0,0-1-1,1 1 1,0-1 0,12 8-1,-16-12-27,0 0 0,1 0 0,-1 0-1,0-1 1,1 1 0,-1-1 0,0 1-1,1-1 1,-1 0 0,1 0 0,-1 0-1,0 0 1,1 0 0,-1 0 0,1-1-1,-1 1 1,0-1 0,0 0 0,1 0-1,-1 1 1,0-2 0,0 1 0,0 0-1,0 0 1,0-1 0,0 1 0,0-1-1,0 1 1,1-3 0,39-32 1,-41 37 0,0 1 0,-1-1 0,1 0 0,-1 0 0,1 0 0,-1 1 0,1-1 0,-1 0 0,0 1 0,1-1 0,-1 0 0,0 1 0,0-1 0,0 0 0,0 1 0,0 1 0,4 13-3560,-3-15 3238,-1-1 1,1 1-1,-1-1 0,1 1 0,-1-1 0,1 0 0,-1 1 0,1-1 1,-1 0-1,1 0 0,-1 1 0,1-1 0,0 0 0,-1 0 0,1 0 1,-1 0-1,1 0 0,0 0 0,-1 0 0,1 0 0,0 0 0,-1 0 0,1 0 1,-1 0-1,1 0 0,0 0 0,-1 0 0,1-1 0,-1 1 0,1 0 1,-1-1-1,1 1 0,-1 0 0,1-1 0,-1 1 0,1 0 0,-1-1 1,1 1-1,0-2 0,12-15-13402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6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18969,'0'0'7315,"-12"21"-2425,8-12-4428,-8 13-274,1 1 1,0 1-1,2-1 1,1 2-1,-6 31 1,3 24-189,4 0 0,4 96 0,3-157 0,0-10 0,0-1 0,1 1 0,-1-1 0,2 1 0,-1-1 0,1 0 0,1 0 0,3 9 0,-5-16 9,-1 0-1,1 0 1,0-1-1,-1 1 1,1-1-1,0 1 1,0-1-1,0 1 1,0-1-1,0 0 1,-1 1-1,1-1 1,0 0-1,0 0 1,0 1-1,0-1 1,0 0-1,0 0 1,0 0-1,0 0 1,0 0 0,0 0-1,0-1 1,0 1-1,0 0 1,1-1-1,26-11-1158,-7-12-4258,5-10-4143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6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14983,'0'0'12374,"149"18"-12374,-94-18-241,-8-11-2416,-6-12-4738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6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8820,'0'0'11829,"135"-2"-8611,-81-5-1153,-6 0-240,6-2-529,-7 2-367,-6-2-865,-14 0-64,-6 2-176,-15 1-1281,-6-1-816,0 2-448,-27 3-4451,-13 0-6514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7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5475,'0'0'21513,"122"18"-19928,-82-18-929,1-9-528,-7-2-128,-7-3-1088,-7 3-1121,7 0-2433,-6-7-3906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7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12950,'0'0'17336,"149"7"-16728,-108-7-272,0-12-336,-8-1 0,-5 1-656,-8-1-673,-7 2-848,-6 2-992,-7 2-2081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7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8148,'0'0'20265,"108"36"-19289,-74-36-944,7-13-32,-7-3-1824,6-4-3091,1-7-6674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8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8 464,'7'-6'24987,"0"5"-22217,-4 4-2635,0-1-1,-1 1 1,1 0-1,-1 0 1,1 0 0,-1 0-1,0 1 1,0-1-1,0 1 1,-1-1 0,1 1-1,-1 0 1,0-1-1,0 1 1,0 0 0,0 8-1,1 70 1913,-2-57-1836,-1-25-223,1 1 0,0 0 0,0 0 1,0-1-1,0 1 0,0 0 0,0 0 0,1-1 0,-1 1 0,0 0 0,0 0 1,0-1-1,1 1 0,-1 0 0,0 0 0,1-1 0,-1 1 0,1 0 0,-1-1 1,1 1-1,-1-1 0,1 1 0,-1-1 0,1 1 0,-1-1 0,1 1 0,0-1 1,-1 1-1,1-1 0,0 0 0,0 1 0,0-1 0,1 0-67,1 1-1,-1-2 1,0 1-1,1 0 1,-1 0-1,0-1 1,1 1-1,-1-1 1,0 0-1,0 1 1,3-3-1,63-38-2186,-58 34 1866,35-26-1049,-33 23 1527,2 0 0,-1 1 0,1 0-1,1 1 1,23-10 1696,-38 59 1524,-1-21-3251,0-13-34,1 1-1,0-1 0,0 0 0,1 1 1,2 10-1,-2-16-62,-1 0 0,1 0 0,0-1-1,0 1 1,0 0 0,0-1 0,0 1 0,0-1 0,0 1 0,0-1 0,0 1-1,1-1 1,-1 0 0,1 0 0,-1 0 0,1 1 0,-1-1 0,1-1 0,0 1-1,0 0 1,-1 0 0,1-1 0,0 1 0,0-1 0,0 1 0,2-1-1,23 1-6103,6-1-5524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8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22138,'0'0'10629,"0"42"-10629,0-28 0,0 4 0,0 0 0,0 5-1841,7-5-6259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18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 10949,'0'0'8004,"-142"135"-8004,94-94-1969,-13-3-6995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7:20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1 138 6995,'0'0'12873,"3"-5"-11259,2-2-755,1 1 0,-1 0 0,1 0 0,0 0 1,0 1-1,12-8 0,-5 5-177,1 0 0,28-11 0,-7 7-413,1 1-1,48-8 0,-54 15-68,0 2-1,35 1 0,-56 1-87,-8 0-107,0 0 0,0 0 0,0 0 1,0 0-1,-1 0 0,1 1 0,0-1 1,0 0-1,0 0 0,0 1 0,0-1 0,-1 0 1,1 1-1,0-1 0,0 1 0,0-1 0,-1 1 1,1-1-1,0 1 0,-1 0 0,1-1 0,-1 1 1,1 0-1,-1 0 0,1-1 0,-1 1 0,1 0 1,-1 0-1,0 0 0,1 0 0,-1-1 0,0 1 1,0 0-1,1 0 0,-1 0 0,0 0 0,0 0 1,0 0-1,0 0 0,0 0 0,-1-1 0,1 1 1,0 0-1,0 0 0,-1 2 0,0-1 25,1 7 11,-1-1-1,0 0 0,0 0 0,-1 0 0,0 0 0,0-1 0,-1 1 1,0 0-1,0-1 0,-1 0 0,-6 10 0,-11 21 95,12-18-51,1 0 1,1 1 0,1 0 0,0 0 0,2 1-1,0 0 1,2 0 0,0 36 0,2-52-83,0-1 1,1 0-1,-1 1 1,1-1-1,1 1 1,-1-1-1,1 0 1,0 0-1,0 0 1,0 0 0,1 0-1,-1 0 1,1-1-1,1 1 1,-1-1-1,1 0 1,-1 0-1,1 0 1,0 0-1,0-1 1,1 1-1,-1-1 1,1 0-1,0-1 1,0 1 0,9 3-1,1-1-50,1 0 0,-1-1 0,1-1 0,0 0 1,1-1-1,-1-1 0,30-1 0,-44 0 50,-1 0 0,1 0 0,-1 0 0,1 0 0,0 0 0,-1 0 0,1 0 0,-1 0 0,1-1 0,-1 1 0,0 0 0,1-1 0,-1 1 0,1-1 0,-1 0 0,0 0 0,1 1 0,-1-1 0,0 0 0,0 0 0,0 0 0,0 0 0,0 0 0,0-1 0,0 1 0,0 0 0,0 0 0,0-1 0,-1 1 0,1 0 0,0-1 0,-1 1 0,1-1 0,-1 1 0,0 0 0,1-1 0,-1 1 0,0-1 0,0 0 0,0 1 0,0-1 0,0 1 0,-1-3 0,0 3 2,0 0 1,0 0-1,0 0 0,0 0 1,0 0-1,-1 1 1,1-1-1,0 0 0,0 1 1,-1-1-1,1 1 0,0-1 1,-1 1-1,1 0 1,-1-1-1,1 1 0,0 0 1,-1 0-1,1 0 1,-2 0-1,-39 1-4,31-1 4,-2 0 4,0 1 0,0 0 0,0 0 0,0 2 0,0-1 0,0 2 0,1 0 0,-1 0 0,1 1 0,0 1 0,-20 12 0,26-14-3,0 1-1,0 0 1,0 1-1,1 0 1,-1-1-1,1 2 1,1-1 0,-1 0-1,1 1 1,0 0-1,1 0 1,-1 0-1,2 1 1,-1-1 0,1 1-1,0-1 1,0 1-1,1 0 1,0 0-1,0 14 1,2-12-10,-1-1-1,1 1 1,0-1-1,1 0 1,0 1-1,1-1 1,0 0-1,0 0 1,1-1-1,8 14 1,1-1-32,2-2 0,28 31 0,-12-15 3,-29-33 28,0 0 0,0 1 0,0-1 1,0 1-1,0 0 0,0-1 0,-1 1 1,1 0-1,-1 0 0,0 0 0,0 0 1,1 6-1,-7-8 44,0 0 0,1 0 0,-1-1 0,0 1 0,0-1 0,-10-1 0,11 1-24,-41 2-14,28-1 0,1 0 0,-1-1 0,1-1 0,-20-3 0,35 4-40,1 0-1,-1-1 1,1 1 0,-1 0-1,1 0 1,0-1 0,-1 1-1,1 0 1,-1-1-1,1 1 1,-1 0 0,1-1-1,0 1 1,-1-1 0,1 1-1,0-1 1,0 1 0,-1-1-1,1 1 1,0-1 0,0 1-1,0-1 1,0 1 0,-1-1-1,1 1 1,0-1-1,0 0 1,3-17-4843,8 1-4439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08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1585,'0'0'12675,"8"3"-11824,12 3 392,1-1-1,0-1 1,1-1 0,28 1-1,-49-4-1219,1 1 1,-1-1-1,1 0 0,-1 0 0,1 0 0,-1 0 0,1-1 0,-1 1 0,1 0 0,-1-1 0,0 1 0,1-1 0,-1 1 0,1-1 0,-1 0 0,0 1 0,0-1 1,1 0-1,-1 0 0,2-1 0,-2-1 14,-1 1 1,1 0-1,0 0 1,-1-1 0,0 1-1,1 0 1,-1-1-1,0 1 1,0-1-1,-1-3 1,1-11-7,0 15-10,0 0-1,1-1 1,-1 1 0,0 0-1,-1 0 1,1-1 0,0 1-1,0 0 1,-1 0 0,0 0-1,1-1 1,-1 1 0,0 0-1,0 0 1,0 0 0,0 0-1,-3-3 1,1 4 10,1 0 1,-1 0-1,0 0 0,0 0 1,0 0-1,0 1 0,0 0 0,0-1 1,0 1-1,0 0 0,-5 1 0,-2-1-12,5 0 34,0 0-1,0 1 1,0 0 0,0-1 0,1 1 0,-1 1 0,0-1 0,1 1 0,-1 0 0,1 0 0,-1 0 0,1 0 0,0 1 0,0 0 0,0 0 0,0 0 0,1 0 0,-1 1 0,1-1 0,0 1 0,0 0 0,0 0 0,1 0 0,-1 0 0,1 1 0,-2 5 0,2-7 52,2 1 1,-1 0 0,0-1 0,1 1-1,0 0 1,0-1 0,0 1 0,0 0 0,0-1-1,1 1 1,0-1 0,0 1 0,0 0 0,0-1-1,0 0 1,1 1 0,-1-1 0,1 0 0,0 0-1,0 1 1,0-1 0,1-1 0,-1 1-1,1 0 1,-1-1 0,1 1 0,0-1 0,0 0-1,0 0 1,4 2 0,1 1-476,0-1 0,0-1 0,0 0 1,1 0-1,9 2 0,13 1-4934,-1-5-4027,-11-1 2139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08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82 4914,'0'0'17494,"-18"-12"-16067,-58-37-392,73 46-981,-1 1-1,0 0 1,0-1-1,0 2 1,0-1 0,0 0-1,0 1 1,-1 0-1,1 0 1,0 0-1,-1 0 1,1 1 0,-1-1-1,1 1 1,-1 1-1,1-1 1,0 0-1,-1 1 1,1 0 0,0 0-1,-7 3 1,6-1-56,0 0 0,0 1 1,0-1-1,0 1 0,1 0 0,-1 1 1,1-1-1,0 1 0,0 0 0,1 0 1,-6 9-1,1 3-7,1-1 1,0 1-1,1 1 1,1-1-1,0 1 1,2 0-1,-3 23 1,-1 131 56,7-166-49,1 81-199,2-30-527,-4-1 0,-1 1 0,-20 107-1,22-162 775,-5 10-3173,-9-5-9631,7-7 7888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09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5442,'0'0'11670,"115"-2"-11558,-74 0-112,6-3-192,7-1-1985,1-6-2193,5-4-1985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09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64 9156,'0'0'10248,"-23"-10"-7450,-72-31-1154,90 39-1530,0 0 0,0 0 0,0 0 1,-1 1-1,1 0 0,-1 0 0,1 0 1,-1 1-1,1 0 0,-1 0 0,1 0 1,-1 0-1,1 1 0,-1 0 0,1 1 1,0-1-1,-1 1 0,1 0 0,0 0 1,0 0-1,0 1 0,0 0 0,1 0 1,-1 0-1,1 0 0,0 1 1,0 0-1,-4 4 0,-3 7-68,1 0 0,0 0 0,1 1 1,1 0-1,1 0 0,-8 23 0,5-7 12,1-1-1,1 1 1,2 0 0,-3 44-1,3 133-1542,7-157 46,3-24-198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09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6499,'0'0'7142,"21"-2"-3324,70-6-924,168-12 2626,-258 48-4679,-1 59-1146,0-129-23591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0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7139,'0'0'15976,"13"0"-15944,-6 0-32,0 11-897,7 3-1328,-1-1-1665,7 3-1328,8 0 64,-1-3-609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0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1553,'0'0'20807,"-20"7"-18348,-63 28-1034,81-34-1379,0 0 1,0 0-1,-1 0 1,1 0-1,0 1 0,0-1 1,0 1-1,1 0 1,-1-1-1,0 1 0,0 0 1,1 0-1,0 0 0,-1 0 1,1 0-1,0 1 1,0-1-1,0 0 0,0 0 1,0 1-1,1-1 1,-1 1-1,1-1 0,-1 1 1,1-1-1,0 1 1,0-1-1,0 1 0,0-1 1,1 1-1,-1-1 1,1 4-1,1 7-318,-2-12 186,0 0 1,0 0-1,1-1 0,-1 1 0,0 0 0,1 0 1,-1 0-1,1-1 0,-1 1 0,1 0 0,-1-1 1,1 1-1,-1-1 0,1 1 0,0 0 0,-1-1 1,1 1-1,0-1 0,0 0 0,-1 1 0,1-1 1,0 0-1,0 1 0,0-1 0,-1 0 0,1 0 1,0 0-1,0 1 0,0-1 0,1 0 0,32 1-2679,-27-1 1833,54-2-10068,-28-8 2839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0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7684,'156'4'15527,"-156"10"-14135,0-1-447,0 1-529,0 1-336,0-1-80,0 2-336,0-5-1281,0-2-1344,0-4-769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0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7283,'0'0'13302,"20"45"-13446,-13-18-880,-7 3-1905,13-3-2210,-6 0-880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0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21 121 1825,'0'0'13619,"21"2"-11815,-1 0-1474,14 2 33,-1-2 0,49-2 0,-79 1-377,-1-1 0,1 0 1,-1-1-1,1 1 0,-1 0 0,1-1 0,-1 1 0,0-1 0,1 0 0,-1 0 0,1 0 1,-1 0-1,0 0 0,0-1 0,0 1 0,0-1 0,0 1 0,0-1 0,0 0 1,0 1-1,-1-1 0,1 0 0,-1 0 0,1 0 0,-1-1 0,0 1 0,0 0 0,0 0 1,0-1-1,0 1 0,0-1 0,-1 1 0,1-1 0,-1 1 0,1-1 0,-1 1 0,0-1 1,0 1-1,0-1 0,-1 1 0,1-1 0,-1 1 0,0-4 0,-1 4 49,1-1 1,-1 0-1,0 0 0,1 1 0,-1-1 0,0 1 1,-1 0-1,1-1 0,0 1 0,-1 0 0,1 0 1,-1 1-1,0-1 0,0 0 0,1 1 0,-1 0 1,0-1-1,0 1 0,0 0 0,-1 1 1,-2-2-1,-9-1 399,1 0 1,-1 1 0,-18-1-1,23 2-143,1 1 0,0 0-1,0 1 1,0 0 0,0 0-1,0 1 1,1 0 0,-12 4-1,17-4-253,0-1-1,0 1 1,1 0-1,-1 0 0,0 0 1,1 0-1,0 0 1,-1 0-1,1 1 0,0-1 1,0 1-1,0 0 1,0-1-1,1 1 0,-1 0 1,1 0-1,0 0 1,0 0-1,0 0 1,0 1-1,0-1 0,1 0 1,-1 0-1,1 1 1,0-1-1,0 5 0,0-2-114,1 0 0,0 0-1,0 0 1,0 0-1,1-1 1,0 1 0,0 0-1,0-1 1,1 1-1,0-1 1,0 0 0,0 0-1,1 0 1,0 0-1,0 0 1,0-1 0,0 0-1,1 0 1,8 6-1,-5-4-852,1-1-1,-1 0 0,1 0 1,19 6-1,-19-8-958,1 0-1,0-1 0,0 0 1,18 1-1,11-3-2772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1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6819,'0'0'18115,"8"23"-15180,-7-18-2915,0-1 0,1 1 0,0-1 1,0 0-1,0 0 0,0 0 0,1 0 0,-1 0 1,7 6-1,-8-9-93,0 0 1,0 0-1,0 0 0,0-1 1,0 1-1,0 0 0,1-1 1,-1 1-1,0-1 1,1 1-1,-1-1 0,0 1 1,1-1-1,-1 0 0,0 0 1,1 0-1,-1 0 1,0 0-1,1 0 0,-1 0 1,1 0-1,-1-1 0,0 1 1,1 0-1,-1-1 0,0 1 1,0-1-1,1 1 1,-1-1-1,0 0 0,0 0 1,0 1-1,0-1 0,0 0 1,0 0-1,0 0 0,0 0 1,1-2-1,1 0 223,0 0-1,0 1 0,-1-1 1,2 1-1,-1-1 1,0 1-1,0 0 0,1 0 1,-1 1-1,1-1 1,0 1-1,-1-1 0,6 0 1,-7 2-104,0 0 0,1 0 0,-1 1 0,0-1 0,1 1 0,-1-1 0,0 1 0,0 0 0,1-1 0,-1 1 0,0 0 0,0 1 1,0-1-1,0 0 0,0 1 0,0-1 0,-1 1 0,1-1 0,0 1 0,-1 0 0,1 0 0,2 3 0,-2-2-380,0 0 0,0-1 0,0 1 1,1-1-1,-1 0 0,1 1 0,0-1 0,-1 0 0,1-1 0,0 1 0,7 2 1,24 1-6746,-3-5-2141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1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7459,'0'0'18219,"-5"26"-16186,-31 186 2041,32-177-3740,1 66-1,4-80-754,-2-20 273,1 0 0,1 0 0,-1 0 0,0 0 0,0 0 0,0 0 0,0 0 0,1-1 1,-1 1-1,0 0 0,1 0 0,-1 0 0,0 0 0,1-1 0,0 1 0,-1 0 0,1 0 0,-1-1 1,1 1-1,0 0 0,-1-1 0,1 1 0,0-1 0,0 1 0,-1-1 0,1 1 0,0-1 0,0 0 1,0 1-1,0-1 0,0 0 0,0 1 0,36 0-7126,-21-2 3451,22 1-6611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1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10197,'0'0'10548,"149"25"-9635,-81-19-913,-7 1-80,-14-2-2609,-13-5-5603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2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7443,'0'0'12427,"19"9"-11215,61 26-228,-72-32-766,0 0-1,0-1 1,0 0-1,1 0 1,-1 0 0,0-1-1,1-1 1,-1 1-1,1-1 1,11-2 0,8 1 83,-25 1-300,0-1 0,0 1 0,0 0 1,0-1-1,0 1 0,0-1 1,0 0-1,0 0 0,0 0 0,-1 0 1,1-1-1,0 1 0,-1-1 0,1 1 1,-1-1-1,0 0 0,1 0 0,-1 0 1,0 0-1,0-1 0,0 1 1,0-1-1,-1 1 0,1-1 0,-1 1 1,0-1-1,2-5 0,1-3-209,-1 1-1,-1-1 0,0 0 1,-1 0-1,0 0 1,-1-15-1,0 25 205,0 0-1,0 0 1,0-1 0,0 1 0,0 0-1,-1 0 1,1 0 0,-1-1-1,1 1 1,-1 0 0,1 0 0,-1 0-1,1 0 1,-1 0 0,0 0 0,0 0-1,1 0 1,-1 0 0,0 0-1,0 1 1,0-1 0,0 0 0,0 0-1,-1 0 1,-2 0 8,1-1-1,-1 1 1,1 0-1,-1 0 1,0 0-1,1 1 1,-1-1-1,-5 1 1,0 0 84,0 0-1,0 1 1,-1 0 0,1 0 0,0 1-1,-11 4 1,13-3-9,1 0 1,-1 0-1,1 0 1,0 1-1,0 0 1,1 0-1,-1 1 1,1-1-1,0 1 1,0 0-1,0 1 0,1-1 1,0 1-1,0 0 1,0 0-1,1 0 1,0 1-1,-3 8 1,1 3-32,1 0 0,0 1 0,1-1 0,2 1 0,0 32 0,1-48-169,0-1 0,0 1 0,0-1-1,0 0 1,1 1 0,-1-1 0,1 1 0,0-1 0,-1 0-1,1 0 1,0 1 0,1-1 0,-1 0 0,0 0 0,1 0-1,-1 0 1,1-1 0,-1 1 0,1 0 0,0 0 0,0-1-1,0 1 1,0-1 0,0 0 0,0 0 0,0 0 0,3 2-1,3-1-1488,0 1-1,1-2 0,-1 1 0,1-1 1,-1 0-1,15-1 0,17 0-7297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3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394 146 14070,'0'0'11328,"-13"-21"-10068,-45-67-265,56 85-951,-1 0 1,0 0-1,0 0 1,1 1 0,-2-1-1,1 1 1,0-1-1,0 1 1,-1 0-1,1 0 1,-1 1 0,0-1-1,1 1 1,-1 0-1,0 0 1,0 0 0,0 0-1,0 1 1,0-1-1,0 1 1,0 0-1,0 0 1,0 1 0,1-1-1,-1 1 1,0 0-1,0 0 1,0 0 0,0 0-1,1 1 1,-1-1-1,1 1 1,-1 0-1,1 0 1,0 1 0,-1-1-1,-4 6 1,-9 9-23,1 1 1,1 1-1,0 1 1,1 0 0,2 0-1,0 1 1,1 1-1,1 0 1,1 1-1,1 0 1,1 0-1,-4 26 1,0 7 5,4 0 0,1 0-1,3 1 1,5 62 0,1-90-176,1 0 1,1 0-1,2-1 0,1 0 1,17 43-1,-30-115-24279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3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8884,'0'0'11605,"135"-47"-8403,-87 38-2066,-1 0-848,-6 0-288,-1 0-320,8 0-1681,-1-3-1728,1-6-3795,-8-2-4001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3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5 13158,'0'0'4341,"-20"-1"-99,-67-2-1265,80 3-2798,1 0 0,-1 1 0,1 0 0,0 0-1,-1 1 1,1-1 0,0 2 0,0-1 0,0 0 0,0 1 0,0 0 0,1 1 0,-1-1-1,1 1 1,0 0 0,-5 6 0,-2 3 15,1 0 0,0 1 1,1 0-1,-9 17 0,12-19-124,-7 12 33,2 1 0,1-1 1,1 2-1,1 0 0,1 0 1,1 0-1,2 1 0,-3 27 1,0 112-813,9-56-5351,0-8-6211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3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10293,'0'0'1806,"25"-6"947,-9 2-2124,199-38 6893,-188 38-6974,75-6 1286,-105 30-1052,-16 16 584,-11 24 78,22-13-4569,22-60-5445,-8 7 5649,8-11-4301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4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7395,'0'0'18329,"13"16"-18201,-13 4-128,7 0-753,-7 5-1680,14 0-1552,-8-2-3123,8-5-1680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4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11221,'0'0'13975,"-129"32"-12631,109-14-143,20 4-129,-7 1-736,7-3-304,0-2-32,7-4-208,13-5-768,8-5-529,5-4-656,-5 0-1953,5 0-1888,-12 0-1442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4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8756,'0'0'23531,"6"27"-23051,-6-16-480,7-4 0,-7 0 0,7-3 0,0-2-1169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4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14487,'0'0'10468,"34"101"-10580,-27-73-1184,-1-1-1554,-6-3-1439,7-3-2066,0-5-1921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5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6019,'0'0'12640,"21"4"-10962,19 4-817,1-1 0,61 1 0,-99-9-844,1 1 1,-1-1-1,0 1 1,1-1-1,-1 0 1,0 0-1,1-1 1,-1 1-1,0-1 0,0 1 1,5-5-1,-7 6-13,0-1-1,0 0 0,0 0 0,0 0 1,0 0-1,0 0 0,0 0 0,-1 0 1,1 0-1,0 0 0,-1 0 1,1 0-1,-1-1 0,1 1 0,-1 0 1,1 0-1,-1-1 0,0 1 0,0 0 1,1-1-1,-1 1 0,0 0 0,0 0 1,0-1-1,-1 1 0,1 0 0,0-1 1,0 1-1,-1 0 0,1-1 0,-1 1 1,1 0-1,-1 0 0,0 0 1,1 0-1,-1-1 0,-1 0 0,-2-2 14,-1-1-1,0 1 1,0 0 0,0 1-1,-1-1 1,1 1-1,-1 0 1,0 1 0,0-1-1,0 1 1,0 0-1,0 0 1,0 1-1,-11-1 1,13 1 84,0 0 1,0 0-1,-1 1 0,1-1 1,0 1-1,-1 0 1,1 1-1,0-1 0,0 1 1,-1 0-1,1 0 0,0 0 1,0 0-1,0 1 0,0-1 1,0 1-1,0 0 0,1 1 1,-1-1-1,1 0 0,-1 1 1,-5 5-1,6 2 8,1-1 0,0 1 0,0 0 0,1 0 0,0 0 0,0 0 0,1-1 0,1 1 0,0 0 0,0 0-1,3 10 1,-2-15-170,0 0 1,0 0-1,1 0 0,0 0 0,0 0 0,0-1 0,0 1 0,1-1 0,-1 0 0,1 0 0,0 0 0,1-1 0,-1 1 0,1-1 0,-1 0 1,1 0-1,0-1 0,0 1 0,0-1 0,0 0 0,1-1 0,7 2 0,3 1-692,0-1 0,0-1 0,1-1 0,-1 0 0,1-1 0,23-4 0,-32 3 237,1-1 1,-1 0-1,1-1 0,-1 0 1,0-1-1,0 1 0,0-2 1,-1 1-1,1-1 0,7-6 0,-10 6 275,0 1 0,0-1-1,0 0 1,-1 0-1,0 0 1,0 0 0,-1-1-1,4-5 1,-5 7 709,-1 0 1,1 0-1,-1 0 1,0 0-1,0 0 1,1-14 13847,4 45-11598,-4-24-2710,0 0 0,-1 0 0,1 0 0,0 0 0,0 0 0,1-1 0,-1 1 0,0-1 0,1 1 0,0-1 0,-1 0 0,1 0 0,0 0 0,0-1 0,0 1 0,0-1 0,1 1 0,3 0 0,0-1-351,0 0 1,0 0-1,0 0 0,1-1 0,-1 0 0,0-1 1,13-2-1,20-15-2271,-38 17 2564,0-1 0,0 1 0,0 0-1,0 0 1,0-1 0,0 1-1,0-1 1,-1 0 0,1 0 0,-1 1-1,1-1 1,-1 0 0,0 0 0,1 0-1,0-4 1,6 20 3681,-7-9-3560,1 1 0,0 0-1,0-1 1,0 1 0,0-1-1,1 0 1,0 0 0,6 8 0,14 4-3523,-21-16 2547,0-1 0,1 1 0,-1-1 0,0 1 0,0-1 0,1 0 0,-1 0 0,0 0 0,1 0 0,-1 0 0,4-1 0,14-7-6931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5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 10869,'0'0'13924,"-8"19"-9063,-7 17-4343,2 0 1,1 0 0,2 2 0,1-1 0,-6 67 0,15-85-519,0-3 0,0-1 0,0 0 0,2 0 0,-1 0 0,7 22 0,-7-33 0,1-1 0,-1 0 0,0 1 0,1-1 0,0 0 0,0 0 0,0 0 0,0 0 0,1 0 0,-1 0 0,1-1 0,-1 1 0,1-1 0,0 0 0,0 0 0,0 0 0,0 0 0,1 0 0,-1-1 0,0 1 0,1-1 0,-1 0 0,1 0 0,-1 0 0,1-1 0,0 1 0,-1-1 0,5 0 0,-3 1-168,1-1-1,-1 0 1,0 0-1,1-1 1,-1 1-1,0-1 1,0 0-1,0 0 1,0-1-1,0 0 1,0 0-1,0 0 1,0 0-1,-1-1 1,1 0-1,5-4 1,-7 3-203,1 0 0,-1 0-1,0 0 1,-1 0 0,1 0 0,-1-1 0,1 0-1,-2 1 1,1-1 0,0 0 0,-1 0 0,0 0-1,0 0 1,0 0 0,-1 0 0,0 0-1,0-6 1,0-27-8812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32:15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14455,'0'0'10420,"128"21"-7506,-67-19-1458,-7 0-815,1-2-577,-8 0-64,-6 0-625,-7 0-1536,-7 0-1968,-14-2-4019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8:54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244 200 624,'0'0'5862,"36"7"3782,-24-7-8075,-11-1-1533,0 0-1,1 0 1,-1 0 0,0 0-1,0 0 1,0 0 0,0-1 0,0 1-1,-1 0 1,1-1 0,0 1 0,-1-1-1,1 1 1,-1-1 0,1 1 0,-1-1-1,0 1 1,1-1 0,-1 0 0,0-2-1,-1-39 55,0 26-20,2 13-62,-1 0 0,1 0 0,-1 0 0,0 0 0,-1 0 0,1 0 0,-1 0 0,1 0 0,-1 0 0,-1 0 0,1 0 0,0 1 0,-1-1 0,0 0 0,0 1 0,0-1 0,0 1 0,0 0 0,-1 0 0,1 0 0,-1 0 0,0 0 0,0 0 0,0 1 0,-1 0 0,1-1 0,0 1 0,-1 0 0,1 1 0,-1-1 0,0 1 0,-4-2 0,4 1 31,0 1 0,0-1 0,0 1 1,0 0-1,0 0 0,0 0 1,0 0-1,0 1 0,-1 0 0,1 0 1,0 0-1,0 0 0,0 1 0,0-1 1,-1 1-1,1 0 0,0 0 0,0 1 1,1-1-1,-1 1 0,0 0 1,0 0-1,1 0 0,-1 1 0,1-1 1,0 1-1,0 0 0,0 0 0,0 0 1,0 0-1,-2 4 0,-8 13 165,2 0 0,0 1 0,2 0 0,0 0 0,2 1-1,0 1 1,-4 22 0,4 1 446,2 1 0,1 70 0,16 272 1527,-5-246-2036,-6-82-3068,-17-64-8734,-8-14 4623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8:54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7187,'0'0'15559,"21"-12"-13886,3-3-1156,-11 7-206,0 0 0,1 0 0,0 1 0,0 1 0,0 0-1,1 1 1,27-5 0,8 2 426,0 1 0,1 3 0,87 4 0,-136 1-738,0-1-1,0 1 1,0 0-1,0-1 0,0 1 1,0 0-1,0 0 1,0 0-1,0 0 1,-1 1-1,1-1 0,0 0 1,-1 1-1,1-1 1,-1 1-1,1 0 1,-1-1-1,0 1 1,0 0-1,1 0 0,-1 0 1,-1 0-1,1 0 1,0 0-1,0 0 1,-1 0-1,1 0 0,-1 3 1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8:54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1 251 2385,'0'0'18152,"5"9"-15761,2 2-1685,-3-6-219,-1 1 0,0-1 0,0 1 0,0 0 0,4 12 0,1 3 2995,-5-21-1582,-2-13-1071,-1-176-829,1 178-84,1 1 1,1-1-1,0 0 1,0 1-1,1 0 0,5-11 1,1-4-194,2 5-4101,2 14-6637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8:55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60 3874,'0'0'17506,"2"-4"-15465,-2 4-1934,0-1-1,1 1 0,-1-1 1,0 1-1,0-1 0,1 1 1,-1-1-1,0 1 0,0-1 1,0 1-1,0-1 0,0 1 1,0-1-1,0 1 0,0-1 1,0 0-1,0 1 0,0-1 1,0 1-1,0-1 0,0 1 0,0-1 1,0 1-1,-1-1 0,1 1 1,0-1-1,0 1 0,-1-1 1,1 1-1,0-1 0,-1 1 1,1-1-1,-1 1 0,-17 4 1729,-23 26-460,38-26-1314,0 1-1,0-1 1,1 1 0,0-1-1,0 1 1,0 0 0,0 0-1,1 0 1,0 0 0,0 0-1,0 0 1,0 0 0,1 0 0,0 0-1,0 0 1,2 9 0,-2 5-87,1-17 20,-1-1 1,1 1 0,-1-1-1,1 1 1,0-1 0,0 1-1,0-1 1,0 1 0,0-1 0,0 0-1,0 0 1,0 1 0,0-1-1,1 0 1,-1 0 0,0 0-1,1 0 1,-1 0 0,1-1-1,-1 1 1,1 0 0,-1-1-1,1 1 1,0-1 0,-1 0 0,1 1-1,0-1 1,-1 0 0,4 0-1,56 3-416,-55-3 307,1 0-50,1 0 0,-1-1 0,0 0-1,0 0 1,-1-1 0,1 0 0,0 0 0,-1-1-1,1 0 1,10-6 0,-15 7 117,0 1 0,0 0-1,0-1 1,0 0 0,0 1 0,0-1 0,0 0 0,-1 0-1,1 0 1,-1 0 0,0 0 0,1-1 0,-1 1 0,0 0-1,0-1 1,-1 1 0,1 0 0,0-1 0,-1 1 0,1-1-1,-1 1 1,0-1 0,0 1 0,0-1 0,0 1 0,0-1 0,-1 1-1,1-1 1,-1 1 0,1-1 0,-1 1 0,0-1 0,-2-3-1,-1 2 74,0 0 0,0 0 0,-1 1 0,1-1 0,-1 1-1,0 0 1,0 0 0,0 1 0,0 0 0,0-1 0,0 2 0,-1-1-1,1 1 1,-8-2 0,-19-7 208,31 9-222,1 1 0,-1 0 0,1 0 0,-1 0-1,1-1 1,-1 1 0,1 0 0,-1-1 0,1 1 0,-1 0 0,1-1 0,0 1-1,-1-1 1,1 1 0,0-1 0,-1 1 0,1-1 0,0 1 0,-1-1 0,1 1-1,0-1 1,0 1 0,0-1 0,0 1 0,-1-1 0,1 1 0,0-1 0,0 0-1,0 1 1,0-1 0,0 1 0,0-1 0,1 1 0,-1-1 0,0 0 0,0 1-1,0-1 1,0 1 0,1-1 0,-1 1 0,0-1 0,1 1 0,-1-1 0,0 1-1,1-1 1,-1 1 0,0 0 0,1-1 0,-1 1 0,1-1 0,-1 1 0,1 0-1,-1-1 1,1 1 0,-1 0 0,1 0 0,-1 0 0,1-1 0,-1 1 0,2 0-1,30-17-121,-12 12 102,0 1 0,0 1 1,1 0-1,-1 2 0,30 1 0,-48 0 9,1 0 34,-1 0 0,0 0 0,1 0 0,-1 0 0,0 0-1,1 1 1,-1-1 0,0 1 0,0-1 0,1 1 0,-1 0 0,0 0 0,0 0 0,0 0 0,0 1 0,0-1 0,0 0 0,0 1-1,-1 0 1,1-1 0,0 1 0,-1 0 0,1 0 0,-1-1 0,0 1 0,0 1 0,1-1 0,-1 0 0,-1 0 0,2 3 0,0 5 219,0 0 0,-1 0 1,0 0-1,-1 0 1,-1 18-1,0-1-64,1-27-34,16-10-131,-3-3-74,1 1 0,0 1-1,1 0 1,0 1 0,1 0 0,0 1 0,0 1 0,1 1 0,0 0-1,0 1 1,1 1 0,-1 1 0,1 0 0,35-2 0,-53 7 77,1 0 0,0 0 1,0 0-1,-1 0 0,1 0 1,0 0-1,-1 0 0,1 0 1,-1 1-1,0-1 0,1 0 1,-1 0-1,0 0 0,0 1 1,1-1-1,-1 0 0,0 0 1,0 0-1,-1 1 1,1 1-1,0 39 306,-1-31-344,1 8 148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8:55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15303,'0'0'6384,"-5"27"-1576,0 4-3615,-3 18 902,-2 58 1,2-47-1509,5-45-549,1 0 0,0 0-1,1 0 1,1 0-1,0 0 1,1 0-1,4 21 1,-5-34-142,1 1 0,-1-1 0,1 1 0,0-1-1,0 1 1,0-1 0,1 0 0,-1 1 0,0-1 0,1 0 0,-1 0 0,1 0-1,0 0 1,0 0 0,0-1 0,0 1 0,0 0 0,0-1 0,0 1 0,1-1-1,-1 0 1,0 0 0,1 0 0,-1 0 0,1 0 0,-1-1 0,1 1 0,0-1 0,-1 1-1,1-1 1,-1 0 0,1 0 0,0 0 0,-1-1 0,1 1 0,3-1 0,0-1-419,1 0 1,-1 0 0,0-1 0,0 1 0,0-1 0,0-1 0,-1 1-1,1-1 1,-1 0 0,0 0 0,0-1 0,0 1 0,6-9 0,8-16-8477,-4-2-3591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8:5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2481,'0'0'20602,"196"-5"-19786,-94-11-816,0-4-416,-8 2-3730,-6 0-8228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8:57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1056,'0'0'9866,"0"-19"67,9 153-3892,-3-64-4508,-3-45-954,2 0 0,13 48 1,-11-53-1055,-1 1-1,-1 1 1,-1-1 0,1 33 0,-5-96-23602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8:58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1 291 8004,'0'0'10938,"9"0"-9319,54-4 724,-18 3-1019,71-12 1,357-98-526,188-34-752,-609 137 177,1 3 0,98 2 0,-149 3-125,0 0-1,-1 1 0,1 0 1,0-1-1,-1 1 1,1 0-1,0 0 1,-1 0-1,1 0 1,-1 0-1,1 0 0,-1 0 1,0 1-1,1-1 1,-1 0-1,0 1 1,0-1-1,0 1 1,0-1-1,0 1 0,0 0 1,-1-1-1,1 1 1,0 0-1,-1 0 1,0-1-1,1 1 1,-1 0-1,0 0 0,0 2 1,3 68 1740,-4-55-1432,-1 115-137,5 150-142,1-258-128,1 0 0,15 45 0,-10-37 0,-10-30 0,3 7 0,-6-11 0,-18-16 0,2 9 0,-1 1 0,-1 0 0,1 2 0,-1 0 0,-1 1 0,-37-3 0,-134 4 0,126 4 0,-63 5 0,1 5 0,1 5 0,0 6 0,1 6 0,2 5 0,-164 65 0,276-92 0,6-3 0,0 1 0,0 0 0,0 0 0,0 1 0,1 0 0,-9 5 0,17-8 0,0 0 0,0 0 0,0 0 0,0-1 0,0 1 0,0-1 0,0 0 0,0 0 0,0 1 0,1-1 0,-1 0 0,0-1 0,3 1 0,6-4-407,1 1 1,-1-2-1,0 1 1,14-9-1,-22 12 234,-1-1 0,1 0 0,0 1 0,0-1 0,-1 0 0,1 0 0,-1 0 0,1-1 0,-1 1 0,0-1 0,0 1 0,0-1 0,0 0 0,0 1 0,-1-1 0,1 0 0,-1 0-1,0 0 1,0-1 0,1-3 0,4-12-9476,-5 6 490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8:58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57 1345,'0'0'9569,"7"-2"-7557,1-2-1275,-6 3-400,1 0 1,0 0-1,-1 0 1,1 0-1,0 0 0,0 1 1,0-1-1,0 1 1,4-1-1,-6 2-85,-1 0 1,1-1-1,0 1 0,0 0 0,-1 0 0,1 0 1,0-1-1,-1 1 0,1 0 0,-1 0 0,1 0 1,-1 0-1,0 0 0,1 0 0,-1 0 0,0 0 0,0 0 1,1 0-1,-1 0 0,0 0 0,0 0 0,0 0 1,0 0-1,-1 0 0,1 2 0,0-2-61,0 1 0,0-1 0,0 1 0,0-1 0,0 0 0,0 1 0,0-1 0,-1 0 0,1 1 0,0-1 0,-1 0 0,1 0 0,-1 1 0,1-1 0,-1 0 0,0 0 0,0 0 0,1 1 0,-1-1 0,-1 1 0,0-1-83,-1-1 0,1 1 0,0-1 0,0 1 0,-1-1-1,1 0 1,0 1 0,0-1 0,-1-1 0,1 1 0,0 0 0,0 0 0,-1-1 0,1 1 0,0-1 0,-2-1 0,3 1-97,0-1 0,0 1-1,0-1 1,0 1 0,0-1-1,1 1 1,-1-1 0,1 0-1,-1 1 1,1-1 0,0 0-1,0 0 1,-1 1 0,1-1-1,1 0 1,-1 0 0,0 1-1,0-1 1,0 0 0,1 0-1,1-2 1,-2 1-17,1 0 1,0 1-1,0-1 0,0 1 0,0 0 1,0-1-1,1 1 0,-1 0 1,1 0-1,-1-1 0,1 1 0,0 1 1,0-1-1,0 0 0,0 0 1,0 1-1,1-1 0,-1 1 1,4-2-1,-1 0-5,1 1-1,-1 0 1,1 1 0,-1-1-1,1 1 1,-1 0-1,1 0 1,7 0 0,-12 2 16,-1-1 1,1 1-1,0-1 0,-1 1 1,1-1-1,-1 1 1,1-1-1,-1 1 0,1-1 1,-1 1-1,1 0 1,-1-1-1,0 1 0,1 0 1,-1-1-1,0 1 0,0 0 1,1-1-1,-1 1 1,0 0-1,0 0 0,0-1 1,0 1-1,0 0 1,0 0-1,0-1 0,0 2 1,-1 31 358,1-24-175,0-4-25,-3 33 1293,3-37-1433,0 0 0,0 0 0,-1 0 0,1 0-1,0 0 1,-1-1 0,1 1 0,-1 0 0,1 0 0,-1 0 0,1-1 0,-1 1 0,0 0 0,1-1 0,-1 1 0,0-1 0,0 1 0,1 0 0,-1-1 0,0 0 0,0 1 0,0-1 0,0 1 0,1-1 0,-1 0 0,0 0 0,0 1 0,0-1 0,0 0 0,0 0 0,0 0 0,0 0 0,0 0 0,0 0 0,0 0 0,0-1 0,0 1 0,1 0 0,-1 0 0,-2-2 0,2 1-24,0 0 0,0 0 0,0 0 0,0-1 0,0 1 0,0 0 0,0-1 0,1 1 0,-1-1 0,0 1 0,1-1 0,-1 1 0,1-1 0,0 1 0,-1-1 0,1 0 0,0 1 0,0-4 0,-1-36 0,1 37 0,0 6-1311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00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14 138 4210,'0'0'12043,"5"5"-10029,-1 2-1489,0-1 0,0 1 1,0 0-1,-1 0 0,0 0 0,-1 0 0,1 0 1,-1 0-1,-1 1 0,2 11 0,0 86 2888,-3-74-2630,-1-31-776,1 0 1,-1 0-1,1 0 1,-1 0-1,1 0 1,-1 0 0,0 0-1,1 0 1,-1 0-1,1-1 1,-1 1 0,1 0-1,-1 0 1,0 0-1,1-1 1,-1 1-1,1 0 1,-1-1 0,1 1-1,0 0 1,-1-1-1,1 1 1,-1-1-1,1 0 1,-7-12-133,1 0-1,1-1 1,1 1-1,0-1 1,0 0-1,-1-22 1,-1-90-1644,6 125 1748,0 0-1,0 1 0,-1-1 0,1 0 0,0 0 1,1 1-1,-1-1 0,0 0 0,0 1 0,0-1 0,0 0 1,0 0-1,1 1 0,-1-1 0,0 0 0,1 1 1,-1-1-1,0 1 0,1-1 0,-1 0 0,1 1 0,-1-1 1,1 1-1,-1-1 0,1 1 0,-1 0 0,1-1 1,0 1-1,0-1 0,21 6-231,20 24 244,-41-28 5,5 4-4,1-1 0,-1 0-1,1-1 1,0 1 0,-1-1 0,2 0 0,-1-1-1,0 0 1,0 0 0,13 1 0,78 1-91,-74-4 24,-15 0 22,0-1 0,-1 1 0,1-1 0,-1-1 0,1 0 0,-1 0 0,1-1 0,-1 0 0,0 0 0,0-1 0,10-7 0,-14 9 4,0-1 1,0 0-1,0-1 1,-1 1-1,1-1 1,-1 1 0,0-1-1,0 0 1,0-1-1,-1 1 1,0 0-1,1-1 1,-1 1-1,-1-1 1,1 1 0,-1-1-1,0 0 1,0 0-1,0 0 1,0 0-1,-1-5 1,0 8 47,0 0 0,0 1 0,-1-1 0,1 1 0,0-1 0,-1 0 0,1 1 0,-1-1 1,0 1-1,1-1 0,-1 1 0,0 0 0,0-1 0,0 1 0,0 0 0,0 0 0,0-1 0,0 1 0,-1 0 0,1 0 0,0 0 1,-1 0-1,-2-1 0,0 0 68,-1 0-1,1 1 1,-1-1 0,0 1 0,1 0 0,-1 0 0,0 0 0,-7 1 0,5-1 128,1 1 0,0 1 0,-1-1 0,1 1 0,0 0 0,0 0 0,0 1 0,0 0 0,0 0 0,0 0 0,0 1 0,0-1 0,1 2 0,-7 4 0,6-2-54,1 1-1,0 0 0,1 0 0,0 0 0,0 0 1,0 1-1,1-1 0,0 1 0,1 0 1,0 0-1,0 0 0,1 1 0,-1-1 0,2 0 1,-1 0-1,1 1 0,1-1 0,-1 0 0,2 1 1,-1-1-1,1 0 0,0 0 0,0 0 1,7 12-1,-6-12-197,0 1 0,1-1 0,1 0 0,-1-1-1,1 1 1,1-1 0,-1 0 0,1 0 0,1-1 0,-1 0 0,1 0 0,0 0 0,0-1 0,1 0 0,-1 0 0,1-1 0,0 0 0,0-1 0,1 1 0,-1-2 0,1 1-1,15 2 1,-8-4-866,-1 0-1,0-1 1,1 0-1,29-6 1,-34 3-331,0 0 1,-1 0-1,1-1 1,15-9-1,41-26-8755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00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12678,'0'0'5031,"-19"14"-615,12-9-4120,-104 79 4734,93-69-4146,0 1 0,1 1 0,1 1 0,-25 34 0,38-48-837,1 0 1,0 1-1,0-1 1,0 0-1,1 1 1,-1 0-1,1-1 0,0 1 1,0 9-1,2-13-57,1 0 0,-1 0-1,1-1 1,0 1 0,-1 0-1,1-1 1,0 1 0,0-1-1,0 1 1,-1-1 0,1 0-1,0 0 1,0 0 0,0 0-1,-1 0 1,1 0-1,0 0 1,2-1 0,3 0-42,1 0-119,1 0-1,0-1 0,0 0 0,0 0 0,-1-1 0,0-1 1,1 1-1,-1-1 0,0-1 0,-1 1 0,12-10 0,-4 3-477,0-1-1,-1-1 0,0 0 0,17-24 0,-29 34 623,0 1 0,0 0 0,-1-1 0,0 1 0,1-1 0,-1 0 0,0 1 0,0-1 0,0 0 0,-1 0 0,1 0 0,-1 0 0,0 0 0,1 1 0,-1-1 0,-1-5 0,-3 7 353,-1 0 0,1 1 0,-1-1 0,1 1 0,-1 0 0,1 0 0,-1 0 0,-5 2 0,8-2-265,0 1-1,0 0 0,0 0 0,1 0 0,-1 0 1,0 0-1,0 0 0,1 1 0,-1-1 0,1 0 0,-1 1 1,1-1-1,0 1 0,0 0 0,0-1 0,-1 1 1,2 0-1,-1 0 0,0 0 0,0-1 0,0 1 0,1 0 1,-1 0-1,1 0 0,0 0 0,-1 0 0,1 0 1,0 0-1,0 0 0,0 0 0,1 0 0,-1 0 1,1 3-1,-1-2-128,1-1 1,-1 1-1,1 0 1,0-1 0,0 1-1,0-1 1,0 1-1,0-1 1,0 1 0,1-1-1,-1 0 1,1 0-1,0 0 1,0 0-1,0 0 1,0 0 0,0 0-1,0 0 1,0-1-1,0 1 1,1-1 0,-1 0-1,0 0 1,1 1-1,2-1 1,64 6-7072,-24-14-3597,-17-8 1809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01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10885,'0'0'10616,"0"23"-7831,0 78-1200,0-34 1715,0-66-2687,0-17 177,0-18-536,-1 9-186,2 0 0,4-36 0,-3 53-84,0 0 0,0 0 0,0 1 0,1-1 0,0 1 0,0 0 1,1-1-1,0 2 0,0-1 0,1 0 0,10-10 0,-3 4-232,0 1 0,1 0 0,20-13 0,5 7-2705,8 11-4628,-37 7 15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01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9412,'0'0'14794,"0"27"-12775,-2 48-751,-1 23 1289,10 101 0,-2-172-2504,1 0 1,17 44-1,-6-18-136,-17-52-32,1-1 0,-1 0 1,0 0-1,0 1 0,1-1 0,-1 0 0,0 0 0,0 1 0,0-1 0,0 0 0,1 1 0,-1-1 0,0 0 1,0 1-1,0-1 0,0 0 0,0 1 0,0-1 0,0 0 0,0 1 0,0-1 0,0 0 0,0 1 0,0-1 1,0 0-1,0 0 0,0 1 0,0-1 0,-1 0 0,1 1 0,0-1 0,0 0 0,0 1 0,0-1 0,-1 0 1,1 0-1,0 1 0,0-1 0,0 0 0,-1 0 0,1 1 0,0-1 0,0 0 0,-1 0 0,1 0 1,0 0-1,-1 0 0,1 1 0,0-1 0,-1 0 0,1 0 0,0 0 0,-1 0 0,1 0 0,-1 0 0,0 0-247,0-1 0,0 1 0,0-1-1,1 1 1,-1-1 0,0 1-1,0-1 1,0 0 0,1 1 0,-1-1-1,0 0 1,1 0 0,-1 0 0,0 1-1,1-1 1,-1 0 0,1 0-1,-1-1 1,-1-5-1294,1 1 0,-1-1 0,1 1 0,1-1 0,-1 1 0,1-9 0,0-22-4837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02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115 242 7940,'0'0'7118,"26"-13"-4816,5-4-1736,-13 7-215,1 0 0,-1 2 0,2 0 0,-1 1 0,1 1 0,29-6 0,369-60 4012,215 2-3561,-439 62-425,-108 7 3648,-85 2-3988,0-1 1,0 0-1,0 0 0,0 1 1,0-1-1,0 1 1,0-1-1,0 1 1,0-1-1,0 1 0,-1-1 1,1 1-1,0 0 1,0 0-1,0-1 1,-1 1-1,1 0 0,0 0 1,-1 0-1,1 0 1,-1 0-1,1 0 1,-1 0-1,1 0 0,-1 0 1,0 0-1,0 0 1,1 0-1,-1 0 1,0 0-1,0 0 0,0 2 1,0 46 1338,-1-33-1170,-13 177-206,14-168 0,0 0 0,2 0 0,0 0 0,2 0 0,0 0 0,10 27 0,-13-49 0,9 21 0,-1 2 0,-1-1 0,-2 1 0,0 0 0,3 50 0,-10-76 0,0 1 0,0-1 0,0 1 0,0-1 0,0 1 0,0-1 0,0 0 0,0 0 0,0 0 0,0 1 0,0-1 0,0 0 0,0 0 0,0 0 0,0 0 0,0-1 0,-2 1 0,0 0 0,-288-18 0,-208 32 0,363-1 0,-221 51 0,264-42 0,2 4 0,-128 55 0,214-79 0,2-1 0,1 0 0,0 0 0,0 0 0,0 0 0,-1 0 0,1 0 0,0 1 0,1-1 0,-1 1 0,0-1 0,0 1 0,1 0 0,-1 0 0,0 0 0,0 2 0,2-4-1,0 1 0,1-1 1,-1 1-1,0-1 0,1 1 0,-1-1 1,1 0-1,-1 1 0,1-1 0,-1 0 1,1 0-1,-1 1 0,1-1 0,-1 0 1,1 0-1,-1 0 0,1 1 0,0-1 1,-1 0-1,1 0 0,-1 0 0,1 0 1,0 0-1,-1 0 0,1 0 0,-1 0 0,1-1 1,-1 1-1,1 0 0,-1 0 0,1 0 1,0-1-1,0 1-54,4-2-346,0 0-1,0 0 1,-1-1 0,1 0-1,-1 0 1,1 0-1,-1 0 1,5-6 0,32-34-7381,-32 34 4953,11-14-6303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03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24 118 4498,'14'-10'17536,"-14"10"-17384,-3 30 4022,3-30-4134,0-1 0,0 1 0,0 0 0,0-1 0,0 1 0,-1-1 0,1 1 0,0 0 0,0-1 0,0 1 0,-1 0 0,1 0 0,0-1-1,-1 1 1,1 0 0,0 0 0,0-1 0,-1 1 0,1 0 0,0 0 0,-1 0 0,1-1 0,-1 1 0,1 0 0,0 0 0,-1 0 0,1 0 0,0 0 0,-1 0 0,1 0 0,-1 0 0,1 0 0,0 0 0,-1 0 0,1 0 0,-1 0 0,1 0-1,0 0 1,-1 0 0,1 1 0,0-1 0,-1 0 0,1 0 0,0 0 0,-1 0 0,1 1 0,0-1 0,-1 0 0,1 1 0,0-1 0,-1 0 0,1 0 0,0 1 0,0-1 0,0 0 0,-1 1 0,1-1 0,0 0 0,0 1 0,0-1 0,0 1 0,0-1-1,0 0 1,0 1 0,0-1 0,-1 1 0,2 0 0,-3-4-11,0 1 0,0-1 0,0 0 0,1 1 0,0-1 0,-1 0 0,1 0 0,0 0 0,0 0-1,1 0 1,-1 0 0,1 0 0,-1 0 0,1 0 0,0 0 0,0 0 0,0-1 0,1 1 0,-1 0 0,1 0-1,-1 0 1,1 0 0,0 0 0,0 0 0,1 0 0,-1 1 0,1-1 0,-1 0 0,1 1 0,0-1 0,0 1-1,2-3 1,0 1-34,0 0 0,1 0-1,-1 0 1,1 1-1,0 0 1,0 0-1,0 0 1,1 0 0,-1 1-1,0 0 1,1 0-1,0 0 1,-1 1-1,1 0 1,0 0-1,8 0 1,-13 1 11,1 0 1,-1 1-1,1-1 0,-1 0 1,0 1-1,1 0 0,-1-1 1,0 1-1,0 0 0,0-1 0,1 1 1,-1 0-1,0 0 0,0 0 1,0 0-1,0 0 0,0 0 1,-1 1-1,1-1 0,0 0 1,0 0-1,-1 0 0,1 1 0,-1-1 1,1 0-1,-1 1 0,0-1 1,1 1-1,-1-1 0,0 0 1,0 1-1,0 1 0,1 57 830,-2-44-317,1-15-496,0 1-1,0-1 1,-1 1-1,1-1 1,-1 0-1,1 1 0,-1-1 1,1 0-1,-1 1 1,0-1-1,0 0 1,0 0-1,1 1 1,-1-1-1,0 0 0,0 0 1,-1 0-1,1 0 1,0-1-1,0 1 1,0 0-1,-1 0 0,1-1 1,0 1-1,-1 0 1,1-1-1,0 0 1,-1 1-1,1-1 0,-1 0 1,1 0-1,-3 1 1,-2-1 52,0 1 0,-1-1-1,0 0 1,1 0 0,0-1 0,-9-1 0,14 1-75,-1 0 0,1 0 0,-1 0 0,1 0 0,-1-1 0,1 1 0,0 0 0,0-1 0,-1 1 0,1-1 0,0 1 0,0-1 0,0 0 0,1 1 0,-1-1 0,0 0 0,1 1 0,-1-1 0,1 0 0,0 0 0,-1 0 0,1 0 0,0 1 0,0-1 0,0 0 0,0 0 0,0 0 0,1 0 0,-1 1 0,1-1 0,-1 0 0,1 0 0,0 0 0,-1 1 0,1-1 0,0 1 0,0-1 0,2-2 0,7 0 0,0-1 0,0 2 0,0-1 0,0 1 0,1 1 0,-1 0 0,1 0 0,0 1 0,-1 1 0,1 0 0,14 1 0,-5-1 0,-19 0 0,-1 0 0,1 0 0,0 0 0,0 0 0,-1 0 0,1 1 0,0-1 0,-1 0 0,1 0 0,0 0 0,-1 1 0,1-1 0,0 0 0,-1 1 0,1-1 0,-1 0 0,1 1 0,-1-1 0,1 1 0,-1-1 0,1 1 0,-1-1 0,1 1 0,-1 0 0,0-1 0,1 1 0,-1-1 0,0 1 0,1 0 0,-1-1 0,0 1 0,0 0 0,0-1 0,1 1 0,-1 0 0,0-1 0,0 1 0,0 0 0,0-1 0,0 1 0,0 0 0,-1 0 0,1-1 0,0 1 0,0 0 0,0-1 0,-1 1 0,1 0 0,0-1 0,-1 1 0,0 2 0,0 0 0,0-1 0,0 1 0,-1-1 0,1 1 0,-1-1 0,1 0 0,-1 0 0,0 0 0,0 0 0,-4 4 0,-3-1 0,-1 1 0,0-2 0,0 1 0,0-1 0,0-1 0,-1 0 0,0 0 0,1-1 0,-1-1 0,0 1 0,-21-2 0,31 0 0,1 0 0,-1 0 0,1 0 0,-1 0 0,1 0 0,-1 0 0,1-1 0,0 1 0,-1 0 0,1 0 0,-1-1 0,1 1 0,-1 0 0,1 0 0,0-1 0,-1 1 0,1 0 0,0-1 0,-1 1 0,1 0 0,0-1 0,0 1 0,-1-1 0,1 1 0,0-1 0,0 1 0,0 0 0,0-1 0,-1 1 0,1-1 0,0 1 0,0-1 0,0 1 0,0-1 0,0 1 0,0-1 0,0 1 0,0-1 0,1 0 0,2-14 0,15-10-1545,-6 11-2497,3-10-5834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07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623 1 3522,'0'0'15340,"-6"0"-13715,-4 2-1219,0 0 0,0 0 0,0 1 0,0 0 1,0 1-1,-17 9 0,-64 41 944,31-18-802,34-21-408,0-2-46,1 1-1,0 1 1,1 1 0,1 1 0,1 1 0,-22 23 0,43-40-103,-1 0-1,1 0 1,0 0 0,0 0-1,0 0 1,0 0-1,1 0 1,-1 1 0,0-1-1,0 0 1,1 1-1,-1-1 1,1 0 0,-1 1-1,1-1 1,0 1-1,0-1 1,-1 1 0,1-1-1,0 1 1,0-1-1,0 1 1,1-1 0,-1 2-1,1-1-74,1 0-1,0-1 1,-1 1-1,1-1 1,0 0-1,-1 0 1,1 1-1,0-1 0,0 0 1,0 0-1,0-1 1,0 1-1,0 0 1,0-1-1,4 1 1,-2 1 76,0-1-1,0 1 1,0-1 0,-1 1 0,1 0 0,-1 1 0,1-1-1,-1 1 1,0-1 0,0 1 0,0 0 0,0 0-1,0 0 1,-1 1 0,1-1 0,-1 0 0,0 1 0,0 0-1,0 0 1,-1-1 0,1 1 0,-1 0 0,0 0-1,0 0 1,0 1 0,-1-1 0,1 0 0,-1 0 0,0 0-1,-1 5 1,1 3 28,-1 0 1,-1 0-1,0 0 0,0 0 1,-1-1-1,-1 1 0,0-1 1,-1 0-1,-8 16 0,-22 25 674,-43 50 0,11-15 314,62-80-917,1 0 0,0 1 1,0-1-1,0 1 0,1 0 1,0 0-1,1 0 0,0 1 0,0-1 1,1 1-1,0-1 0,0 1 1,1 9-1,0-17-88,1 0 0,-1 0 0,0-1 0,1 1 0,-1 0-1,1 0 1,-1 0 0,1 0 0,-1-1 0,1 1 0,-1 0 0,1 0 0,0-1 0,0 1 0,-1-1 0,1 1 0,0-1 0,0 1 0,0-1-1,-1 1 1,1-1 0,0 1 0,0-1 0,0 0 0,0 0 0,0 0 0,0 1 0,0-1 0,0 0 0,0 0 0,1 0 0,42 0 106,-30-1-69,4 0 6,0-1 1,-1-1-1,0-1 1,0 0-1,0-2 1,0 1 0,-1-2-1,0 0 1,20-13-1,-5 1-1189,-1 0-1,0-3 1,41-39-1,-38 28-4340,-5-4-7422,-21 28 9198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07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2913,'0'0'14999,"5"-1"-12646,-4 1-2248,0 0 1,0-1-1,0 1 0,0 0 0,0 0 0,0 0 0,0 0 1,0 0-1,0 0 0,0 0 0,0 1 0,0-1 0,0 0 0,0 1 1,0-1-1,0 0 0,0 1 0,-1-1 0,1 1 0,0-1 1,0 1-1,0-1 0,-1 1 0,1 0 0,0-1 0,-1 1 0,1 0 1,0 1-1,7 33 2562,-5-16-2005,-3-15-562,1 0 0,0 1 0,0-1-1,0 0 1,0 0 0,1-1 0,0 1 0,0 0-1,0 0 1,0-1 0,0 1 0,1-1 0,5 6-1,-6-8-115,-1 0 0,1 0-1,-1 0 1,1 0-1,0 0 1,-1-1-1,1 1 1,0-1-1,0 1 1,-1-1-1,1 0 1,0 1 0,0-1-1,0 0 1,0 0-1,-1 0 1,1-1-1,0 1 1,0 0-1,0-1 1,-1 1-1,1-1 1,0 0-1,-1 1 1,1-1 0,0 0-1,-1 0 1,1 0-1,-1 0 1,1 0-1,-1-1 1,0 1-1,3-3 1,110-101-1750,-114 105 1812,0 0 0,0 0 0,1 0 0,-1 0 0,0 0 0,1 0 0,-1 0 0,0 0 0,1 0 0,-1 0 0,0 0 0,1 0 0,-1 0 0,0 0 0,1 0 0,-1 0 0,0 0 0,0 0 0,1 0 0,-1 1 0,0-1 0,1 0 0,-1 0 0,0 0 0,0 0 0,1 1 0,-1-1 0,0 0 0,0 0 0,0 1 0,1-1 0,-1 0 0,0 0 0,0 1 0,0-1 0,0 0 0,1 1 0,-1-1 0,0 0 0,0 1 0,0-1 0,0 0 0,0 1 0,0-1 0,10 27 591,-1-5-199,-5-19-431,-1 0-1,1 0 0,0-1 0,1 1 1,-1-1-1,0 0 0,1 0 1,-1-1-1,1 1 0,-1-1 1,1 0-1,0 0 0,-1-1 1,1 1-1,0-1 0,0 0 1,0 0-1,-1-1 0,1 1 1,0-1-1,6-2 0,3-1-23,1-1 0,-1 0 0,0 0 0,0-2 0,19-11 1,14-18 1982,-47 51-1250,-1-9-586,1-1 1,0 1-1,1 0 0,-1 0 0,1-1 1,0 1-1,3 9 0,-3-13-283,0 0 0,1 0-1,-1 0 1,0-1 0,1 1-1,-1-1 1,1 1 0,0-1-1,-1 1 1,1-1 0,0 0 0,0 0-1,0 0 1,0 0 0,0 0-1,0 0 1,0 0 0,0-1-1,0 1 1,0-1 0,0 0-1,1 0 1,-1 1 0,0-1-1,2-1 1,31 2-4355,16-2-6570,-23-5 2061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08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153 220 7251,'0'0'6867,"-8"27"-3540,2-6-2699,-8 26 1206,-13 89 0,-22 94 3039,38-185-4515,3-17-245,8-27-111,0 0-1,0 0 1,0-1 0,-1 1 0,1 0 0,0 0-1,0-1 1,-1 1 0,1 0 0,0 0 0,-1-1-1,1 1 1,-1 0 0,1-1 0,0 1 0,-1 0-1,0-1 1,1 1 0,-1-1 0,1 1 0,-1-1-1,0 1 1,1-1 0,-1 1 0,0-1 0,0 0-1,0 1 1,-1-6-70,0 1-1,0-1 1,1 0-1,-1 0 1,1 0-1,1 0 1,-1 0 0,1 0-1,0-10 1,-1 2-38,-2-44-284,2 0 0,2 0 0,3 0 0,13-61 0,-10 83-13,1 0 0,3 0 0,0 1 0,3 0 1,0 1-1,2 1 0,32-48 0,-47 79 434,0-2 46,0 1 0,1 0 0,-1 0 0,1-1 0,-1 1 0,1 0 0,0 1 0,-1-1 0,1 0 0,0 0 0,0 1 0,1-1 0,-1 1 0,0 0 0,0-1 1,1 1-1,-1 0 0,1 0 0,2 0 0,-4 2 17,-1 0 0,1-1 0,0 1 0,-1 0 1,1 0-1,0 0 0,-1 0 0,1 0 0,-1 0 0,1 0 0,-1 0 1,0 0-1,0 0 0,1 1 0,-1-1 0,0 0 0,0 0 1,0 0-1,0 0 0,0 2 0,-1 36 777,1-28-342,0-7-412,0 20 936,-1 0 1,-7 44-1,7-61-908,-1 0 0,0 0 0,0 0 1,-1-1-1,0 1 0,0-1 0,0 1 0,-1-1 0,0 0 0,0-1 0,-1 1 0,1-1 0,-1 1 0,-8 5 0,12-10-144,0 0 0,0 0 0,0 0 0,-1 0 0,1 0 0,0-1 0,0 1 0,-1 0 0,1-1 0,0 1 0,-1-1 0,1 1-1,-1-1 1,1 0 0,-1 0 0,1 1 0,0-1 0,-1 0 0,1 0 0,-1-1 0,1 1 0,-1 0 0,1 0 0,-1-1-1,1 1 1,0-1 0,-1 1 0,1-1 0,0 1 0,-1-1 0,0-1 0,1 1-155,0 0 1,0 0-1,0-1 1,0 1-1,0 0 1,0-1-1,0 1 0,1-1 1,-1 1-1,0-1 1,1 1-1,0-1 1,-1 1-1,1-1 1,0 1-1,0-1 0,0-2 1,0 0-240,-1 0-759,1-1 0,0 0 0,0 0 0,0 0 0,1 0 0,0 1 0,0-1 0,0 0 0,0 0 0,1 1 0,0-1 0,0 1 0,0-1 0,0 1 0,6-8 0,24-28-8399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08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13238,'0'0'3047,"-12"25"680,-2 2-2452,-5 9 800,1 1 0,-19 61-1,18-31-1023,3 1 1,3 1-1,4 0 0,-3 127 0,12-193-1090,0 0-1,0 0 1,0 0 0,1 1-1,-1-1 1,1 0 0,-1 0-1,1 0 1,0 0 0,1 0-1,-1 0 1,0 0 0,1 0-1,0 0 1,-1 0 0,1-1-1,0 1 1,1-1 0,-1 1-1,0-1 1,1 0 0,-1 0-1,1 0 1,0 0 0,-1-1-1,1 1 1,0-1 0,0 1-1,0-1 1,0 0 0,0 0-1,0-1 1,1 1 0,4 0-1,-1-1-138,-1 1 0,1-1 0,0-1 1,0 1-1,-1-1 0,1-1 0,-1 1 0,1-1 0,-1 0 0,0 0 0,1-1 0,-1 0 0,0 0 0,-1 0 0,1-1 0,5-4 0,-3 1-1394,0-1 0,0 1 1,-1-1-1,0-1 0,0 1 0,7-13 1,1-19-8589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08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10389,'0'0'15367,"68"41"-14519,-27-41-624,-1 0-224,1 0 0,0 0-1168,-1 0-2402,-6-11-2753,0-1-3249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08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7860,'0'0'18072,"7"70"-17816,7-66-176,-8-2-32,8-2-48,6 0-1072,0 0-1474,8 0-1696,5-11-2417,1-11-2961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08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590 0 8100,'0'0'9748,"-156"136"-5330,95-62-1104,1 10-1393,-8 8-657,0-2-640,14-4-399,0-11-225,20-12-481,13-13-1231,8-16-1106,13-14-2176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09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74 20201,'-17'25'1654,"0"-1"-1351,-40 59 3195,3 2 0,-48 104 0,97-176-3486,0 1-1,1-1 1,1 0-1,0 1 1,1 0-1,0 0 1,1-1-1,1 1 1,2 27-1,-1-39-11,0 0 0,-1 0 0,1 0 0,0 1 0,0-1 0,0 0 0,0 0 0,0 0 0,1-1 0,-1 1 0,1 0 0,-1 0 0,1-1 0,-1 1 0,1-1 0,0 1 0,0-1 0,0 0 0,0 0 0,0 1 0,0-2 0,0 1 0,0 0 0,0 0 0,1-1 0,-1 1 0,0-1 0,0 1 0,1-1 0,3 0 0,4 1 0,0-1 0,-1 0 0,1-1 0,0 0 0,0 0 0,11-4 0,-3-2 0,0-2 0,0 0 0,-1-1 0,0 0 0,-1-2 0,0 0 0,26-26 0,-21 20 0,4-4-162,0-2 1,-1 0-1,-2-1 0,0-2 1,19-31-1,-33 44 92,0 1 1,-2-1-1,1-1 0,-1 1 0,-1-1 0,-1 0 0,0 0 0,-1 0 1,0-1-1,-2 1 0,0-1 0,0 0 0,-3-20 0,1 29 74,0 1 0,0 0 0,-1 0 0,0 0-1,0 0 1,0 0 0,-1 0 0,0 1-1,0-1 1,0 1 0,-1 0 0,0 0 0,0 0-1,0 0 1,-1 1 0,1-1 0,-1 1-1,0 0 1,0 1 0,-1-1 0,1 1 0,-9-4-1,2 2 2,0 1 0,0 0 0,-1 1-1,0 0 1,1 1 0,-1 1-1,0-1 1,0 2 0,0 0-1,-13 2 1,17 0-244,0 0-1,1 0 1,-1 1 0,1 0-1,0 0 1,0 1 0,0 0-1,0 1 1,1 0 0,-1 0-1,1 0 1,1 1 0,-9 8-1,-6 9-3130,0 1-1,-23 36 1,16-17-4682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09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1008,'0'0'10189,"23"8"-6016,79 26-105,-82-26-2707,1 2-1,-2 0 0,0 1 1,0 1-1,27 23 0,17 11 896,-44-34-1848,-5-2-351,1-1 0,0 0 0,23 9-1,-28-17-1530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09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12774,'0'0'17184,"0"19"-15469,0 110-621,0-128-1094,0 0 0,1 1 0,-1-1 0,0 0 0,0 0 0,1 0 0,-1 0 0,0 0 0,1 0 0,-1 0 0,1 0 0,-1 0 0,1 0 0,0 0 0,-1-1 0,1 1 0,0 0 0,0 0 0,0 0 0,0-1 0,-1 1 0,1 0 0,0-1 0,0 1 0,0-1 0,0 1 0,0-1 0,0 0 0,1 1 0,-1-1 0,0 0 0,0 0 0,0 0 0,0 0 0,0 0 0,0 0 0,0 0 0,1 0 0,-1 0 0,0 0 0,0-1 0,0 1 0,0 0 0,0-1 0,1 0 0,4 0 0,1-1 0,-1 0 0,0-1 0,0 1 0,0-1 0,7-5 0,4-4-146,-1-1-1,0-1 1,-1 0 0,0-1-1,-2-1 1,16-22 0,-35 125 1170,6-86-1079,0 1 0,0-1 0,0 0 0,0 0 0,0 0 0,0 0 0,1 0 0,-1 1 0,0-1 0,0 0 0,1 0 0,-1 0 0,1 0 0,-1 0 0,1 0 0,-1 0 0,1 0 1,0 0-1,-1 0 0,1 0 0,0-1 0,0 1 0,0 0 0,0 0 0,0-1 0,-1 1 0,1 0 0,1-1 0,-1 1 0,1 0 0,33-1-4182,-20-7-2556,-1-10-4420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10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11381,'0'0'14588,"17"2"-13598,-14-1-960,26 3 557,50 0 0,-68-5-524,-1 1 0,1-1 1,0-1-1,0 0 0,-1 0 0,1-1 0,-1-1 0,0 0 0,16-8 1,-25 12-62,0 0 1,0-1-1,-1 1 1,1 0-1,0-1 1,0 1 0,-1 0-1,1-1 1,0 1-1,-1-1 1,1 0 0,0 1-1,-1-1 1,1 1-1,-1-1 1,1 0 0,-1 0-1,1 1 1,-1-1-1,1 0 1,-1 0 0,0 1-1,0-1 1,1 0-1,-1 0 1,0 0-1,0 0 1,0 1 0,0-1-1,0 0 1,0 0-1,0 0 1,0 0 0,0 0-1,0 1 1,0-1-1,-1 0 1,1 0 0,0 0-1,-1 1 1,1-1-1,0 0 1,-1 0-1,1 1 1,-1-1 0,1 0-1,-1 1 1,0-1-1,1 0 1,-1 1 0,0-1-1,1 1 1,-1-1-1,0 1 1,1-1 0,-1 1-1,0 0 1,0-1-1,0 1 1,1 0 0,-1 0-1,0 0 1,0-1-1,0 1 1,0 0-1,0 0 1,-1 0 0,1 0-2,-29-3 186,0 1-1,0 1 0,-32 4 1,58-2-124,1-1 1,0 1 0,-1 0 0,1 0 0,0 1 0,0-1 0,-1 1 0,1-1-1,0 1 1,1 0 0,-1 0 0,0 0 0,1 1 0,-1-1 0,1 1 0,-1-1-1,1 1 1,0 0 0,0 0 0,1 0 0,-1 0 0,0 0 0,1 0 0,0 0-1,0 0 1,-1 6 0,-2 6-19,2 0 0,0 1 0,1 0 1,1 22-1,0-24-67,0-12-32,1 0-1,-1-1 0,1 1 0,-1-1 0,1 1 0,-1-1 0,1 1 0,0-1 0,0 1 0,0-1 0,0 0 0,0 1 0,0-1 0,0 0 0,0 0 0,0 0 0,1 0 0,-1 0 0,0 0 0,1 0 0,-1 0 0,1-1 0,-1 1 0,1-1 0,-1 1 0,1-1 0,-1 1 0,1-1 0,0 0 0,-1 1 1,1-1-1,2 0 0,64 1-3184,-53-2 2361,-7 0 237,0 1 1,0-1-1,0-1 1,-1 0 0,1 0-1,0 0 1,-1-1-1,0 0 1,0 0-1,0-1 1,0 0-1,9-7 1,3-4-2114,-2-2 0,28-31-1,-11 11 3406,7 5 17010,-41 33-17448,0 14 3579,-4 16-2966,4-30-500,-2 60-128,2-36-225,1-23 27,0-1 0,-1 0 0,1 0 0,0 1 0,0-1 0,0 0 0,0 0 0,0 0 0,0 0 0,0 0 0,0 0 0,0-1 0,1 1 0,-1 0 0,0 0 0,0-1 0,1 1 0,-1-1 0,0 1 0,1-1 0,-1 0 0,1 0 0,-1 1 0,0-1 0,1 0 0,-1 0 0,1 0 0,-1 0 0,3-1 0,3 1 0,0 0 0,0 0 0,-1-1 0,1 0 0,9-2 0,4-8 0,-1 0 0,-1-2 0,0 0 0,-1-1 0,30-30 0,-27 25 0,-23 28 0,-9 24 0,11 23-11,35-56-10970,-14-6 1500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11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5763,'0'0'19710,"9"8"-18854,-4-4-733,0 0-1,0-1 1,0 1-1,0-1 0,1 0 1,0 0-1,-1-1 0,1 1 1,0-1-1,0-1 1,0 1-1,0-1 0,1 0 1,-1 0-1,9-1 1,0 1 66,-10-1-140,1 1 0,-1-1-1,0 0 1,0 0 0,0 0 0,0 0 0,1-1 0,-1 0 0,0 0 0,0-1-1,0 1 1,-1-1 0,1 0 0,0-1 0,-1 1 0,1-1 0,-1 0 0,4-3-1,-7 5-21,0 1 0,0-1 0,-1 0 0,1 0 0,-1 0-1,1 0 1,-1 0 0,1 1 0,-1-1 0,0 0-1,1 0 1,-1 0 0,0 0 0,0 0 0,0 0 0,1 0-1,-1 0 1,0-1 0,-1 1 0,1 0 0,0 0-1,0 0 1,0 0 0,0 0 0,-1 0 0,1 0 0,-1 1-1,1-1 1,0 0 0,-1 0 0,0 0 0,1 0 0,-1 0-1,1 1 1,-1-1 0,0 0 0,0 0 0,0 0-1,-2-1 67,0 0 0,1 0-1,-1 0 1,0 1 0,0-1-1,0 1 1,0 0 0,0-1-1,0 1 1,-5 0-1,-2-1 18,-1 1 0,1 0 0,0 0-1,-1 1 1,1 1 0,-13 2 0,20-2-84,-1 0 1,0 0-1,0 0 0,1 1 1,-1 0-1,1-1 1,-1 1-1,1 1 0,0-1 1,0 0-1,0 1 1,0 0-1,0-1 1,1 1-1,-1 0 0,1 1 1,0-1-1,-1 0 1,-1 6-1,0 1-26,-1 0 0,2 1 0,0 0 0,0 0 0,-2 17 0,4-21 0,1-1 0,0 1 0,-1-1 0,2 1 0,-1 0 0,1-1 0,0 0 0,0 1 0,1-1 0,0 0 0,3 7 0,-3-10 0,0-1 1,0 1-1,0-1 0,0 0 0,1 1 1,-1-1-1,1 0 0,0-1 1,0 1-1,-1 0 0,1-1 1,0 1-1,0-1 0,1 0 0,-1 0 1,0 0-1,0-1 0,0 1 1,1-1-1,-1 1 0,0-1 1,1 0-1,-1-1 0,0 1 0,0 0 1,7-3-1,0 2-5,0-2 0,0 1 0,0-2 0,-1 1 0,1-1 0,-1 0 0,15-10 0,26-20-2922,0 0-6939,-16 10-5258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30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244 200 624,'0'0'5862,"36"7"3782,-24-7-8075,-11-1-1533,0 0-1,1 0 1,-1 0 0,0 0-1,0 0 1,0 0 0,0-1 0,0 1-1,-1 0 1,1-1 0,0 1 0,-1-1-1,1 1 1,-1-1 0,1 1 0,-1-1-1,0 1 1,1-1 0,-1 0 0,0-2-1,-1-39 55,0 26-20,2 13-62,-1 0 0,1 0 0,-1 0 0,0 0 0,-1 0 0,1 0 0,-1 0 0,1 0 0,-1 0 0,-1 0 0,1 0 0,0 1 0,-1-1 0,0 0 0,0 1 0,0-1 0,0 1 0,0 0 0,-1 0 0,1 0 0,-1 0 0,0 0 0,0 0 0,0 1 0,-1 0 0,1-1 0,0 1 0,-1 0 0,1 1 0,-1-1 0,0 1 0,-4-2 0,4 1 31,0 1 0,0-1 0,0 1 1,0 0-1,0 0 0,0 0 1,0 0-1,0 1 0,-1 0 0,1 0 1,0 0-1,0 0 0,0 1 0,0-1 1,-1 1-1,1 0 0,0 0 0,0 1 1,1-1-1,-1 1 0,0 0 1,0 0-1,1 0 0,-1 1 0,1-1 1,0 1-1,0 0 0,0 0 0,0 0 1,0 0-1,-2 4 0,-8 13 165,2 0 0,0 1 0,2 0 0,0 0 0,2 1-1,0 1 1,-4 22 0,4 1 446,2 1 0,1 70 0,16 272 1527,-5-246-2036,-6-82-3068,-17-64-8734,-8-14 4623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30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7187,'0'0'15559,"21"-12"-13886,3-3-1156,-11 7-206,0 0 0,1 0 0,0 1 0,0 1 0,0 0-1,1 1 1,27-5 0,8 2 426,0 1 0,1 3 0,87 4 0,-136 1-738,0-1-1,0 1 1,0 0-1,0-1 0,0 1 1,0 0-1,0 0 1,0 0-1,0 0 1,-1 1-1,1-1 0,0 0 1,-1 1-1,1-1 1,-1 1-1,1 0 1,-1-1-1,0 1 1,0 0-1,1 0 0,-1 0 1,-1 0-1,1 0 1,0 0-1,0 0 1,-1 0-1,1 0 0,-1 3 1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30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1 251 2385,'0'0'18152,"5"9"-15761,2 2-1685,-3-6-219,-1 1 0,0-1 0,0 1 0,0 0 0,4 12 0,1 3 2995,-5-21-1582,-2-13-1071,-1-176-829,1 178-84,1 1 1,1-1-1,0 0 1,0 1-1,1 0 0,5-11 1,1-4-194,2 5-4101,2 14-6637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30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60 3874,'0'0'17506,"2"-4"-15465,-2 4-1934,0-1-1,1 1 0,-1-1 1,0 1-1,0-1 0,1 1 1,-1-1-1,0 1 0,0-1 1,0 1-1,0-1 0,0 1 1,0-1-1,0 1 0,0-1 1,0 0-1,0 1 0,0-1 1,0 1-1,0-1 0,0 1 0,0-1 1,0 1-1,-1-1 0,1 1 1,0-1-1,0 1 0,-1-1 1,1 1-1,0-1 0,-1 1 1,1-1-1,-1 1 0,-17 4 1729,-23 26-460,38-26-1314,0 1-1,0-1 1,1 1 0,0-1-1,0 1 1,0 0 0,0 0-1,1 0 1,0 0 0,0 0-1,0 0 1,0 0 0,1 0 0,0 0-1,0 0 1,2 9 0,-2 5-87,1-17 20,-1-1 1,1 1 0,-1-1-1,1 1 1,0-1 0,0 1-1,0-1 1,0 1 0,0-1 0,0 0-1,0 0 1,0 1 0,0-1-1,1 0 1,-1 0 0,0 0-1,1 0 1,-1 0 0,1-1-1,-1 1 1,1 0 0,-1-1-1,1 1 1,0-1 0,-1 0 0,1 1-1,0-1 1,-1 0 0,4 0-1,56 3-416,-55-3 307,1 0-50,1 0 0,-1-1 0,0 0-1,0 0 1,-1-1 0,1 0 0,0 0 0,-1-1-1,1 0 1,10-6 0,-15 7 117,0 1 0,0 0-1,0-1 1,0 0 0,0 1 0,0-1 0,0 0 0,-1 0-1,1 0 1,-1 0 0,0 0 0,1-1 0,-1 1 0,0 0-1,0-1 1,-1 1 0,1 0 0,0-1 0,-1 1 0,1-1-1,-1 1 1,0-1 0,0 1 0,0-1 0,0 1 0,0-1 0,-1 1-1,1-1 1,-1 1 0,1-1 0,-1 1 0,0-1 0,-2-3-1,-1 2 74,0 0 0,0 0 0,-1 1 0,1-1 0,-1 1-1,0 0 1,0 0 0,0 1 0,0 0 0,0-1 0,0 2 0,-1-1-1,1 1 1,-8-2 0,-19-7 208,31 9-222,1 1 0,-1 0 0,1 0 0,-1 0-1,1-1 1,-1 1 0,1 0 0,-1-1 0,1 1 0,-1 0 0,1-1 0,0 1-1,-1-1 1,1 1 0,0-1 0,-1 1 0,1-1 0,0 1 0,-1-1 0,1 1-1,0-1 1,0 1 0,0-1 0,0 1 0,-1-1 0,1 1 0,0-1 0,0 0-1,0 1 1,0-1 0,0 1 0,0-1 0,1 1 0,-1-1 0,0 0 0,0 1-1,0-1 1,0 1 0,1-1 0,-1 1 0,0-1 0,1 1 0,-1-1 0,0 1-1,1-1 1,-1 1 0,0 0 0,1-1 0,-1 1 0,1-1 0,-1 1 0,1 0-1,-1-1 1,1 1 0,-1 0 0,1 0 0,-1 0 0,1-1 0,-1 1 0,2 0-1,30-17-121,-12 12 102,0 1 0,0 1 1,1 0-1,-1 2 0,30 1 0,-48 0 9,1 0 34,-1 0 0,0 0 0,1 0 0,-1 0 0,0 0-1,1 1 1,-1-1 0,0 1 0,0-1 0,1 1 0,-1 0 0,0 0 0,0 0 0,0 0 0,0 1 0,0-1 0,0 0 0,0 1-1,-1 0 1,1-1 0,0 1 0,-1 0 0,1 0 0,-1-1 0,0 1 0,0 1 0,1-1 0,-1 0 0,-1 0 0,2 3 0,0 5 219,0 0 0,-1 0 1,0 0-1,-1 0 1,-1 18-1,0-1-64,1-27-34,16-10-131,-3-3-74,1 1 0,0 1-1,1 0 1,0 1 0,1 0 0,0 1 0,0 1 0,1 1 0,0 0-1,0 1 1,1 1 0,-1 1 0,1 0 0,35-2 0,-53 7 77,1 0 0,0 0 1,0 0-1,-1 0 0,1 0 1,0 0-1,-1 0 0,1 0 1,-1 1-1,0-1 0,1 0 1,-1 0-1,0 0 0,0 1 1,1-1-1,-1 0 0,0 0 1,0 0-1,-1 1 1,1 1-1,0 39 306,-1-31-344,1 8 148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30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15303,'0'0'6384,"-5"27"-1576,0 4-3615,-3 18 902,-2 58 1,2-47-1509,5-45-549,1 0 0,0 0-1,1 0 1,1 0-1,0 0 1,1 0-1,4 21 1,-5-34-142,1 1 0,-1-1 0,1 1 0,0-1-1,0 1 1,0-1 0,1 0 0,-1 1 0,0-1 0,1 0 0,-1 0 0,1 0-1,0 0 1,0 0 0,0-1 0,0 1 0,0 0 0,0-1 0,0 1 0,1-1-1,-1 0 1,0 0 0,1 0 0,-1 0 0,1 0 0,-1-1 0,1 1 0,0-1 0,-1 1-1,1-1 1,-1 0 0,1 0 0,0 0 0,-1-1 0,1 1 0,3-1 0,0-1-419,1 0 1,-1 0 0,0-1 0,0 1 0,0-1 0,0-1 0,-1 1-1,1-1 1,-1 0 0,0 0 0,0-1 0,0 1 0,6-9 0,8-16-8477,-4-2-3591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30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2481,'0'0'20602,"196"-5"-19786,-94-11-816,0-4-416,-8 2-3730,-6 0-8228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30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1056,'0'0'9866,"0"-19"67,9 153-3892,-3-64-4508,-3-45-954,2 0 0,13 48 1,-11-53-1055,-1 1-1,-1 1 1,-1-1 0,1 33 0,-5-96-23602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30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1 291 8004,'0'0'10938,"9"0"-9319,54-4 724,-18 3-1019,71-12 1,357-98-526,188-34-752,-609 137 177,1 3 0,98 2 0,-149 3-125,0 0-1,-1 1 0,1 0 1,0-1-1,-1 1 1,1 0-1,0 0 1,-1 0-1,1 0 1,-1 0-1,1 0 0,-1 0 1,0 1-1,1-1 1,-1 0-1,0 1 1,0-1-1,0 1 1,0-1-1,0 1 0,0 0 1,-1-1-1,1 1 1,0 0-1,-1 0 1,0-1-1,1 1 1,-1 0-1,0 0 0,0 2 1,3 68 1740,-4-55-1432,-1 115-137,5 150-142,1-258-128,1 0 0,15 45 0,-10-37 0,-10-30 0,3 7 0,-6-11 0,-18-16 0,2 9 0,-1 1 0,-1 0 0,1 2 0,-1 0 0,-1 1 0,-37-3 0,-134 4 0,126 4 0,-63 5 0,1 5 0,1 5 0,0 6 0,1 6 0,2 5 0,-164 65 0,276-92 0,6-3 0,0 1 0,0 0 0,0 0 0,0 1 0,1 0 0,-9 5 0,17-8 0,0 0 0,0 0 0,0 0 0,0-1 0,0 1 0,0-1 0,0 0 0,0 0 0,0 1 0,1-1 0,-1 0 0,0-1 0,3 1 0,6-4-407,1 1 1,-1-2-1,0 1 1,14-9-1,-22 12 234,-1-1 0,1 0 0,0 1 0,0-1 0,-1 0 0,1 0 0,-1 0 0,1-1 0,-1 1 0,0-1 0,0 1 0,0-1 0,0 0 0,0 1 0,-1-1 0,1 0 0,-1 0-1,0 0 1,0-1 0,1-3 0,4-12-9476,-5 6 490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30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14 138 4210,'0'0'12043,"5"5"-10029,-1 2-1489,0-1 0,0 1 1,0 0-1,-1 0 0,0 0 0,-1 0 0,1 0 1,-1 0-1,-1 1 0,2 11 0,0 86 2888,-3-74-2630,-1-31-776,1 0 1,-1 0-1,1 0 1,-1 0-1,1 0 1,-1 0 0,0 0-1,1 0 1,-1 0-1,1-1 1,-1 1 0,1 0-1,-1 0 1,0 0-1,1-1 1,-1 1-1,1 0 1,-1-1 0,1 1-1,0 0 1,-1-1-1,1 1 1,-1-1-1,1 0 1,-7-12-133,1 0-1,1-1 1,1 1-1,0-1 1,0 0-1,-1-22 1,-1-90-1644,6 125 1748,0 0-1,0 1 0,-1-1 0,1 0 0,0 0 1,1 1-1,-1-1 0,0 0 0,0 1 0,0-1 0,0 0 1,0 0-1,1 1 0,-1-1 0,0 0 0,1 1 1,-1-1-1,0 1 0,1-1 0,-1 0 0,1 1 0,-1-1 1,1 1-1,-1-1 0,1 1 0,-1 0 0,1-1 1,0 1-1,0-1 0,21 6-231,20 24 244,-41-28 5,5 4-4,1-1 0,-1 0-1,1-1 1,0 1 0,-1-1 0,2 0 0,-1-1-1,0 0 1,0 0 0,13 1 0,78 1-91,-74-4 24,-15 0 22,0-1 0,-1 1 0,1-1 0,-1-1 0,1 0 0,-1 0 0,1-1 0,-1 0 0,0 0 0,0-1 0,10-7 0,-14 9 4,0-1 1,0 0-1,0-1 1,-1 1-1,1-1 1,-1 1 0,0-1-1,0 0 1,0-1-1,-1 1 1,0 0-1,1-1 1,-1 1-1,-1-1 1,1 1 0,-1-1-1,0 0 1,0 0-1,0 0 1,0 0-1,-1-5 1,0 8 47,0 0 0,0 1 0,-1-1 0,1 1 0,0-1 0,-1 0 0,1 1 0,-1-1 1,0 1-1,1-1 0,-1 1 0,0 0 0,0-1 0,0 1 0,0 0 0,0 0 0,0-1 0,0 1 0,-1 0 0,1 0 0,0 0 1,-1 0-1,-2-1 0,0 0 68,-1 0-1,1 1 1,-1-1 0,0 1 0,1 0 0,-1 0 0,0 0 0,-7 1 0,5-1 128,1 1 0,0 1 0,-1-1 0,1 1 0,0 0 0,0 0 0,0 1 0,0 0 0,0 0 0,0 0 0,0 1 0,0-1 0,1 2 0,-7 4 0,6-2-54,1 1-1,0 0 0,1 0 0,0 0 0,0 0 1,0 1-1,1-1 0,0 1 0,1 0 1,0 0-1,0 0 0,1 1 0,-1-1 0,2 0 1,-1 0-1,1 1 0,1-1 0,-1 0 0,2 1 1,-1-1-1,1 0 0,0 0 0,0 0 1,7 12-1,-6-12-197,0 1 0,1-1 0,1 0 0,-1-1-1,1 1 1,1-1 0,-1 0 0,1 0 0,1-1 0,-1 0 0,1 0 0,0 0 0,0-1 0,1 0 0,-1 0 0,1-1 0,0 0 0,0-1 0,1 1 0,-1-2 0,1 1-1,15 2 1,-8-4-866,-1 0-1,0-1 1,1 0-1,29-6 1,-34 3-331,0 0 1,-1 0-1,1-1 1,15-9-1,41-26-8755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30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12678,'0'0'5031,"-19"14"-615,12-9-4120,-104 79 4734,93-69-4146,0 1 0,1 1 0,1 1 0,-25 34 0,38-48-837,1 0 1,0 1-1,0-1 1,0 0-1,1 1 1,-1 0-1,1-1 0,0 1 1,0 9-1,2-13-57,1 0 0,-1 0-1,1-1 1,0 1 0,-1 0-1,1-1 1,0 1 0,0-1-1,0 1 1,-1-1 0,1 0-1,0 0 1,0 0 0,0 0-1,-1 0 1,1 0-1,0 0 1,2-1 0,3 0-42,1 0-119,1 0-1,0-1 0,0 0 0,0 0 0,-1-1 0,0-1 1,1 1-1,-1-1 0,0-1 0,-1 1 0,12-10 0,-4 3-477,0-1-1,-1-1 0,0 0 0,17-24 0,-29 34 623,0 1 0,0 0 0,-1-1 0,0 1 0,1-1 0,-1 0 0,0 1 0,0-1 0,0 0 0,-1 0 0,1 0 0,-1 0 0,0 0 0,1 1 0,-1-1 0,-1-5 0,-3 7 353,-1 0 0,1 1 0,-1-1 0,1 1 0,-1 0 0,1 0 0,-1 0 0,-5 2 0,8-2-265,0 1-1,0 0 0,0 0 0,1 0 0,-1 0 1,0 0-1,0 0 0,1 1 0,-1-1 0,1 0 0,-1 1 1,1-1-1,0 1 0,0 0 0,0-1 0,-1 1 1,2 0-1,-1 0 0,0 0 0,0-1 0,0 1 0,1 0 1,-1 0-1,1 0 0,0 0 0,-1 0 0,1 0 1,0 0-1,0 0 0,0 0 0,1 0 0,-1 0 1,1 3-1,-1-2-128,1-1 1,-1 1-1,1 0 1,0-1 0,0 1-1,0-1 1,0 1-1,0-1 1,0 1 0,1-1-1,-1 0 1,1 0-1,0 0 1,0 0-1,0 0 1,0 0 0,0 0-1,0 0 1,0-1-1,0 1 1,1-1 0,-1 0-1,0 0 1,1 1-1,2-1 1,64 6-7072,-24-14-3597,-17-8 1809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30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10885,'0'0'10616,"0"23"-7831,0 78-1200,0-34 1715,0-66-2687,0-17 177,0-18-536,-1 9-186,2 0 0,4-36 0,-3 53-84,0 0 0,0 0 0,0 1 0,1-1 0,0 1 0,0 0 1,1-1-1,0 2 0,0-1 0,1 0 0,10-10 0,-3 4-232,0 1 0,1 0 0,20-13 0,5 7-2705,8 11-4628,-37 7 15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30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9412,'0'0'14794,"0"27"-12775,-2 48-751,-1 23 1289,10 101 0,-2-172-2504,1 0 1,17 44-1,-6-18-136,-17-52-32,1-1 0,-1 0 1,0 0-1,0 1 0,1-1 0,-1 0 0,0 0 0,0 1 0,0-1 0,0 0 0,1 1 0,-1-1 0,0 0 1,0 1-1,0-1 0,0 0 0,0 1 0,0-1 0,0 0 0,0 1 0,0-1 0,0 0 0,0 1 0,0-1 1,0 0-1,0 0 0,0 1 0,0-1 0,-1 0 0,1 1 0,0-1 0,0 0 0,0 1 0,0-1 0,-1 0 1,1 0-1,0 1 0,0-1 0,0 0 0,-1 0 0,1 1 0,0-1 0,0 0 0,-1 0 0,1 0 1,0 0-1,-1 0 0,1 1 0,0-1 0,-1 0 0,1 0 0,0 0 0,-1 0 0,1 0 0,-1 0 0,0 0-247,0-1 0,0 1 0,0-1-1,1 1 1,-1-1 0,0 1-1,0-1 1,0 0 0,1 1 0,-1-1-1,0 0 1,1 0 0,-1 0 0,0 1-1,1-1 1,-1 0 0,1 0-1,-1-1 1,-1-5-1294,1 1 0,-1-1 0,1 1 0,1-1 0,-1 1 0,1-9 0,0-22-4837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30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115 242 7940,'0'0'7118,"26"-13"-4816,5-4-1736,-13 7-215,1 0 0,-1 2 0,2 0 0,-1 1 0,1 1 0,29-6 0,369-60 4012,215 2-3561,-439 62-425,-108 7 3648,-85 2-3988,0-1 1,0 0-1,0 0 0,0 1 1,0-1-1,0 1 1,0-1-1,0 1 1,0-1-1,0 1 0,-1-1 1,1 1-1,0 0 1,0 0-1,0-1 1,-1 1-1,1 0 0,0 0 1,-1 0-1,1 0 1,-1 0-1,1 0 1,-1 0-1,1 0 0,-1 0 1,0 0-1,0 0 1,1 0-1,-1 0 1,0 0-1,0 0 0,0 2 1,0 46 1338,-1-33-1170,-13 177-206,14-168 0,0 0 0,2 0 0,0 0 0,2 0 0,0 0 0,10 27 0,-13-49 0,9 21 0,-1 2 0,-1-1 0,-2 1 0,0 0 0,3 50 0,-10-76 0,0 1 0,0-1 0,0 1 0,0-1 0,0 1 0,0-1 0,0 0 0,0 0 0,0 0 0,0 1 0,0-1 0,0 0 0,0 0 0,0 0 0,0 0 0,0-1 0,-2 1 0,0 0 0,-288-18 0,-208 32 0,363-1 0,-221 51 0,264-42 0,2 4 0,-128 55 0,214-79 0,2-1 0,1 0 0,0 0 0,0 0 0,0 0 0,-1 0 0,1 0 0,0 1 0,1-1 0,-1 1 0,0-1 0,0 1 0,1 0 0,-1 0 0,0 0 0,0 2 0,2-4-1,0 1 0,1-1 1,-1 1-1,0-1 0,1 1 0,-1-1 1,1 0-1,-1 1 0,1-1 0,-1 0 1,1 0-1,-1 1 0,1-1 0,-1 0 1,1 0-1,-1 0 0,1 1 0,0-1 1,-1 0-1,1 0 0,-1 0 0,1 0 1,0 0-1,-1 0 0,1 0 0,-1 0 0,1-1 1,-1 1-1,1 0 0,-1 0 0,1 0 1,0-1-1,0 1-54,4-2-346,0 0-1,0 0 1,-1-1 0,1 0-1,-1 0 1,1 0-1,-1 0 1,5-6 0,32-34-7381,-32 34 4953,11-14-6303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31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5282,'0'0'1057,"-27"0"-2530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44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94 576,'0'0'5707,"0"8"-5438,0 40 10582,1-42-7683,5 13-504,-3-16-2476,1 0-1,-1-1 1,1 1 0,0-1 0,0 0 0,0 0 0,0 0 0,0 0-1,0-1 1,0 1 0,1-1 0,-1 0 0,5 0 0,63 0-110,-41-2 111,-28 1-192,-1 0 1,1 0-1,-1 0 1,1 0-1,-1-1 1,0 1-1,1-1 1,-1 0-1,0 1 1,1-1-1,-1 0 1,0 0-1,0-1 1,0 1-1,0 0 1,0-1-1,0 1 1,0-1-1,0 0 1,-1 0-1,1 1 1,0-1-1,-1 0 1,0 0-1,1-1 1,-1 1-1,0 0 1,0 0-1,1-4 1,0-5-59,1 0-1,-2 0 1,0 0-1,0-1 1,-1-13 0,0 21 40,0 2-4,0-1 0,-1 1 0,1-1 0,0 1 0,-1 0 0,0-1 0,1 1 0,-1 0 0,0-1 0,0 1 0,-1 0 0,1 0-1,0 0 1,-1 0 0,1 0 0,-1 0 0,0 1 0,-2-3 0,0 0 2,-1 1 0,0 0 0,1 0 0,-1 1 0,0-1 0,-1 1 0,1 1 0,-6-3 0,1 2 19,0 0 1,1 1-1,-1-1 1,0 2-1,0 0 1,0 0 0,0 0-1,0 2 1,-12 1-1,18-1 14,0 0 0,0-1-1,1 1 1,-1 1 0,0-1 0,1 0-1,0 1 1,-1 0 0,1 0 0,0 0-1,0 0 1,1 0 0,-1 0 0,1 1-1,-1 0 1,1-1 0,0 1 0,1 0 0,-1 0-1,0 0 1,0 4 0,-2 6 2,1 0 1,1 1-1,0-1 1,1 28 0,1-39-111,0-1 0,0 1 0,1-1 0,-1 1 0,1-1 1,0 0-1,0 1 0,0-1 0,0 0 0,0 1 0,1-1 1,-1 0-1,0 0 0,1 0 0,0 0 0,-1 0 1,1 0-1,0-1 0,0 1 0,0-1 0,0 1 0,1-1 1,-1 0-1,0 0 0,0 1 0,1-2 0,-1 1 0,1 0 1,-1 0-1,5 0 0,8 2-1934,0-1 0,0-1 0,29 0-1,-36-1 973,32-2-4332,1-9-525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4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1 864,'2'0'23119,"8"10"-21994,-9-4-604,0 0 1,0 0 0,0 0 0,-1 0-1,1 0 1,-2 0 0,0 10 0,0 6 226,6-21-923,0 1 0,1-1 1,-1 0-1,1-1 0,-1 0 0,1 0 1,-1 0-1,1 0 0,7-2 0,-6 0 70,1-1-1,-1 0 0,0 0 0,0 0 0,0-1 1,12-9-1,31-15 65,-32 29 3072,11 16-5512,-5-4-908,37 2-5604,-22-12 1312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45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93 2049,'0'0'18403,"0"-12"-16495,0-38-254,0 49-1574,0 0 1,0 0-1,0 0 1,0 0-1,0 0 1,0 0-1,-1 0 1,1-1-1,0 1 1,-1 0-1,1 0 1,-1 0 0,1 0-1,-1 0 1,1 0-1,-1 1 1,0-1-1,0 0 1,1 0-1,-1 0 1,0 0-1,0 1 1,0-1-1,0 0 1,0 1-1,0-1 1,0 1 0,0-1-1,0 1 1,-1-1-1,-33-1 558,26 3-389,-28-2 26,15-1-219,-1 2-1,-26 4 1,48-4-75,0 0 0,0 0-1,-1 1 1,1-1 0,0 0-1,0 1 1,0-1 0,0 1-1,0 0 1,0-1 0,0 1-1,0 0 1,0-1-1,1 1 1,-1 0 0,0 0-1,0 0 1,1 0 0,-1 0-1,0 0 1,1 0 0,-1 0-1,1 0 1,-1 0 0,1 0-1,0 0 1,-1 0 0,1 0-1,0 0 1,0 1-1,0-1 1,0 0 0,0 0-1,0 0 1,0 0 0,0 1-1,0-1 1,1 0 0,-1 0-1,0 0 1,1 0 0,-1 0-1,1 0 1,-1 0 0,1 0-1,0 0 1,-1 0-1,1 0 1,0 0 0,-1 0-1,1 0 1,0-1 0,0 1-1,0 0 1,0-1 0,0 1-1,0 0 1,0-1 0,0 0-1,0 1 1,0-1 0,2 1-1,17 2-79,0-1 0,0-1 0,0-1 0,34-4-1,14 0 377,-67 4 580,-2 7-713,-1-1 1,0 1-1,0-1 1,0 0-1,-1 0 1,0 0-1,0 0 0,-1-1 1,1 1-1,-1-1 1,0 0-1,-6 5 1,-4 9 269,-101 141 771,-92 141 847,203-295-2032,-13 21-7,2 1 0,-16 38 0,31-65-16,0-1 0,0 0 0,0 1 0,0-1 1,0 1-1,-1-1 0,1 0 0,1 1 1,-1-1-1,0 0 0,0 1 0,0-1 0,0 1 1,0-1-1,0 0 0,0 1 0,0-1 0,1 0 1,-1 1-1,0-1 0,0 0 0,0 1 0,1-1 1,-1 0-1,0 1 0,1-1 0,-1 0 0,0 0 1,0 1-1,1-1 0,-1 0 0,0 0 1,1 0-1,-1 0 0,1 1 0,-1-1 0,0 0 1,1 0-1,-1 0 0,0 0 0,1 0 0,-1 0 1,1 0-1,-1 0 0,1 0 0,24 1-138,-17-2 106,28 0 44,-1-2-1,1-1 1,-1-2-1,0-1 1,0-2 0,0-1-1,-2-2 1,1-2-1,-2-1 1,36-21 0,-61 32-87,-1 0 0,0-1 1,0 1-1,0-1 0,0 0 0,-1-1 1,0 1-1,0-1 0,-1 0 0,1-1 1,-1 1-1,-1-1 0,5-8 1,6-37-3416,-6-8-3793,-2 31 1332,1 0-914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46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3922,'0'0'15719,"4"-6"-13091,12-25 5277,-16 52-7270,0-19-680,0 1 1,0-1-1,0 1 1,0-1-1,0 1 1,1-1-1,-1 1 0,1-1 1,0 1-1,0-1 1,-1 1-1,1-1 1,1 0-1,-1 1 1,0-1-1,1 0 1,-1 0-1,1 0 1,-1 0-1,4 2 0,-2-2-112,-1-1 0,0 0-1,1 0 1,-1 0 0,1-1-1,-1 1 1,1-1 0,0 1-1,-1-1 1,1 0-1,0 0 1,-1 0 0,1 0-1,-1 0 1,1-1 0,3 0-1,8-3-129,-1-1 0,0 0 0,0-1 0,0 0 0,22-15 0,-34 48 4722,0 7-8219,0-33 3191,0 0-1,0-1 1,0 1 0,1 0 0,-1-1 0,0 1 0,0-1 0,1 0 0,-1 1 0,0-1-1,1 0 1,-1 0 0,0 0 0,1 0 0,-1 0 0,0 0 0,1 0 0,0 0 0,1-1-1200,16 1-6278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46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5282,'0'0'12078,"17"2"-11475,5 1-520,182 16 453,-204-19-539,1 0 0,-1 0 0,1 0 0,-1-1 1,1 1-1,0 0 0,-1-1 0,1 1 0,-1 0 0,1-1 0,-1 1 1,0-1-1,1 1 0,-1-1 0,1 1 0,-1-1 0,0 1 1,1-1-1,-1 1 0,0-1 0,0 1 0,1-1 0,-1 0 0,0 1 1,0-1-1,0 1 0,0-1 0,0 0 0,0 1 0,0-1 0,0 1 1,0-1-1,0 0 0,0 1 0,0-1 0,0 1 0,-1-1 1,1 0-1,0 1 0,0-1 0,-1 1 0,1-1 0,-1 0 0,-13-29 553,8 25-264,1 0 0,-1 0 1,0 1-1,-1 0 0,1 0 0,-1 0 0,1 1 0,-13-5 1,9 5 791,1 0 1,-2 1-1,1 0 1,0 0-1,-19 0 1,28 2-1060,1 1-1,-1-1 1,0 0 0,1 1 0,-1-1-1,0 0 1,1 1 0,-1-1 0,1 1 0,-1-1-1,0 1 1,1-1 0,-1 1 0,1 0-1,0-1 1,-1 1 0,1 0 0,-1-1-1,1 1 1,0 0 0,0-1 0,-1 1 0,1 0-1,0 0 1,0-1 0,0 1 0,0 1-1,-3 25-6,2-21 40,-7 43-7,4-27-453,1 0 0,-1 29 0,4-50 232,0 1 0,1-1-1,-1 0 1,0 0 0,0 0-1,1 0 1,-1 0 0,1 0 0,-1 0-1,1 1 1,0-1 0,-1-1-1,1 1 1,0 0 0,0 0-1,-1 0 1,1 0 0,0 0 0,0-1-1,0 1 1,0 0 0,0-1-1,0 1 1,0-1 0,0 1-1,0-1 1,1 0 0,-1 1 0,0-1-1,0 0 1,0 0 0,2 1-1,46 1-6357,-36-3 4290,34 1-5741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46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8388,'0'0'17312,"-1"5"-15687,-5 82 1384,53-87-3588,-42-1 555,0 0 0,0 0-1,0 0 1,0 0 0,0-1 0,-1 0 0,1 0-1,-1 0 1,1-1 0,-1 0 0,0 0 0,0 0 0,0 0-1,6-6 1,-10 9 72,0-1 0,0 1 0,0 0-1,0 0 1,0 0 0,0 0 0,0 0 0,1 0 0,-1 0-1,0 0 1,0 0 0,0 0 0,0 0 0,0 0-1,0 0 1,0 0 0,0 0 0,1 0 0,-1 0 0,0 0-1,0 0 1,0 0 0,0 0 0,0 0 0,0 0 0,0 0-1,1 0 1,-1 0 0,0 0 0,0 0 0,0 0 0,0 0-1,0 0 1,0 0 0,0 0 0,0 0 0,1 0-1,-1 0 1,0 0 0,0 0 0,0 1 0,0-1 0,0 0-1,0 0 1,0 0 0,0 0 0,0 0 0,0 0 0,0 0-1,0 0 1,0 1 0,0-1 0,0 0 0,0 0-1,0 0 1,0 0 0,0 0 0,0 0 0,0 0 0,0 1-1,0-1 1,0 0 0,0 0 0,0 0 0,0 0 0,3 16 526,6 14-2867,-6-28 1269,1 0 0,0-1 0,1 1 1,-1-1-1,0 0 0,0 0 0,0-1 0,1 1 0,-1-1 0,0 0 0,0 0 0,7-1 0,1 1-2814,9 0-6113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4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40 608,'0'0'18881,"-2"9"-18331,1-5-515,0-3-25,0 0 0,1 1 0,-1-1 0,0 1 0,1-1 1,0 1-1,-1-1 0,1 1 0,0-1 0,0 1 0,0 0 1,0-1-1,0 1 0,0-1 0,0 1 0,1-1 0,-1 1 0,0-1 1,1 1-1,-1-1 0,1 1 0,0-1 0,0 1 0,-1-1 0,1 0 1,0 1-1,0-1 0,0 0 0,0 0 0,0 0 0,1 0 1,-1 0-1,0 0 0,0 0 0,1 0 0,-1 0 0,0-1 0,1 1 1,-1 0-1,1-1 0,1 1 0,10 4-112,-1-2 0,1 1 0,0-1 0,0-1 0,0 0 0,0-1 0,18-1 0,-30-1 132,0 0 1,0 1 0,0-1 0,0 0 0,0 0-1,0 0 1,0 0 0,-1 0 0,1-1 0,0 1-1,-1 0 1,1 0 0,-1 0 0,1 0 0,-1-1-1,0 1 1,1 0 0,-1-1 0,0 1 0,0 0-1,0-1 1,0 1 0,0-2 0,2-35 1847,-2 29-1864,0 6 388,0-1 1,0 1 0,0 0-1,0-1 1,0 1 0,-1 0-1,0-1 1,1 1-1,-3-5 1,2 7-248,0 0 0,0 0 1,0 0-1,0 1 0,0-1 0,-1 0 0,1 0 1,0 0-1,0 1 0,-1-1 0,1 1 1,0-1-1,-1 1 0,1 0 0,-1-1 0,1 1 1,0 0-1,-1 0 0,1 0 0,-1 0 1,1 0-1,-1 0 0,1 0 0,-1 1 0,-1 0 1,0 0-109,-1 0 1,0 1 0,1-1 0,0 1 0,-1 0 0,1 0-1,0 0 1,0 0 0,0 1 0,0-1 0,1 1 0,-1 0-1,1 0 1,-1 0 0,1 0 0,0 0 0,0 0 0,0 1-1,1-1 1,-1 1 0,0 4 0,-1-1-163,0 0 0,1 0 0,0 1 0,0-1 0,1 0 0,0 1-1,0-1 1,1 1 0,0 0 0,1 8 0,-1-15-58,1 1-1,0 0 1,0-1-1,0 1 0,0-1 1,0 1-1,0-1 1,0 0-1,0 0 1,1 1-1,-1-1 1,0 0-1,1 0 1,-1 0-1,1 0 1,-1 0-1,1-1 0,-1 1 1,1 0-1,0-1 1,-1 1-1,1-1 1,2 1-1,44 5-3874,-42-5 3297,43 0-6217,10-1-3405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47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578 33 8676,'0'0'15130,"-20"-6"-11916,6 2-2761,3-1-230,-1 1-1,0 1 1,0 0-1,0 0 1,0 1-1,0 1 0,-1 0 1,1 1-1,0 0 1,-20 3-1,10 2-79,0 2 0,0 0 0,0 2 0,1 0-1,0 1 1,0 1 0,1 1 0,1 1-1,0 1 1,1 0 0,-18 19 0,23-20-68,1 1 1,0 0-1,1 0 1,1 1 0,0 1-1,1 0 1,1 0-1,0 0 1,1 1-1,1 0 1,1 1-1,0-1 1,2 1-1,-4 32 1,6-41-206,0 0-1,1 0 1,0 1 0,0-1-1,1 0 1,1 1-1,-1-1 1,1 0 0,1 0-1,0 0 1,0-1 0,1 1-1,0-1 1,0 0 0,1 0-1,0 0 1,0 0 0,1-1-1,0 0 1,1 0-1,-1 0 1,1-1 0,0 0-1,1-1 1,-1 1 0,1-1-1,0-1 1,17 7 0,-7-4-813,-1 0-1,1-2 1,0 0 0,0-2 0,1 0 0,29 1 0,58-3-9751,-44-3 1292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48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4466,'-2'0'20231,"-12"-1"-17700,-3 9-1745,1 1 0,-1 0 0,2 1 0,0 1 0,0 0 0,-22 22 0,33-29-787,-1-1 0,1 1 0,1 0 0,-1 0 0,1 0 0,-1 0 0,1 0 0,0 1 0,1 0 0,-1 0 0,1-1 0,0 1 0,0 0 0,0 1 0,-1 8 0,3-13-45,1 0 0,-1 0 0,0 0 0,0-1 0,1 1 0,-1 0 0,1 0 0,-1 0 1,1 0-1,-1 0 0,1-1 0,0 1 0,-1 0 0,1 0 0,0-1 0,-1 1 0,1-1 0,0 1 1,0 0-1,0-1 0,-1 1 0,1-1 0,0 0 0,2 1 0,27 8-934,-20-6 699,187 43-3588,-196-46 3912,1 1 0,-1-1 1,0 1-1,0-1 0,0 1 0,0-1 0,0 1 1,0 0-1,0-1 0,0 1 0,0 0 0,-1 0 1,1 0-1,0 0 0,0-1 0,-1 1 0,1 0 1,0 0-1,-1 1 0,1-1 0,-1 0 0,1 0 1,-1 0-1,0 0 0,1 0 0,-1 0 0,0 1 1,0-1-1,0 0 0,0 0 0,0 0 0,0 1 1,0-1-1,0 0 0,-1 0 0,1 0 0,0 0 1,-1 1-1,1-1 0,-1 1 0,-1 4 380,-1 1 0,1-1 0,-1 0 0,0-1 0,-6 11 0,3-10-319,1 1 0,-1-1 1,0 0-1,-1 0 0,1-1 1,-1 0-1,0 0 0,0 0 1,-1-1-1,0 0 0,1 0 1,-1-1-1,-12 3 0,-45 5-2511,-5-8-7510,59-6 2247,8-10-1388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48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3922,'0'0'20073,"48"-5"-19497,-28 5-400,-6 0-96,13 0-80,-7 0-592,7 0-1329,0 0-1264,0 0-1810,0-2-1744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48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7523,'0'0'16104,"7"9"-14581,15 20-275,-2 0-1,-1 2 1,-1 1-1,25 60 1,-32-63-1059,-1 0 1,-1 0-1,-2 0 0,-1 1 1,-1 0-1,1 44 1,-6-70-188,0-1 0,0 0-1,0 0 1,0 1 0,-1-1 0,1 0 0,-1 0 0,0 0 0,0 0 0,0 0 0,0 0 0,-1 0 0,1 0 0,-1 0 0,0-1 0,0 1 0,0 0 0,0-1-1,0 0 1,0 1 0,-4 2 0,-1-1 0,0-1-1,0 0 0,-1 0 1,1 0-1,0-1 0,-1 0 1,-14 1-1,-11 0-210,26-3 50,0 0 1,1 1-1,-1-1 0,0 1 1,0 1-1,1-1 0,-1 1 1,1 1-1,-8 2 1,35-5-13000,14-1 5367,9-11-1512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48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 7780,'0'0'24203,"0"-2"-23643,-7 2-592,7 9-48,-7 4-1073,1 5-1616,-1 3-1601,7-3-4946,0 2-3714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48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 8980,'0'0'12358,"-135"108"-11366,87-81-992,1 5-576,-14-1-3234,-7 3-7267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09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1078 160,'0'0'4543,"-5"-37"8912,8 39-13216,0 0 0,0 0 0,0 0 0,0 0 0,1-1 0,-1 1 0,1-1 0,-1 0 1,1 0-1,0-1 0,-1 1 0,1-1 0,3 1 0,58-1 1238,-41-1-1019,80-4-89,139-24 0,-74 7-317,255-45-317,32-3-879,93-3 370,128-38 921,-383 65-80,-80 13 120,-150 26 714,0 2 1,96 6 0,-35 1 3828,-127-20-4694,0 1 0,-2 0-1,0-1 1,-1 1 0,-1 1-1,-10-22 1,-6-20 18,-59-146-124,61 158 63,-6-28 97,18 12-106,8 54 779,-1 12-335,-6 52-157,-15-15-212,-3 0 0,-41 53 0,63-90-65,-4 3 14,1 1 0,0 0 0,1 0 0,-1 0 0,2 1 0,-8 16 0,13-33 0,0 0-1,0 1 0,0-1 1,1 1-1,0-1 0,0 1 0,1 0 1,0 0-1,0 0 0,1 0 1,0 1-1,5-8 0,10-10-135,40-40-1,-40 45 88,-1 1 1,-2-2-1,19-27 0,-27 46 120,2 12 120,18 31 342,3 5-141,79 51-400,-64-59 0,-35-30 0,-1-1 0,2 0 0,-1 0 0,1-1 0,0-1 0,1 0 0,12 4 0,-24-8 0,-4 5-2876,-28-3-22821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50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2321,'0'0'6112,"3"-19"-4684,3-4-815,3-17-78,-7-4 9009,-2 61-8140,32 376 3059,-16-258-3321,-3 123-2383,-13-270-6125,0-51-2993,0 19 4116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52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1 289 1217,'0'0'9623,"6"21"-3509,2-16-5690,-1 0-1,1-1 0,-1 1 0,1-1 0,0-1 0,1 0 0,-1 0 0,1 0 1,-1-1-1,1 0 0,13 0 0,11 0-281,59-4 1,-49 0 49,52-6-118,169-37-1,-120 18-52,1574-182 4272,-1111 150-1804,-606 58-2472,-1 1 1,1 0-1,0 0 0,-1 0 1,1 0-1,0 0 0,-1 0 1,1 0-1,0 0 0,-1 0 1,1 1-1,0-1 0,-1 0 1,1 0-1,0 0 0,-1 1 1,1-1-1,-1 0 0,1 1 1,0-1-1,-1 1 0,1-1 1,-1 0-1,1 1 0,-1-1 1,1 1-1,-1-1 0,0 1 1,1 0-1,-1 23 862,-23 36 798,16-42-1445,-53 157-232,52-145 0,2-1 0,1 1 0,1 1 0,0 33 0,16 252 0,-10-182 0,-3-76 0,0-56 0,-5-1 0,-72-1 0,-136 17 0,-271 20-217,293-28 74,-73 8 7,-627 20 29,730-29 144,1 7 1,-206 46-1,333-53 56,0 2 0,1 2-1,-57 27 1,85-36 6,6-4-94,0 1 1,1 0 0,-1-1 0,1 1 0,-1 0 0,1 0 0,-1 0-1,1 0 1,-1 0 0,1 0 0,-1 1 0,1-1 0,-1 0-1,0 1 1,1-1 0,-1 1 0,0-1 0,1 1 0,-1 0 0,0 0-1,0 0 1,2 1 0,31 24-1821,-28-21 131,22 15-9723,-9-13 140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54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77 416,'0'0'4170,"-3"-10"-3364,-1-4-169,-1-10-485,3-5 14164,9 52-11794,1 1-1576,-2 0 1,0 0 0,-2 1-1,2 34 1,-2 104 1253,-4-127-1693,0 338 1801,13-205-2308,-13-169 0,0 1 0,1-1 0,-1 0 0,0 0 0,0 0 0,0 0 0,0 0 0,0 0 0,0 0 0,0 1 0,1-1 0,-1 0 0,0 0 0,0 0 0,0 0 0,0 0 0,0 0 0,1 0 0,-1 0 0,0 0 0,0 0 0,0 0 0,0 0 0,0 0 0,1 0 0,-1 0 0,0 0 0,0 0 0,0 0 0,0 0 0,1 0 0,-1 0 0,0 0 0,0 0 0,0 0 0,0 0 0,0 0 0,1 0 0,-1 0 0,0 0 0,0-1 0,0 1 0,0 0 0,0 0 0,0 0 0,0 0 0,1 0 0,-1 0 0,0 0 0,0-1 0,0 1 0,0 0 0,0 0 0,0 0 0,0-1 0,0-33-13,-14 33-5920,3 1-1692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49:55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52 1393,'12'-5'20359,"-10"2"-18151,5-30-1731,-6 33-470,-1-1 0,0 0-1,0 1 1,1-1 0,-1 1-1,1-1 1,-1 0-1,1 1 1,-1-1 0,0 1-1,1-1 1,0 1 0,-1-1-1,1 1 1,-1 0-1,1-1 1,0 1 0,-1 0-1,1-1 1,-1 1-1,1 0 1,0 0 0,0 0-1,-1-1 1,1 1 0,0 0-1,-1 0 1,1 0-1,0 0 1,0 0 0,-1 0-1,1 0 1,0 1-1,-1-1 1,1 0 0,0 0-1,-1 0 1,1 1 0,0-1-1,-1 0 1,1 1-1,-1-1 1,2 1 0,-1 1 18,0-1 1,0 0-1,0 1 1,-1 0 0,1-1-1,0 1 1,0-1-1,-1 1 1,1 0-1,-1 0 1,0-1 0,1 1-1,-1 0 1,0 0-1,0-1 1,0 3-1,-2 39 445,1-25-152,2-17-248,-1 1 0,0 0 0,0 0 0,0-1 1,0 1-1,0 0 0,0-1 0,-1 1 1,1 0-1,0-1 0,-1 1 0,0 0 1,1-1-1,-1 1 0,0-1 0,0 1 0,-1 1 1,0-2 4,-1 0 1,1 0 0,0 0-1,-1-1 1,1 1-1,-1-1 1,1 1 0,-1-1-1,1 0 1,-1 0 0,-3-1-1,4 0-49,1 0 1,0 0-1,0 0 0,0 0 1,0 0-1,0 0 0,0-1 0,0 1 1,0 0-1,0-1 0,0 1 1,1-1-1,-1 1 0,0-1 0,1 1 1,0-1-1,-1 1 0,1-1 1,0 0-1,0 1 0,0-1 0,0 1 1,0-1-1,0-3 0,3-44 499,-2 47-522,0 1 1,0-1-1,0 1 1,0 0-1,0-1 1,0 1-1,0 0 0,0 0 1,0 0-1,0 0 1,1 0-1,-1 0 1,0 0-1,1 0 0,-1 1 1,1-1-1,-1 0 1,1 1-1,-1-1 0,1 1 1,0 0-1,-1 0 1,3-1-1,-3 1 1,0 0 0,0 0-1,0 0 1,0 0 0,0 0 0,0 0-1,0 0 1,0 0 0,0 1 0,0-1-1,0 0 1,0 1 0,0-1 0,0 0-1,0 1 1,0-1 0,-1 1 0,1-1-1,0 1 1,0 0 0,-1-1 0,1 1-1,0 0 1,-1 0 0,1-1 0,0 1-1,-1 0 1,1 0 0,-1 0 0,0 0-1,1 0 1,-1 0 0,0 0 0,1 0-1,-1 0 1,0 0 0,0-1 0,0 1-1,0 2 1,1 15 156,-1-13-32,0-1 1,1 0-1,-2 1 0,1-1 0,0 0 1,-1 0-1,-2 9 0,2-12-79,0 0-1,0 1 1,1-1-1,-2 0 1,1 0-1,0 0 1,0 0 0,0 0-1,0 0 1,-1 0-1,1 0 1,0 0-1,-1 0 1,1-1 0,-1 1-1,1-1 1,0 1-1,-1-1 1,0 0-1,1 1 1,-1-1 0,1 0-1,-1 0 1,1 0-1,-1 0 1,-1 0-1,2-1-42,0 1 0,1 0 0,-1 0 0,0 0 0,1 0 0,-1-1 0,1 1 0,-1 0 0,1 0 0,-1-1 0,0 1 0,1 0 0,-1-1 0,1 1 0,-1-1 0,1 1 0,0-1 0,-1 1 0,1-1 0,-1 1 0,1-1 0,0 1 0,0-1 0,-1 1 0,1-1 0,0 0 0,0 1 0,0-1 0,-1 0 0,-1-28 239,3 24-214,-1 1 0,0-1 0,1 1 0,0 0 0,0 0-1,0-1 1,1 1 0,0 0 0,3-7 0,-4 10-31,-1 1 0,0-1 0,1 0 0,-1 1 0,0-1 0,1 1 0,-1-1 0,1 1 0,-1 0 0,1-1 0,-1 1 0,1-1 0,-1 1 0,1 0 0,0 0 0,-1-1 0,1 1 0,-1 0 0,1 0 0,0-1 0,-1 1 0,1 0 0,-1 0 0,1 0 0,0 0 0,-1 0 0,1 0 0,0 0 0,-1 0 0,1 0 0,0 1 0,-1-1 0,1 0 0,-1 0 0,1 0 0,0 1 0,-1-1 0,1 0 0,-1 1 0,1-1 0,-1 0 0,1 1 0,-1-1 0,1 1 0,-1-1 0,0 1 0,1-1 0,-1 1 0,1-1 0,-1 1 0,0 0 0,1 0 0,5 35 0,-6-30 0,1 67 0,-1-84-479,-1-23-3651,1 33 3916,0 0 0,0 0 0,0 0 0,0 1 0,0-1 0,0 0 0,1 0 0,-1 1 0,0-1 0,0 0 0,1 0 0,-1 1 0,0-1 0,1 0 0,-1 1 0,0-1 0,1 0 0,-1 1 0,1-1 0,-1 1 0,1-1-1,0 1 1,-1-1 0,1 1 0,0-1 0,-1 1 0,1 0 0,0-1 0,-1 1 0,1 0 0,0-1 0,1 1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04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1 875 976,'0'0'7345,"15"-23"-1945,201-47-2948,299-65-2372,-1 10-438,-129 29 118,266-54 499,-209 37-253,-206 50 353,-191 54 132,1 2-1,67-2 0,-7 1 2273,-100 7-2636,18 2 2008,-23 0-2049,-1 0 0,1 0 1,-1 1-1,1-1 0,-1 0 0,1 0 0,-1 1 1,1-1-1,-1 0 0,0 1 0,0-1 0,0 0 1,0 1-1,0-1 0,0 0 0,0 3 0,0-4 72,17 1 2362,16 1-2727,204-55 310,-168 36-89,-39 8 28,-19 6 2,1 0 1,0 0-1,0 1 1,15-1 1405,-34 30-833,-11 3-504,2 0 1,0 1-1,2 1 1,1 0 0,2 0-1,-9 43 1,10-24 228,3 1 0,1 0 0,3 0 1,6 88-1,0-29 484,-3-7-506,21-47-368,-15-6-2769,-8-92-18177,-10 15 12742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05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5 1713,'0'0'9052,"-7"-1"-7993,-26-3 7705,33 6-8444,0 1-1,1-1 0,0 0 1,-1 0-1,1 0 1,0 0-1,0 0 0,0 0 1,1 0-1,-1 0 1,0 0-1,1-1 0,-1 1 1,1 0-1,2 1 1,32 25 181,-24-19 103,5 3-132,1-2-1,-1 0 1,31 12-1,-31-15-107,-1 0 0,0 1-1,-1 1 1,1 0 0,13 12 0,2 20-44,-5-5-285,-22-34-65,-3-2-146,-1-36-15900,0 23 8253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05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2 5619,'0'0'14788,"0"0"-14585,1 0 1,-1-1-1,0 1 1,1 0-1,-1 0 1,1 0-1,-1-1 1,0 1-1,1 0 1,-1 0 0,1 0-1,-1 0 1,1 0-1,-1 0 1,1 0-1,-1 0 1,1 0-1,-1 0 1,0 0-1,1 0 1,-1 1-1,1-1 1,-1 0 0,1 0-1,-1 0 1,0 1-1,1-1 1,-1 0-1,0 0 1,1 1-1,-1 4-28,-1 0 0,0 0 0,0 0 0,0 0 0,0 0 0,-1-1 0,0 1 0,0 0-1,0-1 1,-1 0 0,-4 8 0,-43 47 2657,10-14-1712,28-28-1120,1 1 0,0 0 0,1 0 0,-14 40 0,16-40-3079,7-16 2291,0 0 0,0-1-1,-1 1 1,1 0 0,0-1 0,-1 1-1,0-1 1,1 0 0,-1 1 0,0-1-1,0 0 1,-3 1 0,-13 5-9289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14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3 2593,'7'-2'19863,"-7"22"-19382,-2 1 1,0 0-1,-1-1 1,-1 1-1,-12 38 1,14-54-345,0 1 0,1-1 0,0 1 0,0-1 0,1 1 0,-1-1 0,1 1 0,1 9 0,1-15-137,0 0 0,1 0 1,-1-1-1,0 1 1,0-1-1,0 1 1,0-1-1,0 1 1,0-1-1,4-2 1,20-15-79,25-13-570,-49 30 603,1-1 0,0 1 0,0 0 0,0 0 0,0 0 0,0 1 0,0-1 0,0 1 0,0-1 0,0 1 0,0 0 0,0 0 0,0 1 0,1-1 0,3 1 0,-6 0 45,0 0 1,0 0 0,0 0-1,0 0 1,0 1 0,0-1-1,0 0 1,-1 0-1,1 1 1,0-1 0,-1 0-1,1 1 1,0-1 0,-1 0-1,0 1 1,1-1 0,-1 1-1,0-1 1,0 1-1,0-1 1,0 2 0,1 42 58,-2-34-52,1-1 11,0 0-1,-1 0 1,0 0 0,-1 1-1,0-2 1,0 1 0,-1 0-1,-5 11 1,5-16 46,0 0 1,0 1 0,0-1-1,-1-1 1,0 1-1,0 0 1,0-1 0,0 0-1,-1 0 1,0 0-1,0-1 1,0 1 0,0-1-1,0 0 1,-10 3-1,2-2 285,0 0 0,-1-2-1,1 1 1,-1-2 0,0 0-1,0 0 1,-22-3-1,-6 2 844,40 0-1208,3-2-790,-1 0 0,0 0 0,1 0 0,-1 0 0,1 0 0,-1 0-1,1 0 1,0 1 0,0-1 0,0 0 0,0 1 0,0-1 0,0 0 0,1 1 0,-1 0 0,0-1 0,4-1 0,2-5-4169,1-3-3450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15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4434,'0'-2'20916,"58"3"-20375,0-3-1,0-3 0,73-14 0,-92 11-277,-22 5 5,1 0 0,-1-2 0,0 0 0,21-9 1,-35 41-21909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244 200 624,'0'0'5862,"36"7"3782,-24-7-8075,-11-1-1533,0 0-1,1 0 1,-1 0 0,0 0-1,0 0 1,0 0 0,0-1 0,0 1-1,-1 0 1,1-1 0,0 1 0,-1-1-1,1 1 1,-1-1 0,1 1 0,-1-1-1,0 1 1,1-1 0,-1 0 0,0-2-1,-1-39 55,0 26-20,2 13-62,-1 0 0,1 0 0,-1 0 0,0 0 0,-1 0 0,1 0 0,-1 0 0,1 0 0,-1 0 0,-1 0 0,1 0 0,0 1 0,-1-1 0,0 0 0,0 1 0,0-1 0,0 1 0,0 0 0,-1 0 0,1 0 0,-1 0 0,0 0 0,0 0 0,0 1 0,-1 0 0,1-1 0,0 1 0,-1 0 0,1 1 0,-1-1 0,0 1 0,-4-2 0,4 1 31,0 1 0,0-1 0,0 1 1,0 0-1,0 0 0,0 0 1,0 0-1,0 1 0,-1 0 0,1 0 1,0 0-1,0 0 0,0 1 0,0-1 1,-1 1-1,1 0 0,0 0 0,0 1 1,1-1-1,-1 1 0,0 0 1,0 0-1,1 0 0,-1 1 0,1-1 1,0 1-1,0 0 0,0 0 0,0 0 1,0 0-1,-2 4 0,-8 13 165,2 0 0,0 1 0,2 0 0,0 0 0,2 1-1,0 1 1,-4 22 0,4 1 446,2 1 0,1 70 0,16 272 1527,-5-246-2036,-6-82-3068,-17-64-8734,-8-14 4623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7187,'0'0'15559,"21"-12"-13886,3-3-1156,-11 7-206,0 0 0,1 0 0,0 1 0,0 1 0,0 0-1,1 1 1,27-5 0,8 2 426,0 1 0,1 3 0,87 4 0,-136 1-738,0-1-1,0 1 1,0 0-1,0-1 0,0 1 1,0 0-1,0 0 1,0 0-1,0 0 1,-1 1-1,1-1 0,0 0 1,-1 1-1,1-1 1,-1 1-1,1 0 1,-1-1-1,0 1 1,0 0-1,1 0 0,-1 0 1,-1 0-1,1 0 1,0 0-1,0 0 1,-1 0-1,1 0 0,-1 3 1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1 251 2385,'0'0'18152,"5"9"-15761,2 2-1685,-3-6-219,-1 1 0,0-1 0,0 1 0,0 0 0,4 12 0,1 3 2995,-5-21-1582,-2-13-1071,-1-176-829,1 178-84,1 1 1,1-1-1,0 0 1,0 1-1,1 0 0,5-11 1,1-4-194,2 5-4101,2 14-6637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60 3874,'0'0'17506,"2"-4"-15465,-2 4-1934,0-1-1,1 1 0,-1-1 1,0 1-1,0-1 0,1 1 1,-1-1-1,0 1 0,0-1 1,0 1-1,0-1 0,0 1 1,0-1-1,0 1 0,0-1 1,0 0-1,0 1 0,0-1 1,0 1-1,0-1 0,0 1 0,0-1 1,0 1-1,-1-1 0,1 1 1,0-1-1,0 1 0,-1-1 1,1 1-1,0-1 0,-1 1 1,1-1-1,-1 1 0,-17 4 1729,-23 26-460,38-26-1314,0 1-1,0-1 1,1 1 0,0-1-1,0 1 1,0 0 0,0 0-1,1 0 1,0 0 0,0 0-1,0 0 1,0 0 0,1 0 0,0 0-1,0 0 1,2 9 0,-2 5-87,1-17 20,-1-1 1,1 1 0,-1-1-1,1 1 1,0-1 0,0 1-1,0-1 1,0 1 0,0-1 0,0 0-1,0 0 1,0 1 0,0-1-1,1 0 1,-1 0 0,0 0-1,1 0 1,-1 0 0,1-1-1,-1 1 1,1 0 0,-1-1-1,1 1 1,0-1 0,-1 0 0,1 1-1,0-1 1,-1 0 0,4 0-1,56 3-416,-55-3 307,1 0-50,1 0 0,-1-1 0,0 0-1,0 0 1,-1-1 0,1 0 0,0 0 0,-1-1-1,1 0 1,10-6 0,-15 7 117,0 1 0,0 0-1,0-1 1,0 0 0,0 1 0,0-1 0,0 0 0,-1 0-1,1 0 1,-1 0 0,0 0 0,1-1 0,-1 1 0,0 0-1,0-1 1,-1 1 0,1 0 0,0-1 0,-1 1 0,1-1-1,-1 1 1,0-1 0,0 1 0,0-1 0,0 1 0,0-1 0,-1 1-1,1-1 1,-1 1 0,1-1 0,-1 1 0,0-1 0,-2-3-1,-1 2 74,0 0 0,0 0 0,-1 1 0,1-1 0,-1 1-1,0 0 1,0 0 0,0 1 0,0 0 0,0-1 0,0 2 0,-1-1-1,1 1 1,-8-2 0,-19-7 208,31 9-222,1 1 0,-1 0 0,1 0 0,-1 0-1,1-1 1,-1 1 0,1 0 0,-1-1 0,1 1 0,-1 0 0,1-1 0,0 1-1,-1-1 1,1 1 0,0-1 0,-1 1 0,1-1 0,0 1 0,-1-1 0,1 1-1,0-1 1,0 1 0,0-1 0,0 1 0,-1-1 0,1 1 0,0-1 0,0 0-1,0 1 1,0-1 0,0 1 0,0-1 0,1 1 0,-1-1 0,0 0 0,0 1-1,0-1 1,0 1 0,1-1 0,-1 1 0,0-1 0,1 1 0,-1-1 0,0 1-1,1-1 1,-1 1 0,0 0 0,1-1 0,-1 1 0,1-1 0,-1 1 0,1 0-1,-1-1 1,1 1 0,-1 0 0,1 0 0,-1 0 0,1-1 0,-1 1 0,2 0-1,30-17-121,-12 12 102,0 1 0,0 1 1,1 0-1,-1 2 0,30 1 0,-48 0 9,1 0 34,-1 0 0,0 0 0,1 0 0,-1 0 0,0 0-1,1 1 1,-1-1 0,0 1 0,0-1 0,1 1 0,-1 0 0,0 0 0,0 0 0,0 0 0,0 1 0,0-1 0,0 0 0,0 1-1,-1 0 1,1-1 0,0 1 0,-1 0 0,1 0 0,-1-1 0,0 1 0,0 1 0,1-1 0,-1 0 0,-1 0 0,2 3 0,0 5 219,0 0 0,-1 0 1,0 0-1,-1 0 1,-1 18-1,0-1-64,1-27-34,16-10-131,-3-3-74,1 1 0,0 1-1,1 0 1,0 1 0,1 0 0,0 1 0,0 1 0,1 1 0,0 0-1,0 1 1,1 1 0,-1 1 0,1 0 0,35-2 0,-53 7 77,1 0 0,0 0 1,0 0-1,-1 0 0,1 0 1,0 0-1,-1 0 0,1 0 1,-1 1-1,0-1 0,1 0 1,-1 0-1,0 0 0,0 1 1,1-1-1,-1 0 0,0 0 1,0 0-1,-1 1 1,1 1-1,0 39 306,-1-31-344,1 8 148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15303,'0'0'6384,"-5"27"-1576,0 4-3615,-3 18 902,-2 58 1,2-47-1509,5-45-549,1 0 0,0 0-1,1 0 1,1 0-1,0 0 1,1 0-1,4 21 1,-5-34-142,1 1 0,-1-1 0,1 1 0,0-1-1,0 1 1,0-1 0,1 0 0,-1 1 0,0-1 0,1 0 0,-1 0 0,1 0-1,0 0 1,0 0 0,0-1 0,0 1 0,0 0 0,0-1 0,0 1 0,1-1-1,-1 0 1,0 0 0,1 0 0,-1 0 0,1 0 0,-1-1 0,1 1 0,0-1 0,-1 1-1,1-1 1,-1 0 0,1 0 0,0 0 0,-1-1 0,1 1 0,3-1 0,0-1-419,1 0 1,-1 0 0,0-1 0,0 1 0,0-1 0,0-1 0,-1 1-1,1-1 1,-1 0 0,0 0 0,0-1 0,0 1 0,6-9 0,8-16-8477,-4-2-3591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2481,'0'0'20602,"196"-5"-19786,-94-11-816,0-4-416,-8 2-3730,-6 0-8228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1056,'0'0'9866,"0"-19"67,9 153-3892,-3-64-4508,-3-45-954,2 0 0,13 48 1,-11-53-1055,-1 1-1,-1 1 1,-1-1 0,1 33 0,-5-96-23602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1 291 8004,'0'0'10938,"9"0"-9319,54-4 724,-18 3-1019,71-12 1,357-98-526,188-34-752,-609 137 177,1 3 0,98 2 0,-149 3-125,0 0-1,-1 1 0,1 0 1,0-1-1,-1 1 1,1 0-1,0 0 1,-1 0-1,1 0 1,-1 0-1,1 0 0,-1 0 1,0 1-1,1-1 1,-1 0-1,0 1 1,0-1-1,0 1 1,0-1-1,0 1 0,0 0 1,-1-1-1,1 1 1,0 0-1,-1 0 1,0-1-1,1 1 1,-1 0-1,0 0 0,0 2 1,3 68 1740,-4-55-1432,-1 115-137,5 150-142,1-258-128,1 0 0,15 45 0,-10-37 0,-10-30 0,3 7 0,-6-11 0,-18-16 0,2 9 0,-1 1 0,-1 0 0,1 2 0,-1 0 0,-1 1 0,-37-3 0,-134 4 0,126 4 0,-63 5 0,1 5 0,1 5 0,0 6 0,1 6 0,2 5 0,-164 65 0,276-92 0,6-3 0,0 1 0,0 0 0,0 0 0,0 1 0,1 0 0,-9 5 0,17-8 0,0 0 0,0 0 0,0 0 0,0-1 0,0 1 0,0-1 0,0 0 0,0 0 0,0 1 0,1-1 0,-1 0 0,0-1 0,3 1 0,6-4-407,1 1 1,-1-2-1,0 1 1,14-9-1,-22 12 234,-1-1 0,1 0 0,0 1 0,0-1 0,-1 0 0,1 0 0,-1 0 0,1-1 0,-1 1 0,0-1 0,0 1 0,0-1 0,0 0 0,0 1 0,-1-1 0,1 0 0,-1 0-1,0 0 1,0-1 0,1-3 0,4-12-9476,-5 6 490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14 138 4210,'0'0'12043,"5"5"-10029,-1 2-1489,0-1 0,0 1 1,0 0-1,-1 0 0,0 0 0,-1 0 0,1 0 1,-1 0-1,-1 1 0,2 11 0,0 86 2888,-3-74-2630,-1-31-776,1 0 1,-1 0-1,1 0 1,-1 0-1,1 0 1,-1 0 0,0 0-1,1 0 1,-1 0-1,1-1 1,-1 1 0,1 0-1,-1 0 1,0 0-1,1-1 1,-1 1-1,1 0 1,-1-1 0,1 1-1,0 0 1,-1-1-1,1 1 1,-1-1-1,1 0 1,-7-12-133,1 0-1,1-1 1,1 1-1,0-1 1,0 0-1,-1-22 1,-1-90-1644,6 125 1748,0 0-1,0 1 0,-1-1 0,1 0 0,0 0 1,1 1-1,-1-1 0,0 0 0,0 1 0,0-1 0,0 0 1,0 0-1,1 1 0,-1-1 0,0 0 0,1 1 1,-1-1-1,0 1 0,1-1 0,-1 0 0,1 1 0,-1-1 1,1 1-1,-1-1 0,1 1 0,-1 0 0,1-1 1,0 1-1,0-1 0,21 6-231,20 24 244,-41-28 5,5 4-4,1-1 0,-1 0-1,1-1 1,0 1 0,-1-1 0,2 0 0,-1-1-1,0 0 1,0 0 0,13 1 0,78 1-91,-74-4 24,-15 0 22,0-1 0,-1 1 0,1-1 0,-1-1 0,1 0 0,-1 0 0,1-1 0,-1 0 0,0 0 0,0-1 0,10-7 0,-14 9 4,0-1 1,0 0-1,0-1 1,-1 1-1,1-1 1,-1 1 0,0-1-1,0 0 1,0-1-1,-1 1 1,0 0-1,1-1 1,-1 1-1,-1-1 1,1 1 0,-1-1-1,0 0 1,0 0-1,0 0 1,0 0-1,-1-5 1,0 8 47,0 0 0,0 1 0,-1-1 0,1 1 0,0-1 0,-1 0 0,1 1 0,-1-1 1,0 1-1,1-1 0,-1 1 0,0 0 0,0-1 0,0 1 0,0 0 0,0 0 0,0-1 0,0 1 0,-1 0 0,1 0 0,0 0 1,-1 0-1,-2-1 0,0 0 68,-1 0-1,1 1 1,-1-1 0,0 1 0,1 0 0,-1 0 0,0 0 0,-7 1 0,5-1 128,1 1 0,0 1 0,-1-1 0,1 1 0,0 0 0,0 0 0,0 1 0,0 0 0,0 0 0,0 0 0,0 1 0,0-1 0,1 2 0,-7 4 0,6-2-54,1 1-1,0 0 0,1 0 0,0 0 0,0 0 1,0 1-1,1-1 0,0 1 0,1 0 1,0 0-1,0 0 0,1 1 0,-1-1 0,2 0 1,-1 0-1,1 1 0,1-1 0,-1 0 0,2 1 1,-1-1-1,1 0 0,0 0 0,0 0 1,7 12-1,-6-12-197,0 1 0,1-1 0,1 0 0,-1-1-1,1 1 1,1-1 0,-1 0 0,1 0 0,1-1 0,-1 0 0,1 0 0,0 0 0,0-1 0,1 0 0,-1 0 0,1-1 0,0 0 0,0-1 0,1 1 0,-1-2 0,1 1-1,15 2 1,-8-4-866,-1 0-1,0-1 1,1 0-1,29-6 1,-34 3-331,0 0 1,-1 0-1,1-1 1,15-9-1,41-26-8755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12678,'0'0'5031,"-19"14"-615,12-9-4120,-104 79 4734,93-69-4146,0 1 0,1 1 0,1 1 0,-25 34 0,38-48-837,1 0 1,0 1-1,0-1 1,0 0-1,1 1 1,-1 0-1,1-1 0,0 1 1,0 9-1,2-13-57,1 0 0,-1 0-1,1-1 1,0 1 0,-1 0-1,1-1 1,0 1 0,0-1-1,0 1 1,-1-1 0,1 0-1,0 0 1,0 0 0,0 0-1,-1 0 1,1 0-1,0 0 1,2-1 0,3 0-42,1 0-119,1 0-1,0-1 0,0 0 0,0 0 0,-1-1 0,0-1 1,1 1-1,-1-1 0,0-1 0,-1 1 0,12-10 0,-4 3-477,0-1-1,-1-1 0,0 0 0,17-24 0,-29 34 623,0 1 0,0 0 0,-1-1 0,0 1 0,1-1 0,-1 0 0,0 1 0,0-1 0,0 0 0,-1 0 0,1 0 0,-1 0 0,0 0 0,1 1 0,-1-1 0,-1-5 0,-3 7 353,-1 0 0,1 1 0,-1-1 0,1 1 0,-1 0 0,1 0 0,-1 0 0,-5 2 0,8-2-265,0 1-1,0 0 0,0 0 0,1 0 0,-1 0 1,0 0-1,0 0 0,1 1 0,-1-1 0,1 0 0,-1 1 1,1-1-1,0 1 0,0 0 0,0-1 0,-1 1 1,2 0-1,-1 0 0,0 0 0,0-1 0,0 1 0,1 0 1,-1 0-1,1 0 0,0 0 0,-1 0 0,1 0 1,0 0-1,0 0 0,0 0 0,1 0 0,-1 0 1,1 3-1,-1-2-128,1-1 1,-1 1-1,1 0 1,0-1 0,0 1-1,0-1 1,0 1-1,0-1 1,0 1 0,1-1-1,-1 0 1,1 0-1,0 0 1,0 0-1,0 0 1,0 0 0,0 0-1,0 0 1,0-1-1,0 1 1,1-1 0,-1 0-1,0 0 1,1 1-1,2-1 1,64 6-7072,-24-14-3597,-17-8 1809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10885,'0'0'10616,"0"23"-7831,0 78-1200,0-34 1715,0-66-2687,0-17 177,0-18-536,-1 9-186,2 0 0,4-36 0,-3 53-84,0 0 0,0 0 0,0 1 0,1-1 0,0 1 0,0 0 1,1-1-1,0 2 0,0-1 0,1 0 0,10-10 0,-3 4-232,0 1 0,1 0 0,20-13 0,5 7-2705,8 11-4628,-37 7 15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9412,'0'0'14794,"0"27"-12775,-2 48-751,-1 23 1289,10 101 0,-2-172-2504,1 0 1,17 44-1,-6-18-136,-17-52-32,1-1 0,-1 0 1,0 0-1,0 1 0,1-1 0,-1 0 0,0 0 0,0 1 0,0-1 0,0 0 0,1 1 0,-1-1 0,0 0 1,0 1-1,0-1 0,0 0 0,0 1 0,0-1 0,0 0 0,0 1 0,0-1 0,0 0 0,0 1 0,0-1 1,0 0-1,0 0 0,0 1 0,0-1 0,-1 0 0,1 1 0,0-1 0,0 0 0,0 1 0,0-1 0,-1 0 1,1 0-1,0 1 0,0-1 0,0 0 0,-1 0 0,1 1 0,0-1 0,0 0 0,-1 0 0,1 0 1,0 0-1,-1 0 0,1 1 0,0-1 0,-1 0 0,1 0 0,0 0 0,-1 0 0,1 0 0,-1 0 0,0 0-247,0-1 0,0 1 0,0-1-1,1 1 1,-1-1 0,0 1-1,0-1 1,0 0 0,1 1 0,-1-1-1,0 0 1,1 0 0,-1 0 0,0 1-1,1-1 1,-1 0 0,1 0-1,-1-1 1,-1-5-1294,1 1 0,-1-1 0,1 1 0,1-1 0,-1 1 0,1-9 0,0-22-4837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115 242 7940,'0'0'7118,"26"-13"-4816,5-4-1736,-13 7-215,1 0 0,-1 2 0,2 0 0,-1 1 0,1 1 0,29-6 0,369-60 4012,215 2-3561,-439 62-425,-108 7 3648,-85 2-3988,0-1 1,0 0-1,0 0 0,0 1 1,0-1-1,0 1 1,0-1-1,0 1 1,0-1-1,0 1 0,-1-1 1,1 1-1,0 0 1,0 0-1,0-1 1,-1 1-1,1 0 0,0 0 1,-1 0-1,1 0 1,-1 0-1,1 0 1,-1 0-1,1 0 0,-1 0 1,0 0-1,0 0 1,1 0-1,-1 0 1,0 0-1,0 0 0,0 2 1,0 46 1338,-1-33-1170,-13 177-206,14-168 0,0 0 0,2 0 0,0 0 0,2 0 0,0 0 0,10 27 0,-13-49 0,9 21 0,-1 2 0,-1-1 0,-2 1 0,0 0 0,3 50 0,-10-76 0,0 1 0,0-1 0,0 1 0,0-1 0,0 1 0,0-1 0,0 0 0,0 0 0,0 0 0,0 1 0,0-1 0,0 0 0,0 0 0,0 0 0,0 0 0,0-1 0,-2 1 0,0 0 0,-288-18 0,-208 32 0,363-1 0,-221 51 0,264-42 0,2 4 0,-128 55 0,214-79 0,2-1 0,1 0 0,0 0 0,0 0 0,0 0 0,-1 0 0,1 0 0,0 1 0,1-1 0,-1 1 0,0-1 0,0 1 0,1 0 0,-1 0 0,0 0 0,0 2 0,2-4-1,0 1 0,1-1 1,-1 1-1,0-1 0,1 1 0,-1-1 1,1 0-1,-1 1 0,1-1 0,-1 0 1,1 0-1,-1 1 0,1-1 0,-1 0 1,1 0-1,-1 0 0,1 1 0,0-1 1,-1 0-1,1 0 0,-1 0 0,1 0 1,0 0-1,-1 0 0,1 0 0,-1 0 0,1-1 1,-1 1-1,1 0 0,-1 0 0,1 0 1,0-1-1,0 1-54,4-2-346,0 0-1,0 0 1,-1-1 0,1 0-1,-1 0 1,1 0-1,-1 0 1,5-6 0,32-34-7381,-32 34 4953,11-14-6303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2321,'0'0'6112,"3"-19"-4684,3-4-815,3-17-78,-7-4 9009,-2 61-8140,32 376 3059,-16-258-3321,-3 123-2383,-13-270-6125,0-51-2993,0 19 4116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1 289 1217,'0'0'9623,"6"21"-3509,2-16-5690,-1 0-1,1-1 0,-1 1 0,1-1 0,0-1 0,1 0 0,-1 0 0,1 0 1,-1-1-1,1 0 0,13 0 0,11 0-281,59-4 1,-49 0 49,52-6-118,169-37-1,-120 18-52,1574-182 4272,-1111 150-1804,-606 58-2472,-1 1 1,1 0-1,0 0 0,-1 0 1,1 0-1,0 0 0,-1 0 1,1 0-1,0 0 0,-1 0 1,1 1-1,0-1 0,-1 0 1,1 0-1,0 0 0,-1 1 1,1-1-1,-1 0 0,1 1 1,0-1-1,-1 1 0,1-1 1,-1 0-1,1 1 0,-1-1 1,1 1-1,-1-1 0,0 1 1,1 0-1,-1 23 862,-23 36 798,16-42-1445,-53 157-232,52-145 0,2-1 0,1 1 0,1 1 0,0 33 0,16 252 0,-10-182 0,-3-76 0,0-56 0,-5-1 0,-72-1 0,-136 17 0,-271 20-217,293-28 74,-73 8 7,-627 20 29,730-29 144,1 7 1,-206 46-1,333-53 56,0 2 0,1 2-1,-57 27 1,85-36 6,6-4-94,0 1 1,1 0 0,-1-1 0,1 1 0,-1 0 0,1 0 0,-1 0-1,1 0 1,-1 0 0,1 0 0,-1 1 0,1-1 0,-1 0-1,0 1 1,1-1 0,-1 1 0,0-1 0,1 1 0,-1 0 0,0 0-1,0 0 1,2 1 0,31 24-1821,-28-21 131,22 15-9723,-9-13 140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77 416,'0'0'4170,"-3"-10"-3364,-1-4-169,-1-10-485,3-5 14164,9 52-11794,1 1-1576,-2 0 1,0 0 0,-2 1-1,2 34 1,-2 104 1253,-4-127-1693,0 338 1801,13-205-2308,-13-169 0,0 1 0,1-1 0,-1 0 0,0 0 0,0 0 0,0 0 0,0 0 0,0 0 0,0 0 0,0 1 0,1-1 0,-1 0 0,0 0 0,0 0 0,0 0 0,0 0 0,0 0 0,1 0 0,-1 0 0,0 0 0,0 0 0,0 0 0,0 0 0,0 0 0,1 0 0,-1 0 0,0 0 0,0 0 0,0 0 0,0 0 0,1 0 0,-1 0 0,0 0 0,0 0 0,0 0 0,0 0 0,0 0 0,1 0 0,-1 0 0,0 0 0,0-1 0,0 1 0,0 0 0,0 0 0,0 0 0,0 0 0,1 0 0,-1 0 0,0 0 0,0-1 0,0 1 0,0 0 0,0 0 0,0 0 0,0-1 0,0-33-13,-14 33-5920,3 1-1692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1 875 976,'0'0'7345,"15"-23"-1945,201-47-2948,299-65-2372,-1 10-438,-129 29 118,266-54 499,-209 37-253,-206 50 353,-191 54 132,1 2-1,67-2 0,-7 1 2273,-100 7-2636,18 2 2008,-23 0-2049,-1 0 0,1 0 1,-1 1-1,1-1 0,-1 0 0,1 0 0,-1 1 1,1-1-1,-1 0 0,0 1 0,0-1 0,0 0 1,0 1-1,0-1 0,0 0 0,0 3 0,0-4 72,17 1 2362,16 1-2727,204-55 310,-168 36-89,-39 8 28,-19 6 2,1 0 1,0 0-1,0 1 1,15-1 1405,-34 30-833,-11 3-504,2 0 1,0 1-1,2 1 1,1 0 0,2 0-1,-9 43 1,10-24 228,3 1 0,1 0 0,3 0 1,6 88-1,0-29 484,-3-7-506,21-47-368,-15-6-2769,-8-92-18177,-10 15 12742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5 1713,'0'0'9052,"-7"-1"-7993,-26-3 7705,33 6-8444,0 1-1,1-1 0,0 0 1,-1 0-1,1 0 1,0 0-1,0 0 0,0 0 1,1 0-1,-1 0 1,0 0-1,1-1 0,-1 1 1,1 0-1,2 1 1,32 25 181,-24-19 103,5 3-132,1-2-1,-1 0 1,31 12-1,-31-15-107,-1 0 0,0 1-1,-1 1 1,1 0 0,13 12 0,2 20-44,-5-5-285,-22-34-65,-3-2-146,-1-36-15900,0 23 8253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2 5619,'0'0'14788,"0"0"-14585,1 0 1,-1-1-1,0 1 1,1 0-1,-1 0 1,1 0-1,-1-1 1,0 1-1,1 0 1,-1 0 0,1 0-1,-1 0 1,1 0-1,-1 0 1,1 0-1,-1 0 1,1 0-1,-1 0 1,0 0-1,1 0 1,-1 1-1,1-1 1,-1 0 0,1 0-1,-1 0 1,0 1-1,1-1 1,-1 0-1,0 0 1,1 1-1,-1 4-28,-1 0 0,0 0 0,0 0 0,0 0 0,0 0 0,-1-1 0,0 1 0,0 0-1,0-1 1,-1 0 0,-4 8 0,-43 47 2657,10-14-1712,28-28-1120,1 1 0,0 0 0,1 0 0,-14 40 0,16-40-3079,7-16 2291,0 0 0,0-1-1,-1 1 1,1 0 0,0-1 0,-1 1-1,0-1 1,1 0 0,-1 1 0,0-1-1,0 0 1,-3 1 0,-13 5-9289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1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5603,'0'0'6146,"54"-38"-4465,-47 38-2609,6 0-3554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59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1663 1345,'0'0'4938,"0"-18"-8,97 34-963,-50-17-3664,0-2-1,-1-2 1,1-2-1,57-16 1,404-93-242,-359 91-18,222-7 0,-135 15 15,292-58 1,496-33 101,-570 73 561,211-3-529,-57 6 515,-176 1-412,309-35-70,-455 25-234,565-90 114,-190 18-156,-91 41 390,75 40 2393,-90 35 1667,-558-3-4028,0 0 0,0 0 0,-1 0 0,1 0-1,0-1 1,0 0 0,0 1 0,0-1 0,-4-1 0,-2-18-344,0 1 0,2-1 1,0-1-1,1 1 1,1-1-1,1 0 0,1-1 1,1 1-1,1-1 1,1-23-1,-7-123-16,6 152-13,-1 0 1,0 1-1,-1-1 1,-1 1-1,-7-18 1,-7-33-12,8 45 47,9 19-28,0 1-1,0-1 1,0 1-1,0-1 1,0 1 0,0-1-1,1 1 1,-1-1-1,1 0 1,-1 1 0,1-1-1,0 0 1,-1-2-1,-2-8 78,0 22 365,2-9-346,-4 0-6,-3 31 128,-11 7 8,2 1-1,-17 59 1,3-5 4,29-90-236,0-1 0,0 1 0,0-1 0,0 0 0,0 0 0,-1 0 0,1 0 0,-1 0 0,0 0 0,0-1 0,0 1 0,-6 3 0,-13 12 0,41-54 0,26-22 0,59-96 0,-89 133 0,-12 18 0,0 0 0,-1 0 0,1 0 0,-1-1 0,0 1 0,0-1 0,0 1 0,-1-1 0,1 0 0,-1 1 0,2-6 0,-5 5 0,2 4 0,1-1 0,-1 1 0,1-1 0,0 1 0,-1-1 0,1 1 0,0 0 0,0-1 0,-1 1 0,1 0 0,0-1 0,0 1 0,-1 0 0,1 0 0,0 0 0,0 0 0,0 0 0,0 0 0,-1 0 0,1 0 0,0 0 0,0 0 0,0 0 0,-1 1 0,1-1 0,0 0 0,1 1 0,0 0 0,0-1 0,-1 1 0,1 0 0,0 0 0,0 1 0,-1-1 0,1 0 0,-1 0 0,1 1 0,-1-1 0,0 1 0,1-1 0,-1 1 0,0 0 0,1 2 0,19 34 0,-13-21 0,7 7 0,1-1 0,25 28 0,1 1 0,-32-35 0,7 6 0,-6-13 0,-9-8 0,0 0 0,0 0 0,0 0 0,0 0 0,1 0 0,-1-1 0,0 1 0,1-1 0,-1 0 0,6 2 0,-8-3-54,0 0-1,0 0 1,0 0 0,1 0-1,-1 0 1,0 1-1,0-1 1,0 0 0,0 0-1,0 0 1,0 0 0,1 0-1,-1 0 1,0 1 0,0-1-1,0 0 1,0 0 0,0 0-1,0 0 1,0 1-1,0-1 1,0 0 0,0 0-1,0 0 1,0 0 0,0 1-1,0-1 1,0 0 0,0 0-1,0 0 1,0 0 0,0 1-1,0-1 1,0 0-1,0 0 1,0 0 0,0 0-1,0 1 1,0-1 0,0 0-1,0 0 1,0 0 0,-1 0-1,1 0 1,0 1 0,0-1-1,0 0 1,0 0-1,0 0 1,0 0 0,-1 0-1,1 0 1,0 1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19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6131,'0'0'10895,"4"4"-9851,3 2-390,0 1 1,0-1 0,1-1 0,0 1 0,0-1 0,0-1 0,10 5-1,-6-5-556,0 0 0,0-1-1,1 0 1,0-1 0,-1 0-1,1-1 1,0-1-1,21-1 1,-32 1-97,-1 0 0,1 0 0,-1 0 0,1 0 0,-1 0 0,1-1 0,-1 1 0,1 0 0,-1-1 0,1 1 0,-1-1-1,1 0 1,-1 0 0,0 1 0,1-1 0,-1 0 0,0 0 0,0 0 0,0 0 0,1 0 0,-1 0 0,0-1 0,0 1 0,-1 0 0,1-1 0,0 1 0,0 0 0,-1-1 0,1 1 0,-1-1 0,1 1 0,-1-1-1,1-2 1,-1 2-12,0 0-1,-1 0 1,1 0-1,-1 0 1,1 1 0,-1-1-1,1 0 1,-1 0-1,0 0 1,0 1-1,0-1 1,0 0-1,0 1 1,0-1-1,-1 1 1,1-1-1,0 1 1,-1 0-1,1-1 1,-1 1-1,0 0 1,1 0 0,-1 0-1,0 0 1,0 0-1,-2 0 1,-4-2 15,1 0 1,-1 1 0,0 1 0,0-1-1,0 1 1,0 0 0,0 1-1,0 0 1,0 0 0,0 1 0,0 0-1,0 1 1,0-1 0,-14 6-1,18-5 0,-1 0 0,1 0 0,0 0 0,0 1 0,0 0 0,0-1 0,1 2 0,-1-1 0,1 0 0,0 1 0,0-1 0,0 1 0,0 0 0,1 0 0,-1 0 0,1 0 0,0 0 0,0 1 0,1-1 0,-1 1 0,1-1 0,0 1 0,0-1 0,0 1 0,1 0 0,0 7 0,0-8-65,0 0 0,0 0 0,0-1 1,1 1-1,-1 0 0,1 0 0,0-1 0,0 1 0,0 0 0,1-1 0,-1 1 0,1-1 0,0 1 0,0-1 0,0 0 0,1 0 0,-1 0 0,1 0 0,-1 0 0,1-1 0,0 1 0,0-1 0,0 0 0,0 1 0,1-2 0,-1 1 1,1 0-1,-1-1 0,1 1 0,-1-1 0,1 0 0,4 1 0,5 0-2372,-1 1 1,1-2-1,-1 0 0,20 0 1,-5-1-2808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1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8 672,'0'0'19198,"4"-7"-16178,-4 7-2981,0 1 0,0-1 0,0 0 0,0 0 0,0 0 0,0 0 0,0 0 0,0 0 1,0 0-1,0 0 0,0 0 0,1 0 0,-1 0 0,0 0 0,0 0 0,0 0 0,0 0 0,0 0 0,0 0 0,0 0 0,0 0 0,0 0 0,0 0 0,1 0 0,-1 0 0,0 0 0,0 0 0,0 0 0,0 0 0,0 0 0,0 0 0,0 0 0,0 0 0,0 0 0,0 0 0,0 0 0,0 0 0,1 0 0,-1 0 0,0 0 0,0 0 0,0 0 0,0 0 0,0 0 0,0-1 0,0 1 0,0 0 0,0 0 0,0 0 0,0 0 0,0 0 0,0 0 0,0 3 61,0 0 0,0 1 0,0-1 0,0 0 0,1 0 0,-1 0 1,1 1-1,0-1 0,0 0 0,0 0 0,0 0 0,0 0 0,1 0 0,-1-1 0,1 1 0,0 0 0,0-1 0,0 1 0,0-1 0,0 1 0,1-1 0,-1 0 0,1 0 0,5 3 1,-4-4-98,-1 0 0,1 0 1,0 0-1,-1-1 0,1 0 0,0 1 1,0-1-1,0-1 0,-1 1 1,1 0-1,0-1 0,0 0 1,-1 0-1,1 0 0,-1 0 1,1-1-1,-1 1 0,1-1 1,-1 0-1,0 0 0,6-5 1,69-42 281,-65 47 2362,6 11-2949,-14-5 350,12 0-1122,-1-1-1,1 0 0,-1-1 1,26 0-1,64-7-9367,-62-5 3799,2-5-646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0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57 4610,'0'0'15994,"-8"-9"-14180,8 9-1814,-5-6 330,0 1 0,0-1 1,-1 2-1,1-1 1,-12-7-1,14 11-245,1 0-1,0-1 1,0 1 0,-1 0 0,1 1-1,-1-1 1,1 0 0,-1 1-1,1-1 1,-1 1 0,1 0 0,-1 0-1,1 0 1,-1 0 0,1 0 0,-1 1-1,1-1 1,-1 1 0,1-1-1,-1 1 1,1 0 0,-1 0 0,1 0-1,0 0 1,0 1 0,0-1 0,-3 3-1,1-2-80,0 1-1,1 0 0,-1 1 1,1-1-1,-1 0 1,1 1-1,0 0 1,1 0-1,-1 0 0,1 0 1,-1 0-1,1 1 1,0-1-1,1 1 0,-1-1 1,1 1-1,-1 8 1,2-13-36,1 1-1,-1 0 1,1 0 0,0 0 0,-1 0 0,1 0 0,0-1 0,0 1 0,0 0 0,0-1 0,-1 1 0,1-1 0,0 1 0,0-1 0,0 1 0,0-1 0,0 0 0,0 1-1,0-1 1,1 0 0,-1 0 0,0 0 0,0 0 0,0 0 0,0 0 0,0 0 0,2 0 0,40 0-469,-33-1 395,64-15-73,-73 16 670,-11 50 910,-34 38-711,-3-1 0,-92 123 0,129-194-650,-52 62 113,45-59-126,1 0 1,1 2-1,0-1 1,2 2-1,-17 36 0,30-57-56,1 0 0,0 0 0,0-1-1,0 1 1,0 0 0,0-1-1,0 1 1,0-1 0,0 1-1,0-1 1,0 1 0,0-1 0,0 0-1,0 1 1,0-1 0,0 0-1,0 0 1,1 0 0,-1 0-1,0 0 1,0 0 0,0 0 0,0 0-1,0-1 1,2 1 0,39-3-71,-5-7 124,-1-1 0,0-2 1,59-31-1,-19 10 1,-42 19-45,10-3-180,0-1 1,-1-3-1,48-32 0,-87 50-274,1 1 0,-1-1 0,1 0 0,-1-1 0,-1 1 0,1-1 0,0 1 0,-1-1 0,0 0 0,3-7 0,-5 9-380,0 1-1,0-1 1,-1 0 0,1 0 0,-1 1 0,1-1 0,-1 0 0,0 0-1,0 0 1,0 1 0,0-1 0,-1 0 0,1 0 0,-2-3 0,-9-15-8487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0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4818,'0'0'17139,"9"-9"-15077,27-23-427,-36 32-1591,1 0 1,-1 0-1,0 0 0,1 0 0,-1 0 0,1 0 0,-1 0 0,0 0 0,1 1 0,-1-1 0,1 0 0,-1 0 1,0 0-1,1 0 0,-1 1 0,0-1 0,1 0 0,-1 0 0,0 1 0,0-1 0,1 0 0,-1 1 0,0-1 0,0 0 1,1 1-1,-1-1 0,0 0 0,0 1 0,0-1 0,0 0 0,1 1 0,-1-1 0,0 1 0,0-1 0,0 0 1,0 1-1,0-1 0,0 1 0,0-1 0,0 0 0,0 1 0,0-1 0,-1 1 0,1-1 0,0 0 0,0 1 0,0 0 1,0 30 1308,0-26-986,0 8 135,-1-10-412,1 1 1,0-1-1,0 0 1,0 1-1,1-1 1,-1 1-1,1-1 1,-1 0-1,1 0 1,2 5-1,-2-7-103,1 1-1,-1-1 0,1 0 1,-1 0-1,0-1 0,1 1 1,-1 0-1,1 0 0,0-1 1,-1 1-1,1-1 0,0 0 1,-1 1-1,1-1 0,0 0 1,-1 0-1,1 0 0,0 0 0,-1 0 1,1 0-1,0 0 0,-1-1 1,1 1-1,0-1 0,1 0 1,8-2-76,0-1 0,0 0 0,-1-1 1,0 0-1,0 0 0,0-1 0,0 0 1,12-12-1,68-64-305,-91 83 558,1 0-1,0 1 0,0-1 1,0 0-1,0 1 1,0-1-1,0 0 0,0 1 1,0-1-1,1 0 1,-1 1-1,1-1 0,-1 0 1,1 0-1,-1 1 1,1-1-1,-1 0 0,3 2 1,-2-1-394,0 0-1,0 0 1,0 0 0,1 0 0,-1 0 0,1 0-1,-1-1 1,1 1 0,0 0 0,0-1 0,0 1-1,3 1 1,3-1-1452,-1-1-1,1 0 1,0 0-1,0-1 1,12 0 0,-6 0-2652,7 0-3331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1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56 3762,'0'0'16669,"7"0"-15471,20 0-374,6 1-264,56-5 0,-89 4-560,1 0-1,0 0 1,0-1-1,-1 1 1,1 0-1,0-1 0,-1 1 1,1-1-1,0 1 1,-1-1-1,1 1 0,-1-1 1,1 1-1,-1-1 1,1 1-1,-1-1 0,1 0 1,-1 1-1,1-1 1,-1 0-1,0 0 0,1 1 1,-1-1-1,0 0 1,0 0-1,0 1 0,0-1 1,1 0-1,-1 0 1,0 0-1,0 1 0,-1-1 1,1 0-1,0 0 1,0 1-1,0-1 1,0 0-1,-1 0 0,1 1 1,0-1-1,-1 0 1,1 0-1,0 1 0,-1-1 1,1 0-1,-1 1 1,1-1-1,-1 1 0,1-1 1,-1 1-1,0-1 1,1 1-1,-1-1 0,0 1 1,1-1-1,-1 1 1,0 0-1,0 0 0,1-1 1,-1 1-1,0 0 1,-1 0-1,-12-5 10,0 2 1,0 0-1,0 0 0,-1 1 1,1 1-1,-1 1 0,1 0 1,-1 0-1,-16 4 0,29-3 21,0 0-1,-1-1 0,1 1 0,0 0 0,0 0 0,0 1 0,0-1 0,0 0 0,0 1 0,1-1 1,-1 1-1,0-1 0,1 1 0,-1 0 0,1 0 0,0 0 0,-1 0 0,1 0 0,0 0 0,0 0 0,0 0 1,0 0-1,1 0 0,-1 1 0,1-1 0,-1 3 0,-1 9 67,1-1 1,1 0-1,1 22 1,0-7-52,-1-24-77,0 0 0,1 0 0,-1 0 0,1 0 1,0 0-1,0 0 0,0 0 0,0 0 0,1-1 0,-1 1 0,1-1 0,0 1 0,0-1 0,1 1 1,-1-1-1,6 5 0,-4-4-381,1 0 0,-1-1 1,1 1-1,0-1 0,1-1 0,-1 1 1,0-1-1,1 0 0,-1 0 1,11 2-1,-7-2-373,1-1 1,-1 0-1,1 0 0,-1-1 1,1 0-1,0-1 1,-1 0-1,1-1 0,-1 0 1,0 0-1,1-1 0,-1 0 1,0 0-1,8-6 1,0-2-74,0-1 0,-1 0 1,-1-1-1,19-20 0,-7 0 3209,-6 7 16027,-23 38-12335,1 2-4108,0 47-2830,1-59 1300,1-1-406,0 0-1,0 0 1,0-1-1,0 1 1,0 0-1,0 0 1,0 0-1,0-1 1,0 1-1,1 0 1,-1-1-1,0 1 1,0-1-1,1 1 1,-1-1-1,0 0 1,0 0-1,1 1 1,-1-1-1,0 0 1,1 0-1,-1 0 1,0-1-1,1 1 0,1 0 1,40-4-261,-25-1 202,0 0 0,0-1 0,-1-1 0,0 0 0,0-2 0,-1 0 0,0-1 0,28-22 0,-45 33 121,1 0 0,0 1 0,0-1 0,0 0 1,0 0-1,0 0 0,0 1 0,1-1 1,-1 0-1,0 0 0,1 0 0,-1 0 1,1 0-1,-1 0 0,1 1 0,-1-1 1,1 0-1,-1 0 0,1-1 0,0 1 1,0 0-1,0 0 0,0 0 0,-1 0 0,1-1 1,2 2-1,1 2-500,0 0 1,0-1-1,0 0 0,1 1 1,-1-2-1,7 4 0,0-3-1063,-1 0 0,0-1-1,1-1 1,-1 0 0,1 0 0,14-2-1,-13 1-437,23 0-6103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2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8644,'0'0'11891,"9"3"-11075,29 4 23,1-2 0,-1-1 0,61-2 0,-99-2-816,1 0 0,-1 0 0,1 0 0,0 0 0,-1 0 0,1 0 0,-1 0 1,1 0-1,0 0 0,-1 0 0,1 0 0,-1 0 0,1-1 0,-1 1 0,1 0 0,0 0 0,-1-1 0,1 1 0,-1 0 0,1-1 0,-1 1 0,1 0 0,-1-1 0,0 1 0,1-1 0,-1 1 0,1-1 0,-1 1 0,0-1 0,1 1 0,-1-1 0,0 1 0,0-1 0,1 1 0,-1-1 0,0 1 0,0-1 0,0 0 0,0 1 0,0-1 0,0 1 0,0-1 0,0 0 0,0 1 1,0-1-1,0 1 0,0-1 0,0 0 0,0 1 0,-1-1 0,1 1 0,0-1 0,0 1 0,-1-1 0,1 1 0,0-1 0,-1 1 0,1-1 0,-1 1 0,0-1 0,-24-29 2513,19 27-2206,0 0 1,0 1-1,0 0 1,0 0-1,-1 0 1,1 1-1,-1 0 1,1 0-1,-1 1 1,1-1-1,-13 2 1,6 0-178,11-1-152,1 0 0,-1 0 0,1 0 1,0 1-1,0-1 0,-1 0 0,1 1 0,0-1 0,-1 1 1,1 0-1,0-1 0,0 1 0,0 0 0,0 0 0,0 0 0,0 0 1,0-1-1,0 1 0,0 1 0,0-1 0,-1 2 0,-12 34 25,7 40-280,7-75 46,0 1 0,1 0 1,-1-1-1,1 1 0,-1 0 0,1-1 0,0 1 0,0-1 0,0 1 0,0-1 0,0 1 0,1-1 1,-1 0-1,1 0 0,0 0 0,-1 0 0,1 0 0,0 0 0,0 0 0,0 0 0,1-1 0,-1 1 0,0-1 1,0 0-1,1 1 0,-1-1 0,1 0 0,-1-1 0,1 1 0,4 1 0,9 1-1453,0-1-1,0 0 1,1-1 0,16-2-1,-18 1-145,63 0-6274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2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 19033,'0'0'3855,"-26"1"-1142,2-1-1720,12-1-574,1 1 0,0 0 1,-1 1-1,1 0 0,0 0 0,0 1 1,0 1-1,0 0 0,0 1 0,0 0 1,1 0-1,-16 10 0,13-6-365,1 1 0,1 1 0,-1-1 1,2 2-1,-1 0 0,1 0 0,1 1 0,0 0 0,1 0 0,0 1 0,1 0 1,-8 20-1,7-10-52,1 1 1,1 0 0,1 0 0,1 0-1,1 1 1,0 42 0,3-63-73,0 0 0,1 1 0,-1-1 0,1 0 0,0 0 0,0 0 0,0 0 1,0 0-1,1 0 0,0-1 0,0 1 0,0 0 0,0-1 0,0 1 0,1-1 0,-1 0 0,1 0 0,0 0 0,0 0 0,0 0 0,0-1 0,1 1 1,-1-1-1,1 0 0,-1 0 0,1 0 0,0-1 0,0 1 0,0-1 0,8 2 0,9 1-787,0-1 0,0-1 0,0 0 0,37-4 0,-56 2 776,66-8-5676,-1-17-3770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2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12678,'0'0'18750,"-20"8"-17630,-65 29-901,82-36-219,-1 0 0,1 1 0,-1 0 0,1 0 0,0 0 0,0 0 0,0 1 0,0-1 0,0 1 0,0 0 0,1 0 0,-1 0 0,1 0 0,0 0 0,0 0 0,0 0 0,0 1 0,1-1 0,-1 1 0,1 0 0,0-1 0,0 1 0,0 0 0,0 0 0,1 0 0,0-1 0,0 1 0,0 0 0,1 7 0,-1-5 0,0-3-12,1-1-1,-1 0 1,1 0-1,0 0 1,0 0-1,0 0 1,0 0-1,0 0 1,0 0-1,0-1 1,1 1 0,-1 0-1,1-1 1,-1 1-1,1-1 1,-1 1-1,1-1 1,0 0-1,0 0 1,0 0-1,2 1 1,52 23-585,-36-17 297,-11-4 16,-1 0 0,1 0 1,-1 0-1,0 1 0,0 1 1,0-1-1,-1 1 0,9 10 1,-15-15 311,0 1 0,0 0 0,-1-1 0,1 1 0,0 0 0,-1 0 0,1-1 0,-1 1 0,0 0 1,0 0-1,0 0 0,0 0 0,0 0 0,0-1 0,0 1 0,0 0 0,-1 0 0,1 0 0,-1 0 0,1-1 1,-1 1-1,0 0 0,0-1 0,0 1 0,0 0 0,0-1 0,0 1 0,0-1 0,0 0 0,-1 1 0,1-1 0,-1 0 1,-1 2-1,-6 4 180,-1 0 0,0 0 0,-19 10 1,27-16-247,-10 5-109,0-1 0,0 0 0,0-1 1,-26 6-1,-23-7-7838,47-9 720,7-16-3286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2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14231,'0'0'12469,"149"16"-11268,-95-7-689,-14 0-320,8 0-192,-14-2-224,6 2-1233,1-7-912,-7-2-1873,6 0-1104,-12 0-5699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3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455 0 13974,'0'0'10088,"0"26"-6745,-2 10-2435,0-15-341,2-1-1,0 1 1,1-1 0,1 0-1,8 32 1,45 135 177,-2-12-478,-47-148-257,-1 0-1,-2 0 1,0 0 0,-3 49 0,-1-69-9,-1 1 0,0-1 1,0 1-1,0-1 0,-1 0 0,0 0 0,-1 0 1,1-1-1,-1 1 0,0-1 0,-1 0 1,0 0-1,0 0 0,0-1 0,-1 1 0,1-1 1,-1-1-1,-10 7 0,-9 5-309,0-1 0,-1-2 0,-42 16-1,26-14-2552,-46 11 0,-4-6-3862,-47 6-8632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4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10005,'0'0'22090,"0"2"-22090,0 7-320,0 9-993,0 7-1728,0 0-2834,-7-1-4658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4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0 13206,'0'0'10917,"-142"138"-10085,108-100-832,-7 5-48,-6 2-2401,0-2-3938,-14-4-7427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5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67 9012,'0'0'12979,"8"9"-11799,-5-5-1095,0 0 53,0 0 0,1 0 1,-1 0-1,1 0 0,0 0 0,0-1 0,1 1 1,-1-1-1,1 0 0,0-1 0,-1 1 0,1-1 1,0 0-1,1 0 0,-1 0 0,0-1 0,0 0 1,1 0-1,7 0 0,-6 0-16,0-1 0,-1 0 0,1-1 0,0 0 0,-1 0 1,1 0-1,11-5 0,-16 5-108,0 0-1,0-1 1,0 1 0,0-1 0,0 1 0,0-1 0,-1 0-1,1 0 1,-1 0 0,1 0 0,-1 0 0,0 0 0,0 0-1,1 0 1,-2 0 0,1 0 0,0-1 0,0 1 0,-1 0 0,1-1-1,-1 1 1,0-1 0,0 1 0,1-1 0,-2-3 0,1 3-10,0 0 1,0 1 0,-1-1 0,1 0 0,-1 1 0,1-1 0,-1 1 0,0-1 0,0 1 0,0 0 0,-1-1 0,1 1 0,0 0 0,-1 0 0,1 0 0,-1 0 0,0 0 0,0 0 0,0 0 0,0 0 0,0 1 0,0-1 0,0 1 0,0 0 0,-1-1 0,1 1 0,-1 0 0,1 0 0,-1 1 0,1-1 0,-3 0 0,-11-2 44,1 1 0,-1 0 1,0 1-1,-19 2 0,15-1 114,15 0-91,-1 0 1,1 1-1,0 0 1,0-1-1,0 2 0,0-1 1,0 0-1,1 1 1,-1 0-1,0 0 1,1 1-1,-1-1 1,1 1-1,0 0 0,0 0 1,0 1-1,0-1 1,0 1-1,1-1 1,0 1-1,0 0 0,-5 9 1,3-4 17,0 1 0,1 0 0,0 0 0,1 0 0,0 0 1,1 1-1,0-1 0,1 1 0,0 0 0,0 11 0,2-20-119,-1 1 0,1 0 0,0 0 0,0 0 0,0 0 1,0-1-1,0 1 0,0 0 0,1-1 0,0 1 0,-1-1 0,1 1 0,0-1 0,0 0 0,0 0 0,0 0 1,1 0-1,-1 0 0,0-1 0,1 1 0,0-1 0,-1 1 0,1-1 0,0 0 0,-1 0 0,1 0 1,0 0-1,6 0 0,6 3-753,1-1-1,0-1 1,0-1 0,16 0 0,40-8-4076,-53 2 1694,0 0-1,0-1 1,25-13 0,3-5-1590,-1-4 3507,27-20 25740,-72 70-20820,0-19-3647,0 0 0,1 0-1,-1 0 1,1 0 0,-1-1-1,1 1 1,0-1 0,0 1 0,0-1-1,1 0 1,-1 0 0,1 0-1,-1 0 1,1 0 0,-1 0-1,1-1 1,0 1 0,0-1 0,0 0-1,0 0 1,0 0 0,0 0-1,0-1 1,0 1 0,0-1-1,1 1 1,-1-1 0,0 0 0,0-1-1,0 1 1,4-1 0,5 0-343,0-1 0,1 0 0,-1-1 0,0 0 1,0-1-1,19-9 0,51-37-1401,-58 33 1689,-24 29 4599,1-8-4601,0 1 0,0-1 0,0 0 1,1 1-1,0-1 0,0 0 0,0 0 0,4 7 0,-1-7-411,0-1 0,0 0-1,1-1 1,-1 1 0,1-1 0,-1 0-1,1 0 1,-1 0 0,1-1 0,0 0-1,0 0 1,11-1 0,78-3-9649,-78 2 7109,44-7-9333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6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 14999,'0'0'6181,"-24"1"-2424,-75 8-1751,94-8-1923,0-1-1,1 1 1,-1 0 0,1 0 0,-1 0-1,1 1 1,0 0 0,-1 0-1,1 0 1,0 0 0,0 0-1,0 1 1,1 0 0,-1 0 0,1 0-1,-1 0 1,1 0 0,0 1-1,0 0 1,1-1 0,-1 1-1,1 0 1,0 0 0,-1 0 0,2 1-1,-1-1 1,1 0 0,-1 1-1,1-1 1,0 1 0,1-1 0,-1 1-1,1 9 1,1-13-134,0 0 1,0 0-1,1-1 0,-1 1 1,0 0-1,1 0 1,-1-1-1,0 1 0,1-1 1,-1 1-1,1-1 0,-1 0 1,0 0-1,1 1 1,-1-1-1,1 0 0,-1 0 1,1 0-1,-1 0 0,1-1 1,-1 1-1,3-1 1,4 1-77,139-3-1581,-147 3 1707,1 1 0,-1-1 0,1 0 0,-1 0 0,0 0 0,1 1 0,-1-1 0,1 0-1,-1 1 1,1-1 0,-1 0 0,0 1 0,1-1 0,-1 0 0,0 1 0,1-1 0,-1 1 0,0-1 0,0 1-1,0-1 1,1 0 0,-1 1 0,0-1 0,0 1 0,0-1 0,0 1 0,0-1 0,0 1 0,0-1-1,0 1 1,0-1 0,0 1 0,0 0 0,-1 23 131,0-19-81,-1 8 231,-1 0 0,0 0 1,-1 0-1,0 0 0,-1-1 1,-1 1-1,0-1 0,-15 21 1,-74 89 1449,57-77-1427,-102 142 821,137-182-1116,0 1 0,0-1 0,0 0 0,1 1 0,0-1 0,0 1 0,0 0 0,1 0 0,0 0 0,0-1 0,0 11 0,1-15-14,1-1 0,-1 1 0,0 0 1,1 0-1,-1-1 0,0 1 1,1 0-1,-1-1 0,1 1 0,-1 0 1,1-1-1,-1 1 0,1 0 0,-1-1 1,1 1-1,0-1 0,-1 1 0,1-1 1,0 0-1,-1 1 0,1-1 1,0 0-1,0 1 0,-1-1 0,1 0 1,0 0-1,0 0 0,0 0 0,-1 1 1,1-1-1,2-1 0,34 2-79,-24-2 74,10 0 17,-1-1 1,-1-1-1,1-2 1,0 0-1,-1-1 1,26-11-1,124-63-12,-165 78 1,14-8-86,0-1-1,-1-1 1,0-1-1,32-27 0,-44 33-387,-1 0 0,0 0-1,0-1 1,-1 1-1,0-1 1,4-9-1,-5 10-726,-2 0 0,1 0 0,-1-1 0,0 1 0,0-1 0,-1 1 0,0-1 0,0-10 0,-1-11-9799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6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6275,'0'0'26025,"7"27"-25558,-6-24-467,0 0 0,0 0 0,1 0 0,0-1 0,-1 1 0,1-1 0,0 1 0,0-1 0,0 1 0,1-1 0,-1 0 0,4 3 0,-2-4 0,0 0 0,0 0 0,1 0 0,-1 0 0,0-1 0,0 0 0,1 0 0,-1 0 0,6-1 0,-1 0-44,-1-1-1,0-1 1,0 1-1,0-1 1,-1-1-1,1 1 1,-1-1-1,1-1 1,-1 1-1,-1-1 1,1-1-1,-1 1 1,0-1-1,11-13 1,-14 20 85,-1-1-1,1 0 1,-1 0 0,1 1-1,-1 0 1,1-1 0,-1 1-1,1 0 1,-1 0 0,1 0-1,-1 1 1,0-1 0,0 0-1,0 1 1,1 0-1,1 1 1,22 12-823,-2-11-2418,0-4-3295,-11 0 1119,7 0-6264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6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54 3249,'0'0'21936,"15"2"-20418,173 9 1259,-187-10-2770,0-1 0,0 0 0,0 0 0,-1 0 1,1 0-1,0 0 0,0 0 0,0 0 0,0 0 0,0 0 0,-1 0 0,1 0 0,0 0 0,0-1 0,0 1 1,0 0-1,-1-1 0,1 1 0,0 0 0,0-1 0,-1 1 0,1-1 0,0 0 0,-1 1 0,1-1 0,0 1 0,-1-1 1,1 0-1,-1 1 0,1-1 0,-1 0 0,0 0 0,1 0 0,-1 1 0,0-1 0,1 0 0,-1 0 0,0 0 0,0 0 1,0 1-1,0-1 0,0 0 0,0-1 0,0 0 10,-1 0 1,1 1 0,-1-1-1,0 0 1,0 1-1,0-1 1,0 1-1,0-1 1,0 1-1,0-1 1,0 1-1,-1 0 1,1 0 0,0-1-1,-1 1 1,1 0-1,-1 0 1,1 1-1,-1-1 1,-2-1-1,-13-3 65,1 1 0,-2 1 0,1 1 0,0 0 0,0 1-1,-28 2 1,17-1 423,26 0-454,1 0 0,-1 0 0,0 1 0,0-1 0,0 0-1,1 1 1,-1-1 0,0 1 0,0 0 0,1 0 0,-1 0 0,1-1-1,-1 2 1,1-1 0,-1 0 0,1 0 0,0 0 0,-1 0 0,1 1-1,0-1 1,-2 4 0,1-1-7,0 0 0,0 0 0,0 1-1,0-1 1,1 1 0,0-1 0,0 1 0,-1 7-1,1-5-42,1-1 0,0 1-1,0-1 1,0 1-1,1-1 1,0 1 0,0-1-1,0 1 1,1-1-1,0 0 1,0 0-1,6 11 1,-4-13-144,-1 0-1,1-1 1,-1 0-1,1 1 1,0-2 0,1 1-1,-1 0 1,0-1-1,1 1 1,-1-1 0,1-1-1,0 1 1,-1-1-1,11 2 1,3 0-2103,0-2 0,33-1 1,-22-1-1118,32 1-7060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7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1665,'-1'2'24267,"-6"12"-22117,3 12-588,0 0-1,0 48 1,5-73-1562,0 0 0,-1 0 0,1-1 0,0 1 0,0 0 0,0 0 0,0-1 0,0 1 0,0 0 0,0-1 0,0 1 0,0-1 0,1 1 0,-1-1 0,0 0 0,0 1 0,0-1 0,0 0 0,1 0 0,-1 0 0,0 0 0,0 0 0,1 0 0,-1 0 0,1-1 0,38-2 0,-19-7 0,-1 0 0,0-1 0,-1-1 0,0 0 0,-1-2 0,17-16 0,-19 18 0,-15 20 0,-1 20 0,1-26-259,-1 0 0,1-1 0,0 1 0,-1-1 0,1 0 0,0 1 0,0-1 0,0 0 0,0 1 0,0-1 0,0 0 0,0 0 0,1 0 0,-1 0 0,0 0 0,3 2 0,-2-2-457,0 0 0,0-1 0,0 1 1,1 0-1,-1 0 0,0-1 0,0 1 0,1-1 0,-1 0 0,0 0 0,0 0 1,1 0-1,-1 0 0,0 0 0,0-1 0,1 1 0,-1-1 0,0 1 0,4-3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7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71 544,'0'0'24878,"14"-1"-23578,160-1 1549,-173 2-2839,-1 0 0,1 0 0,-1 0 1,1 0-1,-1 0 0,1 0 0,-1 0 0,1-1 0,-1 1 1,1 0-1,-1 0 0,1-1 0,-1 1 0,0 0 0,1-1 1,-1 1-1,1 0 0,-1-1 0,0 1 0,0 0 0,1-1 1,-1 1-1,0-1 0,0 1 0,1-1 0,-1 1 1,0-1-1,0 1 0,0-1 0,0 1 0,1 0 0,-1-1 1,0 1-1,0-1 0,0 1 0,0-1 0,0 1 0,-1-1 1,1 1-1,0-1 0,0 1 0,0-1 0,0 1 0,0-1 1,-1 1-1,1-1 0,0 1 0,0-1 0,-1 1 0,1 0 1,0-1-1,-1 1 0,0-1 0,-18-23 612,8 19-419,0 1-1,0 0 1,0 1-1,0 1 1,-1 0-1,1 0 1,-1 1-1,1 0 1,-15 2-1,24-1-202,0 0 0,0 0 0,0 0 0,0 0 0,1 0 0,-1 1 0,0-1 0,0 1 0,1-1 0,-1 1 0,0 0 0,1 0 0,-1 0 0,1 0 0,-1 0 0,1 0 0,-1 0 0,1 0 0,0 0 0,-1 1 0,1-1 0,0 1 0,0-1 0,0 1 0,0-1 0,0 1 0,0-1 0,1 1 0,-2 3 0,0 3 0,1 0 0,0 0 0,0 0 0,0 1 0,2 9 0,-1-7 0,0-9-51,0 0 0,1 0 0,-1 0 0,0 0 0,1-1 0,0 1 0,-1 0 0,1 0 0,0 0 0,0-1 0,0 1 0,0 0 0,0-1 0,0 1 0,0-1 0,1 1 0,-1-1 0,1 0 0,-1 1 0,1-1 0,-1 0-1,1 0 1,0 0 0,-1 0 0,1 0 0,0-1 0,0 1 0,0-1 0,2 1 0,7 2-817,1-1 1,-1 0-1,24 0 0,125-3-12674,-60-10 3289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8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0 2769,'0'0'17800,"-143"30"-16455,62 26 3825,0 12-1040,13 9-2577,27-1-1553,14-3 0,20-8 0,7-6 0,7-9 0,27-10 0,7-11 0,6-10 0,7-15 0,7-4-2433,7-13-1809,-7-21-2753,-7-11-6996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8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15527,'0'0'14948,"-18"22"-13126,-6 7-1436,3-5-358,1 1 0,-32 55 0,14-24-28,26-41 0,2 0 0,0 0 0,0 1 0,2 0 0,-11 29 0,19-44 0,0 0 0,0 0 0,0-1 0,0 1 0,1 0 0,-1 0 0,0 0 0,0-1 0,1 1 0,-1 0 0,1 0 0,-1-1 0,1 1 0,-1 0 0,1-1 0,-1 1 0,1-1 0,0 1 0,-1 0 0,1-1 0,0 0 0,-1 1 0,1-1 0,0 1 0,0-1 0,-1 0 0,1 1 0,0-1 0,0 0 0,0 0 0,0 0 0,-1 0 0,1 0 0,0 0 0,0 0 0,0 0 0,0 0 0,0 0 0,0 0 0,53 0 0,-36-1 0,32 0 0,-1-2 0,1-2 0,0-2 0,-1-2 0,51-18 0,-95 26-415,-4 1 147,-1 0 0,0 0 0,1 0-1,-1 0 1,1 0 0,-1 0 0,1-1 0,-1 1 0,0 0-1,1 0 1,-1 0 0,0 0 0,1-1 0,-1 1 0,0 0 0,1 0-1,-1-1 1,1 0-1073,0 1 1073,-1-1 0,0 1 0,0-1 0,0 1 0,1 0 0,-1-1-1,0 1 1,0-1 0,0 1 0,0 0 0,0-1 0,0 1-1,0-1 1,0 1 0,0 0 0,0-1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8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15271,'0'0'12246,"-75"117"-9477,62-74-832,13-2-1393,0-5-544,0-4 0,13-7 0,8-7 0,-1-5 0,7-4-2129,0-7-1841,7-2-2961,13 0-6451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3506,'0'0'27623,"-8"27"-26356,-24 89-925,28-93-338,1 1 0,1-1 1,1 1-1,1-1 1,1 1-1,1-1 1,7 29-1,-5-21-7,3 50 0,-7-70 3,0-2 0,0-1 0,0 1 0,-1-1 0,0 0 0,-3 15 0,3-22 0,0 1 0,0 0 0,1 0 0,-1 0 0,0-1 0,-1 1 0,1 0 0,0-1 0,0 1 0,-1-1 0,1 0 0,-1 1 0,1-1 0,-1 0 0,1 0 0,-1 0 0,0 0 0,0 0 0,1 0 0,-1 0 0,0-1 0,0 1 0,0-1 0,0 1 0,0-1 0,0 0 0,0 0 0,0 0 0,-2 0 0,-10 1-442,-15-2-2786,28 1 3045,0 0 0,0 0 0,0-1 0,0 1-1,1 0 1,-1-1 0,0 1 0,0 0 0,1-1 0,-1 1 0,0-1 0,0 1 0,1-1 0,-1 0 0,1 1 0,-1-1 0,1 0 0,-1 1 0,1-1-1,-1 0 1,1 0 0,-1 1 0,1-1 0,0 0 0,-1 0 0,1 0 0,0-1 0,-1-21-8357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9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17880,'0'0'14887,"34"47"-14887,-34-33 0,0 0 0,0-1 0,0 3-464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9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1 17128,'0'0'7859,"-108"133"-3473,74-88-1584,7-2-2210,0-7-592,-7 5-400,-14 4-1553,1-4-2961,-21-7-2914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31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24 688,'0'0'8687,"1"-4"-7073,10-15 12764,-10 51-13661,0-11-224,-7 60 144,2-26-324,4-39-122,3-13 58,2-6-275,-1-1-1,1 1 0,0 0 0,0 0 0,0 0 0,0 1 1,1-1-1,-1 1 0,1 1 0,0-1 0,-1 1 1,1 0-1,0 0 0,0 1 0,-1 0 0,1 0 0,10 1 1,-14-1 13,-1 1 0,0-1 0,1 1 0,-1-1 0,0 1 0,1 0 1,-1-1-1,0 1 0,0 0 0,0 0 0,0 0 0,1 0 1,-2 0-1,1 0 0,0 0 0,0 0 0,0 0 0,0 1 0,-1-1 1,1 0-1,0 1 0,-1-1 0,1 0 0,-1 1 0,0-1 1,1 0-1,-1 1 0,0 1 0,3 45-53,-3-39 115,-1 0-4,-1-1-1,1 0 1,-1 0 0,0 0 0,-1 0-1,0 0 1,0 0 0,-1-1-1,0 1 1,0-1 0,-1 0-1,0-1 1,0 1 0,0-1-1,-1 0 1,0 0 0,0 0-1,-1-1 1,-7 5 0,11-8-30,0-1 0,-1 0 1,1 1-1,0-1 0,0 0 0,0-1 1,-1 1-1,1 0 0,0-1 0,-1 0 1,1 0-1,0 0 0,-1 0 1,1-1-1,-1 1 0,1-1 0,0 0 1,0 1-1,-1-2 0,-3-1 0,2 1-38,0-1 0,1 0-1,-1 0 1,1 0 0,-1-1-1,1 1 1,0-1-1,0 0 1,1 0 0,-1 0-1,-4-8 1,7 8-987,0 0 0,0 1 0,1-1 0,0 0 0,-1 0 0,1 1 1,0-1-1,1 0 0,0-4 0,0-7-7358,-1 2 903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3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3249,'0'0'13393,"7"-7"-11627,-2 2-1339,1 0-1,0 1 1,0-1-1,0 1 0,0 0 1,1 0-1,0 1 0,-1 0 1,1 0-1,12-2 1,15-1 639,70-2 0,-30 3-2711,0-6-6985,-35 0-996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43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1 592,'0'0'1377,"7"129"-1377,20-114 128,13-3-64,-6-1-32,7-2 0,-7 0-32,-1 2 48,-5 3 96,-15-1 48,1 3 16,-8 2-208,1 0-240,0-2-1136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44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6 109 384,'0'0'5627,"0"-18"-4115,0-47-300,0 39 15214,-2 112-13701,0-49-2047,1 0 1,2-1-1,1 1 1,14 64-1,-12-83-564,14 43 166,-4 1-1,-2 1 1,7 116 0,-12-123-1026,-7-56 711,0-1 0,1 1 1,-1 0-1,0 0 1,0 0-1,0 0 0,0 0 1,0 0-1,0 0 1,1 0-1,-1 0 0,0 0 1,0 0-1,0 0 0,0 0 1,0 0-1,1 0 1,-1 0-1,0 0 0,0 0 1,0 0-1,0 0 1,0 0-1,0 0 0,1 0 1,-1 0-1,0 0 1,0 0-1,0 0 0,0 0 1,0 0-1,0 0 1,1 1-1,-1-1 0,0 0 1,0 0-1,0 0 1,0 0-1,0 0 0,0 0 1,0 0-1,0 1 1,0-1-1,0 0 0,0 0 1,1 0-1,-1 0 1,0 0-1,0 1 0,0-1 1,0 0-1,0 0 1,0 0-1,0 0 0,0 0 1,0 1-1,0-1 0,0 0 1,0 0-1,-1 0 1,1 0-1,0 0 0,0 0 1,0 1-1,0-1 1,0 0-1,0 0 0,2-29-2769,-2-107-12750,0 86 7590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45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291 378 5923,'0'0'9281,"-17"-1"-8254,-59-2 8789,128 7-9555,0-1 1,1-3-1,68-9 1,160-36-264,-116 16 62,-87 17-76,911-133-106,6 48 255,-708 74 873,-239 13 205,-39 7-1127,1 1 0,-1 0-1,1 1 1,12-1 0,-22 42 900,-2 108-394,5 171 821,1-292-1411,1-1 0,1 1 0,2-1 0,11 29 0,-8-27 0,-2 0 0,10 53 0,-6-10 0,-6-56 0,-27-12 0,17-3 0,-179-17 0,-87 14 0,-343 39 0,186 13 0,-836 79 0,698-62 0,561-65 0,-30 3 0,-1 2 0,-39 13 0,119-26-3938,100-49-5071,-47 15-166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46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2993,'0'-9'27826,"-1"105"-27436,4-1-1,5 0 1,3 0-1,29 115 1,-19-124-390,-14-51 0,1 0 0,19 45 0,-27-80 0,0 0 0,0-1 0,0 1 0,0 0 0,0 0 0,0-1 0,1 1 0,-1 0 0,0 0 0,0-1 0,0 1 0,1 0 0,-1 0 0,0 0 0,0-1 0,1 1 0,-1 0 0,0 0 0,0 0 0,1 0 0,-1-1 0,0 1 0,1 0 0,-1 0 0,0 0 0,1 0 0,-1 0 0,0 0 0,0 0 0,1 0 0,-1 0 0,0 0 0,1 0 0,-1 0 0,0 0 0,1 0 0,-1 1 0,0-1 0,0 0 0,1 0 0,-1 0 0,0 0 0,1 0 0,-1 1 0,0-1 0,0 0 0,0 0 0,1 0 0,-1 1 0,0-1 0,0 0 0,0 0 0,1 1 0,-1-1 0,0 0 0,0 1 0,0-1 0,0 0 0,0 0 0,0 1 0,0-1 0,0 0 0,1 1 0,5-24 0,-6 22 0,1-3-193,0 1 1,0-1-1,1 0 0,-1 1 0,1-1 1,0 1-1,0-1 0,0 1 1,0 0-1,4-4 0,2-1-1376,1 1 0,0 0 0,0 0 0,15-8 0,16-9-7083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47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50 2305,'0'0'14767,"-11"-4"-6738,2 6-6192,4 2-1518,0 1 0,0 0 0,0-1 0,-1 0 1,0 0-1,1-1 0,-1 0 0,0 0 1,-1 0-1,1-1 0,0 1 0,-1-2 0,0 1 1,1-1-1,-1 0 0,-12 1 0,18-38-95,1 32-227,0 1-1,0 0 1,0 0-1,1 0 1,0 0-1,0 0 0,0 0 1,0 0-1,0 0 1,0 0-1,1 0 1,-1 0-1,1 1 1,2-4-1,-2 5 11,-1-1 0,0 1 0,1 0 0,-1 0 0,1 0 0,-1 0 0,1 0 0,0 0 0,-1 1 0,1-1 0,0 1 0,0-1 0,0 1 0,-1-1 0,1 1 0,0 0 0,0 0 0,0 0 0,-1 0 0,1 0 0,0 0 0,0 1 0,0-1 0,0 0 0,-1 1 0,1 0 0,0-1 0,2 3 0,-2-3-6,0 1 1,-1 0 0,1 0 0,-1 0 0,0 0 0,1 1-1,-1-1 1,0 0 0,1 0 0,-1 1 0,0-1 0,0 1-1,0-1 1,-1 1 0,1 0 0,0-1 0,0 1 0,-1 0-1,1 3 1,2 37-8,-3-35 5,0-6 1,-1 1 0,0-1 0,1 1 0,-1-1 0,0 0 0,0 0 0,0 1 0,0-1 0,0 0 0,-1 0 0,1 0 0,0 0 0,0 0 0,-1 0 0,1-1 0,0 1 0,-1 0 0,1-1 0,-1 1 0,1-1 0,-1 1 0,1-1 0,-3 1 0,3-1 0,0 1 0,0-1 0,0 0 0,0 1 0,1-1 0,-1 0 0,0 1 0,0-1 0,0 0 0,0 0 0,0 0 0,0 0 0,0 0 0,0 0 0,0 0 0,0 0 0,0 0 0,0 0 0,0-1 0,0 1 0,0 0 0,0-1 0,0 1 0,0-1 0,0 1 0,1-1 0,-1 1 0,0-1 0,0 0 0,1 1 0,-1-1 0,-1-1 0,2-4 0,0 0 0,0 0 0,1-1 0,0 1 0,0 0 0,0 0 0,0 0 0,5-10 0,-5 14 0,1 0 0,-1-1 0,1 1 0,0 0 0,0 0 0,0 1 0,0-1 0,0 0 0,0 1 0,0-1 0,1 1 0,-1-1 0,0 1 0,1 0 0,-1 0 0,1 0 0,0 1 0,-1-1 0,1 0 0,-1 1 0,1 0 0,0 0 0,3 0 0,-3-1 0,0 1 0,1-1 0,-1 1 0,0 0 0,0 0 0,0 1 0,0-1 0,0 1 0,1-1 0,-1 1 0,0 0 0,0 0 0,5 3 0,-6-2 0,-1 0 0,1 0 0,-1 0 0,0 1 0,0-1 0,0 0 0,0 1 0,0-1 0,-1 1 0,1-1 0,-1 1 0,1-1 0,-1 1 0,0-1 0,0 1 0,0-1 0,-1 5 0,1-6-134,0 1 0,0 0 0,-1-1 1,1 1-1,0 0 0,-1-1 0,1 1 0,-1-1 0,0 1 0,0 0 0,1-1 1,-1 0-1,0 1 0,0-1 0,0 1 0,0-1 0,-1 0 0,1 0 1,0 0-1,-1 0 0,1 0 0,0 0 0,-2 1 0,-2 0-864,0 0 0,0 0 0,0 0 0,0-1 0,0 1 0,-1-2 0,1 1 0,0 0 0,-10-1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55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0 402 2881,'0'0'7737,"11"0"-630,32-2-6608,-30-3-438,0 1-1,1 0 1,-1 1-1,0 0 1,16-1-1,31-7 87,55-17 134,138-17 1,-23-2-239,-134 33-43,307-32 13,-170 20 132,-11 0-194,354-2 225,-464 19-132,59-2 40,-89 9 244,97-14 0,-85 5 306,101 2 0,-184 8-260,1-1 1,-1 0 0,0 0 0,0-1 0,12-5 0,41-8 262,-35 11-207,-18 2-137,0 1 0,1 1 0,-1 0 0,0 1 0,18 1 0,-22-2 1833,-3 0-4081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56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48 3105,'0'0'4861,"-2"-5"-3922,-3-16-301,4 20-301,1 0 0,-1-1 0,0 1 0,0 0 0,1-1 0,-1 1 0,0 0 0,0 0 0,0 0 0,-1 0 0,1 0 0,0 0 0,0 0 0,-1 0 0,1 0 0,0 1 0,-1-1 0,1 0 0,0 1 0,-1-1 0,1 1 0,-10 0 8483,39 9-8236,13 11 769,-17-6-795,1-1 0,1-2 0,0-1 0,48 12 1,-13-13-388,-40-6-86,0 0 0,32 9 0,-24-1 12,32 10 36,59-7 344,-120-14-470,0 0 0,0 0 0,-1 0-1,1 0 1,0 0 0,0 0-1,-1 0 1,1 1 0,0-1 0,0 0-1,-1 0 1,1 0 0,0 0-1,0 1 1,0-1 0,0 0 0,-1 0-1,1 1 1,0-1 0,0 0-1,0 0 1,0 1 0,0-1-1,0 0 1,0 0 0,-1 1 0,1-1-1,0 0 1,0 0 0,0 1-1,0-1 1,0 0 0,0 1 0,0-1-1,1 0 1,-1 0 0,0 1-1,0-1 1,0 0 0,0 0 0,0 1-1,0-1 1,0 0 0,0 0-1,1 1 1,-1-1 0,0 0 0,0 0-1,0 0 1,1 1 0,-1-1-1,0 0 1,0 0 0,1 0-1,-1 0 1,0 1 0,0-1 0,1 0-1,-1 0 1,0 0 0,0 0-1,1 0 1,-1 0 0,0 0 0,0 0-1,1 0 1,-1 0 0,1 0-1,-21 13 610,18-12-566,-46 18-50,2 1 0,-51 31 0,70-37 0,4-2 0,1 1 0,0 1 0,-39 33 0,60-46 0,0-1 0,0 1 0,0 0 0,0 0 0,0 0 0,0 0 0,0 0 0,0 0 0,1 0 0,-1 0 0,0 0 0,1 0 0,-1 0 0,1 1 0,-1-1 0,1 0 0,0 0 0,0 0 0,-1 2 0,1 3-236,0-4-429,1-1 0,-1 1 0,0 0-1,-1 0 1,1 0 0,0 0 0,0 0 0,-1 0 0,1 0-1,-1 0 1,0 0 0,1-1 0,-1 1 0,0 0-1,0 0 1,-2 1 0,-15 15-8633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32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25 3586,'0'0'7171,"1"-4"-6149,0 2-530,11-17 11325,-12 28-10075,0-7-1663,1 10 181,-1 0 0,0 0 0,-1 0 1,0 0-1,-1 0 0,-1 0 0,1-1 0,-2 1 0,0-1 0,-8 19 1,-31 34 330,32-49-473,0 1 0,0 1 1,-8 19-1,19-36-118,0 1 0,0-1 1,0 0-1,0 1 0,0-1 0,0 0 0,0 0 0,0 1 1,0-1-1,0 0 0,0 1 0,0-1 0,0 0 1,0 0-1,0 1 0,1-1 0,-1 0 0,0 0 0,0 1 1,0-1-1,0 0 0,1 0 0,-1 0 0,0 1 0,0-1 1,0 0-1,1 0 0,-1 0 0,0 0 0,0 1 1,1-1-1,-1 0 0,0 0 0,1 0 0,-1 0 0,0 0 1,0 0-1,1 0 0,-1 0 0,24 4 31,38-4 35,-44 0-61,47-3-7,-1-2 0,-1-3 0,66-17 0,-80 8 117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33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8084,'0'0'13486,"-8"20"-11699,-25 65-226,28-72-909,1 0-1,1 1 1,0-1 0,1 1 0,-2 27-1,-2 17 711,-1 11-105,7-40-4908,0-8-4461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244 200 624,'0'0'5862,"36"7"3782,-24-7-8075,-11-1-1533,0 0-1,1 0 1,-1 0 0,0 0-1,0 0 1,0 0 0,0-1 0,0 1-1,-1 0 1,1-1 0,0 1 0,-1-1-1,1 1 1,-1-1 0,1 1 0,-1-1-1,0 1 1,1-1 0,-1 0 0,0-2-1,-1-39 55,0 26-20,2 13-62,-1 0 0,1 0 0,-1 0 0,0 0 0,-1 0 0,1 0 0,-1 0 0,1 0 0,-1 0 0,-1 0 0,1 0 0,0 1 0,-1-1 0,0 0 0,0 1 0,0-1 0,0 1 0,0 0 0,-1 0 0,1 0 0,-1 0 0,0 0 0,0 0 0,0 1 0,-1 0 0,1-1 0,0 1 0,-1 0 0,1 1 0,-1-1 0,0 1 0,-4-2 0,4 1 31,0 1 0,0-1 0,0 1 1,0 0-1,0 0 0,0 0 1,0 0-1,0 1 0,-1 0 0,1 0 1,0 0-1,0 0 0,0 1 0,0-1 1,-1 1-1,1 0 0,0 0 0,0 1 1,1-1-1,-1 1 0,0 0 1,0 0-1,1 0 0,-1 1 0,1-1 1,0 1-1,0 0 0,0 0 0,0 0 1,0 0-1,-2 4 0,-8 13 165,2 0 0,0 1 0,2 0 0,0 0 0,2 1-1,0 1 1,-4 22 0,4 1 446,2 1 0,1 70 0,16 272 1527,-5-246-2036,-6-82-3068,-17-64-8734,-8-14 4623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7187,'0'0'15559,"21"-12"-13886,3-3-1156,-11 7-206,0 0 0,1 0 0,0 1 0,0 1 0,0 0-1,1 1 1,27-5 0,8 2 426,0 1 0,1 3 0,87 4 0,-136 1-738,0-1-1,0 1 1,0 0-1,0-1 0,0 1 1,0 0-1,0 0 1,0 0-1,0 0 1,-1 1-1,1-1 0,0 0 1,-1 1-1,1-1 1,-1 1-1,1 0 1,-1-1-1,0 1 1,0 0-1,1 0 0,-1 0 1,-1 0-1,1 0 1,0 0-1,0 0 1,-1 0-1,1 0 0,-1 3 1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1 251 2385,'0'0'18152,"5"9"-15761,2 2-1685,-3-6-219,-1 1 0,0-1 0,0 1 0,0 0 0,4 12 0,1 3 2995,-5-21-1582,-2-13-1071,-1-176-829,1 178-84,1 1 1,1-1-1,0 0 1,0 1-1,1 0 0,5-11 1,1-4-194,2 5-4101,2 14-6637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60 3874,'0'0'17506,"2"-4"-15465,-2 4-1934,0-1-1,1 1 0,-1-1 1,0 1-1,0-1 0,1 1 1,-1-1-1,0 1 0,0-1 1,0 1-1,0-1 0,0 1 1,0-1-1,0 1 0,0-1 1,0 0-1,0 1 0,0-1 1,0 1-1,0-1 0,0 1 0,0-1 1,0 1-1,-1-1 0,1 1 1,0-1-1,0 1 0,-1-1 1,1 1-1,0-1 0,-1 1 1,1-1-1,-1 1 0,-17 4 1729,-23 26-460,38-26-1314,0 1-1,0-1 1,1 1 0,0-1-1,0 1 1,0 0 0,0 0-1,1 0 1,0 0 0,0 0-1,0 0 1,0 0 0,1 0 0,0 0-1,0 0 1,2 9 0,-2 5-87,1-17 20,-1-1 1,1 1 0,-1-1-1,1 1 1,0-1 0,0 1-1,0-1 1,0 1 0,0-1 0,0 0-1,0 0 1,0 1 0,0-1-1,1 0 1,-1 0 0,0 0-1,1 0 1,-1 0 0,1-1-1,-1 1 1,1 0 0,-1-1-1,1 1 1,0-1 0,-1 0 0,1 1-1,0-1 1,-1 0 0,4 0-1,56 3-416,-55-3 307,1 0-50,1 0 0,-1-1 0,0 0-1,0 0 1,-1-1 0,1 0 0,0 0 0,-1-1-1,1 0 1,10-6 0,-15 7 117,0 1 0,0 0-1,0-1 1,0 0 0,0 1 0,0-1 0,0 0 0,-1 0-1,1 0 1,-1 0 0,0 0 0,1-1 0,-1 1 0,0 0-1,0-1 1,-1 1 0,1 0 0,0-1 0,-1 1 0,1-1-1,-1 1 1,0-1 0,0 1 0,0-1 0,0 1 0,0-1 0,-1 1-1,1-1 1,-1 1 0,1-1 0,-1 1 0,0-1 0,-2-3-1,-1 2 74,0 0 0,0 0 0,-1 1 0,1-1 0,-1 1-1,0 0 1,0 0 0,0 1 0,0 0 0,0-1 0,0 2 0,-1-1-1,1 1 1,-8-2 0,-19-7 208,31 9-222,1 1 0,-1 0 0,1 0 0,-1 0-1,1-1 1,-1 1 0,1 0 0,-1-1 0,1 1 0,-1 0 0,1-1 0,0 1-1,-1-1 1,1 1 0,0-1 0,-1 1 0,1-1 0,0 1 0,-1-1 0,1 1-1,0-1 1,0 1 0,0-1 0,0 1 0,-1-1 0,1 1 0,0-1 0,0 0-1,0 1 1,0-1 0,0 1 0,0-1 0,1 1 0,-1-1 0,0 0 0,0 1-1,0-1 1,0 1 0,1-1 0,-1 1 0,0-1 0,1 1 0,-1-1 0,0 1-1,1-1 1,-1 1 0,0 0 0,1-1 0,-1 1 0,1-1 0,-1 1 0,1 0-1,-1-1 1,1 1 0,-1 0 0,1 0 0,-1 0 0,1-1 0,-1 1 0,2 0-1,30-17-121,-12 12 102,0 1 0,0 1 1,1 0-1,-1 2 0,30 1 0,-48 0 9,1 0 34,-1 0 0,0 0 0,1 0 0,-1 0 0,0 0-1,1 1 1,-1-1 0,0 1 0,0-1 0,1 1 0,-1 0 0,0 0 0,0 0 0,0 0 0,0 1 0,0-1 0,0 0 0,0 1-1,-1 0 1,1-1 0,0 1 0,-1 0 0,1 0 0,-1-1 0,0 1 0,0 1 0,1-1 0,-1 0 0,-1 0 0,2 3 0,0 5 219,0 0 0,-1 0 1,0 0-1,-1 0 1,-1 18-1,0-1-64,1-27-34,16-10-131,-3-3-74,1 1 0,0 1-1,1 0 1,0 1 0,1 0 0,0 1 0,0 1 0,1 1 0,0 0-1,0 1 1,1 1 0,-1 1 0,1 0 0,35-2 0,-53 7 77,1 0 0,0 0 1,0 0-1,-1 0 0,1 0 1,0 0-1,-1 0 0,1 0 1,-1 1-1,0-1 0,1 0 1,-1 0-1,0 0 0,0 1 1,1-1-1,-1 0 0,0 0 1,0 0-1,-1 1 1,1 1-1,0 39 306,-1-31-344,1 8 148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15303,'0'0'6384,"-5"27"-1576,0 4-3615,-3 18 902,-2 58 1,2-47-1509,5-45-549,1 0 0,0 0-1,1 0 1,1 0-1,0 0 1,1 0-1,4 21 1,-5-34-142,1 1 0,-1-1 0,1 1 0,0-1-1,0 1 1,0-1 0,1 0 0,-1 1 0,0-1 0,1 0 0,-1 0 0,1 0-1,0 0 1,0 0 0,0-1 0,0 1 0,0 0 0,0-1 0,0 1 0,1-1-1,-1 0 1,0 0 0,1 0 0,-1 0 0,1 0 0,-1-1 0,1 1 0,0-1 0,-1 1-1,1-1 1,-1 0 0,1 0 0,0 0 0,-1-1 0,1 1 0,3-1 0,0-1-419,1 0 1,-1 0 0,0-1 0,0 1 0,0-1 0,0-1 0,-1 1-1,1-1 1,-1 0 0,0 0 0,0-1 0,0 1 0,6-9 0,8-16-8477,-4-2-3591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2481,'0'0'20602,"196"-5"-19786,-94-11-816,0-4-416,-8 2-3730,-6 0-8228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1056,'0'0'9866,"0"-19"67,9 153-3892,-3-64-4508,-3-45-954,2 0 0,13 48 1,-11-53-1055,-1 1-1,-1 1 1,-1-1 0,1 33 0,-5-96-23602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1 291 8004,'0'0'10938,"9"0"-9319,54-4 724,-18 3-1019,71-12 1,357-98-526,188-34-752,-609 137 177,1 3 0,98 2 0,-149 3-125,0 0-1,-1 1 0,1 0 1,0-1-1,-1 1 1,1 0-1,0 0 1,-1 0-1,1 0 1,-1 0-1,1 0 0,-1 0 1,0 1-1,1-1 1,-1 0-1,0 1 1,0-1-1,0 1 1,0-1-1,0 1 0,0 0 1,-1-1-1,1 1 1,0 0-1,-1 0 1,0-1-1,1 1 1,-1 0-1,0 0 0,0 2 1,3 68 1740,-4-55-1432,-1 115-137,5 150-142,1-258-128,1 0 0,15 45 0,-10-37 0,-10-30 0,3 7 0,-6-11 0,-18-16 0,2 9 0,-1 1 0,-1 0 0,1 2 0,-1 0 0,-1 1 0,-37-3 0,-134 4 0,126 4 0,-63 5 0,1 5 0,1 5 0,0 6 0,1 6 0,2 5 0,-164 65 0,276-92 0,6-3 0,0 1 0,0 0 0,0 0 0,0 1 0,1 0 0,-9 5 0,17-8 0,0 0 0,0 0 0,0 0 0,0-1 0,0 1 0,0-1 0,0 0 0,0 0 0,0 1 0,1-1 0,-1 0 0,0-1 0,3 1 0,6-4-407,1 1 1,-1-2-1,0 1 1,14-9-1,-22 12 234,-1-1 0,1 0 0,0 1 0,0-1 0,-1 0 0,1 0 0,-1 0 0,1-1 0,-1 1 0,0-1 0,0 1 0,0-1 0,0 0 0,0 1 0,-1-1 0,1 0 0,-1 0-1,0 0 1,0-1 0,1-3 0,4-12-9476,-5 6 490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14 138 4210,'0'0'12043,"5"5"-10029,-1 2-1489,0-1 0,0 1 1,0 0-1,-1 0 0,0 0 0,-1 0 0,1 0 1,-1 0-1,-1 1 0,2 11 0,0 86 2888,-3-74-2630,-1-31-776,1 0 1,-1 0-1,1 0 1,-1 0-1,1 0 1,-1 0 0,0 0-1,1 0 1,-1 0-1,1-1 1,-1 1 0,1 0-1,-1 0 1,0 0-1,1-1 1,-1 1-1,1 0 1,-1-1 0,1 1-1,0 0 1,-1-1-1,1 1 1,-1-1-1,1 0 1,-7-12-133,1 0-1,1-1 1,1 1-1,0-1 1,0 0-1,-1-22 1,-1-90-1644,6 125 1748,0 0-1,0 1 0,-1-1 0,1 0 0,0 0 1,1 1-1,-1-1 0,0 0 0,0 1 0,0-1 0,0 0 1,0 0-1,1 1 0,-1-1 0,0 0 0,1 1 1,-1-1-1,0 1 0,1-1 0,-1 0 0,1 1 0,-1-1 1,1 1-1,-1-1 0,1 1 0,-1 0 0,1-1 1,0 1-1,0-1 0,21 6-231,20 24 244,-41-28 5,5 4-4,1-1 0,-1 0-1,1-1 1,0 1 0,-1-1 0,2 0 0,-1-1-1,0 0 1,0 0 0,13 1 0,78 1-91,-74-4 24,-15 0 22,0-1 0,-1 1 0,1-1 0,-1-1 0,1 0 0,-1 0 0,1-1 0,-1 0 0,0 0 0,0-1 0,10-7 0,-14 9 4,0-1 1,0 0-1,0-1 1,-1 1-1,1-1 1,-1 1 0,0-1-1,0 0 1,0-1-1,-1 1 1,0 0-1,1-1 1,-1 1-1,-1-1 1,1 1 0,-1-1-1,0 0 1,0 0-1,0 0 1,0 0-1,-1-5 1,0 8 47,0 0 0,0 1 0,-1-1 0,1 1 0,0-1 0,-1 0 0,1 1 0,-1-1 1,0 1-1,1-1 0,-1 1 0,0 0 0,0-1 0,0 1 0,0 0 0,0 0 0,0-1 0,0 1 0,-1 0 0,1 0 0,0 0 1,-1 0-1,-2-1 0,0 0 68,-1 0-1,1 1 1,-1-1 0,0 1 0,1 0 0,-1 0 0,0 0 0,-7 1 0,5-1 128,1 1 0,0 1 0,-1-1 0,1 1 0,0 0 0,0 0 0,0 1 0,0 0 0,0 0 0,0 0 0,0 1 0,0-1 0,1 2 0,-7 4 0,6-2-54,1 1-1,0 0 0,1 0 0,0 0 0,0 0 1,0 1-1,1-1 0,0 1 0,1 0 1,0 0-1,0 0 0,1 1 0,-1-1 0,2 0 1,-1 0-1,1 1 0,1-1 0,-1 0 0,2 1 1,-1-1-1,1 0 0,0 0 0,0 0 1,7 12-1,-6-12-197,0 1 0,1-1 0,1 0 0,-1-1-1,1 1 1,1-1 0,-1 0 0,1 0 0,1-1 0,-1 0 0,1 0 0,0 0 0,0-1 0,1 0 0,-1 0 0,1-1 0,0 0 0,0-1 0,1 1 0,-1-2 0,1 1-1,15 2 1,-8-4-866,-1 0-1,0-1 1,1 0-1,29-6 1,-34 3-331,0 0 1,-1 0-1,1-1 1,15-9-1,41-26-8755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12678,'0'0'5031,"-19"14"-615,12-9-4120,-104 79 4734,93-69-4146,0 1 0,1 1 0,1 1 0,-25 34 0,38-48-837,1 0 1,0 1-1,0-1 1,0 0-1,1 1 1,-1 0-1,1-1 0,0 1 1,0 9-1,2-13-57,1 0 0,-1 0-1,1-1 1,0 1 0,-1 0-1,1-1 1,0 1 0,0-1-1,0 1 1,-1-1 0,1 0-1,0 0 1,0 0 0,0 0-1,-1 0 1,1 0-1,0 0 1,2-1 0,3 0-42,1 0-119,1 0-1,0-1 0,0 0 0,0 0 0,-1-1 0,0-1 1,1 1-1,-1-1 0,0-1 0,-1 1 0,12-10 0,-4 3-477,0-1-1,-1-1 0,0 0 0,17-24 0,-29 34 623,0 1 0,0 0 0,-1-1 0,0 1 0,1-1 0,-1 0 0,0 1 0,0-1 0,0 0 0,-1 0 0,1 0 0,-1 0 0,0 0 0,1 1 0,-1-1 0,-1-5 0,-3 7 353,-1 0 0,1 1 0,-1-1 0,1 1 0,-1 0 0,1 0 0,-1 0 0,-5 2 0,8-2-265,0 1-1,0 0 0,0 0 0,1 0 0,-1 0 1,0 0-1,0 0 0,1 1 0,-1-1 0,1 0 0,-1 1 1,1-1-1,0 1 0,0 0 0,0-1 0,-1 1 1,2 0-1,-1 0 0,0 0 0,0-1 0,0 1 0,1 0 1,-1 0-1,1 0 0,0 0 0,-1 0 0,1 0 1,0 0-1,0 0 0,0 0 0,1 0 0,-1 0 1,1 3-1,-1-2-128,1-1 1,-1 1-1,1 0 1,0-1 0,0 1-1,0-1 1,0 1-1,0-1 1,0 1 0,1-1-1,-1 0 1,1 0-1,0 0 1,0 0-1,0 0 1,0 0 0,0 0-1,0 0 1,0-1-1,0 1 1,1-1 0,-1 0-1,0 0 1,1 1-1,2-1 1,64 6-7072,-24-14-3597,-17-8 1809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10885,'0'0'10616,"0"23"-7831,0 78-1200,0-34 1715,0-66-2687,0-17 177,0-18-536,-1 9-186,2 0 0,4-36 0,-3 53-84,0 0 0,0 0 0,0 1 0,1-1 0,0 1 0,0 0 1,1-1-1,0 2 0,0-1 0,1 0 0,10-10 0,-3 4-232,0 1 0,1 0 0,20-13 0,5 7-2705,8 11-4628,-37 7 15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9412,'0'0'14794,"0"27"-12775,-2 48-751,-1 23 1289,10 101 0,-2-172-2504,1 0 1,17 44-1,-6-18-136,-17-52-32,1-1 0,-1 0 1,0 0-1,0 1 0,1-1 0,-1 0 0,0 0 0,0 1 0,0-1 0,0 0 0,1 1 0,-1-1 0,0 0 1,0 1-1,0-1 0,0 0 0,0 1 0,0-1 0,0 0 0,0 1 0,0-1 0,0 0 0,0 1 0,0-1 1,0 0-1,0 0 0,0 1 0,0-1 0,-1 0 0,1 1 0,0-1 0,0 0 0,0 1 0,0-1 0,-1 0 1,1 0-1,0 1 0,0-1 0,0 0 0,-1 0 0,1 1 0,0-1 0,0 0 0,-1 0 0,1 0 1,0 0-1,-1 0 0,1 1 0,0-1 0,-1 0 0,1 0 0,0 0 0,-1 0 0,1 0 0,-1 0 0,0 0-247,0-1 0,0 1 0,0-1-1,1 1 1,-1-1 0,0 1-1,0-1 1,0 0 0,1 1 0,-1-1-1,0 0 1,1 0 0,-1 0 0,0 1-1,1-1 1,-1 0 0,1 0-1,-1-1 1,-1-5-1294,1 1 0,-1-1 0,1 1 0,1-1 0,-1 1 0,1-9 0,0-22-4837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115 242 7940,'0'0'7118,"26"-13"-4816,5-4-1736,-13 7-215,1 0 0,-1 2 0,2 0 0,-1 1 0,1 1 0,29-6 0,369-60 4012,215 2-3561,-439 62-425,-108 7 3648,-85 2-3988,0-1 1,0 0-1,0 0 0,0 1 1,0-1-1,0 1 1,0-1-1,0 1 1,0-1-1,0 1 0,-1-1 1,1 1-1,0 0 1,0 0-1,0-1 1,-1 1-1,1 0 0,0 0 1,-1 0-1,1 0 1,-1 0-1,1 0 1,-1 0-1,1 0 0,-1 0 1,0 0-1,0 0 1,1 0-1,-1 0 1,0 0-1,0 0 0,0 2 1,0 46 1338,-1-33-1170,-13 177-206,14-168 0,0 0 0,2 0 0,0 0 0,2 0 0,0 0 0,10 27 0,-13-49 0,9 21 0,-1 2 0,-1-1 0,-2 1 0,0 0 0,3 50 0,-10-76 0,0 1 0,0-1 0,0 1 0,0-1 0,0 1 0,0-1 0,0 0 0,0 0 0,0 0 0,0 1 0,0-1 0,0 0 0,0 0 0,0 0 0,0 0 0,0-1 0,-2 1 0,0 0 0,-288-18 0,-208 32 0,363-1 0,-221 51 0,264-42 0,2 4 0,-128 55 0,214-79 0,2-1 0,1 0 0,0 0 0,0 0 0,0 0 0,-1 0 0,1 0 0,0 1 0,1-1 0,-1 1 0,0-1 0,0 1 0,1 0 0,-1 0 0,0 0 0,0 2 0,2-4-1,0 1 0,1-1 1,-1 1-1,0-1 0,1 1 0,-1-1 1,1 0-1,-1 1 0,1-1 0,-1 0 1,1 0-1,-1 1 0,1-1 0,-1 0 1,1 0-1,-1 0 0,1 1 0,0-1 1,-1 0-1,1 0 0,-1 0 0,1 0 1,0 0-1,-1 0 0,1 0 0,-1 0 0,1-1 1,-1 1-1,1 0 0,-1 0 0,1 0 1,0-1-1,0 1-54,4-2-346,0 0-1,0 0 1,-1-1 0,1 0-1,-1 0 1,1 0-1,-1 0 1,5-6 0,32-34-7381,-32 34 4953,11-14-6303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2321,'0'0'6112,"3"-19"-4684,3-4-815,3-17-78,-7-4 9009,-2 61-8140,32 376 3059,-16-258-3321,-3 123-2383,-13-270-6125,0-51-2993,0 19 4116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1 289 1217,'0'0'9623,"6"21"-3509,2-16-5690,-1 0-1,1-1 0,-1 1 0,1-1 0,0-1 0,1 0 0,-1 0 0,1 0 1,-1-1-1,1 0 0,13 0 0,11 0-281,59-4 1,-49 0 49,52-6-118,169-37-1,-120 18-52,1574-182 4272,-1111 150-1804,-606 58-2472,-1 1 1,1 0-1,0 0 0,-1 0 1,1 0-1,0 0 0,-1 0 1,1 0-1,0 0 0,-1 0 1,1 1-1,0-1 0,-1 0 1,1 0-1,0 0 0,-1 1 1,1-1-1,-1 0 0,1 1 1,0-1-1,-1 1 0,1-1 1,-1 0-1,1 1 0,-1-1 1,1 1-1,-1-1 0,0 1 1,1 0-1,-1 23 862,-23 36 798,16-42-1445,-53 157-232,52-145 0,2-1 0,1 1 0,1 1 0,0 33 0,16 252 0,-10-182 0,-3-76 0,0-56 0,-5-1 0,-72-1 0,-136 17 0,-271 20-217,293-28 74,-73 8 7,-627 20 29,730-29 144,1 7 1,-206 46-1,333-53 56,0 2 0,1 2-1,-57 27 1,85-36 6,6-4-94,0 1 1,1 0 0,-1-1 0,1 1 0,-1 0 0,1 0 0,-1 0-1,1 0 1,-1 0 0,1 0 0,-1 1 0,1-1 0,-1 0-1,0 1 1,1-1 0,-1 1 0,0-1 0,1 1 0,-1 0 0,0 0-1,0 0 1,2 1 0,31 24-1821,-28-21 131,22 15-9723,-9-13 140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77 416,'0'0'4170,"-3"-10"-3364,-1-4-169,-1-10-485,3-5 14164,9 52-11794,1 1-1576,-2 0 1,0 0 0,-2 1-1,2 34 1,-2 104 1253,-4-127-1693,0 338 1801,13-205-2308,-13-169 0,0 1 0,1-1 0,-1 0 0,0 0 0,0 0 0,0 0 0,0 0 0,0 0 0,0 0 0,0 1 0,1-1 0,-1 0 0,0 0 0,0 0 0,0 0 0,0 0 0,0 0 0,1 0 0,-1 0 0,0 0 0,0 0 0,0 0 0,0 0 0,0 0 0,1 0 0,-1 0 0,0 0 0,0 0 0,0 0 0,0 0 0,1 0 0,-1 0 0,0 0 0,0 0 0,0 0 0,0 0 0,0 0 0,1 0 0,-1 0 0,0 0 0,0-1 0,0 1 0,0 0 0,0 0 0,0 0 0,0 0 0,1 0 0,-1 0 0,0 0 0,0-1 0,0 1 0,0 0 0,0 0 0,0 0 0,0-1 0,0-33-13,-14 33-5920,3 1-1692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1 875 976,'0'0'7345,"15"-23"-1945,201-47-2948,299-65-2372,-1 10-438,-129 29 118,266-54 499,-209 37-253,-206 50 353,-191 54 132,1 2-1,67-2 0,-7 1 2273,-100 7-2636,18 2 2008,-23 0-2049,-1 0 0,1 0 1,-1 1-1,1-1 0,-1 0 0,1 0 0,-1 1 1,1-1-1,-1 0 0,0 1 0,0-1 0,0 0 1,0 1-1,0-1 0,0 0 0,0 3 0,0-4 72,17 1 2362,16 1-2727,204-55 310,-168 36-89,-39 8 28,-19 6 2,1 0 1,0 0-1,0 1 1,15-1 1405,-34 30-833,-11 3-504,2 0 1,0 1-1,2 1 1,1 0 0,2 0-1,-9 43 1,10-24 228,3 1 0,1 0 0,3 0 1,6 88-1,0-29 484,-3-7-506,21-47-368,-15-6-2769,-8-92-18177,-10 15 12742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5 1713,'0'0'9052,"-7"-1"-7993,-26-3 7705,33 6-8444,0 1-1,1-1 0,0 0 1,-1 0-1,1 0 1,0 0-1,0 0 0,0 0 1,1 0-1,-1 0 1,0 0-1,1-1 0,-1 1 1,1 0-1,2 1 1,32 25 181,-24-19 103,5 3-132,1-2-1,-1 0 1,31 12-1,-31-15-107,-1 0 0,0 1-1,-1 1 1,1 0 0,13 12 0,2 20-44,-5-5-285,-22-34-65,-3-2-146,-1-36-15900,0 23 8253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0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2 5619,'0'0'14788,"0"0"-14585,1 0 1,-1-1-1,0 1 1,1 0-1,-1 0 1,1 0-1,-1-1 1,0 1-1,1 0 1,-1 0 0,1 0-1,-1 0 1,1 0-1,-1 0 1,1 0-1,-1 0 1,1 0-1,-1 0 1,0 0-1,1 0 1,-1 1-1,1-1 1,-1 0 0,1 0-1,-1 0 1,0 1-1,1-1 1,-1 0-1,0 0 1,1 1-1,-1 4-28,-1 0 0,0 0 0,0 0 0,0 0 0,0 0 0,-1-1 0,0 1 0,0 0-1,0-1 1,-1 0 0,-4 8 0,-43 47 2657,10-14-1712,28-28-1120,1 1 0,0 0 0,1 0 0,-14 40 0,16-40-3079,7-16 2291,0 0 0,0-1-1,-1 1 1,1 0 0,0-1 0,-1 1-1,0-1 1,1 0 0,-1 1 0,0-1-1,0 0 1,-3 1 0,-13 5-9289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19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6131,'0'0'10895,"4"4"-9851,3 2-390,0 1 1,0-1 0,1-1 0,0 1 0,0-1 0,0-1 0,10 5-1,-6-5-556,0 0 0,0-1-1,1 0 1,0-1 0,-1 0-1,1-1 1,0-1-1,21-1 1,-32 1-97,-1 0 0,1 0 0,-1 0 0,1 0 0,-1 0 0,1-1 0,-1 1 0,1 0 0,-1-1 0,1 1 0,-1-1-1,1 0 1,-1 0 0,0 1 0,1-1 0,-1 0 0,0 0 0,0 0 0,0 0 0,1 0 0,-1 0 0,0-1 0,0 1 0,-1 0 0,1-1 0,0 1 0,0 0 0,-1-1 0,1 1 0,-1-1 0,1 1 0,-1-1-1,1-2 1,-1 2-12,0 0-1,-1 0 1,1 0-1,-1 0 1,1 1 0,-1-1-1,1 0 1,-1 0-1,0 0 1,0 1-1,0-1 1,0 0-1,0 1 1,0-1-1,-1 1 1,1-1-1,0 1 1,-1 0-1,1-1 1,-1 1-1,0 0 1,1 0 0,-1 0-1,0 0 1,0 0-1,-2 0 1,-4-2 15,1 0 1,-1 1 0,0 1 0,0-1-1,0 1 1,0 0 0,0 1-1,0 0 1,0 0 0,0 1 0,0 0-1,0 1 1,0-1 0,-14 6-1,18-5 0,-1 0 0,1 0 0,0 0 0,0 1 0,0 0 0,0-1 0,1 2 0,-1-1 0,1 0 0,0 1 0,0-1 0,0 1 0,0 0 0,1 0 0,-1 0 0,1 0 0,0 0 0,0 1 0,1-1 0,-1 1 0,1-1 0,0 1 0,0-1 0,0 1 0,1 0 0,0 7 0,0-8-65,0 0 0,0 0 0,0-1 1,1 1-1,-1 0 0,1 0 0,0-1 0,0 1 0,0 0 0,1-1 0,-1 1 0,1-1 0,0 1 0,0-1 0,0 0 0,1 0 0,-1 0 0,1 0 0,-1 0 0,1-1 0,0 1 0,0-1 0,0 0 0,0 1 0,1-2 0,-1 1 1,1 0-1,-1-1 0,1 1 0,-1-1 0,1 0 0,4 1 0,5 0-2372,-1 1 1,1-2-1,-1 0 0,20 0 1,-5-1-2808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1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8 672,'0'0'19198,"4"-7"-16178,-4 7-2981,0 1 0,0-1 0,0 0 0,0 0 0,0 0 0,0 0 0,0 0 0,0 0 1,0 0-1,0 0 0,0 0 0,1 0 0,-1 0 0,0 0 0,0 0 0,0 0 0,0 0 0,0 0 0,0 0 0,0 0 0,0 0 0,0 0 0,0 0 0,1 0 0,-1 0 0,0 0 0,0 0 0,0 0 0,0 0 0,0 0 0,0 0 0,0 0 0,0 0 0,0 0 0,0 0 0,0 0 0,0 0 0,1 0 0,-1 0 0,0 0 0,0 0 0,0 0 0,0 0 0,0 0 0,0-1 0,0 1 0,0 0 0,0 0 0,0 0 0,0 0 0,0 0 0,0 0 0,0 3 61,0 0 0,0 1 0,0-1 0,0 0 0,1 0 0,-1 0 1,1 1-1,0-1 0,0 0 0,0 0 0,0 0 0,0 0 0,1 0 0,-1-1 0,1 1 0,0 0 0,0-1 0,0 1 0,0-1 0,0 1 0,1-1 0,-1 0 0,1 0 0,5 3 1,-4-4-98,-1 0 0,1 0 1,0 0-1,-1-1 0,1 0 0,0 1 1,0-1-1,0-1 0,-1 1 1,1 0-1,0-1 0,0 0 1,-1 0-1,1 0 0,-1 0 1,1-1-1,-1 1 0,1-1 1,-1 0-1,0 0 0,6-5 1,69-42 281,-65 47 2362,6 11-2949,-14-5 350,12 0-1122,-1-1-1,1 0 0,-1-1 1,26 0-1,64-7-9367,-62-5 3799,2-5-646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0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57 4610,'0'0'15994,"-8"-9"-14180,8 9-1814,-5-6 330,0 1 0,0-1 1,-1 2-1,1-1 1,-12-7-1,14 11-245,1 0-1,0-1 1,0 1 0,-1 0 0,1 1-1,-1-1 1,1 0 0,-1 1-1,1-1 1,-1 1 0,1 0 0,-1 0-1,1 0 1,-1 0 0,1 0 0,-1 1-1,1-1 1,-1 1 0,1-1-1,-1 1 1,1 0 0,-1 0 0,1 0-1,0 0 1,0 1 0,0-1 0,-3 3-1,1-2-80,0 1-1,1 0 0,-1 1 1,1-1-1,-1 0 1,1 1-1,0 0 1,1 0-1,-1 0 0,1 0 1,-1 0-1,1 1 1,0-1-1,1 1 0,-1-1 1,1 1-1,-1 8 1,2-13-36,1 1-1,-1 0 1,1 0 0,0 0 0,-1 0 0,1 0 0,0-1 0,0 1 0,0 0 0,0-1 0,-1 1 0,1-1 0,0 1 0,0-1 0,0 1 0,0-1 0,0 0 0,0 1-1,0-1 1,1 0 0,-1 0 0,0 0 0,0 0 0,0 0 0,0 0 0,0 0 0,2 0 0,40 0-469,-33-1 395,64-15-73,-73 16 670,-11 50 910,-34 38-711,-3-1 0,-92 123 0,129-194-650,-52 62 113,45-59-126,1 0 1,1 2-1,0-1 1,2 2-1,-17 36 0,30-57-56,1 0 0,0 0 0,0-1-1,0 1 1,0 0 0,0-1-1,0 1 1,0-1 0,0 1-1,0-1 1,0 1 0,0-1 0,0 0-1,0 1 1,0-1 0,0 0-1,0 0 1,1 0 0,-1 0-1,0 0 1,0 0 0,0 0 0,0 0-1,0-1 1,2 1 0,39-3-71,-5-7 124,-1-1 0,0-2 1,59-31-1,-19 10 1,-42 19-45,10-3-180,0-1 1,-1-3-1,48-32 0,-87 50-274,1 1 0,-1-1 0,1 0 0,-1-1 0,-1 1 0,1-1 0,0 1 0,-1-1 0,0 0 0,3-7 0,-5 9-380,0 1-1,0-1 1,-1 0 0,1 0 0,-1 1 0,1-1 0,-1 0 0,0 0-1,0 0 1,0 1 0,0-1 0,-1 0 0,1 0 0,-2-3 0,-9-15-8487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0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4818,'0'0'17139,"9"-9"-15077,27-23-427,-36 32-1591,1 0 1,-1 0-1,0 0 0,1 0 0,-1 0 0,1 0 0,-1 0 0,0 0 0,1 1 0,-1-1 0,1 0 0,-1 0 1,0 0-1,1 0 0,-1 1 0,0-1 0,1 0 0,-1 0 0,0 1 0,0-1 0,1 0 0,-1 1 0,0-1 0,0 0 1,1 1-1,-1-1 0,0 0 0,0 1 0,0-1 0,0 0 0,1 1 0,-1-1 0,0 1 0,0-1 0,0 0 1,0 1-1,0-1 0,0 1 0,0-1 0,0 0 0,0 1 0,0-1 0,-1 1 0,1-1 0,0 0 0,0 1 0,0 0 1,0 30 1308,0-26-986,0 8 135,-1-10-412,1 1 1,0-1-1,0 0 1,0 1-1,1-1 1,-1 1-1,1-1 1,-1 0-1,1 0 1,2 5-1,-2-7-103,1 1-1,-1-1 0,1 0 1,-1 0-1,0-1 0,1 1 1,-1 0-1,1 0 0,0-1 1,-1 1-1,1-1 0,0 0 1,-1 1-1,1-1 0,0 0 1,-1 0-1,1 0 0,0 0 0,-1 0 1,1 0-1,0 0 0,-1-1 1,1 1-1,0-1 0,1 0 1,8-2-76,0-1 0,0 0 0,-1-1 1,0 0-1,0 0 0,0-1 0,0 0 1,12-12-1,68-64-305,-91 83 558,1 0-1,0 1 0,0-1 1,0 0-1,0 1 1,0-1-1,0 0 0,0 1 1,0-1-1,1 0 1,-1 1-1,1-1 0,-1 0 1,1 0-1,-1 1 1,1-1-1,-1 0 0,3 2 1,-2-1-394,0 0-1,0 0 1,0 0 0,1 0 0,-1 0 0,1 0-1,-1-1 1,1 1 0,0 0 0,0-1 0,0 1-1,3 1 1,3-1-1452,-1-1-1,1 0 1,0 0-1,0-1 1,12 0 0,-6 0-2652,7 0-3331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1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56 3762,'0'0'16669,"7"0"-15471,20 0-374,6 1-264,56-5 0,-89 4-560,1 0-1,0 0 1,0-1-1,-1 1 1,1 0-1,0-1 0,-1 1 1,1-1-1,0 1 1,-1-1-1,1 1 0,-1-1 1,1 1-1,-1-1 1,1 1-1,-1-1 0,1 0 1,-1 1-1,1-1 1,-1 0-1,0 0 0,1 1 1,-1-1-1,0 0 1,0 0-1,0 1 0,0-1 1,1 0-1,-1 0 1,0 0-1,0 1 0,-1-1 1,1 0-1,0 0 1,0 1-1,0-1 1,0 0-1,-1 0 0,1 1 1,0-1-1,-1 0 1,1 0-1,0 1 0,-1-1 1,1 0-1,-1 1 1,1-1-1,-1 1 0,1-1 1,-1 1-1,0-1 1,1 1-1,-1-1 0,0 1 1,1-1-1,-1 1 1,0 0-1,0 0 0,1-1 1,-1 1-1,0 0 1,-1 0-1,-12-5 10,0 2 1,0 0-1,0 0 0,-1 1 1,1 1-1,-1 1 0,1 0 1,-1 0-1,-16 4 0,29-3 21,0 0-1,-1-1 0,1 1 0,0 0 0,0 0 0,0 1 0,0-1 0,0 0 0,0 1 0,1-1 1,-1 1-1,0-1 0,1 1 0,-1 0 0,1 0 0,0 0 0,-1 0 0,1 0 0,0 0 0,0 0 0,0 0 1,0 0-1,1 0 0,-1 1 0,1-1 0,-1 3 0,-1 9 67,1-1 1,1 0-1,1 22 1,0-7-52,-1-24-77,0 0 0,1 0 0,-1 0 0,1 0 1,0 0-1,0 0 0,0 0 0,0 0 0,1-1 0,-1 1 0,1-1 0,0 1 0,0-1 0,1 1 1,-1-1-1,6 5 0,-4-4-381,1 0 0,-1-1 1,1 1-1,0-1 0,1-1 0,-1 1 1,0-1-1,1 0 0,-1 0 1,11 2-1,-7-2-373,1-1 1,-1 0-1,1 0 0,-1-1 1,1 0-1,0-1 1,-1 0-1,1-1 0,-1 0 1,0 0-1,1-1 0,-1 0 1,0 0-1,8-6 1,0-2-74,0-1 0,-1 0 1,-1-1-1,19-20 0,-7 0 3209,-6 7 16027,-23 38-12335,1 2-4108,0 47-2830,1-59 1300,1-1-406,0 0-1,0 0 1,0-1-1,0 1 1,0 0-1,0 0 1,0 0-1,0-1 1,0 1-1,1 0 1,-1-1-1,0 1 1,0-1-1,1 1 1,-1-1-1,0 0 1,0 0-1,1 1 1,-1-1-1,0 0 1,1 0-1,-1 0 1,0-1-1,1 1 0,1 0 1,40-4-261,-25-1 202,0 0 0,0-1 0,-1-1 0,0 0 0,0-2 0,-1 0 0,0-1 0,28-22 0,-45 33 121,1 0 0,0 1 0,0-1 0,0 0 1,0 0-1,0 0 0,0 1 0,1-1 1,-1 0-1,0 0 0,1 0 0,-1 0 1,1 0-1,-1 0 0,1 1 0,-1-1 1,1 0-1,-1 0 0,1-1 0,0 1 1,0 0-1,0 0 0,0 0 0,-1 0 0,1-1 1,2 2-1,1 2-500,0 0 1,0-1-1,0 0 0,1 1 1,-1-2-1,7 4 0,0-3-1063,-1 0 0,0-1-1,1-1 1,-1 0 0,1 0 0,14-2-1,-13 1-437,23 0-6103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2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8644,'0'0'11891,"9"3"-11075,29 4 23,1-2 0,-1-1 0,61-2 0,-99-2-816,1 0 0,-1 0 0,1 0 0,0 0 0,-1 0 0,1 0 0,-1 0 1,1 0-1,0 0 0,-1 0 0,1 0 0,-1 0 0,1-1 0,-1 1 0,1 0 0,0 0 0,-1-1 0,1 1 0,-1 0 0,1-1 0,-1 1 0,1 0 0,-1-1 0,0 1 0,1-1 0,-1 1 0,1-1 0,-1 1 0,0-1 0,1 1 0,-1-1 0,0 1 0,0-1 0,1 1 0,-1-1 0,0 1 0,0-1 0,0 0 0,0 1 0,0-1 0,0 1 0,0-1 0,0 0 0,0 1 1,0-1-1,0 1 0,0-1 0,0 0 0,0 1 0,-1-1 0,1 1 0,0-1 0,0 1 0,-1-1 0,1 1 0,0-1 0,-1 1 0,1-1 0,-1 1 0,0-1 0,-24-29 2513,19 27-2206,0 0 1,0 1-1,0 0 1,0 0-1,-1 0 1,1 1-1,-1 0 1,1 0-1,-1 1 1,1-1-1,-13 2 1,6 0-178,11-1-152,1 0 0,-1 0 0,1 0 1,0 1-1,0-1 0,-1 0 0,1 1 0,0-1 0,-1 1 1,1 0-1,0-1 0,0 1 0,0 0 0,0 0 0,0 0 0,0 0 1,0-1-1,0 1 0,0 1 0,0-1 0,-1 2 0,-12 34 25,7 40-280,7-75 46,0 1 0,1 0 1,-1-1-1,1 1 0,-1 0 0,1-1 0,0 1 0,0-1 0,0 1 0,0-1 0,0 1 0,1-1 1,-1 0-1,1 0 0,0 0 0,-1 0 0,1 0 0,0 0 0,0 0 0,0 0 0,1-1 0,-1 1 0,0-1 1,0 0-1,1 1 0,-1-1 0,1 0 0,-1-1 0,1 1 0,4 1 0,9 1-1453,0-1-1,0 0 1,1-1 0,16-2-1,-18 1-145,63 0-6274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2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 19033,'0'0'3855,"-26"1"-1142,2-1-1720,12-1-574,1 1 0,0 0 1,-1 1-1,1 0 0,0 0 0,0 1 1,0 1-1,0 0 0,0 1 0,0 0 1,1 0-1,-16 10 0,13-6-365,1 1 0,1 1 0,-1-1 1,2 2-1,-1 0 0,1 0 0,1 1 0,0 0 0,1 0 0,0 1 0,1 0 1,-8 20-1,7-10-52,1 1 1,1 0 0,1 0 0,1 0-1,1 1 1,0 42 0,3-63-73,0 0 0,1 1 0,-1-1 0,1 0 0,0 0 0,0 0 0,0 0 1,0 0-1,1 0 0,0-1 0,0 1 0,0 0 0,0-1 0,0 1 0,1-1 0,-1 0 0,1 0 0,0 0 0,0 0 0,0 0 0,0-1 0,1 1 1,-1-1-1,1 0 0,-1 0 0,1 0 0,0-1 0,0 1 0,0-1 0,8 2 0,9 1-787,0-1 0,0-1 0,0 0 0,37-4 0,-56 2 776,66-8-5676,-1-17-3770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2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12678,'0'0'18750,"-20"8"-17630,-65 29-901,82-36-219,-1 0 0,1 1 0,-1 0 0,1 0 0,0 0 0,0 0 0,0 1 0,0-1 0,0 1 0,0 0 0,1 0 0,-1 0 0,1 0 0,0 0 0,0 0 0,0 0 0,0 1 0,1-1 0,-1 1 0,1 0 0,0-1 0,0 1 0,0 0 0,0 0 0,1 0 0,0-1 0,0 1 0,0 0 0,1 7 0,-1-5 0,0-3-12,1-1-1,-1 0 1,1 0-1,0 0 1,0 0-1,0 0 1,0 0-1,0 0 1,0 0-1,0-1 1,1 1 0,-1 0-1,1-1 1,-1 1-1,1-1 1,-1 1-1,1-1 1,0 0-1,0 0 1,0 0-1,2 1 1,52 23-585,-36-17 297,-11-4 16,-1 0 0,1 0 1,-1 0-1,0 1 0,0 1 1,0-1-1,-1 1 0,9 10 1,-15-15 311,0 1 0,0 0 0,-1-1 0,1 1 0,0 0 0,-1 0 0,1-1 0,-1 1 0,0 0 1,0 0-1,0 0 0,0 0 0,0 0 0,0-1 0,0 1 0,0 0 0,-1 0 0,1 0 0,-1 0 0,1-1 1,-1 1-1,0 0 0,0-1 0,0 1 0,0 0 0,0-1 0,0 1 0,0-1 0,0 0 0,-1 1 0,1-1 0,-1 0 1,-1 2-1,-6 4 180,-1 0 0,0 0 0,-19 10 1,27-16-247,-10 5-109,0-1 0,0 0 0,0-1 1,-26 6-1,-23-7-7838,47-9 720,7-16-3286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2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14231,'0'0'12469,"149"16"-11268,-95-7-689,-14 0-320,8 0-192,-14-2-224,6 2-1233,1-7-912,-7-2-1873,6 0-1104,-12 0-5699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3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455 0 13974,'0'0'10088,"0"26"-6745,-2 10-2435,0-15-341,2-1-1,0 1 1,1-1 0,1 0-1,8 32 1,45 135 177,-2-12-478,-47-148-257,-1 0-1,-2 0 1,0 0 0,-3 49 0,-1-69-9,-1 1 0,0-1 1,0 1-1,0-1 0,-1 0 0,0 0 0,-1 0 1,1-1-1,-1 1 0,0-1 0,-1 0 1,0 0-1,0 0 0,0-1 0,-1 1 0,1-1 1,-1-1-1,-10 7 0,-9 5-309,0-1 0,-1-2 0,-42 16-1,26-14-2552,-46 11 0,-4-6-3862,-47 6-8632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4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10005,'0'0'22090,"0"2"-22090,0 7-320,0 9-993,0 7-1728,0 0-2834,-7-1-4658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4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0 13206,'0'0'10917,"-142"138"-10085,108-100-832,-7 5-48,-6 2-2401,0-2-3938,-14-4-7427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5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67 9012,'0'0'12979,"8"9"-11799,-5-5-1095,0 0 53,0 0 0,1 0 1,-1 0-1,1 0 0,0 0 0,0-1 0,1 1 1,-1-1-1,1 0 0,0-1 0,-1 1 0,1-1 1,0 0-1,1 0 0,-1 0 0,0-1 0,0 0 1,1 0-1,7 0 0,-6 0-16,0-1 0,-1 0 0,1-1 0,0 0 0,-1 0 1,1 0-1,11-5 0,-16 5-108,0 0-1,0-1 1,0 1 0,0-1 0,0 1 0,0-1 0,-1 0-1,1 0 1,-1 0 0,1 0 0,-1 0 0,0 0 0,0 0-1,1 0 1,-2 0 0,1 0 0,0-1 0,0 1 0,-1 0 0,1-1-1,-1 1 1,0-1 0,0 1 0,1-1 0,-2-3 0,1 3-10,0 0 1,0 1 0,-1-1 0,1 0 0,-1 1 0,1-1 0,-1 1 0,0-1 0,0 1 0,0 0 0,-1-1 0,1 1 0,0 0 0,-1 0 0,1 0 0,-1 0 0,0 0 0,0 0 0,0 0 0,0 0 0,0 1 0,0-1 0,0 1 0,0 0 0,-1-1 0,1 1 0,-1 0 0,1 0 0,-1 1 0,1-1 0,-3 0 0,-11-2 44,1 1 0,-1 0 1,0 1-1,-19 2 0,15-1 114,15 0-91,-1 0 1,1 1-1,0 0 1,0-1-1,0 2 0,0-1 1,0 0-1,1 1 1,-1 0-1,0 0 1,1 1-1,-1-1 1,1 1-1,0 0 0,0 0 1,0 1-1,0-1 1,0 1-1,1-1 1,0 1-1,0 0 0,-5 9 1,3-4 17,0 1 0,1 0 0,0 0 0,1 0 0,0 0 1,1 1-1,0-1 0,1 1 0,0 0 0,0 11 0,2-20-119,-1 1 0,1 0 0,0 0 0,0 0 0,0 0 1,0-1-1,0 1 0,0 0 0,1-1 0,0 1 0,-1-1 0,1 1 0,0-1 0,0 0 0,0 0 0,0 0 1,1 0-1,-1 0 0,0-1 0,1 1 0,0-1 0,-1 1 0,1-1 0,0 0 0,-1 0 0,1 0 1,0 0-1,6 0 0,6 3-753,1-1-1,0-1 1,0-1 0,16 0 0,40-8-4076,-53 2 1694,0 0-1,0-1 1,25-13 0,3-5-1590,-1-4 3507,27-20 25740,-72 70-20820,0-19-3647,0 0 0,1 0-1,-1 0 1,1 0 0,-1-1-1,1 1 1,0-1 0,0 1 0,0-1-1,1 0 1,-1 0 0,1 0-1,-1 0 1,1 0 0,-1 0-1,1-1 1,0 1 0,0-1 0,0 0-1,0 0 1,0 0 0,0 0-1,0-1 1,0 1 0,0-1-1,1 1 1,-1-1 0,0 0 0,0-1-1,0 1 1,4-1 0,5 0-343,0-1 0,1 0 0,-1-1 0,0 0 1,0-1-1,19-9 0,51-37-1401,-58 33 1689,-24 29 4599,1-8-4601,0 1 0,0-1 0,0 0 1,1 1-1,0-1 0,0 0 0,0 0 0,4 7 0,-1-7-411,0-1 0,0 0-1,1-1 1,-1 1 0,1-1 0,-1 0-1,1 0 1,-1 0 0,1-1 0,0 0-1,0 0 1,11-1 0,78-3-9649,-78 2 7109,44-7-9333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6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 14999,'0'0'6181,"-24"1"-2424,-75 8-1751,94-8-1923,0-1-1,1 1 1,-1 0 0,1 0 0,-1 0-1,1 1 1,0 0 0,-1 0-1,1 0 1,0 0 0,0 0-1,0 1 1,1 0 0,-1 0 0,1 0-1,-1 0 1,1 0 0,0 1-1,0 0 1,1-1 0,-1 1-1,1 0 1,0 0 0,-1 0 0,2 1-1,-1-1 1,1 0 0,-1 1-1,1-1 1,0 1 0,1-1 0,-1 1-1,1 9 1,1-13-134,0 0 1,0 0-1,1-1 0,-1 1 1,0 0-1,1 0 1,-1-1-1,0 1 0,1-1 1,-1 1-1,1-1 0,-1 0 1,0 0-1,1 1 1,-1-1-1,1 0 0,-1 0 1,1 0-1,-1 0 0,1-1 1,-1 1-1,3-1 1,4 1-77,139-3-1581,-147 3 1707,1 1 0,-1-1 0,1 0 0,-1 0 0,0 0 0,1 1 0,-1-1 0,1 0-1,-1 1 1,1-1 0,-1 0 0,0 1 0,1-1 0,-1 0 0,0 1 0,1-1 0,-1 1 0,0-1 0,0 1-1,0-1 1,1 0 0,-1 1 0,0-1 0,0 1 0,0-1 0,0 1 0,0-1 0,0 1 0,0-1-1,0 1 1,0-1 0,0 1 0,0 0 0,-1 23 131,0-19-81,-1 8 231,-1 0 0,0 0 1,-1 0-1,0 0 0,-1-1 1,-1 1-1,0-1 0,-15 21 1,-74 89 1449,57-77-1427,-102 142 821,137-182-1116,0 1 0,0-1 0,0 0 0,1 1 0,0-1 0,0 1 0,0 0 0,1 0 0,0 0 0,0-1 0,0 11 0,1-15-14,1-1 0,-1 1 0,0 0 1,1 0-1,-1-1 0,0 1 1,1 0-1,-1-1 0,1 1 0,-1 0 1,1-1-1,-1 1 0,1 0 0,-1-1 1,1 1-1,0-1 0,-1 1 0,1-1 1,0 0-1,-1 1 0,1-1 1,0 0-1,0 1 0,-1-1 0,1 0 1,0 0-1,0 0 0,0 0 0,-1 1 1,1-1-1,2-1 0,34 2-79,-24-2 74,10 0 17,-1-1 1,-1-1-1,1-2 1,0 0-1,-1-1 1,26-11-1,124-63-12,-165 78 1,14-8-86,0-1-1,-1-1 1,0-1-1,32-27 0,-44 33-387,-1 0 0,0 0-1,0-1 1,-1 1-1,0-1 1,4-9-1,-5 10-726,-2 0 0,1 0 0,-1-1 0,0 1 0,0-1 0,-1 1 0,0-1 0,0-10 0,-1-11-9799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6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6275,'0'0'26025,"7"27"-25558,-6-24-467,0 0 0,0 0 0,1 0 0,0-1 0,-1 1 0,1-1 0,0 1 0,0-1 0,0 1 0,1-1 0,-1 0 0,4 3 0,-2-4 0,0 0 0,0 0 0,1 0 0,-1 0 0,0-1 0,0 0 0,1 0 0,-1 0 0,6-1 0,-1 0-44,-1-1-1,0-1 1,0 1-1,0-1 1,-1-1-1,1 1 1,-1-1-1,1-1 1,-1 1-1,-1-1 1,1-1-1,-1 1 1,0-1-1,11-13 1,-14 20 85,-1-1-1,1 0 1,-1 0 0,1 1-1,-1 0 1,1-1 0,-1 1-1,1 0 1,-1 0 0,1 0-1,-1 1 1,0-1 0,0 0-1,0 1 1,1 0-1,1 1 1,22 12-823,-2-11-2418,0-4-3295,-11 0 1119,7 0-6264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6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54 3249,'0'0'21936,"15"2"-20418,173 9 1259,-187-10-2770,0-1 0,0 0 0,0 0 0,-1 0 1,1 0-1,0 0 0,0 0 0,0 0 0,0 0 0,0 0 0,-1 0 0,1 0 0,0 0 0,0-1 0,0 1 1,0 0-1,-1-1 0,1 1 0,0 0 0,0-1 0,-1 1 0,1-1 0,0 0 0,-1 1 0,1-1 0,0 1 0,-1-1 1,1 0-1,-1 1 0,1-1 0,-1 0 0,0 0 0,1 0 0,-1 1 0,0-1 0,1 0 0,-1 0 0,0 0 0,0 0 1,0 1-1,0-1 0,0 0 0,0-1 0,0 0 10,-1 0 1,1 1 0,-1-1-1,0 0 1,0 1-1,0-1 1,0 1-1,0-1 1,0 1-1,0-1 1,0 1-1,-1 0 1,1 0 0,0-1-1,-1 1 1,1 0-1,-1 0 1,1 1-1,-1-1 1,-2-1-1,-13-3 65,1 1 0,-2 1 0,1 1 0,0 0 0,0 1-1,-28 2 1,17-1 423,26 0-454,1 0 0,-1 0 0,0 1 0,0-1 0,0 0-1,1 1 1,-1-1 0,0 1 0,0 0 0,1 0 0,-1 0 0,1-1-1,-1 2 1,1-1 0,-1 0 0,1 0 0,0 0 0,-1 0 0,1 1-1,0-1 1,-2 4 0,1-1-7,0 0 0,0 0 0,0 1-1,0-1 1,1 1 0,0-1 0,0 1 0,-1 7-1,1-5-42,1-1 0,0 1-1,0-1 1,0 1-1,1-1 1,0 1 0,0-1-1,0 1 1,1-1-1,0 0 1,0 0-1,6 11 1,-4-13-144,-1 0-1,1-1 1,-1 0-1,1 1 1,0-2 0,1 1-1,-1 0 1,0-1-1,1 1 1,-1-1 0,1-1-1,0 1 1,-1-1-1,11 2 1,3 0-2103,0-2 0,33-1 1,-22-1-1118,32 1-7060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7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1665,'-1'2'24267,"-6"12"-22117,3 12-588,0 0-1,0 48 1,5-73-1562,0 0 0,-1 0 0,1-1 0,0 1 0,0 0 0,0 0 0,0-1 0,0 1 0,0 0 0,0-1 0,0 1 0,0-1 0,1 1 0,-1-1 0,0 0 0,0 1 0,0-1 0,0 0 0,1 0 0,-1 0 0,0 0 0,0 0 0,1 0 0,-1 0 0,1-1 0,38-2 0,-19-7 0,-1 0 0,0-1 0,-1-1 0,0 0 0,-1-2 0,17-16 0,-19 18 0,-15 20 0,-1 20 0,1-26-259,-1 0 0,1-1 0,0 1 0,-1-1 0,1 0 0,0 1 0,0-1 0,0 0 0,0 1 0,0-1 0,0 0 0,0 0 0,1 0 0,-1 0 0,0 0 0,3 2 0,-2-2-457,0 0 0,0-1 0,0 1 1,1 0-1,-1 0 0,0-1 0,0 1 0,1-1 0,-1 0 0,0 0 0,0 0 1,1 0-1,-1 0 0,0 0 0,0-1 0,1 1 0,-1-1 0,0 1 0,4-3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7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71 544,'0'0'24878,"14"-1"-23578,160-1 1549,-173 2-2839,-1 0 0,1 0 0,-1 0 1,1 0-1,-1 0 0,1 0 0,-1 0 0,1-1 0,-1 1 1,1 0-1,-1 0 0,1-1 0,-1 1 0,0 0 0,1-1 1,-1 1-1,1 0 0,-1-1 0,0 1 0,0 0 0,1-1 1,-1 1-1,0-1 0,0 1 0,1-1 0,-1 1 1,0-1-1,0 1 0,0-1 0,0 1 0,1 0 0,-1-1 1,0 1-1,0-1 0,0 1 0,0-1 0,0 1 0,-1-1 1,1 1-1,0-1 0,0 1 0,0-1 0,0 1 0,0-1 1,-1 1-1,1-1 0,0 1 0,0-1 0,-1 1 0,1 0 1,0-1-1,-1 1 0,0-1 0,-18-23 612,8 19-419,0 1-1,0 0 1,0 1-1,0 1 1,-1 0-1,1 0 1,-1 1-1,1 0 1,-15 2-1,24-1-202,0 0 0,0 0 0,0 0 0,0 0 0,1 0 0,-1 1 0,0-1 0,0 1 0,1-1 0,-1 1 0,0 0 0,1 0 0,-1 0 0,1 0 0,-1 0 0,1 0 0,-1 0 0,1 0 0,0 0 0,-1 1 0,1-1 0,0 1 0,0-1 0,0 1 0,0-1 0,0 1 0,0-1 0,1 1 0,-2 3 0,0 3 0,1 0 0,0 0 0,0 0 0,0 1 0,2 9 0,-1-7 0,0-9-51,0 0 0,1 0 0,-1 0 0,0 0 0,1-1 0,0 1 0,-1 0 0,1 0 0,0 0 0,0-1 0,0 1 0,0 0 0,0-1 0,0 1 0,0-1 0,1 1 0,-1-1 0,1 0 0,-1 1 0,1-1 0,-1 0-1,1 0 1,0 0 0,-1 0 0,1 0 0,0-1 0,0 1 0,0-1 0,2 1 0,7 2-817,1-1 1,-1 0-1,24 0 0,125-3-12674,-60-10 3289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8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0 2769,'0'0'17800,"-143"30"-16455,62 26 3825,0 12-1040,13 9-2577,27-1-1553,14-3 0,20-8 0,7-6 0,7-9 0,27-10 0,7-11 0,6-10 0,7-15 0,7-4-2433,7-13-1809,-7-21-2753,-7-11-6996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8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15527,'0'0'14948,"-18"22"-13126,-6 7-1436,3-5-358,1 1 0,-32 55 0,14-24-28,26-41 0,2 0 0,0 0 0,0 1 0,2 0 0,-11 29 0,19-44 0,0 0 0,0 0 0,0-1 0,0 1 0,1 0 0,-1 0 0,0 0 0,0-1 0,1 1 0,-1 0 0,1 0 0,-1-1 0,1 1 0,-1 0 0,1-1 0,-1 1 0,1-1 0,0 1 0,-1 0 0,1-1 0,0 0 0,-1 1 0,1-1 0,0 1 0,0-1 0,-1 0 0,1 1 0,0-1 0,0 0 0,0 0 0,0 0 0,-1 0 0,1 0 0,0 0 0,0 0 0,0 0 0,0 0 0,0 0 0,0 0 0,53 0 0,-36-1 0,32 0 0,-1-2 0,1-2 0,0-2 0,-1-2 0,51-18 0,-95 26-415,-4 1 147,-1 0 0,0 0 0,1 0-1,-1 0 1,1 0 0,-1 0 0,1-1 0,-1 1 0,0 0-1,1 0 1,-1 0 0,0 0 0,1-1 0,-1 1 0,0 0 0,1 0-1,-1-1 1,1 0-1073,0 1 1073,-1-1 0,0 1 0,0-1 0,0 1 0,1 0 0,-1-1-1,0 1 1,0-1 0,0 1 0,0 0 0,0-1 0,0 1-1,0-1 1,0 1 0,0 0 0,0-1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8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15271,'0'0'12246,"-75"117"-9477,62-74-832,13-2-1393,0-5-544,0-4 0,13-7 0,8-7 0,-1-5 0,7-4-2129,0-7-1841,7-2-2961,13 0-6451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3506,'0'0'27623,"-8"27"-26356,-24 89-925,28-93-338,1 1 0,1-1 1,1 1-1,1-1 1,1 1-1,1-1 1,7 29-1,-5-21-7,3 50 0,-7-70 3,0-2 0,0-1 0,0 1 0,-1-1 0,0 0 0,-3 15 0,3-22 0,0 1 0,0 0 0,1 0 0,-1 0 0,0-1 0,-1 1 0,1 0 0,0-1 0,0 1 0,-1-1 0,1 0 0,-1 1 0,1-1 0,-1 0 0,1 0 0,-1 0 0,0 0 0,0 0 0,1 0 0,-1 0 0,0-1 0,0 1 0,0-1 0,0 1 0,0-1 0,0 0 0,0 0 0,0 0 0,-2 0 0,-10 1-442,-15-2-2786,28 1 3045,0 0 0,0 0 0,0-1 0,0 1-1,1 0 1,-1-1 0,0 1 0,0 0 0,1-1 0,-1 1 0,0-1 0,0 1 0,1-1 0,-1 0 0,1 1 0,-1-1 0,1 0 0,-1 1 0,1-1-1,-1 0 1,1 0 0,-1 1 0,1-1 0,0 0 0,-1 0 0,1 0 0,0-1 0,-1-21-8357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9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17880,'0'0'14887,"34"47"-14887,-34-33 0,0 0 0,0-1 0,0 3-464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29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1 17128,'0'0'7859,"-108"133"-3473,74-88-1584,7-2-2210,0-7-592,-7 5-400,-14 4-1553,1-4-2961,-21-7-2914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31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24 688,'0'0'8687,"1"-4"-7073,10-15 12764,-10 51-13661,0-11-224,-7 60 144,2-26-324,4-39-122,3-13 58,2-6-275,-1-1-1,1 1 0,0 0 0,0 0 0,0 0 0,0 1 1,1-1-1,-1 1 0,1 1 0,0-1 0,-1 1 1,1 0-1,0 0 0,0 1 0,-1 0 0,1 0 0,10 1 1,-14-1 13,-1 1 0,0-1 0,1 1 0,-1-1 0,0 1 0,1 0 1,-1-1-1,0 1 0,0 0 0,0 0 0,0 0 0,1 0 1,-2 0-1,1 0 0,0 0 0,0 0 0,0 0 0,0 1 0,-1-1 1,1 0-1,0 1 0,-1-1 0,1 0 0,-1 1 0,0-1 1,1 0-1,-1 1 0,0 1 0,3 45-53,-3-39 115,-1 0-4,-1-1-1,1 0 1,-1 0 0,0 0 0,-1 0-1,0 0 1,0 0 0,-1-1-1,0 1 1,0-1 0,-1 0-1,0-1 1,0 1 0,0-1-1,-1 0 1,0 0 0,0 0-1,-1-1 1,-7 5 0,11-8-30,0-1 0,-1 0 1,1 1-1,0-1 0,0 0 0,0-1 1,-1 1-1,1 0 0,0-1 0,-1 0 1,1 0-1,0 0 0,-1 0 1,1-1-1,-1 1 0,1-1 0,0 0 1,0 1-1,-1-2 0,-3-1 0,2 1-38,0-1 0,1 0-1,-1 0 1,1 0 0,-1-1-1,1 1 1,0-1-1,0 0 1,1 0 0,-1 0-1,-4-8 1,7 8-987,0 0 0,0 1 0,1-1 0,0 0 0,-1 0 0,1 1 1,0-1-1,1 0 0,0-4 0,0-7-7358,-1 2 903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3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3249,'0'0'13393,"7"-7"-11627,-2 2-1339,1 0-1,0 1 1,0-1-1,0 1 0,0 0 1,1 0-1,0 1 0,-1 0 1,1 0-1,12-2 1,15-1 639,70-2 0,-30 3-2711,0-6-6985,-35 0-996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43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1 592,'0'0'1377,"7"129"-1377,20-114 128,13-3-64,-6-1-32,7-2 0,-7 0-32,-1 2 48,-5 3 96,-15-1 48,1 3 16,-8 2-208,1 0-240,0-2-1136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44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6 109 384,'0'0'5627,"0"-18"-4115,0-47-300,0 39 15214,-2 112-13701,0-49-2047,1 0 1,2-1-1,1 1 1,14 64-1,-12-83-564,14 43 166,-4 1-1,-2 1 1,7 116 0,-12-123-1026,-7-56 711,0-1 0,1 1 1,-1 0-1,0 0 1,0 0-1,0 0 0,0 0 1,0 0-1,0 0 1,1 0-1,-1 0 0,0 0 1,0 0-1,0 0 0,0 0 1,0 0-1,1 0 1,-1 0-1,0 0 0,0 0 1,0 0-1,0 0 1,0 0-1,0 0 0,1 0 1,-1 0-1,0 0 1,0 0-1,0 0 0,0 0 1,0 0-1,0 0 1,1 1-1,-1-1 0,0 0 1,0 0-1,0 0 1,0 0-1,0 0 0,0 0 1,0 0-1,0 1 1,0-1-1,0 0 0,0 0 1,1 0-1,-1 0 1,0 0-1,0 1 0,0-1 1,0 0-1,0 0 1,0 0-1,0 0 0,0 0 1,0 1-1,0-1 0,0 0 1,0 0-1,-1 0 1,1 0-1,0 0 0,0 0 1,0 1-1,0-1 1,0 0-1,0 0 0,2-29-2769,-2-107-12750,0 86 7590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45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291 378 5923,'0'0'9281,"-17"-1"-8254,-59-2 8789,128 7-9555,0-1 1,1-3-1,68-9 1,160-36-264,-116 16 62,-87 17-76,911-133-106,6 48 255,-708 74 873,-239 13 205,-39 7-1127,1 1 0,-1 0-1,1 1 1,12-1 0,-22 42 900,-2 108-394,5 171 821,1-292-1411,1-1 0,1 1 0,2-1 0,11 29 0,-8-27 0,-2 0 0,10 53 0,-6-10 0,-6-56 0,-27-12 0,17-3 0,-179-17 0,-87 14 0,-343 39 0,186 13 0,-836 79 0,698-62 0,561-65 0,-30 3 0,-1 2 0,-39 13 0,119-26-3938,100-49-5071,-47 15-166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46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2993,'0'-9'27826,"-1"105"-27436,4-1-1,5 0 1,3 0-1,29 115 1,-19-124-390,-14-51 0,1 0 0,19 45 0,-27-80 0,0 0 0,0-1 0,0 1 0,0 0 0,0 0 0,0-1 0,1 1 0,-1 0 0,0 0 0,0-1 0,0 1 0,1 0 0,-1 0 0,0 0 0,0-1 0,1 1 0,-1 0 0,0 0 0,0 0 0,1 0 0,-1-1 0,0 1 0,1 0 0,-1 0 0,0 0 0,1 0 0,-1 0 0,0 0 0,0 0 0,1 0 0,-1 0 0,0 0 0,1 0 0,-1 0 0,0 0 0,1 0 0,-1 1 0,0-1 0,0 0 0,1 0 0,-1 0 0,0 0 0,1 0 0,-1 1 0,0-1 0,0 0 0,0 0 0,1 0 0,-1 1 0,0-1 0,0 0 0,0 0 0,1 1 0,-1-1 0,0 0 0,0 1 0,0-1 0,0 0 0,0 0 0,0 1 0,0-1 0,0 0 0,1 1 0,5-24 0,-6 22 0,1-3-193,0 1 1,0-1-1,1 0 0,-1 1 0,1-1 1,0 1-1,0-1 0,0 1 1,0 0-1,4-4 0,2-1-1376,1 1 0,0 0 0,0 0 0,15-8 0,16-9-7083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55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0 402 2881,'0'0'7737,"11"0"-630,32-2-6608,-30-3-438,0 1-1,1 0 1,-1 1-1,0 0 1,16-1-1,31-7 87,55-17 134,138-17 1,-23-2-239,-134 33-43,307-32 13,-170 20 132,-11 0-194,354-2 225,-464 19-132,59-2 40,-89 9 244,97-14 0,-85 5 306,101 2 0,-184 8-260,1-1 1,-1 0 0,0 0 0,0-1 0,12-5 0,41-8 262,-35 11-207,-18 2-137,0 1 0,1 1 0,-1 0 0,0 1 0,18 1 0,-22-2 1833,-3 0-4081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56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48 3105,'0'0'4861,"-2"-5"-3922,-3-16-301,4 20-301,1 0 0,-1-1 0,0 1 0,0 0 0,1-1 0,-1 1 0,0 0 0,0 0 0,0 0 0,-1 0 0,1 0 0,0 0 0,0 0 0,-1 0 0,1 0 0,0 1 0,-1-1 0,1 0 0,0 1 0,-1-1 0,1 1 0,-10 0 8483,39 9-8236,13 11 769,-17-6-795,1-1 0,1-2 0,0-1 0,48 12 1,-13-13-388,-40-6-86,0 0 0,32 9 0,-24-1 12,32 10 36,59-7 344,-120-14-470,0 0 0,0 0 0,-1 0-1,1 0 1,0 0 0,0 0-1,-1 0 1,1 1 0,0-1 0,0 0-1,-1 0 1,1 0 0,0 0-1,0 1 1,0-1 0,0 0 0,-1 0-1,1 1 1,0-1 0,0 0-1,0 0 1,0 1 0,0-1-1,0 0 1,0 0 0,-1 1 0,1-1-1,0 0 1,0 0 0,0 1-1,0-1 1,0 0 0,0 1 0,0-1-1,1 0 1,-1 0 0,0 1-1,0-1 1,0 0 0,0 0 0,0 1-1,0-1 1,0 0 0,0 0-1,1 1 1,-1-1 0,0 0 0,0 0-1,0 0 1,1 1 0,-1-1-1,0 0 1,0 0 0,1 0-1,-1 0 1,0 1 0,0-1 0,1 0-1,-1 0 1,0 0 0,0 0-1,1 0 1,-1 0 0,0 0 0,0 0-1,1 0 1,-1 0 0,1 0-1,-21 13 610,18-12-566,-46 18-50,2 1 0,-51 31 0,70-37 0,4-2 0,1 1 0,0 1 0,-39 33 0,60-46 0,0-1 0,0 1 0,0 0 0,0 0 0,0 0 0,0 0 0,0 0 0,0 0 0,1 0 0,-1 0 0,0 0 0,1 0 0,-1 0 0,1 1 0,-1-1 0,1 0 0,0 0 0,0 0 0,-1 2 0,1 3-236,0-4-429,1-1 0,-1 1 0,0 0-1,-1 0 1,1 0 0,0 0 0,0 0 0,-1 0 0,1 0-1,-1 0 1,0 0 0,1-1 0,-1 1 0,0 0-1,0 0 1,-2 1 0,-15 15-8633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32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25 3586,'0'0'7171,"1"-4"-6149,0 2-530,11-17 11325,-12 28-10075,0-7-1663,1 10 181,-1 0 0,0 0 0,-1 0 1,0 0-1,-1 0 0,-1 0 0,1-1 0,-2 1 0,0-1 0,-8 19 1,-31 34 330,32-49-473,0 1 0,0 1 1,-8 19-1,19-36-118,0 1 0,0-1 1,0 0-1,0 1 0,0-1 0,0 0 0,0 0 0,0 1 1,0-1-1,0 0 0,0 1 0,0-1 0,0 0 1,0 0-1,0 1 0,1-1 0,-1 0 0,0 0 0,0 1 1,0-1-1,0 0 0,1 0 0,-1 0 0,0 1 0,0-1 1,0 0-1,1 0 0,-1 0 0,0 0 0,0 1 1,1-1-1,-1 0 0,0 0 0,1 0 0,-1 0 0,0 0 1,0 0-1,1 0 0,-1 0 0,24 4 31,38-4 35,-44 0-61,47-3-7,-1-2 0,-1-3 0,66-17 0,-80 8 117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33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8084,'0'0'13486,"-8"20"-11699,-25 65-226,28-72-909,1 0-1,1 1 1,0-1 0,1 1 0,-2 27-1,-2 17 711,-1 11-105,7-40-4908,0-8-4461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50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4978,'0'0'12080,"5"2"-11012,8 5-420,-9-4-385,-1-1 0,1 0-1,0 0 1,0-1 0,0 1-1,0-1 1,0 0 0,1 0-1,-1 0 1,0 0 0,0-1-1,6 1 1,-3-1-222,0-1 1,-1 1-1,1-1 0,0 0 1,0-1-1,-1 1 0,1-1 1,-1-1-1,0 1 0,9-6 1,-12 6-30,0 0 1,0 0-1,0 0 1,-1-1 0,1 1-1,-1-1 1,1 1-1,-1-1 1,0 0 0,0 0-1,0 0 1,-1 0-1,1 0 1,-1 0-1,0-1 1,0 1 0,0 0-1,0-1 1,0 1-1,-1-1 1,1 1 0,-1-6-1,-1 8-1,1 0 0,0 0 0,-1-1 0,1 1 0,-1 0 0,1 0 0,-1 0 0,0 0 0,1 0 0,-1 0 0,0 0-1,0 0 1,0 0 0,1 1 0,-1-1 0,0 0 0,0 0 0,0 1 0,0-1 0,-1 1 0,1-1 0,0 1 0,0-1 0,0 1 0,0 0 0,-1-1 0,1 1 0,0 0-1,0 0 1,0 0 0,-3 0 0,-46-1 35,43 2 12,3-1-34,-1 1 1,1 0 0,0 0 0,0 0-1,0 0 1,0 1 0,1 0 0,-1-1-1,0 1 1,1 1 0,-1-1 0,1 0-1,0 1 1,-1 0 0,1 0 0,1 0-1,-1 0 1,-3 5 0,4-6-17,1 0 1,-1 0 0,1 0 0,0 1 0,0-1-1,0 0 1,0 1 0,0-1 0,1 1-1,-1-1 1,1 1 0,0-1 0,-1 1-1,1-1 1,0 1 0,0 0 0,1-1-1,-1 1 1,1-1 0,-1 1 0,1-1 0,0 1-1,0-1 1,0 0 0,0 1 0,0-1-1,0 0 1,1 0 0,-1 0 0,4 4-1,8 8-106,0-2-1,1 1 0,29 19 0,-36-28-360,-1 0 0,1-1 0,0 0 0,0 0 0,11 2 0,-14-4-214,1 0 0,-1-1 0,0 1 0,0-1 0,1 0 0,-1 0 1,0-1-1,1 1 0,-1-1 0,7-2 0,-6 1-119,-1-1 0,1 0 0,0 0 1,-1 0-1,1 0 0,-1-1 0,5-5 0,28-32-1199,-34 38 1982,8-10-2340,12-5 10308,-22 17-7497,0 0-1,0 1 1,-1-1-1,1 1 1,0 0 0,0-1-1,0 1 1,0 0-1,0 0 1,0-1 0,0 1-1,-1 0 1,1 0-1,0 0 1,0 0 0,0 0-1,0 0 1,0 0-1,0 1 1,0-1-1,0 0 1,0 0 0,1 1-1,8 16 2735,-9-14-3125,0 0-1,0 0 1,1 0-1,0 0 1,-1-1-1,1 1 1,0 0-1,0-1 1,1 0-1,-1 1 1,0-1-1,1 0 1,-1 0-1,1 0 1,0-1-1,0 1 1,0-1-1,-1 1 0,1-1 1,1 0-1,-1 0 1,0 0-1,0-1 1,0 1-1,0-1 1,1 0-1,-1 0 1,0 0-1,6-1 1,0 1-193,0 0 0,0-1-1,0-1 1,0 0 0,-1 0 0,1 0 0,-1-1 0,1-1-1,-1 1 1,8-6 0,-9 5-16,12-9 9,0-1 0,22-20 0,-23 30 6368,20 15-6845,-8-3-1388,108-5-11914,-90-3 4600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51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99 8980,'0'0'17211,"-7"-14"-15891,-24-45-327,29 57-947,-1 0-1,1 0 1,0-1 0,-1 2 0,1-1 0,-1 0 0,1 0 0,-1 1-1,0-1 1,0 1 0,1 0 0,-1 0 0,0 0 0,0 0 0,0 1-1,0-1 1,-5 1 0,-41 2 335,47-2-383,0 1 0,0 0 1,1-1-1,-1 1 0,0 0 0,0 0 1,1 0-1,-1 0 0,0 1 1,1-1-1,0 0 0,-1 1 1,1-1-1,0 0 0,-1 1 1,1 0-1,0-1 0,0 1 0,0 0 1,0-1-1,1 1 0,-1 0 1,0 0-1,0 3 0,0-1-30,0 0 0,0 1-1,1-1 1,0 0 0,-1 1-1,1-1 1,1 1 0,-1-1-1,2 8 1,-1-11 23,0 1 0,0-1-1,0 1 1,1-1 0,-1 1 0,0-1-1,1 1 1,-1-1 0,1 0-1,0 0 1,-1 0 0,1 0 0,0 0-1,-1 0 1,1 0 0,0-1 0,0 1-1,0-1 1,0 1 0,0-1 0,0 0-1,0 0 1,2 0 0,53 3-178,-48-3 177,132-3 224,-140 3 63,-2 5-179,-1 0-1,1-1 0,-1 1 1,-1-1-1,1 0 1,-1 1-1,1-1 1,-1 0-1,0-1 0,-1 1 1,1-1-1,-5 4 1,-4 7 161,-35 41-67,-44 52 624,-153 234 1,238-332-817,1 1 0,0 0 0,0 0 0,1 0 0,0 0 0,1 1 0,0-1 0,0 1 0,1 0 0,1 0 0,-1 12 0,3-22-1,0 0 0,-1 0 1,1-1-1,0 1 0,0 0 0,0-1 1,0 1-1,0 0 0,0-1 0,-1 1 1,1-1-1,0 0 0,1 1 0,-1-1 1,0 0-1,0 1 0,0-1 0,0 0 1,0 0-1,0 0 0,0 0 0,0 0 1,0 0-1,0 0 0,2-1 0,36 0-41,-36 0 35,19-2-16,-1-1 1,0-1 0,1-1-1,-2 0 1,1-2 0,32-17 0,1-5-749,54-39 1,-105 67 635,14-9-525,-1-1-1,18-18 1,-8-3-2617,-12-6-4333,-13 19-351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51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7075,'0'0'21717,"35"-8"-17742,-13 13-3975,30 5 0,-42-10-224,1 0 0,-1-1 0,1 0 0,-1 0-1,1-2 1,-1 1 0,0-1 0,0 0 0,0-1 0,0 0 0,-1-1 0,11-7 0,-9 7 934,-10 12 623,2 12-463,-3-17-1061,1 0 0,0 0 1,0-1-1,0 1 0,0 0 0,0 0 0,0 0 1,0-1-1,1 1 0,-1-1 0,0 1 0,1-1 0,0 0 1,-1 1-1,1-1 0,0 0 0,-1 0 0,1 0 1,0 0-1,0 0 0,0-1 0,3 2 0,2-1-1164,0 0-1,-1 0 0,1-1 0,0 0 1,11-1-1,9-3-7555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52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3506,'0'0'19998,"10"2"-18424,29 6-651,-4 0-358,0-1 0,47 2-1,-80-9-543,7 0-52,0 0 0,1-1 0,-1 0 0,11-2 0,-19 3 17,-1 0 0,1 0 0,-1 0-1,1-1 1,-1 1 0,1 0 0,-1 0 0,0 0 0,1-1-1,-1 1 1,1 0 0,-1 0 0,0-1 0,1 1-1,-1 0 1,0-1 0,1 1 0,-1 0 0,0-1-1,0 1 1,1-1 0,-1 1 0,0 0 0,0-1-1,1 1 1,-1-1 0,0 1 0,0-1 0,0 1-1,0-1 1,0 1 0,0 0 0,0-2 0,-1 0-38,0 1 1,0-1 0,0 0 0,0 0-1,0 1 1,-1-1 0,1 1 0,-1-1 0,1 1-1,-1 0 1,0-1 0,1 1 0,-3-1-1,-4-4-156,-55-35-415,57 37 651,0 1 0,0 0 0,0 1 0,0-1-1,-1 1 1,1 1 0,-1-1 0,1 1 0,-8-1 0,13 3 8,-1-1 0,1 0 0,0 1 0,0 0 0,-1-1-1,1 1 1,0-1 0,0 1 0,0 0 0,0 0 0,-1 0 0,1 0 0,0 0 0,1 0-1,-1 0 1,0 0 0,0 0 0,0 0 0,1 1 0,-1-1 0,1 0 0,-1 0 0,1 1-1,-1-1 1,1 0 0,0 1 0,-1-1 0,1 0 0,0 1 0,0 2 0,-2 50 482,2-45-479,0-3-38,0 1 0,0-1 0,0 0 1,1 0-1,0 1 0,0-1 0,1 0 0,-1 0 0,1 0 0,1 0 0,3 6 0,-4-9-103,1 0 1,-1-1-1,1 1 0,0 0 0,0-1 1,0 0-1,1 1 0,-1-1 0,0-1 1,1 1-1,-1 0 0,1-1 0,0 0 1,0 0-1,-1 0 0,1 0 0,0 0 1,0-1-1,5 0 0,3 1-624,0 0 0,0-1-1,0 0 1,0-1 0,0-1 0,0 0 0,0-1 0,-1 0-1,1 0 1,20-10 0,-9 0-429,-1-1 0,0-1 0,38-34 0,-48 39 1256,36-34 16997,-48 53-13941,1 16-3638,0-22 483,0-1 0,1 1 0,0 0 0,-1-1 0,1 1 0,0-1 0,0 0 0,0 0 0,0 0 0,1 0 0,-1 0 0,1 0 0,-1 0-1,1-1 1,0 1 0,-1-1 0,1 0 0,0 0 0,0 0 0,0 0 0,0 0 0,0 0 0,0-1 0,0 0 0,5 0 0,9 2-16,0-2 1,1 0 0,17-2 0,-21-1-169,-1 0 0,0 0 1,1-1-1,-2-1 0,1 0 1,-1-1-1,23-13 1,-26 14 169,2-2 238,0 2 574,3 16-316,-11-8-860,0 0 0,1 0 0,-1 0 0,1-1 0,0 1 0,0-1-1,5 2 1,-3-1-1027,1-2 0,0 1 0,0-1 0,0 0 0,-1 0 0,15-1 0,11 0-7745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52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3 125 11013,'0'0'15639,"-1"4"-14708,1-3-889,-1 1 0,1-1 0,0 0 0,0 1 0,0-1 0,0 0 0,0 1 0,0-1 0,0 0 0,1 1 0,-1-1 0,0 0 0,1 0 0,-1 1 0,1-1 0,-1 0 0,1 0 0,0 0 0,-1 0-1,1 1 1,0-1 0,0 0 0,0 0 0,0-1 0,0 1 0,0 0 0,0 0 0,2 1 0,2 1 8,1 0 0,-1-1 0,1 1 1,0-1-1,0 0 0,11 2 0,8 0-107,0-1 1,35 0-1,-57-3 13,-1 0 1,0 0-1,1 0 0,-1 0 0,1 0 0,-1 0 0,1-1 1,-1 1-1,1-1 0,-1 1 0,0-1 0,0 0 0,1 0 1,-1 0-1,0 0 0,0-1 0,0 1 0,0-1 0,0 1 1,0-1-1,2-3 0,-2 1 53,0 0 0,0-1-1,-1 1 1,0-1 0,0 1 0,0-1 0,-1 0 0,1 0 0,-1 1-1,-1-8 1,1 7 115,-1 1-1,0-1 1,0 0-1,0 1 1,-1-1-1,1 1 1,-1 0-1,0-1 1,-1 1-1,1 0 1,-1 0-1,1 0 1,-1 1-1,0-1 1,-1 1-1,1-1 1,-1 1-1,-4-3 1,3 1 53,-1 2 0,1-1 1,-1 0-1,0 1 1,0 0-1,0 1 1,0-1-1,0 1 0,-1 1 1,1-1-1,-1 1 1,-9-1-1,13 2-177,1 1 0,0 0 0,-1-1 0,1 1 0,0 0 0,-1 0 0,1 1 0,0-1 0,0 0 0,0 1 0,0-1 0,0 1 0,0 0 0,1-1 0,-1 1 0,0 0 0,1 0 0,0 0 0,-1 0 0,1 1 0,0-1 0,0 0 0,0 0 0,0 1 0,1-1 0,-2 4 0,-2 8 0,1 0 0,0 0 0,-1 17 0,3-27 0,0 1 0,1 0-1,0 0 1,0 0 0,0 0 0,0 0 0,1 0 0,0 0-1,0 0 1,0 0 0,1-1 0,0 1 0,-1 0-1,2-1 1,-1 1 0,0-1 0,6 7 0,-3-7-34,0 1 1,1-1 0,-1 0 0,1-1 0,0 1-1,1-1 1,-1 0 0,0-1 0,1 1 0,-1-1 0,1 0-1,10 0 1,15 4-1398,2-1-1,-1-2 0,41-2 1,-37-3-2130,0-1-1,66-14 1,-3-12-8023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53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519 10 17416,'0'0'5629,"-21"-1"-2318,0-2-2200,8 1-558,1 0-1,-1 1 1,0 1-1,0 0 0,0 0 1,1 2-1,-1-1 0,-22 7 1,14 0-540,1 1 0,0 1 0,0 1 0,1 1 0,1 0 1,0 2-1,0 0 0,1 0 0,1 2 0,1 0 0,0 1 0,1 1 0,1 0 1,0 0-1,2 2 0,0-1 0,1 1 0,1 1 0,1 0 0,1 0 1,1 1-1,0-1 0,2 1 0,-2 27 0,5-23-13,-1-9 0,1 1 0,1-1 0,1 1 0,3 25 0,-3-39 0,1 1 0,-1 0 0,1-1 0,-1 0 0,1 1 0,1-1 0,-1 0 0,1 0 0,-1 0 0,1 0 0,0 0 0,0-1 0,1 0 0,-1 1 0,1-1 0,0 0 0,-1-1 0,1 1 0,1-1 0,7 4 0,4 0-540,1-1 0,0 0 0,1-1 0,-1-1 0,0-1 0,24 0 0,1-2-3047,62-7 0,-42-8-5071,-1-10-4081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54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3810,'0'0'28079,"-20"0"-27201,-27 3-878,34 0 0,33-2 0,283-1 0,-303 0 0,0 0 0,1 0 0,-1 0 0,0 0 0,1 0 0,-1 0 0,0 0 0,1 0 0,-1 0 0,0 0 0,0 0 0,1 0 0,-1 0 0,0 0 0,1 1 0,-1-1 0,0 0 0,0 0 0,1 0 0,-1 0 0,0 1 0,0-1 0,0 0 0,1 0 0,-1 1 0,0-1 0,0 0 0,0 0 0,0 1 0,0-1 0,1 0 0,-1 1 0,0-1 0,0 0 0,0 1 0,0-1 0,0 0 0,0 0 0,0 1 0,0-1 0,0 0 0,0 1 0,0-1 0,0 0 0,0 1 0,0-1 0,-1 0 0,1 0 0,0 1 0,0-1 0,0 0 0,0 1 0,0-1 0,-1 0 0,-8 14 0,-6-1 0,-2 0 0,1-2 0,-2 0 0,0-1 0,-29 12 0,-11 8 0,45-23 0,-32 23 0,43-28 0,0-1 0,0 1 0,1 0 0,-1 0 0,1 0 0,-1 0 0,1 1 0,0-1 0,0 0 0,0 1 0,0-1 0,0 0 0,1 1 0,-1-1 0,1 1 0,-1-1 0,1 5 0,0-5 0,1 0 0,-1-1 0,1 1 0,-1 0 0,1 0 0,0-1 0,-1 1 0,1 0 0,0-1 0,0 1 0,0-1 0,0 1 0,1-1 0,-1 1 0,0-1 0,1 0 0,-1 0 0,1 1 0,-1-1 0,1 0 0,-1-1 0,3 2 0,46 18 0,-32-13 0,-8-3 0,1 0 0,-1 1 0,0 0 0,0 1 0,17 13 0,-24-17 0,-1 1 0,1 0 0,-1-1 0,0 1 0,0 0 0,0 0 0,-1 0 0,1 0 0,-1 0 0,1 0 0,-1 1 0,0-1 0,-1 0 0,1 1 0,0-1 0,-1 1 0,0-1 0,0 1 0,0-1 0,0 1 0,0-1 0,-1 1 0,-1 4 0,1-5 0,0 0 0,-1-1 0,1 1 0,-1-1 0,0 1 0,0-1 0,1 0 0,-2 1 0,1-1 0,0 0 0,0 0 0,-1-1 0,1 1 0,-1-1 0,1 1 0,-6 1 0,-52 22 0,45-20 0,-53 21-245,-84 20-1,149-46-2547,9-24-12796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54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8644,'0'0'14142,"1"-5"-12189,-1 5-1908,0 0 0,0 0-1,0-1 1,0 1-1,0 0 1,0 0 0,0-1-1,0 1 1,0 0-1,0 0 1,0-1 0,0 1-1,0 0 1,0 0 0,0-1-1,0 1 1,1 0-1,-1 0 1,0-1 0,0 1-1,0 0 1,0 0-1,1 0 1,-1-1 0,0 1-1,0 0 1,0 0 0,1 0-1,-1 0 1,0 0-1,0 0 1,1-1 0,-1 1-1,0 0 1,0 0-1,1 0 1,-1 0 0,0 0-1,0 0 1,1 0 0,-1 0-1,0 0 1,1 0-1,9 14 1634,13 43 848,-9-21-1393,56 107-622,-40-87-457,-3 1 0,-2 1 1,23 82-1,-45-120-54,0 0 0,-1 0 0,-1 36 0,-1-36 0,-1-16 0,0 1 0,1-1 0,-2 0 0,1 0 0,0 1 0,-1-1 0,0 0 0,0 0 0,0 0 0,0-1 0,-1 1 0,1 0 0,-1-1 0,0 1 0,0-1 0,-1 0 0,1 0 0,0-1 0,-1 1 0,0-1 0,0 1 0,1-1 0,-1 0 0,-1 0 0,-7 2 0,-12 4 0,-1 0 0,0-2 0,-30 4 0,45-9 0,8 0 0,1 0 0,0-1 0,0 1 0,1-1 0,-1 0 0,0 0 0,0 1 0,0-1 0,0 0 0,0 0 0,1 0 0,-1 0 0,0 0 0,0 0 0,0 0 0,0 0 0,0 0 0,1 0 0,-1-1 0,0 1 0,-1-1 0,4-6 0,7-3-803,0 0 1,1 0-1,0 1 1,1 0-1,16-10 1,3-3-2862,23-19-5705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55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16247,'0'0'16520,"0"129"-16520,0-107 0,0-1 0,0-1 0,0 0 0,0 5 0,0 0 0,0 7 0,-7-1-4962,0 1-6403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1:55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637 0 13270,'0'0'10757,"-149"118"-5731,102-73-1696,-1 5-2946,-6 4-384,0 7 0,-7 11-1137,-7 2-3008,-6 12-3635,-8 7-6899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08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4722,'0'1'22315,"0"15"-21881,22 302 2942,-2-79-1456,-16-165-1920,3 0 0,20 90 0,-22-138 0,0 1 0,-3 0 0,1 34 0,-3-59 0,0 0 0,0 0 0,0 0 0,1 0 0,-1 0 0,1 0 0,0 0 0,-1 0 0,1 0 0,0 0 0,2 2 0,1-3-598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56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2086 4530,'0'0'9476,"6"8"-3106,4-4-5875,37-4-33,1-2 0,-1-2 1,79-18-1,407-70 1641,-178 37-1565,910-202-114,-134 74 75,-698 133-370,333-28 350,178-15 314,218-11-860,39 42 326,-550 48-285,549-39 1250,-413-14-944,-181 18-187,565-91-484,-621 69 566,-35 7-146,-16 25 294,-465 40-158,-26 0-44,0-1 0,0 0 1,0 0-1,0 0 0,0-1 1,11-3-1,-7 2 168,0 0 0,0 0 1,1 2-1,-1 0 0,24 2 0,4 0 145,-15-1-434,-18 0 0,0 0 0,0-1 0,1 0 0,-1 0 0,0-1 0,0 0 0,12-3 0,-19 3 0,0-1 0,0 0 0,-1 1 0,1-1 0,0 1 0,-1-1 0,1 1 0,-1-1 0,1 1 0,-1-1 0,0 1 0,1-1 0,-1 1 0,0-1 0,0 1 0,0 0 0,-2-2 0,2 2 0,-23-59 0,17 37 0,-13-50 0,16 54 0,0 0 0,-11-26 0,3 13 0,1 0 0,2-1 0,2 0 0,1-1 0,1 1 0,2-1 0,2-58 0,0 97 0,1 0 0,0-1 0,0 1 0,0 0 0,1 0 0,-1-1 0,1 1 0,1 0 0,-1-1 0,0 1 0,1-1 0,0 1 0,0-1 0,1 0 0,-1 0 0,1 0 0,4 5 0,-6-4 0,-1 0 0,1 0 0,-1 0 0,0 1 0,0-1 0,0 0 0,-1 1 0,0 4 0,-2-3 0,1 0 0,-1 0 0,0 0 0,-1-1 0,0 1 0,0-1 0,0 0 0,-8 8 0,-45 43 0,9-21 0,38-30 0,1 1 0,-1 0 0,1 0 0,0 1 0,1 1 0,-1-1 0,-11 19 0,12-14 0,47-58 0,-14 15 0,-1-2 0,-2 0 0,-1-2 0,31-67 0,-50 95 0,15-18 0,-15 22 0,4 2 0,-5 0 0,1 1 0,0 0 0,0 0 0,0-1 0,-1 1 0,1 0 0,0 1 0,-1-1 0,1 0 0,-1 0 0,1 1 0,-1-1 0,0 1 0,0-1 0,1 1 0,-1-1 0,0 1 0,-1 0 0,1 0 0,1 3 0,0-1 0,10 12 0,0 1 0,2-2 0,-1 0 0,2 0 0,0-1 0,1-1 0,0-1 0,0 0 0,2-1 0,-1-1 0,2 0 0,-1-1 0,31 9 0,-48-17 0,1-1 0,0 1 0,-1 0 0,1 0 0,-1 0 0,0 0 0,1 0 0,-1 0 0,0 1 0,1-1 0,-1 0 0,0 1 0,0-1 0,0 1 0,0-1 0,-1 1 0,1-1 0,0 1 0,-1 0 0,2 2 0,2 34 0,2-28-745,-6-10 669,0 0-1,0 0 1,0 0-1,0 0 1,0 0-1,1 0 1,-1 1 0,0-1-1,0 0 1,0 0-1,0 0 1,0 0-1,0 0 1,1 0-1,-1 0 1,0 0 0,0 0-1,0 0 1,0 0-1,0 0 1,0 1-1,0-1 1,0 0 0,0 0-1,1 0 1,-1 0-1,0 0 1,0 0-1,0 1 1,0-1-1,0 0 1,0 0 0,0 0-1,0 0 1,0 0-1,0 0 1,0 1-1,0-1 1,0 0-1,0 0 1,0 0 0,0 0-1,0 0 1,0 1-1,0-1 1,0 0-1,0 0 1,0 0-1,0 0 1,-1 0 0,1 0-1,0 1 1,0-1-1,0 0 1,0 0-1,0 0 1,0 0-1,0 0 1,0 0 0,0 0-1,-1 0 1,1 0-1,0 1 1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28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13030,'0'0'4242,"6"135"-9685,22-112-2832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12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23 2897,'0'0'4885,"-3"16"8837,3-11-11254,31-10-1930,-3-4-494,-1 1 1,1 1-1,1 2 1,-1 1-1,55-2 1,-82 7-35,1 0 0,-1 0 1,1 0-1,-1-1 0,0 1 1,1 0-1,-1 1 0,0-1 0,0 0 1,0 0-1,0 0 0,0 1 1,0-1-1,0 1 0,0-1 1,-1 0-1,1 1 0,0 0 0,-1-1 1,1 1-1,-1-1 0,0 1 1,1 0-1,-1-1 0,0 1 1,0-1-1,0 4 0,0-1 24,1 0-1,-1 1 1,0-1-1,0 0 0,0 0 1,-1 1-1,0-1 1,1 0-1,-1 0 1,-3 8-1,-2-5 80,0 0 0,0 0 0,0-1 0,-1 0 0,0 0 1,0 0-1,-12 6 0,-62 32 737,73-40-786,165 1-984,-150-5 878,0-1-22,0 1-1,0 0 1,-1 1 0,1 0 0,0 0 0,11 3-1,-16-3 62,0 0-1,0 0 0,0 0 1,-1 1-1,1-1 0,-1 0 1,1 1-1,-1-1 0,1 1 0,-1-1 1,0 1-1,1 0 0,-1-1 1,0 1-1,0 0 0,-1 0 1,1 0-1,0 0 0,0 0 1,-1 0-1,0 0 0,1 0 1,-1 0-1,0 0 0,0 0 0,0 0 1,0 3-1,0 6 6,0-5 26,0 0 1,0 0-1,0-1 0,-1 1 0,0 0 0,-2 7 1,2-10 5,0-1 0,-1 1 1,1-1-1,-1 1 1,0-1-1,1 0 0,-1 0 1,0 0-1,0 0 1,0 0-1,0 0 0,-1-1 1,1 1-1,0-1 1,-1 0-1,-4 3 0,-4 0 142,-1 0-1,1-1 0,-1 0 0,0 0 0,0-1 0,-19 0 0,-78-3 1489,45-1-146,52 2-562,1 0-2176,24 23-13091,-12-14 7545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15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46 4162,'0'0'18491,"0"48"-16007,-4-47-2284,1 0 0,-1 0 0,0 0 0,0 0 0,0-1 0,0 0 0,0 0 1,0 0-1,0 0 0,0 0 0,-7-3 0,10 2-175,-1-1 0,1 0 1,0 0-1,0 0 0,0 0 0,0 0 1,1 0-1,-1 0 0,1 0 0,-1 0 1,1 0-1,0-1 0,-1 1 1,1 0-1,0 0 0,0 0 0,1-1 1,0-2-1,-1 3-27,0 0 0,0 0 1,1 0-1,-1 1 0,0-1 0,1 0 1,-1 1-1,1-1 0,0 0 1,0 1-1,0-1 0,0 1 0,0-1 1,0 1-1,0-1 0,0 1 0,0 0 1,1-1-1,-1 1 0,0 0 1,1 0-1,2-2 0,7 1-9,0 1 0,-1 0 0,21 0 0,-20 1 20,-10 1 4,1-1 0,-1 0 0,0 1 0,0-1 0,1 1 0,-1-1-1,0 1 1,0-1 0,1 1 0,-1 0 0,0 0 0,0-1-1,0 1 1,0 0 0,0 0 0,0 0 0,0 0 0,0 0-1,-1 1 1,1-1 0,0 0 0,-1 0 0,1 0 0,-1 1-1,1-1 1,-1 0 0,1 1 0,-1-1 0,0 0 0,0 1-1,0-1 1,0 2 0,2 52 641,-3-41-371,1-12-224,-1 1-1,0 0 1,0-1-1,1 1 0,-1-1 1,-1 0-1,1 1 1,0-1-1,-1 0 1,1 1-1,-1-1 1,0 0-1,1 0 1,-1 0-1,0-1 1,0 1-1,0 0 1,-1-1-1,1 1 1,0-1-1,-1 0 0,-3 2 1,4-2-45,1 0 0,-1 0 1,1-1-1,-1 1 0,1 0 0,-1-1 1,1 1-1,-1-1 0,0 0 0,1 0 0,-1 1 1,0-1-1,1 0 0,-1 0 0,0-1 1,0 1-1,1 0 0,-1 0 0,1-1 0,-1 1 1,0-1-1,1 0 0,-1 1 0,1-1 1,-1 0-1,1 0 0,0 0 0,-1 0 0,1 0 1,0 0-1,-1 0 0,1-1 0,0 1 1,0 0-1,-1-2 0,-1-4-9,1 1-1,0-1 1,0 1-1,0-1 1,0 0-1,1 0 1,0 0 0,1 0-1,0 0 1,0 0-1,0 0 1,2-7-1,-1 11-14,-1 1-1,1-1 1,0 0-1,0 1 0,0-1 1,0 1-1,0-1 1,1 1-1,-1 0 0,1-1 1,-1 1-1,1 0 0,0 0 1,0 0-1,0 0 1,0 1-1,0-1 0,1 0 1,-1 1-1,0 0 1,1-1-1,-1 1 0,1 0 1,0 0-1,-1 0 0,1 1 1,0-1-1,-1 1 1,1-1-1,0 1 0,-1 0 1,4 0-1,-4 0 16,1 0 0,-1 1 0,0-1 0,0 1-1,0-1 1,0 1 0,0-1 0,-1 1 0,1 0 0,0 0 0,0 0-1,0 0 1,-1 0 0,1 1 0,0-1 0,-1 0 0,1 1-1,-1-1 1,0 1 0,1-1 0,-1 1 0,0 0 0,0 0 0,0-1-1,0 1 1,-1 0 0,2 4 0,1 1 86,-1 1 0,-1 0 1,1 0-1,-1 1 0,0 14 0,-2-21-69,1 0 1,-1 0-1,1 0 0,-1 0 1,0-1-1,0 1 0,0 0 1,0 0-1,0-1 0,0 1 0,0-1 1,-1 1-1,1-1 0,0 1 1,-1-1-1,1 0 0,-1 0 1,0 1-1,1-1 0,-1 0 0,0-1 1,0 1-1,1 0 0,-1 0 1,0-1-1,0 1 0,0-1 1,0 0-1,-3 1 0,-3 0 56,0 0 0,0 0 0,0 0-1,0-1 1,0 0 0,-9-2 0,15 1-83,0 0 1,-1 0-1,1-1 0,0 1 0,0-1 1,0 1-1,0-1 0,1 0 1,-1 0-1,0 0 0,1 0 0,-1 0 1,1 0-1,0 0 0,0-1 0,0 1 1,0 0-1,0-1 0,0 1 1,0-1-1,1 1 0,-1-1 0,1 1 1,0-5-1,-1 4-2,1 0-1,-1-1 1,1 1 0,0 0-1,0-1 1,0 1 0,0 0 0,1-1-1,-1 1 1,1 0 0,0 0-1,0-1 1,0 1 0,0 0-1,1 0 1,-1 0 0,1 0 0,0 1-1,2-4 1,-3 4 9,1 1 1,-1 0 0,0 0-1,1 0 1,-1 0-1,1 1 1,-1-1-1,1 0 1,0 0 0,-1 1-1,1-1 1,0 1-1,-1 0 1,1-1-1,0 1 1,-1 0 0,1 0-1,0 0 1,0 0-1,-1 0 1,1 1-1,0-1 1,-1 1-1,1-1 1,0 1 0,-1-1-1,1 1 1,-1 0-1,1 0 1,-1-1-1,1 1 1,-1 0 0,1 1-1,-1-1 1,0 0-1,0 0 1,1 0-1,-1 1 1,0-1 0,0 1-1,-1-1 1,1 1-1,0-1 1,0 1-1,0 2 1,3 3 13,-1 1 0,0 1 1,0-1-1,-1 0 0,0 1 0,0-1 1,-1 1-1,0 8 0,-1-16-16,0 0 0,-1 0 0,1 0 0,0 0 0,-1 0 0,1 0 0,0 0 0,-1 0 0,0 0 0,1 0 0,-1 0 0,1 0 0,-1-1 0,0 1 0,1 0 0,-1-1 0,0 1 0,0 0 0,0-1 0,0 1 0,1-1 0,-1 1 0,0-1 0,0 1 0,0-1 0,0 0 0,0 0 0,0 1 0,0-1 0,0 0 0,0 0 0,0 0 0,0 0 0,0 0 0,0 0 0,0 0 0,0-1 0,-2 1 0,2 0 0,0 0 0,-1-1 0,1 1 0,0 0 0,-1-1 0,1 1 0,0-1 0,-1 1 0,1-1 0,0 0 0,0 1 0,0-1 0,-1 0 0,1 0 0,0 0 0,0 0 0,0 0 0,0 0 0,0 0 0,1 0 0,-1 0 0,0 0 0,1-1 0,-1 1 0,0 0 0,1 0 0,-1-1 0,1 1 0,0 0 0,-1-1 0,1 1 0,0-2 0,0-10 0,-1 8 0,1 1 0,0-1 0,0 0 0,1 1 0,-1-1 0,1 1 0,0-1 0,0 1 0,3-7 0,-3 10 0,1-1 0,-1 0 0,1 0 0,-1 0 0,1 1 0,0-1 0,0 1 0,0 0 0,0-1 0,0 1 0,0 0 0,0 0 0,1 0 0,-1 0 0,0 1 0,0-1 0,1 1 0,-1-1 0,1 1 0,-1 0 0,0 0 0,1 0 0,-1 0 0,3 0 0,-3 1 0,-1-1 0,1 1 0,-1 0 0,1-1 0,-1 1 0,1 0 0,-1 0 0,0 0 0,1 0 0,-1 0 0,0 0 0,0 0 0,0 0 0,1 1 0,-1-1 0,-1 0 0,1 1 0,0-1 0,0 0 0,0 1 0,-1-1 0,1 1 0,-1 0 0,1-1 0,-1 1 0,0-1 0,1 1 0,-1 2 0,5 49 0,-5-52-125,0 0 0,0-1 0,0 1 0,0-1-1,0 1 1,0-1 0,0 1 0,0 0 0,-1-1 0,1 1 0,0-1 0,0 1 0,0-1-1,-1 1 1,1-1 0,0 1 0,-1-1 0,1 1 0,0-1 0,-1 1 0,1-1 0,0 0-1,-1 1 1,1-1 0,-1 0 0,1 1 0,-1-1 0,1 0 0,-1 1 0,1-1-1,-1 0 1,1 0 0,-1 0 0,0 0 0,1 1 0,-1-1 0,1 0 0,-1 0 0,1 0-1,-1 0 1,0 0 0,1 0 0,-1-1 0,1 1 0,-1 0 0,1 0 0,-1 0 0,1 0-1,-2-1 1,-32 4-6716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35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0 278 5763,'0'0'14227,"29"0"-13418,74-5-542,0-5-1,110-26 1,31-3-203,106-15 131,-39 23 198,78-13-95,-153-1 142,-218 43-239,0 1 0,34 2 1,-39 1-5,0-2 1,0 0 0,0 0 0,0-1-1,0-1 1,18-4 1406,15 1 978,-45 5-2155,-30 0-1256,17 0-3148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36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1 272,'0'0'8940,"-4"0"-7819,-12 3 863,15 4 4069,25 17 5591,-6-9-13664,4 4 2545,1-2 0,0-1 0,2-1 0,0-1 0,0-1 0,29 10 0,-43-18-377,-10-5-141,-1 0 0,1 0 0,-1 0 0,0 0 0,1 1 0,-1-1 0,1 0 0,-1 0-1,0 0 1,1 0 0,-1 0 0,0 1 0,1-1 0,-1 0 0,0 0 0,1 0 0,-1 1 0,0-1 0,1 0 0,-1 0-1,0 1 1,0-1 0,1 0 0,-1 1 0,0-1 0,0 0 0,0 1 0,1-1 0,-1 1 0,0-1 0,0 0-1,0 1 1,0-1 0,0 0 0,0 1 0,0-1 0,0 1 0,0 0 0,-15 8 445,-7 3-224,6 3-228,1 0 0,0 1 0,1 0 0,-14 21 0,16-19 0,-2 0 0,-1-1 0,-29 27 0,39-41 0,2 0 0,-1 0 0,0 0 0,1 0 0,-1 0 0,1 1 0,0-1 0,0 1 0,0 0 0,1 0 0,-1 0 0,1 1 0,0-1 0,0 0 0,-1 6 0,10-8-1918,5-2-5478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25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18 497 576,'0'0'6150,"-13"-16"6989,11 105-10593,0-29-1540,7 78-1,7-45-355,-2-23 203,1 85 0,-11-153-837,0 0 0,0 0 1,0 0-1,1 0 1,-1 0-1,1 0 1,-1-1-1,1 1 0,0 0 1,-1 0-1,1 0 1,0-1-1,0 1 1,0-1-1,1 1 1,-1-1-1,0 1 0,1-1 1,-1 0-1,0 1 1,1-1-1,0 0 1,-1 0-1,4 1 0,-4 1 22,-1 0-1,1 0 0,-1-1 0,0 1 1,1 0-1,-1 0 0,0 0 0,-1 0 1,0 4-1,1-4-15,0 10-23,-1-10-1,1 0-1,0 1 1,0-1 0,0 0-1,0 1 1,0-1 0,1 1-1,0-1 1,0 0 0,0 0-1,2 5 1,18 19 282,-20-26-252,0 0 0,0 0-1,0 0 1,0 0 0,0 0 0,1 0-1,-1 0 1,0 0 0,1-1 0,-1 1-1,0 0 1,1-1 0,-1 1-1,1-1 1,-1 0 0,1 1 0,-1-1-1,1 0 1,-1 0 0,1 0 0,-1 0-1,1 0 1,2-1 0,54 1-5,-43-1 259,282-9 164,-222 6-169,-35 2-166,259-7 341,-29-2-334,-141 13-77,129-4 0,-12-23-89,-214 20 64,200-33 37,-124 17-10,136-8 0,-203 25-4,57-12 1,26-4 25,-98 16 210,-25 4-115,20-3-48,-18 3-94,1 0 0,-1 0 1,0-1-1,0 1 0,0-1 1,0 0-1,0 0 0,-1 0 1,1-1-1,0 1 0,0 0 0,-1-1 1,1 0-1,3-3 0,6-1 524,-11 6-200,-8-33 178,7-494-520,-2 485 0,-3 0 0,-12-55 0,6 41 0,3 19 0,5 25 0,0-1 0,1 1 0,-1-23 0,-4-73 0,8 107 0,-1 1 0,0-1 0,0 0 0,0 0 0,0 1 0,0-1 0,0 0 0,-1 1 0,1-1 0,0 1 0,0-1 0,0 0 0,-1 1 0,1-1 0,0 0 0,0 1 0,-1-1 0,1 1 0,-1-1 0,1 1 0,0-1 0,-1 1 0,1-1 0,-1 1 0,0-1 0,1 1 0,-1 0 0,1-1 0,-1 1 0,1 0 0,-1-1 0,0 1 0,1 0 0,-1 0 0,0 0 0,1 0 0,-1-1 0,0 1 0,1 0 0,-1 0 0,0 0 0,1 0 0,-1 1 0,0-1 0,0 0 0,-33 12 0,25-8 0,-62 25 0,-2-3 0,-108 22 0,-240 17 0,64-12 0,132-11 0,-158 26 0,-3-31 0,278-30 0,-163 32 0,182-24 0,56-4 0,31 12-4421,-10 4-4465,11-12-313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0:31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5603,'0'0'6146,"54"-38"-4465,-47 38-2609,6 0-3554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4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1 660 16872,'0'0'11506,"21"-20"-10423,71-68-271,-70 63-668,0 0 0,-2-1 0,0-1 0,30-59 0,-20 32-51,32-64-84,17-30-50,-77 146 42,-1-1 11,0 1 1,1-1 0,-1 0 0,1 1-1,0-1 1,0 1 0,0 0 0,0-1-1,0 1 1,0 0 0,1 0 0,-1 1-1,1-1 1,-1 0 0,1 1 0,0-1-1,0 1 1,5-2 0,-7 22 715,-1 8-633,0 20 136,8 73 0,-6-106-212,1 1-1,0-1 1,1 0-1,1 0 1,0-1-1,0 1 1,2-1-1,0 0 1,12 17-1,-18-29-18,0 1 0,0 0 0,0-1 0,1 0 0,-1 1 0,1-1 0,-1 0 0,1 1 0,-1-1 0,1 0 0,0 0 0,0 0 0,-1-1 0,1 1 0,0 0 0,0-1 0,0 1 0,0-1 0,0 0 0,0 1 0,0-1 0,0 0 0,0 0 0,0 0 0,0 0 0,0-1 0,-1 1 0,1-1 0,0 1 0,0-1 0,0 1 0,0-1 0,0 0 0,-1 0 0,4-2 0,5-4 0,0-1 0,-1 1 0,1-2 0,13-15 0,-7 7 0,225-220 0,-235 230 0,2 0 0,-7 17 0,-1-1 0,-1 64 0,-2-49 0,2 0 0,1 0 0,1 0 0,1 0 0,1 0 0,1-1 0,1 1 0,1-1 0,12 29 0,-13-41-638,11 20-6057,-16-30 6330,1 0 0,0-1 0,0 1 0,-1 0 0,1 0 0,0 0 0,0-1 0,0 1 0,0 0 0,0-1 0,0 1 0,0-1 0,0 1 0,0-1 0,0 0 0,0 1 0,1-1 0,-1 0 0,0 0 0,0 0 0,0 1-1,0-1 1,1-1 0,-1 1 0,2 0 0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4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13862,'0'0'15896,"128"29"-14536,-94-20-479,0 0-721,0-4-160,-14-3-128,1-2-1057,-1 0-928,0 0-1264,0-2-2658,1-10-4434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4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501 1 11685,'0'0'14567,"-135"65"-11574,94-24-576,-6 6-1312,-1 5-1105,8-2 0,-1-1 0,0-1 0,14-10 0,-7-2-112,7-9-4130,7-11-3281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5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374 242 1024,'0'0'15130,"-19"2"-10048,9-1-4587,-1-1 225,0 1-1,1 1 0,-1 0 1,0 0-1,1 1 0,-1 0 1,1 1-1,0 0 0,0 0 1,0 2-1,-15 10 0,5 0-487,2 0-1,0 2 1,1 0 0,1 1-1,1 1 1,0 0-1,1 1 1,-11 25 0,17-30-206,0 1 1,2 1-1,0-1 1,1 1 0,1 0-1,0 0 1,2 1-1,0-1 1,1 0 0,1 1-1,3 29 1,-2-44-27,0 1 0,0-1 0,0 1 0,1-1 0,0 0 0,0 1 0,0-1 0,0 0 0,1 0 0,-1-1 0,1 1 0,0 0 0,0-1 0,0 0 0,1 1 0,-1-1 0,1-1 0,0 1 0,0 0 0,0-1 0,0 0 0,0 0 0,1 0 0,-1-1 0,0 1 0,1-1 0,-1 0 0,9 1 0,-2-1 0,0 0 0,0 0 0,0-1 0,1-1 0,-1 0 0,0 0 0,0-1 0,0 0 0,0-1 0,-1 0 0,14-7 0,-7 2-87,-1-2 1,-1 0-1,1-1 1,-2-1-1,0 0 0,0 0 1,-1-2-1,-1 0 1,0 0-1,-1-1 0,0 0 1,15-31-1,-14 21-48,-1-1 1,0 0-1,-2-1 0,-2 0 1,0 0-1,-2-1 0,4-55 0,-7 51 162,0-12 29,-1 0 0,-8-67 0,6 106 4,0-1-1,0 1 1,-1-1 0,0 1-1,0 0 1,0 0-1,-1 0 1,1 0 0,-1 0-1,-1 0 1,1 1 0,-1-1-1,1 1 1,-1 0-1,0 0 1,-1 1 0,1-1-1,-1 1 1,1 0 0,-7-4-1,6 6-48,1-1 1,-1 1-1,1-1 0,-1 1 1,0 0-1,1 1 0,-1-1 0,0 1 1,1 0-1,-1 0 0,0 1 0,0-1 1,1 1-1,-1 0 0,1 0 1,-1 1-1,1-1 0,-1 1 0,1 0 1,0 0-1,0 0 0,0 1 1,0 0-1,-5 4 0,-2 3-493,1 0 0,0 1 0,0 0 0,2 1 0,-1 0 0,-9 19 0,-20 45-7832,17-35 132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5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12134,'0'0'19144,"129"142"-17655,-88-115-1489,-1 0 0,1-4 0,-7-8 0,-14-1 0,-6-7 0,-1-1 0,-6-6 0,0 0-1953,-1 0-2913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5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8836,'0'0'21994,"8"16"-20369,28 49-1313,-33-61-312,-1 0 0,1-1 0,0 1 0,0-1 0,0 0 0,0 0 0,1 0 0,-1 0 0,1-1 0,0 1 0,-1-1 0,1 0 0,0 0 0,1-1 0,-1 1 0,0-1 0,0 0 0,1 0 0,-1 0 0,0 0 0,1-1 0,-1 0 0,1 0 0,-1 0 0,1 0 0,-1-1 0,0 0 0,1 0 0,-1 0 0,0 0 0,0-1 0,1 1 0,-1-1 0,0 0 0,-1-1 0,1 1 0,0-1 0,-1 1 0,5-5 0,59-100 0,-66 114 0,0-1 0,1 1 0,0 0 0,0-1 0,0 1 0,1-1 0,0 0 0,4 7 0,5 13 0,-11-23-278,0-1 0,1 1-1,-1 0 1,1-1 0,0 1 0,-1-1 0,1 1 0,0-1-1,1 0 1,2 3 0,-4-4-157,1 1-1,0-1 1,0 0-1,-1 0 1,1 0 0,0 0-1,0-1 1,0 1-1,0 0 1,0-1 0,0 1-1,0-1 1,0 0-1,0 1 1,1-1 0,-1 0-1,0-1 1,0 1-1,0 0 1,0 0 0,0-1-1,0 1 1,0-1-1,3-1 1,9-10-10992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6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9764,'0'0'15047,"21"5"-13510,-4-1-1288,154 25 1959,-76-26-1656,-95-3-548,1 0 1,-1 0-1,1 0 0,-1-1 0,1 1 0,-1 0 0,1 0 0,-1 0 0,0-1 0,1 1 0,-1 0 0,1-1 0,-1 1 0,0 0 0,1-1 0,-1 1 0,0 0 0,1-1 0,-1 1 0,0-1 0,1 1 0,-1 0 1,0-1-1,0 1 0,0-1 0,0 1 0,1-1 0,-1 1 0,0-1 0,0 1 0,0-1 0,0 1 0,0-1 0,0 1 0,0-1 0,0 1 0,0-1 0,0 1 0,-1-1 0,1 1 0,0-1 0,0 1 0,0-1 0,-1 1 1,1-1-1,-1 0 0,1-1 2,-1 1 0,0-1 0,1 0 0,-1 0 0,0 0 0,0 0 0,-1 1 0,1-1 1,0 0-1,-1 1 0,1-1 0,-2-1 0,-12-3 222,1 0 1,-1 0-1,-1 1 1,1 1-1,-1 1 1,1 0-1,-1 1 1,0 1-1,0 0 1,-18 2-1,31-1-213,0 0-1,1 1 1,-1-1 0,0 1 0,0-1-1,0 1 1,0 0 0,0 0 0,1 0-1,-1 1 1,0-1 0,1 1-1,-1-1 1,1 1 0,0 0 0,0 0-1,-1 0 1,1 0 0,0 0 0,1 1-1,-1-1 1,0 0 0,1 1-1,-1 0 1,1-1 0,0 1 0,0 0-1,0-1 1,0 1 0,0 0-1,0 3 1,-2 12 15,0-1 1,2 1-1,0 0 0,2 20 0,-1-17-25,0-17-78,0-1 0,0 1-1,0-1 1,1 1 0,-1-1 0,1 1 0,0-1-1,0 1 1,0-1 0,1 0 0,-1 1 0,1-1-1,-1 0 1,1 0 0,0 0 0,1 0 0,-1-1-1,0 1 1,1 0 0,-1-1 0,1 0 0,0 0 0,0 0-1,0 0 1,0 0 0,7 3 0,1-2-751,1 1 0,-1-1 0,1-1 1,0 0-1,0-1 0,0 0 0,13-1 0,39 0-10970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30 5314,'0'0'14298,"-6"-5"-11697,-16-14-395,16 14 1236,6 15 310,0 18-2971,0-23-491,0-2-288,0 0 0,0 0 0,0 0 0,0 1 0,1-1 0,-1 0-1,1 0 1,0 0 0,0 0 0,0 0 0,0 0 0,1 0 0,-1 0 0,1-1-1,0 1 1,-1 0 0,1-1 0,1 0 0,-1 1 0,0-1 0,0 0 0,1 0 0,-1 0-1,1 0 1,0-1 0,0 1 0,-1-1 0,1 1 0,0-1 0,0 0 0,0 0-1,0 0 1,1-1 0,-1 1 0,0-1 0,0 0 0,0 1 0,0-2 0,1 1-1,-1 0 1,0-1 0,0 1 0,4-2 0,-2 0-35,-1-1 0,1 0 0,-1 0 1,0 0-1,1 0 0,-1-1 0,-1 1 0,1-1 0,0 0 1,-1 0-1,0-1 0,5-8 0,10-11-202,-4 5 281,-4 9 331,0 25-138,-6-7-703,0-1 0,0 1-1,0-1 1,1 0 0,0 0 0,1-1 0,8 9-1,-8-11-380,-1 1-1,1-2 1,0 1-1,0 0 1,0-1-1,0 0 0,1-1 1,-1 1-1,1-1 1,-1-1-1,1 1 1,0-1-1,0 0 1,0 0-1,8-1 0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7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95 7571,'0'0'14268,"23"0"-12064,164 0 1403,-186 0-3602,-1 0 1,1 0-1,0 0 1,0 0-1,0 0 1,0 0-1,0 0 1,0 0-1,0-1 1,-1 1-1,1 0 1,0 0-1,0-1 1,0 1-1,-1-1 0,1 1 1,0-1-1,0 1 1,-1-1-1,1 1 1,0-1-1,-1 0 1,1 1-1,-1-1 1,1 0-1,-1 0 1,1 1-1,-1-1 1,0 0-1,1 0 1,-1 0-1,0 0 0,1 1 1,-1-1-1,0 0 1,0 0-1,0 0 1,0 0-1,0 0 1,0 0-1,0 1 1,0-1-1,0 0 1,0 0-1,-1 0 1,1 0-1,0 0 0,-1 1 1,1-2-1,-1-1 9,0 0-1,-1 0 0,1 0 0,0 0 1,-1 1-1,0-1 0,1 1 0,-1-1 1,0 1-1,0-1 0,-1 1 0,1 0 1,-5-3-1,-4 0 271,-1 0 0,1 2 1,-1-1-1,0 2 0,0 0 0,0 0 0,0 1 1,0 0-1,-1 1 0,1 0 0,0 1 1,-15 3-1,25-3-259,0 0 0,0 1 0,0-1 0,0 0 0,0 1 0,0 0 0,0-1 0,0 1 0,0 0 0,1 0 0,-1 0 0,1 0 0,-1 0 0,1 0 0,0 0 0,0 0 0,0 1 0,0-1 0,0 0 0,0 1 0,1-1 0,-1 1 0,1-1 0,0 1 1,-1-1-1,1 3 0,0 0-6,0-1 0,0 1 0,0-1 0,0 1 0,1-1 1,0 1-1,0-1 0,0 1 0,0-1 0,1 0 0,0 0 1,-1 0-1,1 0 0,5 6 0,-2-4-302,1 0 0,0 0 0,1-1 0,-1 0 1,1 0-1,0 0 0,10 4 0,-6-4-729,1-1 1,0 0 0,0 0-1,0-1 1,0 0 0,1-1-1,15 0 1,20-1-7684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8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206 247 12630,'0'0'16205,"-22"16"-14151,-66 52-750,82-63-1252,1 0-1,-1 0 1,1 0-1,0 1 1,1-1-1,-1 1 1,1 1-1,0-1 1,1 0-1,-6 13 0,-2 4-43,2-4-97,-4 3-397,12-23 463,1 0-1,-1 0 0,0 1 1,1-1-1,-1 0 0,1 0 1,0 0-1,-1 0 0,1 0 1,-1 0-1,1 0 1,0 0-1,0 0 0,0 0 1,0 0-1,0 0 0,0 0 1,0 0-1,0 0 0,0 0 1,0 0-1,0 0 0,0 0 1,1-1-1,-1-11-107,-1 1-1,2 0 1,0 0 0,0 0 0,1 0-1,1 0 1,0 0 0,0 0-1,1 1 1,1-1 0,0 1-1,0 0 1,1 1 0,0-1-1,1 1 1,1 0 0,9-10-1,-11 14 78,-3 2 54,1-1 0,0 1 0,0 0 0,0 0 0,1 1-1,-1-1 1,1 1 0,0 0 0,0 0 0,0 1 0,0-1 0,1 1 0,-1 0 0,1 0 0,-1 1-1,9-1 1,-13 2 49,0 0 0,0 0 0,0 1 0,0-1 0,0 1 0,-1-1 0,1 1 0,0-1 0,0 1 0,0 0 0,0-1 0,-1 1 0,1 0 0,0-1 0,-1 1 0,1 0 0,-1 0 0,1 0 0,0 0 0,-1 0 0,0-1 0,1 1 0,-1 2 0,11 30 707,-6-19-388,6 23-122,-1-6 110,24 55-1,-30-77-328,0-1 1,1 0-1,0 0 1,1-1-1,0 1 0,0-1 1,0-1-1,1 1 1,0-1-1,0 0 1,10 6-1,-16-11-27,0 0 0,1-1 0,-1 1 0,0 0 0,1-1 0,-1 1 0,1-1 0,-1 1 0,0-1 0,1 0 0,-1 0 0,1 0 0,-1 1 0,1-1 0,-1-1 0,1 1 0,-1 0 0,1 0 0,-1 0 0,1-1 0,-1 1 0,0-1 0,3 0 0,-2-1 0,1 0 0,-1 0 0,0 0 0,0 0 0,0 0 0,-1 0 0,1 0 0,0-1 0,-1 1 0,1-1 0,1-4 0,2-7 0,0 0 0,-1 0 0,3-25 0,-7 38 0,53-349 0,-48 328 0,-4 34 0,-6 38 0,2-24-2815,0 0-1,3 43 1,0-43 216,0 7-5565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8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99 864,'0'0'21696,"-21"-6"-17601,-63-16-1574,80 20-2433,0 1-1,0 0 1,0 0-1,0 0 1,-1 1-1,1 0 1,0 0-1,0 0 1,0 0-1,0 0 1,-1 1-1,1 0 1,0 0-1,0 0 1,0 0-1,0 1 1,1-1 0,-1 1-1,0 0 1,1 0-1,-1 0 1,1 1-1,-1-1 1,1 1-1,-4 5 1,3-3 13,1 1 0,-1 0 0,2-1 0,-1 1 1,1 0-1,-1 1 0,2-1 0,-1 0 0,1 0 0,0 1 1,0-1-1,1 13 0,0-18-105,0 0 0,0 0-1,0-1 1,0 1 0,1 0 0,-1 0-1,0-1 1,0 1 0,1 0 0,-1-1-1,1 1 1,-1 0 0,1-1 0,-1 1-1,1-1 1,-1 1 0,1-1 0,-1 1 0,1-1-1,-1 1 1,1-1 0,0 0 0,-1 1-1,1-1 1,0 0 0,1 1 0,28 4-265,27-10-282,-50 2 514,1-1 0,-1 1 0,0-1 0,-1-1 0,1 0 0,-1 0 1,0 0-1,0 0 0,-1-1 0,1 0 0,-1 0 0,7-12 0,-5 7 64,0 0-1,-1 0 1,0-1 0,0 0-1,-1-1 1,6-23 0,-10 16-797,-1 20 714,0-1-1,0 1 1,0 0 0,0 0 0,0 0 0,0 0 0,0 0 0,0 0 0,0 0 0,0 0 0,0 0 0,0-1 0,-1 1 0,1 0 0,0 0 0,0 0 0,0 0 0,0 0 0,0 0 0,0 0 0,0 0 0,0 0 0,0 0 0,-1 0-1,1 0 1,0 0 0,0 0 0,0 0 0,0 0 0,0 0 0,0 0 0,0 0 0,0 0 0,-1 0 0,1 0 0,0 0 0,0 0 0,0 0 0,0 0 0,0 0 0,0 0 0,0 0 0,0 0 0,0 0 0,-1 0 0,1 0 0,0 0-1,0 0 1,0 0 0,0 0 0,0 0 0,0 1 0,0-1 0,0 0 0,0 0 0,0 0 0,0 0 0,0 0 0,0 0 0,0 0 0,0 0 0,-1 0 0,1 1 0,0-1 0,0 0 0,0 0 0,-1 3-930,0-1 0,-1 1 0,1 0 0,0-1 0,1 1 0,-1 0 1,0 0-1,1 0 0,-1 0 0,1 3 0,0 11-7661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9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326 626 10997,'0'0'19428,"-18"-16"-17838,-61-47-931,73 60-655,0 0-1,1 0 1,-1 1 0,0 0 0,-1 0 0,1 1 0,0-1 0,0 1 0,-1 1 0,1-1-1,-1 1 1,1 0 0,0 0 0,-1 1 0,1 0 0,0 0 0,-1 1 0,1-1 0,0 1-1,0 1 1,0-1 0,0 1 0,-6 4 0,7-4-4,-1 1 0,1 0 0,0 0 0,0 0 0,0 0 0,1 1 0,0 0 0,0 0 0,0 0 0,0 1 0,1-1 0,0 1 0,0-1 0,0 1 0,1 0 0,0 1 0,0-1 0,0 0 0,1 0 0,0 1 0,0-1 0,1 11 0,0-16-3,1 0 1,-1 0-1,1 0 0,0 0 1,0 0-1,-1-1 0,1 1 1,0 0-1,0 0 0,0 0 0,0-1 1,0 1-1,0-1 0,0 1 1,0 0-1,0-1 0,0 0 1,0 1-1,0-1 0,0 0 1,1 1-1,-1-1 0,0 0 1,0 0-1,0 0 0,0 0 0,1 0 1,-1 0-1,0-1 0,0 1 1,0 0-1,2-1 0,46-9-290,-23-2-122,0-1-1,-1-2 0,-1 0 0,0-1 1,34-32-1,-14 7-260,67-80-1,-83 87 762,-1-1 0,-2-1 0,-2-1 0,-1-1 0,-2 0 0,28-77 0,-46 107 369,0-1-1,0 1 1,-1-1 0,1-16-1,-2 24-430,0 1-1,0-1 1,0 1-1,0-1 1,0 1-1,0 0 1,0-1-1,0 1 1,0-1-1,-1 1 1,1-1-1,0 1 1,0 0-1,0-1 1,0 1-1,-1 0 1,1-1-1,0 1 1,0 0-1,-1-1 1,1 1-1,0 0 1,-1-1-1,1 1 1,0 0-1,-1 0 1,1-1-1,-1 1 1,1 0-1,0 0 1,-1 0-1,1 0 1,-1-1-1,1 1 1,0 0-1,-1 0 1,1 0-1,-1 0 1,1 0-1,-1 0 1,1 0-1,0 0 1,-1 0-1,1 0 1,-1 1-1,-13 4 309,3 2-331,2 2 0,-1-1 0,1 1 0,0 1 0,1 0 0,0 0 0,0 1 0,1-1 0,1 2 0,-10 20 0,1 2 0,1 0 0,2 1 0,2 1 0,-11 59 0,13-30 0,-1 115 0,9-177-425,0 0 0,1 1 0,-1-1 0,1 0 0,0 0 0,0 1 0,0-1 0,0 0 0,3 4 0,-4-6 231,0-1-1,1 1 1,-1 0-1,1 0 1,-1-1-1,1 1 1,0-1-1,-1 1 1,1-1 0,0 1-1,-1-1 1,1 1-1,0-1 1,-1 1-1,1-1 1,0 0-1,0 1 1,0-1-1,-1 0 1,1 0 0,0 1-1,0-1 1,0 0-1,0 0 1,-1 0-1,1 0 1,0 0-1,0 0 1,0-1-1,0 1 1,-1 0 0,1 0-1,0-1 1,0 1-1,0 0 1,-1-1-1,1 1 1,0-1-1,-1 1 1,1-1-1,0 1 1,-1-1 0,2 0-1,10-12-10114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9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9524,'0'0'14711,"19"12"-13433,63 38-491,-73-46-677,1 0 0,-1 0 0,1-1 0,0 0 0,0-1 0,0 0 1,0 0-1,0-1 0,0-1 0,0 1 0,1-2 0,11-1 0,11 1-2,-30 1-92,0 0 0,0 0 0,0 0 0,0-1 0,-1 1-1,1-1 1,0 0 0,0 0 0,0 0 0,-1 0-1,1 0 1,-1 0 0,4-2 0,-5 2-5,0 0 0,0 0 0,0 0 0,0-1 0,0 1 0,0 0 0,0 0 0,-1 0 0,1-1 0,0 1 0,-1 0 1,1-1-1,-1 1 0,1 0 0,-1-1 0,0 1 0,0-1 0,1 1 0,-1-2 0,-1-1 39,1 1 0,-1-1 0,0 1 0,0 0 0,0 0 0,0-1 0,-1 1 1,1 0-1,-1 0 0,0 0 0,0 1 0,0-1 0,0 0 0,0 1 0,-1-1 0,1 1 0,-1 0 0,0-1 0,1 1 0,-4-1 0,0-1 32,0 0 0,0 1 0,0 0-1,0 0 1,0 0 0,-1 1 0,1 0-1,-1 0 1,0 0 0,1 1 0,-1 0-1,0 1 1,0 0 0,0 0 0,0 0-1,1 0 1,-1 1 0,0 1 0,0-1-1,1 1 1,-1 0 0,1 0 0,-1 1-1,1 0 1,0 0 0,0 0 0,0 1-1,1 0 1,-1 0 0,1 1 0,0-1-1,0 1 1,1 0 0,-1 1 0,1-1-1,0 1 1,0-1 0,1 1 0,0 0-1,0 1 1,-3 8 0,0 6-126,1 0 0,1 0-1,1 0 1,1 1 0,1-1 0,2 24 0,-1-42 17,0 1-255,0-1 0,0 1 0,0 0 1,1 0-1,0-1 0,0 1 0,0-1 0,0 1 1,0 0-1,1-1 0,-1 0 0,1 1 0,0-1 1,0 0-1,5 5 0,-5-5-418,1-1 1,0 0-1,0 1 0,0-1 1,0-1-1,0 1 0,0 0 0,0-1 1,1 1-1,5 0 0,25 1-10881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9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15 5587,'0'0'10874,"-22"-2"-6112,-10-3-3031,14 2-654,-1 1 1,0 0-1,1 2 1,-38 2-1,47 0-941,-1 0 1,1 1-1,-1 0 0,1 0 1,0 1-1,0 0 0,0 1 1,1 0-1,-1 0 0,1 1 1,1 0-1,-1 0 0,1 1 1,0 0-1,0 0 1,1 0-1,0 1 0,0 0 1,1 1-1,-7 15 0,0-2 60,2 1-1,1 0 0,0 1 1,2 0-1,1 1 0,1-1 1,-2 28-1,3-18-636,2 0-1,2 0 1,1 0 0,9 54 0,-9-78 159,1 0 0,1 0 0,0-1 0,0 1 0,1-1 0,0 0 0,0 0 0,1 0 0,0-1 1,1 0-1,0 0 0,0 0 0,1-1 0,0 1 0,0-2 0,1 1 0,0-1 0,0 0 0,0 0 1,11 4-1,28 5-8960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00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9893,'0'0'13230,"15"18"-11718,-6-9-1299,2 3 33,-1 0 0,0 1 0,-1 0 0,0 0 0,0 1 0,-2 0 0,0 1 0,0-1 0,5 21 0,3 33 664,-2 0 0,-3 1 0,-4 0-1,-2 1 1,-6 69 0,2-129-910,-1 0 0,0 0 0,0 0 0,-1 0 0,-1 0 0,1 0 0,-2-1 0,1 1 0,-1-1 0,-1 0 0,0 0 0,0 0 0,0-1 0,-1 0 0,-1 0 0,1 0 0,-1-1 0,-1 0 0,1 0 0,-1-1 0,0 0 0,-1 0 0,1-1 0,-1 0 0,0 0 0,0-1 0,-17 5 0,13-8-256,16-17-4162,36-40-7262,-7 17 213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00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12214,'0'0'20553,"21"61"-20553,-21-47 0,0-3 0,0 2 0,0 1 0,0 2 0,0 0-4194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00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0 13830,'0'0'3730,"-81"127"2337,40-64-144,1-4-3506,6-7-1617,-7-5-800,1-2 0,-8-6-1649,1-8-2753,-7-11-7891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4:03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1 160 4194,'0'0'15599,"10"-13"-13972,33-44-55,-40 53-1330,1 0 0,-1 1 1,1-1-1,0 1 0,0 0 0,0 0 0,1 0 1,-1 1-1,1 0 0,-1 0 0,1 0 0,0 0 1,10-2-1,6-2 243,-4-2-272,1 1 1,0 1-1,0 0 0,1 1 0,0 2 0,-1 0 0,1 0 1,0 2-1,24 1 0,-40 0-188,-1 1 0,1 0 1,0 0-1,0 0 0,-1 0 0,1 0 0,0 0 1,-1 1-1,1-1 0,-1 1 0,0 0 0,1 0 1,-1 0-1,0 0 0,0 0 0,0 0 1,-1 0-1,1 1 0,0-1 0,-1 1 0,0-1 1,1 1-1,-1 0 0,0-1 0,0 1 0,-1 0 1,1 0-1,0 4 0,2 10 195,-1 1 1,-1-1-1,-1 28 0,0-26-151,-2 10 182,-1 1 0,-2-1 0,0 0 0,-2 0 1,-2 0-1,-13 33 0,21-59-211,-3 6-20,1 0 0,1 1 0,-1-1 0,2 1 0,-1-1 0,1 1 0,1 0 0,0 0 0,0-1 0,1 1 0,3 15 0,-3-20-18,1 1 0,0-1 1,1 0-1,-1 0 0,1 0 0,0 0 0,0-1 0,0 1 1,1-1-1,0 0 0,0 0 0,0 0 0,0 0 1,0 0-1,1-1 0,0 0 0,-1 0 0,1-1 0,0 1 1,1-1-1,4 2 0,16 3-153,0-1 1,0-1-1,0-2 1,0-1-1,1 0 1,29-3-1,-24 0 109,-42 2 77,0 0 0,-1 1 0,1 0 0,0 0 0,0 1 0,0 1 0,0 0 1,1 0-1,-1 0 0,1 1 0,0 1 0,1 0 0,-1 0 0,1 0 1,-12 14-1,12-12 3,0 1 0,0 0 0,1 0 0,0 1 1,1 0-1,0 0 0,0 1 0,1 0 0,1 0 0,0 0 1,0 0-1,1 1 0,-3 22 0,5-25-38,0 1 0,1-1 0,0 1 0,1-1 0,0 1 0,0-1 0,1 0 0,0 1 0,1-1 0,0 0 0,0 0 0,1 0 0,0-1 0,1 1 0,-1-1 0,2 0 0,-1 0 0,1-1 0,0 0 0,1 0 0,0 0 0,0-1 0,0 0 0,10 6 0,-15-10 0,1 0 0,0-1 0,-1 2 0,1-1 0,-1 0 0,1 0 0,-1 1 0,0-1 0,0 1 0,0 0 0,0 0 0,-1 0 0,1 0 0,-1 0 0,0 0 0,0 0 0,0 0 0,0 0 0,0 0 0,-1 1 0,1 4 0,-2-4 0,0-1 0,0 0 0,-1 0 0,1 0 0,-1 0 0,0-1 0,0 1 0,0 0 0,0-1 0,0 1 0,-1-1 0,1 0 0,-1 0 0,1 0 0,-1 0 0,0 0 0,0-1 0,0 1 0,0-1 0,-6 3 0,-12 5 0,0-1 0,0 0 0,-1-2 0,0 0 0,0-2 0,-42 4 0,64-8-4,-1 0 0,1 0 0,0 0 0,-1 0-1,1 0 1,0 0 0,-1 0 0,1 0 0,0 0 0,0 0 0,-1 0 0,1 0 0,0 0-1,-1-1 1,1 1 0,0 0 0,0 0 0,-1 0 0,1 0 0,0-1 0,0 1 0,-1 0 0,1 0-1,0-1 1,0 1 0,0 0 0,-1 0 0,1-1 0,0 1 0,0 0 0,0-1 0,0 1-1,0 0 1,0-1 0,0 1 0,0 0 0,0 0 0,0-1 0,0 1 0,0 0 0,0-1-1,0 1 1,0 0 0,0-1 0,0 1 0,0 0 0,0-1 0,0 1 0,0 0 0,0 0 0,1-1-1,-1 1 1,0 0 0,0 0 0,0-1 0,1 1 0,-1 0 0,0 0 0,0-1 0,1 1-1,-1 0 1,0 0 0,28-18-5133,-18 13 825,10-6-8358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4:05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 3282,'0'0'15825,"-8"27"-13962,-135 425 3467,97-303-4422,-61 187-498,102-322-740,-19 61-281,18-24-4285,13-76-13395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4:06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1 4386,'0'0'18793,"-74"167"-15768,26-70-1152,1 18-112,6 5-337,-6-7-447,13-7-449,7-20-528,7-12 0,6-11-528,7-11-1217,-6-9-1392,6-13-1778,0-12-4001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4:06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231 125 6371,'1'-1'21432,"-7"-1"-20718,0 3-538,0 0-1,0 1 1,0 0-1,0 0 1,0 0-1,0 0 1,0 1-1,1 0 1,-1 1-1,1-1 1,0 1-1,0 0 1,0 0 0,1 0-1,-6 8 1,-5 5-33,0 0-1,2 1 1,-14 24 0,17-23-135,0 1-1,2 0 1,0 0-1,2 1 1,0 0-1,1 0 1,1 1-1,1-1 1,1 1-1,2 32 1,0-52-30,0 1 1,0-1-1,0 1 0,0 0 1,1-1-1,-1 1 1,1-1-1,0 1 0,0 0 1,0-1-1,0 0 1,0 1-1,0-1 0,1 0 1,-1 0-1,1 0 0,0 1 1,0-2-1,-1 1 1,1 0-1,0 0 0,5 2 1,-2-1-22,0-1 1,0 0 0,1 0-1,-1 0 1,1-1 0,-1 0 0,1 0-1,-1 0 1,1-1 0,8 0-1,0 0-6,1-2 0,0 0-1,-1 0 1,1-1-1,-1-1 1,0-1-1,24-10 1,-22 6 17,0 0 0,0-1 0,0-1 0,-2-1 1,1 0-1,-1-1 0,-1 0 0,-1-1 0,1-1 0,-2 0 0,0 0 0,-1-1 0,-1 0 1,0-1-1,-2 0 0,0-1 0,0 1 0,-2-1 0,0 0 0,-1-1 0,3-29 0,-7 39 74,0 1 0,-1 0 0,0 0 0,0 0 0,-1 0 0,0 0-1,0 0 1,0 1 0,-1-1 0,-1 1 0,1-1 0,-1 1 0,0 0 0,-1 1 0,0-1-1,0 1 1,0 0 0,-1 0 0,-10-9 0,7 8-1,-1 0 0,1 1 0,-1 0 1,0 1-1,0 0 0,0 1 0,-1 0 0,0 0 0,0 1 1,0 0-1,0 1 0,0 1 0,-18-1 0,27 2-133,-1 1-1,1-1 1,0 1 0,-1 0-1,1 0 1,0 0-1,0 0 1,-1 0 0,1 0-1,0 1 1,0-1-1,1 1 1,-1-1-1,0 1 1,0 0 0,1-1-1,-1 1 1,1 0-1,0 0 1,-1 0-1,1 1 1,0-1 0,0 0-1,0 0 1,0 0-1,1 1 1,-1 3-1,-2 2-1516,1 1-1,1-1 1,-1 1-1,2-1 1,-1 1-1,2 14 1,4 5-8412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4:07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583 1 16840,'0'0'5522,"-129"7"-1328,55 31-1633,-8 18-1008,1 14-400,0 9-209,20 7-944,20 5 0,14-3 0,20 0 0,7-12-560,7-8-497,20-14-704,14-11-1152,6-16-1025,1-18-4610,13-9-768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4:07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5330,'0'0'24684,"-101"158"-23244,80-106-367,8 2-833,-1-2-240,7-7 0,-6-2 0,6-7-96,-6-4-1649,6-7-1728,0-10-1794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4:07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6 4018,'0'0'21247,"6"-3"-19641,-5 3-1541,0-1 0,0 1-1,-1 0 1,1 0 0,0-1 0,0 1-1,0 0 1,0 0 0,0 0 0,0 0 0,0 0-1,0 0 1,0 0 0,0 0 0,0 1 0,0-1-1,-1 0 1,1 1 0,0-1 0,0 0-1,0 1 1,0-1 0,-1 1 0,1-1 0,0 1-1,0 0 1,-1-1 0,2 2 0,19 34 1400,-11-6-554,8 43 1,-11-43-581,8 33-251,-3 0-1,-3 0 1,-2 1-1,-3 109 1,-5-162-80,0-1 0,0 1 0,-1-1 0,-1 1 0,0-1 0,0 0 0,-1 0 0,0 0 0,-1 0 0,0 0 0,0-1 0,-13 16 0,2-7 0,0-2 0,-2 0 0,1 0 0,-35 21 0,26-20 0,-1 1 0,1 1 0,-43 40 0,66-56-165,1 0 1,0 0-1,0 0 0,0 0 0,0 0 1,0 1-1,1-1 0,-1 1 0,1-1 1,0 1-1,-1 6 0,2 38-5317,6-26-2522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4:47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1 320,'-115'11'352,"27"9"-160,20 3-176,20 2 64,21 0-80,14 6 0,6 10-16,-7 6-144,-6 12-480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4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16536,'0'0'14377,"21"15"-13169,67 49-650,-83-60-549,0 0-1,-1 0 1,0 0-1,0 1 1,0-1 0,0 1-1,-1 0 1,0 0-1,0 1 1,0-1 0,3 10-1,6 11-23,-10-23 15,0 1 0,1-1 0,-1 1 0,1-1 0,0 0 0,0 0 0,0 0 0,6 4 0,-8-7 0,0 1 0,0-1 0,0 0 0,-1 0 0,1 0 0,0 1 0,0-1 0,0 0 0,0 0 0,0 0 0,0-1 0,0 1 0,0 0 0,0 0 0,0 0 0,0-1 0,0 1 0,-1 0 0,1-1 0,0 1 0,0-1 0,0 1 0,-1-1 0,1 1 0,0-1 0,0 0 0,-1 1 0,1-1 0,-1 0 0,1 0 0,0 1 0,-1-1 0,0 0 0,1 0 0,-1 0 0,1 0 0,-1 1 0,0-1 0,0 0 0,1 0 0,-1 0 0,0-1 0,26-59 0,2 2 0,3 1 0,40-56 0,-63 105-1629,-3 13-2323,-4-2 3487,-1-1 0,1 0 1,0 0-1,-1 0 0,1 0 1,0-1-1,0 1 0,0 0 0,0 0 1,0 0-1,0-1 0,0 1 1,0 0-1,0-1 0,2 1 0,16 3-8752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5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 15319,'0'0'7652,"-24"11"-3456,-75 37-1467,91-45-2484,1 1-1,0 0 1,0 0-1,0 1 1,0-1-1,1 1 0,-7 7 1,11-9-184,1 0 0,-1-1 0,1 1 0,0 0 0,0 0 0,0 0 0,0 0 0,0 0 0,1 0 0,-1 0 0,1 0 0,0 0 0,0 0 0,0 4 0,1-6-61,0 0 0,-1 0 0,1-1 0,0 1 0,-1 0 1,1 0-1,0-1 0,0 1 0,0-1 0,0 1 0,-1-1 0,1 1 0,0-1 0,0 1 0,0-1 1,0 0-1,0 0 0,0 1 0,0-1 0,0 0 0,0 0 0,0 0 0,0 0 0,0 0 0,2-1 0,37 1-5,-31 0-3,-1-2-192,0 0 1,0-1-1,-1 0 0,1 0 0,0 0 0,-1-1 0,0 0 0,0-1 0,0 1 0,-1-1 0,1-1 1,-1 1-1,7-9 0,-13 14 214,0 0 1,1 0-1,-1 0 0,0 0 1,0 0-1,0 0 1,0-1-1,0 1 0,1 0 1,-1 0-1,0 0 1,0 0-1,0 0 0,0 0 1,0 0-1,0 0 1,0-1-1,1 1 0,-1 0 1,0 0-1,0 0 1,0 0-1,0 0 0,0-1 1,0 1-1,0 0 1,0 0-1,0 0 0,0 0 1,0-1-1,0 1 1,0 0-1,0 0 0,0 0 1,0 0-1,0-1 1,0 1-1,0 0 0,0 0 1,0 0-1,0 0 1,0 0-1,0-1 0,0 1 1,0 0-1,0 0 1,-1 0-1,1 0 1,0 0-1,0 0 0,0-1 1,0 1-1,0 0 1,0 0-1,-1 0 0,1 0 1,0 0-1,0 0 1,0 0-1,0 0 0,0 0 1,-1 0-1,1 0 1,0 0-1,0-1 0,-11 10 930,9-6-896,0 0 1,1 1-1,-1-1 0,1 1 1,0-1-1,0 1 0,1 0 1,-1-1-1,1 1 0,-1 0 1,1 0-1,0-1 0,1 1 1,-1 0-1,1-1 0,-1 1 1,1 0-1,2 5 0,-1-6-127,-1-1-1,0 0 0,1 1 0,-1-1 1,1 0-1,-1 0 0,1 0 0,0 0 1,0 0-1,0-1 0,0 1 0,0 0 1,1-1-1,-1 1 0,0-1 0,1 0 1,-1 0-1,1 0 0,-1 0 0,1 0 1,0-1-1,-1 1 0,1-1 0,0 0 0,4 0 1,1 0-904,0 0 1,-1-1 0,1 0 0,0 0-1,0-1 1,-1 0 0,11-4 0,-8 1-1250,0 0 0,0-1 0,-1 0 1,14-12-1,19-21-8039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5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13030,'0'0'16600,"-129"158"-14199,109-110-1665,-7 1-736,20-8 0,0-7 0,7-7 0,0-9 0,21-5 0,6-3 0,0-8 0,7-2 0,13 0-2577,14-2-3410,0-17-1168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5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8260,'0'0'15380,"5"6"-13835,59 65-544,-31-36 363,-1 2 1,42 62-1,-65-83-1138,-1-1 0,0 1 0,-1 0 1,0 1-1,-2 0 0,0 0 0,-1 0 0,0 0 1,-1 1-1,0 33 0,-4-42-224,0 0 0,-1 0 0,0-1 0,0 1 0,-1-1 0,0 1 0,-1-1 0,1 0 0,-2-1-1,1 1 1,-1-1 0,-11 14 0,1-3-33,-1-1-1,-1 0 0,-33 25 1,39-36-291,8-31-17807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6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38 10149,'0'0'20054,"-11"-7"-18611,7 4-1398,0-1 0,0 1 0,-1 0 0,1 1 0,-1-1-1,0 1 1,0 0 0,0 0 0,0 1 0,0-1 0,0 1-1,0 0 1,-1 0 0,1 1 0,0 0 0,0 0-1,-1 0 1,1 0 0,0 1 0,-1 0 0,1 0 0,0 0-1,0 1 1,-9 4 0,-7 3-45,1 2 0,0 1 0,0 0 0,1 2 0,1 0 0,0 1 0,-24 27 0,41-41 0,-1 1 0,1-1 0,0 1 0,0 0 0,0 0 0,0-1 0,0 1 0,0 0 0,1 0 0,-1 0 0,1 0 0,-1 0 0,1 0 0,0 0 0,0 0 0,-1 0 0,2 0 0,-1 0 0,0 0 0,0 0 0,1 0 0,-1 0 0,1 0 0,-1 0 0,1 0 0,0-1 0,0 1 0,0 0 0,0 0 0,0-1 0,0 1 0,0 0 0,0-1 0,1 1 0,-1-1 0,1 0 0,-1 1 0,1-1 0,0 0 0,-1 0 0,1 0 0,0 0 0,0 0 0,0-1 0,0 1 0,3 0 0,62 9 0,-56-10 0,-1 0 0,1 1 0,-1 1 0,1 0 0,-1 0 0,0 1 0,0 0 0,0 1 0,17 9 0,-25-12 0,-1 0 0,1 0 0,-1 1 0,1-1 0,-1 1 0,0-1 0,0 1 0,1 0 0,-1 0 0,0-1 0,-1 1 0,1 0 0,0 0 0,0 0 0,-1 0 0,1 0 0,-1 0 0,0 0 0,1 0 0,-1 0 0,0 0 0,0 0 0,-1 0 0,1 0 0,0 0 0,-1 0 0,1 0 0,-1 0 0,1 0 0,-1 0 0,0 0 0,0 0 0,-1 1 0,-2 4 0,0 0 0,0-1 0,-1 0 0,0 1 0,0-2 0,0 1 0,-9 6 0,-125 91 0,138-101 0,-1-1 0,1 0 0,0 0 0,0 1 0,-1-1 0,1 1 0,0-1 0,0 1 0,0 0 0,1-1 0,-1 1 0,0 0 0,1 0 0,-1 2 0,1-4 0,1 1 0,0-1 0,-1 1 0,1-1 0,0 1 0,0-1 0,-1 0 0,1 1 0,0-1 0,0 0 0,0 1 0,0-1 0,0 0 0,-1 0 0,1 0 0,0 0 0,0 0 0,0 0 0,0 0 0,0 0 0,0 0 0,1-1 0,-1 1 0,119-4-2583,-119 4 2383,-7 9 233,0 0-1,0 0 0,-1 0 0,0-1 0,-16 14 0,-24 31 1168,43-47-1111,-1 1 1,2 0-1,-1-1 0,1 2 1,0-1-1,0 0 0,1 1 0,0-1 1,-2 12-1,4-16-69,0 1 0,0-1 0,0 0 0,0 1-1,1-1 1,0 0 0,0 0 0,0 1 0,0-1 0,0 0 0,0 0 0,1 0 0,-1 0-1,1 0 1,0-1 0,0 1 0,0 0 0,0-1 0,1 0 0,-1 1 0,1-1-1,-1 0 1,1 0 0,5 3 0,0 0-20,1 0 0,-1 0 0,1-1 0,0 0 0,0 0 0,0-1 0,1 0 0,-1-1 0,1 0 0,0 0 0,19 0 0,-28-2-58,1 0-1,-1 0 1,0-1-1,1 1 1,-1 0 0,1 0-1,-1-1 1,0 1-1,1-1 1,-1 1 0,0-1-1,0 0 1,0 1-1,1-1 1,-1 0 0,0 0-1,0 0 1,0 0-1,0 0 1,0 0 0,0 0-1,0 0 1,-1 0-1,1 0 1,1-3 0,5-25-4413,-6-4-6012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2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0 150 672,'7'-7'18281,"-7"45"-14796,-2-21-2963,2 0-1,0-1 0,1 1 0,0 0 0,2 0 0,0-1 1,0 0-1,2 1 0,7 18 0,-11-33-504,1 3 2,0 0 1,0-1 0,0 0 0,0 1 0,1-1-1,0 0 1,0 0 0,0 0 0,0-1 0,0 1-1,1-1 1,0 0 0,-1 0 0,1 0 0,6 4-1,-7-7 16,0 1-1,1-1 0,-1 0 0,0 0 1,0 0-1,0 0 0,0 0 0,0-1 1,0 1-1,0-1 0,0 0 0,0 0 1,0 0-1,0 0 0,-1-1 0,1 1 0,0-1 1,-1 1-1,1-1 0,-1 0 0,1 0 1,-1 0-1,0 0 0,0-1 0,0 1 1,2-4-1,9-11 23,-2-1 1,19-35 0,-15 25 18,8-7 23,27-34-1,-30 43 144,-1 0 0,29-54 0,-35 61 130,-11 17-285,0 0 0,-1 0 0,1-1 0,-1 1 0,1-1 0,-1 1-1,0 0 1,0-1 0,1-4 0,-2 6 399,0 37-788,0-35 39,0 0-1,0 1 1,0-1 0,0 0-1,0 1 1,0-1-1,0 0 1,1 1 0,-1-1-1,0 0 1,1 0-1,-1 1 1,1-1 0,-1 0-1,1 0 1,0 0 0,-1 1-1,1-1 1,0 0-1,0 0 1,0 0 0,0 0-1,1 1 1,29 2-13386,-27-4 12484,10 0-7156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27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8996,'0'0'13249,"-12"20"-11800,6-9-1308,-3 3 174,1 0 1,0 1 0,1 0-1,0 1 1,1 0 0,1 0-1,1 0 1,0 0-1,-2 27 1,6-42-318,0 1 0,0-1 0,1 1-1,-1-1 1,0 1 0,1-1 0,-1 1 0,1-1-1,-1 0 1,1 1 0,-1-1 0,1 0 0,0 0 0,0 1-1,0-1 1,0 0 0,0 0 0,0 0 0,0 0 0,0 0-1,0 0 1,0 0 0,2 0 0,0 1-1,1 0 0,-1-1 0,1 0-1,0 0 1,-1 0 0,1 0 0,0-1 0,-1 1 0,7-1 0,-5 0-21,1 0 1,0 0-1,-1-1 0,1 1 1,0-2-1,-1 1 1,1 0-1,-1-1 0,0 0 1,1-1-1,-1 1 1,0-1-1,7-4 1,-7 1 24,0 1 1,-1-1 0,1 0 0,-1 0 0,0 0 0,-1 0 0,1-1 0,-1 1 0,-1-1 0,1 0 0,-1 0 0,0 0 0,-1 0 0,1-1 0,-1 1 0,-1 0-1,0-1 1,0 1 0,0 0 0,-1-1 0,-2-11 0,2 16 36,0 1 0,0-1 0,0 1-1,-1-1 1,1 1 0,-1-1 0,1 1 0,-1 0-1,0-1 1,0 1 0,0 0 0,0 0 0,0 0-1,-1 1 1,1-1 0,0 1 0,-1-1 0,1 1-1,-1 0 1,0 0 0,1 0 0,-6-1 0,6 1-159,1 1 1,-1-1 0,0 1 0,0 0-1,1 0 1,-1 0 0,0 0 0,0 0 0,1 0-1,-1 1 1,0-1 0,0 1 0,1-1-1,-1 1 1,-2 1 0,3-2-265,-1 1 0,1 0 1,0 0-1,0 0 0,0 0 0,1 0 1,-1 1-1,0-1 0,0 0 1,1 0-1,-1 1 0,0-1 0,1 0 1,-1 0-1,1 1 0,0-1 0,-1 1 1,1-1-1,0 0 0,0 1 0,0-1 1,0 2-1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27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6435,'0'0'15751,"-27"131"-14342,20-110-1009,7-3-336,0-7-128,0 0-224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28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258 255 12054,'0'0'9345,"-21"14"-6311,11-8-2745,-23 15 783,0 2 0,-57 52 0,83-69-917,1 0 0,0 1 0,0-1 0,1 1 0,0 0 0,0 1 0,1-1 1,-1 1-1,2 0 0,-1 0 0,1 0 0,0 0 0,1 1 0,0-1 0,0 1 0,0 16 0,2-24-158,1 0 0,-1 0 0,1 0 0,0 0 0,0 0 0,-1 0 0,1 0 0,0 0 0,0 0 0,0 0 0,0 0 1,0-1-1,0 1 0,0 0 0,0-1 0,0 1 0,0-1 0,0 1 0,1-1 0,-1 0 0,0 1 0,0-1 0,0 0 0,1 0 0,-1 0 0,0 0 0,0 0 0,3 0 0,1 0-40,-1 1-1,1-1 0,0-1 1,0 1-1,-1-1 0,1 1 1,6-3-1,-3-1-55,-1 0 0,0-1 0,0 0 1,-1 0-1,0 0 0,0-1 0,9-10 0,39-54-974,-35 45 640,-7 9 297,28-37-878,44-77 0,-75 114 1061,0-1 1,-2-1-1,0 1 0,0-1 0,-2-1 1,0 1-1,-1-1 0,-1 0 0,1-27 1,-5 46 86,0 0 0,0-1 0,-1 1 0,1 0 1,0 0-1,0 0 0,0 0 0,0 0 0,-1 1 0,1-1 1,0 0-1,0 0 0,0 1 0,0-1 0,0 1 1,-2 0-1,-4 4 48,0 1 0,0 0 0,1 0 0,0 0 0,0 1 0,1 0 0,0 0 0,0 0 0,-6 13 0,-35 78 1129,43-90-1206,-8 22 32,2-1 1,1 1-1,1 1 0,2-1 1,1 1-1,1 0 1,2 43-1,1-70-289,0 0 0,1 1 0,-1-1 1,1 0-1,0 1 0,0-1 0,0 0 0,0 0 0,1 0 0,-1 0 1,1 0-1,0 0 0,1-1 0,-1 1 0,1 0 0,-1-1 0,1 0 1,0 0-1,0 0 0,1 0 0,-1 0 0,0 0 0,1-1 0,0 0 1,0 0-1,-1 0 0,1 0 0,0 0 0,1-1 0,5 2 1,5 0-901,0 0 0,0-2 1,1 1-1,-1-2 0,0 0 1,1-1-1,21-3 0,31-13-6733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29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13430,'0'0'11928,"2"11"-10797,-1-4-886,-1-5-190,0 0 0,0 0 0,0 0 0,1 0 0,-1 0 0,0 0 0,1 0 0,-1 0 0,1-1 0,0 1 0,-1 0 0,1 0 0,0 0 0,0-1 0,0 1 0,0 0 0,1-1 0,-1 1 0,0-1 0,1 1 0,-1-1 0,1 0 0,-1 0 0,1 0 0,0 1 0,-1-2 0,1 1 0,0 0 0,0 0 0,0 0 0,-1-1 0,5 1 0,17 0 591,3 1-248,0-2 1,41-4-1,-60 3-393,-1 0 1,0 0 0,0-1-1,1 1 1,-1-2 0,0 1-1,-1-1 1,1 1 0,0-2-1,-1 1 1,0 0 0,1-1 0,-1 0-1,-1-1 1,10-8 0,-13 11-14,0 1 1,0 0 0,0-1-1,0 1 1,0-1 0,0 0-1,0 1 1,0-1 0,-1 1-1,1-1 1,0 0 0,-1 0-1,0 1 1,1-1 0,-1 0-1,0 0 1,0 0 0,0 0-1,0 1 1,0-1 0,0 0-1,-1 0 1,1 1 0,-2-5-1,1 4-1,-1 0-1,0 0 1,0-1-1,0 1 1,0 0-1,0 1 1,-1-1-1,1 0 0,0 1 1,-1-1-1,1 1 1,-1 0-1,1 0 1,-5-1-1,-6-3 21,-1 2 1,0 0-1,0 1 0,-1 0 1,-16 1-1,17 0 17,3 1 88,-1 0 1,1 0-1,-1 1 0,-15 4 1,25-5-89,0 0 0,0 1-1,0-1 1,0 1 0,0 0 0,1 0 0,-1 0-1,0 0 1,0 0 0,0 0 0,1 0 0,-1 1 0,1-1-1,-1 0 1,1 1 0,-1 0 0,1-1 0,0 1 0,0 0-1,-1-1 1,2 1 0,-1 0 0,0 0 0,0 0 0,0 0-1,1 0 1,-1 0 0,1 0 0,0 0 0,-1 4 0,1 6 6,1 0 1,-1 0-1,2 0 1,0 0-1,0 0 1,1 0-1,6 14 1,-7-20-90,1-1 1,0 1 0,1 0-1,-1-1 1,1 0 0,0 0 0,1 0-1,-1 0 1,1-1 0,0 0 0,0 0-1,0 0 1,0 0 0,1-1 0,7 4-1,-6-4-311,1 0-1,-1-1 0,0 0 0,1 0 1,0 0-1,-1-1 0,1 0 1,12 0-1,-10-2-694,1 0-1,-1 0 1,0-1 0,0-1-1,0 0 1,0 0 0,0-1-1,-1 0 1,14-8 0,-5 1-1553,0-2 1,-1 0 0,28-26 0,7-17-401,-29 24 5976,-13 10 16175,-7 32-15966,-3-1-2933,1 1 0,0-1 0,0 0 1,1 1-1,0-1 0,0 0 0,1 0 0,0 0 1,5 9-1,-6-14-180,0-1 0,0 1 0,1-1 0,-1 0 0,1 0 0,0 0 0,-1 0 0,1 0 0,0 0 0,1-1 0,-1 1 0,0-1 0,1 0 0,0 0 1,-1-1-1,1 1 0,0-1 0,0 1 0,0-1 0,0 0 0,0-1 0,0 1 0,8-1 0,-7 1-58,0-2 0,-1 1 0,1-1 0,0 1 0,0-1 0,0-1 0,-1 1 0,1-1 0,0 1 0,-1-1 0,0-1 0,5-2 0,-1-1 0,0-1 0,0 0 0,-1 0 0,12-15 0,-4 4 0,-1 0 0,0-1 0,19-37 0,-33 56 0,0-1 0,0 1 0,1-1 0,-1 1 0,0-1 0,1 1 0,-1-1 0,0 1 0,1-1 0,-1 1 0,1 0 0,-1-1 0,1 1 0,-1 0 0,1-1 0,-1 1 0,1 0 0,-1 0 0,1-1 0,0 1 0,-1 0 0,1 0 0,-1 0 0,1 0 0,0 0 0,-1 0 0,1 0 0,-1 0 0,1 0 0,0 0 0,-1 0 0,1 0 0,-1 0 0,1 0 0,0 1 0,-1-1 0,1 0 0,12 8 0,-7-5-242,-1 0-1,1 0 1,0 0 0,0-1-1,0 1 1,0-2 0,9 3-1,3-2-1694,0-1 0,0 0 0,20-2 0,-8 0-1035,29-1-9901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0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1 5731,'0'0'20132,"-21"2"-17678,-67 10-576,85-11-1780,0 0-1,0-1 0,0 1 1,0 0-1,0 1 0,1-1 1,-1 0-1,0 1 0,1 0 1,-1-1-1,1 1 0,0 0 1,-1 0-1,1 1 1,0-1-1,0 0 0,0 1 1,1-1-1,-1 1 0,1 0 1,-1-1-1,1 1 0,0 0 1,-2 5-1,-1 4 12,1-5-106,-1 0 0,2 1-1,-1-1 1,1 1 0,0-1 0,1 1 0,0 0 0,0 0 0,1 9 0,0-16-3,0 0 0,1-1 0,-1 1 0,0 0 0,1-1 0,-1 1 0,1 0 0,-1-1 0,1 1 0,0-1 0,-1 1 0,1-1 0,-1 1 0,1-1 0,0 1 0,-1-1 0,1 0 0,0 1 0,0-1 0,-1 0 0,1 1 0,0-1 0,0 0 0,-1 0 0,1 0 0,0 0 0,0 0 0,0 0 0,-1 0 0,2 0 0,35 0 0,-25 0 0,-3-1-55,0 0 1,0 0-1,0-1 0,-1 0 1,14-5-1,26-6-143,-48 13 205,0 0-1,0 0 1,1 0-1,-1 0 1,0 0-1,0 0 1,1 0-1,-1 0 1,0 0-1,0 1 1,0-1-1,1 0 1,-1 0-1,0 0 1,0 0-1,1 0 1,-1 1-1,0-1 1,0 0-1,0 0 1,0 0-1,0 0 1,1 1-1,-1-1 1,0 0-1,0 0 1,0 1-1,0-1 1,0 0-1,0 0 1,0 0-1,0 1 1,0-1-1,0 0 1,0 0-1,0 1 1,0-1-1,0 0 1,0 0-1,0 1 1,0-1-1,0 0 1,0 0-1,0 1 0,0-1 1,0 0-1,0 0 1,0 1-1,0-1 1,-1 0-1,1 0 1,0 0-1,0 1 1,0-1-1,0 0 1,-1 0-1,1 0 1,0 0-1,0 0 1,0 1-1,-1-1 1,1 0-1,0 0 1,0 0-1,-1 0 1,-14 20 57,14-18-50,-135 185 9,64-85-27,-23 40 4,85-123 0,0 0 0,1 1 0,0 0 0,2 0 0,-9 39 0,16-58 0,1 0 0,-1 0 0,0 0 0,0 0 0,0 0 0,0 0 0,1 0 0,-1 0 0,1 0 0,-1 0 0,1 0 0,-1 0 0,1 0 0,-1 0 0,1 0 0,0-1 0,-1 1 0,1 0 0,0 0 0,0-1 0,0 1 0,-1-1 0,1 1 0,0 0 0,0-1 0,0 0 0,0 1 0,0-1 0,0 1 0,0-1 0,0 0 0,0 0 0,0 0 0,0 0 0,0 0 0,1 0 0,-1 0 0,0 0 0,0 0 0,1 0 0,49-6 0,-40 3 0,-1-1 0,1-1 0,-1 0 0,0 0 0,0-1 0,0 0 0,15-14 0,62-63 0,-42 38 0,25-27-3091,-45 43-122,-2-1 0,0 0 0,-3-2 0,22-42 1,-22 33-5694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0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5106,'0'0'22013,"4"-3"-19364,-3 2-2603,-1 1 0,1-1 0,0 0 0,-1 1 0,1-1 0,0 1 0,-1-1 0,1 1 0,0 0-1,0-1 1,-1 1 0,1 0 0,0-1 0,0 1 0,0 0 0,-1 0 0,1 0 0,0 0 0,0 0 0,0 0-1,0 0 1,-1 0 0,1 0 0,0 0 0,0 0 0,0 0 0,0 1 0,11 18 969,-11-16-965,0 1-1,0-1 1,0 0 0,1 0 0,-1-1 0,1 1 0,0 0 0,0 0 0,0-1-1,0 1 1,1-1 0,-1 0 0,6 4 0,-4-4-50,0 0 0,0 0 0,0 0 0,1 0 0,-1-1 0,1 0 0,-1 0 0,1 0 0,-1 0 0,1-1 0,0 1 0,-1-1 0,1-1 0,0 1 0,-1-1 0,1 1 0,0-1 0,-1-1 0,1 1 0,7-4 0,2-3 0,0 0 0,0-1 0,-1 0 0,19-17 0,0 0 0,16-18 0,-47 44 0,-1 0 0,0 0 0,1 0 0,-1 0 0,0 0 0,1 0 0,-1 0 0,0 0 0,1 0 0,-1 0 0,0 0 0,1 0 0,-1 1 0,0-1 0,1 0 0,-1 0 0,0 0 0,0 1 0,1-1 0,-1 0 0,0 0 0,0 1 0,0-1 0,1 0 0,-1 0 0,0 1 0,0-1 0,0 0 0,0 1 0,0-1 0,1 0 0,-1 1 0,0-1 0,0 0 0,0 1 0,0-1 0,0 0 0,0 1 0,0-1 0,0 0 0,0 1 0,0-1 0,-1 0 0,1 1 0,0-1 0,0 1 0,0 21 0,0-20 0,0 12 13,2 15-170,-1-28 113,-1-1 0,1 1 0,0 0 0,0 0 0,-1 0 0,1-1 0,0 1 0,0 0 0,0-1 0,0 1 0,0 0 0,0-1 0,0 1 0,0-1 0,0 0 0,0 1 0,0-1 0,0 0 0,0 0-1,0 0 1,0 1 0,1-1 0,-1 0 0,0-1 0,2 1 0,63-2-16926,-39-7 7264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1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71 175 9861,'0'0'16532,"12"-3"-15246,-7 2-1131,13-3 196,0-1 0,0-1-1,23-11 1,-37 16-310,0-1 0,-1 0 0,1 0 1,0 0-1,-1 0 0,1-1 0,-1 0 0,0 1 0,1-1 0,-1 0 1,-1-1-1,1 1 0,0 0 0,-1-1 0,0 0 0,0 1 0,0-1 1,0 0-1,-1 0 0,1 0 0,-1 0 0,0 0 0,1-7 1,-2 9-10,-1 1 0,1 0 1,0 0-1,-1 0 1,1 0-1,-1 0 1,1 0-1,-1 0 0,0 0 1,1 0-1,-1 0 1,0 0-1,0 0 1,1 1-1,-1-1 0,0 0 1,0 1-1,0-1 1,0 0-1,0 1 1,0-1-1,0 1 0,0-1 1,-1 1-1,1 0 1,0-1-1,0 1 1,0 0-1,0 0 0,-2 0 1,-39-3 401,38 3-377,-5 0-3,1 0 0,-1 0-1,1 1 1,0 0 0,0 1 0,-1 0-1,1 0 1,0 1 0,1 0-1,-12 5 1,13-4-21,1 0-1,0 0 1,0 1-1,0-1 1,1 1-1,0 0 1,-1 0-1,2 1 1,-1-1-1,1 1 1,0 0-1,0 0 1,-4 11-1,5-12-29,0 0 1,1 0-1,-1 0 1,1 1-1,0-1 0,0 0 1,1 1-1,0-1 0,0 0 1,0 1-1,0-1 1,1 0-1,0 1 0,2 5 1,-2-8-14,0 0-1,1 0 1,0-1 0,-1 1 0,1 0 0,0-1 0,0 0 0,1 1-1,-1-1 1,0 0 0,1 0 0,-1 0 0,1 0 0,0-1 0,0 1-1,0-1 1,-1 0 0,1 1 0,0-1 0,1-1 0,-1 1 0,0 0 0,0-1-1,5 1 1,6 0-387,-1-1 0,1 0 0,0 0 0,13-4 0,-9 1-1295,-1-1 1,0 0-1,0-2 0,0 0 1,22-12-1,-25 10 741,0 0 1,-1-1-1,0 0 0,0-1 1,-1-1-1,13-14 1,-17 16 1654,-1 0 1,0-1 0,-1 1-1,0-1 1,6-14 0,-8 17 3405,-5 16 2288,-1 7-2142,1-13-4256,1 0 0,0 0 0,0 0 0,0 0 0,1 0 0,-1 0 0,1 0 0,-1 0 0,1 0 0,0 0 0,0 0 0,0 0 0,1-1 0,-1 1 0,1 0 0,1 2 0,0-3 0,0 0 0,0-1 0,0 1 0,0-1 0,0 0 0,1 0 0,-1 0 0,0 0 0,0 0 0,1-1 0,-1 1 0,0-1 0,1 0 0,6-1 0,-5 1 0,0 0 0,0 0 0,0-1 0,0 0 0,0 0 0,0 0 0,0 0 0,0-1 0,0 0 0,0 0 0,-1 0 0,1-1 0,7-4 0,-4 0 0,0-1 0,-1 0 0,0 0 0,0-1 0,8-14 0,1 4 0,-12 16 0,-1-1 0,0 0 0,0 0 0,0 0 0,0 0 0,0 0 0,-1-1 0,0 1 0,4-10 0,-7 17-29,1 0-1,0 0 1,0 0 0,1 1 0,-1-1-1,1 0 1,-1 0 0,1 0 0,0 0-1,0 0 1,0-1 0,1 1 0,-1 0-1,1 0 1,2 3 0,-2-4-107,1 0 1,-1-1 0,1 1-1,0 0 1,0-1 0,0 0-1,0 0 1,0 0 0,0 0-1,0 0 1,0 0 0,0-1-1,0 0 1,0 0-1,0 1 1,6-2 0,-3 1-1437,0 0 1,1-1 0,-1 0-1,0 0 1,1 0-1,-1-1 1,8-3 0,14-11-4667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1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19 11221,'0'0'15023,"16"6"-13846,-1 1-867,-6-3-147,1 0 0,0-1 0,0 0 0,0 0 0,0-1 0,1 0 0,-1-1-1,15 0 1,16 1 134,-25-1-58,0 0 0,0-1 0,0-1 0,18-3 0,-33 4-234,-1 0 0,1 0 0,-1 0 0,1 0 0,-1 0 0,1 0 0,-1 0 1,1-1-1,-1 1 0,1 0 0,-1 0 0,1 0 0,-1-1 0,0 1 0,1 0 0,-1-1 1,1 1-1,-1 0 0,0-1 0,1 1 0,-1 0 0,0-1 0,0 1 0,1-1 0,-1 1 1,0-1-1,0 1 0,0-1 0,1 1 0,-1 0 0,0-1 0,0 1 0,0-1 0,0 1 1,0-1-1,0 1 0,0-1 0,0 1 0,0-1 0,0 1 0,0-1 0,0 1 0,-1-1 1,1 1-1,0-1 0,0 1 0,0-1 0,-1 1 0,1-1 0,0 1 0,0 0 0,-1-1 1,1 1-1,-1-1 0,1 1 0,0 0 0,-1-1 0,-1-1 34,0 0 0,0 0 0,0 0 0,-1 1 0,1-1 0,0 0 0,-1 1 0,1 0-1,-5-2 1,-25-3 193,1 2 1,-1 1-1,0 1 0,0 2 0,-35 5 0,64-5-232,-1 0 0,0 1 0,1 0 0,-1-1 0,1 2 0,-1-1 0,1 0 0,0 1 0,-1-1 0,1 1 0,0 0 0,0 0 0,0 0 0,0 0 0,1 1 0,-1-1 0,0 1 0,1 0 0,0 0 0,0 0 0,0 0 0,0 0 0,0 0 0,0 0 0,1 1 0,-2 4 0,0 3 0,1-1 0,0 1 0,1 0 0,0-1 0,1 1 0,0 0 0,3 17 0,-2-24 0,0 0 0,0 0 0,0 0 0,1 0 0,-1 0 0,1 0 0,0 0 0,0 0 0,1-1 0,-1 1 0,1-1 0,0 0 0,-1 1 0,1-1 0,1-1 0,-1 1 0,0 0 0,1-1 0,0 0 0,-1 0 0,1 0 0,0 0 0,0 0 0,0-1 0,0 0 0,0 1 0,9 0 0,11 2 0,1-1 0,-1-1 0,42-2 0,-42 0 0,2-1-888,-1 0-1,0-2 1,0 0-1,0-2 1,37-11 0,34-21-6748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1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0 4306,'0'0'24307,"-27"15"-21772,7-4-2029,-9 4-321,1 1 1,1 1-1,1 1 1,1 2 0,-29 27-1,28-19-185,0 2 0,2 1 0,1 1 0,2 1 0,1 1 0,-15 36 0,24-46 0,2 0 0,0 1 0,2 0 0,1 0 0,1 1 0,1-1 0,1 1 0,1 0 0,2 0 0,2 28 0,-1-46-84,1 0 0,0-1-1,0 1 1,1-1 0,0 1 0,0-1 0,1 0-1,-1 0 1,2 0 0,-1-1 0,1 1 0,0-1-1,0 0 1,1 0 0,-1-1 0,1 0 0,1 0-1,-1 0 1,1-1 0,0 0 0,0 0 0,0-1-1,0 1 1,10 1 0,-5 0-495,0-2 0,1 0 0,0 0 0,0-1 0,0-1 0,0 0 1,-1-1-1,1 0 0,0-1 0,0 0 0,0-1 0,0-1 0,0 0 0,13-5 0,31-26-16325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3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4306,'0'0'14508,"0"23"-7130,0 29-5939,-4 2-849,2-28-3537,1 1-9057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3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3 6851,'0'0'18281,"-47"-2"-18281,47 22-65,0 3-511,13 4-2337,1-5-1937,-1 3-4963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3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9236,'0'0'18014,"9"12"-16731,30 35-499,-38-46-758,1 1 0,0 0-1,0-1 1,-1 0 0,1 1 0,0-1-1,0 0 1,1 0 0,-1 0-1,0 0 1,0 0 0,0-1-1,1 1 1,-1-1 0,0 1-1,1-1 1,-1 0 0,0 0-1,1 0 1,-1 0 0,0 0-1,1-1 1,-1 1 0,0-1-1,3 0 1,-1-1-55,0 1 0,0-1 0,0 0 0,-1 0-1,1 0 1,-1 0 0,1-1 0,-1 1 0,5-6 0,6-9 65,-14 15-11,1 1 0,-1 0 0,1 0 0,0 0 0,0 0 0,-1 0 0,1 0-1,0 0 1,0 0 0,0 1 0,0-1 0,0 0 0,0 0 0,0 1 0,0-1 0,1 1 0,0-2 0,0 3-6,0 0 1,0 0 0,-1 0 0,1 0-1,0 0 1,-1 0 0,1 0-1,-1 0 1,1 1 0,-1-1-1,0 1 1,0-1 0,1 1 0,-1-1-1,1 4 1,0-3-249,0 1 0,1-1 0,-1 0 0,0 0 0,1 0 0,-1 0 0,1-1 0,0 1 0,-1-1 0,1 1 0,0-1 0,3 1 0,3 0-1775,1 0-1,-1 0 0,0-1 0,19 0 0,-7-1-7997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4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8836,'0'0'14711,"-81"149"-11158,67-91-1648,0 1-656,8-7-193,6-9-559,0-12-497,0-8 0,0-10-657,0-3-1712,13-10-1040,1 0-3010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4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14311,'0'0'12597,"176"0"-12597,-88-7-768,-13 0-2898,6-6-4497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1505,'0'0'6389,"3"-7"-4911,19-21 13832,-17 56-12547,-2 35-3078,-3-16 1494,0-14-3866,0-16-9686,0-35 3350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7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5475,'0'0'19705,"7"11"-19049,0 5-480,-7-4 0,7-3-176,-7 0-304,0-5-1761,0 3-2033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8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318 186 1185,'0'0'10298,"6"-20"-7753,19-64-104,-25 82-2320,1 0 0,-1 1 1,0-1-1,0 0 0,0 0 1,0 0-1,0 1 0,-1-1 1,1 0-1,-1 0 0,1 1 0,-1-1 1,1 0-1,-1 1 0,0-1 1,0 0-1,0 1 0,0-1 0,0 1 1,0 0-1,0-1 0,-1 1 1,1 0-1,0 0 0,-1-1 0,1 1 1,-1 0-1,1 0 0,-1 1 1,1-1-1,-1 0 0,0 1 1,0-1-1,1 1 0,-1-1 0,0 1 1,0 0-1,1-1 0,-4 1 1,-5-2 602,-13-6-6,-1 2 1,0 1-1,-1 1 1,1 0 0,-1 2-1,1 1 1,-1 1-1,-25 4 1,48-3-696,-1 0 0,1 0 0,0 0 0,-1 0 1,1 1-1,0-1 0,0 1 0,-1 0 0,1-1 1,0 1-1,1 0 0,-1 0 0,0 0 0,1 1 1,-1-1-1,1 0 0,0 1 0,-1-1 0,1 0 1,0 1-1,1 0 0,-1-1 0,0 1 0,1-1 1,-1 4-1,-10 73 193,11-78-208,0 418 1072,4-379-1056,2 0 0,1 0 0,3-1 0,1 0 0,17 41 0,6 22-552,-54-172-25390,7 35 22169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38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5042,'0'0'16328,"14"-50"-14503,0 50-449,6 0-655,0 0-193,7 0-48,0 0-320,0 0-160,1-2-224,19-9-1553,-6-7-2497,6-5-5282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0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80,'0'0'784,"6"-9"943,4 2-1231,6-6 98,-16 13-614,0 0 0,0 0-1,0 0 1,1 0 0,-1 0-1,0-1 1,0 1 0,0 0-1,1 0 1,-1 0 0,0 0-1,0 0 1,0 0-1,1 0 1,-1 0 0,0 0-1,0 0 1,1 0 0,-1 0-1,0 0 1,0 0 0,0 0-1,1 0 1,-1 0 0,0 0-1,0 0 1,1 0 0,-1 0-1,0 0 1,0 1 0,0-1-1,0 0 1,1 0 0,-1 0-1,0 0 1,0 0-1,0 1 1,0-1 0,1 0-1,-1 0 1,0 0 0,0 0-1,0 1 1,0-1 0,0 0-1,0 0 1,0 0 0,0 1-1,0-1 1,1 0 0,-1 0-1,0 1 1,0-1 0,0 0-1,0 0 1,0 0 0,0 1-1,-1-1 1,1 0-1,0 0 1,0 1 0,0 2-1199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1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23 1088,'0'0'6817,"4"-4"-4237,12-14 7558,-37 21-9834,3 8-239,0 0-1,1 1 1,0 0 0,1 1 0,1 1 0,0 1-1,-15 18 1,21-23 36,-12 13 131,1 1-1,1 0 1,1 2 0,1 0-1,-15 31 1,24-37-93,-1-1 0,2 2-1,1-1 1,1 1 0,0 0-1,1 0 1,2 0 0,-1 28-1,3-39-127,-1-4 44,1 1 1,0 0 0,0-1 0,0 1-1,1 0 1,0-1 0,0 1-1,1-1 1,0 1 0,0-1 0,0 0-1,1 0 1,0 0 0,0 0-1,5 8 1,4 0 274,0-1 0,1 0 0,0 0-1,1-1 1,1-1 0,0-1 0,0 0-1,1-1 1,0 0 0,0-1 0,1-1 0,25 7-1,-42-14-322,3 1-62,0 0 0,-1 0 0,1 0 0,0-1 0,0 1 0,0-1 0,0 0 0,0 1 0,-1-1 0,6-1-1,-6 0-306,-1-1-1,1 1 0,-1-1 1,1 0-1,-1 1 0,0-1 0,0 0 1,0 0-1,0 1 0,0-1 1,0 0-1,0 0 0,0-4 1,1 2-223,11-28-9745,-12 14 1550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1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11157,'0'0'11133,"4"15"-9882,2 20-567,-1 1 0,1 45 0,-7-63-728,1 5-738,1-8-5830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2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20 4562,'0'0'10469,"-7"-20"-10581,7 38-496,7 2-1762,0 1-1519,0-5-2082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2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1521,'0'0'19937,"-9"12"-18667,-3 1-860,2-2 102,1 0 0,0 0 0,0 1-1,-13 24 1,22-34-542,-1 0 0,1 0 0,-1 0 0,1-1 0,0 1 0,0 0 0,0 0 0,0 0 0,0 0 0,0 0 0,1 0 0,-1 0 0,1 0 0,-1 0 0,1 0 0,0-1 0,0 1 0,-1 0 0,1 0 0,0-1 0,1 1 0,-1-1 0,0 1 0,0-1 0,3 3 0,-2-2 39,0 0 1,0 0 0,-1 0-1,1 1 1,0-1-1,-1 1 1,0-1 0,0 1-1,0 0 1,0-1 0,0 1-1,0 0 1,0 5-1,-2-3 80,0 0-1,-1 0 0,1 0 0,-1 0 0,0-1 0,0 1 0,-1-1 0,1 1 0,-1-1 0,0 0 0,0 0 0,-1 0 0,1 0 0,-1 0 0,0-1 0,0 0 0,0 1 0,-5 1 0,-15 17 243,25-31-4777,12-13 1467,14-12-3151,6-3-2808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9700,'0'0'16058,"-11"20"-14510,9-16-1485,-16 27 1068,1 2-1,1 0 1,-14 47 0,26-65-959,0 0 1,2 1-1,0 0 0,0 25 1,3-40-198,-1 0 1,1 0 0,0 0 0,0-1-1,-1 1 1,1-1 0,0 1 0,0 0-1,0-1 1,0 1 0,0-1 0,0 0-1,0 1 1,0-1 0,0 0 0,0 0-1,0 0 1,0 1 0,0-1 0,0 0 0,0 0-1,0 0 1,0-1 0,2 1 0,31-2-342,-32 2 343,12-3-347,-1-1 1,0 0 0,0-1 0,0-1 0,0 0 0,-1 0 0,21-16-1,4 0-1364,-25 16 1054,45-27-4567,-26 9-2838,-28 15 2003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3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0 134 10149,'0'0'14358,"142"-102"-14086,-94 91-128,-8 2-144,1 2-144,-7 3-1392,-14 4-1874,-6 0-2241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3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13814,'0'0'9637,"135"-43"-9637,-94 23-144,6 4-1153,-13 3-1440,0-1-2530,-7 1-2016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3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12102,'0'0'15447,"2"14"-14786,2 42-293,-4-55-363,0 0-1,0 0 0,0 0 0,0-1 1,0 1-1,0 0 0,0 0 0,0 0 1,1-1-1,-1 1 0,0 0 0,1 0 1,-1-1-1,0 1 0,1 0 0,-1 0 1,1-1-1,-1 1 0,1 0 0,-1-1 1,1 1-1,-1-1 0,1 1 0,0-1 1,-1 1-1,1-1 0,0 1 0,-1-1 1,1 0-1,0 1 0,0-1 0,-1 0 1,1 0-1,0 0 0,0 1 0,0-1 1,-1 0-1,1 0 0,0 0 0,0 0 1,0 0-1,-1 0 0,1-1 0,0 1 1,0 0-1,0 0 0,-1-1 1,1 1-1,1-1 0,27-16-123,56-76-684,-84 92 821,-1 1 1,0-1-1,1 0 1,-1 0 0,0 1-1,1-1 1,-1 1-1,1-1 1,-1 0 0,1 1-1,0-1 1,-1 1-1,1-1 1,-1 1-1,1-1 1,0 1 0,-1 0-1,1-1 1,0 1-1,0 0 1,-1 0-1,1-1 1,0 1 0,0 0-1,-1 0 1,1 0-1,0 0 1,1 0-1,7 19 2292,-9-17-2221,0 0-1,1 1 1,0-1-1,-1 0 1,1 0-1,0 0 1,0 0-1,0 0 1,0 0 0,0 0-1,1 0 1,-1 0-1,1 0 1,-1-1-1,1 1 1,-1-1-1,4 3 1,-1-2-95,-1-1 1,1 0 0,0 0 0,0 0-1,0 0 1,0 0 0,0-1-1,0 0 1,0 0 0,0 0-1,0 0 1,0-1 0,0 1-1,0-1 1,0 0 0,0 0-1,0 0 1,-1-1 0,1 0-1,4-2 1,4-4-124,0 0 0,0-1 0,-1-1 0,13-13 0,8-6 283,-31 27-19,0 1-93,-1 1 0,1-1 0,-1 1 0,1-1 0,0 0 0,0 1 0,-1-1 0,1 1 0,0-1 0,0 1 0,0 0 0,-1-1 0,1 1 0,0 0 0,0 0 0,0 0 0,0-1 0,0 1 0,0 0 0,-1 0 0,3 0 0,-1 1-42,-1 1 0,1-1 0,0 0 0,-1 1 0,1-1 0,-1 1 0,1-1 0,-1 1 0,0 0 0,0-1 0,0 1 0,0 0 0,0 0 0,0 0 0,0 0 0,0 0 0,0 2 0,3 5 0,-3-7-212,1 0-1,-1 0 1,1-1-1,0 1 1,0 0-1,-1-1 1,1 1-1,0-1 1,0 0-1,0 1 1,1-1 0,2 1-1,30 2-6547,-16-4-2927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4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48,'0'0'24889,"-8"26"-21696,-24 85-1501,28-91-1297,0 0 1,2 1-1,0 0 1,1 0-1,4 33 1,-1 1 99,-2-31-510,0 97-3158,0-120 2925,0-1 0,0 1 1,0 0-1,-1 0 0,1 0 1,0 0-1,-1-1 1,1 1-1,0 0 0,-1 0 1,1-1-1,-1 1 0,1 0 1,-1-1-1,1 1 1,-1-1-1,0 1 0,1 0 1,-1-1-1,0 1 1,1-1-1,-1 0 0,0 1 1,0-1-1,1 0 0,-1 1 1,0-1-1,0 0 1,0 0-1,-1 1 0,1-1-550,-1 0-1,0 0 0,1 0 1,-1 0-1,1 0 0,-1 0 0,1 0 1,-1 0-1,0 0 0,1-1 1,-1 1-1,1-1 0,-1 1 1,1-1-1,-1 0 0,1 1 0,-2-3 1,-11-14-6139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4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3714,'0'0'18395,"22"-13"-15994,66-35-632,-87 48-1705,0-1 1,0 1-1,0-1 1,0 1-1,1 0 1,-1-1-1,0 1 1,0 0-1,0 0 1,1 0-1,-1 0 1,0 0-1,0 0 1,0 0-1,1 0 1,-1 1-1,0-1 1,0 0-1,0 1 1,0-1 0,1 1-1,-1-1 1,0 1-1,0 0 1,0-1-1,0 1 1,0 0-1,0 0 1,-1-1-1,1 1 1,0 0-1,0 0 1,0 0-1,-1 0 1,1 0-1,-1 0 1,1 0-1,-1 1 1,1-1-1,-1 0 1,0 0-1,1 2 1,1 5 457,-1-1 1,0 1-1,0-1 1,-1 15-1,0-18-183,0-2-300,-1 1 0,1-1 0,-1 1 0,0-1 0,1 0 0,-1 0 0,0 1 0,-1-1 0,1 0 0,0 0 0,-1 0 0,1 0 0,-1 0 0,1 0 0,-1 0 0,0-1 0,0 1 0,0-1 0,0 1 0,-4 1 0,-56 28-121,19-11 600,40-18-810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4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14231,'0'0'10927,"-5"23"-7835,-1 5-2346,-1 4 186,1 1-1,-3 44 1,-4 60-211,-2 60-466,15-196-265,0 0-1,0-1 1,0 1 0,0 0-1,0-1 1,0 1 0,0 0-1,0-1 1,1 1 0,-1-1-1,0 1 1,0 0 0,1-1-1,-1 1 1,0-1 0,1 1-1,-1-1 1,0 1 0,1-1-1,-1 1 1,1-1 0,-1 1-1,1-1 1,-1 0 0,1 1-1,-1-1 1,1 0 0,-1 1-1,1-1 1,0 0 0,0 0-1,24-2-851,-18 0 440,-1 0-1,1-1 0,-1 0 0,0 0 0,8-6 0,38-36-8349,-30 18 384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5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12678,'0'0'17560,"75"27"-16936,-61-25-480,-8-2-144,1 0-144,7 0-768,-8 2-721,1-2-352,0 0-1633,0 0-640,6 0-2000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5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 1409,'0'0'23677,"-5"10"-21535,-23 41-265,-2 0 0,-48 60 0,41-61-2307,2 1 0,-43 84 0,65-91-2510,12-24-4952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5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9316,'0'0'17904,"-7"26"-15692,-24 83-379,22-87-1626,0-1 1,-2-1-1,0 0 1,-16 22-1,20-34-171,1 1-1,0 1 1,0-1 0,1 1 0,0 0 0,1 0-1,0 1 1,0-1 0,1 1 0,1 0-1,0-1 1,-2 21 0,4-29-37,0-1-1,1 0 1,-1 1 0,0-1 0,0 1-1,1-1 1,-1 0 0,1 1 0,-1-1-1,1 0 1,-1 0 0,1 1 0,0-1-1,0 0 1,-1 0 0,1 0 0,0 0-1,0 0 1,0 0 0,0 0 0,1 0-1,0 1 1,2 0-15,-1-1 0,1 1 0,-1-1-1,1 1 1,0-1 0,0 0 0,0-1 0,4 1 0,10 1-315,0-2 1,31-3-1,-44 3 192,6-3-1123,1 0 0,-1 0 0,0-1 0,0 0 0,0-1 0,0 0 0,-1-1 0,13-9 0,-20 13 727,37-24-8133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6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13366,'0'0'12713,"7"-3"-11614,-4 2-1052,-1-1 41,0 1 0,0 0 0,1 0 0,-1 0 0,0 0 0,1 0 0,-1 1 0,0-1 1,1 1-1,-1-1 0,1 1 0,-1 0 0,1 0 0,-1 0 0,1 0 0,-1 0 0,1 1 0,-1-1 0,1 1 0,-1 0 0,0-1 0,1 1 0,-1 0 1,0 1-1,0-1 0,1 0 0,-1 1 0,0-1 0,0 1 0,-1-1 0,1 1 0,3 3 0,6 13 100,0 0 1,0 0-1,-2 1 0,0 0 1,-2 1-1,0 0 0,-1 0 0,-1 1 1,0 0-1,-2-1 0,-1 1 0,0 0 1,-2 26-1,-1-41-255,1-1 1,-1 0-1,0 1 1,0-1-1,-1 0 1,0 0-1,0 0 1,0 0-1,0 0 1,-1 0-1,-3 5 1,4-8-41,0 1 1,0 0 0,0-1 0,0 0 0,0 1 0,0-1 0,-1 0-1,1 0 1,-1 0 0,0 0 0,1-1 0,-1 1 0,0-1 0,0 0-1,0 0 1,0 0 0,0 0 0,0 0 0,-7 0 0,10-21-9974,6-7-1474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8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 2577,'-2'0'15571,"4"0"-15415,40-2 4434,29 1-2960,-66 1-1594,-1 1 0,1 0 0,0 0 0,-1 1 0,1-1 0,-1 1 1,0 0-1,1 0 0,-1 0 0,0 1 0,0-1 0,5 5 0,19 22 199,-1 1-1,-2 1 1,25 40 0,-31-43-107,-14-19-38,1 0-1,-2 1 1,1-1 0,-1 1 0,-1 0 0,0 0-1,0 0 1,-1 1 0,0-1 0,-1 1-1,0-1 1,-1 1 0,0 0 0,0-1-1,-2 1 1,-2 16 0,2-21 51,-1 0 0,1 0 0,-1-1 0,0 1-1,0 0 1,-1-1 0,1 0 0,-1 0 0,-1 0 0,-5 5 0,-57 44 995,10-8-199,52-43-3457,6-10 962,8-10-922,24-22-9082,-18 11 2139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6:59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15 4722,'-1'-3'17711,"1"3"-17635,0-1 0,-1 0-1,1 1 1,0-1 0,-1 1 0,1-1 0,0 0-1,-1 1 1,1-1 0,-1 1 0,1-1 0,-1 1-1,1 0 1,-1-1 0,1 1 0,-1 0 0,1-1-1,-1 1 1,0 0 0,1-1 0,-1 1 0,0 0-1,1 0 1,-1 0 0,0 0 0,1 0-1,-2 0 1,-2 0 141,-14-1 493,1 1 0,-1 0 0,0 2 0,0 0 0,0 1 0,1 1-1,-23 8 1,25-6-562,-12 5 297,1 1 1,-28 16-1,48-25-393,1 1 0,-1 0 0,1 0 0,0 0 0,0 0 0,0 1 0,1 0 0,-1 0 0,1 0 0,0 0 0,1 1 0,-1-1 0,1 1 0,1 0 0,-4 8 0,5-10-52,0-1-1,0 1 1,1 0 0,-1-1-1,1 1 1,0 0 0,0-1-1,1 1 1,-1 0 0,1-1-1,-1 1 1,1 0 0,0-1-1,1 1 1,-1-1 0,1 0-1,-1 1 1,1-1 0,0 0-1,0 0 1,4 4 0,2 1-7,1 0 0,0 0 0,0-1 0,1 0 0,13 6 0,5 4-24,-27-16 31,-1-1 0,1 1 0,0-1 0,-1 1 0,1 0 0,-1-1 0,1 1 0,-1 0 0,1-1 1,-1 1-1,1 0 0,-1 0 0,1-1 0,-1 1 0,0 0 0,0 0 0,1 0 0,-1 0 0,0-1 0,0 1 0,0 0 0,0 0 0,0 0 0,0 0 0,0 0 0,0-1 1,0 1-1,-1 0 0,1 0 0,0 0 0,0 0 0,-1-1 0,1 1 0,-1 0 0,1 0 0,0-1 0,-1 1 0,0 0 0,1-1 0,-1 1 0,1 0 0,-1-1 0,0 1 0,1-1 1,-2 1-1,-38 29 72,33-26-67,-29 17-565,-39 15-1,65-30 265,17-11-332,1 1 0,1 1-1,-1 0 1,1 0 0,-1 1 0,1 0-1,0 0 1,-1 1 0,18-1-1,-25 2 596,0 1 0,0-1 0,0 0 0,0 1 0,0-1 0,0 0 0,0 1 0,0-1 0,-1 1 0,1-1 0,0 1 0,0 0 0,-1-1 0,1 1 0,0 0 0,-1 0 0,1-1 0,0 1 0,-1 0-1,1 0 1,-1 0 0,1 0 0,-1 0 0,0 0 0,1 0 0,-1 0 0,0 0 0,0 0 0,0 0 0,0 0 0,0 1 0,2 38 62,-3-31-57,0 5 159,-1-1 1,-1 1-1,0-1 1,-1 1-1,-1-1 1,0 0-1,-1-1 1,0 1-1,0-1 1,-14 17-1,9-11 728,1 0 0,0 1 0,-12 33 0,22-52-820,0 0-1,0 0 1,0 1-1,0-1 1,0 0-1,0 1 0,0-1 1,0 0-1,0 1 1,0-1-1,0 0 1,0 1-1,1-1 1,-1 0-1,0 0 1,0 1-1,0-1 1,0 0-1,0 0 0,1 1 1,-1-1-1,0 0 1,0 0-1,0 1 1,1-1-1,-1 0 1,0 0-1,0 0 1,1 1-1,-1-1 1,0 0-1,0 0 0,1 0 1,-1 0-1,0 0 1,1 0-1,-1 1 1,1-1-1,19 1 465,22-7-227,-4-10-126,-1-1 1,0-2 0,65-46 0,-98 62 42,4-1 318,-19 6-223,-4 7-3788,-4 1-6777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2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4226,'0'0'25249,"9"2"-23246,-4-1-1957,0 0 0,-1 1 0,1 0 0,-1 0 1,1 0-1,-1 1 0,0-1 0,0 1 0,0 0 0,0 0 0,-1 0 0,1 1 0,-1-1 0,0 1 0,0 0 0,0 0 0,0 0 0,-1 0 0,0 0 0,0 1 0,0-1 0,0 1 0,0-1 0,-1 1 0,0 0 0,0 0 0,0 5 0,-1 35-46,0-44 0,0-1 0,0 0 0,0 0 0,1 1 0,-1-1 0,0 0 0,0 1 0,0-1 0,0 0 0,1 0 0,-1 1 0,0-1 0,0 0 0,1 0 0,-1 1 0,0-1 0,0 0 0,1 0 0,-1 0 0,0 1 0,1-1 0,-1 0 0,0 0 0,1 0 0,-1 0 0,0 0 0,1 0 0,-1 0 0,0 0 0,1 0 0,-1 0 0,0 0 0,1 0 0,-1 0 0,0 0 0,1 0 0,-1 0 0,0 0 0,1 0 0,-1 0 0,0-1 0,1 1 0,-1 0 0,0 0 0,0 0 0,1-1 0,-1 1 0,0 0 0,0 0 0,1 0 0,-1-1 0,0 1 0,1-1 0,-1 1 0,16-13 0,0 0 0,0-1 0,19-25 0,-18 20 0,1 1 0,25-21 0,-43 39 0,1 0 0,-1 0 0,0 0 0,0-1 0,0 1 0,1 0 0,-1 0 0,0 0 0,0 0 0,1-1 0,-1 1 0,0 0 0,1 0 0,-1 0 0,0 0 0,0 0 0,1 0 0,-1 0 0,0 0 0,1 0 0,-1 0 0,0 0 0,0 0 0,1 0 0,-1 0 0,0 0 0,1 0 0,-1 0 0,0 0 0,0 0 0,1 1 0,-1-1 0,0 0 0,0 0 0,1 0 0,-1 0 0,0 1 0,0-1 0,1 0 0,-1 0 0,0 0 0,0 1 0,0-1 0,0 0 0,1 0 0,-1 1 0,0-1 0,0 0 0,0 1 0,0-1 0,5 25 0,4 12 0,-1-23-245,-7-11-158,0 0 0,1 0 0,0 0 1,-1 0-1,1 0 0,0 0 0,0 0 1,0 0-1,1-1 0,-1 1 0,1-1 1,-1 0-1,1 1 0,0-1 0,0 0 1,0-1-1,0 1 0,0-1 1,0 1-1,1-1 0,-1 0 0,0 0 1,8 1-1,3-2-8671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3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9 109 13558,'0'0'10648,"20"-3"-8341,32-4-1438,-1 1 216,0-3-1,92-27 0,-142 36-1078,0 0-1,0 0 0,-1-1 1,1 1-1,0 0 0,0-1 1,-1 1-1,1 0 0,0-1 0,-1 1 1,1-1-1,-1 1 0,1-1 1,-1 1-1,1-1 0,-1 0 1,1 1-1,-1-1 0,1 0 1,-1 1-1,1-1 0,-1 0 1,0 0-1,0 1 0,1-1 0,-1 0 1,0 0-1,0 1 0,0-1 1,0 0-1,0 0 0,0 0 1,0-1-1,-1 1-4,1 0 0,-1 0 0,1 0-1,-1 0 1,0 0 0,1 0 0,-1 0 0,0 0 0,0 1-1,0-1 1,0 0 0,0 0 0,0 1 0,0-1 0,0 0 0,0 1-1,0-1 1,0 1 0,0 0 0,0-1 0,0 1 0,-3-1-1,-30-3 190,0 1-1,-1 1 1,-55 5-1,85-3-159,-1 1 0,1 0 0,-1 0 1,1 0-1,-1 0 0,1 1 0,0 0 0,-1 0 0,1 1 0,0-1 0,1 1 0,-1 0 0,0 0 1,1 1-1,0 0 0,0-1 0,0 1 0,0 1 0,0-1 0,1 0 0,0 1 0,0 0 0,0 0 0,0 0 1,1 0-1,0 0 0,0 0 0,1 1 0,-1-1 0,1 1 0,0-1 0,0 1 0,1-1 0,0 1 1,0 0-1,0-1 0,1 1 0,2 10 0,-2-12-209,1 0 0,0 0 1,0 0-1,0 0 0,1 0 0,-1 0 1,1-1-1,0 1 0,0-1 0,0 0 0,1 0 1,-1 0-1,1 0 0,-1-1 0,1 1 1,0-1-1,0 0 0,0 0 0,1 0 0,-1-1 1,0 0-1,0 1 0,7-1 0,8 3-2113,1-1 0,0-1 0,39-1 0,-6-3-9348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3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20 170 11749,'0'0'20658,"-3"5"-20322,1-2-335,0-1 1,0 1-1,0 0 1,1 0-1,-1 1 1,1-1-1,0 0 1,0 0-1,0 1 1,0-1-1,1 0 1,-1 1-1,1-1 1,0 1-1,0-1 1,0 1-1,1-1 1,-1 0-1,2 7 1,-1-8-2,1 1 0,-1-1-1,0 1 1,0-1 0,1 0 0,0 0 0,-1 0-1,1 0 1,0 0 0,0 0 0,0 0 0,0-1-1,0 1 1,1 0 0,-1-1 0,0 0-1,1 0 1,-1 0 0,1 0 0,-1 0 0,1 0-1,-1-1 1,1 1 0,0-1 0,-1 1 0,1-1-1,0 0 1,2-1 0,4 2-178,-1-2 0,0 1 1,0-1-1,1-1 0,-1 1 0,0-1 0,0-1 0,-1 1 1,1-1-1,0-1 0,-1 0 0,0 0 0,0 0 1,0-1-1,0 0 0,-1 0 0,0 0 0,0-1 0,0 0 1,-1 0-1,0-1 0,7-10 0,-2 2 1627,1 20 1050,3 4-3037,-4-4 502,1-1 0,-1-1 0,1 0 0,0 0 0,0-1 0,0 0 0,1-1 0,-1 0 0,0-1 1,0-1-1,1 0 0,17-3 0,-27 3 33,-1 0 0,1 1-1,0-1 1,-1 0 0,0 0 0,1 0 0,-1 0 0,1 0 0,-1 0 0,0-1 0,0 1-1,0 0 1,0-1 0,0 1 0,0-1 0,0 1 0,0-1 0,0 1 0,-1-1 0,1 0-1,-1 1 1,1-1 0,-1 0 0,0 1 0,1-4 0,0-50 431,-2 37-76,0 11-319,-1 0 1,0 0 0,0 0-1,-1 0 1,0 1 0,0-1-1,-1 1 1,0 0 0,0 0-1,0 0 1,-8-8 0,3 2-19,8 11-400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42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0 578 4130,'0'0'12152,"2"-22"-9919,0 8-1940,0-18 730,3-1-1,0 0 1,13-38-1,131-300 254,-149 372-1277,0-1 1,0 0-1,0 1 0,0-1 1,1 0-1,-1 1 1,0-1-1,0 0 0,0 1 1,0-1-1,1 0 1,-1 0-1,0 1 0,0-1 1,1 0-1,-1 0 1,0 0-1,0 1 0,1-1 1,-1 0-1,0 0 1,1 0-1,-1 0 0,0 1 1,1-1-1,-1 0 1,0 0-1,1 0 0,-1 0 1,0 0-1,1 0 1,-1 0-1,0 0 0,1 0 1,-1 0-1,0 0 1,1 0-1,-1 0 0,0 0 1,1-1-1,-1 1 1,0 0-1,1 0 0,-1 0 1,0 0-1,1-1 1,-1 1-1,0 0 0,0 0 1,1 0-1,-1-1 1,0 1-1,0 0 0,0-1 1,1 1-1,-1 0 1,0 0-1,0-1 0,0 1 1,0 0-1,1-1 1,8 42-2,-6-24 102,3 1 46,0-1 0,1 1 0,17 29-1,-21-41-120,1 0-1,0 0 1,0 0-1,0-1 1,1 1-1,0-1 1,0 0-1,0-1 1,0 1-1,1-1 0,0 0 1,0-1-1,10 5 1,-14-7-16,0 0 0,0-1 0,0 0 0,1 1 0,-1-1 0,0 0 0,0 0 0,0 0 0,0 0 0,0-1 0,1 1 0,-1 0 0,0-1 0,0 0 0,0 1 0,0-1 0,0 0 0,0 0 0,1-1 0,2-2 3,-1 1-1,1-1 0,-1 0 1,0 0-1,-1 0 0,1 0 1,3-7-1,5-8 22,-2 0 1,15-39-1,-22 52-20,8-28 7,-10 27 142,1 1 0,-1 0 0,2 0 0,-1 1 0,1-1-1,0 0 1,3-5 0,-4 9 1106,1 13-700,1 0 1,-2 1 0,1-1 0,-1 0 0,0 22-1,2 4-35,1-7-315,1-1-1,2 0 0,11 28 0,-13-42-443,0 0 0,1-1-1,1 0 1,0 0 0,1-1-1,0 0 1,15 15 0,-4-21-6231,-6-10-3521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42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10597,'0'0'17048,"102"50"-16152,-89-41-816,-6 0-80,7-4-48,-7-3-944,6-2-1105,1 0-993,-1 0-800,8-5-2560,-1-13-498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42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528 1 2321,'0'0'20842,"-74"129"-18281,33-68-608,-13 4-465,0 5-527,0 2-481,-7-4-240,7-3-224,6-8-32,7-10-720,14-11-1137,14-13-992,6-14-2002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43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1 10213,'0'0'7923,"-12"26"-3908,-84 178 230,59-132-2742,-21 46 362,53-104-1783,0-1 0,1 1 0,0 0 1,1 1-1,0-1 0,0 24 0,3-37-91,1 0-1,-1 0 1,0-1-1,1 1 1,-1 0-1,1-1 1,-1 1-1,1 0 1,-1-1-1,1 1 1,-1-1-1,1 1 1,0-1-1,-1 1 1,1-1-1,0 1 1,0-1-1,-1 0 1,1 1-1,0-1 1,0 0-1,-1 0 1,1 1-1,0-1 1,0 0-1,0 0 1,-1 0-1,1 0 1,0 0-1,0 0 1,0 0-1,1-1 1,31-2-17,-16-2 29,-1 0-1,0-1 0,-1 0 0,1-1 0,-1-1 0,17-12 0,3-4-275,43-39 0,-68 55 223,-1 0 0,0-1 0,0-1 0,-1 1 0,0-2 0,-1 1 0,0-1 0,0 0 0,-1 0 0,-1 0 0,0-1-1,-1 0 1,0 0 0,0-1 0,-2 1 0,1 0 0,-2-1 0,1 0 0,-2 0 0,0 1 0,-2-20 0,1 28 55,0-1 0,-1 1 0,0-1 0,0 1 0,0-1-1,0 1 1,-1 0 0,0 0 0,1 0 0,-1 0 0,-1 1 0,1-1 0,-1 1 0,1 0 0,-1 0 0,0 0 0,0 0 0,0 1 0,0 0 0,-1 0 0,1 0 0,-1 0 0,1 0 0,-1 1 0,-9-1 0,-11-3-238,-1 2-1,1 0 1,-44 3 0,46 0-353,15 0 23,0 1 1,0 0 0,1 0-1,-1 0 1,0 1 0,0 1-1,-9 3 1,-25 20-8999,28-10 2342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43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6323,'0'0'13494,"115"95"-10501,-74-72-992,-7 2-544,-7-3-336,0-1-529,0-1-448,-7-4-112,-6 0-32,-7-3-112,-7-4-592,6 0-785,-6-4-1809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44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12182,'0'0'15110,"3"19"-13527,12 57-572,-15-74-983,1 0 0,-1 1 0,1-1 1,0 0-1,-1 0 0,1 1 0,0-1 0,0 0 1,1 0-1,-1 0 0,0 0 0,1 0 1,-1-1-1,1 1 0,-1 0 0,1-1 0,0 1 1,0-1-1,0 1 0,0-1 0,0 0 1,0 0-1,0 0 0,0 0 0,1 0 0,-1 0 1,0-1-1,0 1 0,1-1 0,-1 1 0,0-1 1,1 0-1,-1 0 0,0 0 0,1 0 1,-1-1-1,0 1 0,3-1 0,3-1-180,0 0 0,0-1 0,0 0-1,0 0 1,-1-1 0,1 0 0,11-8-1,48-48-1402,-66 63 1777,-1 0 1,1 0-1,0 0 0,0 0 0,0 0 1,0-1-1,1 1 0,-1 0 1,1-1-1,-1 1 0,1-1 1,0 0-1,0 1 0,0-1 0,4 3 1,-2 0-672,1 0 0,-1-1 0,1 1 1,0-1-1,0 0 0,1-1 0,-1 1 0,1-1 1,8 4-1,44-4-8393,-29-3 214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44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73 7043,'0'0'16421,"1"11"-15372,6 36-164,-6-46-849,0 1 1,0 0-1,0 0 0,0-1 0,1 1 0,-1 0 1,1-1-1,-1 1 0,1-1 0,-1 0 0,1 0 1,0 1-1,0-1 0,-1 0 0,1 0 0,0-1 1,0 1-1,0 0 0,0-1 0,0 1 0,0-1 0,0 1 1,0-1-1,0 0 0,1 0 0,-1 0 0,0 0 1,2-1-1,5 2 37,4 0-124,0 0 0,0-1-1,0 0 1,0 0 0,0-2-1,18-3 1,-28 4-38,0 0-1,1 0 1,-1 0 0,0-1 0,0 1-1,0-1 1,-1 0 0,1 1-1,0-1 1,-1 0 0,1-1 0,-1 1-1,1 0 1,-1-1 0,0 0 0,0 1-1,0-1 1,-1 0 0,1 0 0,-1 0-1,1 0 1,-1 0 0,0 0 0,0 0-1,0-1 1,-1 1 0,1 0-1,-1 0 1,0-1 0,0-4 0,0 5 105,-1-1 1,1 1-1,-1 0 1,0 0-1,0 0 1,0 0 0,-1 0-1,1 0 1,-1 0-1,1 0 1,-1 0-1,0 1 1,0-1-1,0 0 1,-1 1 0,1 0-1,0 0 1,-1 0-1,0 0 1,1 0-1,-1 0 1,0 0-1,0 1 1,0 0 0,0 0-1,0-1 1,0 2-1,-1-1 1,1 0-1,0 1 1,-4-1-1,1 0 169,0 0-1,0 0 0,0 1 1,0 0-1,-1 0 0,1 0 1,0 1-1,0 0 0,0 0 1,0 1-1,0 0 0,1 0 0,-1 0 1,0 0-1,1 1 0,-10 6 1,10-4-22,0 0 1,0 0-1,0 1 1,0 0-1,1 0 1,0 0-1,0 1 1,1-1-1,0 1 1,0 0-1,0 0 1,1 0-1,0 0 1,0 0-1,1 0 1,0 1 0,0-1-1,1 0 1,0 1-1,0-1 1,1 1-1,-1-1 1,3 8-1,-1-9-353,0 0-1,0 0 1,0 0 0,0 0 0,1 0-1,0-1 1,0 1 0,1-1-1,-1 0 1,1 0 0,0 0-1,1-1 1,-1 1 0,1-1-1,0 0 1,0 0 0,0-1 0,0 1-1,1-1 1,0 0 0,-1-1-1,1 1 1,0-1 0,0 0-1,0-1 1,13 2 0,-17-3 13,67 5-6242,-25-13-3177,-10-12 344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44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20 8468,'0'0'18550,"-4"8"-16693,2-2-1517,-1 0 0,1 0 0,0 1 0,0-1 0,1 1 0,-1 11 0,2-15-277,0-1 0,0 1 0,0 0 0,1-1 0,-1 1 0,1 0 0,-1-1 0,1 1 0,0-1 0,0 1 0,1-1 0,-1 1 0,0-1 0,1 0 0,-1 0 0,1 1 0,0-1 0,0 0 0,0-1 0,0 1 0,0 0 0,0 0 0,4 1 0,0 0-155,-1 0 0,1-1-1,-1 0 1,1 0 0,0 0 0,0-1 0,-1 0 0,1 0-1,0 0 1,0-1 0,0 0 0,0 0 0,0-1-1,0 1 1,0-1 0,0 0 0,0-1 0,0 0 0,-1 0-1,1 0 1,-1 0 0,1-1 0,6-4 0,-5 2-45,0 0 0,0 0 0,0 0 0,-1-1 0,0 0 0,0 0 0,0-1-1,-1 0 1,0 0 0,0 0 0,-1 0 0,0-1 0,0 0 0,-1 1 0,5-17 0,-3 9 1226,-7 33 958,0 8-778,2-24-1460,1 0-1,-1 0 1,0 0 0,1 0-1,0 0 1,-1 0 0,1 1 0,0-1-1,0-1 1,0 1 0,0 0-1,0 0 1,1 0 0,-1-1-1,1 1 1,-1 0 0,1-1-1,-1 1 1,1-1 0,0 0 0,0 0-1,-1 1 1,1-1 0,0 0-1,0-1 1,0 1 0,0 0-1,0-1 1,5 2 0,4 0-1830,1 0 0,-1 0 0,1-2-1,12 1 1,-9-1-8114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45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9428,'0'0'16013,"18"3"-14740,45 5-250,84 1 0,-146-9-1023,1 0 1,-1 0-1,0 0 0,0 0 1,1 0-1,-1-1 1,0 1-1,0 0 1,0-1-1,1 1 0,-1-1 1,0 1-1,0-1 1,0 0-1,0 1 0,0-1 1,0 0-1,0 0 1,0 0-1,0 0 1,0 0-1,-1 1 0,1-2 1,1-1-1,-1 1-2,0-1 1,0 0-1,-1 1 0,1-1 0,-1 0 0,1 0 0,-1 1 0,0-1 1,0 0-1,0 0 0,-1-3 0,1 2 9,-1-1 0,0 0 0,0 1 0,0-1 0,-1 1 0,0-1 0,0 1 0,0 0-1,0 0 1,0-1 0,-1 2 0,0-1 0,-6-6 0,3 5 125,-1 1-1,0 0 1,0 1-1,0-1 1,0 1-1,0 1 1,-1-1-1,1 1 1,-1 1-1,0-1 1,1 2 0,-1-1-1,0 1 1,-12 0-1,17 1-68,-1-1 0,0 1 0,1 0 0,-1 0-1,0 0 1,1 1 0,-1-1 0,1 1 0,-1 0 0,1 0 0,0 0 0,0 0-1,0 1 1,0-1 0,0 1 0,1 0 0,-1 0 0,1 0 0,0 0-1,0 0 1,0 0 0,0 0 0,0 1 0,1-1 0,-1 1 0,1-1 0,0 1-1,0 0 1,0 0 0,0 6 0,-1 2-83,1 0 0,0 1 0,1-1 0,1 0 1,2 18-1,-3-26-14,1 0 0,1 0 0,-1 0 0,0-1 0,1 1 0,0-1 0,0 1 0,0-1 0,0 0 0,1 0 0,-1 0 0,1 0 0,0 0 0,-1 0 0,1-1 0,1 1 0,-1-1 0,0 0 0,0 0 0,1 0 0,4 1 0,5 2-1016,0-1 0,0-1-1,0 0 1,1-1 0,-1 0 0,27 0 0,43-9-9866,-24-10-2333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45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170 184 11589,'0'0'13916,"-21"26"-10357,-62 83-1441,76-100-1982,1 1 0,0 0 0,1 0-1,0 0 1,0 0 0,1 1 0,1 0 0,0 0-1,0 0 1,-2 22 0,-2 9-45,4-16-431,1-6-337,0-34-104,5-5 28,1-1-1,0 0 1,1 1 0,1 0-1,1 0 1,1 0 0,11-18 0,0-6-771,-12 27 968,-3 5 343,0-1 0,1 1 0,1 0 0,0 0 0,0 1 0,1 0 0,15-17 0,-22 27 253,0-1 0,1 1 0,-1 0 0,0-1 0,1 1 0,-1 0 0,1 0-1,-1-1 1,0 1 0,1 0 0,-1 0 0,1 0 0,-1 0 0,1 0 0,-1-1 0,1 1 0,-1 0 0,0 0 0,1 0 0,-1 0 0,1 0-1,-1 1 1,1-1 0,-1 0 0,1 0 0,-1 0 0,1 0 0,-1 0 0,0 1 0,1-1 0,-1 0 0,1 0 0,-1 1 0,0-1 0,1 0-1,-1 1 1,0-1 0,1 0 0,-1 1 0,0-1 0,1 1 0,7 19 1594,-6-16-1527,-1 2 133,6 16 369,1 0 0,1 0 0,1 0 0,14 21 0,-21-38-585,0 0 0,1 0 0,0 0 0,0 0-1,1-1 1,-1 1 0,1-1 0,0-1 0,0 1-1,0-1 1,1 1 0,-1-2 0,1 1 0,0 0-1,-1-1 1,1 0 0,0-1 0,0 1 0,1-1-1,10 0 1,-12 0-26,0-1 0,0 0-1,0 0 1,0-1-1,0 1 1,0-1 0,0 0-1,0-1 1,0 1-1,0-1 1,0 0 0,-1 0-1,1 0 1,-1-1 0,1 0-1,-1 0 1,0 0-1,0 0 1,0-1 0,-1 1-1,1-1 1,-1 0 0,0 0-1,0 0 1,0 0-1,-1-1 1,5-9 0,3-8 7,-1 0 0,-1-1 1,0 0-1,-2 0 1,5-37-1,-5 5 1465,-2-70 0,-18 159-1860,11-18-662,0 1 0,1 1 0,0 17 0,8 22-9451,5-34 2004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46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71 9732,'0'0'16696,"-14"6"-14866,-42 23-472,53-27-1288,0 0 0,0 0 0,1 0 0,0 0-1,-1 1 1,1-1 0,0 1 0,0 0 0,0-1-1,0 1 1,1 0 0,-1 0 0,1 0 0,0 0 0,0 0-1,0 1 1,0-1 0,0 0 0,1 0 0,0 1-1,-1-1 1,1 0 0,0 1 0,1-1 0,-1 0 0,2 7-1,-1 8-81,-1-16 11,1-1 1,-1 1-1,0 0 0,1-1 1,0 1-1,-1 0 0,1-1 0,0 1 1,0-1-1,0 1 0,0-1 1,0 0-1,0 1 0,0-1 1,0 0-1,1 0 0,-1 0 0,1 0 1,-1 0-1,0 0 0,1 0 1,0 0-1,-1 0 0,1-1 0,-1 1 1,1-1-1,0 1 0,-1-1 1,1 0-1,3 1 0,64 3-409,-60-4 266,-1-1-2,-1 0 1,1 0-1,-1 0 1,0-1-1,1-1 1,-1 1 0,0-1-1,-1 0 1,1-1-1,0 1 1,-1-1-1,0-1 1,0 1-1,0-1 1,0 0-1,5-6 1,-7 6 99,1 0 0,-1-1 0,0 1 0,0-1 0,0 0-1,-1 0 1,0 0 0,0 0 0,0-1 0,-1 1 0,0-1 0,0 1 0,-1-1 0,0 0 0,0 0 0,0 0 0,-1 1 0,-1-10 0,1 13 67,-1 1 1,0-1-1,0 0 1,0 0-1,-1 1 1,1-1-1,-1 0 1,1 1-1,-1 0 1,0-1-1,0 1 1,0 0-1,0 0 1,0 0-1,-1 0 1,1 0-1,0 1 1,-1-1-1,1 1 1,-1-1-1,0 1 1,0 0-1,1 0 1,-1 0-1,-5 0 1,-6-2 34,0 0-1,0 1 1,-29 1-1,42 1-122,0 0 1,0 0-1,0 1 0,0-1 0,0 0 0,0 1 0,0-1 0,0 1 1,0-1-1,0 1 0,0-1 0,0 1 0,0 0 0,1-1 0,-1 1 1,0 0-1,0 0 0,1 0 0,-1 0 0,1-1 0,-1 1 0,0 0 1,1 0-1,0 0 0,-1 0 0,1 0 0,-1 2 0,-4 33-7959,5-20 63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46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224 537 12822,'0'0'16503,"-12"-6"-15593,3 2-746,6 1-119,-1 1-1,0 0 1,0 0 0,0 0-1,0 1 1,0-1 0,0 1-1,0 0 1,0 0-1,-1 0 1,1 1 0,0-1-1,-1 1 1,1 0 0,-1 0-1,1 1 1,0 0-1,-1-1 1,-3 3 0,1-1 11,0 2 1,0-1 0,0 1 0,0 0-1,1 1 1,0 0 0,0 0 0,0 0-1,0 0 1,1 1 0,0 0 0,0 0-1,0 1 1,1-1 0,0 1 0,1 0-1,-1 0 1,1 0 0,1 1 0,-1-1-1,1 1 1,0-1 0,1 1 0,0 0-1,0 8 1,2-15-59,0 0-1,0 0 1,0 0-1,0 0 1,0-1-1,0 1 1,1 0-1,-1-1 1,0 1-1,0-1 1,1 1-1,-1-1 1,0 0 0,1 1-1,-1-1 1,0 0-1,1 0 1,-1 0-1,0 0 1,1 0-1,-1 0 1,0 0-1,1-1 1,-1 1-1,2-1 1,5 1-33,1-1-66,1-1-1,0 0 0,-1-1 0,1 1 0,-1-2 1,0 1-1,0-1 0,0-1 0,-1 0 1,1 0-1,-1-1 0,0 1 0,-1-2 1,10-9-1,8-8-480,-2-2 1,37-49-1,-14 5 294,-2-1 0,-4-2 0,32-83 0,-58 126 371,-10 22 178,0-1-1,0 0 1,0 0 0,-1 0 0,0 0-1,-1 0 1,2-17 0,-19 28 1932,6 6-2168,1-1 0,0 1 0,0 0 0,1 1 0,0 0 0,0 0 0,-8 15 0,-35 74-65,37-70 40,3 1 0,0 0 0,2 0 0,-9 57 0,11-22 0,1 80 0,5-142-94,-1 1-1,2 0 1,-1-1-1,0 1 1,0 0-1,1-1 1,0 1-1,-1 0 1,1-1-1,0 1 1,0-1-1,1 1 1,-1-1-1,0 0 1,1 1-1,-1-1 1,1 0-1,0 0 1,0 0-1,0 0 1,0-1-1,3 3 1,-3-3-79,0 0-1,0 0 1,1-1 0,-1 1-1,0-1 1,0 0-1,1 1 1,-1-1 0,0 0-1,0 0 1,1 0 0,-1-1-1,0 1 1,0-1 0,1 1-1,-1-1 1,0 0-1,0 1 1,0-1 0,0 0-1,0-1 1,0 1 0,0 0-1,0 0 1,-1-1 0,1 1-1,2-3 1,15-18-6756,-4-4-3686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47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9700,'0'0'15869,"7"12"-14311,23 36-211,-26-45-1256,0 0 0,0 0-1,0-1 1,0 1 0,0-1-1,0 0 1,1 0-1,-1-1 1,1 1 0,0-1-1,-1 0 1,1 0 0,0-1-1,0 1 1,-1-1-1,1 0 1,0 0 0,0-1-1,6 0 1,4 0 25,-5 1-77,0 0 1,0 0-1,0-1 0,0-1 0,0 0 0,17-5 0,-24 6-51,-1-1 1,1 1-1,-1 0 0,1-1 0,-1 1 0,1-1 1,-1 0-1,0 0 0,0 0 0,0 0 1,0 0-1,0 0 0,-1-1 0,1 1 0,-1-1 1,1 1-1,-1-1 0,0 1 0,0-1 1,0 0-1,0 0 0,-1 1 0,1-1 0,-1 0 1,0 0-1,1 0 0,-2-4 0,1 5 18,0 0-1,0-1 1,-1 1-1,1 0 1,-1-1-1,0 1 1,1 0-1,-1 0 1,0-1-1,-1 1 1,1 0-1,0 0 1,0 0-1,-1 0 0,1 1 1,-1-1-1,0 0 1,0 1-1,1-1 1,-1 1-1,0-1 1,0 1-1,0 0 1,-1 0-1,1 0 1,0 0-1,0 0 1,0 0-1,-1 1 1,1-1-1,0 1 1,-1 0-1,-3-1 1,-10 0 397,0 0 1,1 1-1,-30 4 1,41-3-386,0-1 1,0 1-1,0 0 0,0 1 0,1-1 1,-1 1-1,0-1 0,1 1 1,-1 0-1,1 0 0,0 1 0,0-1 1,0 1-1,0-1 0,0 1 1,0 0-1,1 0 0,-1 0 0,1 1 1,0-1-1,0 0 0,0 1 1,1-1-1,-1 1 0,1 0 0,-2 4 1,1 2-7,0-1 1,0 1-1,1 0 1,0-1-1,1 1 1,0 0-1,1 0 1,0-1-1,3 18 1,-2-22-132,0 0-1,0 0 1,0 0-1,1 0 1,-1 0 0,1-1-1,0 1 1,0-1 0,1 0-1,-1 0 1,1 0-1,0 0 1,0 0 0,1-1-1,-1 0 1,1 0-1,-1 0 1,1-1 0,0 1-1,0-1 1,0 0-1,0 0 1,0-1 0,1 0-1,-1 0 1,0 0 0,1 0-1,7-1 1,5 1-851,0-1 1,0-1-1,0-1 1,0 0-1,0-1 1,-1-1-1,23-8 1,8-6-9119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0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91 3458,'0'0'9241,"5"-15"-7587,1-3-1115,-3 9-24,0-1 0,1 1 0,0-1 0,10-9 6349,-15 55-5749,-7-2-217,-1 1 0,-28 63-1,26-73-752,1 0-1,1 0 0,2 1 1,0 0-1,2 0 0,-5 52 0,10-74-148,0 0-1,0 1 1,0-1-1,0 0 1,1 0 0,-1 0-1,1 0 1,1 1-1,-1-1 1,3 7-1,-2-9-1,0 0 0,0 0 0,0 0 1,1-1-1,-1 1 0,0 0 0,1-1 0,-1 0 0,1 1 0,-1-1 0,1 0 0,0 0 1,-1 0-1,1-1 0,0 1 0,3 0 0,20 3-261,1 0 0,38-1-1,13-5-3617,-78 2 3638,1 0 0,0 0 1,0-1-1,0 1 1,0 0-1,0 0 0,0 0 1,0-1-1,0 1 1,0 0-1,-1-1 0,1 1 1,0-1-1,0 1 1,0-1-1,-1 1 1,1-1-1,0 0 0,-1 1 1,1-1-1,0 0 1,-1 0-1,1 1 0,-1-1 1,0 0-1,1 0 1,-1 0-1,1 0 0,-1 0 1,0 1-1,0-1 1,1 0-1,-1 0 1,0 0-1,0 0 0,0 0 1,0 0-1,0 0 1,0 0-1,-1 0 0,1-1 1,0-15-6360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0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6835,'0'0'10821,"135"-31"-8212,-87 24-1024,13 0-641,-7 1-655,0 1-193,-13 3-96,-1-1-1425,1 1-1873,-14 2-4241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0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58 7700,'0'0'14195,"23"8"-12954,71 27-323,-90-33-875,0 0 0,0-1 0,1 1 0,-1-1 0,0 0 0,1 0 0,-1 0 0,1-1 0,-1 1 0,1-1 0,0 0 0,-1-1 0,6 0 0,4-1 56,-12 1-106,0 1-1,-1-1 1,1 1-1,0-1 1,0 0-1,-1 0 1,1 0-1,-1 0 1,1 0 0,-1 0-1,1 0 1,-1 0-1,0-1 1,1 1-1,-1 0 1,0-1-1,0 1 1,0-1-1,0 0 1,0 1-1,0-1 1,-1 0-1,1 0 1,0 1-1,-1-1 1,0 0-1,1 0 1,-1 0-1,0 0 1,0 1-1,0-1 1,0 0-1,0 0 1,0 0 0,-1 0-1,1 1 1,0-1-1,-1 0 1,0 0-1,1 0 1,-1 1-1,0-1 1,0 1-1,0-1 1,0 0-1,0 1 1,0 0-1,-1-1 1,1 1-1,-3-3 1,-9-1 121,0-1 1,0 2-1,0-1 1,-1 2-1,0 0 1,1 1-1,-1 0 1,0 1-1,0 0 1,-18 2-1,29-1-23,1 1 1,-1-1-1,1 1 1,-1 0-1,1-1 0,-1 1 1,1 0-1,0 0 1,-1 1-1,1-1 0,0 0 1,0 1-1,0 0 1,0-1-1,0 1 0,0 0 1,0 0-1,1 0 1,-1 0-1,1 0 0,-1 0 1,1 0-1,0 1 1,0-1-1,0 1 0,0-1 1,0 0-1,1 1 1,-1 0-1,1-1 0,-1 1 1,1-1-1,0 4 1,-1-1-55,1 0 0,0 1 0,0-1 0,0 1 1,1-1-1,-1 0 0,1 1 0,1-1 1,-1 0-1,1 0 0,0 1 0,0-1 0,0-1 1,1 1-1,5 9 0,-1-7-149,1 1 0,0-1 0,0-1 0,13 10 0,-12-11-711,0 0 0,0-1-1,1 0 1,12 4 0,-8-5-2025,0 0-1,-1-1 1,1 0 0,20-1-1,-6-1-3871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1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5330,'0'0'19537,"0"5"-17413,0 7-1187,-1-7-446,1 1 0,0 0-1,0-1 1,1 1 0,0 0-1,2 9 1,-2-13-465,0 0-1,0-1 1,0 1-1,0-1 1,0 1-1,0-1 1,0 1-1,0-1 1,0 0-1,1 1 1,-1-1-1,1 0 1,-1 0-1,1 0 1,-1 0-1,1 0 1,-1 0-1,1-1 1,0 1-1,0-1 1,-1 1-1,1-1 1,0 1-1,0-1 1,-1 0-1,1 0 1,0 0-1,2 0 1,5 0-29,1 0-207,1 0 0,-1 0 1,0-1-1,11-3 1,-17 3 80,-1 0 1,0 0 0,0-1 0,0 1-1,0-1 1,0 0 0,0 0 0,0 0 0,0 0-1,-1 0 1,1 0 0,-1-1 0,0 1 0,1-1-1,-1 0 1,2-4 0,6-8-237,-8 12 460,0 0 0,0 1 1,0-1-1,0 0 0,-1 0 0,0-1 1,1 1-1,-1 0 0,0 0 0,0-1 1,-1 1-1,1 0 0,-1-7 529,3 11-455,0 0 1,0 0-1,-1 1 1,1-1-1,-1 1 1,1 0-1,-1 0 1,0 0 0,0 0-1,0 0 1,0 1-1,3 3 1,14 14-219,-15-18 5,-1 0 0,1 0 0,0 0 0,-1-1 0,1 1 0,0-1 0,0 0 0,0 0 0,0 0 0,0-1 0,0 1 0,0-1 0,1 0 1,-1 0-1,0-1 0,0 1 0,0-1 0,0 0 0,0 0 0,0 0 0,5-3 0,-3 1 35,-1 0 0,0 0 1,0-1-1,0 0 0,0 0 1,-1-1-1,1 1 1,-1-1-1,0 0 0,-1 0 1,1 0-1,-1 0 0,3-7 1,-6 11 18,0 1-1,1-1 1,-1 1 0,0 0 0,0-1 0,1 1-1,-1-1 1,0 1 0,0 0 0,1-1 0,-1 1-1,0 0 1,1-1 0,-1 1 0,1 0 0,-1-1-1,0 1 1,1 0 0,-1 0 0,1 0 0,-1-1-1,1 1 1,-1 0 0,0 0 0,1 0 0,-1 0-1,1 0 1,-1 0 0,1 0 0,-1 0 0,1 0-1,-1 0 1,1 0 0,-1 0 0,1 0 0,-1 0-1,1 1 1,-1-1 0,0 0 0,1 0 0,-1 0-1,1 1 1,0 0 0,19 18 659,-8-7-438,-4-8-758,0 0-1,1 0 1,-1-1 0,1 0-1,0-1 1,-1 0 0,1 0 0,1-1-1,13 1 1,-2-2-1806,1 0 0,-1-2 1,22-3-1,-2-8-6754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1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 6931,'0'0'18112,"-12"22"-15668,-78 149 1313,58-107-3453,3 2 1,3 1 0,3 0-1,-28 142 1,48-198-3501,3-36-4133,3-44-6173,3 14 7675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1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26 8036,'0'0'12621,"20"-5"-9315,60-15-932,-78 19-2253,0 1 0,0 0-1,0 0 1,0 0 0,0 0-1,0 1 1,1-1 0,-1 1 0,0-1-1,0 1 1,0-1 0,0 1-1,-1 0 1,1 0 0,0 0-1,0 0 1,0 0 0,-1 1-1,1-1 1,0 1 0,-1-1-1,0 1 1,1-1 0,-1 1-1,0 0 1,0-1 0,1 1-1,-1 0 1,-1 0 0,1 0 0,0 0-1,0 3 1,2 3 240,-1 1-1,-1-1 1,1 1 0,-2-1 0,1 12-1,-1-16-349,0-1 0,-1 0 0,1 0 0,-1 0 0,1 1 0,-1-1 0,0 0 0,0 0 0,-1 0 0,1 0 0,-1-1 0,1 1 0,-1 0 0,0-1 0,0 1 0,0-1 0,-4 4 0,1-2 16,0 0-1,-1 0 0,0 0 1,0-1-1,0 1 0,0-1 0,-13 3 1,1-1-282,-1 0-1,-1-2 1,1 0 0,-36 0 0,58-26-16886,19 3 3209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2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9444,'0'0'18393,"135"0"-16408,-94 0-689,-7-2-639,6-3-241,1-2-384,-7 3 16,-7 2-96,-14 2-240,-6 0-1025,-20 20-10164,-28-4 2257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2:52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9044,'0'0'18104,"122"7"-17111,-81-7-561,-1-7-432,1 0-64,7 0-1409,-1-6-4257,14-5-6612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06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 3986,'0'0'13988,"-13"24"-12703,-44 79 129,48-83-1107,0 0 0,1 0 0,1 1 0,1 0 0,1 0 0,0 1 0,2-1 0,-1 24-1,3-29-218,-1-4-64,1 1 0,0 0 1,1-1-1,1 1 0,3 19 0,-3-28-21,0-1 0,0 1 0,1 0 0,-1-1 0,1 1 0,0-1-1,0 1 1,1-1 0,-1 0 0,1 0 0,-1 0 0,1 0-1,0 0 1,0-1 0,0 1 0,1-1 0,-1 0 0,0 0-1,1 0 1,7 3 0,0-1-57,2 0 0,-1 0 0,0-1 0,1-1-1,22 2 1,31-8-3633,-65 4 3457,0 0 1,1 0-1,-1 0 1,0 0-1,0-1 1,0 1-1,0 0 0,0-1 1,0 1-1,0-1 1,1 1-1,-1-1 1,-1 1-1,1-1 1,0 0-1,0 0 1,0 0-1,0 1 1,0-1-1,-1 0 1,1 0-1,0 0 1,-1 0-1,1 0 0,-1 0 1,1 0-1,-1 0 1,1-2-1,0-16-4713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06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8212,'0'0'14518,"149"-45"-13285,-95 40-433,-6 3-560,-1 0-240,-13 2-224,6 0-2001,-12 0-1360,-1 0-3266,0 0-2770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07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50 6099,'0'0'15164,"11"5"-13662,7 2-1048,-1-1-1,1-1 1,0 0-1,1-2 1,-1 0-1,31 1 1,-45-4-444,0 0 8,-1 1 1,1-1-1,-1 0 0,1-1 1,-1 1-1,1-1 1,-1 1-1,1-1 0,3-2 1,-6 2-35,1 0 1,-1 0 0,0-1 0,0 1 0,0 0 0,0-1 0,-1 1-1,1 0 1,0-1 0,0 1 0,-1-1 0,1 1 0,-1-1 0,0 0-1,1 1 1,-1-1 0,0 1 0,0-1 0,0 0 0,0 1-1,0-1 1,-1-1 0,1 1-9,-1 0-1,0 0 1,1 1 0,-1-1-1,0 0 1,0 1 0,0-1-1,-1 1 1,1-1 0,0 1-1,-1 0 1,1-1 0,0 1-1,-1 0 1,1 0-1,-1 0 1,0 0 0,1 0-1,-1 1 1,0-1 0,0 0-1,1 1 1,-5-1 0,-48-12-85,31 10 139,-1 2 1,-41 1 0,60 0 36,0 0 0,0 0 0,0 1-1,0 0 1,0 0 0,0 1-1,0-1 1,0 1 0,0 0 0,1 0-1,-1 1 1,1-1 0,-1 1 0,1 0-1,0 0 1,0 1 0,1-1-1,-1 1 1,-4 6 0,6-7-27,0 1 0,0-1 0,1 1 0,-1 0-1,1-1 1,0 1 0,0 0 0,0 0 0,1 0 0,-1-1 0,1 1 0,0 0 0,0 0 0,0 0 0,1 0 0,0 0 0,1 4 0,0-1 19,0-1 1,1 0 0,0 0-1,0 0 1,0-1 0,1 1-1,0-1 1,0 0 0,9 9-1,-7-8-320,1 1 0,1-1 0,-1-1 0,1 1 0,0-1 0,1 0-1,-1-1 1,1 0 0,0-1 0,0 1 0,0-2 0,0 1 0,0-1 0,13 1 0,-13-2-576,0-1 1,0 0 0,0 0 0,0-1 0,-1 0-1,1 0 1,0-1 0,0 0 0,-1-1-1,1 0 1,-1 0 0,0-1 0,0 0 0,0 0-1,11-8 1,-16 9 653,70-61-2354,-25 11 19271,-36 58-10980,17 21-4924,-2-3-509,-20-20-322,0 0 0,1-1 0,0 0 0,-1-1 0,1 0 0,0 0 0,0-1 0,0 0 0,0 0 0,12-2 0,-16 2-34,0-1-1,-1 1 0,1-1 1,0 0-1,0 0 1,-1-1-1,1 1 1,0-1-1,-1 0 1,0 1-1,1-1 0,-1-1 1,0 1-1,0-1 1,0 1-1,0-1 1,-1 0-1,1 0 0,-1 0 1,1 0-1,-1 0 1,0-1-1,1-3 1,1-17 833,-3 16 123,3 24-466,-3-13-455,-1 0 0,1-1 0,-1 1 0,1 0 0,0-1 0,0 1 0,0 0 0,0-1 0,0 1 0,1-1 0,-1 0 0,1 1 0,-1-1 0,1 0 0,0 0 0,0 0 0,0 0 0,0 0 0,0-1 0,1 1 0,-1 0 0,0-1 0,1 0 0,-1 0 0,1 0 0,0 0 0,-1 0 0,1 0 0,0 0 0,-1-1 0,1 0 0,0 1 0,0-1 0,0 0 0,-1 0 0,1-1 0,0 1 0,0 0 0,-1-1 0,1 0 0,0 0 0,-1 0 0,1 0 0,2-1 0,3-2 0,1 0 0,-1 0 0,0 0 0,-1-1 0,1 0 0,-1-1 0,0 0 0,0 0 0,-1 0 0,0-1 0,0 0 0,8-12 0,-5 4 0,-4 14 0,-5 25 0,0 8 0,1-30-186,-1 0 0,1 0-1,0 0 1,-1 0 0,1 0 0,0 0 0,0 0 0,0 0-1,0 0 1,1-1 0,-1 1 0,0 0 0,1-1 0,2 3-1,-1-2-630,1 0 0,-1 0-1,1 0 1,-1 0 0,1-1-1,-1 0 1,1 1 0,0-1 0,0-1-1,0 1 1,5 0 0,18 0-9473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07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10725,'0'0'14687,"-9"24"-11529,-27 79-1293,32-90-1606,1 0-1,0 0 0,1 0 1,1 0-1,0 0 1,1 1-1,2 23 0,1 5 7,-3-11-398,1-18-94,0-1 0,-1 0 0,-1 1-1,0-1 1,-1 0 0,-4 18 0,2-15-1136,-6 19-491,1-20-3308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07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6 5651,'0'0'21281,"14"-2"-18970,46-1-297,-58 3-1978,-1 1-1,0-1 1,0 1 0,0-1 0,0 1-1,0 0 1,1-1 0,-1 1 0,0 0-1,0 0 1,-1 0 0,1 0 0,0 0-1,0 0 1,0 0 0,-1 0 0,1 0-1,0 0 1,-1 0 0,1 0 0,-1 1-1,1-1 1,-1 0 0,0 0 0,0 1-1,1-1 1,-1 0 0,0 2 0,-1 44 397,1-33-393,0-11-40,-1-1 0,1 0 0,0 0 0,-1 0 0,1 0 0,-1 0 0,0 0 0,1 0 0,-1 0 0,0 0 0,0 0 0,-1-1 0,1 1 0,0 0 0,0 0 0,-1-1 0,1 1 0,-1-1 0,0 0 0,1 1 0,-1-1 0,-3 2 0,-50 19 0,9-3 0,86-14-26028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08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19513,'0'0'13254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08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0 16151,'0'0'14949,"-22"7"-13543,-68 24-1145,82-28-261,1 0 0,-1 1 0,1 0 0,0 0 0,0 1 0,1-1 0,-1 1 0,-5 7 0,10-10 0,0 1 0,-1 0 0,1 0 0,0 0 0,1 0 0,-1 0 0,0 0 0,1 0 0,0 1 0,0-1 0,0 0 0,0 1 0,0-1 0,1 1 0,-1 5 0,2-8 0,-1-1 0,1 1 0,-1 0 1,1 0-1,0 0 0,-1-1 0,1 1 0,0 0 0,0-1 1,-1 1-1,1-1 0,0 1 0,0-1 0,0 1 0,0-1 1,0 1-1,-1-1 0,1 0 0,0 0 0,0 1 0,0-1 1,0 0-1,0 0 0,0 0 0,1 0 0,38 3-6,-26-2-11,-2 0 57,48 9-1023,-58-9 950,0-1 0,0 0 0,-1 1-1,1-1 1,0 1 0,-1 0 0,1 0 0,-1 0 0,1 0 0,-1 0-1,1 0 1,-1 0 0,1 0 0,-1 0 0,0 0 0,0 1-1,0-1 1,0 1 0,0-1 0,0 1 0,0-1 0,0 1-1,0 0 1,-1-1 0,1 1 0,-1 0 0,1-1 0,-1 3-1,0-2 61,-1 1 0,0-1 0,0 0 0,0 0 0,0 0 0,0 0 0,0-1 0,-1 1 0,1 0 0,0 0 0,-1-1 0,1 1 0,-1-1 0,0 1 0,0-1 0,1 0 0,-1 0 0,-4 2 0,-44 22 823,41-20-663,-85 43 187,94-47-516,0-1 1,-1 0-1,1 1 1,0-1-1,-1 0 1,1 1-1,-1-1 1,1 0-1,-1 0 1,1 1-1,-1-1 1,1 0-1,-1 0 0,1 0 1,-1 1-1,1-1 1,-1 0-1,0 0 1,1 0-1,-1 0 1,1 0-1,-1 0 1,1 0-1,-1 0 1,1-1-1,-1 1 1,1 0-1,-1 0 0,1 0 1,-1-1-1,1 1 1,-1 0-1,1 0 1,-1-1-1,1 1 1,-1 0-1,1-1 1,0 1-1,-1-1 1,1 1-1,0 0 0,-1-1 1,1 1-1,0-1 1,-1 1-1,1-1 1,0 1-1,0-1 1,0 1-1,0-1 1,-1 1-1,1-2 1,0 0-984,0-1 0,0 0 0,0 1 1,0-1-1,1 1 0,-1-1 1,1 1-1,-1-1 0,1 1 1,2-4-1,19-25-9592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08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1 169 10165,'0'0'9393,"19"0"-7418,63 2 70,161-2 1830,-241-1-3870,-1 1 0,1 0 1,-1-1-1,1 1 0,-1-1 1,1 1-1,-1-1 0,1 0 1,-1 1-1,1-1 0,-1 0 1,0 0-1,1 0 1,-1 0-1,0-1 0,0 1 1,0 0-1,0 0 0,0-1 1,0 1-1,1-3 0,13-38 139,-6 16-101,-7 20 66,0 0 0,-1 0 0,1 0 0,-2 0 0,1 0 0,0 0 0,-2-13 0,1 9 206,0 9-237,-1 0 0,1 1-1,0-1 1,-1 1 0,1-1 0,-1 1 0,1-1 0,-1 1-1,1-1 1,-1 1 0,1 0 0,-1-1 0,1 1-1,-1 0 1,1-1 0,-1 1 0,0 0 0,1 0 0,-1-1-1,0 1 1,1 0 0,-1 0 0,0 0 0,1 0 0,-1 0-1,0 0 1,1 0 0,-2 0 0,-28 0 510,22 1-301,-2-1-228,1 1-1,0 1 1,-1-1-1,1 2 1,0-1 0,0 1-1,0 0 1,-15 9 0,20-10-52,0 0 0,1 0 0,-1 0 0,1 0 0,0 1 0,-1 0 0,1-1 0,0 1 1,1 0-1,-1 1 0,0-1 0,1 0 0,0 1 0,0-1 0,0 1 0,0 0 0,0 0 0,1-1 1,0 1-1,-1 0 0,2 0 0,-2 6 0,2-2-7,1 0 0,0-1 0,0 0 0,1 1 0,0-1 0,0 0 0,1 0 0,-1 0 0,2 0 0,-1 0 0,1 0 0,0-1 0,0 0 0,1 0 0,-1 0 0,2-1 0,-1 1 0,0-1 0,1 0 0,0-1 0,0 1 0,7 3 0,-8-6-194,0 1 1,1-1-1,-1 0 1,0 0-1,1 0 1,-1-1-1,1 0 0,10 1 1,47-3-5183,-23-3-3577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09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10725,'0'0'19361,"-4"21"-17080,-12 63-2081,-11 166 0,27-229-200,-1-12 0,1-1 0,0 1 0,0-1 0,1 1 0,1-1 0,2 12 0,-3-18 0,0 1 0,0-1 0,1 0 0,-1 0 0,0 0 0,1 0 0,0 0 0,-1 0 0,1 0 0,0 0 0,0 0 0,0-1 0,0 1 0,0-1 0,1 0 0,-1 0 0,0 1 0,1-2 0,-1 1 0,0 0 0,1 0 0,-1-1 0,1 1 0,-1-1 0,5 0 0,52 2-4613,-54-2 3494,0 0 0,0-1 0,0 0 0,-1 0 0,1 0 0,0 0 1,-1-1-1,1 0 0,6-3 0,11-18-15238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09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14663,'0'0'10004,"129"3"-8355,-68 1-1297,6-2-176,-12 3-176,-15-1-1056,-13 1-2674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0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53 2401,'0'0'17232,"1"-4"-14599,4-11-533,-4 11-545,-41 5 3279,39-1-4764,0 0 0,0 0 0,0 0 0,0 0 0,0 0 0,0 0 0,0 0-1,0 0 1,0 0 0,0 0 0,0-1 0,0 1 0,0 0 0,0-1 0,0 1 0,0-1-1,-1 0 1,1 0-48,1 1 1,0-1-1,0 1 0,0-1 0,0 1 0,-1-1 0,1 1 1,0-1-1,0 1 0,0-1 0,0 1 0,0-1 1,0 1-1,0-1 0,1 1 0,-1-1 0,0 1 0,0-1 1,0 1-1,0-1 0,1 1 0,-1-1 0,0 1 0,1-1 1,-1 1-1,0 0 0,1-1 0,-1 1 0,0-1 0,1 1 1,-1 0-1,1-1 0,0 1 0,1-2-22,0 1 0,0 0 0,0 0 0,0 0 0,0 0 0,0 1 0,0-1 0,1 0 0,-1 1 0,0 0 0,0-1 0,1 1 0,-1 0 0,3 0 0,-4 0 0,0 0 0,0 0 0,0 0 0,0 0 0,0 0 0,0 0 0,0 0 0,0 0 0,0 0 0,0 1 0,0-1 0,0 0 0,0 1 0,0-1 0,0 1 0,-1-1 0,1 1 0,0-1 0,0 1 0,0-1 0,-1 1 0,1 0 0,0-1 0,-1 1 0,1 0 0,0 0 0,-1-1 0,1 1 0,0 1 0,-1 0 0,-1 0 0,1 0 0,0 0 0,-1-1 0,0 1 0,1 0 0,-1-1 0,0 1 0,0 0 0,1-1 0,-1 1 0,-1-1 0,1 1 0,0-1 0,0 0 0,0 1 0,-1-1 0,1 0 0,-1 0 0,1 0 0,-1 0 0,1 0 0,-1 0 0,0 0 0,1-1 0,-1 1 0,0-1 0,0 1 0,1-1 0,-1 1 0,0-1 0,0 0 0,0 0 0,-1 0 0,41 0-3055,-18 0-3254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1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4 176,'0'0'12067,"0"-4"-10784,0 33 6101,0 22-4294,0 138-2767,0-187-428,0-1 0,0 0-1,0 0 1,0 1 0,-1-1 0,1 0 0,0 1-1,-1-1 1,1 0 0,0 0 0,-1 0-1,0 0 1,1 1 0,-1-1 0,1 0-1,-2 1 1,1-1-312,0 0 0,0-1 1,0 1-1,0-1 0,0 1 0,0-1 0,0 1 0,-1-1 0,1 1 0,0-1 0,0 0 1,0 0-1,0 1 0,-1-1 0,1 0 0,-1 0 0,-12 0-6738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1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6307,'0'0'9975,"20"1"-7656,-4-1-1953,-2-1-73,1 1 0,-1 1 1,0 1-1,0 0 1,0 0-1,0 1 0,0 1 1,13 6-1,-19-7-117,43 19 1322,85 51 1,-124-65-1390,0 0 0,-1 0-1,0 1 1,0 0 0,-1 1-1,0 0 1,0 1 0,-1 0-1,-1 1 1,0 0 0,-1 0 0,9 19-1,-14-27-85,0 1-1,-1 0 0,1-1 0,-1 1 1,0 0-1,-1 0 0,1 0 1,-1 0-1,0-1 0,0 1 1,0 0-1,-1 0 0,1 0 0,-1 0 1,0 0-1,-4 9 0,1-8 60,0 1 1,-1-1-1,1 0 0,-1 0 0,0-1 0,-1 1 0,1-1 1,-1 0-1,-10 6 0,-22 17 362,-2-2 0,-61 30 0,82-48-540,0 0 1,-1-1-1,0-1 1,0 0 0,0-2-1,-1 0 1,-40 1-1,60-5-49,1 0 0,-1 0 0,1-1 0,-1 1 0,1 0 0,0 0 0,-1-1 0,1 1 0,-1 0 0,1 0 0,-1-1 0,1 1 0,0-1 0,-1 1 0,1 0 0,0-1 0,-1 1 0,1-1 1,0 1-1,0-1 0,-1 1 0,1-1 0,0 1 0,0-1 0,0 1 0,0-1 0,0 1 0,-1-1 0,1 1 0,0-1 0,0 1 0,0-1 0,1 1 0,-1-1 0,0 1 0,0-1 0,0 1 0,0-1 0,0 1 0,1-2 0,9-24-5676,14 2-2052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6995,'0'0'17091,"-9"5"-14922,-3 0-1411,1 1 0,0 1 0,1 0 0,-20 17 0,26-20-598,0-1 0,0 1 0,0 0 1,1 1-1,0-1 0,-1 1 0,1-1 0,1 1 0,-1 0 0,1 0 0,0 0 0,0 0 1,1 0-1,-1 1 0,1-1 0,-1 9 0,3-13-161,-1 0 1,1-1-1,0 1 1,0 0-1,-1-1 1,1 1-1,0-1 0,0 1 1,0-1-1,-1 1 1,1-1-1,0 1 0,0-1 1,0 0-1,0 0 1,0 1-1,0-1 1,0 0-1,0 0 0,0 0 1,0 0-1,0 0 1,0 0-1,2-1 0,32 0-86,-32 1 66,6-2-95,0 1 0,0-1 1,0-1-1,0 1 0,-1-2 0,1 1 0,-1-1 0,0 0 0,14-10 0,-6 2-152,0-1 1,-1 0-1,19-22 0,-34 35 297,1 0-1,-1 0 1,1-1 0,-1 1-1,0 0 1,1-1 0,-1 1 0,0 0-1,1-1 1,-1 1 0,0 0-1,1-1 1,-1 1 0,0-1-1,0 1 1,0-1 0,1 1-1,-1-1 1,0 1 0,0 0 0,0-1-1,0 1 1,0-1 0,0 1-1,0-1 1,0 1 0,0-1-1,0 1 1,0-1 0,0 1 0,0-1-1,0 1 1,0-1 0,-1 1-1,1-1 1,0 1 0,0 0-1,-1-1 1,1 1 0,-1-1-1,1 1 8,-1 0 0,0 0-1,1 0 1,-1 0 0,1 0-1,-1 0 1,0 0 0,1 0-1,-1 0 1,1 0 0,-1 1-1,0-1 1,1 0 0,-1 0-1,1 1 1,-1-1 0,1 0-1,-1 1 1,1-1 0,-1 1-1,1-1 1,-1 1-1,1-1 1,0 1 0,-1-1-1,1 1 1,0-1 0,-1 1-1,1-1 1,0 1 0,0 0-1,-1 0 1,-2 8-45,0 0 1,1 0-1,0 0 0,0 0 1,1 0-1,0 0 1,1 1-1,1 12 0,-1-8-102,0-13-90,0 0 1,1-1 0,-1 1 0,0 0 0,1 0 0,-1 0 0,1-1 0,-1 1 0,1 0-1,-1-1 1,1 1 0,0 0 0,-1-1 0,1 1 0,0-1 0,-1 1 0,1-1-1,0 1 1,0-1 0,0 0 0,-1 1 0,1-1 0,0 0 0,0 0 0,0 1 0,0-1-1,-1 0 1,1 0 0,0 0 0,0 0 0,1 0 0,1 0-807,-1 0 1,1 0-1,0 0 1,-1 0 0,1 0-1,-1-1 1,1 1-1,-1-1 1,1 0-1,2 0 1,10-16-8382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2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11605,'0'0'14031,"-2"22"-10366,-16 386-199,19-376-4969,0-6-3498,-3-26 4760,1-1-1,1 0 0,-1 1 0,0-1 1,0 1-1,0-1 0,0 0 0,0 0 0,1 0 1,-1 1-1,0-1 0,0 0 0,1 0 1,-1 0-1,1 0 0,-1 0 0,1 0 1,-1 0-1,1 0 0,0 0 0,0 0 1,-1-2-1,-14-26-8034,-4-3-2774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3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6419,'0'0'9586,"22"-2"-4600,147-8 352,127 4 1100,-336 45-6438,22-25 0,0 2 0,1 0 0,1 1 0,0 1 0,1 1 0,-19 31 0,34-50 0,0 1 0,0-1 0,0 0 0,0 1 0,0-1 0,0 0 0,0 1 0,0-1 0,0 0 0,0 0 0,0 1 0,1-1 0,-1 0 0,0 1 0,0-1 0,0 0 0,0 0 0,1 1 0,-1-1 0,0 0 0,0 0 0,0 0 0,1 1 0,-1-1 0,0 0 0,0 0 0,1 0 0,-1 0 0,0 1 0,1-1 0,-1 0 0,0 0 0,0 0 0,1 0 0,-1 0 0,0 0 0,1 0 0,-1 0 0,0 0 0,1 0 0,-1 0 0,0 0 0,1 0 0,-1 0 0,1 0 0,19 0 0,-16 0 0,9-2 0,0 0 0,-1 0 0,1-1 0,-1-1 0,1 0 0,-1-1 0,0 0 0,-1-1 0,1 0 0,-1-1 0,0 0 0,-1 0 0,1-1 0,10-12 0,-16 21 0,-3 11 0,-1 13 0,-2-1-32,0-17-50,1 0 1,0 0-1,0 0 1,1 0-1,1 9 1,-2-14 25,1-1 0,0 1 1,-1-1-1,1 1 0,0 0 0,0-1 0,0 0 1,-1 1-1,2-1 0,-1 1 0,0-1 0,0 0 1,0 0-1,1 0 0,-1 0 0,0 0 0,1 0 1,-1 0-1,1 0 0,-1 0 0,1-1 0,0 1 1,-1 0-1,1-1 0,0 0 0,1 1 0,72 2-8862,-29-3-1954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3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1 7203,'0'0'14161,"-15"3"-12320,-1 1-1344,1 0 0,-1 1 0,1 1 0,0 1 0,0 0 0,1 0 0,0 2 0,0 0 0,1 0 0,-16 15 0,8-4-140,0 2-1,1 0 1,1 1 0,1 1 0,1 1 0,-16 32 0,26-42-243,0 0 0,1 0 0,1 0 0,1 1 0,0 0 0,1-1 0,0 2 0,1-1 0,1 0 1,1 0-1,0 1 0,1-1 0,4 19 0,-2-25-114,0 0 0,1 0 0,0-1 0,0 1 0,1-1 0,1 0 0,-1 0 0,1-1 0,1 1 0,-1-2 0,2 1 0,-1-1 0,9 7 0,-1-2 0,-1-1 0,1 0 0,1-2 0,0 0 0,1 0 0,27 9 0,-19-12 0,-1-1 0,1 0 0,-1-2 0,1-1 0,0-1 0,0-1 0,30-4 0,-17-4 47,-37 8-56,0-1 0,1 1 1,-1-1-1,0 1 0,1-1 1,-1 0-1,0 0 1,0 1-1,0-1 0,0 0 1,0 0-1,0 0 0,0 0 1,0 0-1,0 0 0,0-1 1,0 1-1,-1 0 0,1 0 1,0 0-1,-1-1 0,1 1 1,-1 0-1,1-1 1,-1 1-1,0-3 0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5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7043,'0'0'17021,"16"15"-14745,5 3-1561,-12-11-419,0 1 1,0 0-1,-1 1 1,0 0-1,0 0 1,-1 1-1,-1-1 0,8 15 1,-11-18-75,4 8 114,1 0-1,0-1 1,1 1-1,0-1 0,1-1 1,1 0-1,18 16 0,-27-28-223,-1-1-110,0 0-1,-1 0 0,1 0 0,0 0 1,-1 0-1,1 0 0,-1 0 0,1-1 1,-1 1-1,0 0 0,1 0 0,-1-1 1,0 1-1,0 0 0,0-1 0,0 1 1,0 0-1,0 0 0,0-1 0,-1 1 1,1-2-1,0 2-2,1-25 1,1 0 0,1 1 0,2-1 0,0 1 0,2 0 0,0 1 0,2-1 0,1 2 0,1-1 0,17-26 0,-23 43-67,-5 10-541,1 1-1,-1-1 1,1 0-1,-1 0 1,1 0-1,0 1 1,0-1 0,0 0-1,1 0 1,-1-1-1,1 1 1,0 0-1,2 3 1,-1-3-437,-1-1 0,1 0 1,0 0-1,0 0 0,-1 0 1,1-1-1,1 1 0,-1-1 0,0 0 1,0 1-1,5 0 0,18-1-7991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5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218 396 9877,'0'0'15204,"-22"0"-12870,-68 5-229,85-5-2000,0 1 0,0 0-1,0 0 1,0 1 0,0 0 0,1 0-1,-1 0 1,0 0 0,1 0 0,0 1-1,-1 0 1,1 0 0,0 0-1,1 1 1,-1-1 0,0 1 0,1 0-1,0 0 1,0 0 0,0 0 0,1 1-1,-1-1 1,1 1 0,0 0 0,0-1-1,1 1 1,-1 0 0,1 0 0,0 0-1,0 5 1,1-9-105,0 0 0,0 0 0,0 0 0,1 1 0,-1-1 0,0 0 0,1 0 0,-1 0 0,1-1 0,-1 1 0,1 0 0,-1 0 0,1 0 0,-1 0 0,1 0 0,0 0 0,0-1 0,-1 1 0,1 0 0,0-1 0,0 1 0,0-1 0,0 1 0,0-1 0,1 1 0,35 7 0,-26-8 0,-1 0 0,1 0 0,-1-2 0,1 1 0,11-4 0,-19 4 0,1-1 0,-1 0 0,1 0 0,-1 0 0,1 0 0,-1-1 0,0 1 0,0-1 0,0 0 0,-1 1 0,1-1 0,0-1 0,-1 1 0,0 0 0,0-1 0,0 1 0,0-1 0,1-3 0,-5 13-1,0 0-1,0 0 1,1 0-1,0 0 1,0 0 0,1 1-1,0-1 1,0 0-1,2 12 1,-2-15-7,0-1 0,1 0 1,0 0-1,-1 0 0,1 0 0,0 0 0,0 0 0,0 0 1,0 0-1,0 0 0,0 0 0,1 0 0,-1 0 1,1-1-1,-1 1 0,1-1 0,0 1 0,0-1 0,-1 0 1,1 1-1,0-1 0,0 0 0,0 0 0,0 0 1,0-1-1,1 1 0,-1 0 0,0-1 0,0 0 1,0 1-1,4-1 0,1 0-277,0 0 1,0 0-1,1-1 1,-1 0-1,0 0 0,0-1 1,0 0-1,0 0 1,0-1-1,-1 1 1,8-5-1,0-3-719,0 1-1,0-2 1,20-20-1,-1-1-1111,-1-3 0,-2 0 0,36-54 0,-52 67 2097,-1 0 0,-1-1 0,0-1 1,-2 1-1,-1-2 0,-1 1 0,8-41 1,-13 0 4086,-7 38 5605,-8 30-8429,8 0-1163,0 0 1,-1 1-1,1 0 0,1 0 1,-1 0-1,0 0 0,1 1 1,0-1-1,0 1 0,0 0 1,1 0-1,-4 8 0,0 4 9,0 0-1,-6 30 1,9-32-90,1 0 0,0 1 0,1-1 0,1 1 0,0-1 0,1 1 0,1-1 0,1 1 0,0-1 0,0 0 0,2 0 0,0 0 0,0-1 0,16 27 0,40 58 0,-48-79 0,6-5-2216,2-13-3686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6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6323,'0'0'19617,"-1"5"-17304,1-2-2181,-1 0 0,1 0 0,1 0 0,-1 0 0,0 0 0,1 0 0,-1 0 0,1 0 1,0 0-1,0 0 0,0-1 0,0 1 0,1 0 0,2 3 0,31 42 1767,-7-10-1265,-14-17-634,-1 0 0,-1 1 0,-1 0 0,-1 1 0,-2 0 0,0 0 0,-1 1 0,-1 0 0,-1 0 0,-2 1 0,2 45 0,-6-64-15,0 0 0,0 0 0,-1 0 0,0 0 0,0-1 0,0 1 0,-1 0 0,0-1 0,0 0 0,0 0 0,-1 0 0,0 0 0,0 0 0,0-1 0,0 0 0,-1 1 0,0-2 0,0 1 0,0 0 0,0-1 0,0 0 0,-1 0 0,1-1 0,-1 0 0,-11 4 0,16-20-7911,1-10-1350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6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0 944,'0'0'31823,"7"39"-31823,-7-24 0,0 1 0,0 0 0,0 0 0,0-5-4658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6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 16103,'0'0'13943,"-88"124"-11686,75-92-1793,-1-1-464,1 1 0,-14 4-736,0 0-2642,-14-4-3921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7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1 896,'3'0'15461,"-3"1"-15334,1-1 0,0 0 0,-1 0 0,1 0 0,-1 1 0,1-1 1,-1 0-1,1 1 0,-1-1 0,1 0 0,-1 1 0,1-1 1,-1 0-1,0 1 0,1-1 0,-1 1 0,0-1 0,1 1 0,-1-1 1,0 1-1,0-1 0,1 1 0,-1-1 0,0 1 0,0 0 0,0-1 1,0 1-1,1 0 0,-1 24 176,1 70 2802,-3-1 0,-5 1 0,-26 135 0,29-211-3216,-23 78-2653,24-86 2177,-1-1-1,-1 1 1,0-1-1,0 0 1,-1 0-1,-10 13 1,10-19-4104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8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11445,'0'0'8780,"22"-1"-4834,141-3 149,-38 10-986,-53-1-2622,118-8-1,-184 2-507,1-1 0,-1 1-1,0-1 1,0 0 0,0 0 0,0 0 0,6-5-1,-11 7-17,1-1 0,-1 1 0,0-1 0,1 0 0,-1 0 0,0 0 0,1 0 0,-1 0 0,0 0 0,0 0 0,0 0 0,0-1 0,0 1 0,0 0 0,-1-1 0,1 1 0,0 0 0,0-1 0,-1 1 0,1-1 0,-1 1 0,0-1 0,1 0 0,-1 1 0,0-1 0,0 1 0,0-1 0,0 1 0,0-1 0,0 0 0,0 1 0,-1-2 0,0 2 25,0-1 0,0 1 0,0 0-1,0 0 1,0 0 0,0 0 0,0 0-1,0 0 1,0 0 0,-1 0 0,1 0-1,0 1 1,-1-1 0,1 1-1,0-1 1,-1 1 0,1-1 0,-1 1-1,1 0 1,-1-1 0,-2 1 0,-38-1 59,33 1-59,-11-1-65,10 1 170,1-1 0,-1 1-1,0 1 1,0 0 0,-12 3-1,20-4-78,0 1-1,0 0 0,0 0 1,0-1-1,0 1 0,1 0 1,-1 0-1,0 1 0,0-1 1,1 0-1,-1 1 0,1-1 0,-1 1 1,1-1-1,0 1 0,-1 0 1,1-1-1,0 1 0,0 0 1,0 0-1,0 0 0,1 0 1,-1 0-1,0 0 0,1 0 1,-1 0-1,1 0 0,0 0 0,0 0 1,0 4-1,0-1-172,0 1 0,1-1 0,-1 1 0,1-1 0,0 1 0,1-1 0,-1 1 0,1-1 0,0 0 0,1 0 0,-1 0 0,1 0 0,0 0 0,0-1 0,0 1 0,1-1 0,0 0 0,0 0 0,0 0 0,0 0 0,0-1 0,1 0 0,0 1 0,-1-2 0,7 3 0,34 13-4751,2-13-4497,-19-5 1517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4802,'3'1'25045,"14"11"-23376,-13-7-1626,0 1 0,0-1 0,0-1 0,1 1 1,0-1-1,0 0 0,0 0 0,0 0 0,0-1 0,1 0 0,0 0 1,0 0-1,0 0 0,0-1 0,0 0 0,0-1 0,0 1 0,10 0 1,-11-1-172,0-1 0,-1 0 1,1 0-1,-1 0 1,1 0-1,0-1 0,-1 0 1,1 1-1,-1-2 1,1 1-1,-1-1 1,0 1-1,1-1 0,-1 0 1,0 0-1,0-1 1,-1 0-1,1 1 0,0-1 1,-1 0-1,0-1 1,1 1-1,-1 0 0,-1-1 1,1 0-1,3-6 1,-5 9 162,0 0 0,-1 1 0,1-1 0,-1 0 0,1 0 0,-1 0 1,1 0-1,-1 0 0,0 1 0,1-1 0,-1 0 0,0 0 1,0 0-1,0 0 0,0 0 0,0 0 0,0 0 0,0 0 0,0 0 1,0 0-1,0 0 0,0 0 0,-1 0 0,1 0 0,0 0 1,-1 0-1,1 0 0,0 0 0,-1 0 0,0-1 0,-2 6 1921,14 10-1426,-7-11-591,0 0 0,-1 0 0,1-1-1,0 1 1,0-1 0,0 0 0,1 0 0,-1-1 0,0 1 0,1-1 0,-1 0 0,1 0 0,0 0 0,-1-1 0,1 0 0,-1 1 0,1-2 0,0 1 0,-1 0 0,1-1 0,-1 0 0,10-3 0,-6 1-143,0-1 0,1 0 0,-2 0 0,1-1 0,0 0 0,-1 0 0,0 0 0,0-1 0,0-1 1,9-11-1,-7-4 3287,-10 33-2218,1-8-860,0 0 0,0 0 0,0-1 0,0 1 0,1 0 0,-1 0 0,1 0 0,-1 0 0,1 0-1,0-1 1,0 1 0,0 0 0,1-1 0,-1 1 0,1-1 0,3 5 0,-3-5-33,1 0 0,0-1 0,1 1 0,-1 0 0,0-1 0,0 0 0,1 0 0,-1 0 0,1 0 0,-1 0 0,1-1 0,-1 1 0,1-1 0,4 0 0,-7 0 19,43 1-3796,4-3-5803,-14-6-3478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8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4738,'0'0'21186,"-10"20"-18718,1-4-1969,2-3-99,0 0-1,1 1 1,1 0 0,0 0 0,1 1 0,0-1 0,-2 24-1,1 0-537,-17 145 1390,17-59-7709,5-119 2939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9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11637,'0'0'16296,"22"6"-13954,69 26-773,-84-29-1536,0 0 0,-1 0 0,1 1 0,-1 0 0,0 0 0,0 1 0,0-1 0,-1 1 0,1 0 0,-1 1 0,0-1 0,-1 1-1,0 0 1,1 0 0,-2 1 0,1-1 0,-1 1 0,0 0 0,0 0 0,-1 0 0,0 0 0,0 0 0,-1 0 0,0 1 0,0-1 0,-1 1 0,0 13 0,-2-18-33,1-1 0,0 0 0,-1 0 0,1 1 0,-1-1 0,0 0 0,1 0 0,-1-1 0,0 1 0,0 0 0,0-1 0,-1 1 0,1-1 0,0 0 0,-1 1 0,1-1 0,0 0 0,-1 0 0,1-1 0,-1 1 0,-3 0 0,-59 10 0,64-11 0,-114 7-1294,135-36-24288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9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19353,'0'0'13414,"-7"16"-13414,7-7 0,-7 0 0,7 0 0,-6-2-432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1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0 13334,'0'0'7676,"-21"0"-3013,5 0-4005,-1 0 0,1 1 1,-1 1-1,1 1 0,-1 0 0,1 1 0,0 1 0,0 0 1,-17 9-1,25-9-559,1 0 0,0 0 1,0 1-1,-11 11 0,17-15-97,0-1 0,0 0 0,0 1-1,0-1 1,0 1 0,0-1 0,0 1 0,0 0 0,1-1 0,-1 1-1,0 0 1,1-1 0,-1 4 0,1-4-2,1 0-1,-1 0 1,0 0 0,0 0-1,1-1 1,-1 1 0,1 0-1,-1 0 1,1 0 0,-1-1-1,1 1 1,-1 0 0,1-1-1,-1 1 1,1 0 0,0-1-1,0 1 1,-1-1-1,1 1 1,0-1 0,0 1-1,-1-1 1,1 0 0,0 1-1,0-1 1,0 0 0,0 0-1,1 1 1,81 13-43,-66-12 1,0 0 0,-1 1 0,1 1-1,0 1 1,26 10 0,-41-14 14,1 0 0,-1 0 0,0 0 0,0 1 0,0-1 0,0 0 0,-1 1 0,1-1 0,0 1 0,0 0 0,-1 0 0,1 0 0,-1-1 0,0 1 0,0 0 0,1 1 0,-1-1 0,0 0 0,0 2 0,-1-2 24,0 0 0,0 0-1,0 0 1,0 0 0,0 0 0,-1 0 0,1 0-1,-1 0 1,1 0 0,-1 0 0,0 0-1,0-1 1,0 1 0,0 0 0,0-1 0,0 1-1,-2 2 1,-4 3 76,-1 1 0,0-2-1,0 1 1,0-1 0,-1 0 0,-13 6-1,9-5-64,7-3-75,0 0 0,-1-1 0,1 0 0,-1 0 0,0-1 0,0 0 0,0 0 0,-9 1 0,15-13-5113,1 5 3256,1-1 0,-1 0 0,1 0 0,0 1-1,0-1 1,4-10 0,13-19-10462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0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1 0 9156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0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9156,'57'-2'1295,"3"0"363,0 2 3035,-47 0-2935,1 2-1,-1-1 0,0 1 0,22 7 0,-2 3-825,59 29 1,-127-65-1174,30 20 257,-1-1 0,0 1 1,0 0-1,0 0 0,0 1 1,-1-1-1,1 2 0,-1-1 1,0 1-1,-10-3 0,10 4 228,-1 0 1,0 0-1,0 1 0,0 0 1,1 1-1,-10 0 0,15 0-168,0-1 1,0 1-1,0 0 0,0-1 0,1 1 0,-1 0 0,0 0 0,0 0 0,1 0 1,-1 0-1,0 1 0,1-1 0,-1 0 0,1 1 0,-1-1 0,1 1 1,0 0-1,0-1 0,0 1 0,0 0 0,0 0 0,0 0 0,0 0 0,1 0 1,-1-1-1,1 1 0,-1 4 0,-1 1 15,2 0 0,-1 0-1,1 0 1,0 0 0,0 0 0,0 0-1,1 1 1,1-1 0,-1 0 0,1 0 0,0-1-1,1 1 1,4 10 0,-4-12-151,0-1 0,0 0 0,0 0 0,1-1 0,-1 1 0,1 0 0,0-1 0,0 0 0,0 0 0,0 0 0,0-1 0,1 0 0,-1 1 0,1-1 0,0-1 0,0 1 0,-1-1 0,1 0 0,0 0 0,9 1 0,70-1-4647,-78-2 3661,1 1 0,-1-1 0,0-1 0,1 1 0,-1-1 0,0 0 0,0-1 0,0 0 0,-1 1 0,10-7 0,14-19-9263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0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17784,'0'0'8788,"-48"131"-3906,35-70-3569,6-1-1313,0-3 0,7-5 0,0-9 0,0-9 0,14-7 0,-1-12 0,8-3 0,-8-10 0,7-2 0,8 0 0,5-11-2177,1-14-4018,7-9-7635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0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14247,'0'0'6066,"142"0"-5569,-88-4-497,0-5-241,0 0-2112,-6-7-3729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1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82 270 16968,'0'0'3265,"-8"19"1401,-2 4-3103,5-12-930,0 1 1,1 0-1,0-1 1,0 1-1,2 0 0,-1 1 1,0 19-1,2-20-478,-1 0 0,1 0-1,-2 0 1,0 0 0,0-1 0,-2 1-1,-4 11 1,9-23-155,0 0 0,0-1 0,0 1 0,0 0 0,0 0 0,0 0 0,0 0 0,0 0 0,0 0 0,0 0 0,0 0 0,0-1 0,-1 1 0,1 0 0,0 0 0,0 0 0,0 0 0,0 0 0,0 0 0,0 0 0,0 0 0,0 0 0,0 0 0,0 0 0,0 0 0,0-1 0,-1 1 0,1 0 0,0 0 0,0 0 0,0 0 0,0 0 0,0 0 0,0 0 0,0 0 0,0 0 0,-1 0 0,1 0 0,0 0 0,0 0 0,0 0 0,0 0 0,0 0 0,0 0 0,0 0 0,0 0 0,-1 0 0,1 0 0,0 0 0,0 0 0,0 1 0,0-1 0,0 0 0,0 0 0,0 0 0,0 0 0,0 0 0,0 0 0,0 0 0,-1 0 0,1 0 0,0 0 0,0 0 0,0 1 0,-1-9 0,1-35-772,2 1 1,8-49-1,-8 79 595,0 0 0,1 0-1,0 1 1,1-1 0,0 1 0,1 0 0,0 0 0,1 1 0,0-1-1,1 1 1,0 1 0,15-17 0,-21 26 207,-1-1 1,1 0 0,-1 0-1,1 1 1,0-1-1,-1 0 1,1 1 0,0-1-1,-1 1 1,1-1-1,0 1 1,0-1-1,0 1 1,-1 0 0,1-1-1,0 1 1,0 0-1,0-1 1,0 1 0,0 0-1,0 0 1,0 0-1,0 0 1,-1 0-1,1 0 1,0 0 0,0 0-1,0 1 1,0-1-1,0 0 1,0 0 0,0 1-1,-1-1 1,1 0-1,0 1 1,0-1-1,0 1 1,-1-1 0,1 1-1,0 0 1,-1-1-1,1 1 1,0 0 0,-1-1-1,1 1 1,-1 0-1,1 0 1,0 1-1,2 6 221,1 1-1,-1-1 0,-1 1 0,3 13 0,2 6 200,4-1-176,-1 2-37,22 39-1,-29-62-233,0-1 0,0 0 1,0 0-1,0-1 0,1 1 0,0-1 0,0 1 1,0-1-1,1 0 0,-1-1 0,1 1 0,0-1 0,0 0 1,7 3-1,-10-5-3,-1-1 1,1 0 0,0 1-1,-1-1 1,1 0 0,0 0-1,0 0 1,-1 0 0,1-1 0,0 1-1,-1 0 1,1-1 0,0 1-1,-1-1 1,1 0 0,-1 1-1,1-1 1,-1 0 0,1 0-1,-1 0 1,1 0 0,-1 0-1,0 0 1,0-1 0,1 1-1,-1 0 1,0-1 0,0 1-1,0-1 1,1-2 0,4-7 15,-1 0 0,0 0-1,5-17 1,-2 5-4,12-25 38,-2 0 0,-2-2 0,13-72 0,-13 58 169,-8 40-108,-6 20-121,-2 7-70,-13 40-2446,1 1-7140,11-25 624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1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1 202 6835,'0'0'19076,"14"0"-17470,3 0-1166,1 0 1,-1-2-1,0 0 1,0 0-1,0-2 1,-1 0-1,28-11 1,-37 12-408,0-1 1,-1 1-1,1-1 0,-1-1 1,0 1-1,7-6 0,-11 7-19,0 0-1,0 1 1,0-1-1,0 0 1,0 0-1,-1 0 0,1 0 1,-1 0-1,0 0 1,0 0-1,0-1 0,0 1 1,-1 0-1,1-1 1,-1 1-1,0-6 0,0 7-8,-1 0-1,0 0 0,0 0 0,0 0 0,0 0 0,0 0 0,0 0 1,-1 1-1,1-1 0,0 0 0,-1 1 0,0-1 0,1 1 0,-1-1 1,0 1-1,0 0 0,0-1 0,1 1 0,-5-1 0,-48-23 52,44 21-21,4 1 45,-1 0 1,0 0-1,-1 1 1,1 0-1,0 0 1,-1 1-1,1 0 0,-1 0 1,1 0-1,-1 1 1,1 1-1,-13 1 1,18-1-78,1 1 0,-1-1 0,1 1 0,-1 0 0,1 0 0,0 0 0,-1 0 0,1 0 0,0 0-1,0 0 1,1 0 0,-1 0 0,0 0 0,1 1 0,-1-1 0,1 0 0,0 0 0,-1 3 0,-1 43-14,2-47 11,-1 18-168,1-4-589,0-1 1,0 1-1,2-1 1,4 27-1,-5-38 562,0 0-1,0 0 1,0-1-1,0 1 0,1 0 1,-1 0-1,1-1 1,-1 1-1,1-1 1,0 1-1,0-1 0,0 0 1,0 0-1,0 0 1,1 0-1,-1 0 1,1 0-1,-1-1 0,1 1 1,0-1-1,-1 0 1,1 1-1,0-1 1,0-1-1,0 1 0,0 0 1,0-1-1,0 1 1,3-1-1,21 0-8573,6 0-5411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1 17368,'0'0'15399,"-115"135"-15399,101-106 0,1-2 0,-1-4 0,0 0 0,1-8 0,-1-1-320,1-7-2561,6-7-1794,-7 0-3232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2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14599,'0'0'14102,"88"122"-11541,-55-86-1056,1 0-1505,-7-4 0,-6-7 0,-8-5 0,1-9 0,-7-6-1473,6-5-2352,1 0-2562,-1-18-7556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3265,'0'0'22392,"0"22"-17768,0 10-3316,-1 133-130,-10-89-1178,7-57 0,1 0 0,1 0 0,0 0 0,2 0 0,0 0 0,4 25 0,-4-42-112,1 0 0,0-1 0,0 1 0,-1 0 0,1-1 0,1 1 0,-1 0 0,0-1 0,0 0 1,0 1-1,1-1 0,-1 0 0,1 1 0,-1-1 0,1 0 0,-1 0 0,1 0 0,0-1 0,0 1 0,-1 0 0,1 0 0,0-1 0,0 0 0,0 1 0,3-1 0,0 1-617,0 0 0,0-1 1,0 0-1,0 0 0,0 0 0,0 0 0,0-1 0,9-2 0,7-9-8032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2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5827,'0'0'21674,"115"0"-20778,-60 0-752,-1 0-144,7 0-768,-14 0-3186,1-14-7763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3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16504,'0'0'7331,"-122"48"-2177,82-12-2577,-1 9-1376,21 9-1201,6 9 0,7 3 0,7 2 0,0-5 0,7-4 0,20-8 0,-6-5 0,12-13 0,1-5-1505,7-13-2545,6-15-3009,8 0-8612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3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8708,'0'0'16367,"6"-1"-15246,-3 1-978,0-1 0,0 1 0,0 0 0,0 0-1,0 0 1,0 0 0,0 0 0,0 0 0,0 1 0,0 0 0,0-1 0,0 1-1,0 0 1,0 1 0,0-1 0,0 0 0,-1 1 0,1 0 0,-1-1 0,1 1-1,-1 0 1,0 0 0,1 1 0,-1-1 0,0 0 0,1 4 0,2 0 28,-1 1 0,0 1 1,0-1-1,-1 0 1,0 1-1,0 0 0,-1 0 1,0 0-1,-1 0 0,1 0 1,-1 0-1,-1 16 0,0-23-149,-5 4 130,7-37-416,11 15 98,0 1 0,1 0 1,1 1-1,1 0 0,28-20 1,-42 33 172,-1 1 23,1-1 56,0 0 0,0 0 0,1 1 0,-1-1 0,0 1 0,1-1 0,-1 1 0,1 0 0,-1 0 0,1 0 0,4-1-1,0 27 417,-6-19-502,0 3 0,-1-1 0,2 0 0,-1 0 0,1 0 0,1-1 0,-1 1 0,1 0 0,1-1 0,-1 0 0,1 1 0,1-2 0,6 10 0,1-12-2287,9-7-7143,-7-6-2384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4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11189,'0'0'19518,"4"3"-17778,0 0-1696,-1 0 1,0 0-1,0 0 1,0 1-1,0-1 0,-1 1 1,1 0-1,2 6 1,-2-5-55,-1 0 0,2-1 0,-1 1 0,0 0 0,1-1 0,0 0 0,7 7 0,-9-10-34,0 0 0,0 0 0,0 0 0,0 0 0,0 0 0,0-1 0,0 1 0,0-1 0,1 1 0,-1-1 0,0 0 0,0 0 0,0 0 0,0 0 0,0 0 0,1-1 0,-1 1 0,0-1 0,0 1 0,0-1 0,0 0 0,0 0 0,0 1 0,2-3-1,1 0-123,0-1-1,0 1 1,0-1-1,-1 0 1,1-1-1,-1 1 0,4-6 1,9-9-180,-14 17 430,0 0 0,-1-1 0,1 0 0,-1 1 0,0-1 0,0 0-1,0 0 1,0 0 0,0 0 0,0 0 0,-1-1 0,0 1 0,1 0-1,0-6 868,-3 10-918,0 1-1,0-1 1,0 1-1,0 0 1,0-1-1,1 1 1,-1 0-1,1-1 1,-1 1-1,1 0 1,-1 0-1,1-1 1,0 1-1,0 0 1,0 0-1,0 0 1,1 2-1,1 40 123,10-10-2953,-11-32 2343,0-1 1,0 1-1,0 0 0,0-1 0,0 1 1,1-1-1,-1 1 0,1-1 1,-1 0-1,1 0 0,0 0 0,-1 0 1,1 0-1,0 0 0,0 0 1,0 0-1,0-1 0,0 1 1,-1-1-1,1 1 0,0-1 0,0 0 1,4 0-1,20 0-12450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4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14439,'0'0'17680,"-4"25"-17053,-6 30-617,-3 99 1,13-116-11,-1-18 0,1 0 0,0 0 0,7 33 0,-6-49-110,4 11-4590,4-30-3291,-3-10-1890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4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12854,'0'0'16893,"-4"22"-14516,0-2-1989,-5 16-303,3 1 0,-5 62 0,11 80-85,3-166-2893,9-8-6430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5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38 9172,'0'0'18742,"-1"-7"-16664,1 6-2018,0 0 0,-1 0 0,1 0 0,0 0 0,0 0 0,0 0 0,0 0 0,0 0 0,0 0 0,0 0 0,0 0 0,0 0 0,0 0 0,0 0 0,1 0 0,-1 0 0,1 0 0,-1 0 0,1 0 0,-1 0 0,1 0 0,-1 0 0,1 0 0,0 0 0,-1 1 0,1-1 0,0 0 0,0 0 0,0 1 0,0-2 0,2 2-9,-1 0 0,1 0-1,-1-1 1,1 1 0,-1 1 0,1-1 0,-1 0 0,1 1-1,-1-1 1,0 1 0,1 0 0,-1 0 0,0 0 0,1 0-1,-1 0 1,0 0 0,4 3 0,7 6-51,1 0 0,-1 1 0,-1 0 0,0 1 0,-1 0 0,0 1 0,-1 1 0,0-1 0,-1 1 0,-1 1 0,0 0 0,6 18 0,-6-16 0,-2 1 0,0 0 0,-1 0 0,-1 1 0,-1-1 0,0 1 0,-1 0 0,-1 0 0,-1 0 0,-4 30 0,2-42 0,0 0 0,-1 0 0,0 0 0,0 0 0,-1-1 0,1 0 0,-1 1 0,-1-1 0,1-1 0,-1 1 0,0-1 0,0 1 0,-1-2 0,0 1 0,0-1 0,0 1 0,0-1 0,0-1 0,-1 0 0,0 0 0,-13 5 0,12-8 0,7 0-55,0-1 1,0 0-1,1 0 1,-1 0-1,0 0 0,1 0 1,-1 0-1,1 0 0,-1 0 1,1 0-1,-1 0 1,1 0-1,0 0 0,0 0 1,-1 0-1,1 0 0,0-1 1,0 1-1,0 0 1,0 0-1,0 0 0,0 0 1,1 0-1,-1 0 1,1-2-1,-1 1-614,2-55-13375,9 18-45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5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13030,'0'0'19737,"88"27"-19737,-88-24 0,0 1 0,0 3 0,0 4 0,-6 3 0,-8-1-2081,1-4-4050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25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12902,'0'0'14743,"-68"115"-12038,48-81-1649,0 0-735,-7 2-321,0 0-769,0-2-1792,-7-3-3170,-7-1-7763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39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171 258 176,'0'0'1254,"-15"10"-1230,-51 32-69,63-40 48,0 0 0,0 0 1,0 0-1,0 0 0,-1-1 0,1 0 1,-1 1-1,1-1 0,-1 0 1,1 0-1,-1-1 0,0 1 0,1-1 1,-1 0-1,0 0 0,-6-1 1,-6 0 409,15 0-228,0 0 0,1 0 0,-1 0 0,0 0 0,1 0 0,-1 0 0,0 0 0,1 0 0,0 0 0,-1-1 0,1 1 0,0 0 0,-1 0 0,1 0 0,0-1 0,0 1 0,0 0 0,0 0 0,0 0 0,1-2 0,-1-40 3644,0 32-2160,0 7-1018,0 0-1,1 0 1,-1 1 0,1-1-1,0 0 1,0 0 0,0 0-1,0 0 1,1 1-1,0-1 1,4-6 0,-6 9-511,1 0 0,0 0 1,0 1-1,0-1 0,0 0 1,0 0-1,0 1 0,0-1 1,0 1-1,0-1 0,0 1 1,0-1-1,1 1 0,-1 0 1,0-1-1,0 1 0,0 0 1,1 0-1,-1 0 0,0 0 1,0 0-1,1 0 0,-1 0 1,0 0-1,0 1 0,0-1 1,1 0-1,-1 1 0,0-1 1,0 1-1,0-1 0,0 1 1,0 0-1,0-1 1,0 1-1,0 0 0,0 0 1,0 0-1,0 0 0,-1 0 1,1-1-1,0 2 0,0 0 1,8 10 230,-1 1 1,0 0 0,-1 1 0,-1 0 0,0 0 0,0 0 0,-2 1 0,0-1 0,4 26 0,-8-39-355,1 1 0,-1-1 1,0 0-1,1 1 0,-1-1 1,0 1-1,0-1 0,0 1 1,0-1-1,0 0 0,0 1 1,-1-1-1,1 1 0,0-1 1,-1 0-1,1 1 0,-1-1 0,0 0 1,1 1-1,-1-1 0,0 0 1,0 0-1,1 0 0,-3 3 1,2-4-19,0 0 1,0-1-1,-1 1 1,1 0 0,0 0-1,0 0 1,0-1-1,0 1 1,0 0-1,0-1 1,0 1-1,0-1 1,0 1 0,0-1-1,0 0 1,1 1-1,-1-1 1,0 0-1,0 0 1,0 0-1,1 1 1,-1-1-1,1 0 1,-1 0 0,0 0-1,1 0 1,-1 0-1,1 0 1,0 0-1,-1 0 1,1-2-1,-5-8-84,1 0 0,1-1 0,0 1 0,0-1 0,1 0 0,0 1-1,1-1 1,1 0 0,0 0 0,0 0 0,5-21 0,-5 32 80,1-1 0,0 1 1,0 0-1,0-1 0,0 1 0,0 0 1,0 0-1,0-1 0,0 1 0,1 0 1,-1 0-1,0 0 0,0 1 1,1-1-1,-1 0 0,1 0 0,-1 1 1,1-1-1,-1 1 0,1-1 1,-1 1-1,1 0 0,0 0 0,2-1 1,46 0-88,-39 1 78,271 2-605,-272-3 562,1 0 0,-1 0 0,0-1 1,0 0-1,1-1 0,-2 0 0,1-1 1,0 0-1,-1 0 0,1-1 0,15-12 1,-20 14 69,1-1 1,-1-1-1,0 1 1,0-1-1,-1 1 1,0-1-1,1-1 1,-2 1-1,1-1 1,0 1-1,-1-1 1,0 0-1,-1 0 1,1 0-1,-1-1 1,-1 1-1,1 0 1,-1-1-1,1-10 1,-2 16 5,0 0 1,0 0-1,0 0 1,0 0-1,-1 0 1,1 0-1,0 0 0,-1 0 1,1 0-1,-1 0 1,1 0-1,-1 0 1,1 0-1,-1 0 1,1 0-1,-1 1 1,0-1-1,0 0 1,1 0-1,-1 1 1,0-1-1,0 1 0,0-1 1,0 1-1,0-1 1,-1 0-1,-36-4 288,29 5-214,0 1 0,0 0-1,0 1 1,0 0-1,0 0 1,-12 5-1,14-2-32,-1 0-1,1 0 0,0 0 0,0 1 0,0 0 0,1 0 1,0 1-1,0 0 0,1 0 0,0 0 0,0 1 0,0 0 0,1 0 1,0 0-1,1 0 0,0 0 0,0 1 0,1-1 0,0 1 1,1 0-1,-1 0 0,2 0 0,-1 0 0,1 0 0,1 0 0,-1 0 1,2-1-1,2 14 0,-2-18-151,-1 0 0,1-1 1,0 1-1,0-1 0,0 1 0,1-1 1,-1 1-1,1-1 0,0 0 0,0 0 1,0-1-1,0 1 0,0 0 1,0-1-1,1 0 0,0 0 0,-1 0 1,1 0-1,0-1 0,0 1 0,0-1 1,0 0-1,0 0 0,6 0 0,4 2-1657,1-1-1,0-1 0,0-1 0,0 0 0,23-3 0,10-9-6235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39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0 5827,'0'0'16399,"-22"10"-14160,-73 36-460,87-41-1517,1-1 0,0 1 1,0 1-1,0-1 0,1 1 0,0 0 0,0 1 0,0-1 0,1 1 1,0 0-1,0 1 0,1-1 0,0 1 0,-3 9 0,6-16-250,0-1-1,1 1 0,-1 0 0,1 0 1,-1-1-1,1 1 0,-1 0 1,1 0-1,0 0 0,-1 0 0,1 0 1,0 0-1,0 0 0,0 0 0,0 0 1,0 0-1,0 0 0,0 0 0,0 0 1,0 0-1,0 0 0,0-1 0,1 1 1,-1 0-1,0 0 0,1 0 0,-1 0 1,0 0-1,1 0 0,-1-1 0,1 1 1,0 0-1,-1 0 0,1-1 0,0 1 1,-1 0-1,1-1 0,0 1 0,0 0 1,-1-1-1,1 1 0,0-1 0,0 0 1,0 1-1,0-1 0,0 0 0,0 1 1,0-1-1,0 0 0,0 0 0,-1 0 1,1 0-1,0 0 0,0 0 0,0 0 1,0 0-1,2-1 0,3 1-2,0-1 0,0 0 0,-1 0-1,1-1 1,0 0 0,-1 0 0,10-5-1,-5 2-12,-2-1 0,1 0-1,-1-1 1,0 0-1,0 0 1,-1-1-1,0 0 1,10-14-1,-17 23 18,1-1-1,0 0 0,0 0 1,-1 1-1,1-1 0,0 0 0,-1 1 1,1-1-1,0 1 0,-1-1 0,1 1 1,-1-1-1,1 1 0,-1-1 1,1 1-1,-1-1 0,1 1 0,-1 0 1,0-1-1,1 1 0,-1 0 0,0-1 1,1 1-1,-1 0 0,0 0 1,0-1-1,0 1 0,0 1 0,19 42 118,-8-19-127,-9-22-198,0 1 0,0 0 0,0 0 0,1-1 1,0 1-1,0-1 0,0 0 0,0 0 0,0 0 1,1 0-1,-1-1 0,1 1 0,-1-1 0,1 0 1,0 0-1,0 0 0,7 2 0,-6-3-1319,1 1 0,0-1-1,-1-1 1,1 1 0,0-1 0,0 0-1,10-1 1,-1-3-6337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0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5138,'0'0'17371,"6"22"-15506,48 143 2067,-61-182-3660,1 3-124,0-1 0,1 1 0,1-1 0,0 0 0,1 0 0,-2-17 0,5 28-148,0-15-7,0 0 1,1 0-1,1 0 1,9-36-1,-10 51 1,0 0-1,0 0 0,1 0 1,0 1-1,-1-1 1,1 0-1,0 1 1,1-1-1,-1 1 0,1 0 1,-1 0-1,1 0 1,0 0-1,0 1 1,1-1-1,-1 1 1,0-1-1,1 1 0,-1 0 1,1 1-1,0-1 1,0 1-1,-1-1 1,1 1-1,0 0 0,0 1 1,0-1-1,0 1 1,8-1-1,-10 1-166,0 0 0,0 1 0,0-1 0,0 0-1,0 0 1,-1 1 0,1 0 0,0-1 0,0 1 0,0 0-1,0 0 1,-1 0 0,1 0 0,0 0 0,-1 0 0,1 0 0,-1 1-1,1-1 1,-1 0 0,0 1 0,0-1 0,2 3 0,12 25-6177,-8-14 744,5 5-4975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0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12246,'0'0'20521,"20"2"-20521,-13-2 0,0 0 0,-1 0 0,1 0 0,7-2 0,13-12-1745,7-4-5090,13-9-7171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1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5 7123,'0'0'19871,"-17"-2"-17860,5 1-1743,0 0 0,0 1 0,0 0 0,-1 1 0,1 0 0,0 1 0,0 1 0,0-1 0,0 2 0,-11 5 0,-2 2-47,-67 36 255,84-42-463,0 1 0,0-1 0,0 2 0,1-1 0,-1 1 0,1 0 0,1 1 0,-7 8 0,13-15-13,-1-1 0,1 1 0,0-1 0,-1 1 0,1 0 0,-1-1 0,1 1 0,0 0 0,0-1 0,-1 1 0,1 0 0,0-1 0,0 1 0,0 0 0,0-1 0,0 1 0,0 0 0,0-1 0,0 1 0,0 0 0,0 0 0,0-1 0,0 1 0,0 0 0,1-1 0,-1 1 0,0 0 0,1-1 0,-1 2 0,22 6 0,45-8 0,-46-1 0,146 1 0,-167 0 0,0 0 0,1 0 0,-1 0 0,0 0 0,1 0 0,-1 0 0,1 0 0,-1 0 0,0 0 0,1 1 0,-1-1 0,0 0 0,1 0 0,-1 0 0,0 0 0,1 1 0,-1-1 0,0 0 0,1 0 0,-1 1 0,0-1 0,0 0 0,1 1 0,-1-1 0,0 0 0,0 0 0,0 1 0,0-1 0,1 0 0,-1 1 0,0-1 0,0 1 0,0-1 0,0 0 0,0 1 0,0-1 0,0 0 0,0 1 0,0-1 0,0 1 0,0-1 0,0 0 0,0 1 0,0-1 0,0 0 0,0 1 0,0-1 0,-1 0 0,1 1 0,0-1 0,0 0 0,-1 1 0,-8 15 0,-62 48 28,12-12-171,57-51-700,5-8-4933,-1 1 3325,5-10-1095,22-16-5461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1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2369,'0'0'24638,"20"1"-23179,4 1-1033,28 2 279,1-3 0,74-6-1,-124 5-713,-1 0 0,1 0-1,0-1 1,0 1 0,0-1 0,-1 0-1,1 0 1,-1 0 0,1 0 0,0 0-1,-1 0 1,0-1 0,1 1 0,-1-1-1,0 0 1,0 0 0,0 1 0,0-1-1,0-1 1,0 1 0,-1 0 0,1 0-1,-1-1 1,1 1 0,-1-1 0,0 1-1,0-1 1,0 1 0,1-6 0,-2 7 6,-1 0 0,1 0 0,-1 0 0,1 0 0,-1 0 0,1 0 0,-1 0 0,0 0 0,1 0 0,-1 1 0,0-1 0,0 0 0,0 1 0,0-1 0,1 0 0,-1 1 0,0-1 0,0 1 0,0 0 0,0-1 0,0 1 0,0 0 0,0-1 0,0 1 0,-1 0 0,1 0 0,0 0 0,0 0 0,0 0 0,-1 0 0,-47 0 24,35 0-13,-3 1 19,0 0 0,0 0 1,0 2-1,-33 9 0,41-9 36,0 0 0,0 0-1,1 2 1,-1-1 0,1 1 0,0 0 0,0 0-1,0 1 1,1 0 0,-11 12 0,17-17-57,-1 1 1,1-1 0,0 1 0,0-1-1,0 1 1,0-1 0,0 1-1,0 0 1,1-1 0,-1 1-1,0 0 1,1 0 0,0 0-1,-1 0 1,1-1 0,0 1 0,0 0-1,0 0 1,0 0 0,0 0-1,0 0 1,1 2 0,0-1 0,1-1-1,-1 1 1,1 0 0,-1 0 0,1-1 0,0 1 0,0-1 0,0 1 0,0-1-1,1 0 1,-1 0 0,3 2 0,4 2-339,0 0 1,1-1-1,-1 0 0,1-1 1,0 0-1,18 5 0,-13-6-1183,-1-1 0,0-1-1,1 0 1,-1-1 0,1 0-1,-1-1 1,1-1 0,-1 0-1,0-1 1,23-8 0,18-19-4395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1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13302,'0'0'13137,"-16"25"-9805,-50 86-1446,61-100-1779,-1 1 0,1-1 0,1 1 0,0 0-1,0 0 1,2 0 0,-1 0 0,2 0 0,-1 15 0,-2 11-66,1-22-41,0 2 0,1 1 0,0 0 0,2 35 0,0-51 0,1 0 0,-1 0 0,0 0 0,1 0 0,-1 0 0,1 0 0,0 0 0,0 0 0,0 0 0,0 0 0,1-1 0,-1 1 0,1-1 0,-1 1 0,1-1 0,0 1 0,0-1 0,0 0 0,0 0 0,1 0 0,-1 0 0,1 0 0,-1 0 0,1-1 0,-1 1 0,1-1 0,0 0 0,0 0 0,0 0 0,0 0 0,3 0 0,9 1-433,-1-1-1,0-1 1,0 0 0,1-1 0,21-4-1,-25 2-248,0 0-1,0 0 1,0-1-1,-1 0 1,0-1-1,1 0 1,-2-1-1,1 0 1,-1-1 0,0 0-1,0 0 1,9-10-1,11-21-7374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1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10981,'0'0'9236,"121"2"-9236,-80-7-144,0-2-1489,6-2-3745,-6-4-3090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2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49 190 8964,'0'0'17533,"0"14"-15201,0 37-1019,-2 0-1,-15 92 1,17-143-1313,0 1 0,-1 0 0,1 0 0,0 0 0,0 0 0,0 0 0,-1 0 0,1 0 0,-1 0 0,1 0 0,0 0 0,-1 0 0,0 0 0,1 0 0,-1 0 0,0 0 0,1-1 0,-1 1 0,0 0 0,0 0 0,0-1 0,1 1 0,-1-1 0,0 1 0,0-1 0,0 1 0,-1 0 0,1-1 0,1 0 0,0 0 0,-1 0 0,1 0 0,-1 0 0,1 0 0,-1 0 0,1 0 0,0-1 0,-1 1 0,1 0 0,-1 0 0,1 0 0,-1 0 0,1 0 0,0-1 0,-1 1 0,1 0 0,0 0 0,-1-1 0,1 1 0,0 0 0,-1-1 0,1 1 0,0 0 0,0-1 0,-1 1 0,1 0 0,0-1 0,0 1 0,0-1 0,-1 1 0,1 0 0,0-1 0,0 1 0,0-1 0,0 1 0,0-1 0,0 1 0,0-1 0,1-12 0,-1-19-356,1-1 0,2 0 0,8-38 0,-8 59 237,0-1 0,1 1 0,0 0 0,1 1 0,1-1 0,-1 1 0,2 0 0,0 0 0,0 1 0,0 0 0,14-13 0,-20 22 124,0 0 1,-1 0-1,1 0 1,0 0-1,0 0 0,0 0 1,0 0-1,-1 0 1,1 0-1,0 1 0,1-1 1,-1 0-1,0 1 1,0-1-1,0 1 1,0-1-1,0 1 0,1 0 1,-1-1-1,0 1 1,0 0-1,0 0 0,1 0 1,-1 0-1,0 0 1,0 0-1,1 0 0,-1 0 1,0 1-1,0-1 1,0 0-1,1 1 0,-1-1 1,0 1-1,0-1 1,0 1-1,0 0 0,0-1 1,0 1-1,0 0 1,1 1-1,2 4 101,-1-1 0,0 1-1,0 0 1,0 1 0,0-1 0,1 10-1,3 4 145,-1-4-149,1-1 1,1 1-1,0-1 1,1-1-1,0 0 1,2 0-1,-1-1 1,2 0 0,-1-1-1,2 0 1,0-1-1,0 0 1,1-1-1,0 0 1,30 14-1,-42-23-100,0 0-1,1-1 1,-1 1-1,0 0 0,0-1 1,1 1-1,-1-1 1,0 0-1,1 0 0,-1 0 1,0 0-1,1 0 1,-1 0-1,0-1 0,1 1 1,-1-1-1,0 0 1,1 1-1,-1-1 1,0 0-1,0 0 0,0-1 1,0 1-1,0 0 1,0-1-1,0 1 0,-1-1 1,1 1-1,0-1 1,-1 0-1,2-3 0,4-5 0,0-1 0,-2 0-1,1-1 1,6-22 0,-2 8-1,51-141 1,-29 72 0,-27 73 9,-3 13-88,-1 12-158,-2 7-647,0 1 0,-1-1 0,0 0-1,-5 15 1,-3 11-3914,6 1-3964,4-12-66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6435,'0'0'14911,"22"5"-12547,-8-1-1961,3 1 145,0-1 0,0 0 0,0-2 1,0 0-1,1 0 0,-1-2 0,29-2 0,-32-2-302,-1 0 0,0 0 0,0-2 0,0 1 0,-1-1 0,1-1 0,-1-1 0,-1 1 0,16-15 0,-26 21-227,0 1-1,0-1 1,0 0-1,0 1 1,-1-1-1,1 0 0,0 0 1,-1 0-1,1 0 1,-1 0-1,1 0 1,-1 0-1,1 0 1,-1 0-1,0 0 1,1 0-1,-1 0 1,0 0-1,0 0 1,0 0-1,1 0 1,-1 0-1,-1-2 1,1 2-7,-1 0 0,1 0 1,-1 1-1,0-1 1,0 0-1,1 0 0,-1 1 1,0-1-1,0 0 1,0 1-1,0-1 0,0 1 1,0-1-1,0 1 1,0-1-1,0 1 0,0 0 1,-1-1-1,-54-4 196,53 5-185,-10 0-1,-6 0 62,1 0 1,0 1-1,0 0 0,-1 2 1,-17 4-1,31-5-67,0 0 0,0 0-1,0 0 1,0 1 0,1 0 0,-1-1 0,1 2 0,0-1 0,0 0 0,0 1-1,0 0 1,1 0 0,0 0 0,-1 0 0,1 0 0,1 1 0,-1-1 0,1 1-1,0 0 1,0 0 0,-3 9 0,3-8-321,1 0 0,-1 1 0,1-1 1,0 1-1,0 0 0,1-1 0,0 1 0,0 0 0,1-1 1,2 12-1,-3-16 56,1 1 0,0-1 0,0 1 0,1-1 1,-1 1-1,0-1 0,1 1 0,0-1 0,0 0 0,-1 0 1,1 0-1,0 0 0,0 0 0,1 0 0,-1-1 0,0 1 0,1-1 1,-1 1-1,1-1 0,-1 0 0,1 0 0,-1 0 0,1-1 1,0 1-1,0 0 0,5-1 0,20 2-8863,5-2-4511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3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16552,'0'0'14214,"-102"124"-13173,95-94-353,1-5-416,-8-1-272,7 1 0,-6-4-224,-1-3-817,-6-5-767,0-4-1442,6-9-2416,-6 0-4627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3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3794,'0'0'28333,"136"73"-27693,-95-53-640,-8 0 0,8-6 0,0-5 0,-1-5-880,1-4-1522,-7 0-1887,7-13-4211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6195,'0'0'24171,"0"4"-22541,-1 12-1527,-1 0 1,-1-1 0,0 1-1,-1-1 1,-1 0-1,-10 21 1,-13 50-58,20-36-46,1 0 0,3 1 0,3 64 0,1-102 0,0-11-52,-1 1-1,2-1 1,-1 1-1,0 0 1,0-1-1,1 1 1,-1-1-1,1 1 1,0-1-1,0 0 1,0 1-1,0-1 1,0 0-1,0 1 1,1-1-1,-1 0 1,1 0-1,0 0 1,-1 0-1,1 0 1,0-1-1,0 1 1,0 0 0,0-1-1,1 0 1,-1 1-1,0-1 1,1 0-1,-1 0 1,0 0-1,1-1 1,-1 1-1,1 0 1,0-1-1,-1 0 1,1 0-1,-1 1 1,1-1-1,-1-1 1,6 0-1,0 1-414,0-2-1,-1 1 0,1-1 0,0 0 0,-1 0 1,1-1-1,-1 0 0,0-1 0,0 1 0,0-1 1,-1-1-1,10-6 0,12-20-9195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3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14423,'0'0'11669,"149"4"-11669,-101-4-144,6-4-1617,0-14-2273,-7-7-4818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4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 12598,'0'0'8985,"-23"15"-4212,-2-1-3572,8-4-634,0 0-1,1 1 0,0 0 0,1 1 0,1 1 0,0 0 1,-17 21-1,10-7-438,2 1 1,0 0-1,2 1 1,-23 57-1,34-71-125,0 1 0,1 0 0,1 0 1,0 0-1,2 1 0,0-1 0,0 1 0,2-1 0,0 1 1,1 0-1,5 28 0,-5-40-5,1 0 1,-1 0-1,1 0 1,1 0-1,-1-1 1,0 1-1,1-1 1,0 0-1,0 1 0,1-1 1,-1-1-1,1 1 1,0 0-1,8 5 1,-4-3-23,1-1 1,0-1 0,0 1 0,1-2 0,-1 1 0,1-1-1,12 2 1,6 0-287,-1-2 0,1-1 1,0-2-1,46-3 0,-65 2-445,-1-1-1,0 1 1,0-1 0,0 0 0,0-1 0,7-4-1,25-16-6584,13-18-9345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4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16952,'0'0'7638,"-12"22"-3100,-2 0-3622,6-11-657,1 0 0,1 1 1,0 0-1,0 0 0,1 0 0,1 1 1,0-1-1,1 1 0,-3 23 0,1 0-240,2 0 0,2 0-1,1 0 1,1 1 0,3-1-1,12 59 1,-12-82-55,1 5-1280,-1 0 0,5 34 1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4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9364,'0'0'10664,"28"1"-5870,188 5-373,-150-6-3845,136-4 123,-178 2-674,0-2 0,0 0-1,0-1 1,-1-2 0,0 0 0,24-12-1,-45 19-22,-1 0-1,0-1 1,1 1-1,-1-1 1,0 1-1,1-1 1,-1 1-1,0-1 0,0 0 1,1 0-1,-1 0 1,0 0-1,0 0 1,0 0-1,0 0 1,0 0-1,0 0 1,-1 0-1,1 0 0,0-1 1,0 1-1,-1 0 1,1 0-1,-1-1 1,1 1-1,-1-1 1,0 1-1,1 0 0,-1-1 1,0 1-1,0-1 1,0 1-1,0-2 1,-2 1 0,1 0 0,0 0 0,0 1 0,-1-1 0,1 1 0,-1-1 0,1 1 0,-1-1 0,0 1 0,0 0 0,1 0 1,-1 0-1,0 0 0,0 0 0,0 0 0,0 0 0,0 1 0,0-1 0,-4 0 0,-23-3 417,0 1 1,-1 2-1,-32 2 0,16-1-127,44 0-291,0 1-1,0-1 1,0 1-1,1-1 1,-1 1-1,0 0 1,1-1 0,-1 1-1,0 0 1,1 0-1,-1 0 1,1 0-1,-1 1 1,1-1 0,0 0-1,0 0 1,-1 1-1,1-1 1,0 1-1,0-1 1,0 1 0,0 0-1,1-1 1,-1 1-1,0 0 1,1 0-1,-1-1 1,1 1-1,0 0 1,-1 0 0,1 0-1,0-1 1,0 1-1,0 2 1,0 13-2,0 0 0,4 31-1,-3-36 2,0-7-140,0 1 1,0 0-1,1-1 1,-1 1-1,1-1 1,1 1-1,-1-1 1,1 0-1,0 0 1,0 0-1,0 0 1,1-1-1,-1 1 0,1-1 1,1 0-1,-1 0 1,0 0-1,7 4 1,-5-5-233,-1 1 1,1-1-1,0 0 0,0-1 1,0 1-1,0-1 1,1-1-1,-1 1 1,1-1-1,-1 0 0,1 0 1,-1-1-1,1 0 1,-1 0-1,1 0 0,-1-1 1,1 0-1,-1 0 1,1-1-1,-1 0 1,0 0-1,0 0 0,0-1 1,0 0-1,6-4 1,23-23-10352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5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14551,'0'0'15959,"4"13"-14062,11 43-1537,-13-52-360,0 1 0,1-1 0,-1 0 0,1 1 0,-1-1 0,1-1 0,0 1 0,1 0 0,-1-1 0,1 1 0,-1-1 0,1 0 0,0 0 0,0-1 0,0 1 0,1-1 0,7 3 0,-10-3 0,1-1 0,0 0 0,0 0 0,0-1 0,0 1 0,0 0 0,0-1 0,0 0 0,1 0 0,-1 0 0,0 0 0,0 0 0,0-1 0,0 1 0,0-1 0,0 0 0,0 0 0,0 0 0,0 0 0,-1-1 0,1 1 0,0-1 0,-1 1 0,1-1 0,2-2 0,7-9-135,-1-1-1,0 0 1,-1 0 0,0-1-1,-1 0 1,7-18 0,-16 33 139,0 0 0,1 0 1,-1 0-1,0-1 0,0 1 0,0 0 0,1 0 1,-1 0-1,0 0 0,0 0 0,1-1 1,-1 1-1,0 0 0,0 0 0,1 0 0,-1 0 1,0 0-1,0 0 0,1 0 0,-1 0 0,0 0 1,0 0-1,1 0 0,-1 0 0,0 0 1,0 0-1,1 0 0,-1 1 0,0-1 0,0 0 1,1 0-1,-1 0 0,0 0 0,0 0 1,0 0-1,1 1 0,-1-1 0,0 0 0,0 0 1,0 0-1,1 1 0,-1-1 0,18 15 332,-14-11-275,1 0 1,-1-1-1,0 1 1,1-1-1,0 0 1,9 4-1,-9-5-61,1-1 0,-1 0 0,1-1 0,-1 1 0,1-1 0,-1 0 0,1 0 0,-1-1 0,1 0 0,-1 0 0,1 0 0,-1-1 0,10-3 0,-3-2 0,0 0 0,0 0 0,-1-1 0,11-10 0,-2 2 0,-9 9 0,-7 13 0,5 10 0,8 4 0,39 34 0,-54-52-169,0-1-1,0 0 0,0 1 1,0-1-1,0 0 1,1 0-1,-1 0 1,0-1-1,1 1 1,-1-1-1,0 1 1,1-1-1,-1 0 1,1 0-1,4 0 1,-3 0-612,0-1 0,0 1 0,0-1 0,0 0 0,0 0 0,0-1 0,0 1 0,0-1 0,0 0 0,0 0 0,-1 0 0,1-1 0,3-2 0,15-21-12273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5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4866,'0'0'22587,"-8"24"-19527,-25 78-1158,28-82-1845,0 0 0,2 1 0,0-1 0,1 1 0,1 0 0,4 39 0,-1-1-104,-3-6 96,-1-32-128,2 0 0,0 0 0,1 1-1,7 33 1,-7-48-428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11221,'0'0'14303,"20"-6"-12161,66-20-269,-82 25-1785,0 1-1,0-1 1,1 1 0,-1-1 0,0 1-1,0 1 1,0-1 0,1 1 0,-1-1-1,0 1 1,0 0 0,0 1 0,0-1-1,0 1 1,0-1 0,-1 1 0,1 0-1,0 1 1,-1-1 0,0 1 0,1-1-1,3 6 1,0-1 85,-1 0 0,0 1 0,0 0-1,0 0 1,-1 1 0,7 17 0,-9-20-173,0 0 0,-1 0 0,0 0 0,-1 0 0,1 1 0,-1-1 0,0 1 0,0-1 0,-1 1 0,0-1 0,0 1 0,-3 11 0,2-14 0,0-1 0,-1 1 0,0-1 0,0 1 0,0-1 0,0 0 0,0 0 0,-1 0 0,1 0 0,-1 0 0,0 0 0,0-1 0,0 1 0,0-1 0,0 0 0,-1 0 0,1 0 0,-1 0 0,1-1 0,-1 1 0,-6 1 0,-51 10-5629,59-13 5191,0 1 0,0-1 0,0 0 0,0 0 0,0 0 0,0 0 0,-1 0 0,1 0 0,0-1 0,0 1 1,0-1-1,0 1 0,0-1 0,1 0 0,-1 1 0,0-1 0,0 0 0,0 0 0,1-1 0,-1 1 0,0 0 0,1-1 0,-1 1 0,1 0 1,0-1-1,-3-2 0,2-14-14524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6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8660,'0'0'17749,"8"6"-15521,1 2-1886,0 0 0,0 1 1,-1 0-1,0 0 0,13 20 0,36 69 1431,-29-50-1469,-20-34-304,13 22 0,23 50 0,-39-71 0,0-1 0,0 1 0,-2 0 0,0 0 0,0 0 0,-1 0 0,-1 18 0,-1-27 0,0 0 0,0 1 0,-1-1 0,0 0 0,0 1 0,0-1 0,-1 0 0,0 0 0,0 0 0,-4 7 0,0-4 0,0-1 0,-1 1 0,0-1 0,-1 0 0,-10 8 0,15-12-457,-1-1 0,-1 1-1,1-1 1,0 0 0,-1 0 0,0 0 0,1 0-1,-1-1 1,0 0 0,-1 0 0,1 0-1,0-1 1,0 0 0,-1 0 0,-10 1 0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6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14599,'0'0'18168,"81"0"-18168,-81 4 0,-20 12 0,0 0-1281,-1-5-4577,1-7-8325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47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1 14967,'0'0'14438,"-54"147"-13109,34-113-945,-7 4-368,-7 0-16,-7 3-1681,-6 0-1776,-7-5-2738,-7-5-9316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58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1 285 4082,'0'0'17779,"8"-17"-15114,26-49-750,-20 51-803,-5 19-148,0 20 328,-9-21-1165,4 11 73,2 6 77,-1 0-1,0 1 1,-2-1-1,1 28 0,-4-48-280,1 1 0,-1-1 0,0 1-1,-1-1 1,1 1 0,0-1 0,0 0-1,0 1 1,0-1 0,0 1 0,0-1-1,0 0 1,-1 1 0,1-1 0,0 0-1,0 1 1,0-1 0,-1 0 0,1 1-1,0-1 1,0 0 0,-1 1-1,1-1 1,0 0 0,-1 0 0,1 1-1,-1-1 1,1 0 0,0 0 0,-1 0-1,1 1 1,0-1 0,-1 0 0,1 0-1,-1 0 1,1 0 0,-1 0 0,1 0-1,0 0 1,-1 0 0,1 0 0,-1 0-1,1 0 1,0 0 0,-1 0 0,1 0-1,-1-1 1,1 1 0,0 0 0,-1 0-1,0-1 1,0 1-15,0-1 0,-1 0 0,1 1 1,0-1-1,-1 0 0,1 0 0,0 0 0,0 0 0,0 0 1,0 0-1,0 0 0,0 0 0,0 0 0,0 0 0,0-3 1,-5-16-236,1-2 1,1 1 0,1-1 0,1 1 0,1-1 0,1-22 0,42 45 32,-2 7 219,-1-1 1,2-3-1,74 0 1,-104-4-35,0-1 0,1-1 0,-1 1 0,0-2 0,0 0 0,-1 0 0,1-1-1,0 0 1,-1-1 0,0 0 0,0 0 0,-1-1 0,0-1 0,0 1 0,0-1 0,0-1 0,-1 0 0,13-17 0,-18 22 43,-1-1 1,0 0-1,0 0 1,0 0-1,0 0 1,0 0-1,-1 0 1,0 0-1,1 0 1,-2-1-1,1 1 1,0-9-1,-1 11 11,0 1 0,-1-1-1,1 0 1,0 1-1,-1-1 1,0 0-1,1 1 1,-1-1-1,0 1 1,0-1-1,0 1 1,0-1-1,0 1 1,0-1-1,0 1 1,0 0-1,0 0 1,-1-1-1,1 1 1,-1 0-1,1 0 1,-1 1 0,1-1-1,-1 0 1,1 0-1,-1 1 1,0-1-1,1 1 1,-1-1-1,0 1 1,1 0-1,-1 0 1,-2 0-1,-11-2 141,0 1 1,0 1-1,0 0 0,1 1 0,-1 0 0,0 2 1,1-1-1,-17 7 0,27-8-122,-1 1 0,0 0 0,1 0 0,0 0 0,0 0 0,-1 1-1,1 0 1,1 0 0,-1 0 0,0 0 0,1 1 0,-1-1 0,1 1 0,0 0 0,0 0 0,1 0 0,-1 0-1,1 0 1,0 1 0,0-1 0,0 1 0,1-1 0,0 1 0,0 0 0,0 0 0,0 0 0,1-1 0,0 7-1,-1 3-68,2 0 0,0 0-1,0 0 1,1 0-1,1 0 1,0 0-1,9 22 1,-9-31-202,-1 0 1,1 0 0,0-1-1,0 1 1,1-1 0,-1 1-1,1-1 1,0 0-1,0-1 1,1 1 0,-1-1-1,1 1 1,-1-1-1,1-1 1,0 1 0,0-1-1,0 1 1,1-2-1,-1 1 1,0 0 0,1-1-1,9 1 1,-1-1-1097,-1 0 1,1 0-1,-1-1 1,0-1-1,1-1 1,19-4-1,34-22-6827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5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0 11221,'0'0'7291,"-24"6"-3291,-76 22-1255,94-26-2501,0 0-1,0 1 1,0 0 0,1 0 0,-1 0 0,1 1-1,0 0 1,0 0 0,0 0 0,0 1 0,1-1-1,-1 1 1,1 0 0,1 1 0,-1-1 0,-4 10-1,4-5 59,1 0 0,0 0-1,0 0 1,1 0 0,1 0-1,0 1 1,0 19 0,1-29-299,1 1 1,0-1-1,0 0 1,-1 1 0,1-1-1,0 0 1,0 0-1,0 0 1,0 0-1,1 0 1,-1 0 0,0 0-1,0 0 1,1 0-1,-1 0 1,0-1 0,1 1-1,-1 0 1,1-1-1,-1 1 1,0-1 0,1 0-1,-1 1 1,1-1-1,0 0 1,-1 0 0,1 0-1,-1 0 1,1 0-1,1-1 1,52-1 95,-46 0-143,0 0-1,-1-1 0,1 0 1,0 0-1,-1-1 0,0 0 1,0 0-1,0-1 0,0 0 1,-1-1-1,0 1 1,0-1-1,-1-1 0,1 0 1,-1 1-1,-1-2 0,1 1 1,7-14-1,-16 30 276,1 0 0,0 0 0,1-1 0,0 2 0,0-1 0,1 0 0,0 0-1,2 12 1,-2-17-369,1 1-1,0-1 1,0 1-1,1-1 1,-1 1-1,1-1 1,0 0-1,0 0 1,5 6-1,-6-8-143,1 0 1,0 0-1,0 0 0,-1 0 1,1-1-1,1 1 1,-1-1-1,0 1 0,0-1 1,0 0-1,1 0 0,-1 0 1,1 0-1,-1 0 0,1-1 1,-1 1-1,1-1 0,4 1 1,-1-1-638,-1 1-142,-1-1 0,0 0 0,1 0 0,-1 0 0,1-1 0,-1 1 1,0-1-1,0 0 0,9-3 0,8-17-8680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5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4178,'0'0'15895,"1"20"-12250,25 157 1677,-19-107-2627,-7-69-2319,-2-6-35,-2-3-325,0 0 1,1 0-1,0-1 0,0 1 1,1-1-1,1 1 0,-2-17 0,0-70 37,4 66-12,-2 21-50,2 0-1,-1 0 0,1 0 0,0-1 1,0 1-1,1 0 0,0 1 0,1-1 1,0 0-1,0 0 0,1 1 1,0 0-1,0 0 0,0 0 0,1 0 1,11-11-1,-15 17-67,1 0 0,-1 0 0,1 0-1,-1 1 1,1-1 0,-1 1 0,1-1 0,-1 1 0,1-1 0,0 1 0,-1 0-1,1 0 1,0 0 0,-1 0 0,1 0 0,0 0 0,0 0 0,-1 0 0,1 1-1,-1-1 1,1 1 0,0-1 0,2 2 0,34 23-2880,-27-17 1805,-2-2-931,0 0 0,1-1 1,0 0-1,0 0 0,17 5 0,19-2-9218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59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11397,'0'0'17352,"136"-25"-15655,-89 7-897,1 2-432,-1 3-127,-6 1-225,-7 3-32,-1 7-177,-19 0-783,0 2-1377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3:59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1457,'0'0'26636,"116"-14"-24907,-69-2-705,-6 3-560,-1-1-464,-6 3-16,0 4-720,0-2-1505,0-2-2193,6-5-4594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4:00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1 384,'0'0'24579,"1"25"-22319,5 82 512,21 119 0,-15-161-3640,-2 0 0,2 118 0,-12-183 658,0 0-1,0 1 1,0-1-1,0 0 1,-1 1-1,1-1 1,0 0-1,0 1 1,0-1-1,0 0 1,0 1-1,-1-1 1,1 0 0,0 0-1,0 1 1,-1-1-422,1 1 422,-1-1-1,1 0 1,0 0-1,0 0 1,-1 0-1,1 0 1,0 1-1,-1-1 1,1 0-1,0 0 1,-1 0 0,1 0-1,0 0 1,-1 0-1,1 0 1,0 0-1,-1 0 1,1 0-1,0 0 1,-1 0-1,1 0 1,0 0-1,-1 0 1,1-1-1,-1 1 1,-3 0-2535,-21 0-9375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4:00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0 268 13270,'0'0'3162,"25"0"658,369-23 6654,-151-15-9123,-203 29-1179,0-2 1,-1-2-1,71-32 1,-106 42-191,1 1 1,-1-1-1,0 0 1,0 0-1,0-1 1,0 1-1,-1-1 0,1 1 1,-1-1-1,5-8 1,-7 10 11,0 1 0,-1 0 0,1-1 1,-1 1-1,1-1 0,-1 1 1,0 0-1,1-1 0,-1 1 1,0-1-1,0 1 0,0-1 1,0 1-1,0-1 0,0 1 0,0-1 1,-1 1-1,1 0 0,-1-1 1,1 1-1,-1-1 0,1 1 1,-1 0-1,0-1 0,0 1 1,1 0-1,-1 0 0,0 0 0,0 0 1,0-1-1,0 1 0,0 1 1,-1-1-1,1 0 0,0 0 1,0 0-1,-1 1 0,1-1 1,0 0-1,-3 0 0,-15-6 45,0 1 0,0 0 0,-1 2-1,0 0 1,0 1 0,0 1 0,0 1 0,0 1-1,0 1 1,-25 3 0,41-3-39,1-1 0,-1 1 0,0 0 0,0 0 0,1 0 0,-1 0 0,1 1 0,-1-1 0,1 1 0,-1 0 0,1 0 0,0 0 0,0 1 0,0-1 0,0 1 0,1 0 0,-1-1 0,1 1 0,-1 0 0,1 1 0,-3 5 0,2-1 0,0 1 0,0 0 0,1 0 0,1 0 0,-1 0 0,1 1 0,1-1 0,0 10 0,1-14 3,-1 0-1,1-1 1,0 1-1,0-1 1,1 1-1,-1-1 1,1 1-1,0-1 1,0 0-1,1 0 1,-1 0-1,1 0 1,0 0-1,0-1 1,0 1-1,0-1 1,1 0-1,-1 0 1,1 0-1,0 0 1,0-1-1,0 1 1,0-1-1,5 2 1,2 1-38,1 0 0,0-1 0,0 0 0,0-1 1,0-1-1,0 0 0,1 0 0,13-1 0,-12 0-879,-1-2-1,1 0 1,-1 0 0,16-5-1,-23 4-471,1 0-1,0-1 1,-1 0-1,1 0 1,10-7-1,18-17-11179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4:01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15495,'0'0'15503,"23"12"-13993,170 83-1251,-190-93-259,0-1 0,0 0 0,0 0 0,0 0 0,0 0 0,1 0 0,-1-1 0,0 1 0,0-1 0,0 0 0,1 0 0,-1 0 0,0-1 0,0 1 0,0-1 0,0 0 0,0 0 0,1 0 0,-1 0 0,-1 0 0,1 0 0,0-1 0,0 0 0,0 1 0,-1-1 0,5-4 0,3-5 0,-1 0 0,0 0 0,-1-1 0,0 0 0,6-13 0,-7 12 0,0 1 0,1 0 0,15-17 0,-22 29 0,0 0 0,1 1 0,-1-1 0,0 0 0,0 1 0,1-1 0,-1 1 0,0 0 0,0-1 0,0 1 0,0 0 0,0 0 0,0 0 0,0-1 0,0 1 0,0 0 0,0 2 0,3 0 0,-1 1 0,1-1 0,-1 0 0,1-1 0,0 1 0,0 0 0,0-1 0,0 0 0,1 0 0,4 1 0,1-2 0,-1 0 0,1 0 0,0-1 0,0-1 0,0 0 0,0 0 0,0-1 0,-1 0 0,11-4 0,-2-1 0,-1-1 0,0-1 0,27-19 0,-41 26 0,14-5 0,-14 7 0,-1 0 0,0 1 0,0-1 0,0 1 0,1 0 0,-1-1 0,0 1 0,0 0 0,0 0 0,0 0 0,0 1 0,-1-1 0,1 0 0,0 1 0,0-1 0,-1 1 0,1-1 0,-1 1 0,1 0 0,-1 0 0,1 2 0,4 2 0,6 8 0,-8-10 0,0 1 0,-1-1 0,1 0 0,1 0 0,-1 0 0,0-1 0,1 0 0,0 1 0,0-1 0,0-1 0,0 1 0,0-1 0,1 0 0,-1 0 0,1-1 0,-1 1 0,1-1 0,6 0 0,-4-1-46,45-2-3171,-47 1 2355,-1 0 0,0-1 1,0 1-1,0-1 0,0 0 1,0 0-1,0-1 0,5-3 1,25-21-11652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4:01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8580,'0'0'16666,"-5"26"-12160,-6 28-3501,3 0 0,-2 73 0,11-93-1005,0-1 0,2 1 0,12 51 0,-7-36-113,-7-36-117,1 0 0,1 0 0,0 0 0,0-1 0,1 1 0,8 15 0,-10-26-673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4:01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10293,'0'0'2948,"15"-22"1102,50-68 469,-59 84-4066,-1 0 0,1 0 0,0 1 0,0-1 0,1 2 0,0-1 0,0 1 0,0 0 0,0 0 0,1 1 0,-1 0 0,1 0 0,0 0 0,0 1 0,0 1 0,0-1 0,0 2 0,0-1 0,0 1 0,0 0 0,10 1 0,-11-1-254,-1 0-168,0 1 1,0-1-1,0 1 1,0 1-1,0-1 1,0 1 0,-1 0-1,1 0 1,-1 0-1,1 1 1,-1 0-1,0 0 1,0 0-1,0 1 1,-1-1 0,1 1-1,-1 1 1,0-1-1,0 0 1,0 1-1,5 8 1,-5-6-26,0 0 0,-1 0 0,0 1 0,0-1 1,0 1-1,-1 0 0,0 0 0,-1 0 0,0 0 0,0 0 0,0 0 0,-1 0 1,0 0-1,-1 0 0,-3 14 0,3-17-6,-1-1 0,0 0 0,0 0 0,-1 0 0,1 0 0,-1-1 0,0 1 0,0 0 0,0-1 0,-1 0 0,1 0 0,-1 0 0,0 0 0,0-1 0,1 1 0,-2-1 0,1 0 0,-8 3 0,-13 4 0,1-1 0,-28 6 0,40-11 0,-6 0 0,0 0 0,-1-2 0,-33 0 0,31-1 0,20 0-27,1 0 0,-1 0 0,0 0 0,0 0 0,0 0 0,0 0 0,0-1 0,1 1 0,-1 0 0,0 0 0,0-1 0,0 1 0,1-1 1,-1 1-1,0-1 0,0 1 0,1-1 0,-1 1 0,0-1 0,1 1 0,-1-1 0,1 0 0,-1 1 0,1-1 0,-1 0 0,1 0 0,-1 0 0,0-28-2167,2 22 1012,1 0 0,0 1 0,1-1 0,-1 0 0,1 1-1,5-9 1,18-20-11909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4:01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 11317,'0'0'21450,"47"-9"-21450,-47 25 0,0 2 0,-13 5 0,-1-3-960,0 0-6564,-6-4-7699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4:02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0 17576,'0'0'15191,"-81"143"-15191,61-103 0,-7 3 0,-7 5 0,7 3 0,-7 6 0,-14 6 0,-6 0-4466,-14-2-6515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7:04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25 0,'0'0'560,"-21"0"494,16 0-1001,4 0-29,0 0-21,-4 0-19,4 0 3,0 0-134,-3 0 158,2 0 55,1 0-74,-24 0 24,24 0 96,0 0-85,-3 0-11,3-2-8,1 2 16,-2 3-9,-2-8 27,-4-12-41,6 13-128,-8 6-161,2 8-24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8:32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0 207 4834,'0'0'13561,"3"-17"-10792,1 12-2464,1-1-1,-1 1 0,1 1 1,1-1-1,-1 1 0,1 0 0,-1 0 1,1 0-1,0 1 0,0 0 1,1 0-1,9-3 0,10-6-74,29-16-106,2 3 0,1 2 0,61-16 1,-113 38-131,22-5-75,-28 6 79,1 0-1,-1 0 1,1 0 0,0 1 0,-1-1 0,1 0 0,-1 0 0,1 0-1,0 0 1,-1 1 0,1-1 0,-1 0 0,1 0 0,-1 1-1,1-1 1,-1 0 0,1 1 0,-1-1 0,1 1 0,-1-1 0,0 0-1,1 1 1,-1-1 0,0 1 0,1-1 0,-1 1 0,0 0-1,1-1 1,-1 1 0,0-1 0,0 1 0,0-1 0,0 1 0,1 0-1,-1-1 1,0 1 0,0-1 0,0 2 0,-2 11 19,0-1 1,-1 0 0,0 0-1,-1 0 1,0 0 0,-1 0-1,0-1 1,0 0 0,-2 0-1,-14 19 1,14-19-7,-1-1 0,1 1 0,1 0 1,0 1-1,1-1 0,0 1 0,1 0 0,0 0 0,1 1 1,0-1-1,0 14 0,3 80 138,0-104-149,0 0 0,0 0 0,0 1 0,1-1 0,-1 0 0,1 0 0,-1 0 0,1 0 0,0 0 0,0 0 0,0 0 0,0 0 0,0 0-1,0-1 1,1 1 0,-1 0 0,0-1 0,1 1 0,3 2 0,-1-1-3,0-1-1,1 1 1,-1-1 0,1 0-1,-1 0 1,1-1 0,0 1-1,7 0 1,5 1 1,0-2-1,1 0 1,-1 0 0,21-4 0,-37 3 4,1 0 0,0 0 1,-1 0-1,1 0 0,0 0 1,-1 0-1,1-1 0,0 1 1,-1-1-1,1 1 0,0-1 1,-1 0-1,1 0 0,-1 1 0,1-1 1,-1 0-1,0 0 0,1-1 1,-1 1-1,0 0 0,0 0 1,0-1-1,0 1 0,0 0 1,0-1-1,0 1 0,0-1 1,0 1-1,-1-1 0,1-1 1,-4 1 6,0 1 1,0 1-1,0-1 0,-1 0 1,1 1-1,0 0 1,-1-1-1,1 1 1,0 1-1,-1-1 0,1 0 1,-5 2-1,4 0-7,1-1-1,-1 1 1,0 1 0,1-1-1,0 0 1,0 1-1,0 0 1,0-1-1,0 1 1,0 1-1,1-1 1,-1 0 0,1 0-1,0 1 1,0 0-1,0-1 1,1 1-1,-1 0 1,1 0-1,0 0 1,-1 6 0,-2 6-19,1 1 0,1 0 1,-1 32-1,3 329-1135,0-372 1181,0 0 1,-1 0 0,1 0-1,-1-1 1,-1 1-1,1 0 1,-1 0 0,0-1-1,0 1 1,-1-1-1,1 1 1,-1-1 0,-1 0-1,1 0 1,-6 6-1,2-5 232,1 1 0,-1-2-1,-1 1 1,1-1-1,-1 0 1,0 0-1,0-1 1,0 0 0,-11 3-1,-6 0 360,-1-1-1,1-1 1,-1-1 0,1-2-1,-1 0 1,-31-2 0,56 0-637,-1 0 1,1-1-1,-1 1 1,1 0-1,-1-1 1,1 1-1,-1 0 1,1-1-1,-1 0 1,1 1-1,-1-1 1,1 0-1,0 0 1,0 0-1,-1 0 1,1 0-1,0 0 1,0 0-1,0 0 1,0 0-1,0-1 1,0 1-1,0 0 1,1-1 0,-1 1-1,0 0 1,1-1-1,-1 1 1,1-1-1,-1 1 1,1-3-1,-1-2-615,0 1 1,1-1-1,0 0 0,1 1 0,-1-1 0,1 1 1,0-1-1,3-9 0,19-33-7764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8:32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0 785 13574,'0'0'11651,"13"17"-10837,43 54-129,-51-67-618,1 0 0,0 0-1,0-1 1,0 0 0,0 0-1,1 0 1,-1-1 0,1 0-1,-1 0 1,1 0 0,0-1 0,0 0-1,-1-1 1,1 1 0,0-1-1,0 0 1,13-3 0,5 2 45,-16 1-79,-5 1-12,1-1 1,0 0 0,-1-1-1,1 1 1,0-1-1,-1 0 1,6-1 0,-9 1-16,0 1 0,0-1 0,0 0 1,0 1-1,-1-1 0,1 0 0,0 0 1,0 0-1,-1 1 0,1-1 0,0 0 1,-1 0-1,1 0 0,-1 0 1,1 0-1,-1 0 0,1 0 0,-1 0 1,0 0-1,0 0 0,0-1 0,1 1 1,-1 0-1,0 0 0,0 0 0,0 0 1,-1 0-1,1 0 0,0 0 0,0 0 1,-1-1-1,1 1 0,0 0 1,-1 0-1,1 0 0,-2-1 0,1 0 1,0 1-1,0-1 1,0 0-1,-1 1 1,1-1-1,-1 1 1,1-1-1,-1 1 1,0 0-1,0 0 1,1 0-1,-1 0 1,0 0-1,0 0 1,0 0-1,0 1 1,0-1-1,0 1 1,0-1-1,0 1 1,-4 0-1,-49-4 91,50 4-81,-2 0 1,1 0-1,-1 1 0,0-1 0,1 1 0,-1 0 1,1 1-1,-1 0 0,1 0 0,-9 4 0,12-4-9,0 0 0,0 0 0,1 0 0,-1 0 0,1 1 0,-1-1 0,1 1 0,0 0 0,0 0-1,0 0 1,0 0 0,0 0 0,1 0 0,0 0 0,-1 0 0,1 1 0,0-1 0,1 0-1,-1 1 1,0 5 0,-1 0 7,1 0-1,0 0 0,1 0 1,0 0-1,0 0 0,1 0 0,0 0 1,5 17-1,-4-23-16,-1 0-1,1 0 1,0 0-1,0 0 0,0 0 1,0 0-1,0-1 1,1 1-1,-1-1 1,1 1-1,0-1 1,0 0-1,0 0 1,0 0-1,0-1 1,0 1-1,0-1 1,0 1-1,1-1 1,-1 0-1,1 0 1,-1-1-1,1 1 1,6-1-1,0 1-28,-1-1 0,1 0 0,0-1 0,-1 0 0,1-1 0,-1 0 0,1 0 0,-1-1 0,0-1 0,0 1 0,0-1 0,-1-1 0,1 1 0,11-10 0,9-8-368,-1-1 0,38-41 1,-39 36 88,23-23-685,-2-2 0,-3-3 0,-2-1 0,56-100 0,-76 115 813,-2-1-1,-2 0 0,-2-2 1,-2 0-1,-2 0 1,-2-2-1,10-87 1,-21 131 306,1 0 0,-1 0 0,0 0 1,0 0-1,0 0 0,0 0 0,-1 0 1,1 0-1,-1 0 0,0 0 0,0 1 0,0-1 1,0 0-1,0 0 0,0 1 0,-1-1 1,-2-3-1,2 4 3,0 1-1,0 0 1,0 0 0,0 1 0,0-1-1,0 0 1,0 1 0,0-1 0,0 1 0,-1 0-1,1-1 1,0 1 0,0 0 0,0 1-1,0-1 1,-1 0 0,1 0 0,0 1 0,0-1-1,0 1 1,0 0 0,0 0 0,0 0-1,-2 1 1,-1 0 38,0 1 0,1 0 1,-1 0-1,1 0 0,-1 1 0,1-1 0,0 1 0,1 0 0,-1 0 0,1 1 0,-6 7 0,-29 61 962,30-54-806,-7 15-15,1 2 1,3 0-1,0 0 1,3 1-1,1 0 0,2 0 1,1 1-1,2-1 0,1 1 1,6 46-1,-3-74-468,-1 0 1,2 0-1,-1-1 0,1 1 1,1-1-1,-1 0 0,2 0 1,-1 0-1,9 11 0,-10-15 20,0-1 0,0 0 0,1-1-1,-1 1 1,1-1 0,0 1 0,0-1 0,0 0-1,1-1 1,-1 1 0,1-1 0,-1 1 0,1-2-1,0 1 1,0 0 0,-1-1 0,1 0 0,0 0-1,1 0 1,5-1 0,-4 0-838,0 0 0,0 0 0,0-1 0,0 0 0,14-5 0,-15 3-478,1 0-1,0 0 1,-1-1 0,1 0 0,-1 0-1,7-6 1,32-27-7884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8:33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11205,'0'0'18102,"-17"20"-16859,-51 61-595,66-79-617,0 1-1,1 0 0,-1-1 1,0 1-1,1 0 0,-1 0 1,1 0-1,0 0 0,-1 4 1,2-6-27,0 0 1,0 0 0,0 0-1,0 0 1,0 0 0,0 0-1,0 0 1,0 0-1,0 0 1,1 0 0,-1 0-1,0 0 1,1 0 0,-1 0-1,0 0 1,1-1-1,0 1 1,-1 0 0,2 1-1,0 0-10,1 0 0,-1 0 0,1-1 0,0 1-1,0-1 1,0 0 0,0 1 0,0-1 0,0-1 0,7 2-1,0 1 13,61 18-597,-39-13 2,52 22 0,-82-30 577,-1 1-1,1-1 1,-1 1-1,1 0 1,-1 0-1,1 0 1,-1-1 0,1 1-1,-1 0 1,0 1-1,0-1 1,1 0-1,-1 0 1,0 0 0,0 1-1,0-1 1,0 1-1,-1-1 1,1 1-1,1 1 1,-2-1 15,0-1 1,-1 0-1,1 0 0,0 0 0,0 1 1,-1-1-1,1 0 0,-1 0 1,1 0-1,-1 0 0,1 0 1,-1 0-1,0 0 0,0 0 0,1 0 1,-1 0-1,0 0 0,0 0 1,0-1-1,0 1 0,-1 1 0,-8 4 171,-1 0-1,0 0 0,0-1 0,-14 5 0,20-8-47,-35 11 551,24-8-490,0 1-1,0 0 0,1 1 0,-16 9 1,28-36-15349,19-6 3992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8:33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1 133 5763,'0'0'13595,"22"-1"-10668,2 0-2370,149-13 1507,-150 12-1982,0-2 0,0-1 0,-1-1 1,1-1-1,-2 0 0,22-12 0,-42 19-44,1 0 0,-1-1-1,0 1 1,0-1 0,0 1 0,0-1-1,0 1 1,0-1 0,0 0 0,0 0-1,0 1 1,0-1 0,0 0 0,-1 0-1,1 0 1,0 0 0,-1 0 0,1 0 0,0 0-1,-1 0 1,1-1 0,-1 1 0,0 0-1,1 0 1,-1 0 0,0 0 0,0-1-1,0 1 1,0 0 0,0 0 0,0 0-1,0-1 1,0-1 0,-1 2 68,0-1 0,0 1 0,-1-1 0,1 1 0,0 0 0,-1-1 0,1 1 0,-1 0 0,1 0 0,-1 0 0,1 0 0,-1 0 0,0 0 0,1 0 0,-1 1 0,0-1 0,0 1 0,0-1 0,-2 1 0,-25-5 541,-1 1 0,1 1 0,-1 2 0,1 1 0,-40 5 0,66-5-647,0 1 0,1 0 0,-1 0 0,0 0 0,0 1 0,1-1 0,-1 0 0,1 1 0,-1 0 0,1 0 0,0-1 0,0 1 0,0 1 0,0-1 0,0 0 0,0 0 0,0 1 0,1-1 0,-1 1 0,1 0 0,0-1 0,0 1 0,0 0 0,0 0 0,-1 4 0,1-3 0,0-1 0,1 1 0,0-1 0,-1 0 0,1 1 0,1-1 0,-1 1 0,0-1 0,1 1 0,0-1 0,-1 1 0,1-1 0,1 0 0,-1 0 0,0 1 0,1-1 0,0 0 0,-1 0 0,1-1 0,0 1 0,4 4 0,3-1-154,-1 0 1,1 0-1,0-1 1,0 0-1,0-1 1,1 0-1,-1 0 1,1-1-1,0 0 0,0-1 1,0 0-1,16 1 1,13-1-2810,73-6 0,-104 4 2476,74-10-9689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8:34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59 17256,'0'0'13996,"-19"-10"-12684,7 4-1196,2 0-109,0 0 1,0 1-1,-1 0 0,0 1 0,0 0 1,0 1-1,0 0 0,0 1 0,-1 0 1,1 0-1,-22 1 0,16 3-7,0 0 0,0 1 0,1 1 0,0 1 0,-1 0 0,1 1 0,1 1 0,-1 0 0,1 1 0,1 0 0,0 2 0,0 0 0,0 0 0,1 1 0,-18 20 0,28-27 0,0-1 0,1 1 0,-1-1 0,1 1 0,0 0 0,0 0 0,0 0 0,1 0 0,0 0 0,-1 0 0,1 1 0,0-1 0,1 0 0,-1 1 0,1-1 0,0 0 0,0 1 0,0-1 0,1 0 0,0 1 0,0-1 0,1 6 0,1-4 0,0 0 0,0 0 0,0 0 0,1-1 0,0 1 0,0-1 0,0 0 0,1 0 0,0 0 0,0-1 0,0 1 0,0-1 0,9 4 0,41 24 0,-28-18 0,0 2 0,-1 1 0,39 32 0,-59-44 0,-1 1 0,0-1 0,0 1 0,0 0 0,0 0 0,-1 1 0,0-1 0,0 1 0,-1 0 0,0 0 0,0 0 0,0 0 0,-1 1 0,-1-1 0,1 1 0,-1-1 0,0 1 0,0-1 0,-2 14 0,0-15 0,0-1 0,0 1 0,-1-1 0,0 0 0,0 1 0,-1-1 0,1 0 0,-1 0 0,0-1 0,0 1 0,-1-1 0,1 1 0,-1-1 0,0 0 0,0 0 0,-6 3 0,-11 9 0,-1-1 0,-30 15 0,12-8 0,23-11 0,4-5 0,0 2 0,0 0 0,1 1 0,0 0 0,1 1 0,0 0 0,0 0 0,-12 17 0,50-25-93,47-27-2852,-61 19 2109,0 1 0,1 1-1,0 0 1,-1 1 0,1 0-1,26-2 1,-31 5 622,-6 0 174,0 0 0,0 0 0,0 0 0,0 0 0,0 0 0,0 1 0,0 0 0,0-1 0,4 3 0,-6-2 60,0 0 0,0 0 0,0 0-1,0 0 1,0 0 0,0 0 0,0 1 0,0-1 0,-1 0-1,1 1 1,-1-1 0,1 0 0,-1 1 0,1-1 0,-1 1 0,0-1-1,0 1 1,1-1 0,-1 1 0,0-1 0,-1 1 0,1 1 0,-1 9 383,0-1 1,0 1 0,-1-1 0,0 0 0,-1 0 0,-1 0 0,0 0 0,0 0 0,-1-1 0,-9 15 0,9-14-107,-5 7 134,2 0 0,0 1 0,2 0 0,0 0 0,1 1 0,0 0-1,2 0 1,1 0 0,-1 34 0,3-51-431,0 1 0,1 0 0,-1 0 0,1 0 0,0-1 0,-1 1 0,2 0 0,-1-1 0,0 1 0,1 0 0,0-1 0,-1 0 0,1 1 0,1-1 0,-1 0 0,0 0 0,1 0 0,0-1 0,3 4 0,0-2 0,0 0 0,0 0 0,0-1 0,0 0 0,1 0 0,-1-1 0,1 0 0,0 0 0,0-1 0,8 2 0,-1-2 0,1 0 0,0 0 0,0-2 0,-1 0 0,1 0 0,0-1 0,-1-1 0,1-1 0,26-10 0,-33 11 0,33-18 0,-39 20 0,0 0 0,-1 0 0,1 0 0,0 0 0,-1 0 0,1 0 0,-1-1 0,0 1 0,1 0 0,-1-1 0,0 1 0,0-1 0,0 1 0,0-1 0,0 0 0,0 1 0,0-1 0,0-3 0,-4 4 0,0 0 0,0 1 0,0-1 0,0 1 0,-1 0 0,1 0 0,0 0 0,0 0 0,0 0 0,-6 2 0,-40 27-4485,16-10-3084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8:4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167 217 976,'0'0'6830,"-22"-7"-483,-43-14 4082,64 21-10328,1-1 1,0 0-1,0 0 1,0 0-1,0 1 1,0-1-1,0 0 1,0 0-1,0 0 1,0 1-1,0-1 1,1 0-1,-1 0 1,0 0-1,0 1 1,1-1-1,-1 0 0,0 1 1,1-1-1,-1 0 1,1 1-1,-1-1 1,1 0-1,-1 1 1,1-1-1,0 1 1,1-2-1,20-14 35,2 0-1,0 2 1,0 1-1,1 0 0,35-11 1,-44 18-98,-2 0-34,10-5-5,1 1-1,1 1 1,0 0 0,0 3 0,0 0-1,35-3 1,-61 9 1,1 0 1,0 1 0,-1-1-1,1 0 1,-1 0-1,1 1 1,-1-1-1,0 0 1,1 1-1,-1-1 1,1 1-1,-1-1 1,0 0-1,1 1 1,-1-1-1,0 1 1,1-1-1,-1 1 1,0-1-1,0 1 1,1-1 0,-1 1-1,0-1 1,0 1-1,0 0 1,0-1-1,0 1 1,0-1-1,0 1 1,0-1-1,0 1 1,0 0-1,0-1 1,0 1-1,0-1 1,0 1-1,0-1 1,-1 2 0,1 0 26,-2 8 6,0-1 0,-1 1-1,0-1 1,-1 1 0,0-1 0,0 0-1,-1 0 1,0-1 0,0 1 0,-1-1 0,-13 14-1,-13 22 207,25-33-195,-1 1 53,-1 0-1,2 1 0,-1 0 0,2 0 0,0 1 0,1 0 1,0 0-1,1 0 0,0 1 0,-1 19 0,3-11-64,1 1-1,1-1 1,1 1 0,1-1 0,1 1-1,2-1 1,12 41 0,-15-57-26,1 0 1,0 0 0,0 0 0,1-1-1,-1 1 1,2-1 0,-1 0 0,1 0-1,-1 0 1,2-1 0,-1 0 0,1 0-1,-1 0 1,1 0 0,1-1 0,-1 0 0,1 0-1,-1-1 1,1 0 0,0 0 0,0-1-1,0 0 1,1 0 0,-1 0 0,1-1-1,-1 0 1,14 0 0,-15-1-22,1-1-1,-1 0 1,1 1 0,-1-2-1,0 1 1,1-1 0,-1 0-1,0-1 1,0 1 0,0-1-1,0 0 1,7-6 0,-9 6 6,-1 1 0,0-1 1,0 0-1,0 0 1,0 0-1,0-1 1,-1 1-1,0-1 0,1 1 1,-1-1-1,0 0 1,-1 0-1,1 0 1,-1 0-1,0 0 0,0 0 1,0 0-1,0 0 1,0-7-1,-4 10 22,1 0 0,0 0 0,-1 1 0,1 0 0,-1-1 0,1 1 0,-1 0 0,1 0 0,-1 0 0,1 0 0,0 1 0,-1-1 0,1 1 0,-1 0 0,-2 1 0,-3 2-9,1 1 0,-1 0 0,1 0 0,0 1-1,1 0 1,-1 0 0,1 0 0,1 1 0,-1 0-1,-6 11 1,3-4 17,1 1 0,0-1 0,1 2 0,-9 28 0,10-15-28,1-1-1,2 1 1,0 0 0,2 0 0,1 0 0,6 43-1,-3-58-17,0 0-1,1-1 1,0 0 0,7 15-1,-6-18 8,-1 1 1,0 0-1,0 0 0,-1 0 0,-1 1 0,0-1 1,1 14-1,-3-22 30,-1 0 1,1 0 0,-1 0-1,0-1 1,0 1-1,0 0 1,0 0 0,-1 0-1,1-1 1,-1 1-1,1 0 1,-1-1 0,0 0-1,0 1 1,0-1-1,0 0 1,0 0 0,-1 0-1,1 0 1,-1-1-1,-5 4 1,-5 2 242,-1 0 0,0-1 0,-17 5-1,-17 3-66,0-2-1,-1-2 1,-1-2-1,1-2 1,-1-2-1,-70-4 1,119 0-202,0-1 1,0 1-1,0 0 1,0-1-1,0 1 1,0 0-1,0-1 1,0 1-1,1-1 1,-1 0-1,0 1 1,0-1-1,0 0 1,1 1-1,-1-1 0,0 0 1,1 0-1,-1 1 1,1-1-1,-1 0 1,1 0-1,-1 0 1,1 0-1,0 0 1,-1 0-1,1 0 1,0 0-1,0 0 1,0 0-1,0 0 0,0 0 1,0 0-1,0 0 1,0 0-1,0 0 1,0 0-1,0 0 1,1 0-1,-1 0 1,0 0-1,1 0 1,-1 1-1,1-1 1,0-1-1,1-5-631,0 0 0,1 0 0,0 1 0,0-1 0,7-8 0,27-31-7922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14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546 209 3586,'0'0'11466,"0"-14"-9790,0-71 655,-1 81-2173,0 0 0,0 1-1,0-1 1,0 1-1,-1-1 1,0 1 0,1-1-1,-1 1 1,0 0 0,0 0-1,-1 0 1,1 0-1,-1 0 1,1 1 0,-1-1-1,0 1 1,0 0 0,0-1-1,0 1 1,-1 1-1,1-1 1,0 0 0,-5 0-1,-7-5 133,-1 0 1,0 2-1,-29-7 0,28 9-139,-1 0 1,1 1-1,-1 0 0,0 2 0,0 0 1,1 1-1,-1 1 0,-26 5 0,34-4-119,0 0 0,0 1 0,1 0 0,-1 1-1,1 0 1,0 0 0,1 1 0,-1 0 0,1 1-1,0 0 1,0 0 0,1 0 0,0 1 0,1 0-1,-10 16 1,6-7 0,1 0 0,1 0-1,0 1 1,2 0 0,0 1-1,1-1 1,0 1 0,2 0-1,0 1 1,1-1 0,1 0 0,1 1-1,3 25 1,7 19 61,2-1-1,35 106 1,-27-108-22,-4 1 1,14 92 0,-29-147-231,2 61-692,-9-35-2387,5-32 2845,1 0-1,-1 0 0,1 0 1,-1 0-1,0 0 0,1 1 0,-1-1 1,0 0-1,0-1 0,0 1 0,1 0 1,-1 0-1,0 0 0,0 0 0,0-1 1,0 1-1,-1 0 0,0 0 1,-12 0-6461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15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0 402 6947,'0'0'7625,"20"-15"-3658,71-49-1080,-80 58-2543,1 0 0,-1 1 1,1 1-1,0 0 0,1 0 1,-1 1-1,1 1 0,0 0 1,-1 1-1,1 0 0,0 1 1,0 0-1,13 3 0,9-1 134,-24-2-369,-1 1-1,1 1 0,-1 0 1,1 0-1,-1 1 0,0 0 1,0 1-1,14 7 0,-18-8-63,0 1-1,0 0 1,0 0-1,-1 0 1,1 0-1,-1 1 1,0 0-1,0 0 1,-1 1-1,0-1 1,0 1-1,0 0 1,6 12-1,0 3 517,-12-36 730,-12-36-413,10 33-813,1 0 1,1-1 0,0 1 0,1 0 0,4-34 0,-2 1-48,-1 43 8,1-1 0,-1 0 0,1 1-1,1-1 1,0 1 0,0-1 0,1 1 0,0 0 0,0 0-1,1 0 1,4-8 0,-5 12-269,0 0-1,0 1 0,0-1 1,1 0-1,-1 1 1,1 0-1,0 0 1,7-5-1,-7 6-560,1 0 0,-1 0 0,0 0-1,1 1 1,0 0 0,-1-1 0,1 2 0,0-1 0,-1 0 0,6 1 0,18 0-5917,5 0-1741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15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72 5314,'0'0'20663,"-18"20"-19366,-54 61-313,69-78-906,0 0 0,1 1 0,0-1 0,-1 1 1,1 0-1,1-1 0,-1 1 0,0 0 0,-1 8 0,3-11-65,0 0 0,0 0 0,-1 1 0,2-1 0,-1 0 0,0 0 0,0 1 0,0-1 0,0 0 0,1 0 0,-1 1 0,1-1 0,-1 0 0,1 0 0,-1 0 0,1 0 0,0 0 0,-1 0 0,1 0 0,1 2 0,1-1-9,0 0 1,0 0-1,0-1 0,1 1 1,-1-1-1,0 0 1,1 1-1,-1-1 0,0-1 1,1 1-1,-1 0 1,1-1-1,4 0 0,0 1-56,0-1-1,0 0 1,0-1-1,-1 0 1,1 0-1,0-1 0,0 0 1,-1 0-1,1-1 1,-1 0-1,1 0 1,-1-1-1,0 0 1,-1 0-1,1 0 0,-1-1 1,0 0-1,0 0 1,0-1-1,0 0 1,-1 0-1,0 0 0,-1-1 1,1 1-1,-1-1 1,3-8-1,-5 12 9,-1 0-1,1 0 0,-1 0 1,0 0-1,0-1 0,0 1 1,0 0-1,-1 0 1,1-1-1,-1 1 0,0 0 1,0-1-1,0 1 1,-1 0-1,1-1 0,-1 1 1,0 0-1,1 0 1,-1 0-1,-3-5 0,2 5 59,0 1 0,0-1 0,-1 1 0,1-1 0,-1 1 0,0 0 0,0 0 0,0 0 0,0 0 0,0 1-1,0-1 1,0 1 0,-1 0 0,1 0 0,0 0 0,-1 0 0,1 1 0,-5-1 0,-34-3 514,34 3-277,33-1-312,-21 2 36,14-2 30,16-1-22,0 1 0,1 2 0,52 6-1,-85-6 22,0 0-1,-1 1 0,1-1 1,-1 1-1,1-1 0,0 1 1,-1 0-1,1 0 0,-1-1 0,1 1 1,-1 0-1,0 0 0,1 0 1,-1 1-1,0-1 0,0 0 0,0 0 1,0 1-1,0-1 0,0 1 1,0-1-1,0 1 0,0-1 1,-1 1-1,2 2 0,-1 3 98,0 0 0,0 0-1,-1 0 1,0 0 0,-1 9 0,0 8 590,1-23-725,15-4-12,-4-3 4,0-1 0,-1-1 0,1 1-1,10-12 1,30-21-131,-40 33 156,-3 0 18,0 2 0,1-1 0,0 1 0,0 1 0,0-1 0,1 2 0,-1-1-1,1 1 1,20-3 0,-12 74 2830,-16-58-2974,3 5-1397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15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17896,'0'0'7292,"-8"22"-3704,0-1-2911,2-4-297,0 1-1,0-1 0,2 1 0,0 0 1,1 0-1,0 20 0,-3 193 280,6-228-821,0 0-1,0 0 1,1 1-1,-1-1 1,1 0-1,0 0 1,0-1-1,0 1 1,0 0-1,0 0 1,0 0-1,1-1 1,0 1 0,-1 0-1,1-1 1,0 0-1,0 1 1,0-1-1,1 0 1,-1 0-1,0 0 1,1 0-1,-1-1 1,1 1-1,0-1 1,0 1-1,-1-1 1,1 0 0,0 0-1,0 0 1,0-1-1,0 1 1,0-1-1,0 1 1,4-1-1,0 0-495,0 1-1,0-2 1,0 1-1,0-1 0,0 0 1,0 0-1,0-1 1,-1 0-1,1 0 1,-1 0-1,1-1 1,-1 0-1,0-1 0,10-6 1,12-17-9211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16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4034,'0'0'21994,"115"-20"-21994,-54 6-320,0-2-2594,7-4-2368,-7-5-6467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19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48 110 2225,'0'0'21599,"5"12"-19374,2 8-1371,-1 1-1,-1 0 0,-1 0 0,-1 0 1,1 23-1,-4 92 745,0-135-1598,1 1 0,-1-1 0,-1 0 0,1 1 0,0-1 0,0 0 0,0 1 0,-1-1 0,1 0 0,0 0 0,-1 1 0,1-1 0,-1 0 0,0 0 0,1 0 0,-2 2 0,1-3 0,1 1 0,-1-1 0,0 0 0,1 1 0,-1-1 0,1 0 0,-1 0 0,0 1 0,1-1 0,-1 0 0,0 0 0,1 0 0,-1 0 0,0 0 0,1 0 0,-1 0 0,0 0 0,1 0 0,-1 0 0,0 0 0,1 0 0,-1-1 0,0 1 0,-2-1 0,1-1 0,-1 1 0,1-1 0,-1 1 0,1-1 0,0 0 0,0 0 0,-1 0 0,1 0 0,1 0 0,-1-1 0,-3-4 0,0-5-105,0-1-1,1-1 1,0 1-1,1 0 1,0-1 0,1 0-1,1 0 1,0 1 0,2-23-1,0 31-14,-1 1 1,1-1-1,1 1 0,-1-1 1,1 1-1,-1 0 0,1 0 1,0 0-1,1 0 0,-1 0 0,1 0 1,0 1-1,-1-1 0,2 1 1,-1-1-1,0 1 0,1 0 0,-1 1 1,1-1-1,0 0 0,0 1 1,0 0-1,6-2 0,11-6-273,0 2 0,0 0 0,33-6 0,85-15-1867,50-12-567,-188 41 2868,0 0 0,1 0 0,-1-1 1,1 1-1,-1 0 0,1-1 0,-1 1 1,0-1-1,1 0 0,-1 1 0,0-1 0,1 0 1,-1 0-1,0 0 0,0 0 0,0 0 0,0 0 1,0 0-1,0 0 0,1-2 0,-2 2 34,-1 1 0,1-1-1,0 0 1,-1 0-1,1 1 1,-1-1 0,1 0-1,-1 0 1,1 1 0,-1-1-1,0 0 1,1 1-1,-1-1 1,0 1 0,1-1-1,-1 1 1,0-1 0,0 1-1,0 0 1,1-1-1,-1 1 1,0 0 0,-1-1-1,-9-2 563,0-1-1,-1 1 1,-17-2-1,19 4-494,-3 0 361,0 0 1,-1 0-1,1 2 0,-1-1 0,-14 4 0,25-4-435,1 1-1,-1 0 0,1 0 1,-1-1-1,1 1 1,-1 1-1,1-1 0,0 0 1,-1 1-1,1-1 0,0 1 1,0-1-1,0 1 0,0 0 1,1 0-1,-1 0 0,0 0 1,1 0-1,-1 1 0,1-1 1,0 0-1,0 1 1,0-1-1,0 1 0,0-1 1,0 1-1,1-1 0,-1 1 1,1 0-1,0-1 0,0 1 1,0 3-1,0 3-63,1 0 0,0-1-1,1 1 1,0 0 0,0-1 0,1 1 0,0-1 0,0 0-1,1 1 1,6 9 0,1-1-56,1-1-1,0 0 0,25 23 1,-32-34-283,0-1 1,0 0-1,1 0 1,-1 0-1,1 0 1,0-1-1,1 0 0,-1 0 1,0-1-1,11 3 1,-10-3-862,1-1 1,-1 0 0,1 0-1,-1-1 1,1 0 0,-1-1-1,1 1 1,-1-1-1,14-4 1,32-19-10888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20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19033,'0'0'5461,"-20"17"-1646,-63 57-1689,77-70-2003,1 0 0,0 1-1,1 0 1,0 0 0,-1 1 0,1-1-1,1 1 1,-1 0 0,1 0-1,0 0 1,1 0 0,-1 0 0,1 1-1,0-1 1,1 1 0,0 0 0,0-1-1,0 13 1,3-18-123,1-1 0,-1 1 0,0 0 0,1-1 0,-1 0 0,1 1 0,-1-1 0,1 0 0,-1 0 0,1 0 0,-1-1 0,4 0 0,1-1-27,0 0-1,-1 0 1,1-1 0,-1 0 0,1 0-1,-1 0 1,0-1 0,0 0-1,-1 0 1,9-8 0,50-55-377,-53 43 700,-9 20-19,-2 14-146,0-2-354,1 1 0,-1-1 0,1 0 1,0 0-1,1 0 0,0-1 0,0 1 0,1 0 0,5 9 1,-7-14-2,1 0 1,0 0-1,1 0 1,-1 0 0,0 0-1,1-1 1,-1 1-1,1-1 1,0 0 0,0 0-1,0 0 1,0 0-1,0 0 1,0-1 0,1 1-1,-1-1 1,0 0-1,1 0 1,-1 0 0,1 0-1,-1-1 1,1 1-1,6-1 1,15-1-8024,-3-3-4089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20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1 267 11365,'0'0'16976,"7"21"-15535,39 93 186,-56-140-1360,3-1 0,-10-53 0,15 71-230,1 0 0,0 0 0,1 0 1,-1 0-1,2 0 0,-1 0 0,1 1 0,1-1 0,0 0 0,0 0 0,0 0 1,1 1-1,0 0 0,8-14 0,-2 10-760,1 2-1,0-1 1,1 1 0,0 1 0,0 0-1,1 0 1,0 1 0,0 1 0,27-12-1,6 0-6754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16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59 208,'0'0'29950,"108"-7"-29806,-61-6-144,1 1-160,-1-1-1217,-6 4-704,-14 4-1648,-14 5-2322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16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0 152 10725,'0'0'15415,"156"-19"-14791,-115 4-352,6 1-272,1-2-704,-1-6-2978,7-5-4561,0-12-4179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1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15079,'0'0'13126,"-27"149"-9733,27-91-2224,0 3-1169,7-4 0,0-1 0,-7-6 0,0-5 0,0-9 0,0-7 0,0-6-784,0-7-2194,-14-5-1248,-6-6-4129,-7-5-6997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17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14903,'0'0'6720,"28"-2"-2667,182-12-404,-106 9-3077,0-4 0,110-24 0,-212 33-581,0 0 0,0-1 1,0 1-1,0-1 0,0 0 0,0 1 1,0-1-1,0 0 0,0 0 0,0 0 1,0-1-1,-1 1 0,1 0 0,0-1 1,-1 1-1,2-3 0,-3 4 3,1 0 1,-1-1-1,0 1 0,0 0 0,0-1 1,0 1-1,0 0 0,0-1 1,0 1-1,0 0 0,0 0 0,0-1 1,0 1-1,0 0 0,0-1 1,0 1-1,-1 0 0,1-1 0,0 1 1,0 0-1,0-1 0,0 1 0,0 0 1,-1 0-1,1-1 0,0 1 1,0 0-1,0 0 0,-1 0 0,1-1 1,0 1-1,0 0 0,-1 0 1,-21-6-127,-144 5 1421,167 3-1270,0 0 0,0 0 1,0 0-1,1 0 0,-1 0 1,0 0-1,1 0 0,0-1 1,-1 1-1,1-1 0,2 2 1,34 37-1536,-29-30 68,0 0 0,1-1 0,16 13 0,-22-19 97,0-1 1,0 0-1,0 0 1,0 0-1,0 0 1,1-1-1,-1 1 1,8 0-1,14-1-8616</inkml:trace>
</inkml:ink>
</file>

<file path=ppt/ink/ink3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17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10165,'0'0'19995,"2"-3"-18210,-1 2-1769,-1 0 0,0 1-1,0-1 1,0 1 0,0-1-1,1 1 1,-1-1-1,0 1 1,1-1 0,-1 1-1,0-1 1,1 1 0,-1 0-1,0-1 1,1 1 0,-1-1-1,1 1 1,-1 0 0,1-1-1,-1 1 1,1 0 0,-1 0-1,1-1 1,-1 1-1,1 0 1,-1 0 0,1 0-1,0 0 1,-1 0 0,1-1-1,-1 1 1,1 0 0,-1 1-1,1-1 1,0 0 0,-1 0-1,1 0 1,-1 0-1,1 0 1,-1 0 0,1 1-1,0-1 1,11 17 131,-11-14-145,5 2-2,1 0 0,0 0 0,0-1 0,0 1 0,0-2 0,0 1 0,1-1 0,0 0 0,0-1 0,0 1 0,0-2 0,0 1 0,0-1 0,0 0 0,0-1 0,0 0 0,1 0 0,13-3 0,-18 1 0,0-1 0,0 1 0,-1-1 0,1 0 0,-1 0 0,0 0 0,0-1 0,0 1 0,-1-1 0,1 1 0,-1-1 0,1 0 0,-1 0 0,1-5 0,15-19 0,-18 26 0,1 1 0,-1 0 0,0 1 0,0-1 0,1 0 0,-1 1 0,1-1 0,-1 0 0,1 0 0,-1 1 0,1-1 0,-1 1 0,1-1 0,-1 0 0,1 1 0,0-1 0,-1 1 0,1 0 0,0-1 0,-1 1 0,1-1 0,1 1 0,1-1 0,0 0 0,0 1 0,0-1 0,1 1 0,-1 0 0,0 0 0,0 0 0,0 1 0,0-1 0,0 1 0,0-1 0,0 1 0,0 0 0,0 0 0,0 1 0,0-1 0,4 3 0,22 6 0,-26-10 0,9 1 0,0-1 0,0 0 0,21-3 0,-31 3 0,0-1 0,0 1 0,0 0 0,0-1 0,0 1 0,-1-1 0,1 1 0,0-1 0,0 0 0,-1 0 0,1 0 0,0 0 0,-1 0 0,1 0 0,-1-1 0,1 1 0,-1 0 0,0-1 0,1 1 0,-1-1 0,0 1 0,0-1 0,0 0 0,0 1 0,0-1 0,-1 0 0,1 0 0,0 0 0,-1 1 0,1-1 0,-1 0 0,0-2 0,1 3 0,-1 1 0,0-1 0,0 0 0,1 1 0,-1-1 0,0 1 0,1-1 0,-1 1 0,1-1 0,-1 1 0,1-1 0,-1 1 0,1-1 0,-1 1 0,1 0 0,-1-1 0,1 1 0,0 0 0,-1 0 0,1-1 0,0 1 0,-1 0 0,1 0 0,0 0 0,-1 0 0,1 0 0,0 0 0,-1 0 0,1 0 0,0 0 0,-1 0 0,1 0 0,0 0 0,-1 0 0,1 0 0,-1 1 0,2-1 0,-2 0 0,0 0 0,3 2 5,0 0 1,0 0-1,1 0 1,-1 0-1,-1 0 0,1 1 1,0-1-1,-1 1 1,1 0-1,-1 0 0,0 0 1,0 0-1,3 5 1,-3-5-29,0 1 0,0 0 1,0-1-1,1 0 0,0 1 1,0-1-1,0 0 0,0 0 1,0-1-1,0 1 0,1-1 1,-1 1-1,1-1 0,0 0 1,0 0-1,4 1 1,34 2-2483,-13-5-1978,-29 0 4422,35 0-14191</inkml:trace>
</inkml:ink>
</file>

<file path=ppt/ink/ink3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17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15335,'0'0'16920,"-34"156"-16408,34-107-512,7 1 0,-1 0 0,8-5 0,-14 2 0,0-2 0,0-4 0,0-5 0,0-7-848,0-6-2962,-7-10-1088,-13-13-12774</inkml:trace>
</inkml:ink>
</file>

<file path=ppt/ink/ink3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18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11477,'0'0'18974,"17"-17"-17128,53-49-1400,-51 57-424,-11 14-14,-6 20-13,-2-21 4,0 18 1,-1 0 0,-4 32 0,3-45 0,-1 0 0,1-1 0,-2 1 0,1-1 0,-1 0 0,0 1 0,-1-2 0,-9 14 0,-39 40 0,51-57-179,4-33-10031,10-13-5253</inkml:trace>
</inkml:ink>
</file>

<file path=ppt/ink/ink3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18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23435,'0'0'9332,"-33"104"-9332,46-88 0,1 2 0,-1-4-336,1-5-6115</inkml:trace>
</inkml:ink>
</file>

<file path=ppt/ink/ink3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18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0 18072,'0'0'8548,"-75"142"-4274,55-94-2545,0-3-1585,0 0-144,-8 5 0,-5 2-1745,-28 0-4402,-14 2-10852</inkml:trace>
</inkml:ink>
</file>

<file path=ppt/ink/ink3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20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5202,'0'0'24844,"149"-38"-23660,-109 29-591,1 0-449,-14 2-144,0 3-32,0-1-929,-13 5-1344,-7 0-1120</inkml:trace>
</inkml:ink>
</file>

<file path=ppt/ink/ink3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20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0 115 384,'0'0'26941,"122"-9"-26557,-81-9-384,-8 0-96,8-2-1649,-7-3-2865,0-4-5731</inkml:trace>
</inkml:ink>
</file>

<file path=ppt/ink/ink3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21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17800,'0'0'3885,"0"19"122,5 120-1649,5-1 1,42 196-1,-51-323-2836,-5-28-6961,-12-11 711,9 15 2690,-14-26-6748</inkml:trace>
</inkml:ink>
</file>

<file path=ppt/ink/ink3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21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11461,'0'0'12206,"27"0"-9626,164-2 128,-136 3-2072,70-2-127,-113 0-498,0 0 0,0-1 0,0-1 1,0 0-1,0-1 0,-1 0 1,20-9-1,-29 11-1,0 1 1,0-1 0,1 1-1,-1-1 1,0 0-1,0 0 1,-1 0-1,1 0 1,0 0-1,-1-1 1,1 1 0,-1 0-1,0-1 1,1 1-1,-1-1 1,0 1-1,-1-1 1,1 1 0,0-1-1,0-5 1,-1 7 0,0-1 1,-1 1 0,1-1 0,0 1-1,0-1 1,-1 1 0,1 0-1,-1-1 1,1 1 0,-1-1 0,1 1-1,-1 0 1,0-1 0,0 1-1,0 0 1,0 0 0,0 0 0,0 0-1,0 0 1,0 0 0,0 0-1,0 0 1,0 0 0,-1 0 0,1 1-1,0-1 1,-1 0 0,1 1-1,-1-1 1,1 1 0,0 0 0,-1-1-1,1 1 1,-1 0 0,1 0-1,-1 0 1,-1 0 0,-8 0 103,-1 0 1,1 1-1,-1 0 1,1 1-1,0 0 1,0 0-1,0 2 0,-15 5 1,22-7-83,0 0 1,0 0-1,0 0 1,0 0-1,1 0 1,-1 1-1,1 0 1,0 0-1,0 0 1,0 0-1,0 0 1,0 1-1,1 0 1,-1-1-1,1 1 1,0 0-1,0 0 1,0 0-1,1 0 1,0 0-1,-1 0 1,1 1 0,1-1-1,-1 0 1,0 8-1,1-8-49,0 0 0,-1 0 1,2 1-1,-1-1 0,0 0 0,1 1 1,0-1-1,0 0 0,0 0 0,0 0 1,1 0-1,0 0 0,0 0 0,0 0 0,0 0 1,0-1-1,1 1 0,0-1 0,-1 0 1,1 0-1,0 0 0,1 0 0,-1 0 0,1-1 1,-1 1-1,1-1 0,0 0 0,-1 0 1,1 0-1,0-1 0,0 1 0,1-1 1,4 1-1,39 6-4844,-12-11-3430,8-6-3348</inkml:trace>
</inkml:ink>
</file>

<file path=ppt/ink/ink3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21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12614,'0'0'17242,"0"21"-14721,4 63-2131,-4-82-390,0 0 0,0 0 0,1-1 0,-1 1 0,1 0 0,-1-1 0,1 1 0,0-1 0,0 1 0,0-1 0,0 1 0,0-1 0,0 1 0,0-1 0,0 0 0,0 0 0,1 1 0,-1-1 0,0 0 0,1 0 0,-1 0 0,1-1 0,-1 1 0,1 0 0,0-1 0,2 2 0,39 0 0,-32-3 0,-4 0 0,-1 0 0,1 0 0,-1-1 0,0 0 0,1 0 0,-1-1 0,0 1 0,-1-1 0,1-1 0,0 1 0,-1-1 0,0 0 0,0 0 0,0-1 0,0 1 0,-1-1 0,0 0 0,0-1 0,0 1 0,0-1 0,-1 1 0,0-1 0,0 0 0,3-10 0,3-7 0,-9 23 0,1-1 0,-1 1 0,1 0 0,-1-1 0,1 1 0,-1 0 0,1 0 0,-1 0 0,1-1 0,-1 1 0,1 0 0,0 0 0,-1 0 0,1 0 0,-1 0 0,1 0 0,-1 0 0,1 0 0,0 0 0,-1 1 0,1-1 0,-1 0 0,1 0 0,-1 0 0,1 1 0,-1-1 0,1 0 0,-1 0 0,1 1 0,-1-1 0,1 0 0,-1 1 0,1-1 0,-1 1 0,0-1 0,1 1 0,-1-1 0,0 1 0,1-1 0,-1 1 0,7 6 0,0 0 0,0-1 0,0 0 0,1-1 0,0 1 0,0-2 0,18 9 0,-23-12 0,1 0 0,0 0 0,0 0 0,-1 0 0,1-1 0,0 0 0,0 1 0,0-1 0,0-1 0,-1 1 0,1 0 0,0-1 0,0 0 0,-1 0 0,1 0 0,0 0 0,-1-1 0,1 0 0,-1 1 0,0-1 0,1 0 0,-1-1 0,3-2 0,-2 2 0,0 0 0,0 0 0,0-1 0,-1 0 0,0 1 0,1-1 0,-1 0 0,-1-1 0,1 1 0,-1 0 0,0-1 0,0 0 0,0 1 0,0-1 0,-1 0 0,2-8 0,-3 12 0,0 0 0,1-1 0,-1 1 0,1 0 0,-1 0 0,1 0 0,0 0 0,-1 0 0,1 0 0,0 0 0,0 0 0,-1 0 0,1 0 0,0 1 0,0-1 0,0 0 0,0 1 0,0-1 0,0 0 0,0 1 0,0-1 0,1 1 0,-1 0 0,0-1 0,0 1 0,0 0 0,0-1 0,1 1 0,-1 0 0,0 0 0,0 0 0,0 0 0,1 1 0,-1-1 0,1 0 0,2 0 0,0 0 0,0 1 0,0-1 0,0 1 0,0 0 0,0 0 0,0 0 0,0 1 0,0-1 0,3 3 0,0 1-60,0-1 0,1 1 0,-1-1 0,1-1 0,0 0-1,0 0 1,0 0 0,0-1 0,0 0 0,9 1 0,50 0-3348,-18-3-6241</inkml:trace>
</inkml:ink>
</file>

<file path=ppt/ink/ink3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22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16968,'0'0'8356,"-1"22"-3688,-1-3-3640,0 1-809,0 0-1,2 1 0,0-1 1,1 0-1,1 0 0,1 0 1,6 21-1,5-1-218,-1 0 0,-1 1 0,8 69 0,-6-30-1082,-6-45-642,-3 1 0,2 46 0</inkml:trace>
</inkml:ink>
</file>

<file path=ppt/ink/ink3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22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12358,'0'0'17899,"18"-18"-16091,59-51-1178,-76 68-628,1 0-1,-1 0 1,0 0 0,1 0-1,-1 0 1,1 1 0,-1-1 0,1 0-1,-1 1 1,1-1 0,0 1-1,-1 0 1,1-1 0,0 1-1,-1 0 1,1 0 0,0 0 0,0 0-1,-1 0 1,1 1 0,0-1-1,-1 0 1,1 1 0,-1-1-1,1 1 1,-1 0 0,1-1 0,-1 1-1,1 0 1,-1 0 0,1 0-1,-1 0 1,0 0 0,0 0 0,1 1-1,-1-1 1,0 0 0,0 1-1,0-1 1,0 1 0,-1-1-1,1 1 1,1 1 0,2 3-5,2 3 3,0 1 0,0 0 0,-1 1 0,0-1 0,-1 1 0,0 0 0,-1 0 0,0 0 0,-1 0 0,0 0 0,0 1 0,-1-1 0,-1 1 0,-1 13 0,1-20 0,-1-1 0,0 0 0,0 0 0,0 0 0,-1 0 0,1 0 0,-1 0 0,0 0 0,0-1 0,0 1 0,0 0 0,-1-1 0,0 0 0,1 0 0,-1 1 0,0-2 0,-1 1 0,1 0 0,0-1 0,-1 1 0,0-1 0,1 0 0,-1 0 0,0-1 0,0 1 0,-6 1 0,-4 2 0,-1-1 0,0 0 0,0-1 0,-1-1 0,1 0 0,-16 0 0,30-2-50,1 0-1,-1 0 1,0 0 0,1 0-1,-1-1 1,1 1 0,-1 0-1,0 0 1,1 0 0,-1 0-1,1-1 1,-1 1 0,1 0-1,-1-1 1,1 1 0,-1 0-1,1-1 1,-1 1-1,1-1 1,-1 1 0,1 0-1,0-1 1,-1 1 0,1-1-1,0 1 1,-1-1 0,1 0-1,0 1 1,0-1 0,-1 1-1,1-1 1,0 0 0,0-24-4909,0 13 1326,0-27-9149</inkml:trace>
</inkml:ink>
</file>

<file path=ppt/ink/ink3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22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21866,'0'0'10901,"13"58"-10901,-6-44 0,-7 2 0,0-3 0,0 1 0,0-3-3586</inkml:trace>
</inkml:ink>
</file>

<file path=ppt/ink/ink3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22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15207,'0'0'8500,"-28"152"-2401,22-105-3138,6-4-2961,-7-3 0,0-1 0,-6 1 0,-14-1-2721,-7-1-3954,-21-2-8612</inkml:trace>
</inkml:ink>
</file>

<file path=ppt/ink/ink3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5:59:24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122 491 224,'0'0'6715,"-19"3"5523,11-2-11873,-87 6 3827,95-9-4144,0-1 1,1 1 0,-1 0 0,1 0 0,-1-1 0,1 1-1,0 0 1,0 0 0,0 0 0,0 0 0,0 0 0,2-2-1,13-9-18,0 1-1,0 1 0,1 1 1,1 0-1,35-14 0,-17 8 14,497-184-662,-310 124-2145,50-23-5154</inkml:trace>
</inkml:ink>
</file>

<file path=ppt/ink/ink3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244 200 624,'0'0'5862,"36"7"3782,-24-7-8075,-11-1-1533,0 0-1,1 0 1,-1 0 0,0 0-1,0 0 1,0 0 0,0-1 0,0 1-1,-1 0 1,1-1 0,0 1 0,-1-1-1,1 1 1,-1-1 0,1 1 0,-1-1-1,0 1 1,1-1 0,-1 0 0,0-2-1,-1-39 55,0 26-20,2 13-62,-1 0 0,1 0 0,-1 0 0,0 0 0,-1 0 0,1 0 0,-1 0 0,1 0 0,-1 0 0,-1 0 0,1 0 0,0 1 0,-1-1 0,0 0 0,0 1 0,0-1 0,0 1 0,0 0 0,-1 0 0,1 0 0,-1 0 0,0 0 0,0 0 0,0 1 0,-1 0 0,1-1 0,0 1 0,-1 0 0,1 1 0,-1-1 0,0 1 0,-4-2 0,4 1 31,0 1 0,0-1 0,0 1 1,0 0-1,0 0 0,0 0 1,0 0-1,0 1 0,-1 0 0,1 0 1,0 0-1,0 0 0,0 1 0,0-1 1,-1 1-1,1 0 0,0 0 0,0 1 1,1-1-1,-1 1 0,0 0 1,0 0-1,1 0 0,-1 1 0,1-1 1,0 1-1,0 0 0,0 0 0,0 0 1,0 0-1,-2 4 0,-8 13 165,2 0 0,0 1 0,2 0 0,0 0 0,2 1-1,0 1 1,-4 22 0,4 1 446,2 1 0,1 70 0,16 272 1527,-5-246-2036,-6-82-3068,-17-64-8734,-8-14 4623</inkml:trace>
</inkml:ink>
</file>

<file path=ppt/ink/ink3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7187,'0'0'15559,"21"-12"-13886,3-3-1156,-11 7-206,0 0 0,1 0 0,0 1 0,0 1 0,0 0-1,1 1 1,27-5 0,8 2 426,0 1 0,1 3 0,87 4 0,-136 1-738,0-1-1,0 1 1,0 0-1,0-1 0,0 1 1,0 0-1,0 0 1,0 0-1,0 0 1,-1 1-1,1-1 0,0 0 1,-1 1-1,1-1 1,-1 1-1,1 0 1,-1-1-1,0 1 1,0 0-1,1 0 0,-1 0 1,-1 0-1,1 0 1,0 0-1,0 0 1,-1 0-1,1 0 0,-1 3 1</inkml:trace>
</inkml:ink>
</file>

<file path=ppt/ink/ink3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1 251 2385,'0'0'18152,"5"9"-15761,2 2-1685,-3-6-219,-1 1 0,0-1 0,0 1 0,0 0 0,4 12 0,1 3 2995,-5-21-1582,-2-13-1071,-1-176-829,1 178-84,1 1 1,1-1-1,0 0 1,0 1-1,1 0 0,5-11 1,1-4-194,2 5-4101,2 14-6637</inkml:trace>
</inkml:ink>
</file>

<file path=ppt/ink/ink3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60 3874,'0'0'17506,"2"-4"-15465,-2 4-1934,0-1-1,1 1 0,-1-1 1,0 1-1,0-1 0,1 1 1,-1-1-1,0 1 0,0-1 1,0 1-1,0-1 0,0 1 1,0-1-1,0 1 0,0-1 1,0 0-1,0 1 0,0-1 1,0 1-1,0-1 0,0 1 0,0-1 1,0 1-1,-1-1 0,1 1 1,0-1-1,0 1 0,-1-1 1,1 1-1,0-1 0,-1 1 1,1-1-1,-1 1 0,-17 4 1729,-23 26-460,38-26-1314,0 1-1,0-1 1,1 1 0,0-1-1,0 1 1,0 0 0,0 0-1,1 0 1,0 0 0,0 0-1,0 0 1,0 0 0,1 0 0,0 0-1,0 0 1,2 9 0,-2 5-87,1-17 20,-1-1 1,1 1 0,-1-1-1,1 1 1,0-1 0,0 1-1,0-1 1,0 1 0,0-1 0,0 0-1,0 0 1,0 1 0,0-1-1,1 0 1,-1 0 0,0 0-1,1 0 1,-1 0 0,1-1-1,-1 1 1,1 0 0,-1-1-1,1 1 1,0-1 0,-1 0 0,1 1-1,0-1 1,-1 0 0,4 0-1,56 3-416,-55-3 307,1 0-50,1 0 0,-1-1 0,0 0-1,0 0 1,-1-1 0,1 0 0,0 0 0,-1-1-1,1 0 1,10-6 0,-15 7 117,0 1 0,0 0-1,0-1 1,0 0 0,0 1 0,0-1 0,0 0 0,-1 0-1,1 0 1,-1 0 0,0 0 0,1-1 0,-1 1 0,0 0-1,0-1 1,-1 1 0,1 0 0,0-1 0,-1 1 0,1-1-1,-1 1 1,0-1 0,0 1 0,0-1 0,0 1 0,0-1 0,-1 1-1,1-1 1,-1 1 0,1-1 0,-1 1 0,0-1 0,-2-3-1,-1 2 74,0 0 0,0 0 0,-1 1 0,1-1 0,-1 1-1,0 0 1,0 0 0,0 1 0,0 0 0,0-1 0,0 2 0,-1-1-1,1 1 1,-8-2 0,-19-7 208,31 9-222,1 1 0,-1 0 0,1 0 0,-1 0-1,1-1 1,-1 1 0,1 0 0,-1-1 0,1 1 0,-1 0 0,1-1 0,0 1-1,-1-1 1,1 1 0,0-1 0,-1 1 0,1-1 0,0 1 0,-1-1 0,1 1-1,0-1 1,0 1 0,0-1 0,0 1 0,-1-1 0,1 1 0,0-1 0,0 0-1,0 1 1,0-1 0,0 1 0,0-1 0,1 1 0,-1-1 0,0 0 0,0 1-1,0-1 1,0 1 0,1-1 0,-1 1 0,0-1 0,1 1 0,-1-1 0,0 1-1,1-1 1,-1 1 0,0 0 0,1-1 0,-1 1 0,1-1 0,-1 1 0,1 0-1,-1-1 1,1 1 0,-1 0 0,1 0 0,-1 0 0,1-1 0,-1 1 0,2 0-1,30-17-121,-12 12 102,0 1 0,0 1 1,1 0-1,-1 2 0,30 1 0,-48 0 9,1 0 34,-1 0 0,0 0 0,1 0 0,-1 0 0,0 0-1,1 1 1,-1-1 0,0 1 0,0-1 0,1 1 0,-1 0 0,0 0 0,0 0 0,0 0 0,0 1 0,0-1 0,0 0 0,0 1-1,-1 0 1,1-1 0,0 1 0,-1 0 0,1 0 0,-1-1 0,0 1 0,0 1 0,1-1 0,-1 0 0,-1 0 0,2 3 0,0 5 219,0 0 0,-1 0 1,0 0-1,-1 0 1,-1 18-1,0-1-64,1-27-34,16-10-131,-3-3-74,1 1 0,0 1-1,1 0 1,0 1 0,1 0 0,0 1 0,0 1 0,1 1 0,0 0-1,0 1 1,1 1 0,-1 1 0,1 0 0,35-2 0,-53 7 77,1 0 0,0 0 1,0 0-1,-1 0 0,1 0 1,0 0-1,-1 0 0,1 0 1,-1 1-1,0-1 0,1 0 1,-1 0-1,0 0 0,0 1 1,1-1-1,-1 0 0,0 0 1,0 0-1,-1 1 1,1 1-1,0 39 306,-1-31-344,1 8 148</inkml:trace>
</inkml:ink>
</file>

<file path=ppt/ink/ink3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15303,'0'0'6384,"-5"27"-1576,0 4-3615,-3 18 902,-2 58 1,2-47-1509,5-45-549,1 0 0,0 0-1,1 0 1,1 0-1,0 0 1,1 0-1,4 21 1,-5-34-142,1 1 0,-1-1 0,1 1 0,0-1-1,0 1 1,0-1 0,1 0 0,-1 1 0,0-1 0,1 0 0,-1 0 0,1 0-1,0 0 1,0 0 0,0-1 0,0 1 0,0 0 0,0-1 0,0 1 0,1-1-1,-1 0 1,0 0 0,1 0 0,-1 0 0,1 0 0,-1-1 0,1 1 0,0-1 0,-1 1-1,1-1 1,-1 0 0,1 0 0,0 0 0,-1-1 0,1 1 0,3-1 0,0-1-419,1 0 1,-1 0 0,0-1 0,0 1 0,0-1 0,0-1 0,-1 1-1,1-1 1,-1 0 0,0 0 0,0-1 0,0 1 0,6-9 0,8-16-8477,-4-2-3591</inkml:trace>
</inkml:ink>
</file>

<file path=ppt/ink/ink3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2481,'0'0'20602,"196"-5"-19786,-94-11-816,0-4-416,-8 2-3730,-6 0-8228</inkml:trace>
</inkml:ink>
</file>

<file path=ppt/ink/ink3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1056,'0'0'9866,"0"-19"67,9 153-3892,-3-64-4508,-3-45-954,2 0 0,13 48 1,-11-53-1055,-1 1-1,-1 1 1,-1-1 0,1 33 0,-5-96-23602</inkml:trace>
</inkml:ink>
</file>

<file path=ppt/ink/ink3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1 291 8004,'0'0'10938,"9"0"-9319,54-4 724,-18 3-1019,71-12 1,357-98-526,188-34-752,-609 137 177,1 3 0,98 2 0,-149 3-125,0 0-1,-1 1 0,1 0 1,0-1-1,-1 1 1,1 0-1,0 0 1,-1 0-1,1 0 1,-1 0-1,1 0 0,-1 0 1,0 1-1,1-1 1,-1 0-1,0 1 1,0-1-1,0 1 1,0-1-1,0 1 0,0 0 1,-1-1-1,1 1 1,0 0-1,-1 0 1,0-1-1,1 1 1,-1 0-1,0 0 0,0 2 1,3 68 1740,-4-55-1432,-1 115-137,5 150-142,1-258-128,1 0 0,15 45 0,-10-37 0,-10-30 0,3 7 0,-6-11 0,-18-16 0,2 9 0,-1 1 0,-1 0 0,1 2 0,-1 0 0,-1 1 0,-37-3 0,-134 4 0,126 4 0,-63 5 0,1 5 0,1 5 0,0 6 0,1 6 0,2 5 0,-164 65 0,276-92 0,6-3 0,0 1 0,0 0 0,0 0 0,0 1 0,1 0 0,-9 5 0,17-8 0,0 0 0,0 0 0,0 0 0,0-1 0,0 1 0,0-1 0,0 0 0,0 0 0,0 1 0,1-1 0,-1 0 0,0-1 0,3 1 0,6-4-407,1 1 1,-1-2-1,0 1 1,14-9-1,-22 12 234,-1-1 0,1 0 0,0 1 0,0-1 0,-1 0 0,1 0 0,-1 0 0,1-1 0,-1 1 0,0-1 0,0 1 0,0-1 0,0 0 0,0 1 0,-1-1 0,1 0 0,-1 0-1,0 0 1,0-1 0,1-3 0,4-12-9476,-5 6 490</inkml:trace>
</inkml:ink>
</file>

<file path=ppt/ink/ink3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14 138 4210,'0'0'12043,"5"5"-10029,-1 2-1489,0-1 0,0 1 1,0 0-1,-1 0 0,0 0 0,-1 0 0,1 0 1,-1 0-1,-1 1 0,2 11 0,0 86 2888,-3-74-2630,-1-31-776,1 0 1,-1 0-1,1 0 1,-1 0-1,1 0 1,-1 0 0,0 0-1,1 0 1,-1 0-1,1-1 1,-1 1 0,1 0-1,-1 0 1,0 0-1,1-1 1,-1 1-1,1 0 1,-1-1 0,1 1-1,0 0 1,-1-1-1,1 1 1,-1-1-1,1 0 1,-7-12-133,1 0-1,1-1 1,1 1-1,0-1 1,0 0-1,-1-22 1,-1-90-1644,6 125 1748,0 0-1,0 1 0,-1-1 0,1 0 0,0 0 1,1 1-1,-1-1 0,0 0 0,0 1 0,0-1 0,0 0 1,0 0-1,1 1 0,-1-1 0,0 0 0,1 1 1,-1-1-1,0 1 0,1-1 0,-1 0 0,1 1 0,-1-1 1,1 1-1,-1-1 0,1 1 0,-1 0 0,1-1 1,0 1-1,0-1 0,21 6-231,20 24 244,-41-28 5,5 4-4,1-1 0,-1 0-1,1-1 1,0 1 0,-1-1 0,2 0 0,-1-1-1,0 0 1,0 0 0,13 1 0,78 1-91,-74-4 24,-15 0 22,0-1 0,-1 1 0,1-1 0,-1-1 0,1 0 0,-1 0 0,1-1 0,-1 0 0,0 0 0,0-1 0,10-7 0,-14 9 4,0-1 1,0 0-1,0-1 1,-1 1-1,1-1 1,-1 1 0,0-1-1,0 0 1,0-1-1,-1 1 1,0 0-1,1-1 1,-1 1-1,-1-1 1,1 1 0,-1-1-1,0 0 1,0 0-1,0 0 1,0 0-1,-1-5 1,0 8 47,0 0 0,0 1 0,-1-1 0,1 1 0,0-1 0,-1 0 0,1 1 0,-1-1 1,0 1-1,1-1 0,-1 1 0,0 0 0,0-1 0,0 1 0,0 0 0,0 0 0,0-1 0,0 1 0,-1 0 0,1 0 0,0 0 1,-1 0-1,-2-1 0,0 0 68,-1 0-1,1 1 1,-1-1 0,0 1 0,1 0 0,-1 0 0,0 0 0,-7 1 0,5-1 128,1 1 0,0 1 0,-1-1 0,1 1 0,0 0 0,0 0 0,0 1 0,0 0 0,0 0 0,0 0 0,0 1 0,0-1 0,1 2 0,-7 4 0,6-2-54,1 1-1,0 0 0,1 0 0,0 0 0,0 0 1,0 1-1,1-1 0,0 1 0,1 0 1,0 0-1,0 0 0,1 1 0,-1-1 0,2 0 1,-1 0-1,1 1 0,1-1 0,-1 0 0,2 1 1,-1-1-1,1 0 0,0 0 0,0 0 1,7 12-1,-6-12-197,0 1 0,1-1 0,1 0 0,-1-1-1,1 1 1,1-1 0,-1 0 0,1 0 0,1-1 0,-1 0 0,1 0 0,0 0 0,0-1 0,1 0 0,-1 0 0,1-1 0,0 0 0,0-1 0,1 1 0,-1-2 0,1 1-1,15 2 1,-8-4-866,-1 0-1,0-1 1,1 0-1,29-6 1,-34 3-331,0 0 1,-1 0-1,1-1 1,15-9-1,41-26-8755</inkml:trace>
</inkml:ink>
</file>

<file path=ppt/ink/ink3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12678,'0'0'5031,"-19"14"-615,12-9-4120,-104 79 4734,93-69-4146,0 1 0,1 1 0,1 1 0,-25 34 0,38-48-837,1 0 1,0 1-1,0-1 1,0 0-1,1 1 1,-1 0-1,1-1 0,0 1 1,0 9-1,2-13-57,1 0 0,-1 0-1,1-1 1,0 1 0,-1 0-1,1-1 1,0 1 0,0-1-1,0 1 1,-1-1 0,1 0-1,0 0 1,0 0 0,0 0-1,-1 0 1,1 0-1,0 0 1,2-1 0,3 0-42,1 0-119,1 0-1,0-1 0,0 0 0,0 0 0,-1-1 0,0-1 1,1 1-1,-1-1 0,0-1 0,-1 1 0,12-10 0,-4 3-477,0-1-1,-1-1 0,0 0 0,17-24 0,-29 34 623,0 1 0,0 0 0,-1-1 0,0 1 0,1-1 0,-1 0 0,0 1 0,0-1 0,0 0 0,-1 0 0,1 0 0,-1 0 0,0 0 0,1 1 0,-1-1 0,-1-5 0,-3 7 353,-1 0 0,1 1 0,-1-1 0,1 1 0,-1 0 0,1 0 0,-1 0 0,-5 2 0,8-2-265,0 1-1,0 0 0,0 0 0,1 0 0,-1 0 1,0 0-1,0 0 0,1 1 0,-1-1 0,1 0 0,-1 1 1,1-1-1,0 1 0,0 0 0,0-1 0,-1 1 1,2 0-1,-1 0 0,0 0 0,0-1 0,0 1 0,1 0 1,-1 0-1,1 0 0,0 0 0,-1 0 0,1 0 1,0 0-1,0 0 0,0 0 0,1 0 0,-1 0 1,1 3-1,-1-2-128,1-1 1,-1 1-1,1 0 1,0-1 0,0 1-1,0-1 1,0 1-1,0-1 1,0 1 0,1-1-1,-1 0 1,1 0-1,0 0 1,0 0-1,0 0 1,0 0 0,0 0-1,0 0 1,0-1-1,0 1 1,1-1 0,-1 0-1,0 0 1,1 1-1,2-1 1,64 6-7072,-24-14-3597,-17-8 1809</inkml:trace>
</inkml:ink>
</file>

<file path=ppt/ink/ink3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10885,'0'0'10616,"0"23"-7831,0 78-1200,0-34 1715,0-66-2687,0-17 177,0-18-536,-1 9-186,2 0 0,4-36 0,-3 53-84,0 0 0,0 0 0,0 1 0,1-1 0,0 1 0,0 0 1,1-1-1,0 2 0,0-1 0,1 0 0,10-10 0,-3 4-232,0 1 0,1 0 0,20-13 0,5 7-2705,8 11-4628,-37 7 15</inkml:trace>
</inkml:ink>
</file>

<file path=ppt/ink/ink3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9412,'0'0'14794,"0"27"-12775,-2 48-751,-1 23 1289,10 101 0,-2-172-2504,1 0 1,17 44-1,-6-18-136,-17-52-32,1-1 0,-1 0 1,0 0-1,0 1 0,1-1 0,-1 0 0,0 0 0,0 1 0,0-1 0,0 0 0,1 1 0,-1-1 0,0 0 1,0 1-1,0-1 0,0 0 0,0 1 0,0-1 0,0 0 0,0 1 0,0-1 0,0 0 0,0 1 0,0-1 1,0 0-1,0 0 0,0 1 0,0-1 0,-1 0 0,1 1 0,0-1 0,0 0 0,0 1 0,0-1 0,-1 0 1,1 0-1,0 1 0,0-1 0,0 0 0,-1 0 0,1 1 0,0-1 0,0 0 0,-1 0 0,1 0 1,0 0-1,-1 0 0,1 1 0,0-1 0,-1 0 0,1 0 0,0 0 0,-1 0 0,1 0 0,-1 0 0,0 0-247,0-1 0,0 1 0,0-1-1,1 1 1,-1-1 0,0 1-1,0-1 1,0 0 0,1 1 0,-1-1-1,0 0 1,1 0 0,-1 0 0,0 1-1,1-1 1,-1 0 0,1 0-1,-1-1 1,-1-5-1294,1 1 0,-1-1 0,1 1 0,1-1 0,-1 1 0,1-9 0,0-22-4837</inkml:trace>
</inkml:ink>
</file>

<file path=ppt/ink/ink3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115 242 7940,'0'0'7118,"26"-13"-4816,5-4-1736,-13 7-215,1 0 0,-1 2 0,2 0 0,-1 1 0,1 1 0,29-6 0,369-60 4012,215 2-3561,-439 62-425,-108 7 3648,-85 2-3988,0-1 1,0 0-1,0 0 0,0 1 1,0-1-1,0 1 1,0-1-1,0 1 1,0-1-1,0 1 0,-1-1 1,1 1-1,0 0 1,0 0-1,0-1 1,-1 1-1,1 0 0,0 0 1,-1 0-1,1 0 1,-1 0-1,1 0 1,-1 0-1,1 0 0,-1 0 1,0 0-1,0 0 1,1 0-1,-1 0 1,0 0-1,0 0 0,0 2 1,0 46 1338,-1-33-1170,-13 177-206,14-168 0,0 0 0,2 0 0,0 0 0,2 0 0,0 0 0,10 27 0,-13-49 0,9 21 0,-1 2 0,-1-1 0,-2 1 0,0 0 0,3 50 0,-10-76 0,0 1 0,0-1 0,0 1 0,0-1 0,0 1 0,0-1 0,0 0 0,0 0 0,0 0 0,0 1 0,0-1 0,0 0 0,0 0 0,0 0 0,0 0 0,0-1 0,-2 1 0,0 0 0,-288-18 0,-208 32 0,363-1 0,-221 51 0,264-42 0,2 4 0,-128 55 0,214-79 0,2-1 0,1 0 0,0 0 0,0 0 0,0 0 0,-1 0 0,1 0 0,0 1 0,1-1 0,-1 1 0,0-1 0,0 1 0,1 0 0,-1 0 0,0 0 0,0 2 0,2-4-1,0 1 0,1-1 1,-1 1-1,0-1 0,1 1 0,-1-1 1,1 0-1,-1 1 0,1-1 0,-1 0 1,1 0-1,-1 1 0,1-1 0,-1 0 1,1 0-1,-1 0 0,1 1 0,0-1 1,-1 0-1,1 0 0,-1 0 0,1 0 1,0 0-1,-1 0 0,1 0 0,-1 0 0,1-1 1,-1 1-1,1 0 0,-1 0 0,1 0 1,0-1-1,0 1-54,4-2-346,0 0-1,0 0 1,-1-1 0,1 0-1,-1 0 1,1 0-1,-1 0 1,5-6 0,32-34-7381,-32 34 4953,11-14-6303</inkml:trace>
</inkml:ink>
</file>

<file path=ppt/ink/ink3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6 109 384,'0'0'5627,"0"-18"-4115,0-47-300,0 39 15214,-2 112-13701,0-49-2047,1 0 1,2-1-1,1 1 1,14 64-1,-12-83-564,14 43 166,-4 1-1,-2 1 1,7 116 0,-12-123-1026,-7-56 711,0-1 0,1 1 1,-1 0-1,0 0 1,0 0-1,0 0 0,0 0 1,0 0-1,0 0 1,1 0-1,-1 0 0,0 0 1,0 0-1,0 0 0,0 0 1,0 0-1,1 0 1,-1 0-1,0 0 0,0 0 1,0 0-1,0 0 1,0 0-1,0 0 0,1 0 1,-1 0-1,0 0 1,0 0-1,0 0 0,0 0 1,0 0-1,0 0 1,1 1-1,-1-1 0,0 0 1,0 0-1,0 0 1,0 0-1,0 0 0,0 0 1,0 0-1,0 1 1,0-1-1,0 0 0,0 0 1,1 0-1,-1 0 1,0 0-1,0 1 0,0-1 1,0 0-1,0 0 1,0 0-1,0 0 0,0 0 1,0 1-1,0-1 0,0 0 1,0 0-1,-1 0 1,1 0-1,0 0 0,0 0 1,0 1-1,0-1 1,0 0-1,0 0 0,2-29-2769,-2-107-12750,0 86 7590</inkml:trace>
</inkml:ink>
</file>

<file path=ppt/ink/ink3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291 378 5923,'0'0'9281,"-17"-1"-8254,-59-2 8789,128 7-9555,0-1 1,1-3-1,68-9 1,160-36-264,-116 16 62,-87 17-76,911-133-106,6 48 255,-708 74 873,-239 13 205,-39 7-1127,1 1 0,-1 0-1,1 1 1,12-1 0,-22 42 900,-2 108-394,5 171 821,1-292-1411,1-1 0,1 1 0,2-1 0,11 29 0,-8-27 0,-2 0 0,10 53 0,-6-10 0,-6-56 0,-27-12 0,17-3 0,-179-17 0,-87 14 0,-343 39 0,186 13 0,-836 79 0,698-62 0,561-65 0,-30 3 0,-1 2 0,-39 13 0,119-26-3938,100-49-5071,-47 15-166</inkml:trace>
</inkml:ink>
</file>

<file path=ppt/ink/ink3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2993,'0'-9'27826,"-1"105"-27436,4-1-1,5 0 1,3 0-1,29 115 1,-19-124-390,-14-51 0,1 0 0,19 45 0,-27-80 0,0 0 0,0-1 0,0 1 0,0 0 0,0 0 0,0-1 0,1 1 0,-1 0 0,0 0 0,0-1 0,0 1 0,1 0 0,-1 0 0,0 0 0,0-1 0,1 1 0,-1 0 0,0 0 0,0 0 0,1 0 0,-1-1 0,0 1 0,1 0 0,-1 0 0,0 0 0,1 0 0,-1 0 0,0 0 0,0 0 0,1 0 0,-1 0 0,0 0 0,1 0 0,-1 0 0,0 0 0,1 0 0,-1 1 0,0-1 0,0 0 0,1 0 0,-1 0 0,0 0 0,1 0 0,-1 1 0,0-1 0,0 0 0,0 0 0,1 0 0,-1 1 0,0-1 0,0 0 0,0 0 0,1 1 0,-1-1 0,0 0 0,0 1 0,0-1 0,0 0 0,0 0 0,0 1 0,0-1 0,0 0 0,1 1 0,5-24 0,-6 22 0,1-3-193,0 1 1,0-1-1,1 0 0,-1 1 0,1-1 1,0 1-1,0-1 0,0 1 1,0 0-1,4-4 0,2-1-1376,1 1 0,0 0 0,0 0 0,15-8 0,16-9-7083</inkml:trace>
</inkml:ink>
</file>

<file path=ppt/ink/ink3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25 3586,'0'0'7171,"1"-4"-6149,0 2-530,11-17 11325,-12 28-10075,0-7-1663,1 10 181,-1 0 0,0 0 0,-1 0 1,0 0-1,-1 0 0,-1 0 0,1-1 0,-2 1 0,0-1 0,-8 19 1,-31 34 330,32-49-473,0 1 0,0 1 1,-8 19-1,19-36-118,0 1 0,0-1 1,0 0-1,0 1 0,0-1 0,0 0 0,0 0 0,0 1 1,0-1-1,0 0 0,0 1 0,0-1 0,0 0 1,0 0-1,0 1 0,1-1 0,-1 0 0,0 0 0,0 1 1,0-1-1,0 0 0,1 0 0,-1 0 0,0 1 0,0-1 1,0 0-1,1 0 0,-1 0 0,0 0 0,0 1 1,1-1-1,-1 0 0,0 0 0,1 0 0,-1 0 0,0 0 1,0 0-1,1 0 0,-1 0 0,24 4 31,38-4 35,-44 0-61,47-3-7,-1-2 0,-1-3 0,66-17 0,-80 8 117</inkml:trace>
</inkml:ink>
</file>

<file path=ppt/ink/ink3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8084,'0'0'13486,"-8"20"-11699,-25 65-226,28-72-909,1 0-1,1 1 1,0-1 0,1 1 0,-2 27-1,-2 17 711,-1 11-105,7-40-4908,0-8-4461</inkml:trace>
</inkml:ink>
</file>

<file path=ppt/ink/ink3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4722,'0'1'22315,"0"15"-21881,22 302 2942,-2-79-1456,-16-165-1920,3 0 0,20 90 0,-22-138 0,0 1 0,-3 0 0,1 34 0,-3-59 0,0 0 0,0 0 0,0 0 0,1 0 0,-1 0 0,1 0 0,0 0 0,-1 0 0,1 0 0,0 0 0,2 2 0,1-3-598</inkml:trace>
</inkml:ink>
</file>

<file path=ppt/ink/ink3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2086 4530,'0'0'9476,"6"8"-3106,4-4-5875,37-4-33,1-2 0,-1-2 1,79-18-1,407-70 1641,-178 37-1565,910-202-114,-134 74 75,-698 133-370,333-28 350,178-15 314,218-11-860,39 42 326,-550 48-285,549-39 1250,-413-14-944,-181 18-187,565-91-484,-621 69 566,-35 7-146,-16 25 294,-465 40-158,-26 0-44,0-1 0,0 0 1,0 0-1,0 0 0,0-1 1,11-3-1,-7 2 168,0 0 0,0 0 1,1 2-1,-1 0 0,24 2 0,4 0 145,-15-1-434,-18 0 0,0 0 0,0-1 0,1 0 0,-1 0 0,0-1 0,0 0 0,12-3 0,-19 3 0,0-1 0,0 0 0,-1 1 0,1-1 0,0 1 0,-1-1 0,1 1 0,-1-1 0,1 1 0,-1-1 0,0 1 0,1-1 0,-1 1 0,0-1 0,0 1 0,0 0 0,-2-2 0,2 2 0,-23-59 0,17 37 0,-13-50 0,16 54 0,0 0 0,-11-26 0,3 13 0,1 0 0,2-1 0,2 0 0,1-1 0,1 1 0,2-1 0,2-58 0,0 97 0,1 0 0,0-1 0,0 1 0,0 0 0,1 0 0,-1-1 0,1 1 0,1 0 0,-1-1 0,0 1 0,1-1 0,0 1 0,0-1 0,1 0 0,-1 0 0,1 0 0,4 5 0,-6-4 0,-1 0 0,1 0 0,-1 0 0,0 1 0,0-1 0,0 0 0,-1 1 0,0 4 0,-2-3 0,1 0 0,-1 0 0,0 0 0,-1-1 0,0 1 0,0-1 0,0 0 0,-8 8 0,-45 43 0,9-21 0,38-30 0,1 1 0,-1 0 0,1 0 0,0 1 0,1 1 0,-1-1 0,-11 19 0,12-14 0,47-58 0,-14 15 0,-1-2 0,-2 0 0,-1-2 0,31-67 0,-50 95 0,15-18 0,-15 22 0,4 2 0,-5 0 0,1 1 0,0 0 0,0 0 0,0-1 0,-1 1 0,1 0 0,0 1 0,-1-1 0,1 0 0,-1 0 0,1 1 0,-1-1 0,0 1 0,0-1 0,1 1 0,-1-1 0,0 1 0,-1 0 0,1 0 0,1 3 0,0-1 0,10 12 0,0 1 0,2-2 0,-1 0 0,2 0 0,0-1 0,1-1 0,0-1 0,0 0 0,2-1 0,-1-1 0,2 0 0,-1-1 0,31 9 0,-48-17 0,1-1 0,0 1 0,-1 0 0,1 0 0,-1 0 0,0 0 0,1 0 0,-1 0 0,0 1 0,1-1 0,-1 0 0,0 1 0,0-1 0,0 1 0,0-1 0,-1 1 0,1-1 0,0 1 0,-1 0 0,2 2 0,2 34 0,2-28-745,-6-10 669,0 0-1,0 0 1,0 0-1,0 0 1,0 0-1,1 0 1,-1 1 0,0-1-1,0 0 1,0 0-1,0 0 1,0 0-1,0 0 1,1 0-1,-1 0 1,0 0 0,0 0-1,0 0 1,0 0-1,0 0 1,0 1-1,0-1 1,0 0 0,0 0-1,1 0 1,-1 0-1,0 0 1,0 0-1,0 1 1,0-1-1,0 0 1,0 0 0,0 0-1,0 0 1,0 0-1,0 0 1,0 1-1,0-1 1,0 0-1,0 0 1,0 0 0,0 0-1,0 0 1,0 1-1,0-1 1,0 0-1,0 0 1,0 0-1,0 0 1,-1 0 0,1 0-1,0 1 1,0-1-1,0 0 1,0 0-1,0 0 1,0 0-1,0 0 1,0 0 0,0 0-1,-1 0 1,1 0-1,0 1 1</inkml:trace>
</inkml:ink>
</file>

<file path=ppt/ink/ink3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13030,'0'0'4242,"6"135"-9685,22-112-2832</inkml:trace>
</inkml:ink>
</file>

<file path=ppt/ink/ink3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23 2897,'0'0'4885,"-3"16"8837,3-11-11254,31-10-1930,-3-4-494,-1 1 1,1 1-1,1 2 1,-1 1-1,55-2 1,-82 7-35,1 0 0,-1 0 1,1 0-1,-1-1 0,0 1 1,1 0-1,-1 1 0,0-1 0,0 0 1,0 0-1,0 0 0,0 1 1,0-1-1,0 1 0,0-1 1,-1 0-1,1 1 0,0 0 0,-1-1 1,1 1-1,-1-1 0,0 1 1,1 0-1,-1-1 0,0 1 1,0-1-1,0 4 0,0-1 24,1 0-1,-1 1 1,0-1-1,0 0 0,0 0 1,-1 1-1,0-1 1,1 0-1,-1 0 1,-3 8-1,-2-5 80,0 0 0,0 0 0,0-1 0,-1 0 0,0 0 1,0 0-1,-12 6 0,-62 32 737,73-40-786,165 1-984,-150-5 878,0-1-22,0 1-1,0 0 1,-1 1 0,1 0 0,0 0 0,11 3-1,-16-3 62,0 0-1,0 0 0,0 0 1,-1 1-1,1-1 0,-1 0 1,1 1-1,-1-1 0,1 1 0,-1-1 1,0 1-1,1 0 0,-1-1 1,0 1-1,0 0 0,-1 0 1,1 0-1,0 0 0,0 0 1,-1 0-1,0 0 0,1 0 1,-1 0-1,0 0 0,0 0 0,0 0 1,0 3-1,0 6 6,0-5 26,0 0 1,0 0-1,0-1 0,-1 1 0,0 0 0,-2 7 1,2-10 5,0-1 0,-1 1 1,1-1-1,-1 1 1,0-1-1,1 0 0,-1 0 1,0 0-1,0 0 1,0 0-1,0 0 0,-1-1 1,1 1-1,0-1 1,-1 0-1,-4 3 0,-4 0 142,-1 0-1,1-1 0,-1 0 0,0 0 0,0-1 0,-19 0 0,-78-3 1489,45-1-146,52 2-562,1 0-2176,24 23-13091,-12-14 7545</inkml:trace>
</inkml:ink>
</file>

<file path=ppt/ink/ink3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46 4162,'0'0'18491,"0"48"-16007,-4-47-2284,1 0 0,-1 0 0,0 0 0,0 0 0,0-1 0,0 0 0,0 0 1,0 0-1,0 0 0,0 0 0,-7-3 0,10 2-175,-1-1 0,1 0 1,0 0-1,0 0 0,0 0 0,0 0 1,1 0-1,-1 0 0,1 0 0,-1 0 1,1 0-1,0-1 0,-1 1 1,1 0-1,0 0 0,0 0 0,1-1 1,0-2-1,-1 3-27,0 0 0,0 0 1,1 0-1,-1 1 0,0-1 0,1 0 1,-1 1-1,1-1 0,0 0 1,0 1-1,0-1 0,0 1 0,0-1 1,0 1-1,0-1 0,0 1 0,0 0 1,1-1-1,-1 1 0,0 0 1,1 0-1,2-2 0,7 1-9,0 1 0,-1 0 0,21 0 0,-20 1 20,-10 1 4,1-1 0,-1 0 0,0 1 0,0-1 0,1 1 0,-1-1-1,0 1 1,0-1 0,1 1 0,-1 0 0,0 0 0,0-1-1,0 1 1,0 0 0,0 0 0,0 0 0,0 0 0,0 0-1,-1 1 1,1-1 0,0 0 0,-1 0 0,1 0 0,-1 1-1,1-1 1,-1 0 0,1 1 0,-1-1 0,0 0 0,0 1-1,0-1 1,0 2 0,2 52 641,-3-41-371,1-12-224,-1 1-1,0 0 1,0-1-1,1 1 0,-1-1 1,-1 0-1,1 1 1,0-1-1,-1 0 1,1 1-1,-1-1 1,0 0-1,1 0 1,-1 0-1,0-1 1,0 1-1,0 0 1,-1-1-1,1 1 1,0-1-1,-1 0 0,-3 2 1,4-2-45,1 0 0,-1 0 1,1-1-1,-1 1 0,1 0 0,-1-1 1,1 1-1,-1-1 0,0 0 0,1 0 0,-1 1 1,0-1-1,1 0 0,-1 0 0,0-1 1,0 1-1,1 0 0,-1 0 0,1-1 0,-1 1 1,0-1-1,1 0 0,-1 1 0,1-1 1,-1 0-1,1 0 0,0 0 0,-1 0 0,1 0 1,0 0-1,-1 0 0,1-1 0,0 1 1,0 0-1,-1-2 0,-1-4-9,1 1-1,0-1 1,0 1-1,0-1 1,0 0-1,1 0 1,0 0 0,1 0-1,0 0 1,0 0-1,0 0 1,2-7-1,-1 11-14,-1 1-1,1-1 1,0 0-1,0 1 0,0-1 1,0 1-1,0-1 1,1 1-1,-1 0 0,1-1 1,-1 1-1,1 0 0,0 0 1,0 0-1,0 0 1,0 1-1,0-1 0,1 0 1,-1 1-1,0 0 1,1-1-1,-1 1 0,1 0 1,0 0-1,-1 0 0,1 1 1,0-1-1,-1 1 1,1-1-1,0 1 0,-1 0 1,4 0-1,-4 0 16,1 0 0,-1 1 0,0-1 0,0 1-1,0-1 1,0 1 0,0-1 0,-1 1 0,1 0 0,0 0 0,0 0-1,0 0 1,-1 0 0,1 1 0,0-1 0,-1 0 0,1 1-1,-1-1 1,0 1 0,1-1 0,-1 1 0,0 0 0,0 0 0,0-1-1,0 1 1,-1 0 0,2 4 0,1 1 86,-1 1 0,-1 0 1,1 0-1,-1 1 0,0 14 0,-2-21-69,1 0 1,-1 0-1,1 0 0,-1 0 1,0-1-1,0 1 0,0 0 1,0 0-1,0-1 0,0 1 0,0-1 1,-1 1-1,1-1 0,0 1 1,-1-1-1,1 0 0,-1 0 1,0 1-1,1-1 0,-1 0 0,0-1 1,0 1-1,1 0 0,-1 0 1,0-1-1,0 1 0,0-1 1,0 0-1,-3 1 0,-3 0 56,0 0 0,0 0 0,0 0-1,0-1 1,0 0 0,-9-2 0,15 1-83,0 0 1,-1 0-1,1-1 0,0 1 0,0-1 1,0 1-1,0-1 0,1 0 1,-1 0-1,0 0 0,1 0 0,-1 0 1,1 0-1,0 0 0,0-1 0,0 1 1,0 0-1,0-1 0,0 1 1,0-1-1,1 1 0,-1-1 0,1 1 1,0-5-1,-1 4-2,1 0-1,-1-1 1,1 1 0,0 0-1,0-1 1,0 1 0,0 0 0,1-1-1,-1 1 1,1 0 0,0 0-1,0-1 1,0 1 0,0 0-1,1 0 1,-1 0 0,1 0 0,0 1-1,2-4 1,-3 4 9,1 1 1,-1 0 0,0 0-1,1 0 1,-1 0-1,1 1 1,-1-1-1,1 0 1,0 0 0,-1 1-1,1-1 1,0 1-1,-1 0 1,1-1-1,0 1 1,-1 0 0,1 0-1,0 0 1,0 0-1,-1 0 1,1 1-1,0-1 1,-1 1-1,1-1 1,0 1 0,-1-1-1,1 1 1,-1 0-1,1 0 1,-1-1-1,1 1 1,-1 0 0,1 1-1,-1-1 1,0 0-1,0 0 1,1 0-1,-1 1 1,0-1 0,0 1-1,-1-1 1,1 1-1,0-1 1,0 1-1,0 2 1,3 3 13,-1 1 0,0 1 1,0-1-1,-1 0 0,0 1 0,0-1 1,-1 1-1,0 8 0,-1-16-16,0 0 0,-1 0 0,1 0 0,0 0 0,-1 0 0,1 0 0,0 0 0,-1 0 0,0 0 0,1 0 0,-1 0 0,1 0 0,-1-1 0,0 1 0,1 0 0,-1-1 0,0 1 0,0 0 0,0-1 0,0 1 0,1-1 0,-1 1 0,0-1 0,0 1 0,0-1 0,0 0 0,0 0 0,0 1 0,0-1 0,0 0 0,0 0 0,0 0 0,0 0 0,0 0 0,0 0 0,0 0 0,0-1 0,-2 1 0,2 0 0,0 0 0,-1-1 0,1 1 0,0 0 0,-1-1 0,1 1 0,0-1 0,-1 1 0,1-1 0,0 0 0,0 1 0,0-1 0,-1 0 0,1 0 0,0 0 0,0 0 0,0 0 0,0 0 0,0 0 0,1 0 0,-1 0 0,0 0 0,1-1 0,-1 1 0,0 0 0,1 0 0,-1-1 0,1 1 0,0 0 0,-1-1 0,1 1 0,0-2 0,0-10 0,-1 8 0,1 1 0,0-1 0,0 0 0,1 1 0,-1-1 0,1 1 0,0-1 0,0 1 0,3-7 0,-3 10 0,1-1 0,-1 0 0,1 0 0,-1 0 0,1 1 0,0-1 0,0 1 0,0 0 0,0-1 0,0 1 0,0 0 0,0 0 0,1 0 0,-1 0 0,0 1 0,0-1 0,1 1 0,-1-1 0,1 1 0,-1 0 0,0 0 0,1 0 0,-1 0 0,3 0 0,-3 1 0,-1-1 0,1 1 0,-1 0 0,1-1 0,-1 1 0,1 0 0,-1 0 0,0 0 0,1 0 0,-1 0 0,0 0 0,0 0 0,0 0 0,1 1 0,-1-1 0,-1 0 0,1 1 0,0-1 0,0 0 0,0 1 0,-1-1 0,1 1 0,-1 0 0,1-1 0,-1 1 0,0-1 0,1 1 0,-1 2 0,5 49 0,-5-52-125,0 0 0,0-1 0,0 1 0,0-1-1,0 1 1,0-1 0,0 1 0,0 0 0,-1-1 0,1 1 0,0-1 0,0 1 0,0-1-1,-1 1 1,1-1 0,0 1 0,-1-1 0,1 1 0,0-1 0,-1 1 0,1-1 0,0 0-1,-1 1 1,1-1 0,-1 0 0,1 1 0,-1-1 0,1 0 0,-1 1 0,1-1-1,-1 0 1,1 0 0,-1 0 0,0 0 0,1 1 0,-1-1 0,1 0 0,-1 0 0,1 0-1,-1 0 1,0 0 0,1 0 0,-1-1 0,1 1 0,-1 0 0,1 0 0,-1 0 0,1 0-1,-2-1 1,-32 4-6716</inkml:trace>
</inkml:ink>
</file>

<file path=ppt/ink/ink3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0 278 5763,'0'0'14227,"29"0"-13418,74-5-542,0-5-1,110-26 1,31-3-203,106-15 131,-39 23 198,78-13-95,-153-1 142,-218 43-239,0 1 0,34 2 1,-39 1-5,0-2 1,0 0 0,0 0 0,0-1-1,0-1 1,18-4 1406,15 1 978,-45 5-2155,-30 0-1256,17 0-3148</inkml:trace>
</inkml:ink>
</file>

<file path=ppt/ink/ink3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1 272,'0'0'8940,"-4"0"-7819,-12 3 863,15 4 4069,25 17 5591,-6-9-13664,4 4 2545,1-2 0,0-1 0,2-1 0,0-1 0,0-1 0,29 10 0,-43-18-377,-10-5-141,-1 0 0,1 0 0,-1 0 0,0 0 0,1 1 0,-1-1 0,1 0 0,-1 0-1,0 0 1,1 0 0,-1 0 0,0 1 0,1-1 0,-1 0 0,0 0 0,1 0 0,-1 1 0,0-1 0,1 0 0,-1 0-1,0 1 1,0-1 0,1 0 0,-1 1 0,0-1 0,0 0 0,0 1 0,1-1 0,-1 1 0,0-1 0,0 0-1,0 1 1,0-1 0,0 0 0,0 1 0,0-1 0,0 1 0,0 0 0,-15 8 445,-7 3-224,6 3-228,1 0 0,0 1 0,1 0 0,-14 21 0,16-19 0,-2 0 0,-1-1 0,-29 27 0,39-41 0,2 0 0,-1 0 0,0 0 0,1 0 0,-1 0 0,1 1 0,0-1 0,0 1 0,0 0 0,1 0 0,-1 0 0,1 1 0,0-1 0,0 0 0,-1 6 0,10-8-1918,5-2-5478</inkml:trace>
</inkml:ink>
</file>

<file path=ppt/ink/ink3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18 497 576,'0'0'6150,"-13"-16"6989,11 105-10593,0-29-1540,7 78-1,7-45-355,-2-23 203,1 85 0,-11-153-837,0 0 0,0 0 1,0 0-1,1 0 1,-1 0-1,1 0 1,-1-1-1,1 1 0,0 0 1,-1 0-1,1 0 1,0-1-1,0 1 1,0-1-1,1 1 1,-1-1-1,0 1 0,1-1 1,-1 0-1,0 1 1,1-1-1,0 0 1,-1 0-1,4 1 0,-4 1 22,-1 0-1,1 0 0,-1-1 0,0 1 1,1 0-1,-1 0 0,0 0 0,-1 0 1,0 4-1,1-4-15,0 10-23,-1-10-1,1 0-1,0 1 1,0-1 0,0 0-1,0 1 1,0-1 0,1 1-1,0-1 1,0 0 0,0 0-1,2 5 1,18 19 282,-20-26-252,0 0 0,0 0-1,0 0 1,0 0 0,0 0 0,1 0-1,-1 0 1,0 0 0,1-1 0,-1 1-1,0 0 1,1-1 0,-1 1-1,1-1 1,-1 0 0,1 1 0,-1-1-1,1 0 1,-1 0 0,1 0 0,-1 0-1,1 0 1,2-1 0,54 1-5,-43-1 259,282-9 164,-222 6-169,-35 2-166,259-7 341,-29-2-334,-141 13-77,129-4 0,-12-23-89,-214 20 64,200-33 37,-124 17-10,136-8 0,-203 25-4,57-12 1,26-4 25,-98 16 210,-25 4-115,20-3-48,-18 3-94,1 0 0,-1 0 1,0-1-1,0 1 0,0-1 1,0 0-1,0 0 0,-1 0 1,1-1-1,0 1 0,0 0 0,-1-1 1,1 0-1,3-3 0,6-1 524,-11 6-200,-8-33 178,7-494-520,-2 485 0,-3 0 0,-12-55 0,6 41 0,3 19 0,5 25 0,0-1 0,1 1 0,-1-23 0,-4-73 0,8 107 0,-1 1 0,0-1 0,0 0 0,0 0 0,0 1 0,0-1 0,0 0 0,-1 1 0,1-1 0,0 1 0,0-1 0,0 0 0,-1 1 0,1-1 0,0 0 0,0 1 0,-1-1 0,1 1 0,-1-1 0,1 1 0,0-1 0,-1 1 0,1-1 0,-1 1 0,0-1 0,1 1 0,-1 0 0,1-1 0,-1 1 0,1 0 0,-1-1 0,0 1 0,1 0 0,-1 0 0,0 0 0,1 0 0,-1-1 0,0 1 0,1 0 0,-1 0 0,0 0 0,1 0 0,-1 1 0,0-1 0,0 0 0,-33 12 0,25-8 0,-62 25 0,-2-3 0,-108 22 0,-240 17 0,64-12 0,132-11 0,-158 26 0,-3-31 0,278-30 0,-163 32 0,182-24 0,56-4 0,31 12-4421,-10 4-4465,11-12-313</inkml:trace>
</inkml:ink>
</file>

<file path=ppt/ink/ink3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7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2161,'0'0'12406,"0"9"-12246,0-7-208,-14 1-9028,1-3 3473</inkml:trace>
</inkml:ink>
</file>

<file path=ppt/ink/ink3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5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37 4482,'0'0'6990,"0"-5"-6003,0-13-80,0 4 6416,0 29-6511,0 261 284,0-278-2747,1-20-1175,-4-45-6253,-8 23 2231</inkml:trace>
</inkml:ink>
</file>

<file path=ppt/ink/ink3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5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6147,'0'0'12181,"40"-9"-11684,-33 27-353,-7 2-96,7 3-48,-7 4-1345,7 2-2993,-7 1-2337</inkml:trace>
</inkml:ink>
</file>

<file path=ppt/ink/ink3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6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8324,'0'0'13433,"-2"10"-12009,1 6-1054,1 1-1,0 0 0,2-1 1,-1 1-1,2-1 0,0 1 1,1-1-1,7 17 0,-11-32-404,0-1-1,1 1 0,-1-1 0,0 1 0,0-1 1,1 1-1,-1-1 0,0 1 0,1-1 0,-1 1 1,0-1-1,1 0 0,-1 1 0,1-1 0,-1 0 1,1 1-1,-1-1 0,1 0 0,-1 1 0,1-1 1,-1 0-1,1 0 0,-1 0 0,1 1 0,-1-1 1,1 0-1,0 0 0,-1 0 0,1 0 0,-1 0 1,1 0-1,-1 0 0,1 0 0,0 0 0,-1-1 1,1 1-1,-1 0 0,1 0 0,-1 0 0,1-1 1,-1 1-1,1 0 0,-1-1 0,1 1 0,-1 0 1,1-1-1,-1 1 0,1 0 0,-1-1 0,0 1 1,1-2-1,22-29-1161,-17 21 865,15-23-270,-17 26 608,0 0 0,0 0 0,1 1-1,0-1 1,0 1 0,0 0 0,9-6 0,2 59 2254,-12-35-1911,-3-10-536,0-1 1,0 0-1,0 0 1,0 1-1,0-1 0,1 0 1,-1 0-1,0 0 1,1-1-1,-1 1 1,1 0-1,-1 0 0,1-1 1,-1 1-1,1-1 1,-1 1-1,1-1 1,0 0-1,-1 0 0,1 1 1,2-2-1,0 2-512,0-1 0,-1 0-1,1 0 1,0 0-1,0-1 1,-1 1 0,1-1-1,-1 0 1,5-2-1,7-12-5398</inkml:trace>
</inkml:ink>
</file>

<file path=ppt/ink/ink3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6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5635,'0'0'17848,"-27"126"-16135,14-67-673,6 2 241,0 0-465,7-7-528,0-2-272,0-11-32,0-5-112,0-4-1024,0-8-545,0-6-752,0-4-849</inkml:trace>
</inkml:ink>
</file>

<file path=ppt/ink/ink3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6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8180,'0'0'11621,"121"3"-11525,-53-3-96,20 0-1953,7 0-4082,7-25-3409</inkml:trace>
</inkml:ink>
</file>

<file path=ppt/ink/ink3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387 493 4418,'0'0'16344,"-15"-5"-14232,-8-2-1226,1 1-1,-26-2 0,38 7-489,-1 0 1,0 0-1,1 1 1,-1 1-1,0 0 1,1 0 0,-1 1-1,-19 6 1,18-4-158,1 2 1,-1-1-1,1 2 1,1-1 0,-1 1-1,1 1 1,0 0-1,-16 17 1,21-19-139,0 0 0,0 1-1,0 0 1,1 0 0,0 0 0,1 0 0,-1 0-1,1 1 1,1 0 0,-1-1 0,1 1 0,0 0-1,1 0 1,-1 15 0,2-21-101,0-1 0,0 1 0,0 0 1,0 0-1,0 0 0,0-1 0,0 1 0,0 0 0,1 0 1,-1-1-1,1 1 0,-1 0 0,1-1 0,0 1 0,0 0 0,-1-1 1,1 1-1,0-1 0,1 0 0,-1 1 0,1 1 0,2-2-1,0 0-1,-1 0 0,1 0 1,0 0-1,-1-1 0,1 1 1,0-1-1,0 0 0,6 0 1,1-2-64,0 1 0,0-1 0,0-1 0,0 0 0,-1-1 0,1 0 0,-1 0 0,0-1 0,0 0 0,0-1 0,17-14 0,8-8-603,50-50 0,-59 50 146,-1-1-1,-2 0 1,-1-2-1,-1-1 1,30-60 0,-27 37 219,-2-2 1,27-106-1,-43 126 770,-6 38-439,0-1 1,0 0-1,0 0 0,0 0 1,0 0-1,0 0 0,0 0 1,-1 0-1,1 0 0,0 0 1,0 0-1,0 0 0,0 0 1,0 0-1,0 0 0,-1 1 1,1-1-1,0 0 0,0 0 1,0 0-1,0 0 0,0 0 1,0 0-1,-1 0 0,1-1 1,0 1-1,0 0 0,0 0 1,0 0-1,0 0 0,0 0 0,-1 0 1,1 0-1,0 0 0,0 0 1,0 0-1,0 0 0,0 0 1,0 0-1,0-1 0,0 1 1,-1 0-1,1 0 0,0 0 1,0 0-1,0 0 0,0 0 1,0 0-1,0-1 0,0 1 1,0 0-1,0 0 0,0 0 1,0 0-1,0 0 0,0 0 1,0-1-1,0 1 0,0 0 1,-29 49 2241,23-38-2596,-14 24 532,2 1 0,2 1 0,1 0 0,1 1 0,3 0 0,1 1 0,2 0 0,1 1 0,-2 63 0,9-96-237,0 1-458,0 0 1,0 0-1,1 1 1,0-1-1,0 0 1,5 15-1,-5-21 304,0 1 0,0-1 1,1 0-1,-1 0 0,1 0 0,0 0 0,-1-1 0,1 1 0,0 0 0,0-1 0,0 1 0,0-1 1,0 1-1,1-1 0,-1 0 0,0 0 0,1 0 0,-1 0 0,0-1 0,1 1 0,-1-1 0,1 1 1,-1-1-1,1 0 0,-1 0 0,1 0 0,2-1 0,20-1-5474,-4-9-2736</inkml:trace>
</inkml:ink>
</file>

<file path=ppt/ink/ink3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7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12998,'0'0'12891,"5"21"-11821,18 63-187,-21-82-853,-1 1 0,1 0-1,-1-1 1,1 1 0,0-1 0,0 1 0,0-1 0,0 0-1,1 0 1,-1 0 0,1 0 0,-1-1 0,1 1-1,-1-1 1,1 1 0,0-1 0,0 0 0,0 0-1,0 0 1,0 0 0,0-1 0,0 1 0,0-1-1,0 0 1,5 0 0,4 1 6,-6 0-13,15 3-14,1-2-1,-1 0 0,36-3 0,-52 1-43,0-1 0,-1 0 0,1 0 1,0 0-1,-1-1 0,1 1 0,-1-1 0,1 0 0,6-5 0,-9 5 0,0 1-1,0-1 1,0 0 0,-1 0-1,1 0 1,-1 1 0,1-2-1,-1 1 1,0 0 0,0 0-1,0 0 1,0 0 0,0-1-1,0 1 1,-1 0 0,1-1-1,-1 1 1,1-1 0,-1 1-1,0-4 1,0 4 39,-1 0-1,1-1 1,0 1 0,-1 0-1,1 0 1,-1-1-1,0 1 1,0 0 0,0 0-1,0 0 1,0 0 0,0 0-1,0 0 1,-1 0 0,1 0-1,-1 1 1,0-1-1,-1-1 1,-2-1 58,0 0 0,0 1 0,-1 0 0,0 0 0,1 0 0,-10-3 0,-3 1 316,-1 0 0,1 1 0,-28-2-1,-37 4 1267,82 2-1638,1 0 1,-1 0 0,1 0 0,-1 0-1,0 1 1,1-1 0,-1 0 0,1 0 0,-1 0-1,0 0 1,1 0 0,-1 1 0,1-1-1,-1 0 1,1 1 0,-1-1 0,1 0-1,-1 1 1,1-1 0,-1 1 0,1-1-1,-1 0 1,1 1 0,0-1 0,-1 1 0,1 0-1,0-1 1,0 1 0,-1-1 0,1 2-1,2 22-36,-1-20-4,1 0 1,0 0-1,-1 0 1,2-1-1,-1 1 1,0 0-1,1-1 1,-1 0-1,1 1 1,5 4-1,6 0-672,1 0-1,0 0 1,0-1 0,1-1-1,0-1 1,0 0-1,25 4 1,39 0-5406,1-7-3745,-27-2 1271</inkml:trace>
</inkml:ink>
</file>

<file path=ppt/ink/ink3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7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49 7059,'0'0'18913,"-22"-9"-16160,-67-24-765,85 32-1903,0 0 1,1-1-1,-2 2 1,1-1-1,0 0 1,0 1-1,-8 0 1,11 0-55,0 0 1,0 0-1,0 1 0,-1-1 1,1 0-1,0 1 1,0-1-1,0 1 0,0-1 1,0 1-1,0-1 1,0 1-1,0 0 1,1-1-1,-1 1 0,0 0 1,0 0-1,-1 1 1,1 1 28,0 1 1,0-1-1,0 1 1,0-1-1,0 1 1,1-1-1,-1 1 1,1-1-1,0 1 1,0 0-1,1 4 1,0 6-14,-1-12-46,0-1-1,1 0 1,-1 1-1,1-1 1,0 0 0,-1 0-1,1 1 1,0-1 0,-1 0-1,1 0 1,0 0-1,0 0 1,0 0 0,0 0-1,0 0 1,0 0 0,0-1-1,1 1 1,-1 0-1,0 0 1,2 0 0,38 15-17,-21-8-46,-15-6 21,0 1-1,-1-1 1,1 1 0,-1 0 0,1 0-1,-1 1 1,0-1 0,0 1-1,0 0 1,-1 0 0,0 0-1,1 0 1,-2 1 0,1-1 0,0 1-1,-1 0 1,0 0 0,3 7-1,-4-5 45,1 1-1,-1 0 0,-1 0 1,1 0-1,-1-1 0,-1 1 0,1 0 1,-1 0-1,-1 0 0,1-1 0,-1 1 1,-4 8-1,-3 6 44,-1 0 0,-1-1 0,-1-1 0,0 0 0,-25 29 0,-88 88 434,90-100-436,-48 46-21,-50 57-27,129-136 4,1 0 0,-1 0 0,1 0 0,0 1 0,0-1 0,1 1 0,-1-1 0,1 1 0,0 0 0,1 0 0,-1 0 0,1 1 0,0-1 0,0 0 0,0 8 0,2-12 0,0-1 0,0 1 0,0 0 0,0 0 0,0-1 0,0 1 0,0 0 0,0-1 0,1 1 0,-1-1 0,0 0 0,0 1 0,1-1 0,-1 0 0,0 0 0,0 0 0,1 0 0,-1 0 0,0 0 0,1 0 0,-1 0 0,0 0 0,3-1 0,2 0 0,7 1 2,1-2 1,-1 0-1,0-1 0,0 0 1,-1 0-1,1-2 0,-1 0 1,24-12-1,96-67-42,-81 48-32,-2 2-1081,-1-2-1,49-48 0,-39 24-3759,-5-6-4465,-26 28 969</inkml:trace>
</inkml:ink>
</file>

<file path=ppt/ink/ink3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8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3570,'0'0'21372,"9"-14"-18613,27-38-401,-36 52-2343,0 0 1,0 0-1,0-1 0,0 1 1,1 0-1,-1 0 1,0 0-1,0 0 0,0 0 1,0 0-1,0 0 0,0 0 1,1 0-1,-1 0 0,0 0 1,0 0-1,0 0 0,0 0 1,0 0-1,1 0 0,-1 0 1,0 0-1,0 0 0,0 0 1,0 0-1,0 0 0,1 0 1,-1 0-1,0 0 1,0 0-1,0 0 0,0 1 1,0-1-1,0 0 0,1 0 1,-1 0-1,0 0 0,0 0 1,0 0-1,0 0 0,0 0 1,0 1-1,0-1 0,0 0 1,0 0-1,0 0 0,0 0 1,0 0-1,1 1 0,-1-1 1,0 0-1,0 0 0,0 0 1,0 0-1,0 0 1,0 1-1,0-1 0,-1 0 1,1 0-1,0 0 0,0 0 1,0 0-1,0 1 0,0-1 1,3 21 836,-2 25 4,-1-45-854,-1 5-2,1-1 0,0 1 0,1-1 0,-1 1 0,1-1 0,0 1 0,0-1 0,1 0 0,1 6 0,-1-9 0,-1-1 0,1 1 0,-1 0 0,1-1 0,0 1 0,0-1 0,0 0 0,0 0 0,0 1 0,0-1 0,0-1 0,0 1 0,0 0 0,0 0 0,0-1 0,0 1 0,1-1 0,-1 0 0,0 0 0,1 1 0,-1-1 0,0-1 0,0 1 0,4-1 0,-2 1 0,1-1 0,-1 0 0,1 0 0,-1-1 0,0 1 0,0-1 0,0 0 0,0 0 0,0 0 0,7-6 0,40-35 0,-20 14 0,-16 17 0,-1 1 0,1-1 0,-2-1 0,19-20 0,-27 66 0,-5 62-104,0-94-169,0-1 0,1 1 0,-1 0 0,0-1 0,0 1 0,1-1 0,-1 1-1,0 0 1,1-1 0,-1 1 0,1-1 0,-1 1 0,1-1 0,-1 1 0,1-1 0,-1 0 0,1 1 0,-1-1 0,1 1 0,-1-1 0,1 0 0,0 0-1,-1 1 1,1-1 0,0 0 0,-1 0 0,1 0 0,0 0 0,-1 0 0,1 0 0,0 0 0,24-4-13810,-12-11 5362</inkml:trace>
</inkml:ink>
</file>

<file path=ppt/ink/ink3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9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0 137 656,'0'0'20063,"17"0"-17814,121-3 1318,-133 3-3499,0-1 0,0 0-1,0 0 1,0 0 0,0 0 0,-1-1 0,1 0 0,0 0 0,-1 0 0,0-1 0,1 1-1,-1-1 1,5-5 0,-7 6-50,0 0-1,0-1 1,0 1-1,0-1 1,-1 1-1,1-1 1,-1 0-1,0 1 1,1-1-1,-1 0 1,-1 0-1,1 0 1,0 0-1,-1 0 1,1 0-1,-1 0 1,0 0-1,0 0 0,0 0 1,-1 0-1,1 0 1,-2-5-1,1 6 0,0 0 0,0 0 0,0 1 0,0-1 0,-1 0 0,1 1 0,-1-1-1,1 1 1,-1-1 0,1 1 0,-1 0 0,0-1 0,0 1 0,0 0 0,0 0 0,1 1-1,-1-1 1,0 0 0,0 0 0,-1 1 0,1 0 0,-4-1 0,-51-5 718,56 6-690,-9-1 174,0 1 0,1 0 0,-1 0-1,1 1 1,-1 0 0,1 1 0,0 0 0,-10 3 0,16-3-176,0 0 1,0 0-1,0 0 0,1 0 1,-1 0-1,1 0 1,-1 1-1,1-1 1,0 1-1,0 0 1,0 0-1,0-1 0,1 1 1,-1 0-1,1 1 1,0-1-1,0 0 1,0 0-1,0 0 1,0 1-1,1-1 1,-1 0-1,1 1 0,0-1 1,0 0-1,1 5 1,-1-3-59,-1 0 0,1 0 1,0 0-1,1 0 0,-1 0 0,1-1 1,0 1-1,0 0 0,0 0 1,1-1-1,0 1 0,0-1 0,0 1 1,0-1-1,1 0 0,-1 0 1,1 0-1,0 0 0,1 0 0,-1-1 1,0 1-1,1-1 0,0 0 0,0 0 1,0 0-1,0-1 0,0 1 1,6 1-1,0 0-546,-1 0 0,1-1 0,1 0 0,-1 0 0,0-1 0,1-1 0,-1 0 0,1 0 1,-1-1-1,1 0 0,-1-1 0,1 0 0,-1 0 0,1-1 0,-1-1 0,0 0 0,0 0 0,0-1 0,11-6 0,87-67-3765,-74 51 6032,31-33-1,-65 72 483,0-1 1,0 1-1,1 0 0,1-1 0,5 23 0,-4-32-2188,-1 0 0,1 0 0,-1-1 0,1 1 0,0-1 0,0 1 0,0-1 0,0 0 0,0-1 0,1 1 0,-1 0 0,1-1 0,-1 0 0,1 0 0,-1 0 0,1 0 0,-1 0 0,1-1 0,0 0 0,0 1 0,-1-1 0,1-1 0,0 1 0,-1-1 0,1 1 0,0-1 0,-1 0 0,1 0 0,5-3 0,5-1 0,0-1 0,-1-1 0,1-1 0,-1 1 0,21-18 0,-31 22 0,0 0 0,0 0 0,-1 0 0,1 0 0,-1 0 0,0-1 0,4-6 0,4-7 0,-10 17 0,0 0 0,1 0 0,-1 0 0,0-1 0,1 1 0,-1 0 0,0 0 0,0 0 0,1 0 0,-1 0 0,0 0 0,1-1 0,-1 1 0,0 0 0,1 0 0,-1 0 0,0 0 0,1 0 0,-1 0 0,0 0 0,1 1 0,-1-1 0,0 0 0,1 0 0,-1 0 0,0 0 0,1 0 0,-1 0 0,0 0 0,0 1 0,1-1 0,-1 0 0,0 0 0,1 1 0,-1-1 0,0 0 0,0 0 0,0 1 0,1-1 0,-1 0 0,0 0 0,0 1 0,0-1 0,1 1 0,10 17 0,-8-13 0,0-1-47,1 2-820,0-1-1,0 1 1,1-1 0,0 0 0,0-1 0,7 6-1,-11-9 486,1 0-1,0 0 1,0 0-1,0 0 0,-1-1 1,1 1-1,0-1 1,0 1-1,0-1 0,0 0 1,0 0-1,0 0 1,0 0-1,0 0 0,0 0 1,0 0-1,0-1 0,0 1 1,0-1-1,0 1 1,0-1-1,-1 0 0,1 1 1,0-1-1,0 0 1,-1-1-1,1 1 0,1-1 1,16-16-12979</inkml:trace>
</inkml:ink>
</file>

<file path=ppt/ink/ink3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9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13270,'0'0'13956,"17"11"-13017,56 33-331,-66-40-570,1-2 0,-1 1 0,0-1 1,1 0-1,0 0 0,-1-1 0,1 0 0,0-1 0,0 0 0,-1 0 0,1 0 0,11-3 0,-2 1 30,-14 2-72,1 0 0,0-1 0,-1 1 0,1-1 0,-1 0 0,1 0 0,-1 0 0,1-1 0,-1 1 0,0-1 0,0 0 0,0 0 0,0 0 0,0 0 0,0-1 0,0 1 0,-1-1 0,1 0 0,-1 1 0,0-1 0,3-5 0,-2 1 29,0 0 1,0 0-1,-1 0 0,0 0 1,0 0-1,-1 0 0,0-1 1,0 1-1,-1-12 1,-1 17 27,1-1 1,-1 1 0,1 0 0,-1 0 0,0 0 0,0 0 0,0 0 0,0 0 0,-1 0 0,1 0-1,0 0 1,-1 1 0,1-1 0,-1 1 0,0-1 0,0 1 0,1-1 0,-1 1 0,0 0 0,0 0-1,0 0 1,0 0 0,0 0 0,0 0 0,-1 1 0,1-1 0,0 1 0,0-1 0,-1 1 0,1 0-1,-3 0 1,-9-2 331,1 1 1,-1 1-1,-25 2 0,32-1-385,1 1 0,1 0 0,-1 0 0,0 0 0,0 1 0,1 0 0,-1 0 0,1 0 0,0 1 0,0-1 0,1 1 0,-1 1 0,1-1 0,-1 1 0,1-1 0,1 1 0,-1 0 0,1 1 0,-6 10 0,6-10 0,-1 1 0,1 0 0,0 1 0,1-1 0,0 0 0,0 1 0,1-1 0,-1 1 0,2 0 0,-1-1 0,1 1 0,0 0 0,1 0 0,0-1 0,3 15 0,-2-18 5,0 0 0,1 0 0,-1-1 0,1 1-1,0-1 1,0 1 0,0-1 0,1 0 0,-1 0 0,1 0 0,0 0 0,-1-1 0,1 0-1,0 1 1,1-1 0,-1-1 0,0 1 0,1-1 0,-1 0 0,8 2 0,9 1-176,1-1-1,41 2 1,70-6-5124,-110-1 2271,1-1 0,-1-1-1,36-10 1,30-20-11492</inkml:trace>
</inkml:ink>
</file>

<file path=ppt/ink/ink3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9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528 0 11685,'0'0'9413,"-162"109"-7140,67-35 2881,7 7-1184,13 5-3698,14-2-272,28-3 0,19-7 0,14-6 0,0-11 0,34-10 0,13-11 0,7-11 0,21 0-3426,6-12-2000,14-8-737,13-5-6259</inkml:trace>
</inkml:ink>
</file>

<file path=ppt/ink/ink3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0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9188,'0'0'18393,"-5"28"-16120,1-7-1865,1-10-253,1 0-1,0 1 0,1-1 1,0 1-1,0-1 0,1 1 1,1-1-1,0 1 0,0-1 1,1 1-1,1-1 0,0 0 1,1 0-1,8 19 1,78 120 67,-63-109-228,-1 1-1,-2 1 0,-2 1 1,22 66-1,-42-104 7,0 0 0,0 1 0,-1-1 0,0 1 0,-1-1 0,1 1 0,-2 10 0,1-14 0,-1-1 0,1 1 0,-1-1 0,1 0 0,-1 0 0,0 1 0,0-1 0,0 0 0,-1 0 0,1 0 0,0 0 0,-1 0 0,1 0 0,-1-1 0,0 1 0,0 0 0,1-1 0,-1 1 0,0-1 0,0 0 0,0 0 0,-5 2 0,-8 3-716,-1 0-1,-32 6 1,18-7-1846,1-2 1,-39 0-1,33-3-6012</inkml:trace>
</inkml:ink>
</file>

<file path=ppt/ink/ink3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1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30 9044,'0'0'16963,"-3"-4"-14426,-1 1-2378,-1 0 1,0 0 0,1 1-1,-1-1 1,0 1 0,0 0-1,0 0 1,0 1 0,-1-1-1,1 1 1,0 1-1,-1-1 1,1 1 0,0-1-1,-1 2 1,-9 0 0,-5 0 217,1 1 0,-1 1 1,-29 9-1,39-10-377,0 2 0,0 0 0,0 0 0,1 0 0,0 1 0,-11 8 0,18-12 0,1 0 0,-1 1 0,0-1 0,1 1 0,-1 0 0,1-1 0,-1 1 0,1 0 0,0 0 0,0 0 0,0-1 0,0 1 0,0 1 0,0-1 0,1 0 0,-1 0 0,1 0 0,-1 0 0,1 0 0,0 0 0,0 1 0,0-1 0,0 0 0,0 0 0,0 0 0,1 1 0,-1-1 0,1 0 0,0 0 0,-1 0 0,1 0 0,0 0 0,0 0 0,0 0 0,0 0 0,1 0 0,1 1 0,5 7 0,1 0 0,0-1 0,0 0 0,1-1 0,15 11 0,16 13 0,-20-14 0,-1 1 0,-1 1 0,0 0 0,19 31 0,-32-43 0,-1 0 0,-1 0 0,0 1 0,0-1 0,0 1 0,-1 0 0,-1 0 0,1 0 0,-2 0 0,1 0 0,-1 1 0,0-1 0,-1 0 0,0 1 0,-1-1 0,-2 15 0,1-18 0,0 0 0,-1 0 0,0-1 0,0 1 0,0 0 0,0-1 0,-1 0 0,0 0 0,0 0 0,0 0 0,-1-1 0,0 0 0,1 0 0,-2 0 0,-8 5 0,-10 5 0,-1-1 0,-33 12 0,35-15 0,-213 84 0,315-91 0,-6-4-1498,83 3-4050,-154-2 5466,-1 1 0,0-1-1,1 0 1,-1 0 0,0 1-1,0-1 1,1 1 0,-1-1-1,0 1 1,0 0 0,0-1 0,0 1-1,0 0 1,0 0 0,0-1-1,0 1 1,0 0 0,0 0 0,0 0-1,-1 0 1,1 1 0,0-1-1,0 1 1,0 2 30,0-1 0,0 0-1,0 1 1,0-1 0,-1 1 0,1-1 0,-1 1-1,0 6 1,-1-2 152,0 1 0,-1 0 0,0-1 0,0 0-1,0 1 1,-1-1 0,-4 8 0,-51 77 2585,37-62-1226,2 1-1,1 0 0,-23 57 1,39-85-1450,0 0 0,1 0 0,0 0 0,0 1 0,0-1 0,0 0 0,1 1 0,0-1 0,-1 1 0,2-1 0,-1 0 0,0 1 0,1-1 0,0 0 0,0 1 0,0-1 0,1 0 0,-1 0 0,1 0 0,0 0 0,0 0 0,0 0 0,4 4 0,-1-3-12,0-1 1,0 0-1,1 0 0,-1-1 0,1 1 0,0-1 0,0-1 0,0 1 0,0-1 0,0 0 1,0 0-1,1 0 0,-1-1 0,14 1 0,19 1 3,47-1 0,-74-3 0,-1 1 0,1-2 0,0 0 0,-1 0 0,1-1 0,-1 0 0,0-1 0,14-7 0,-19 5-1125,-17 3-1860,-25 2-6227,30 1 6215,-27 0-10554</inkml:trace>
</inkml:ink>
</file>

<file path=ppt/ink/ink3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8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23 912,'0'0'8039,"1"-5"-7928,4-13 13998,-4 18-13768,-1 4-157,1 65 1708,1-28-1505,-2 0 1,-9 71 0,4-97-3693,2-35-4126,2 12 6191,-5-29-7804</inkml:trace>
</inkml:ink>
</file>

<file path=ppt/ink/ink3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8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11381,'0'0'7748,"54"118"-11990,-40-87-3314,-1 6 529</inkml:trace>
</inkml:ink>
</file>

<file path=ppt/ink/ink3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8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12870,'0'0'12771,"4"10"-12560,16 33-134,-18-42-79,-1 0-1,0 0 1,0 0-1,1 0 1,-1 0 0,1 0-1,-1 0 1,1 0-1,-1 0 1,1-1-1,-1 1 1,1-1 0,0 1-1,-1-1 1,1 0-1,0 1 1,-1-1-1,1 0 1,0 0-1,-1 0 1,3-1 0,30-5-863,-29 4 692,-1 0-1,1 0 1,-1 0-1,0-1 1,0 0-1,0 0 1,4-4-1,-3 3 108,0 0 0,-1 0 0,1 1 0,0 0 1,1 0-1,-1 0 0,9-3 0,-13 5 648,1 48 3182,25-41-6270,6-6-3897,-21-1 2335,3 1-3626</inkml:trace>
</inkml:ink>
</file>

<file path=ppt/ink/ink3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8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7812,'0'0'19208,"-74"145"-18071,74-98-305,0-2-432,0-4-271,0-5-129,0-4-97,0-7-1343,7-3-913,-1-8-2097</inkml:trace>
</inkml:ink>
</file>

<file path=ppt/ink/ink3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17432,'0'0'7299,"129"-38"-6466,-55 33-705,-6 1-128,0 4-1185,-8-3-2993,1-3-5122</inkml:trace>
</inkml:ink>
</file>

<file path=ppt/ink/ink3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9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90 784,'0'0'29195,"15"15"-27669,-10-8-1344,29 29 358,54 77 0,-60-73-540,-28-40 0,1 1 0,-1-1 0,0 0 0,0 0 0,0 1 0,0-1 0,1 0 0,-1 0 0,0 1 0,0-1 0,1 0 0,-1 0 0,0 0 0,0 1 0,1-1 0,-1 0 0,0 0 0,1 0 0,-1 0 0,0 0 0,0 0 0,1 0 0,-1 0 0,0 0 0,1 0 0,-1 0 0,0 0 0,1 0 0,-1 0 0,0 0 0,1 0 0,-1 0 0,0 0 0,1 0 0,-1 0 0,0 0 0,0 0 0,1-1 0,-1 1 0,0 0 0,0 0 0,1 0 0,-1 0 0,0-1 0,0 1 0,1 0 0,-1 0 0,0-1 0,0 1 0,0 0 0,1-1 0,4-11 0,-5 12 0,25-58 0,2 1 0,53-83 0,-63 111 0,-17 29-19,0 0 0,0 0-1,0 0 1,0 0 0,0-1 0,0 1-1,0 0 1,0 0 0,0 0 0,0 0 0,0 0-1,0-1 1,0 1 0,0 0 0,0 0-1,0 0 1,0 0 0,0 0 0,0-1 0,0 1-1,1 0 1,-1 0 0,0 0 0,0 0-1,0 0 1,0 0 0,0-1 0,0 1 0,0 0-1,0 0 1,1 0 0,-1 0 0,0 0-1,0 0 1,0 0 0,0 0 0,0 0-1,0 0 1,1-1 0,-1 1 0,0 0 0,0 0-1,0 0 1,0 0 0,0 0 0,1 0-1,-1 0 1,0 0 0,0 0 0,0 0 0,0 0-1,1 0 1,-1 1 0,0-1 0,0 0-1,0 0 1,0 0 0,0 0 0,0 0 0,1 0-1,-1 0 1,0 0 0,0 0 0,0 0-1,0 0 1,0 1 0,1 13-3166,-1-12 2604,-1 0 0,1 0 0,0 0 0,0 0 0,0 0 0,1 0 0,-1 0 0,0 0 0,1 0 0,-1 0 0,3 3 0,17 0-8301,17-4-2470</inkml:trace>
</inkml:ink>
</file>

<file path=ppt/ink/ink3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0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292 494 12886,'0'0'3826,"-25"5"373,10-2-3393,-5 1 255,-1 1 0,0 0 0,1 1 0,0 2 1,0 0-1,1 1 0,0 0 0,-22 17 1,36-22-987,0 1 0,1-1 0,0 1 0,0 0-1,1 0 1,-1 0 0,1 1 0,0-1 0,0 1 0,1 0 0,-1 0 0,2 0 0,-1 0 0,0 0 0,1 0 0,0 0 0,1 0 0,-1 1 0,2 11 0,-1-17-77,0 0 1,0 1-1,0-1 0,1 0 1,-1 0-1,0 0 0,1 0 1,-1 1-1,1-1 0,-1 0 1,1 0-1,-1 0 0,1 0 0,0 0 1,0 0-1,-1-1 0,1 1 1,0 0-1,0 0 0,0 0 1,0-1-1,0 1 0,0-1 1,0 1-1,2 0 0,2 1-15,-1-1-1,1 1 1,-1-1-1,1 0 1,-1-1 0,1 1-1,5-1 1,-1 0-61,-1 0 1,1-1-1,-1 0 1,1 0-1,-1-1 1,0 0-1,14-6 1,-19 7-34,0 0 0,0-1 0,0 1 0,0-1 0,-1 0 0,1 0 0,0 0 0,-1 0 0,1 0 0,-1-1 0,0 1 0,0-1 0,0 1 0,0-1 0,0 0 0,-1 0 0,1 1 0,-1-1 0,0-1 0,0 1 0,0 0 0,1-3 0,-38 3 1154,31 3-680,4 0-310,-1 1 0,1-1 0,-1 0 0,1 1-1,0 0 1,-1-1 0,1 1 0,0 0 0,0-1 0,-1 1 0,1 0 0,0 0 0,0 0 0,0 0 0,0 0 0,0 0 0,0 1 0,1-1 0,-1 0-1,0 0 1,0 1 0,1-1 0,-1 0 0,1 1 0,-1-1 0,1 3 0,-1-3-55,1 0 0,-1 0 0,1 0 0,0 0 0,0 0 0,0 0 0,0 0 0,-1 0 0,1 0 0,0 0 0,1 0 0,-1 0 0,0 0 0,0 0 0,0 0 0,1 0 0,-1 0 0,0 0 0,1 0 0,-1 0 0,1 0 0,-1 0 0,1 0 0,-1-1 0,1 1 0,0 0 0,0 0 0,-1-1 0,1 1 0,0 0 0,0-1-1,0 1 1,-1-1 0,1 1 0,0-1 0,0 1 0,2 0 0,9 0-550,1 0-1,0-1 0,-1 0 0,1 0 0,0-2 1,-1 0-1,1 0 0,-1-1 0,0 0 0,0-1 1,0-1-1,0 0 0,-1 0 0,1-1 0,-1-1 1,18-14-1,-5 2-800,-1 0-1,-1-1 1,-1-2 0,-1 0 0,-1-1 0,19-30-1,-4-3 1106,-2-1 1,33-87-1,-2-34 3256,-61 172-1919,0 1-1,0-1 0,-1 0 0,0 0 0,-1-12 4671,-8 27-3752,-15 32-1550,-98 191 1940,110-205-2254,1 0 0,1 1 0,2 0-1,0 1 1,2 0 0,1 0-1,0 32 1,4-51-138,0 0 0,0 0 0,1 0 0,0 0 0,1 0 0,0 0 0,1-1 0,4 14 0,-5-19-50,1-1 0,-1 0 0,1 0 1,-1 0-1,1 0 0,0 0 0,0 0 0,0-1 1,0 1-1,1-1 0,-1 0 0,0 0 0,1 0 1,0 0-1,-1-1 0,1 1 0,0-1 0,0 0 1,0 0-1,0-1 0,0 1 0,0-1 0,0 0 1,5 0-1,4 0-1834,0 0 1,-1 0-1,1-1 0,0-1 1,23-6-1,24-19-10569</inkml:trace>
</inkml:ink>
</file>

<file path=ppt/ink/ink3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0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17784,'0'0'9012,"122"0"-7603,-68-2-881,1-8-448,-8 4-64,-6 1-32,-7 3-768,-14 2-1345,-13 0-1601</inkml:trace>
</inkml:ink>
</file>

<file path=ppt/ink/ink3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0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11205,'0'0'14119,"156"23"-14119,-95-28-160,7-15-3794,-14-2-6419</inkml:trace>
</inkml:ink>
</file>

<file path=ppt/ink/ink3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2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556 104 8900,'0'0'14786,"-22"-16"-13445,-68-48-367,86 61-854,-1 0-1,1 1 1,-1-1 0,0 1-1,1 0 1,-1 0-1,0 0 1,0 1 0,-1 0-1,1 0 1,0 0-1,0 1 1,0-1 0,-1 1-1,1 1 1,0-1-1,-8 2 1,-6 0 142,13-1-225,1 0 0,0 0 0,0 1 1,0-1-1,0 1 0,0 0 0,0 1 0,0-1 1,1 1-1,-1 0 0,1 0 0,0 0 0,0 1 1,0 0-1,-4 4 0,-9 11 74,-26 39-1,37-50-78,-11 19 25,1 1-1,2 0 0,0 1 1,2 0-1,1 1 1,2 0-1,0 1 1,-7 60-1,7 9-771,6 149 1,4-134-1508,-1-115 1997,0 1 0,0 0 0,0-1 0,-1 1 0,1 0 0,0-1 0,-1 1 0,1-1 0,0 1 0,-1 0-1,1-1 1,-1 1 0,1-1 0,-1 1 0,1-1 0,-1 0 0,1 1 0,-1-1 0,0 0 0,1 1 0,-1-1 0,0 0 0,1 0 0,-1 1-1,0-1 1,1 0 0,-1 0 0,0 0 0,1 0 0,-1 0 0,0 0 0,1 0 0,-1 0 0,0 0 0,1 0 0,-1 0 0,0 0 0,1-1-1,-2 1 1,-4-1-1531,-20 1-7283</inkml:trace>
</inkml:ink>
</file>

<file path=ppt/ink/ink3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2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1 249 6931,'0'0'4504,"21"-8"-804,1 0-2482,-8 2-352,1 0 0,0 2 0,0-1-1,0 2 1,1 0 0,-1 1 0,21 0 0,-10 1-44,0 1-1,0 1 1,0 1 0,0 2 0,-1 0-1,1 2 1,-1 1 0,37 15-1,-53-19-719,0 1 0,0 0-1,-1 1 1,0 0-1,0 0 1,0 1 0,-1 0-1,1 0 1,-1 0 0,6 9-1,-10 0 420,-4-25-68,2-9-453,0 0 0,2 0 0,0 0 0,1 0 0,1 1 0,0-1 0,12-25 0,-12 33 0,1 0 0,0 0 0,0 0 0,1 0 0,0 1 0,1 1 0,0-1 0,1 1 0,0 0 0,0 1 0,1 0 0,16-10 0,-24 18-121,0-1-1,-1 0 1,1 0-1,0 1 1,0-1-1,0 1 1,0 0-1,0-1 1,0 1-1,0 0 1,0 0 0,0 0-1,0 1 1,0-1-1,0 0 1,0 1-1,0-1 1,4 2-1,32 21-5171,-16-9 1182,7 0-5195</inkml:trace>
</inkml:ink>
</file>

<file path=ppt/ink/ink3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3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83 17496,'0'0'12110,"-21"15"-9688,-61 47-1755,80-61-664,0 0-1,0 1 1,0-1 0,0 0 0,0 1-1,1 0 1,-1-1 0,1 1 0,-1 0-1,1 0 1,0-1 0,-1 1 0,1 0-1,0 1 1,0-1 0,0 0-1,1 0 1,-1 0 0,0 0 0,1 1-1,0-1 1,-1 0 0,1 1 0,0-1-1,0 0 1,0 1 0,0-1 0,1 3-1,1 8-9,-2-11 7,0-1 0,0 1 0,0 0 0,1-1 0,-1 1 0,0-1 0,1 1 0,0-1 0,-1 1 0,1-1 0,0 1 0,-1-1 0,1 0 0,0 1 0,0-1 0,0 0 0,0 0 0,0 0 0,1 0 0,-1 0 0,0 0 0,0 0 0,1 0 0,-1 0 0,1-1 0,-1 1 0,0 0 0,1-1 0,0 1 0,-1-1 0,1 0 0,1 1 0,7 0 0,1 1 0,-1-2 0,0 0 0,11-1 0,-1 1 0,-16 0-1,1 0-1,-1 0 1,0 0 0,0 0 0,1-1-1,-1 0 1,0 0 0,0 0-1,0 0 1,0 0 0,0-1-1,0 0 1,0 0 0,-1 0 0,1 0-1,0-1 1,-1 1 0,0-1-1,0 0 1,0 0 0,0 0 0,0 0-1,0-1 1,-1 1 0,0-1-1,1 0 1,-1 1 0,-1-1-1,1 0 1,-1 0 0,1 0 0,-1 0-1,0-1 1,0-7 0,0 5-52,-1 0 0,0-1 0,-1 1 1,1 0-1,-2 0 0,1 0 1,-1 0-1,0 0 0,0 0 0,-1 1 1,0-1-1,0 1 0,0-1 0,-1 1 1,0 0-1,-7-8 0,10 13 56,0 0-1,0 0 0,0 0 1,0 0-1,0-1 0,0 1 1,0 0-1,1 0 0,-1-1 1,1 1-1,-1 0 0,1-1 1,-1 1-1,1-1 0,0 1 1,-1 0-1,1-3 0,0 3-5,1 0-1,-1 1 0,0-1 1,1 0-1,-1 1 0,1-1 1,-1 0-1,1 1 0,-1-1 1,1 1-1,-1-1 0,1 1 1,0-1-1,-1 1 0,1-1 1,0 1-1,-1 0 0,1-1 1,0 1-1,0 0 0,-1 0 0,1-1 1,1 1-1,9-1-41,-1 0-1,0 0 1,1 1 0,11 2-1,0-1 60,-9-1-14,-1 0-1,1 1 0,0 1 1,-1 0-1,1 0 0,-1 1 1,15 6-1,-23-7 28,0-1 0,0 1 0,-1 0 0,0 0-1,1 1 1,-1-1 0,0 1 0,0 0 0,0-1 0,0 1 0,-1 1 0,1-1-1,-1 0 1,0 1 0,0-1 0,0 1 0,0-1 0,0 1 0,-1 0 0,0 0 0,0 0-1,0 0 1,0 0 0,-1 0 0,1 0 0,-1 6 0,0 0 70,1-7-79,-1 0 0,0 0 1,0 0-1,0 1 0,0-1 0,0 0 1,0 0-1,-1 0 0,0 0 0,0 0 1,1 0-1,-2 0 0,1 0 0,0-1 1,0 1-1,-1 0 0,0 0 0,0-1 1,1 1-1,-4 2 0,63-51-18,3 3 0,1 3 0,73-35 0,-135 76 0,1-1 0,-1 0 0,1 0 0,-1 0 0,1 1 0,-1-1 0,0 0 0,1 1 0,-1-1 0,1 0 0,-1 1 0,0-1 0,1 0 0,-1 1 0,0-1 0,1 1 0,-1-1 0,0 0 0,0 1 0,0-1 0,1 1 0,-1-1 0,0 1 0,0-1 0,0 1 0,0-1 0,0 1 0,0-1 0,0 1 0,0-1 0,0 1 0,0-1 0,0 1 0,0-1 0,0 1 0,0 0 0,0 22 0,0-22 0,0 76 0,0-76-37,0 1 1,1-1-1,-1 0 1,1 1-1,-1-1 0,1 0 1,0 0-1,0 0 1,-1 1-1,1-1 1,0 0-1,0 0 0,0 0 1,0 0-1,0 0 1,0 0-1,1-1 0,-1 1 1,0 0-1,0 0 1,1-1-1,-1 1 1,0-1-1,1 1 0,-1-1 1,0 0-1,1 1 1,-1-1-1,1 0 0,0 0 1,51 3-4377,-49-3 3714,29 0-8326</inkml:trace>
</inkml:ink>
</file>

<file path=ppt/ink/ink3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7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208 357 80,'0'0'2172,"-14"-11"-4424,16 6 5838,3 1-2481,1 3-1477,103-110 3446,-101 101-2183,-1-1 1,0 0 0,-1-1-1,0 0 1,-1 0-1,0 0 1,-1 0 0,0-1-1,-1 1 1,-1-1-1,0 0 1,0 0 0,-2 0-1,0-17 1,0 29-788,0 0 1,0 0 0,0 0-1,0 0 1,0 0 0,0 0-1,0 0 1,0 0-1,-1 1 1,1-1 0,0 0-1,-1 0 1,1 0 0,-1 0-1,1 0 1,-1 1-1,1-1 1,-1 0 0,0 0-1,1 1 1,-1-1 0,0 0-1,0 1 1,1-1-1,-1 1 1,0-1 0,0 1-1,-1-1 1,0 0 51,-1 1 1,1-1-1,0 1 1,-1 0-1,0 0 1,1 0-1,-1 0 1,1 0-1,-1 1 1,-4 0-1,0 1-37,0 0 0,0 1 0,0 0 0,1 0 0,-1 0 0,1 1 0,-10 7-1,-9 14-66,2 0 0,0 2 0,2 1-1,1 0 1,1 2 0,2 0-1,1 1 1,1 0 0,2 2 0,1-1-1,2 2 1,-9 47 0,5-3-129,4 1 1,3 0 0,4 0 0,9 109-1,-4-161-525,2-1 1,0 0-1,13 40 0,-10-47-1096,0 0 1,16 29 0,-14-37-2230</inkml:trace>
</inkml:ink>
</file>

<file path=ppt/ink/ink3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7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1 240 12854,'0'0'4874,"28"-5"-1395,-3 0-2763,16-2 348,0 1 0,69-1 0,-80 7-585,12 0 13,0 1-1,56 9 1,-86-8-470,-1 0-1,1 1 1,0 0 0,-1 1 0,0 1 0,0 0 0,0 0 0,-1 1 0,0 0 0,0 1-1,0 0 1,-1 1 0,9 9 0,-15-13 1,0 1 0,0 0 0,-1-1 0,0 1 0,1 0-1,-2 0 1,1 1 0,-1-1 0,0 0 0,0 0 0,0 1 0,-1-1 0,1 1-1,-1-1 1,-1 0 0,0 7 0,1 7 399,-1-19-338,0 1-1,0 0 1,0-1-1,0 1 0,-1-1 1,1 1-1,0-1 1,0 1-1,0-1 0,0 0 1,-1 1-1,1-1 1,0 0-1,0 0 1,0 0-1,-1 0 0,1 0 1,0 0-1,0-1 1,0 1-1,-1 0 1,1-1-1,0 1 0,0 0 1,-2-2-1,0-5 12,1 0 1,0-1-1,1 1 0,-1 0 0,1-1 0,1 1 0,0-1 0,0 1 1,1-14-1,0 0 135,0 1-130,0 1-1,2-1 1,0 1-1,1-1 1,1 1 0,15-35-1,-16 44-293,0 0 1,1 0-1,0 1 0,0 0 0,1 0 1,1 0-1,-1 1 0,2 0 0,-1 0 1,1 1-1,0 0 0,0 0 1,1 1-1,12-7 0,-4 8-2259,-16 5 1602,1 0 0,0 0 0,-1 0 0,1 0 0,0 0 1,-1 1-1,1-1 0,-1 1 0,1-1 0,-1 1 0,1-1 1,-1 1-1,1 0 0,-1 0 0,1 0 0,-1 0 0,0 0 1,0 0-1,2 2 0,11 10-5982</inkml:trace>
</inkml:ink>
</file>

<file path=ppt/ink/ink3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64 3922,'0'0'20929,"-2"19"-19050,-2 10-1210,0-5 354,2-1 0,1 37-1,1-59-996,0 0-1,1 0 0,-1-1 1,0 1-1,1 0 0,-1 0 0,1 0 1,0 0-1,-1-1 0,1 1 1,0 0-1,-1 0 0,1-1 1,0 1-1,0-1 0,0 1 1,-1-1-1,1 1 0,0-1 0,0 1 1,0-1-1,0 0 0,0 1 1,0-1-1,0 0 0,0 0 1,0 0-1,0 0 0,0 0 1,2 0-1,37 1 34,-32-2-14,2 1-30,1-1 0,-1-1 1,1 1-1,-1-2 0,0 1 0,0-2 1,0 1-1,15-9 0,-19 9-18,0 0-1,-1 0 1,1-1-1,0 0 1,-1 0-1,0-1 1,0 1-1,0-1 0,-1 0 1,0-1-1,0 1 1,0-1-1,6-11 1,-10 16 0,1-1-1,-1 1 1,0-1 0,1 1 0,-1-1 0,0 1 0,0-1-1,0 1 1,0-1 0,0 0 0,-1 1 0,1-1 0,0 1-1,-1-1 1,1 1 0,-1-1 0,1 1 0,-1 0 0,0-1-1,0 1 1,1 0 0,-1-1 0,0 1 0,0 0 0,0 0-1,0 0 1,-1 0 0,1 0 0,0 0 0,0 0 0,-1 0-1,1 0 1,0 0 0,-4 0 0,-5-4 15,0 1 0,0 0 0,-20-4 0,20 6 3,-69-19 67,69 15-71,14 1-136,16-1-30,10 4 139,1 2 0,0 1 0,-1 2 0,1 1 0,-1 1 0,0 2 0,0 1 0,-1 1 0,46 21 0,-72-29 11,0 0 0,-1 1 0,1 0 0,-1-1 0,1 1 0,-1 0 0,0 0 0,0 0 0,0 0 1,0 1-1,0-1 0,0 1 0,-1-1 0,3 5 0,-3-5 9,-1-1 0,1 1 1,-1-1-1,0 1 0,0 0 1,0-1-1,1 1 0,-2 0 0,1-1 1,0 1-1,0 0 0,0-1 1,-1 1-1,1 0 0,-1-1 0,1 1 1,-1-1-1,0 1 0,0-1 1,1 1-1,-1-1 0,0 0 0,0 1 1,0-1-1,-3 2 0,31-30-631,56-53-165,-73 71 807,1 1 1,0 0-1,0 0 0,1 2 0,0-1 0,19-6 1,-30 13 312,-1 40 1870,-2-12-1846,1-21-471,1 1 1,-1-1-1,1 1 1,0-1-1,1 1 1,3 14 0,-3-21-110,-1 0 1,1 0 0,0 0 0,0-1 0,0 1 0,0 0 0,0-1 0,0 1 0,0 0 0,0-1 0,0 1 0,0-1 0,0 1 0,0-1 0,0 0-1,0 1 1,1-1 0,-1 0 0,0 0 0,0 0 0,0 0 0,1 0 0,1 0 0,32-6-5966,2-15-2200,-2-13-1505</inkml:trace>
</inkml:ink>
</file>

<file path=ppt/ink/ink3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8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9941,'0'0'11434,"-14"26"-6949,-4 5-3089,7-13-769,1 1 0,1-1 1,0 2-1,1-1 0,1 1 0,-7 32 0,9-15-263,2-1-1,2 72 1,1-58-334,1-46-209,-1 1-1,0-1 1,1 0-1,0 0 1,0 1-1,0-1 1,1 0-1,-1 0 1,1 0 0,0-1-1,0 1 1,1 0-1,-1-1 1,1 1-1,-1-1 1,1 0 0,0 0-1,0 0 1,1 0-1,-1 0 1,1-1-1,-1 0 1,1 1-1,0-1 1,0-1 0,0 1-1,0 0 1,0-1-1,0 0 1,6 1-1,-5-1-237,0 0-1,0 0 0,0-1 1,0 0-1,0 0 0,0 0 1,0 0-1,0-1 0,-1 0 1,1 0-1,0 0 0,0-1 1,-1 1-1,1-1 0,0 0 1,-1 0-1,0-1 0,0 0 1,0 1-1,0-1 0,0-1 1,0 1-1,-1 0 0,1-1 1,-1 0-1,4-6 0,9-29-13156</inkml:trace>
</inkml:ink>
</file>

<file path=ppt/ink/ink3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8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6659,'0'0'17912,"122"3"-17480,-48-3-432,14-7-1232,7-11-2690,-7 0-5890</inkml:trace>
</inkml:ink>
</file>

<file path=ppt/ink/ink3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9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13558,'0'0'16632,"121"0"-15784,-73-9-464,-1 3-240,-6-6-128,-7 5-16,-14 3-880,-6-1-1201,-8 5-992</inkml:trace>
</inkml:ink>
</file>

<file path=ppt/ink/ink3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9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12934,'0'0'11173,"122"0"-9524,-75-11-1137,14-10-512,-7 1-384,0-3-3618,7-8-7123</inkml:trace>
</inkml:ink>
</file>

<file path=ppt/ink/ink3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9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529 305 11333,'0'0'5528,"-4"-25"-1793,-19-81-1280,20 95-2194,-1 1 0,1 0 0,-2-1 1,0 2-1,0-1 0,-1 1 1,0 0-1,0 0 0,-1 0 1,0 1-1,-1 0 0,0 0 1,-16-11-1,18 14-97,-1 1 0,1 0 0,-1 1 0,0 0 0,0 0 0,0 0 0,-1 1 0,1 0 0,-1 1 0,1-1 0,-1 1 0,1 1-1,-1-1 1,0 2 0,1-1 0,-1 1 0,1 0 0,-10 2 0,11-1-88,1 1-1,-1-1 0,1 1 0,-1 0 1,1 0-1,0 1 0,0-1 0,1 1 1,-1 0-1,1 1 0,0-1 0,-7 9 1,-3 7 311,-21 41 1,33-57-349,-15 34 65,1 1 0,2 0 1,1 2-1,2-1 0,2 1 0,-5 62 0,0 254 317,27 29-5346,-20-397-1878,-7-17 155,-5-7-908</inkml:trace>
</inkml:ink>
</file>

<file path=ppt/ink/ink3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0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0 190 5218,'0'0'8041,"22"-5"-3366,23-3-1622,55-3 1,-78 9-2131,1 2 0,0 0 0,0 2 0,-1 0 0,36 9 0,-37-5-287,0 2 0,39 19 0,-52-23-508,0 1 0,-1 0 0,1 0 0,-1 1 0,0 0 0,0 0 0,-1 1 0,0 0 0,10 13 0,-16-20-128,0 0 0,1 0 0,-1 0 0,0 1 0,0-1 0,1 0 0,-1 0 0,0 0 0,0 1 0,0-1 0,0 0 0,1 1 0,-1-1 0,0 0 0,0 0 0,0 1 0,0-1 0,0 0 0,0 1 0,0-1 0,0 0 0,1 1 0,-1-1 0,0 0 0,-1 1 0,1-1 0,0 0 0,0 1 0,0-1 0,0 0 0,0 0 0,0 1 0,0-1 0,0 0 0,0 1 0,-1-1 0,1 0 0,0 0 0,0 1 0,0-1 0,-1 1 0,0-2 0,1 0 0,-1 1 0,1-1 0,-1 0 0,1 0 0,-1 1 0,1-1 0,-1 0 0,1 0 0,0 0 0,0 0 0,-1 1 0,1-1 0,0 0 0,0 0 0,0 0 0,0 0 0,0 0 0,0 0 0,0 1 0,0-3 0,0-16 0,0 0 0,7-36 0,-5 47 0,0 0 0,1-1 0,0 2 0,0-1 0,1 0 0,0 1 0,1-1 0,10-12 0,-4 5-2,-1 2-39,0 1 0,1 0 0,16-14 0,-22 22-8,-1 1-1,1 0 1,-1 0-1,1 1 1,0-1-1,0 1 1,0 0-1,0 1 1,0-1-1,1 1 1,-1 0-1,1 0 0,10 0 1,12 2-3357,37 7-11839,-37-3 8135</inkml:trace>
</inkml:ink>
</file>

<file path=ppt/ink/ink3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0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66 7812,'0'0'21015,"-18"10"-18628,-58 36-1058,71-43-1304,1 0 1,-1 0-1,0 1 0,1-1 1,0 1-1,0 0 1,0 0-1,1 0 0,-1 1 1,-3 6-1,6-7-31,-1 0 1,1 1-1,0-1 0,0 1 0,1-1 1,-1 1-1,1 0 0,1 7 0,-1-2 3,0-8 3,1-1 0,-1 1 0,1 0 0,-1-1 0,1 1 0,0 0 0,0-1 0,0 1 0,0-1 0,0 1 0,0-1 0,0 0 0,0 1 0,1-1 0,-1 0 0,0 0 0,1 0 0,-1 0 0,1 0 0,-1 0 0,1 0 0,0-1 0,-1 1 0,1 0 0,0-1 0,0 1 0,-1-1 0,1 0 0,0 0 0,0 0 0,1 0 0,70 4 0,-58-5 0,-10 1-26,0 0-1,0 0 1,0-1 0,0 0-1,-1 0 1,1 0 0,0-1-1,0 0 1,-1 0 0,1 0-1,-1 0 1,1-1 0,-1 1-1,0-1 1,0 0 0,0-1 0,0 1-1,-1-1 1,0 1 0,1-1-1,-1 0 1,0 0 0,-1-1-1,1 1 1,-1-1 0,0 1-1,0-1 1,0 1 0,-1-1-1,0 0 1,1 0 0,-2 0-1,1 0 1,-1 0 0,1 0-1,-1 0 1,-1 0 0,1 0-1,-1 0 1,0 0 0,0 0-1,0 0 1,-1 0 0,-2-6-1,0 5 28,0 0-1,0 0 0,0 0 0,-1 0 0,-10-9 0,0-1 53,15 16-52,0 0 0,0 0 1,0-1-1,0 1 0,-1 0 1,1 0-1,0 0 0,0 0 1,0-1-1,0 1 0,0 0 1,0 0-1,0 0 0,0 0 0,0-1 1,0 1-1,0 0 0,0 0 1,0 0-1,0 0 0,1-1 1,-1 1-1,0 0 0,0 0 1,0 0-1,0 0 0,0 0 1,0 0-1,0-1 0,0 1 0,0 0 1,1 0-1,-1 0 0,0 0 1,0 0-1,0 0 0,0 0 1,0-1-1,0 1 0,1 0 1,-1 0-1,0 0 0,0 0 0,0 0 1,0 0-1,1 0 0,-1 0 1,0 0-1,0 0 0,0 0 1,0 0-1,1 0 0,17-3 6,22 3-58,-38 0 47,6 0 8,-1 0-1,1 1 0,-1 0 1,1 0-1,-1 1 1,1 0-1,-1 0 0,0 1 1,0 0-1,0 0 1,-1 1-1,1 0 0,8 6 1,-11-6 48,0-1 1,0 1 0,0 0 0,-1 0-1,1 1 1,-1-1 0,0 1-1,0 0 1,0 0 0,-1 0-1,0 0 1,0 0 0,0 0-1,-1 0 1,0 1 0,0-1-1,0 1 1,0 10 0,-1 34 8,16-55-61,4-10 0,0 0 0,-1-2 0,29-30 0,31-29 0,-30 35 0,-49 41 0,0 0 0,1 0 0,-1 0 0,0 0 0,1 1 0,-1-1 0,0 0 0,1 0 0,-1 0 0,0 0 0,1 1 0,-1-1 0,0 0 0,0 0 0,1 1 0,-1-1 0,0 0 0,0 0 0,1 1 0,-1-1 0,0 0 0,0 1 0,0-1 0,0 0 0,0 1 0,1-1 0,-1 0 0,0 1 0,0-1 0,0 0 0,0 1 0,0-1 0,0 0 0,0 1 0,0-1 0,0 1 0,0-1 0,-1 0 0,1 1 0,0-1 0,1 19 0,-1-18 0,0 4-44,-1 1-362,1 0 1,1 0 0,-1 1 0,1-1-1,3 11 1,-4-16 281,1 1 0,-1-1 0,1 0 0,-1 0 0,1 0 0,0 0 0,-1 0 0,1 0 0,0 0 0,0 0 0,0 0 0,-1 0 0,1 0 0,0 0 0,0 0 0,1-1 0,-1 1 0,0 0 0,0-1 0,0 1 0,0-1 0,0 0 0,1 1 0,-1-1 0,0 0 0,0 1 0,1-1 0,-1 0 0,0 0 0,1 0 0,-1 0 0,0-1 0,0 1 0,1 0 1,-1 0-1,0-1 0,0 1 0,0-1 0,2 0 0</inkml:trace>
</inkml:ink>
</file>

<file path=ppt/ink/ink3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1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0 15143,'0'0'13382,"-17"25"-9879,-54 83-2783,63-94-717,1 0 0,1 0 0,0 1 0,1-1 0,0 2-1,1-1 1,-3 24 0,5-5-4,3 65 0,1-33-1,-2-49 2,-1-3 0,1 1 0,0-1 0,2 0 0,-1 0 0,8 25 0,-8-35 0,0-1 0,1 0 0,-1 0 0,1 0 0,0 0 0,0 0 0,0 0 0,0 0 0,1-1 0,-1 1 0,1-1 0,0 1 0,-1-1 0,1 0 0,0 0 0,0-1 0,0 1 0,1 0 0,-1-1 0,0 0 0,0 0 0,1 0 0,-1 0 0,1 0 0,-1-1 0,1 0 0,-1 0 0,8 0 0,-5 0-349,1 0 0,0-1 0,-1 0-1,1 0 1,-1-1 0,1 1 0,-1-1 0,0-1 0,0 1 0,7-5 0,-8 4-567,1-1 0,-1 1 0,0-1 0,0-1 0,-1 1 0,1-1 0,-1 0 0,0 0 0,-1 0 0,7-11 0,11-31-14477</inkml:trace>
</inkml:ink>
</file>

<file path=ppt/ink/ink3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1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8052,'0'0'12693,"136"0"-10548,-69 0-1680,15 0-465,-8-9-1297,-6 0-2064,-14-5-5860</inkml:trace>
</inkml:ink>
</file>

<file path=ppt/ink/ink3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1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15783,'0'0'16984,"7"97"-16984,-1-97 0,1 0-1457</inkml:trace>
</inkml:ink>
</file>

<file path=ppt/ink/ink3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8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4 4098,'0'0'14471,"2"-4"-13322,-2 4-1124,0 0-1,0 1 0,0-1 1,0 0-1,0 0 1,0 0-1,0 0 0,0 1 1,0-1-1,0 0 0,0 0 1,0 0-1,0 0 0,0 1 1,1-1-1,-1 0 0,0 0 1,0 0-1,0 0 1,0 0-1,0 0 0,0 1 1,1-1-1,-1 0 0,0 0 1,0 0-1,0 0 0,0 0 1,0 0-1,1 0 1,-1 0-1,0 0 0,0 0 1,0 0-1,1 0 0,-1 0 1,0 0-1,0 0 0,0 0 1,0 0-1,1 0 1,-1 0-1,0 0 0,0 0 1,0 0-1,0 0 0,1 0 1,-1 0-1,0 0 0,0 0 1,0 0-1,0 0 0,0-1 1,1 1-1,-1 0 1,0 0-1,0 0 0,0 0 1,0 0-1,0-1 0,4 35 1176,-4 65 466,0-71-1255,-2 2-106,-2 1 0,0-1 1,-3 1-1,-17 51 0,15-53-313,0 0-1,2 1 0,1 0 1,-3 55-1,9-85-33,0 1 0,0 0 0,0 0 0,1 0 0,-1-1 0,0 1 0,0 0 0,1-1 0,-1 1 1,1 0-1,-1-1 0,0 1 0,1 0 0,-1-1 0,1 1 0,0-1 0,-1 1 0,1-1 0,-1 1 0,1-1 0,0 1 0,-1-1 0,1 0 1,0 1-1,0-1 0,1 0 0,29 6-1342,32-11-2370,-55 3 2751,-1-1-1,1 0 1,-1-1-1,0 0 1,0 0-1,10-7 1,10-9-4816</inkml:trace>
</inkml:ink>
</file>

<file path=ppt/ink/ink3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6883,'0'0'17560,"143"-11"-17080,-96 4-368,0 5-112,8 2-384,-8 0-1553,0 0-2273,-6 0-6002</inkml:trace>
</inkml:ink>
</file>

<file path=ppt/ink/ink3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8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6147,'0'0'24491,"27"7"-24491,-20-7-32,6 2-1969,1-2-1697,6 3-2849,7-3-4690</inkml:trace>
</inkml:ink>
</file>

<file path=ppt/ink/ink3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9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78 3298,'0'0'17218,"-23"-2"-12373,-6-2-3261,12 1-787,0 0 1,0 1-1,1 2 1,-1-1-1,0 2 0,-20 3 1,33-4-789,0 1 0,0 0-1,1 0 1,-1 0 0,0 0 0,1 0 0,-1 1 0,1 0-1,-1 0 1,1 0 0,0 0 0,0 0 0,0 1-1,0-1 1,0 1 0,0 0 0,1 0 0,-1 0 0,1 0-1,0 0 1,0 1 0,0-1 0,1 1 0,-1-1 0,1 1-1,-1 0 1,1-1 0,1 1 0,-1 0 0,0 0 0,1 0-1,0 0 1,0 6 0,1-1-14,-1 1 1,2-1-1,0 1 1,0-1-1,0 0 0,1 0 1,1 0-1,-1 0 0,1-1 1,1 1-1,0-1 1,11 15-1,18 13-98,51 42 0,6 7-366,-89-84 414,-1 0-1,1 1 1,-1-1 0,0 0-1,0 1 1,0-1 0,0 1-1,0-1 1,0 1 0,0 0-1,0-1 1,0 1 0,-1 0-1,1-1 1,-1 1 0,1 0 0,-1 0-1,0 0 1,0 2 0,0-3 42,-1 0 1,1 0-1,-1 0 1,1 0-1,-1 0 1,0 0 0,1 0-1,-1 0 1,0 0-1,0 0 1,0-1-1,0 1 1,0 0-1,0-1 1,0 1 0,0 0-1,0-1 1,0 1-1,0-1 1,0 0-1,-2 1 1,-9 2 58,1-1 0,-1-1 0,0 0 0,-16-1 0,22 0-75,-19 0 76,15 1-35,0-1 1,0 0-1,0 0 1,0-1-1,0-1 1,-10-2-1,17 3-11,1 0 0,-1 0 0,1 0 0,-1-1 1,1 1-1,0-1 0,0 0 0,0 1 0,-1-1 0,2 0 0,-1 0 0,0 0 0,0-1 0,1 1 0,-1 0 0,1-1 0,-1 1 0,1-1 0,0 1 0,0-1 0,0 0 0,1 1 0,-1-1 0,1 0 0,-1 1 0,1-6 1,0-2-30,1 1 0,0 0 0,0 0 0,1 0 0,1 1 0,-1-1 0,1 0 0,1 1 0,-1 0 0,2 0 0,-1 0 0,1 0 0,0 0 0,1 1 0,7-9 0,16-16-641,61-52 0,-79 75 488,217-177 29,-226 185 200,-1 0 0,0 0 0,1 0-1,-1 0 1,0-1 0,0 1 0,0 0 0,0-1-1,0 1 1,0-1 0,0 1 0,0-1-1,-1 1 1,1-3 0,-1 4-7,0-1-1,0 1 1,0 0-1,0-1 1,0 1-1,-1-1 1,1 1-1,0-1 1,0 1-1,0 0 1,-1-1-1,1 1 1,0 0-1,-1-1 1,1 1-1,0 0 1,-1-1-1,1 1 1,0 0-1,-1 0 1,1-1-1,0 1 1,-1 0-1,1 0 1,-1 0-1,1 0 1,-1 0-1,1-1 1,0 1-1,-1 0 1,0 0-1,-49 2 1757,46-1-1797,-1 1 0,1-1 0,0 1 0,0-1 0,-1 1 0,1 1 0,0-1 0,1 1 0,-1-1 0,0 1 0,1 0 0,0 0 0,-1 1 0,1-1 0,0 1 0,1-1 0,-1 1 0,1 0 0,-1 0 0,1 0 0,1 0 0,-4 9 0,4-10 0,0 1 0,0-1 0,0 0 0,0 0 0,1 1 0,-1-1 0,1 1 0,0-1 0,0 0 0,0 1 0,1-1 0,-1 0 0,1 1 0,0-1 0,0 0 0,0 0 0,0 1 0,0-1 0,1 0 0,-1 0 0,1-1 0,0 1 0,0 0 0,0 0 0,0-1 0,1 1 0,-1-1 0,1 0 0,-1 0 0,1 0 0,3 2 0,4 1-376,1-1-1,-1-1 1,1 1 0,0-2 0,0 1-1,0-2 1,19 2 0,78-6-6952,-46-5-3224</inkml:trace>
</inkml:ink>
</file>

<file path=ppt/ink/ink3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9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0 368,'0'0'29883,"-10"21"-27738,0-1-1844,1-5-292,2 1-1,-1 0 1,2 0 0,0 0 0,1 1-1,1 0 1,-3 19 0,3 26-9,7 116 0,-2-169 2,0 1 0,0-1 1,1 0-1,1 1 0,0-1 0,0 0 1,0 0-1,6 9 0,-7-15-6,0 0-1,0 1 1,0-1 0,0-1-1,1 1 1,-1 0 0,1 0-1,0-1 1,0 1 0,0-1-1,0 0 1,0 0-1,0 0 1,0-1 0,1 1-1,-1-1 1,1 1 0,-1-1-1,1 0 1,-1-1 0,1 1-1,6 0 1,0-1-1049,0 0 1,-1-1 0,1 0-1,15-3 1,-21 2-69,0 1 1,0-1 0,0 0 0,-1 0 0,1 0-1,0 0 1,-1-1 0,1 0 0,-1 1 0,0-1-1,0 0 1,3-5 0,10-16-9997</inkml:trace>
</inkml:ink>
</file>

<file path=ppt/ink/ink3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9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14535,'0'0'9780,"142"-29"-9316,-68 15-464,8-4-80,-8-4-2929,7-6-4675,-6-5-6146</inkml:trace>
</inkml:ink>
</file>

<file path=ppt/ink/ink3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0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18248,'0'0'12806,"-6"122"-11317,6-81-1265,13-5-224,1 0 0,-8-4-256,1-3-1553,0-7-1713,-7-10-2384</inkml:trace>
</inkml:ink>
</file>

<file path=ppt/ink/ink3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0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16247,'0'0'3162,"28"-3"-262,1-1-2248,-9 1-426,0 0-1,0 1 0,-1 1 0,1 1 1,0 1-1,0 1 0,30 6 0,-6 4-138,0 3 0,-1 2 0,-1 1 0,0 2 0,-2 2 0,50 36 0,-78-50-89,-2 0 0,1 1 1,-1 0-1,-1 1 1,1 0-1,-2 0 1,1 1-1,8 15 0,-13-18 2,0 1 0,-1 0-1,0-1 1,0 1 0,-1 0-1,0 1 1,-1-1 0,0 0-1,0 0 1,-1 1 0,0-1-1,-2 15 1,0-16 41,0 0-1,-1 0 1,0 0 0,0 0-1,-1 0 1,0-1 0,0 0-1,-1 0 1,0 0 0,0 0-1,-1-1 1,1 1 0,-1-1-1,-1-1 1,1 1 0,-1-1-1,-14 8 1,-9 4 406,0-1 1,-1-1-1,-36 11 0,35-14-198,-1-2-1,0-1 1,0-2-1,0-1 1,-60 3-1,93-9-341,0 0 0,0 0-1,-1 0 1,1 0-1,0 0 1,-1 0-1,1 0 1,0 0-1,0 0 1,-1 0-1,1 0 1,0 0-1,0 0 1,0-1-1,-1 1 1,1 0-1,0 0 1,0 0 0,0 0-1,-1-1 1,1 1-1,0 0 1,0 0-1,0 0 1,0-1-1,-1 1 1,1 0-1,0 0 1,0-1-1,0 1 1,0 0-1,0 0 1,0-1-1,0 1 1,0 0 0,0 0-1,0-1 1,0 1-1,0 0 1,0 0-1,0-1 1,0 1-1,0 0 1,0 0-1,0-1 1,0 1-1,0 0 1,0 0-1,0-1 1,1 1-1,-1 0 1,10-16-3971,23-10-3560,17-4-2616</inkml:trace>
</inkml:ink>
</file>

<file path=ppt/ink/ink3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0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0 16856,'0'0'14249,"-21"13"-12832,-61 40-1172,79-51-245,1 0 0,0 1 0,-1-1 0,1 1 0,0-1 0,0 1 0,0-1 0,0 1 0,1 0 0,-1 0 0,1 0 0,-1 0 0,1 0 0,0 0 0,1 1 0,-1-1 0,0 0 0,1 0 0,0 1 0,-1-1 0,1 0 0,1 1 0,-1-1 0,0 0 0,1 0 0,0 1 0,1 4 0,-1-4 0,0-2 0,0-1 0,-1 0 0,1 1 0,0-1 0,0 0 0,0 1 0,0-1 0,0 0 0,0 0 0,0 0 0,0 0 0,1 0 0,-1 0 0,0 0 0,1 0 0,-1-1 0,0 1 0,1-1 0,-1 1 0,1-1 0,-1 1 0,1-1 0,0 0 0,-1 1 0,1-1 0,1 0 0,52 0 0,-38 0 0,-8 0-1,-1 0 0,0-1 0,0 0 0,0 0 0,-1-1 0,1 0 0,0 0 1,0-1-1,-1 0 0,0-1 0,1 1 0,-1-1 0,-1 0 0,1-1 0,0 0 0,-1 0 0,0 0 0,0-1 0,9-12 0,-15 17 2,1 1-2,0-1 1,0 0 0,0 0 0,-1 0 0,1 0 0,0 0 0,-1 0 0,1 0 0,-1 0 0,1 0 0,-1 0 0,1-1 0,-1 1 0,0 0 0,0 0 0,1 0 0,-1 0 0,0-1 0,0 1 0,0 0 0,0 0 0,-1 0 0,1-1 0,0 1 0,0 0 0,-1-1 0,1 2 1,-1-1 0,1 1-1,0 0 1,0 0-1,-1 0 1,1 0 0,0 0-1,0 0 1,-1 0-1,1 0 1,0 0 0,0 0-1,-1 0 1,1 0-1,0 0 1,0 0-1,-1 0 1,1 0 0,0 0-1,0 0 1,-1 0-1,1 0 1,0 1 0,0-1-1,-1 0 1,1 0-1,0 0 1,0 0 0,0 1-1,-1-1 1,1 0-1,0 0 1,0 0 0,0 1-1,0-1 1,-1 0-1,1 0 1,0 1 0,-4 4-6,3-2-11,-1 0 1,1 0-1,-1 0 0,1 0 1,0 1-1,0-1 1,0 0-1,1 0 0,-1 1 1,1-1-1,-1 0 0,1 1 1,0-1-1,1 0 1,-1 1-1,1-1 0,-1 0 1,1 1-1,0-1 0,0 0 1,0 0-1,1 0 1,-1 0-1,1 0 0,-1 0 1,1 0-1,0-1 0,0 1 1,1 0-1,-1-1 1,0 0-1,1 1 0,-1-1 1,1 0-1,0-1 0,0 1 1,0 0-1,0-1 1,0 1-1,0-1 0,5 1 1,-3-1-1117,0 0 1,0 0-1,1-1 0,-1 0 1,0 0-1,0 0 1,0-1-1,1 0 1,-1 0-1,0 0 0,0 0 1,0-1-1,9-4 1,14-24-10416</inkml:trace>
</inkml:ink>
</file>

<file path=ppt/ink/ink3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1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 18777,'0'0'6360,"-13"22"-2767,-10 18-2785,2 2-1,1 0 0,2 2 1,-13 48-1,21-23-807,2 1 0,3 133 0,5-172 0,-7-12-2314,-11-9-3319,15-9 4741,1-1 0,-1 0 1,0 1-1,0-1 0,1 0 0,-1-1 0,0 1 0,1 0 1,-1-1-1,0 1 0,1-1 0,-1 0 0,1 0 0,-5-2 1,-19-18-10552</inkml:trace>
</inkml:ink>
</file>

<file path=ppt/ink/ink3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1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4178,'0'0'8462,"24"-9"-3681,-1 1-3651,5-2 282,0 0 0,0 2-1,57-8 1,239 2 7157,-325 18-8569,-1-1 0,0 0 0,0 0 0,0 0 0,0 0 0,-1-1 0,1 1 0,-1-1 0,-4 4 0,-2 1 0,1 1 0,-1 0 0,1 0 0,-11 16 0,16-20 0,0 1 0,1 0 0,0 0 0,-1 0 0,2 0 0,-1 0 0,1 0 0,-1 0 0,1 1 0,1-1 0,-1 11 0,1-15 0,0 0 0,0 0 0,1 0 0,-1 0 0,0 0 0,1 0 0,-1 0 0,1 0 0,-1-1 0,0 1 0,1 0 0,0 0 0,-1 0 0,1-1 0,0 1 0,-1 0 0,1-1 0,0 1 0,0-1 0,-1 1 0,1-1 0,0 1 0,0-1 0,0 0 0,1 1 0,35 7 0,-31-8 0,-1 1 0,1-1 0,-1 0 0,1-1 0,0 0 0,-1 0 0,1 0 0,-1 0 0,1-1 0,6-2 0,-12 3 0,0 0 0,1 1 0,-1-1 0,1 1 0,-1-1 0,1 1 0,-1 0 0,1-1 0,-1 1 0,1-1 0,-1 1 0,1 0 0,-1-1 0,1 1 0,0 0 0,-1 0 0,1-1 0,0 1 0,-1 0 0,1 0 0,0 0 0,-1 0 0,1 0 0,0 0 0,-1 0 0,1 0 0,0 0 0,0 0 0,-3 17 0,-1 6 0,3-23 0,0 1 0,0-1 0,0 1 0,0-1 0,0 1 0,0-1 0,1 1 0,-1-1 0,0 1 0,0-1 0,0 1 0,1-1 0,-1 0 0,0 1 0,0-1 0,1 1 0,-1-1 0,0 0 0,1 1 0,-1-1 0,0 0 0,1 1 0,-1-1 0,1 0 0,-1 1 0,0-1 0,1 0 0,-1 0 0,1 0 0,-1 1 0,1-1 0,-1 0 0,1 0 0,-1 0 0,1 0 0,52-1-2660,-45 0 1300,1-1 1,0 0-1,-1 0 0,1-1 0,-1 0 0,15-8 0,24-16-8839</inkml:trace>
</inkml:ink>
</file>

<file path=ppt/ink/ink3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1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1 19257,'0'0'2673,"-25"6"1129,15-4-3309,-14 3 368,1 2 1,0 0-1,0 1 1,1 1-1,0 1 0,-28 18 1,27-13-780,1 2 0,0 0 1,2 1-1,0 1 0,1 1 1,-30 41-1,42-50-86,0 0 1,1 0-1,0 1 0,1 0 0,0 0 0,1 1 1,1-1-1,0 1 0,0 0 0,1 0 1,1-1-1,0 1 0,1 1 0,0-1 1,1 0-1,4 20 0,-1-20 6,0-1 1,0 1-1,1-1 0,1 0 1,0 0-1,1-1 1,0 0-1,13 16 0,-1-5-37,1 0-1,37 31 1,-46-45-378,-1 0 1,1-1-1,0 0 1,0-1-1,1 0 1,0-1-1,0 0 1,0-1-1,0-1 1,25 5-1,-18-6-1555,-1-1 0,1 0 0,-1-2 0,23-2 0,32-12-9421</inkml:trace>
</inkml:ink>
</file>

<file path=ppt/ink/ink3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2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4674,'0'0'20772,"13"14"-19091,24 30-884,-1 0 0,-3 3 0,39 69 0,-58-91-552,-1 2 1,-2 0-1,0 0 0,-2 1 0,-1 0 0,-1 0 0,-2 1 1,-1 0-1,1 33 0,-5-55-245,-1 0 0,0-1 0,0 1 0,-1 0 0,0-1 0,0 1 0,-1-1 0,1 0 0,-1 0 0,-1 0 0,1 0 0,-1 0 0,0-1 0,0 1 0,-1-1 0,0 0 0,0-1 0,0 1 0,0-1 0,-1 0 0,1 0 0,-1-1 0,0 1 0,0-1 0,0-1 0,-1 1 0,-12 2 0,14-4-347,7-17-6520,16-10-1972,8-7-4097</inkml:trace>
</inkml:ink>
</file>

<file path=ppt/ink/ink3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2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20233,'0'0'12534,"21"55"-12534,-21-42 0,6 1 0,-6-1 0,7 1 0,-7 2-1329,0-7-6034</inkml:trace>
</inkml:ink>
</file>

<file path=ppt/ink/ink3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2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1 12982,'0'0'18328,"-121"140"-17463,93-111-705,1 3-160,-6 2-1185,-8 2-2656,-13-5-4211</inkml:trace>
</inkml:ink>
</file>

<file path=ppt/ink/ink3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2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139 141 896,'0'0'17032,"-3"1"-14335,-7 2-2021,0 0 0,1 1 0,-1 0-1,1 0 1,0 1 0,1 1-1,-1-1 1,1 2 0,-14 12 0,19-17-527,1 0 1,0 0-1,-1 1 1,1-1-1,0 0 1,0 1 0,0 0-1,1-1 1,-1 1-1,1 0 1,-1 0-1,1 0 1,0 0-1,0 0 1,0 0 0,1 0-1,-1 0 1,1 0-1,-1 1 1,1-1-1,0 0 1,0 0 0,1 0-1,-1 1 1,1-1-1,-1 0 1,1 0-1,0 0 1,0 0 0,1 0-1,-1 0 1,0 0-1,1-1 1,0 1-1,2 3 1,48 49-150,-36-39 0,0-1 0,-2 2 0,1 0 0,-2 1 0,-1 0 0,15 29 0,-25-43 0,0 0 0,-1 0 0,0 0 0,0 0 0,0 1 0,0-1 0,0 0 0,-1 1 0,0-1 0,0 0 0,0 1 0,-1-1 0,1 1 0,-1-1 0,0 0 0,0 0 0,-1 1 0,1-1 0,-1 0 0,0 0 0,0-1 0,0 1 0,-1 0 0,1-1 0,-1 1 0,0-1 0,0 0 0,0 0 0,-4 4 0,-1-2 0,1 0 0,-1 0 0,0 0 0,0-1 0,0-1 0,-1 1 0,1-1 0,-1-1 0,0 1 0,0-1 0,0-1 0,0 0 0,-12 0 0,20-1-3,0 0 0,0 0-1,-1-1 1,1 1 0,0-1 0,0 1-1,0 0 1,0-1 0,0 0 0,0 1-1,0-1 1,0 0 0,0 1 0,0-1-1,0 0 1,1 0 0,-1 0 0,0 0-1,0 0 1,1 0 0,-1 0 0,1 0-1,-1 0 1,1 0 0,-1 0 0,1 0-1,0 0 1,-1-1 0,1 1 0,0 0-1,0 0 1,0 0 0,0 0 0,0-1 0,0-1-1,6-48-341,-1 35 216,0 1-1,1 0 1,1 0-1,0 1 0,1-1 1,1 2-1,0-1 0,1 1 1,0 1-1,21-20 0,16-12-80,68-47-1,-111 87 218,63-42-6,-44 32 8,-2-1 0,0-1 0,0-1 0,-1 0 0,31-37 1,-47 48 5,0 0 0,0 0 0,-1-1 0,0 1 0,0-1 0,4-13 0,-7 18 4,1 1 1,-1 0-1,0-1 1,0 1-1,1 0 1,-1-1-1,0 1 1,0 0-1,0-1 1,0 1-1,-1 0 1,1-1-1,0 1 1,-1 0-1,1-1 1,0 1-1,-1 0 1,0 0-1,1-1 1,-1 1 0,0 0-1,1 0 1,-1 0-1,0 0 1,0 0-1,0 0 1,0 0-1,0 0 1,0 0-1,0 1 1,-1-1-1,1 0 1,0 1-1,0-1 1,0 0-1,-1 1 1,1 0-1,0-1 1,-1 1-1,1 0 1,0 0 0,-2-1-1,-9 0 38,0 0-1,0 1 1,0 1 0,0-1-1,0 2 1,1 0-1,-1 0 1,0 1 0,1 0-1,0 1 1,0 1-1,0 0 1,0 0 0,1 1-1,0 0 1,0 1-1,0 0 1,1 0 0,0 1-1,1 0 1,0 1-1,-8 10 1,14-17-58,-1 1 0,1 0 1,0-1-1,1 1 0,-1 0 0,0 0 1,1 0-1,0 0 0,-1 0 0,1 1 1,0-1-1,1 0 0,-1 0 0,1 1 0,-1-1 1,1 0-1,0 1 0,0-1 0,1 1 1,-1-1-1,1 0 0,-1 0 0,1 1 1,0-1-1,0 0 0,1 0 0,-1 0 1,0 0-1,1 0 0,0 0 0,0 0 0,0-1 1,0 1-1,0 0 0,1-1 0,-1 0 1,1 0-1,-1 0 0,4 2 0,4 3-76,1-1-1,0 0 1,0-1-1,0 0 1,1-1-1,-1 0 1,1-1-1,0 0 1,20 1-1,-32-4 64,116 6-5559,-102-7 3165,-1 0-1,1-1 1,23-5 0,24-21-10603</inkml:trace>
</inkml:ink>
</file>

<file path=ppt/ink/ink3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2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17848,'0'0'6451,"-82"126"-1008,62-62-2578,13-3-2705,7-5-160,0-9 0,14-4 0,13-9 0,7-9 0,-7-7 0,14-11 0,-8-7 0,8 0 0,0-2-1825,-7-21-3137,-7-9-5475</inkml:trace>
</inkml:ink>
</file>

<file path=ppt/ink/ink3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3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15031,'0'0'5074,"190"-34"-4610,-102 14-464,0-5-1616,-7-2-3731,0-9-4849</inkml:trace>
</inkml:ink>
</file>

<file path=ppt/ink/ink3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3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95 236 15607,'0'0'2217,"-11"25"2100,-36 80-185,40-90-3534,1 0 0,1 0-1,0 1 1,1 0-1,1 0 1,0 0 0,1 0-1,1 0 1,1 17-1,0-25-535,0-6-145,0-29-147,1 0 1,1 0-1,2 0 1,1 0-1,1 0 0,1 1 1,2 0-1,0 1 0,1 0 1,2 0-1,1 1 0,29-42 1,-41 64 228,1 1 0,-1-1 1,0 1-1,1-1 0,-1 1 1,0-1-1,1 1 0,0 0 1,-1 0-1,1 0 0,0 0 1,-1 0-1,1 0 0,0 1 1,4-2-1,-6 2 2,0 0 1,1 0-1,-1 0 1,1 0-1,-1 0 1,1 0-1,-1 0 0,1 0 1,-1 0-1,1 0 1,-1 0-1,1 0 1,-1 0-1,1 0 0,-1 0 1,1 1-1,-1-1 1,0 0-1,1 0 1,-1 1-1,1-1 1,-1 0-1,0 0 0,1 1 1,-1-1-1,0 1 1,1-1-1,4 10 137,0 0 0,-1 0 0,0 0 0,0 1 0,2 15 0,17 43 293,-19-61-424,0 0 0,1 0 0,0 0 0,0-1 0,1 0 0,0 0 0,0 0-1,1-1 1,0 0 0,0 0 0,0 0 0,1-1 0,0 0 0,0-1 0,0 0 0,0 0-1,1-1 1,-1 0 0,1 0 0,0-1 0,0 0 0,0 0 0,16 0 0,-23-3-9,1 1 0,-1-1 0,0 1 0,0-1 0,0 0 0,0 0 0,0 0 0,0 0 0,0 0 1,0 0-1,-1 0 0,1-1 0,0 1 0,0-1 0,-1 1 0,1-1 0,-1 0 0,0 1 0,1-1 0,-1 0 1,0 0-1,0 0 0,0 0 0,-1 0 0,1 0 0,0 0 0,0-5 0,3-9 47,0-1 1,2-30-1,-3 21-53,50-238 446,-52 255-417,-1 45-2432,-1 16-2920,3-18-1627,4-9-1584</inkml:trace>
</inkml:ink>
</file>

<file path=ppt/ink/ink3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91 8436,'0'0'11923,"20"5"-9178,-5-1-2357,-1 1-51,1 0-1,1-1 1,-1-1 0,1-1 0,-1 0 0,1-1 0,-1 0 0,25-3 0,-38 1-338,1 0-1,-1 0 0,1-1 1,-1 1-1,0-1 1,1 1-1,-1-1 1,0 0-1,0 0 0,0 1 1,0-2-1,0 1 1,-1 0-1,1 0 1,-1-1-1,1 1 1,-1 0-1,0-1 0,0 0 1,0 1-1,0-1 1,1-4-1,-2 5-1,1 0 0,-1 0-1,1 1 1,-1-1 0,0 0-1,0 0 1,0 0 0,0 0 0,0 0-1,0 0 1,-1 0 0,1 0 0,0 0-1,-1 0 1,0 0 0,1 1-1,-1-1 1,0 0 0,0 0 0,0 1-1,0-1 1,0 1 0,-1-1 0,1 1-1,0-1 1,-1 1 0,1 0-1,-1-1 1,1 1 0,-1 0 0,0 0-1,-1-1 1,-8-1 280,-1-1-1,1 2 0,0 0 1,-1 0-1,0 1 1,1 0-1,-1 1 0,-22 3 1,27-2-108,0 0 0,0 0 0,0 1 0,1 0 0,-1 0 0,0 0 0,1 1 0,-1 0 0,1 1 0,0-1 0,0 1 0,1 1 0,-1-1 0,1 1 0,-9 9 0,12-11-166,0-1 1,0 1 0,0 0-1,0 0 1,1 0-1,0 0 1,-1 0-1,1 0 1,0 0 0,0 1-1,1-1 1,-1 0-1,1 0 1,0 1-1,-1-1 1,2 0 0,-1 1-1,0-1 1,0 0-1,1 1 1,0-1-1,0 0 1,0 0 0,0 0-1,0 1 1,1-1-1,-1-1 1,1 1 0,0 0-1,0 0 1,0-1-1,0 1 1,4 3-1,0 0-499,0-1-1,1 0 0,-1 0 0,1-1 0,0 0 0,0 0 0,0 0 0,1-1 0,-1 0 0,1-1 0,0 0 0,0 0 1,9 1-1,31-1-6488,5-2-4268</inkml:trace>
</inkml:ink>
</file>

<file path=ppt/ink/ink3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0 7908,'0'0'13398,"-102"122"-8164,69-70-1520,12-2-2033,8-5-849,-1-7-832,14-11 0,0-4 0,0-12-1008,-7-9-4627,-6-2 465,-7-22-4243</inkml:trace>
</inkml:ink>
</file>

<file path=ppt/ink/ink3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4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10117,'0'0'15847,"149"56"-14102,-101-31-1025,6-5-480,-7-2-240,8-6-64,-1-10-1537,-7-2-1328,7 0-2001,-6-27-4579</inkml:trace>
</inkml:ink>
</file>

<file path=ppt/ink/ink3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4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15191,'0'0'7902,"-14"24"-3204,-5 3-3448,8-10-747,0-1 0,1 1 1,1 1-1,0 0 1,2 0-1,-10 33 0,8-8-452,1 1 0,2 0-1,1 89 1,5-131-86,0 1 1,0 0-1,0-1 1,0 1-1,1-1 0,-1 1 1,1 0-1,-1-1 1,1 1-1,0-1 0,0 0 1,0 1-1,1-1 1,-1 0-1,0 0 0,1 1 1,0-1-1,-1 0 1,1-1-1,0 1 0,0 0 1,0 0-1,0-1 0,0 1 1,1-1-1,-1 0 1,0 0-1,1 1 0,-1-2 1,1 1-1,-1 0 1,1 0-1,2 0 0,-1-1-126,0 0 0,0 0 0,0 0 0,-1 0 0,1-1 0,0 1 0,0-1 0,-1 0-1,1 0 1,0 0 0,-1-1 0,1 1 0,-1-1 0,1 0 0,-1 0 0,0 0-1,0-1 1,0 1 0,0-1 0,0 1 0,-1-1 0,4-5 0,9-17-6165,-2-3-3388</inkml:trace>
</inkml:ink>
</file>

<file path=ppt/ink/ink3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4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13334,'0'0'11477,"136"0"-11108,-75 0-321,0-14-48,-7 1-1569,0-7-2577,0-5-4274</inkml:trace>
</inkml:ink>
</file>

<file path=ppt/ink/ink3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5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0 15559,'0'0'7916,"-24"16"-3472,-77 56-1378,90-64-2933,1 1 1,-1 0-1,2 1 0,-1 0 1,1 1-1,1 0 1,0 0-1,0 0 0,1 1 1,-8 18-1,10-14-88,1 0 0,0 1 0,1-1 0,1 1 0,0 0 0,2 29 0,0-42-77,0 0 1,0 1-1,1-1 1,0 0-1,0 0 1,0 1-1,0-1 1,1 0-1,-1 0 1,1 0-1,0 0 1,0-1-1,0 1 1,1 0-1,0-1 1,-1 0-1,1 1 1,0-1-1,0 0 1,1-1-1,-1 1 1,1-1-1,-1 1 1,1-1-1,0 0 1,0 0-1,0 0 1,0-1-1,0 0 1,8 2-1,9 1-564,1 0-1,1-2 0,-1 0 1,36-3-1,-57 1 568,49-6-5290,9-15-3301</inkml:trace>
</inkml:ink>
</file>

<file path=ppt/ink/ink3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5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8852,'0'0'18955,"6"23"-17042,0 1-1387,38 132 1814,-26-102-2310,-2 0 0,-2 2 0,-2-1 1,-4 2-1,4 83 0,-12-135-89,0 0-1,-1-1 1,0 1 0,0 0 0,0 0-1,0 0 1,-1-1 0,1 1 0,-1-1-1,0 1 1,-1-1 0,1 0 0,-1 0-1,0 0 1,0 0 0,0 0 0,0-1-1,-1 1 1,1-1 0,-1 0 0,0 0-1,0 0 1,0-1 0,-1 1-1,1-1 1,-7 3 0,-3 0-758,0-1 0,0 0 1,0-1-1,-1-1 0,1 0 0,-1-1 0,-28-1 1,17-2-11651</inkml:trace>
</inkml:ink>
</file>

<file path=ppt/ink/ink3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55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1317 1809,'0'0'3612,"5"-3"-3236,14-6 141,0 1 0,0 1 0,1 1-1,0 0 1,0 2 0,25-3 0,13-5-170,429-105 1775,406-79 969,-262 112-2196,236-42-526,-412 34 354,280-52 1566,-277 61-1945,711-98 705,-519 117-822,570-22 1470,-952 82-734,180-10 240,-426 12-1187,132-18 240,-98 5 55,-32 8-296,0 1 0,1 1 0,42-3 0,-60 67 2962,9 86-1208,3 14-704,6 40-287,3 17 23,-21-120-1669,-6-56-38,-1-31 388,0-11-23,1-12-1792,-4-26-7697,-8 17 559</inkml:trace>
</inkml:ink>
</file>

<file path=ppt/ink/ink3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56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1 592,'0'0'15717,"19"0"-11192,-15 2-4218,0 0 1,-1 0-1,0 1 1,0-1-1,1 1 1,-1 0-1,-1-1 1,1 2-1,0-1 1,-1 0-1,0 0 1,1 1-1,2 6 1,1 0 461,0-4-509,-1 0 0,1 0 1,1 0-1,-1-1 0,1 0 0,0 0 1,0-1-1,14 7 0,-11-6-161,0 0 0,-1 1-1,1 0 1,13 13 0,45 31 248,-50-43-261,10 1-95,-26-7-188,-4-18-11001,-3 2 2789</inkml:trace>
</inkml:ink>
</file>

<file path=ppt/ink/ink3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56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0 2113,'-3'0'18896,"-15"8"-17417,-12 17-381,3 1 1,0 1-1,1 1 1,2 1-1,1 2 1,1 0-1,-29 57 1,49-84-1565,-8 18 2261,9-13-3047</inkml:trace>
</inkml:ink>
</file>

<file path=ppt/ink/ink3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0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15607,'0'0'16648,"0"23"-16552,0-21-96,0 2 0,0-1-560,0 3-865,0 3-896,0 3-801,-7 1-1584,7 1-3025,-6-1-1762</inkml:trace>
</inkml:ink>
</file>

<file path=ppt/ink/ink3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0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0,'0'0'16311,"-48"142"-16583,21-111-4626</inkml:trace>
</inkml:ink>
</file>

<file path=ppt/ink/ink3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1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5074,'0'0'11723,"9"-8"-9778,-2 2-1477,16-12 576,-22 18-991,-1 0 0,1 0 0,-1 0 0,1 0-1,0 0 1,-1 0 0,1 0 0,0 0 0,-1 1 0,1-1 0,0 0 0,-1 0 0,1 0 0,-1 1 0,1-1 0,-1 0 0,1 1 0,0-1 0,-1 0 0,1 1 0,-1-1 0,0 1 0,1-1 0,-1 1 0,1-1-1,-1 1 1,0-1 0,1 1 0,-1-1 0,0 1 0,1 0 0,-1-1 0,0 1 0,0-1 0,0 1 0,0 0 0,1-1 0,-1 1 0,0 0 0,0-1 0,0 1 0,0 0 0,-1 0 0,9 53 2051,0 62 1,-6 31-2350,-2-139 29,0-282-2177,1 274 2355,-1-1 0,0 0 0,1 0 0,-1 0 1,1 0-1,-1 1 0,1-1 0,-1 0 0,1 0 0,0 1 0,-1-1 0,1 0 0,0 1 1,0-1-1,-1 1 0,1-1 0,0 1 0,0-1 0,0 1 0,0 0 0,-1-1 1,1 1-1,0 0 0,0 0 0,0 0 0,0 0 0,0-1 0,0 1 0,0 0 1,0 1-1,0-1 0,1 0 0,34 4-329,24 23 310,-47-19 68,1-1 0,0-1 0,29 8 0,-20-8-11,1-2 0,-1-1 0,1 0 0,0-2 0,0-1 0,0-1 0,36-6 0,-52 6 11,-1 0 0,0-1 0,0 0 0,0 0 0,0 0 0,0-1 0,0 0 0,0-1 0,-1 0 0,0 0 0,0 0 1,0 0-1,0-1 0,-1 0 0,1 0 0,-1-1 0,-1 0 0,1 0 0,-1 0 0,0 0 0,0 0 0,-1-1 0,0 0 0,0 0 0,0 0 0,-1 0 0,0 0 0,1-8 0,-3 13 28,0 0-1,0 0 1,0 1 0,0-1-1,0 0 1,0 0 0,-1 1-1,1-1 1,0 0 0,-1 1 0,1-1-1,-1 0 1,0 1 0,0-1-1,0 1 1,1-1 0,-1 1-1,0-1 1,-1 1 0,1 0-1,0 0 1,0-1 0,-1 1-1,1 0 1,0 0 0,-1 0-1,1 0 1,-1 1 0,1-1-1,-1 0 1,0 1 0,1-1-1,-1 1 1,0-1 0,1 1 0,-4-1-1,-9-1 275,0 1-1,1 0 1,-27 3 0,22-2 4,6 1-169,-1 0 0,1 1-1,0 0 1,0 1 0,0 1 0,0 0 0,0 0 0,1 1 0,-15 9 0,21-12-111,0 1 0,0 1 0,0-1 0,0 1 0,1-1 0,-1 2 0,1-1-1,0 0 1,1 1 0,-1-1 0,1 1 0,0 0 0,0 0 0,0 1 0,1-1 0,0 0 0,0 1 0,0 0 0,1-1 0,-1 1 0,2 0 0,-2 6 0,2-5-38,0-1 0,0 1 0,0-1 1,0 0-1,1 1 0,0-1 0,1 0 0,-1 1 0,1-1 1,0 0-1,1 0 0,0-1 0,0 1 0,0 0 1,0-1-1,1 0 0,0 0 0,0 0 0,0 0 1,1 0-1,0-1 0,7 6 0,1 0-376,-1-2-1,2 1 1,-1-1 0,1-1-1,0-1 1,0 0-1,1 0 1,24 5 0,-18-7-1622,0-1 0,0 0 0,26-2 0,19-1-6143</inkml:trace>
</inkml:ink>
</file>

<file path=ppt/ink/ink3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2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14439,'0'0'5618,"-108"165"-2288,81-91-65,20 3-1328,0 0-848,1-5-417,6-6-352,0-12-304,0-9-16,0-9-400,6-9-673,-6-6-1088,0-10-912,-40-7-20906</inkml:trace>
</inkml:ink>
</file>

<file path=ppt/ink/ink3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9332,'0'0'7204,"24"-5"-3709,156-31 1493,-84 18-3488,-44 8-1101,-1 2-1,73-3 0,-124 41 800,-2-21-1044,0 0 0,-1 0 1,0-1-1,-6 13 0,6-14-81,-1 0 0,2 0 0,-1 0 0,1 0 0,0 0 0,0 0-1,1 1 1,0 8 0,1-15-77,1 0-1,-1 0 1,1 0 0,0 0-1,0 0 1,0 0 0,-1 0-1,1 0 1,0-1-1,0 1 1,0 0 0,0-1-1,0 1 1,0-1 0,0 1-1,1-1 1,-1 1-1,0-1 1,0 0 0,0 1-1,0-1 1,1 0-1,-1 0 1,0 0 0,0 0-1,0 0 1,1 0 0,-1 0-1,1-1 1,41-2-156,-29-1 154,0-1-1,-1-1 0,1 0 1,-1-1-1,0 0 0,-1-1 1,0 0-1,0-1 0,12-13 1,-22 94 2466,-1-70-2499,-1 5-195,1 0 0,0 0 1,1-1-1,0 1 1,0 0-1,0-1 0,4 8 1,-4-13-191,-1 1 0,0-1 0,0 1 0,0-1 0,1 0 0,-1 1 0,0-1 0,1 0 0,-1 0 1,1 0-1,0 0 0,2 1 0,-1-1-816,0 0 0,1-1-1,-1 1 1,0-1 0,0 1 0,1-1 0,-1 0 0,0 0 0,4-1 0,13-3-8821</inkml:trace>
</inkml:ink>
</file>

<file path=ppt/ink/ink3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2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1 275 13062,'0'0'11861,"0"20"-10476,0 113 1102,0-132-2402,0-11 419,9-141 209,-4 86-425,-3 41-287,1 1 0,1 0 0,1 0 0,1 1 0,1-1 0,14-29 1,-13 40 0,2 11-5279,-9 2 4566,0 1 0,0-1 0,0 0 0,-1 1 0,1-1 0,0 1 0,-1-1 0,1 1 0,-1-1 0,1 1 0,-1-1 0,0 1 0,1 2 0,4 20-7202</inkml:trace>
</inkml:ink>
</file>

<file path=ppt/ink/ink3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3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12358,'0'0'17274,"6"6"-15641,-4-4-1410,2 1-132,0 0 1,-1 1-1,0 0 0,1-1 1,-1 1-1,-1 0 0,1 0 1,-1 1-1,1-1 1,-1 1-1,0-1 0,-1 1 1,3 7-1,-4-11-91,0-1 0,0 0 0,0 1 0,0-1 0,0 0 0,0 1 0,1-1 0,-1 0 0,0 1 0,0-1 0,0 0 0,1 1 0,-1-1 0,0 0 0,0 1 0,1-1 0,-1 0 0,0 0 0,1 1 0,-1-1 0,0 0 0,1 0 0,-1 0 0,0 1 0,1-1 0,-1 0 0,0 0 0,1 0 0,-1 0 0,1 0 0,-1 0 0,0 0 0,1 0 0,-1 0 0,0 0 0,1 0 0,-1 0 0,1 0 0,14-3 0,-14 3 0,11-7-36,-1-1 1,0 0-1,13-11 1,18-15-202,-26 23 88,-13 8 185,1 0 0,-1 0 0,0 1 0,1-1 0,0 1 0,0 0 0,-1 0 0,1 1 0,0-1 0,0 1 0,1 0 0,-1 0 0,7-1 0,-9 5-34,0 0 0,0 0 0,0 0 0,0 0 0,-1 0 1,0 1-1,1-1 0,-1 0 0,0 1 0,-1-1 0,1 1 0,0 6 0,2 6-5,-2-14-136,-1-1 0,1 1 0,-1-1 0,1 1-1,0-1 1,0 0 0,0 1 0,-1-1 0,1 0 0,0 0 0,0 1 0,1-1 0,-1 0-1,0 0 1,0 0 0,0 0 0,1-1 0,-1 1 0,1 0 0,-1 0 0,3 0 0,34 3-7637,-33-4 6620,28 0-11727</inkml:trace>
</inkml:ink>
</file>

<file path=ppt/ink/ink3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3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0 211 6787,'0'0'21845,"6"8"-20164,12 15-884,37 40 1,-46-54-691,0-1 1,1 1-1,-1-2 0,2 1 1,-1-1-1,1-1 1,23 10-1,-34-16-107,1 0 0,-1 1 0,1-1 0,-1 0 0,1 0 0,-1 0 0,1 0 0,-1 0 0,1 0 0,-1 0 0,0 0 0,1 0 0,-1 0 0,1 0 0,-1 0 0,1-1 0,-1 1 0,1 0 0,-1 0 0,1 0 0,-1-1 0,0 1 0,1 0 0,-1 0 0,0-1 0,1 1 0,-1 0 0,0-1 0,1 1 0,-1 0 0,0-1 0,1 1 0,-1-1 0,0 1 0,0 0 0,0-1 0,1 1 0,-1-1 0,0 1 0,0-1 0,0 1 0,0-1 0,0 1 0,0-2 0,0-24 0,0 19 0,3-54 0,3 0 0,18-84 0,-9 87 0,-14 57-22,-1 1 0,1-1-1,0 1 1,-1-1 0,1 1 0,0-1 0,-1 1 0,1 0-1,0-1 1,0 1 0,-1 0 0,1 0 0,0-1 0,0 1-1,-1 0 1,1 0 0,0 0 0,0 0 0,0 0-1,0 0 1,-1 0 0,1 0 0,0 0 0,0 1 0,-1-1-1,1 0 1,0 0 0,0 1 0,-1-1 0,1 1 0,0-1-1,0 0 1,-1 1 0,2 0 0,-2 0-101,15 7-1638,-1 0-1,1-1 1,1 0 0,-1-1-1,1-1 1,0-1 0,0 0 0,1-1-1,-1 0 1,18-1 0,26-1-4970</inkml:trace>
</inkml:ink>
</file>

<file path=ppt/ink/ink3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4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267 524 6867,'0'0'19422,"-24"7"-17053,-78 25-378,93-28-1874,0 0 1,0 1 0,1 0-1,-1 1 1,1 0 0,0 0-1,1 0 1,-1 1 0,1 0 0,1 1-1,-1-1 1,1 1 0,1 1-1,0-1 1,0 1 0,0 0-1,-3 11 1,6-16-118,0 0 0,0-1 0,1 1 0,0 0 0,0 0 0,0 0 0,0 0 0,1 0 0,0 0 0,-1 0 0,1 0 0,1 0 0,-1 0 0,2 5 0,-2-7 0,1 0 0,0-1 0,0 1 0,0 0 0,0-1 0,0 1 0,1-1 0,-1 1 0,0-1 0,1 0 0,-1 0 0,1 0 0,-1 1 0,1-1 0,0 0 0,-1-1 0,1 1 0,0 0 0,0-1 0,0 1 0,-1 0 0,1-1 0,0 0 0,0 0 0,0 1 0,0-1 0,0 0 0,3-1 0,5 1-53,1-1 1,0 0-1,-1 0 1,1-1-1,-1 0 1,0-1-1,0-1 1,16-6-1,-21 7 26,1 0-1,-1 0 0,0-1 1,0 1-1,0-1 1,-1 0-1,1-1 0,-1 1 1,0-1-1,0 0 1,-1 0-1,1 0 1,-1 0-1,0-1 0,0 1 1,2-8-1,-6 14 35,1-1-1,0 0 1,0 0-1,0 0 1,-1 0 0,1 0-1,0 0 1,0 0-1,-1 1 1,1-1-1,0 0 1,0 0-1,-1 0 1,1 0 0,0 0-1,0 0 1,-1 0-1,1 0 1,0 0-1,0 0 1,-1 0 0,1-1-1,0 1 1,0 0-1,0 0 1,-1 0-1,1 0 1,0 0-1,0 0 1,-1 0 0,1-1-1,0 1 1,0 0-1,0 0 1,0 0-1,-1-1 1,1 1-1,0 0 1,0 0 0,0 0-1,0-1 1,0 1-1,0 0 1,0 0-1,-1-1 1,1 1-1,0 0 1,0 0 0,0-1-1,0 1 1,0 0-1,0 0 1,0-1-1,0 1 1,0 0 0,0 0-1,0-1 1,1 1-1,-1 0 1,0 0-1,0 0 1,0-1-1,0 1 1,0 0 0,0-1-1,-15 14 423,14-11-448,0 0-1,0 0 1,0 0-1,0 0 1,0 0-1,0 1 1,1-1-1,-1 0 1,1 0-1,0 1 1,0-1 0,0 0-1,0 0 1,0 1-1,0-1 1,0 0-1,1 1 1,-1-1-1,1 0 1,0 0-1,0 0 1,-1 0 0,1 0-1,1 0 1,-1 0-1,0 0 1,0 0-1,1 0 1,-1 0-1,1-1 1,0 1-1,-1-1 1,1 1 0,0-1-1,0 1 1,0-1-1,0 0 1,0 0-1,0 0 1,0 0-1,0-1 1,0 1 0,1 0-1,-1-1 1,0 0-1,0 1 1,5-1-1,0-1-206,0 0 0,0 0 0,0 0 0,0-1 0,-1 0 0,1-1 0,-1 1 0,1-1 0,-1 0-1,0-1 1,0 0 0,0 0 0,-1 0 0,1 0 0,6-8 0,9-10-854,0-2 0,20-30 0,-16 21 134,12-15-81,-2-3 1,-2 0-1,33-72 1,-51 90 1355,-2-1 1,12-49-1,-18 55 1243,-2-1 0,-1 0-1,0-46 2362,-6 76-3715,0 1 0,1-1 0,-1 0-1,1 0 1,-1 1 0,1-1 0,0 1 0,-1 0 0,1-1-1,0 1 1,0 0 0,-1 2 0,0-1 40,-16 28-209,1 2 0,1 0 1,2 1-1,-14 50 0,21-60-55,2 1 0,0 0 0,2 0 0,1 0 0,0 0-1,2 0 1,4 36 0,-2-54 7,-1 0 0,1 0 1,0 0-1,0-1 0,1 1 0,0-1 0,0 1 1,1-1-1,6 8 0,-8-11-4,1 0 0,-1 0 0,1 0-1,0 0 1,0 0 0,0-1 0,1 0 0,-1 1 0,1-1-1,-1-1 1,1 1 0,-1 0 0,1-1 0,0 0 0,0 0-1,0 0 1,0 0 0,5 0 0,1-1-709,0 0 1,-1 0-1,1-1 1,0 0-1,13-4 1,-17 3-624,0 0 1,-1 0-1,1-1 1,0 0 0,-1 0-1,1-1 1,-1 1-1,0-1 1,6-6 0,17-21-12475</inkml:trace>
</inkml:ink>
</file>

<file path=ppt/ink/ink3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4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18008,'0'0'14759,"0"25"-14759,0-18 0,7 2 0,0 2 0,0 3 0,-1 2 0,1-1-1873,0 1-3425</inkml:trace>
</inkml:ink>
</file>

<file path=ppt/ink/ink3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4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1 1665,'0'0'17064,"-108"144"-13047,74-92-943,0-2-2018,7 2-1056,-14 4-688,1 12-3138,-15 6-4770</inkml:trace>
</inkml:ink>
</file>

<file path=ppt/ink/ink3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5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21 252 5378,'0'0'13532,"-4"-4"-11801,3 2-1505,-1-1 0,0 1 0,0-1 0,1 0 0,-1 1 0,1-1 0,0 0 0,0 0 0,0 0 0,0 0 0,1 0 0,-1 0 0,1 0 0,0 0 0,0 0 0,0 0 0,0 0 0,0 0 0,0 0 0,1 0 0,0 0 0,0 0 0,-1 0 0,2 0 0,-1 0 0,2-2 0,6-7-32,1 0 1,1 1 0,0 0-1,1 0 1,0 2-1,0-1 1,1 2-1,25-14 1,-16 11-115,1 1 1,0 0-1,0 2 1,43-9-1,-58 15-68,1 1 0,-1 0 0,1 0 0,13 1 0,-20 0-13,-1 0 0,1 1-1,-1-1 1,1 0 0,-1 1 0,1-1 0,-1 1-1,0-1 1,1 1 0,-1 0 0,0-1 0,1 1-1,-1 0 1,0 0 0,0 0 0,0 0-1,0 0 1,1 0 0,-2 1 0,1-1 0,0 0-1,0 0 1,0 1 0,-1-1 0,1 1 0,0-1-1,-1 0 1,1 1 0,-1 1 0,3 11 66,-1 0 1,-1 1 0,-1-1-1,0 0 1,-1 0-1,-3 21 1,-25 86 631,18-83-307,-8 57 1,18-91-369,-2 14 79,1 1 0,1-1 0,1 1 0,0-1 0,4 21 0,-3-35-100,0 1 0,0-1 1,0 0-1,0 0 0,1 0 0,0 0 1,0 0-1,0 0 0,0 0 1,1-1-1,0 1 0,-1-1 1,1 0-1,0 0 0,1 0 0,-1 0 1,0 0-1,1-1 0,0 1 1,-1-1-1,1 0 0,0 0 1,0 0-1,0-1 0,1 1 1,-1-1-1,5 1 0,16 1-122,0 0 1,49-1-1,-51-3-387,-21 1 236,-4-19 371,1 18-92,-1 0 1,1 0-1,0 1 1,0-1-1,0 1 1,0-1-1,-1 1 0,1 0 1,0 0-1,-1-1 1,1 1-1,0 0 1,0 0-1,-1 0 1,1 0-1,0 0 0,-1 1 1,1-1-1,0 0 1,0 0-1,-1 1 1,1-1-1,0 1 0,0-1 1,-2 2-1,2 0-3,-1-1 0,0 1 0,1 0 0,0 0-1,0 0 1,-1 0 0,1 0 0,0 0-1,0 0 1,1 0 0,-1 1 0,0-1 0,0 3-1,-1 12-15,1 0 1,0 1-1,2 21 0,0-20 21,-2 18-47,2 0-1,1 0 1,2 0-1,16 64 1,-19-98 38,3 9 44,0 1 0,0-1 0,-1 1 0,-1 0 0,0 0 0,-1 0 0,0 0 0,-1 0 0,-3 25 0,2-35 3,-1-1 0,0 1 0,1 0 0,-1-1 0,0 1 0,0-1 0,-1 1 0,1-1 0,0 0 0,-1 0 0,1 0 0,-1 0 0,0 0 0,1-1 0,-1 1 1,0-1-1,0 0 0,0 0 0,0 0 0,0 0 0,-4 0 0,-68 9 751,-35-10-993,145 0-4765,-10 0-3846,-23 0 7488,24 0-12616</inkml:trace>
</inkml:ink>
</file>

<file path=ppt/ink/ink3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244 200 624,'0'0'5862,"36"7"3782,-24-7-8075,-11-1-1533,0 0-1,1 0 1,-1 0 0,0 0-1,0 0 1,0 0 0,0-1 0,0 1-1,-1 0 1,1-1 0,0 1 0,-1-1-1,1 1 1,-1-1 0,1 1 0,-1-1-1,0 1 1,1-1 0,-1 0 0,0-2-1,-1-39 55,0 26-20,2 13-62,-1 0 0,1 0 0,-1 0 0,0 0 0,-1 0 0,1 0 0,-1 0 0,1 0 0,-1 0 0,-1 0 0,1 0 0,0 1 0,-1-1 0,0 0 0,0 1 0,0-1 0,0 1 0,0 0 0,-1 0 0,1 0 0,-1 0 0,0 0 0,0 0 0,0 1 0,-1 0 0,1-1 0,0 1 0,-1 0 0,1 1 0,-1-1 0,0 1 0,-4-2 0,4 1 31,0 1 0,0-1 0,0 1 1,0 0-1,0 0 0,0 0 1,0 0-1,0 1 0,-1 0 0,1 0 1,0 0-1,0 0 0,0 1 0,0-1 1,-1 1-1,1 0 0,0 0 0,0 1 1,1-1-1,-1 1 0,0 0 1,0 0-1,1 0 0,-1 1 0,1-1 1,0 1-1,0 0 0,0 0 0,0 0 1,0 0-1,-2 4 0,-8 13 165,2 0 0,0 1 0,2 0 0,0 0 0,2 1-1,0 1 1,-4 22 0,4 1 446,2 1 0,1 70 0,16 272 1527,-5-246-2036,-6-82-3068,-17-64-8734,-8-14 4623</inkml:trace>
</inkml:ink>
</file>

<file path=ppt/ink/ink3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7187,'0'0'15559,"21"-12"-13886,3-3-1156,-11 7-206,0 0 0,1 0 0,0 1 0,0 1 0,0 0-1,1 1 1,27-5 0,8 2 426,0 1 0,1 3 0,87 4 0,-136 1-738,0-1-1,0 1 1,0 0-1,0-1 0,0 1 1,0 0-1,0 0 1,0 0-1,0 0 1,-1 1-1,1-1 0,0 0 1,-1 1-1,1-1 1,-1 1-1,1 0 1,-1-1-1,0 1 1,0 0-1,1 0 0,-1 0 1,-1 0-1,1 0 1,0 0-1,0 0 1,-1 0-1,1 0 0,-1 3 1</inkml:trace>
</inkml:ink>
</file>

<file path=ppt/ink/ink3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1 251 2385,'0'0'18152,"5"9"-15761,2 2-1685,-3-6-219,-1 1 0,0-1 0,0 1 0,0 0 0,4 12 0,1 3 2995,-5-21-1582,-2-13-1071,-1-176-829,1 178-84,1 1 1,1-1-1,0 0 1,0 1-1,1 0 0,5-11 1,1-4-194,2 5-4101,2 14-6637</inkml:trace>
</inkml:ink>
</file>

<file path=ppt/ink/ink3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60 3874,'0'0'17506,"2"-4"-15465,-2 4-1934,0-1-1,1 1 0,-1-1 1,0 1-1,0-1 0,1 1 1,-1-1-1,0 1 0,0-1 1,0 1-1,0-1 0,0 1 1,0-1-1,0 1 0,0-1 1,0 0-1,0 1 0,0-1 1,0 1-1,0-1 0,0 1 0,0-1 1,0 1-1,-1-1 0,1 1 1,0-1-1,0 1 0,-1-1 1,1 1-1,0-1 0,-1 1 1,1-1-1,-1 1 0,-17 4 1729,-23 26-460,38-26-1314,0 1-1,0-1 1,1 1 0,0-1-1,0 1 1,0 0 0,0 0-1,1 0 1,0 0 0,0 0-1,0 0 1,0 0 0,1 0 0,0 0-1,0 0 1,2 9 0,-2 5-87,1-17 20,-1-1 1,1 1 0,-1-1-1,1 1 1,0-1 0,0 1-1,0-1 1,0 1 0,0-1 0,0 0-1,0 0 1,0 1 0,0-1-1,1 0 1,-1 0 0,0 0-1,1 0 1,-1 0 0,1-1-1,-1 1 1,1 0 0,-1-1-1,1 1 1,0-1 0,-1 0 0,1 1-1,0-1 1,-1 0 0,4 0-1,56 3-416,-55-3 307,1 0-50,1 0 0,-1-1 0,0 0-1,0 0 1,-1-1 0,1 0 0,0 0 0,-1-1-1,1 0 1,10-6 0,-15 7 117,0 1 0,0 0-1,0-1 1,0 0 0,0 1 0,0-1 0,0 0 0,-1 0-1,1 0 1,-1 0 0,0 0 0,1-1 0,-1 1 0,0 0-1,0-1 1,-1 1 0,1 0 0,0-1 0,-1 1 0,1-1-1,-1 1 1,0-1 0,0 1 0,0-1 0,0 1 0,0-1 0,-1 1-1,1-1 1,-1 1 0,1-1 0,-1 1 0,0-1 0,-2-3-1,-1 2 74,0 0 0,0 0 0,-1 1 0,1-1 0,-1 1-1,0 0 1,0 0 0,0 1 0,0 0 0,0-1 0,0 2 0,-1-1-1,1 1 1,-8-2 0,-19-7 208,31 9-222,1 1 0,-1 0 0,1 0 0,-1 0-1,1-1 1,-1 1 0,1 0 0,-1-1 0,1 1 0,-1 0 0,1-1 0,0 1-1,-1-1 1,1 1 0,0-1 0,-1 1 0,1-1 0,0 1 0,-1-1 0,1 1-1,0-1 1,0 1 0,0-1 0,0 1 0,-1-1 0,1 1 0,0-1 0,0 0-1,0 1 1,0-1 0,0 1 0,0-1 0,1 1 0,-1-1 0,0 0 0,0 1-1,0-1 1,0 1 0,1-1 0,-1 1 0,0-1 0,1 1 0,-1-1 0,0 1-1,1-1 1,-1 1 0,0 0 0,1-1 0,-1 1 0,1-1 0,-1 1 0,1 0-1,-1-1 1,1 1 0,-1 0 0,1 0 0,-1 0 0,1-1 0,-1 1 0,2 0-1,30-17-121,-12 12 102,0 1 0,0 1 1,1 0-1,-1 2 0,30 1 0,-48 0 9,1 0 34,-1 0 0,0 0 0,1 0 0,-1 0 0,0 0-1,1 1 1,-1-1 0,0 1 0,0-1 0,1 1 0,-1 0 0,0 0 0,0 0 0,0 0 0,0 1 0,0-1 0,0 0 0,0 1-1,-1 0 1,1-1 0,0 1 0,-1 0 0,1 0 0,-1-1 0,0 1 0,0 1 0,1-1 0,-1 0 0,-1 0 0,2 3 0,0 5 219,0 0 0,-1 0 1,0 0-1,-1 0 1,-1 18-1,0-1-64,1-27-34,16-10-131,-3-3-74,1 1 0,0 1-1,1 0 1,0 1 0,1 0 0,0 1 0,0 1 0,1 1 0,0 0-1,0 1 1,1 1 0,-1 1 0,1 0 0,35-2 0,-53 7 77,1 0 0,0 0 1,0 0-1,-1 0 0,1 0 1,0 0-1,-1 0 0,1 0 1,-1 1-1,0-1 0,1 0 1,-1 0-1,0 0 0,0 1 1,1-1-1,-1 0 0,0 0 1,0 0-1,-1 1 1,1 1-1,0 39 306,-1-31-344,1 8 148</inkml:trace>
</inkml:ink>
</file>

<file path=ppt/ink/ink3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15303,'0'0'6384,"-5"27"-1576,0 4-3615,-3 18 902,-2 58 1,2-47-1509,5-45-549,1 0 0,0 0-1,1 0 1,1 0-1,0 0 1,1 0-1,4 21 1,-5-34-142,1 1 0,-1-1 0,1 1 0,0-1-1,0 1 1,0-1 0,1 0 0,-1 1 0,0-1 0,1 0 0,-1 0 0,1 0-1,0 0 1,0 0 0,0-1 0,0 1 0,0 0 0,0-1 0,0 1 0,1-1-1,-1 0 1,0 0 0,1 0 0,-1 0 0,1 0 0,-1-1 0,1 1 0,0-1 0,-1 1-1,1-1 1,-1 0 0,1 0 0,0 0 0,-1-1 0,1 1 0,3-1 0,0-1-419,1 0 1,-1 0 0,0-1 0,0 1 0,0-1 0,0-1 0,-1 1-1,1-1 1,-1 0 0,0 0 0,0-1 0,0 1 0,6-9 0,8-16-8477,-4-2-3591</inkml:trace>
</inkml:ink>
</file>

<file path=ppt/ink/ink3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2481,'0'0'20602,"196"-5"-19786,-94-11-816,0-4-416,-8 2-3730,-6 0-8228</inkml:trace>
</inkml:ink>
</file>

<file path=ppt/ink/ink3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1056,'0'0'9866,"0"-19"67,9 153-3892,-3-64-4508,-3-45-954,2 0 0,13 48 1,-11-53-1055,-1 1-1,-1 1 1,-1-1 0,1 33 0,-5-96-23602</inkml:trace>
</inkml:ink>
</file>

<file path=ppt/ink/ink3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1 291 8004,'0'0'10938,"9"0"-9319,54-4 724,-18 3-1019,71-12 1,357-98-526,188-34-752,-609 137 177,1 3 0,98 2 0,-149 3-125,0 0-1,-1 1 0,1 0 1,0-1-1,-1 1 1,1 0-1,0 0 1,-1 0-1,1 0 1,-1 0-1,1 0 0,-1 0 1,0 1-1,1-1 1,-1 0-1,0 1 1,0-1-1,0 1 1,0-1-1,0 1 0,0 0 1,-1-1-1,1 1 1,0 0-1,-1 0 1,0-1-1,1 1 1,-1 0-1,0 0 0,0 2 1,3 68 1740,-4-55-1432,-1 115-137,5 150-142,1-258-128,1 0 0,15 45 0,-10-37 0,-10-30 0,3 7 0,-6-11 0,-18-16 0,2 9 0,-1 1 0,-1 0 0,1 2 0,-1 0 0,-1 1 0,-37-3 0,-134 4 0,126 4 0,-63 5 0,1 5 0,1 5 0,0 6 0,1 6 0,2 5 0,-164 65 0,276-92 0,6-3 0,0 1 0,0 0 0,0 0 0,0 1 0,1 0 0,-9 5 0,17-8 0,0 0 0,0 0 0,0 0 0,0-1 0,0 1 0,0-1 0,0 0 0,0 0 0,0 1 0,1-1 0,-1 0 0,0-1 0,3 1 0,6-4-407,1 1 1,-1-2-1,0 1 1,14-9-1,-22 12 234,-1-1 0,1 0 0,0 1 0,0-1 0,-1 0 0,1 0 0,-1 0 0,1-1 0,-1 1 0,0-1 0,0 1 0,0-1 0,0 0 0,0 1 0,-1-1 0,1 0 0,-1 0-1,0 0 1,0-1 0,1-3 0,4-12-9476,-5 6 490</inkml:trace>
</inkml:ink>
</file>

<file path=ppt/ink/ink3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14 138 4210,'0'0'12043,"5"5"-10029,-1 2-1489,0-1 0,0 1 1,0 0-1,-1 0 0,0 0 0,-1 0 0,1 0 1,-1 0-1,-1 1 0,2 11 0,0 86 2888,-3-74-2630,-1-31-776,1 0 1,-1 0-1,1 0 1,-1 0-1,1 0 1,-1 0 0,0 0-1,1 0 1,-1 0-1,1-1 1,-1 1 0,1 0-1,-1 0 1,0 0-1,1-1 1,-1 1-1,1 0 1,-1-1 0,1 1-1,0 0 1,-1-1-1,1 1 1,-1-1-1,1 0 1,-7-12-133,1 0-1,1-1 1,1 1-1,0-1 1,0 0-1,-1-22 1,-1-90-1644,6 125 1748,0 0-1,0 1 0,-1-1 0,1 0 0,0 0 1,1 1-1,-1-1 0,0 0 0,0 1 0,0-1 0,0 0 1,0 0-1,1 1 0,-1-1 0,0 0 0,1 1 1,-1-1-1,0 1 0,1-1 0,-1 0 0,1 1 0,-1-1 1,1 1-1,-1-1 0,1 1 0,-1 0 0,1-1 1,0 1-1,0-1 0,21 6-231,20 24 244,-41-28 5,5 4-4,1-1 0,-1 0-1,1-1 1,0 1 0,-1-1 0,2 0 0,-1-1-1,0 0 1,0 0 0,13 1 0,78 1-91,-74-4 24,-15 0 22,0-1 0,-1 1 0,1-1 0,-1-1 0,1 0 0,-1 0 0,1-1 0,-1 0 0,0 0 0,0-1 0,10-7 0,-14 9 4,0-1 1,0 0-1,0-1 1,-1 1-1,1-1 1,-1 1 0,0-1-1,0 0 1,0-1-1,-1 1 1,0 0-1,1-1 1,-1 1-1,-1-1 1,1 1 0,-1-1-1,0 0 1,0 0-1,0 0 1,0 0-1,-1-5 1,0 8 47,0 0 0,0 1 0,-1-1 0,1 1 0,0-1 0,-1 0 0,1 1 0,-1-1 1,0 1-1,1-1 0,-1 1 0,0 0 0,0-1 0,0 1 0,0 0 0,0 0 0,0-1 0,0 1 0,-1 0 0,1 0 0,0 0 1,-1 0-1,-2-1 0,0 0 68,-1 0-1,1 1 1,-1-1 0,0 1 0,1 0 0,-1 0 0,0 0 0,-7 1 0,5-1 128,1 1 0,0 1 0,-1-1 0,1 1 0,0 0 0,0 0 0,0 1 0,0 0 0,0 0 0,0 0 0,0 1 0,0-1 0,1 2 0,-7 4 0,6-2-54,1 1-1,0 0 0,1 0 0,0 0 0,0 0 1,0 1-1,1-1 0,0 1 0,1 0 1,0 0-1,0 0 0,1 1 0,-1-1 0,2 0 1,-1 0-1,1 1 0,1-1 0,-1 0 0,2 1 1,-1-1-1,1 0 0,0 0 0,0 0 1,7 12-1,-6-12-197,0 1 0,1-1 0,1 0 0,-1-1-1,1 1 1,1-1 0,-1 0 0,1 0 0,1-1 0,-1 0 0,1 0 0,0 0 0,0-1 0,1 0 0,-1 0 0,1-1 0,0 0 0,0-1 0,1 1 0,-1-2 0,1 1-1,15 2 1,-8-4-866,-1 0-1,0-1 1,1 0-1,29-6 1,-34 3-331,0 0 1,-1 0-1,1-1 1,15-9-1,41-26-8755</inkml:trace>
</inkml:ink>
</file>

<file path=ppt/ink/ink3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12678,'0'0'5031,"-19"14"-615,12-9-4120,-104 79 4734,93-69-4146,0 1 0,1 1 0,1 1 0,-25 34 0,38-48-837,1 0 1,0 1-1,0-1 1,0 0-1,1 1 1,-1 0-1,1-1 0,0 1 1,0 9-1,2-13-57,1 0 0,-1 0-1,1-1 1,0 1 0,-1 0-1,1-1 1,0 1 0,0-1-1,0 1 1,-1-1 0,1 0-1,0 0 1,0 0 0,0 0-1,-1 0 1,1 0-1,0 0 1,2-1 0,3 0-42,1 0-119,1 0-1,0-1 0,0 0 0,0 0 0,-1-1 0,0-1 1,1 1-1,-1-1 0,0-1 0,-1 1 0,12-10 0,-4 3-477,0-1-1,-1-1 0,0 0 0,17-24 0,-29 34 623,0 1 0,0 0 0,-1-1 0,0 1 0,1-1 0,-1 0 0,0 1 0,0-1 0,0 0 0,-1 0 0,1 0 0,-1 0 0,0 0 0,1 1 0,-1-1 0,-1-5 0,-3 7 353,-1 0 0,1 1 0,-1-1 0,1 1 0,-1 0 0,1 0 0,-1 0 0,-5 2 0,8-2-265,0 1-1,0 0 0,0 0 0,1 0 0,-1 0 1,0 0-1,0 0 0,1 1 0,-1-1 0,1 0 0,-1 1 1,1-1-1,0 1 0,0 0 0,0-1 0,-1 1 1,2 0-1,-1 0 0,0 0 0,0-1 0,0 1 0,1 0 1,-1 0-1,1 0 0,0 0 0,-1 0 0,1 0 1,0 0-1,0 0 0,0 0 0,1 0 0,-1 0 1,1 3-1,-1-2-128,1-1 1,-1 1-1,1 0 1,0-1 0,0 1-1,0-1 1,0 1-1,0-1 1,0 1 0,1-1-1,-1 0 1,1 0-1,0 0 1,0 0-1,0 0 1,0 0 0,0 0-1,0 0 1,0-1-1,0 1 1,1-1 0,-1 0-1,0 0 1,1 1-1,2-1 1,64 6-7072,-24-14-3597,-17-8 1809</inkml:trace>
</inkml:ink>
</file>

<file path=ppt/ink/ink3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10885,'0'0'10616,"0"23"-7831,0 78-1200,0-34 1715,0-66-2687,0-17 177,0-18-536,-1 9-186,2 0 0,4-36 0,-3 53-84,0 0 0,0 0 0,0 1 0,1-1 0,0 1 0,0 0 1,1-1-1,0 2 0,0-1 0,1 0 0,10-10 0,-3 4-232,0 1 0,1 0 0,20-13 0,5 7-2705,8 11-4628,-37 7 15</inkml:trace>
</inkml:ink>
</file>

<file path=ppt/ink/ink3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9412,'0'0'14794,"0"27"-12775,-2 48-751,-1 23 1289,10 101 0,-2-172-2504,1 0 1,17 44-1,-6-18-136,-17-52-32,1-1 0,-1 0 1,0 0-1,0 1 0,1-1 0,-1 0 0,0 0 0,0 1 0,0-1 0,0 0 0,1 1 0,-1-1 0,0 0 1,0 1-1,0-1 0,0 0 0,0 1 0,0-1 0,0 0 0,0 1 0,0-1 0,0 0 0,0 1 0,0-1 1,0 0-1,0 0 0,0 1 0,0-1 0,-1 0 0,1 1 0,0-1 0,0 0 0,0 1 0,0-1 0,-1 0 1,1 0-1,0 1 0,0-1 0,0 0 0,-1 0 0,1 1 0,0-1 0,0 0 0,-1 0 0,1 0 1,0 0-1,-1 0 0,1 1 0,0-1 0,-1 0 0,1 0 0,0 0 0,-1 0 0,1 0 0,-1 0 0,0 0-247,0-1 0,0 1 0,0-1-1,1 1 1,-1-1 0,0 1-1,0-1 1,0 0 0,1 1 0,-1-1-1,0 0 1,1 0 0,-1 0 0,0 1-1,1-1 1,-1 0 0,1 0-1,-1-1 1,-1-5-1294,1 1 0,-1-1 0,1 1 0,1-1 0,-1 1 0,1-9 0,0-22-4837</inkml:trace>
</inkml:ink>
</file>

<file path=ppt/ink/ink3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115 242 7940,'0'0'7118,"26"-13"-4816,5-4-1736,-13 7-215,1 0 0,-1 2 0,2 0 0,-1 1 0,1 1 0,29-6 0,369-60 4012,215 2-3561,-439 62-425,-108 7 3648,-85 2-3988,0-1 1,0 0-1,0 0 0,0 1 1,0-1-1,0 1 1,0-1-1,0 1 1,0-1-1,0 1 0,-1-1 1,1 1-1,0 0 1,0 0-1,0-1 1,-1 1-1,1 0 0,0 0 1,-1 0-1,1 0 1,-1 0-1,1 0 1,-1 0-1,1 0 0,-1 0 1,0 0-1,0 0 1,1 0-1,-1 0 1,0 0-1,0 0 0,0 2 1,0 46 1338,-1-33-1170,-13 177-206,14-168 0,0 0 0,2 0 0,0 0 0,2 0 0,0 0 0,10 27 0,-13-49 0,9 21 0,-1 2 0,-1-1 0,-2 1 0,0 0 0,3 50 0,-10-76 0,0 1 0,0-1 0,0 1 0,0-1 0,0 1 0,0-1 0,0 0 0,0 0 0,0 0 0,0 1 0,0-1 0,0 0 0,0 0 0,0 0 0,0 0 0,0-1 0,-2 1 0,0 0 0,-288-18 0,-208 32 0,363-1 0,-221 51 0,264-42 0,2 4 0,-128 55 0,214-79 0,2-1 0,1 0 0,0 0 0,0 0 0,0 0 0,-1 0 0,1 0 0,0 1 0,1-1 0,-1 1 0,0-1 0,0 1 0,1 0 0,-1 0 0,0 0 0,0 2 0,2-4-1,0 1 0,1-1 1,-1 1-1,0-1 0,1 1 0,-1-1 1,1 0-1,-1 1 0,1-1 0,-1 0 1,1 0-1,-1 1 0,1-1 0,-1 0 1,1 0-1,-1 0 0,1 1 0,0-1 1,-1 0-1,1 0 0,-1 0 0,1 0 1,0 0-1,-1 0 0,1 0 0,-1 0 0,1-1 1,-1 1-1,1 0 0,-1 0 0,1 0 1,0-1-1,0 1-54,4-2-346,0 0-1,0 0 1,-1-1 0,1 0-1,-1 0 1,1 0-1,-1 0 1,5-6 0,32-34-7381,-32 34 4953,11-14-6303</inkml:trace>
</inkml:ink>
</file>

<file path=ppt/ink/ink3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4722,'0'1'22315,"0"15"-21881,22 302 2942,-2-79-1456,-16-165-1920,3 0 0,20 90 0,-22-138 0,0 1 0,-3 0 0,1 34 0,-3-59 0,0 0 0,0 0 0,0 0 0,1 0 0,-1 0 0,1 0 0,0 0 0,-1 0 0,1 0 0,0 0 0,2 2 0,1-3-598</inkml:trace>
</inkml:ink>
</file>

<file path=ppt/ink/ink3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2086 4530,'0'0'9476,"6"8"-3106,4-4-5875,37-4-33,1-2 0,-1-2 1,79-18-1,407-70 1641,-178 37-1565,910-202-114,-134 74 75,-698 133-370,333-28 350,178-15 314,218-11-860,39 42 326,-550 48-285,549-39 1250,-413-14-944,-181 18-187,565-91-484,-621 69 566,-35 7-146,-16 25 294,-465 40-158,-26 0-44,0-1 0,0 0 1,0 0-1,0 0 0,0-1 1,11-3-1,-7 2 168,0 0 0,0 0 1,1 2-1,-1 0 0,24 2 0,4 0 145,-15-1-434,-18 0 0,0 0 0,0-1 0,1 0 0,-1 0 0,0-1 0,0 0 0,12-3 0,-19 3 0,0-1 0,0 0 0,-1 1 0,1-1 0,0 1 0,-1-1 0,1 1 0,-1-1 0,1 1 0,-1-1 0,0 1 0,1-1 0,-1 1 0,0-1 0,0 1 0,0 0 0,-2-2 0,2 2 0,-23-59 0,17 37 0,-13-50 0,16 54 0,0 0 0,-11-26 0,3 13 0,1 0 0,2-1 0,2 0 0,1-1 0,1 1 0,2-1 0,2-58 0,0 97 0,1 0 0,0-1 0,0 1 0,0 0 0,1 0 0,-1-1 0,1 1 0,1 0 0,-1-1 0,0 1 0,1-1 0,0 1 0,0-1 0,1 0 0,-1 0 0,1 0 0,4 5 0,-6-4 0,-1 0 0,1 0 0,-1 0 0,0 1 0,0-1 0,0 0 0,-1 1 0,0 4 0,-2-3 0,1 0 0,-1 0 0,0 0 0,-1-1 0,0 1 0,0-1 0,0 0 0,-8 8 0,-45 43 0,9-21 0,38-30 0,1 1 0,-1 0 0,1 0 0,0 1 0,1 1 0,-1-1 0,-11 19 0,12-14 0,47-58 0,-14 15 0,-1-2 0,-2 0 0,-1-2 0,31-67 0,-50 95 0,15-18 0,-15 22 0,4 2 0,-5 0 0,1 1 0,0 0 0,0 0 0,0-1 0,-1 1 0,1 0 0,0 1 0,-1-1 0,1 0 0,-1 0 0,1 1 0,-1-1 0,0 1 0,0-1 0,1 1 0,-1-1 0,0 1 0,-1 0 0,1 0 0,1 3 0,0-1 0,10 12 0,0 1 0,2-2 0,-1 0 0,2 0 0,0-1 0,1-1 0,0-1 0,0 0 0,2-1 0,-1-1 0,2 0 0,-1-1 0,31 9 0,-48-17 0,1-1 0,0 1 0,-1 0 0,1 0 0,-1 0 0,0 0 0,1 0 0,-1 0 0,0 1 0,1-1 0,-1 0 0,0 1 0,0-1 0,0 1 0,0-1 0,-1 1 0,1-1 0,0 1 0,-1 0 0,2 2 0,2 34 0,2-28-745,-6-10 669,0 0-1,0 0 1,0 0-1,0 0 1,0 0-1,1 0 1,-1 1 0,0-1-1,0 0 1,0 0-1,0 0 1,0 0-1,0 0 1,1 0-1,-1 0 1,0 0 0,0 0-1,0 0 1,0 0-1,0 0 1,0 1-1,0-1 1,0 0 0,0 0-1,1 0 1,-1 0-1,0 0 1,0 0-1,0 1 1,0-1-1,0 0 1,0 0 0,0 0-1,0 0 1,0 0-1,0 0 1,0 1-1,0-1 1,0 0-1,0 0 1,0 0 0,0 0-1,0 0 1,0 1-1,0-1 1,0 0-1,0 0 1,0 0-1,0 0 1,-1 0 0,1 0-1,0 1 1,0-1-1,0 0 1,0 0-1,0 0 1,0 0-1,0 0 1,0 0 0,0 0-1,-1 0 1,1 0-1,0 1 1</inkml:trace>
</inkml:ink>
</file>

<file path=ppt/ink/ink3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13030,'0'0'4242,"6"135"-9685,22-112-2832</inkml:trace>
</inkml:ink>
</file>

<file path=ppt/ink/ink3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23 2897,'0'0'4885,"-3"16"8837,3-11-11254,31-10-1930,-3-4-494,-1 1 1,1 1-1,1 2 1,-1 1-1,55-2 1,-82 7-35,1 0 0,-1 0 1,1 0-1,-1-1 0,0 1 1,1 0-1,-1 1 0,0-1 0,0 0 1,0 0-1,0 0 0,0 1 1,0-1-1,0 1 0,0-1 1,-1 0-1,1 1 0,0 0 0,-1-1 1,1 1-1,-1-1 0,0 1 1,1 0-1,-1-1 0,0 1 1,0-1-1,0 4 0,0-1 24,1 0-1,-1 1 1,0-1-1,0 0 0,0 0 1,-1 1-1,0-1 1,1 0-1,-1 0 1,-3 8-1,-2-5 80,0 0 0,0 0 0,0-1 0,-1 0 0,0 0 1,0 0-1,-12 6 0,-62 32 737,73-40-786,165 1-984,-150-5 878,0-1-22,0 1-1,0 0 1,-1 1 0,1 0 0,0 0 0,11 3-1,-16-3 62,0 0-1,0 0 0,0 0 1,-1 1-1,1-1 0,-1 0 1,1 1-1,-1-1 0,1 1 0,-1-1 1,0 1-1,1 0 0,-1-1 1,0 1-1,0 0 0,-1 0 1,1 0-1,0 0 0,0 0 1,-1 0-1,0 0 0,1 0 1,-1 0-1,0 0 0,0 0 0,0 0 1,0 3-1,0 6 6,0-5 26,0 0 1,0 0-1,0-1 0,-1 1 0,0 0 0,-2 7 1,2-10 5,0-1 0,-1 1 1,1-1-1,-1 1 1,0-1-1,1 0 0,-1 0 1,0 0-1,0 0 1,0 0-1,0 0 0,-1-1 1,1 1-1,0-1 1,-1 0-1,-4 3 0,-4 0 142,-1 0-1,1-1 0,-1 0 0,0 0 0,0-1 0,-19 0 0,-78-3 1489,45-1-146,52 2-562,1 0-2176,24 23-13091,-12-14 7545</inkml:trace>
</inkml:ink>
</file>

<file path=ppt/ink/ink3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46 4162,'0'0'18491,"0"48"-16007,-4-47-2284,1 0 0,-1 0 0,0 0 0,0 0 0,0-1 0,0 0 0,0 0 1,0 0-1,0 0 0,0 0 0,-7-3 0,10 2-175,-1-1 0,1 0 1,0 0-1,0 0 0,0 0 0,0 0 1,1 0-1,-1 0 0,1 0 0,-1 0 1,1 0-1,0-1 0,-1 1 1,1 0-1,0 0 0,0 0 0,1-1 1,0-2-1,-1 3-27,0 0 0,0 0 1,1 0-1,-1 1 0,0-1 0,1 0 1,-1 1-1,1-1 0,0 0 1,0 1-1,0-1 0,0 1 0,0-1 1,0 1-1,0-1 0,0 1 0,0 0 1,1-1-1,-1 1 0,0 0 1,1 0-1,2-2 0,7 1-9,0 1 0,-1 0 0,21 0 0,-20 1 20,-10 1 4,1-1 0,-1 0 0,0 1 0,0-1 0,1 1 0,-1-1-1,0 1 1,0-1 0,1 1 0,-1 0 0,0 0 0,0-1-1,0 1 1,0 0 0,0 0 0,0 0 0,0 0 0,0 0-1,-1 1 1,1-1 0,0 0 0,-1 0 0,1 0 0,-1 1-1,1-1 1,-1 0 0,1 1 0,-1-1 0,0 0 0,0 1-1,0-1 1,0 2 0,2 52 641,-3-41-371,1-12-224,-1 1-1,0 0 1,0-1-1,1 1 0,-1-1 1,-1 0-1,1 1 1,0-1-1,-1 0 1,1 1-1,-1-1 1,0 0-1,1 0 1,-1 0-1,0-1 1,0 1-1,0 0 1,-1-1-1,1 1 1,0-1-1,-1 0 0,-3 2 1,4-2-45,1 0 0,-1 0 1,1-1-1,-1 1 0,1 0 0,-1-1 1,1 1-1,-1-1 0,0 0 0,1 0 0,-1 1 1,0-1-1,1 0 0,-1 0 0,0-1 1,0 1-1,1 0 0,-1 0 0,1-1 0,-1 1 1,0-1-1,1 0 0,-1 1 0,1-1 1,-1 0-1,1 0 0,0 0 0,-1 0 0,1 0 1,0 0-1,-1 0 0,1-1 0,0 1 1,0 0-1,-1-2 0,-1-4-9,1 1-1,0-1 1,0 1-1,0-1 1,0 0-1,1 0 1,0 0 0,1 0-1,0 0 1,0 0-1,0 0 1,2-7-1,-1 11-14,-1 1-1,1-1 1,0 0-1,0 1 0,0-1 1,0 1-1,0-1 1,1 1-1,-1 0 0,1-1 1,-1 1-1,1 0 0,0 0 1,0 0-1,0 0 1,0 1-1,0-1 0,1 0 1,-1 1-1,0 0 1,1-1-1,-1 1 0,1 0 1,0 0-1,-1 0 0,1 1 1,0-1-1,-1 1 1,1-1-1,0 1 0,-1 0 1,4 0-1,-4 0 16,1 0 0,-1 1 0,0-1 0,0 1-1,0-1 1,0 1 0,0-1 0,-1 1 0,1 0 0,0 0 0,0 0-1,0 0 1,-1 0 0,1 1 0,0-1 0,-1 0 0,1 1-1,-1-1 1,0 1 0,1-1 0,-1 1 0,0 0 0,0 0 0,0-1-1,0 1 1,-1 0 0,2 4 0,1 1 86,-1 1 0,-1 0 1,1 0-1,-1 1 0,0 14 0,-2-21-69,1 0 1,-1 0-1,1 0 0,-1 0 1,0-1-1,0 1 0,0 0 1,0 0-1,0-1 0,0 1 0,0-1 1,-1 1-1,1-1 0,0 1 1,-1-1-1,1 0 0,-1 0 1,0 1-1,1-1 0,-1 0 0,0-1 1,0 1-1,1 0 0,-1 0 1,0-1-1,0 1 0,0-1 1,0 0-1,-3 1 0,-3 0 56,0 0 0,0 0 0,0 0-1,0-1 1,0 0 0,-9-2 0,15 1-83,0 0 1,-1 0-1,1-1 0,0 1 0,0-1 1,0 1-1,0-1 0,1 0 1,-1 0-1,0 0 0,1 0 0,-1 0 1,1 0-1,0 0 0,0-1 0,0 1 1,0 0-1,0-1 0,0 1 1,0-1-1,1 1 0,-1-1 0,1 1 1,0-5-1,-1 4-2,1 0-1,-1-1 1,1 1 0,0 0-1,0-1 1,0 1 0,0 0 0,1-1-1,-1 1 1,1 0 0,0 0-1,0-1 1,0 1 0,0 0-1,1 0 1,-1 0 0,1 0 0,0 1-1,2-4 1,-3 4 9,1 1 1,-1 0 0,0 0-1,1 0 1,-1 0-1,1 1 1,-1-1-1,1 0 1,0 0 0,-1 1-1,1-1 1,0 1-1,-1 0 1,1-1-1,0 1 1,-1 0 0,1 0-1,0 0 1,0 0-1,-1 0 1,1 1-1,0-1 1,-1 1-1,1-1 1,0 1 0,-1-1-1,1 1 1,-1 0-1,1 0 1,-1-1-1,1 1 1,-1 0 0,1 1-1,-1-1 1,0 0-1,0 0 1,1 0-1,-1 1 1,0-1 0,0 1-1,-1-1 1,1 1-1,0-1 1,0 1-1,0 2 1,3 3 13,-1 1 0,0 1 1,0-1-1,-1 0 0,0 1 0,0-1 1,-1 1-1,0 8 0,-1-16-16,0 0 0,-1 0 0,1 0 0,0 0 0,-1 0 0,1 0 0,0 0 0,-1 0 0,0 0 0,1 0 0,-1 0 0,1 0 0,-1-1 0,0 1 0,1 0 0,-1-1 0,0 1 0,0 0 0,0-1 0,0 1 0,1-1 0,-1 1 0,0-1 0,0 1 0,0-1 0,0 0 0,0 0 0,0 1 0,0-1 0,0 0 0,0 0 0,0 0 0,0 0 0,0 0 0,0 0 0,0 0 0,0-1 0,-2 1 0,2 0 0,0 0 0,-1-1 0,1 1 0,0 0 0,-1-1 0,1 1 0,0-1 0,-1 1 0,1-1 0,0 0 0,0 1 0,0-1 0,-1 0 0,1 0 0,0 0 0,0 0 0,0 0 0,0 0 0,0 0 0,1 0 0,-1 0 0,0 0 0,1-1 0,-1 1 0,0 0 0,1 0 0,-1-1 0,1 1 0,0 0 0,-1-1 0,1 1 0,0-2 0,0-10 0,-1 8 0,1 1 0,0-1 0,0 0 0,1 1 0,-1-1 0,1 1 0,0-1 0,0 1 0,3-7 0,-3 10 0,1-1 0,-1 0 0,1 0 0,-1 0 0,1 1 0,0-1 0,0 1 0,0 0 0,0-1 0,0 1 0,0 0 0,0 0 0,1 0 0,-1 0 0,0 1 0,0-1 0,1 1 0,-1-1 0,1 1 0,-1 0 0,0 0 0,1 0 0,-1 0 0,3 0 0,-3 1 0,-1-1 0,1 1 0,-1 0 0,1-1 0,-1 1 0,1 0 0,-1 0 0,0 0 0,1 0 0,-1 0 0,0 0 0,0 0 0,0 0 0,1 1 0,-1-1 0,-1 0 0,1 1 0,0-1 0,0 0 0,0 1 0,-1-1 0,1 1 0,-1 0 0,1-1 0,-1 1 0,0-1 0,1 1 0,-1 2 0,5 49 0,-5-52-125,0 0 0,0-1 0,0 1 0,0-1-1,0 1 1,0-1 0,0 1 0,0 0 0,-1-1 0,1 1 0,0-1 0,0 1 0,0-1-1,-1 1 1,1-1 0,0 1 0,-1-1 0,1 1 0,0-1 0,-1 1 0,1-1 0,0 0-1,-1 1 1,1-1 0,-1 0 0,1 1 0,-1-1 0,1 0 0,-1 1 0,1-1-1,-1 0 1,1 0 0,-1 0 0,0 0 0,1 1 0,-1-1 0,1 0 0,-1 0 0,1 0-1,-1 0 1,0 0 0,1 0 0,-1-1 0,1 1 0,-1 0 0,1 0 0,-1 0 0,1 0-1,-2-1 1,-32 4-6716</inkml:trace>
</inkml:ink>
</file>

<file path=ppt/ink/ink3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18 497 576,'0'0'6150,"-13"-16"6989,11 105-10593,0-29-1540,7 78-1,7-45-355,-2-23 203,1 85 0,-11-153-837,0 0 0,0 0 1,0 0-1,1 0 1,-1 0-1,1 0 1,-1-1-1,1 1 0,0 0 1,-1 0-1,1 0 1,0-1-1,0 1 1,0-1-1,1 1 1,-1-1-1,0 1 0,1-1 1,-1 0-1,0 1 1,1-1-1,0 0 1,-1 0-1,4 1 0,-4 1 22,-1 0-1,1 0 0,-1-1 0,0 1 1,1 0-1,-1 0 0,0 0 0,-1 0 1,0 4-1,1-4-15,0 10-23,-1-10-1,1 0-1,0 1 1,0-1 0,0 0-1,0 1 1,0-1 0,1 1-1,0-1 1,0 0 0,0 0-1,2 5 1,18 19 282,-20-26-252,0 0 0,0 0-1,0 0 1,0 0 0,0 0 0,1 0-1,-1 0 1,0 0 0,1-1 0,-1 1-1,0 0 1,1-1 0,-1 1-1,1-1 1,-1 0 0,1 1 0,-1-1-1,1 0 1,-1 0 0,1 0 0,-1 0-1,1 0 1,2-1 0,54 1-5,-43-1 259,282-9 164,-222 6-169,-35 2-166,259-7 341,-29-2-334,-141 13-77,129-4 0,-12-23-89,-214 20 64,200-33 37,-124 17-10,136-8 0,-203 25-4,57-12 1,26-4 25,-98 16 210,-25 4-115,20-3-48,-18 3-94,1 0 0,-1 0 1,0-1-1,0 1 0,0-1 1,0 0-1,0 0 0,-1 0 1,1-1-1,0 1 0,0 0 0,-1-1 1,1 0-1,3-3 0,6-1 524,-11 6-200,-8-33 178,7-494-520,-2 485 0,-3 0 0,-12-55 0,6 41 0,3 19 0,5 25 0,0-1 0,1 1 0,-1-23 0,-4-73 0,8 107 0,-1 1 0,0-1 0,0 0 0,0 0 0,0 1 0,0-1 0,0 0 0,-1 1 0,1-1 0,0 1 0,0-1 0,0 0 0,-1 1 0,1-1 0,0 0 0,0 1 0,-1-1 0,1 1 0,-1-1 0,1 1 0,0-1 0,-1 1 0,1-1 0,-1 1 0,0-1 0,1 1 0,-1 0 0,1-1 0,-1 1 0,1 0 0,-1-1 0,0 1 0,1 0 0,-1 0 0,0 0 0,1 0 0,-1-1 0,0 1 0,1 0 0,-1 0 0,0 0 0,1 0 0,-1 1 0,0-1 0,0 0 0,-33 12 0,25-8 0,-62 25 0,-2-3 0,-108 22 0,-240 17 0,64-12 0,132-11 0,-158 26 0,-3-31 0,278-30 0,-163 32 0,182-24 0,56-4 0,31 12-4421,-10 4-4465,11-12-313</inkml:trace>
</inkml:ink>
</file>

<file path=ppt/ink/ink3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7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2161,'0'0'12406,"0"9"-12246,0-7-208,-14 1-9028,1-3 3473</inkml:trace>
</inkml:ink>
</file>

<file path=ppt/ink/ink3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5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37 4482,'0'0'6990,"0"-5"-6003,0-13-80,0 4 6416,0 29-6511,0 261 284,0-278-2747,1-20-1175,-4-45-6253,-8 23 2231</inkml:trace>
</inkml:ink>
</file>

<file path=ppt/ink/ink3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5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6147,'0'0'12181,"40"-9"-11684,-33 27-353,-7 2-96,7 3-48,-7 4-1345,7 2-2993,-7 1-2337</inkml:trace>
</inkml:ink>
</file>

<file path=ppt/ink/ink3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6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8324,'0'0'13433,"-2"10"-12009,1 6-1054,1 1-1,0 0 0,2-1 1,-1 1-1,2-1 0,0 1 1,1-1-1,7 17 0,-11-32-404,0-1-1,1 1 0,-1-1 0,0 1 0,0-1 1,1 1-1,-1-1 0,0 1 0,1-1 0,-1 1 1,0-1-1,1 0 0,-1 1 0,1-1 0,-1 0 1,1 1-1,-1-1 0,1 0 0,-1 1 0,1-1 1,-1 0-1,1 0 0,-1 0 0,1 1 0,-1-1 1,1 0-1,0 0 0,-1 0 0,1 0 0,-1 0 1,1 0-1,-1 0 0,1 0 0,0 0 0,-1-1 1,1 1-1,-1 0 0,1 0 0,-1 0 0,1-1 1,-1 1-1,1 0 0,-1-1 0,1 1 0,-1 0 1,1-1-1,-1 1 0,1 0 0,-1-1 0,0 1 1,1-2-1,22-29-1161,-17 21 865,15-23-270,-17 26 608,0 0 0,0 0 0,1 1-1,0-1 1,0 1 0,0 0 0,9-6 0,2 59 2254,-12-35-1911,-3-10-536,0-1 1,0 0-1,0 0 1,0 1-1,0-1 0,1 0 1,-1 0-1,0 0 1,1-1-1,-1 1 1,1 0-1,-1 0 0,1-1 1,-1 1-1,1-1 1,-1 1-1,1-1 1,0 0-1,-1 0 0,1 1 1,2-2-1,0 2-512,0-1 0,-1 0-1,1 0 1,0 0-1,0-1 1,-1 1 0,1-1-1,-1 0 1,5-2-1,7-12-5398</inkml:trace>
</inkml:ink>
</file>

<file path=ppt/ink/ink3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6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5635,'0'0'17848,"-27"126"-16135,14-67-673,6 2 241,0 0-465,7-7-528,0-2-272,0-11-32,0-5-112,0-4-1024,0-8-545,0-6-752,0-4-849</inkml:trace>
</inkml:ink>
</file>

<file path=ppt/ink/ink3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6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8180,'0'0'11621,"121"3"-11525,-53-3-96,20 0-1953,7 0-4082,7-25-3409</inkml:trace>
</inkml:ink>
</file>

<file path=ppt/ink/ink3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387 493 4418,'0'0'16344,"-15"-5"-14232,-8-2-1226,1 1-1,-26-2 0,38 7-489,-1 0 1,0 0-1,1 1 1,-1 1-1,0 0 1,1 0 0,-1 1-1,-19 6 1,18-4-158,1 2 1,-1-1-1,1 2 1,1-1 0,-1 1-1,1 1 1,0 0-1,-16 17 1,21-19-139,0 0 0,0 1-1,0 0 1,1 0 0,0 0 0,1 0 0,-1 0-1,1 1 1,1 0 0,-1-1 0,1 1 0,0 0-1,1 0 1,-1 15 0,2-21-101,0-1 0,0 1 0,0 0 1,0 0-1,0 0 0,0-1 0,0 1 0,0 0 0,1 0 1,-1-1-1,1 1 0,-1 0 0,1-1 0,0 1 0,0 0 0,-1-1 1,1 1-1,0-1 0,1 0 0,-1 1 0,1 1 0,2-2-1,0 0-1,-1 0 0,1 0 1,0 0-1,-1-1 0,1 1 1,0-1-1,0 0 0,6 0 1,1-2-64,0 1 0,0-1 0,0-1 0,0 0 0,-1-1 0,1 0 0,-1 0 0,0-1 0,0 0 0,0-1 0,17-14 0,8-8-603,50-50 0,-59 50 146,-1-1-1,-2 0 1,-1-2-1,-1-1 1,30-60 0,-27 37 219,-2-2 1,27-106-1,-43 126 770,-6 38-439,0-1 1,0 0-1,0 0 0,0 0 1,0 0-1,0 0 0,0 0 1,-1 0-1,1 0 0,0 0 1,0 0-1,0 0 0,0 0 1,0 0-1,0 0 0,-1 1 1,1-1-1,0 0 0,0 0 1,0 0-1,0 0 0,0 0 1,0 0-1,-1 0 0,1-1 1,0 1-1,0 0 0,0 0 1,0 0-1,0 0 0,0 0 0,-1 0 1,1 0-1,0 0 0,0 0 1,0 0-1,0 0 0,0 0 1,0 0-1,0-1 0,0 1 1,-1 0-1,1 0 0,0 0 1,0 0-1,0 0 0,0 0 1,0 0-1,0-1 0,0 1 1,0 0-1,0 0 0,0 0 1,0 0-1,0 0 0,0 0 1,0-1-1,0 1 0,0 0 1,-29 49 2241,23-38-2596,-14 24 532,2 1 0,2 1 0,1 0 0,1 1 0,3 0 0,1 1 0,2 0 0,1 1 0,-2 63 0,9-96-237,0 1-458,0 0 1,0 0-1,1 1 1,0-1-1,0 0 1,5 15-1,-5-21 304,0 1 0,0-1 1,1 0-1,-1 0 0,1 0 0,0 0 0,-1-1 0,1 1 0,0 0 0,0-1 0,0 1 0,0-1 1,0 1-1,1-1 0,-1 0 0,0 0 0,1 0 0,-1 0 0,0-1 0,1 1 0,-1-1 0,1 1 1,-1-1-1,1 0 0,-1 0 0,1 0 0,2-1 0,20-1-5474,-4-9-2736</inkml:trace>
</inkml:ink>
</file>

<file path=ppt/ink/ink3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7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12998,'0'0'12891,"5"21"-11821,18 63-187,-21-82-853,-1 1 0,1 0-1,-1-1 1,1 1 0,0-1 0,0 1 0,0-1 0,0 0-1,1 0 1,-1 0 0,1 0 0,-1-1 0,1 1-1,-1-1 1,1 1 0,0-1 0,0 0 0,0 0-1,0 0 1,0 0 0,0-1 0,0 1 0,0-1-1,0 0 1,5 0 0,4 1 6,-6 0-13,15 3-14,1-2-1,-1 0 0,36-3 0,-52 1-43,0-1 0,-1 0 0,1 0 1,0 0-1,-1-1 0,1 1 0,-1-1 0,1 0 0,6-5 0,-9 5 0,0 1-1,0-1 1,0 0 0,-1 0-1,1 0 1,-1 1 0,1-2-1,-1 1 1,0 0 0,0 0-1,0 0 1,0 0 0,0-1-1,0 1 1,-1 0 0,1-1-1,-1 1 1,1-1 0,-1 1-1,0-4 1,0 4 39,-1 0-1,1-1 1,0 1 0,-1 0-1,1 0 1,-1-1-1,0 1 1,0 0 0,0 0-1,0 0 1,0 0 0,0 0-1,0 0 1,-1 0 0,1 0-1,-1 1 1,0-1-1,-1-1 1,-2-1 58,0 0 0,0 1 0,-1 0 0,0 0 0,1 0 0,-10-3 0,-3 1 316,-1 0 0,1 1 0,-28-2-1,-37 4 1267,82 2-1638,1 0 1,-1 0 0,1 0 0,-1 0-1,0 1 1,1-1 0,-1 0 0,1 0 0,-1 0-1,0 0 1,1 0 0,-1 1 0,1-1-1,-1 0 1,1 1 0,-1-1 0,1 0-1,-1 1 1,1-1 0,-1 1 0,1-1-1,-1 0 1,1 1 0,0-1 0,-1 1 0,1 0-1,0-1 1,0 1 0,-1-1 0,1 2-1,2 22-36,-1-20-4,1 0 1,0 0-1,-1 0 1,2-1-1,-1 1 1,0 0-1,1-1 1,-1 0-1,1 1 1,5 4-1,6 0-672,1 0-1,0 0 1,0-1 0,1-1-1,0-1 1,0 0-1,25 4 1,39 0-5406,1-7-3745,-27-2 1271</inkml:trace>
</inkml:ink>
</file>

<file path=ppt/ink/ink3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7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49 7059,'0'0'18913,"-22"-9"-16160,-67-24-765,85 32-1903,0 0 1,1-1-1,-2 2 1,1-1-1,0 0 1,0 1-1,-8 0 1,11 0-55,0 0 1,0 0-1,0 1 0,-1-1 1,1 0-1,0 1 1,0-1-1,0 1 0,0-1 1,0 1-1,0-1 1,0 1-1,0 0 1,1-1-1,-1 1 0,0 0 1,0 0-1,-1 1 1,1 1 28,0 1 1,0-1-1,0 1 1,0-1-1,0 1 1,1-1-1,-1 1 1,1-1-1,0 1 1,0 0-1,1 4 1,0 6-14,-1-12-46,0-1-1,1 0 1,-1 1-1,1-1 1,0 0 0,-1 0-1,1 1 1,0-1 0,-1 0-1,1 0 1,0 0-1,0 0 1,0 0 0,0 0-1,0 0 1,0 0 0,0-1-1,1 1 1,-1 0-1,0 0 1,2 0 0,38 15-17,-21-8-46,-15-6 21,0 1-1,-1-1 1,1 1 0,-1 0 0,1 0-1,-1 1 1,0-1 0,0 1-1,0 0 1,-1 0 0,0 0-1,1 0 1,-2 1 0,1-1 0,0 1-1,-1 0 1,0 0 0,3 7-1,-4-5 45,1 1-1,-1 0 0,-1 0 1,1 0-1,-1-1 0,-1 1 0,1 0 1,-1 0-1,-1 0 0,1-1 0,-1 1 1,-4 8-1,-3 6 44,-1 0 0,-1-1 0,-1-1 0,0 0 0,-25 29 0,-88 88 434,90-100-436,-48 46-21,-50 57-27,129-136 4,1 0 0,-1 0 0,1 0 0,0 1 0,0-1 0,1 1 0,-1-1 0,1 1 0,0 0 0,1 0 0,-1 0 0,1 1 0,0-1 0,0 0 0,0 8 0,2-12 0,0-1 0,0 1 0,0 0 0,0 0 0,0-1 0,0 1 0,0 0 0,0-1 0,1 1 0,-1-1 0,0 0 0,0 1 0,1-1 0,-1 0 0,0 0 0,0 0 0,1 0 0,-1 0 0,0 0 0,1 0 0,-1 0 0,0 0 0,3-1 0,2 0 0,7 1 2,1-2 1,-1 0-1,0-1 0,0 0 1,-1 0-1,1-2 0,-1 0 1,24-12-1,96-67-42,-81 48-32,-2 2-1081,-1-2-1,49-48 0,-39 24-3759,-5-6-4465,-26 28 969</inkml:trace>
</inkml:ink>
</file>

<file path=ppt/ink/ink3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8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3570,'0'0'21372,"9"-14"-18613,27-38-401,-36 52-2343,0 0 1,0 0-1,0-1 0,0 1 1,1 0-1,-1 0 1,0 0-1,0 0 0,0 0 1,0 0-1,0 0 0,0 0 1,1 0-1,-1 0 0,0 0 1,0 0-1,0 0 0,0 0 1,0 0-1,1 0 0,-1 0 1,0 0-1,0 0 0,0 0 1,0 0-1,0 0 0,1 0 1,-1 0-1,0 0 1,0 0-1,0 0 0,0 1 1,0-1-1,0 0 0,1 0 1,-1 0-1,0 0 0,0 0 1,0 0-1,0 0 0,0 0 1,0 1-1,0-1 0,0 0 1,0 0-1,0 0 0,0 0 1,0 0-1,1 1 0,-1-1 1,0 0-1,0 0 0,0 0 1,0 0-1,0 0 1,0 1-1,0-1 0,-1 0 1,1 0-1,0 0 0,0 0 1,0 0-1,0 1 0,0-1 1,3 21 836,-2 25 4,-1-45-854,-1 5-2,1-1 0,0 1 0,1-1 0,-1 1 0,1-1 0,0 1 0,0-1 0,1 0 0,1 6 0,-1-9 0,-1-1 0,1 1 0,-1 0 0,1-1 0,0 1 0,0-1 0,0 0 0,0 0 0,0 1 0,0-1 0,0-1 0,0 1 0,0 0 0,0 0 0,0-1 0,0 1 0,1-1 0,-1 0 0,0 0 0,1 1 0,-1-1 0,0-1 0,0 1 0,4-1 0,-2 1 0,1-1 0,-1 0 0,1 0 0,-1-1 0,0 1 0,0-1 0,0 0 0,0 0 0,0 0 0,7-6 0,40-35 0,-20 14 0,-16 17 0,-1 1 0,1-1 0,-2-1 0,19-20 0,-27 66 0,-5 62-104,0-94-169,0-1 0,1 1 0,-1 0 0,0-1 0,0 1 0,1-1 0,-1 1-1,0 0 1,1-1 0,-1 1 0,1-1 0,-1 1 0,1-1 0,-1 1 0,1-1 0,-1 0 0,1 1 0,-1-1 0,1 1 0,-1-1 0,1 0 0,0 0-1,-1 1 1,1-1 0,0 0 0,-1 0 0,1 0 0,0 0 0,-1 0 0,1 0 0,0 0 0,24-4-13810,-12-11 5362</inkml:trace>
</inkml:ink>
</file>

<file path=ppt/ink/ink3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9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0 137 656,'0'0'20063,"17"0"-17814,121-3 1318,-133 3-3499,0-1 0,0 0-1,0 0 1,0 0 0,0 0 0,-1-1 0,1 0 0,0 0 0,-1 0 0,0-1 0,1 1-1,-1-1 1,5-5 0,-7 6-50,0 0-1,0-1 1,0 1-1,0-1 1,-1 1-1,1-1 1,-1 0-1,0 1 1,1-1-1,-1 0 1,-1 0-1,1 0 1,0 0-1,-1 0 1,1 0-1,-1 0 1,0 0-1,0 0 0,0 0 1,-1 0-1,1 0 1,-2-5-1,1 6 0,0 0 0,0 0 0,0 1 0,0-1 0,-1 0 0,1 1 0,-1-1-1,1 1 1,-1-1 0,1 1 0,-1 0 0,0-1 0,0 1 0,0 0 0,0 0 0,1 1-1,-1-1 1,0 0 0,0 0 0,-1 1 0,1 0 0,-4-1 0,-51-5 718,56 6-690,-9-1 174,0 1 0,1 0 0,-1 0-1,1 1 1,-1 0 0,1 1 0,0 0 0,-10 3 0,16-3-176,0 0 1,0 0-1,0 0 0,1 0 1,-1 0-1,1 0 1,-1 1-1,1-1 1,0 1-1,0 0 1,0 0-1,0-1 0,1 1 1,-1 0-1,1 1 1,0-1-1,0 0 1,0 0-1,0 0 1,0 1-1,1-1 1,-1 0-1,1 1 0,0-1 1,0 0-1,1 5 1,-1-3-59,-1 0 0,1 0 1,0 0-1,1 0 0,-1 0 0,1-1 1,0 1-1,0 0 0,0 0 1,1-1-1,0 1 0,0-1 0,0 1 1,0-1-1,1 0 0,-1 0 1,1 0-1,0 0 0,1 0 0,-1-1 1,0 1-1,1-1 0,0 0 0,0 0 1,0 0-1,0-1 0,0 1 1,6 1-1,0 0-546,-1 0 0,1-1 0,1 0 0,-1 0 0,0-1 0,1-1 0,-1 0 0,1 0 1,-1-1-1,1 0 0,-1-1 0,1 0 0,-1 0 0,1-1 0,-1-1 0,0 0 0,0 0 0,0-1 0,11-6 0,87-67-3765,-74 51 6032,31-33-1,-65 72 483,0-1 1,0 1-1,1 0 0,1-1 0,5 23 0,-4-32-2188,-1 0 0,1 0 0,-1-1 0,1 1 0,0-1 0,0 1 0,0-1 0,0 0 0,0-1 0,1 1 0,-1 0 0,1-1 0,-1 0 0,1 0 0,-1 0 0,1 0 0,-1 0 0,1-1 0,0 0 0,0 1 0,-1-1 0,1-1 0,0 1 0,-1-1 0,1 1 0,0-1 0,-1 0 0,1 0 0,5-3 0,5-1 0,0-1 0,-1-1 0,1-1 0,-1 1 0,21-18 0,-31 22 0,0 0 0,0 0 0,-1 0 0,1 0 0,-1 0 0,0-1 0,4-6 0,4-7 0,-10 17 0,0 0 0,1 0 0,-1 0 0,0-1 0,1 1 0,-1 0 0,0 0 0,0 0 0,1 0 0,-1 0 0,0 0 0,1-1 0,-1 1 0,0 0 0,1 0 0,-1 0 0,0 0 0,1 0 0,-1 0 0,0 0 0,1 1 0,-1-1 0,0 0 0,1 0 0,-1 0 0,0 0 0,1 0 0,-1 0 0,0 0 0,0 1 0,1-1 0,-1 0 0,0 0 0,1 1 0,-1-1 0,0 0 0,0 0 0,0 1 0,1-1 0,-1 0 0,0 0 0,0 1 0,0-1 0,1 1 0,10 17 0,-8-13 0,0-1-47,1 2-820,0-1-1,0 1 1,1-1 0,0 0 0,0-1 0,7 6-1,-11-9 486,1 0-1,0 0 1,0 0-1,0 0 0,-1-1 1,1 1-1,0-1 1,0 1-1,0-1 0,0 0 1,0 0-1,0 0 1,0 0-1,0 0 0,0 0 1,0 0-1,0-1 0,0 1 1,0-1-1,0 1 1,0-1-1,-1 0 0,1 1 1,0-1-1,0 0 1,-1-1-1,1 1 0,1-1 1,16-16-12979</inkml:trace>
</inkml:ink>
</file>

<file path=ppt/ink/ink3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9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13270,'0'0'13956,"17"11"-13017,56 33-331,-66-40-570,1-2 0,-1 1 0,0-1 1,1 0-1,0 0 0,-1-1 0,1 0 0,0-1 0,0 0 0,-1 0 0,1 0 0,11-3 0,-2 1 30,-14 2-72,1 0 0,0-1 0,-1 1 0,1-1 0,-1 0 0,1 0 0,-1 0 0,1-1 0,-1 1 0,0-1 0,0 0 0,0 0 0,0 0 0,0 0 0,0-1 0,0 1 0,-1-1 0,1 0 0,-1 1 0,0-1 0,3-5 0,-2 1 29,0 0 1,0 0-1,-1 0 0,0 0 1,0 0-1,-1 0 0,0-1 1,0 1-1,-1-12 1,-1 17 27,1-1 1,-1 1 0,1 0 0,-1 0 0,0 0 0,0 0 0,0 0 0,0 0 0,-1 0 0,1 0-1,0 0 1,-1 1 0,1-1 0,-1 1 0,0-1 0,0 1 0,1-1 0,-1 1 0,0 0 0,0 0-1,0 0 1,0 0 0,0 0 0,0 0 0,-1 1 0,1-1 0,0 1 0,0-1 0,-1 1 0,1 0-1,-3 0 1,-9-2 331,1 1 1,-1 1-1,-25 2 0,32-1-385,1 1 0,1 0 0,-1 0 0,0 0 0,0 1 0,1 0 0,-1 0 0,1 0 0,0 1 0,0-1 0,1 1 0,-1 1 0,1-1 0,-1 1 0,1-1 0,1 1 0,-1 0 0,1 1 0,-6 10 0,6-10 0,-1 1 0,1 0 0,0 1 0,1-1 0,0 0 0,0 1 0,1-1 0,-1 1 0,2 0 0,-1-1 0,1 1 0,0 0 0,1 0 0,0-1 0,3 15 0,-2-18 5,0 0 0,1 0 0,-1-1 0,1 1-1,0-1 1,0 1 0,0-1 0,1 0 0,-1 0 0,1 0 0,0 0 0,-1-1 0,1 0-1,0 1 1,1-1 0,-1-1 0,0 1 0,1-1 0,-1 0 0,8 2 0,9 1-176,1-1-1,41 2 1,70-6-5124,-110-1 2271,1-1 0,-1-1-1,36-10 1,30-20-11492</inkml:trace>
</inkml:ink>
</file>

<file path=ppt/ink/ink3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9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528 0 11685,'0'0'9413,"-162"109"-7140,67-35 2881,7 7-1184,13 5-3698,14-2-272,28-3 0,19-7 0,14-6 0,0-11 0,34-10 0,13-11 0,7-11 0,21 0-3426,6-12-2000,14-8-737,13-5-6259</inkml:trace>
</inkml:ink>
</file>

<file path=ppt/ink/ink3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0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9188,'0'0'18393,"-5"28"-16120,1-7-1865,1-10-253,1 0-1,0 1 0,1-1 1,0 1-1,0-1 0,1 1 1,1-1-1,0 1 0,0-1 1,1 1-1,1-1 0,0 0 1,1 0-1,8 19 1,78 120 67,-63-109-228,-1 1-1,-2 1 0,-2 1 1,22 66-1,-42-104 7,0 0 0,0 1 0,-1-1 0,0 1 0,-1-1 0,1 1 0,-2 10 0,1-14 0,-1-1 0,1 1 0,-1-1 0,1 0 0,-1 0 0,0 1 0,0-1 0,0 0 0,-1 0 0,1 0 0,0 0 0,-1 0 0,1 0 0,-1-1 0,0 1 0,0 0 0,1-1 0,-1 1 0,0-1 0,0 0 0,0 0 0,-5 2 0,-8 3-716,-1 0-1,-32 6 1,18-7-1846,1-2 1,-39 0-1,33-3-6012</inkml:trace>
</inkml:ink>
</file>

<file path=ppt/ink/ink3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1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30 9044,'0'0'16963,"-3"-4"-14426,-1 1-2378,-1 0 1,0 0 0,1 1-1,-1-1 1,0 1 0,0 0-1,0 0 1,0 1 0,-1-1-1,1 1 1,0 1-1,-1-1 1,1 1 0,0-1-1,-1 2 1,-9 0 0,-5 0 217,1 1 0,-1 1 1,-29 9-1,39-10-377,0 2 0,0 0 0,0 0 0,1 0 0,0 1 0,-11 8 0,18-12 0,1 0 0,-1 1 0,0-1 0,1 1 0,-1 0 0,1-1 0,-1 1 0,1 0 0,0 0 0,0 0 0,0-1 0,0 1 0,0 1 0,0-1 0,1 0 0,-1 0 0,1 0 0,-1 0 0,1 0 0,0 0 0,0 1 0,0-1 0,0 0 0,0 0 0,0 0 0,1 1 0,-1-1 0,1 0 0,0 0 0,-1 0 0,1 0 0,0 0 0,0 0 0,0 0 0,0 0 0,1 0 0,1 1 0,5 7 0,1 0 0,0-1 0,0 0 0,1-1 0,15 11 0,16 13 0,-20-14 0,-1 1 0,-1 1 0,0 0 0,19 31 0,-32-43 0,-1 0 0,-1 0 0,0 1 0,0-1 0,0 1 0,-1 0 0,-1 0 0,1 0 0,-2 0 0,1 0 0,-1 1 0,0-1 0,-1 0 0,0 1 0,-1-1 0,-2 15 0,1-18 0,0 0 0,-1 0 0,0-1 0,0 1 0,0 0 0,0-1 0,-1 0 0,0 0 0,0 0 0,0 0 0,-1-1 0,0 0 0,1 0 0,-2 0 0,-8 5 0,-10 5 0,-1-1 0,-33 12 0,35-15 0,-213 84 0,315-91 0,-6-4-1498,83 3-4050,-154-2 5466,-1 1 0,0-1-1,1 0 1,-1 0 0,0 1-1,0-1 1,1 1 0,-1-1-1,0 1 1,0 0 0,0-1 0,0 1-1,0 0 1,0 0 0,0-1-1,0 1 1,0 0 0,0 0 0,0 0-1,-1 0 1,1 1 0,0-1-1,0 1 1,0 2 30,0-1 0,0 0-1,0 1 1,0-1 0,-1 1 0,1-1 0,-1 1-1,0 6 1,-1-2 152,0 1 0,-1 0 0,0-1 0,0 0-1,0 1 1,-1-1 0,-4 8 0,-51 77 2585,37-62-1226,2 1-1,1 0 0,-23 57 1,39-85-1450,0 0 0,1 0 0,0 0 0,0 1 0,0-1 0,0 0 0,1 1 0,0-1 0,-1 1 0,2-1 0,-1 0 0,0 1 0,1-1 0,0 0 0,0 1 0,0-1 0,1 0 0,-1 0 0,1 0 0,0 0 0,0 0 0,0 0 0,4 4 0,-1-3-12,0-1 1,0 0-1,1 0 0,-1-1 0,1 1 0,0-1 0,0-1 0,0 1 0,0-1 0,0 0 1,0 0-1,1 0 0,-1-1 0,14 1 0,19 1 3,47-1 0,-74-3 0,-1 1 0,1-2 0,0 0 0,-1 0 0,1-1 0,-1 0 0,0-1 0,14-7 0,-19 5-1125,-17 3-1860,-25 2-6227,30 1 6215,-27 0-10554</inkml:trace>
</inkml:ink>
</file>

<file path=ppt/ink/ink3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8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23 912,'0'0'8039,"1"-5"-7928,4-13 13998,-4 18-13768,-1 4-157,1 65 1708,1-28-1505,-2 0 1,-9 71 0,4-97-3693,2-35-4126,2 12 6191,-5-29-7804</inkml:trace>
</inkml:ink>
</file>

<file path=ppt/ink/ink3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8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11381,'0'0'7748,"54"118"-11990,-40-87-3314,-1 6 529</inkml:trace>
</inkml:ink>
</file>

<file path=ppt/ink/ink3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8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12870,'0'0'12771,"4"10"-12560,16 33-134,-18-42-79,-1 0-1,0 0 1,0 0-1,1 0 1,-1 0 0,1 0-1,-1 0 1,1 0-1,-1 0 1,1-1-1,-1 1 1,1-1 0,0 1-1,-1-1 1,1 0-1,0 1 1,-1-1-1,1 0 1,0 0-1,-1 0 1,3-1 0,30-5-863,-29 4 692,-1 0-1,1 0 1,-1 0-1,0-1 1,0 0-1,0 0 1,4-4-1,-3 3 108,0 0 0,-1 0 0,1 1 0,0 0 1,1 0-1,-1 0 0,9-3 0,-13 5 648,1 48 3182,25-41-6270,6-6-3897,-21-1 2335,3 1-3626</inkml:trace>
</inkml:ink>
</file>

<file path=ppt/ink/ink3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8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7812,'0'0'19208,"-74"145"-18071,74-98-305,0-2-432,0-4-271,0-5-129,0-4-97,0-7-1343,7-3-913,-1-8-2097</inkml:trace>
</inkml:ink>
</file>

<file path=ppt/ink/ink3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17432,'0'0'7299,"129"-38"-6466,-55 33-705,-6 1-128,0 4-1185,-8-3-2993,1-3-5122</inkml:trace>
</inkml:ink>
</file>

<file path=ppt/ink/ink3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9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90 784,'0'0'29195,"15"15"-27669,-10-8-1344,29 29 358,54 77 0,-60-73-540,-28-40 0,1 1 0,-1-1 0,0 0 0,0 0 0,0 1 0,0-1 0,1 0 0,-1 0 0,0 1 0,0-1 0,1 0 0,-1 0 0,0 0 0,0 1 0,1-1 0,-1 0 0,0 0 0,1 0 0,-1 0 0,0 0 0,0 0 0,1 0 0,-1 0 0,0 0 0,1 0 0,-1 0 0,0 0 0,1 0 0,-1 0 0,0 0 0,1 0 0,-1 0 0,0 0 0,1 0 0,-1 0 0,0 0 0,0 0 0,1-1 0,-1 1 0,0 0 0,0 0 0,1 0 0,-1 0 0,0-1 0,0 1 0,1 0 0,-1 0 0,0-1 0,0 1 0,0 0 0,1-1 0,4-11 0,-5 12 0,25-58 0,2 1 0,53-83 0,-63 111 0,-17 29-19,0 0 0,0 0-1,0 0 1,0 0 0,0-1 0,0 1-1,0 0 1,0 0 0,0 0 0,0 0 0,0 0-1,0-1 1,0 1 0,0 0 0,0 0-1,0 0 1,0 0 0,0 0 0,0-1 0,0 1-1,1 0 1,-1 0 0,0 0 0,0 0-1,0 0 1,0 0 0,0-1 0,0 1 0,0 0-1,0 0 1,1 0 0,-1 0 0,0 0-1,0 0 1,0 0 0,0 0 0,0 0-1,0 0 1,1-1 0,-1 1 0,0 0 0,0 0-1,0 0 1,0 0 0,0 0 0,1 0-1,-1 0 1,0 0 0,0 0 0,0 0 0,0 0-1,1 0 1,-1 1 0,0-1 0,0 0-1,0 0 1,0 0 0,0 0 0,0 0 0,1 0-1,-1 0 1,0 0 0,0 0 0,0 0-1,0 0 1,0 1 0,1 13-3166,-1-12 2604,-1 0 0,1 0 0,0 0 0,0 0 0,0 0 0,1 0 0,-1 0 0,0 0 0,1 0 0,-1 0 0,3 3 0,17 0-8301,17-4-2470</inkml:trace>
</inkml:ink>
</file>

<file path=ppt/ink/ink3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0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292 494 12886,'0'0'3826,"-25"5"373,10-2-3393,-5 1 255,-1 1 0,0 0 0,1 1 0,0 2 1,0 0-1,1 1 0,0 0 0,-22 17 1,36-22-987,0 1 0,1-1 0,0 1 0,0 0-1,1 0 1,-1 0 0,1 1 0,0-1 0,0 1 0,1 0 0,-1 0 0,2 0 0,-1 0 0,0 0 0,1 0 0,0 0 0,1 0 0,-1 1 0,2 11 0,-1-17-77,0 0 1,0 1-1,0-1 0,1 0 1,-1 0-1,0 0 0,1 0 1,-1 1-1,1-1 0,-1 0 1,1 0-1,-1 0 0,1 0 0,0 0 1,0 0-1,-1-1 0,1 1 1,0 0-1,0 0 0,0 0 1,0-1-1,0 1 0,0-1 1,0 1-1,2 0 0,2 1-15,-1-1-1,1 1 1,-1-1-1,1 0 1,-1-1 0,1 1-1,5-1 1,-1 0-61,-1 0 1,1-1-1,-1 0 1,1 0-1,-1-1 1,0 0-1,14-6 1,-19 7-34,0 0 0,0-1 0,0 1 0,0-1 0,-1 0 0,1 0 0,0 0 0,-1 0 0,1 0 0,-1-1 0,0 1 0,0-1 0,0 1 0,0-1 0,0 0 0,-1 0 0,1 1 0,-1-1 0,0-1 0,0 1 0,0 0 0,1-3 0,-38 3 1154,31 3-680,4 0-310,-1 1 0,1-1 0,-1 0 0,1 1-1,0 0 1,-1-1 0,1 1 0,0 0 0,0-1 0,-1 1 0,1 0 0,0 0 0,0 0 0,0 0 0,0 0 0,0 0 0,0 1 0,1-1 0,-1 0-1,0 0 1,0 1 0,1-1 0,-1 0 0,1 1 0,-1-1 0,1 3 0,-1-3-55,1 0 0,-1 0 0,1 0 0,0 0 0,0 0 0,0 0 0,0 0 0,-1 0 0,1 0 0,0 0 0,1 0 0,-1 0 0,0 0 0,0 0 0,0 0 0,1 0 0,-1 0 0,0 0 0,1 0 0,-1 0 0,1 0 0,-1 0 0,1 0 0,-1-1 0,1 1 0,0 0 0,0 0 0,-1-1 0,1 1 0,0 0 0,0-1-1,0 1 1,-1-1 0,1 1 0,0-1 0,0 1 0,2 0 0,9 0-550,1 0-1,0-1 0,-1 0 0,1 0 0,0-2 1,-1 0-1,1 0 0,-1-1 0,0 0 0,0-1 1,0-1-1,0 0 0,-1 0 0,1-1 0,-1-1 1,18-14-1,-5 2-800,-1 0-1,-1-1 1,-1-2 0,-1 0 0,-1-1 0,19-30-1,-4-3 1106,-2-1 1,33-87-1,-2-34 3256,-61 172-1919,0 1-1,0-1 0,-1 0 0,0 0 0,-1-12 4671,-8 27-3752,-15 32-1550,-98 191 1940,110-205-2254,1 0 0,1 1 0,2 0-1,0 1 1,2 0 0,1 0-1,0 32 1,4-51-138,0 0 0,0 0 0,1 0 0,0 0 0,1 0 0,0 0 0,1-1 0,4 14 0,-5-19-50,1-1 0,-1 0 0,1 0 1,-1 0-1,1 0 0,0 0 0,0 0 0,0-1 1,0 1-1,1-1 0,-1 0 0,0 0 0,1 0 1,0 0-1,-1-1 0,1 1 0,0-1 0,0 0 1,0 0-1,0-1 0,0 1 0,0-1 0,0 0 1,5 0-1,4 0-1834,0 0 1,-1 0-1,1-1 0,0-1 1,23-6-1,24-19-10569</inkml:trace>
</inkml:ink>
</file>

<file path=ppt/ink/ink3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0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17784,'0'0'9012,"122"0"-7603,-68-2-881,1-8-448,-8 4-64,-6 1-32,-7 3-768,-14 2-1345,-13 0-1601</inkml:trace>
</inkml:ink>
</file>

<file path=ppt/ink/ink3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0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11205,'0'0'14119,"156"23"-14119,-95-28-160,7-15-3794,-14-2-6419</inkml:trace>
</inkml:ink>
</file>

<file path=ppt/ink/ink3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2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556 104 8900,'0'0'14786,"-22"-16"-13445,-68-48-367,86 61-854,-1 0-1,1 1 1,-1-1 0,0 1-1,1 0 1,-1 0-1,0 0 1,0 1 0,-1 0-1,1 0 1,0 0-1,0 1 1,0-1 0,-1 1-1,1 1 1,0-1-1,-8 2 1,-6 0 142,13-1-225,1 0 0,0 0 0,0 1 1,0-1-1,0 1 0,0 0 0,0 1 0,0-1 1,1 1-1,-1 0 0,1 0 0,0 0 0,0 1 1,0 0-1,-4 4 0,-9 11 74,-26 39-1,37-50-78,-11 19 25,1 1-1,2 0 0,0 1 1,2 0-1,1 1 1,2 0-1,0 1 1,-7 60-1,7 9-771,6 149 1,4-134-1508,-1-115 1997,0 1 0,0 0 0,0-1 0,-1 1 0,1 0 0,0-1 0,-1 1 0,1-1 0,0 1 0,-1 0-1,1-1 1,-1 1 0,1-1 0,-1 1 0,1-1 0,-1 0 0,1 1 0,-1-1 0,0 0 0,1 1 0,-1-1 0,0 0 0,1 0 0,-1 1-1,0-1 1,1 0 0,-1 0 0,0 0 0,1 0 0,-1 0 0,0 0 0,1 0 0,-1 0 0,0 0 0,1 0 0,-1 0 0,0 0 0,1-1-1,-2 1 1,-4-1-1531,-20 1-7283</inkml:trace>
</inkml:ink>
</file>

<file path=ppt/ink/ink3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2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1 249 6931,'0'0'4504,"21"-8"-804,1 0-2482,-8 2-352,1 0 0,0 2 0,0-1-1,0 2 1,1 0 0,-1 1 0,21 0 0,-10 1-44,0 1-1,0 1 1,0 1 0,0 2 0,-1 0-1,1 2 1,-1 1 0,37 15-1,-53-19-719,0 1 0,0 0-1,-1 1 1,0 0-1,0 0 1,0 1 0,-1 0-1,1 0 1,-1 0 0,6 9-1,-10 0 420,-4-25-68,2-9-453,0 0 0,2 0 0,0 0 0,1 0 0,1 1 0,0-1 0,12-25 0,-12 33 0,1 0 0,0 0 0,0 0 0,1 0 0,0 1 0,1 1 0,0-1 0,1 1 0,0 0 0,0 1 0,1 0 0,16-10 0,-24 18-121,0-1-1,-1 0 1,1 0-1,0 1 1,0-1-1,0 1 1,0 0-1,0-1 1,0 1-1,0 0 1,0 0 0,0 0-1,0 1 1,0-1-1,0 0 1,0 1-1,0-1 1,4 2-1,32 21-5171,-16-9 1182,7 0-5195</inkml:trace>
</inkml:ink>
</file>

<file path=ppt/ink/ink3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3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83 17496,'0'0'12110,"-21"15"-9688,-61 47-1755,80-61-664,0 0-1,0 1 1,0-1 0,0 0 0,0 1-1,1 0 1,-1-1 0,1 1 0,-1 0-1,1 0 1,0-1 0,-1 1 0,1 0-1,0 1 1,0-1 0,0 0-1,1 0 1,-1 0 0,0 0 0,1 1-1,0-1 1,-1 0 0,1 1 0,0-1-1,0 0 1,0 1 0,0-1 0,1 3-1,1 8-9,-2-11 7,0-1 0,0 1 0,0 0 0,1-1 0,-1 1 0,0-1 0,1 1 0,0-1 0,-1 1 0,1-1 0,0 1 0,-1-1 0,1 0 0,0 1 0,0-1 0,0 0 0,0 0 0,0 0 0,1 0 0,-1 0 0,0 0 0,0 0 0,1 0 0,-1 0 0,1-1 0,-1 1 0,0 0 0,1-1 0,0 1 0,-1-1 0,1 0 0,1 1 0,7 0 0,1 1 0,-1-2 0,0 0 0,11-1 0,-1 1 0,-16 0-1,1 0-1,-1 0 1,0 0 0,0 0 0,1-1-1,-1 0 1,0 0 0,0 0-1,0 0 1,0 0 0,0-1-1,0 0 1,0 0 0,-1 0 0,1 0-1,0-1 1,-1 1 0,0-1-1,0 0 1,0 0 0,0 0 0,0 0-1,0-1 1,-1 1 0,0-1-1,1 0 1,-1 1 0,-1-1-1,1 0 1,-1 0 0,1 0 0,-1 0-1,0-1 1,0-7 0,0 5-52,-1 0 0,0-1 0,-1 1 1,1 0-1,-2 0 0,1 0 1,-1 0-1,0 0 0,0 0 0,-1 1 1,0-1-1,0 1 0,0-1 0,-1 1 1,0 0-1,-7-8 0,10 13 56,0 0-1,0 0 0,0 0 1,0 0-1,0-1 0,0 1 1,0 0-1,1 0 0,-1-1 1,1 1-1,-1 0 0,1-1 1,-1 1-1,1-1 0,0 1 1,-1 0-1,1-3 0,0 3-5,1 0-1,-1 1 0,0-1 1,1 0-1,-1 1 0,1-1 1,-1 0-1,1 1 0,-1-1 1,1 1-1,-1-1 0,1 1 1,0-1-1,-1 1 0,1-1 1,0 1-1,-1 0 0,1-1 1,0 1-1,0 0 0,-1 0 0,1-1 1,1 1-1,9-1-41,-1 0-1,0 0 1,1 1 0,11 2-1,0-1 60,-9-1-14,-1 0-1,1 1 0,0 1 1,-1 0-1,1 0 0,-1 1 1,15 6-1,-23-7 28,0-1 0,0 1 0,-1 0 0,0 0-1,1 1 1,-1-1 0,0 1 0,0 0 0,0-1 0,0 1 0,-1 1 0,1-1-1,-1 0 1,0 1 0,0-1 0,0 1 0,0-1 0,0 1 0,-1 0 0,0 0 0,0 0-1,0 0 1,0 0 0,-1 0 0,1 0 0,-1 6 0,0 0 70,1-7-79,-1 0 0,0 0 1,0 0-1,0 1 0,0-1 0,0 0 1,0 0-1,-1 0 0,0 0 0,0 0 1,1 0-1,-2 0 0,1 0 0,0-1 1,0 1-1,-1 0 0,0 0 0,0-1 1,1 1-1,-4 2 0,63-51-18,3 3 0,1 3 0,73-35 0,-135 76 0,1-1 0,-1 0 0,1 0 0,-1 0 0,1 1 0,-1-1 0,0 0 0,1 1 0,-1-1 0,1 0 0,-1 1 0,0-1 0,1 0 0,-1 1 0,0-1 0,1 1 0,-1-1 0,0 0 0,0 1 0,0-1 0,1 1 0,-1-1 0,0 1 0,0-1 0,0 1 0,0-1 0,0 1 0,0-1 0,0 1 0,0-1 0,0 1 0,0-1 0,0 1 0,0-1 0,0 1 0,0 0 0,0 22 0,0-22 0,0 76 0,0-76-37,0 1 1,1-1-1,-1 0 1,1 1-1,-1-1 0,1 0 1,0 0-1,0 0 1,-1 1-1,1-1 1,0 0-1,0 0 0,0 0 1,0 0-1,0 0 1,0 0-1,1-1 0,-1 1 1,0 0-1,0 0 1,1-1-1,-1 1 1,0-1-1,1 1 0,-1-1 1,0 0-1,1 1 1,-1-1-1,1 0 0,0 0 1,51 3-4377,-49-3 3714,29 0-8326</inkml:trace>
</inkml:ink>
</file>

<file path=ppt/ink/ink3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7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208 357 80,'0'0'2172,"-14"-11"-4424,16 6 5838,3 1-2481,1 3-1477,103-110 3446,-101 101-2183,-1-1 1,0 0 0,-1-1-1,0 0 1,-1 0-1,0 0 1,-1 0 0,0-1-1,-1 1 1,-1-1-1,0 0 1,0 0 0,-2 0-1,0-17 1,0 29-788,0 0 1,0 0 0,0 0-1,0 0 1,0 0 0,0 0-1,0 0 1,0 0-1,-1 1 1,1-1 0,0 0-1,-1 0 1,1 0 0,-1 0-1,1 0 1,-1 1-1,1-1 1,-1 0 0,0 0-1,1 1 1,-1-1 0,0 0-1,0 1 1,1-1-1,-1 1 1,0-1 0,0 1-1,-1-1 1,0 0 51,-1 1 1,1-1-1,0 1 1,-1 0-1,0 0 1,1 0-1,-1 0 1,1 0-1,-1 1 1,-4 0-1,0 1-37,0 0 0,0 1 0,0 0 0,1 0 0,-1 0 0,1 1 0,-10 7-1,-9 14-66,2 0 0,0 2 0,2 1-1,1 0 1,1 2 0,2 0-1,1 1 1,1 0 0,2 2 0,1-1-1,2 2 1,-9 47 0,5-3-129,4 1 1,3 0 0,4 0 0,9 109-1,-4-161-525,2-1 1,0 0-1,13 40 0,-10-47-1096,0 0 1,16 29 0,-14-37-2230</inkml:trace>
</inkml:ink>
</file>

<file path=ppt/ink/ink3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7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1 240 12854,'0'0'4874,"28"-5"-1395,-3 0-2763,16-2 348,0 1 0,69-1 0,-80 7-585,12 0 13,0 1-1,56 9 1,-86-8-470,-1 0-1,1 1 1,0 0 0,-1 1 0,0 1 0,0 0 0,0 0 0,-1 1 0,0 0 0,0 1-1,0 0 1,-1 1 0,9 9 0,-15-13 1,0 1 0,0 0 0,-1-1 0,0 1 0,1 0-1,-2 0 1,1 1 0,-1-1 0,0 0 0,0 0 0,0 1 0,-1-1 0,1 1-1,-1-1 1,-1 0 0,0 7 0,1 7 399,-1-19-338,0 1-1,0 0 1,0-1-1,0 1 0,-1-1 1,1 1-1,0-1 1,0 1-1,0-1 0,0 0 1,-1 1-1,1-1 1,0 0-1,0 0 1,0 0-1,-1 0 0,1 0 1,0 0-1,0-1 1,0 1-1,-1 0 1,1-1-1,0 1 0,0 0 1,-2-2-1,0-5 12,1 0 1,0-1-1,1 1 0,-1 0 0,1-1 0,1 1 0,0-1 0,0 1 1,1-14-1,0 0 135,0 1-130,0 1-1,2-1 1,0 1-1,1-1 1,1 1 0,15-35-1,-16 44-293,0 0 1,1 0-1,0 1 0,0 0 0,1 0 1,1 0-1,-1 1 0,2 0 0,-1 0 1,1 1-1,0 0 0,0 0 1,1 1-1,12-7 0,-4 8-2259,-16 5 1602,1 0 0,0 0 0,-1 0 0,1 0 0,0 0 1,-1 1-1,1-1 0,-1 1 0,1-1 0,-1 1 0,1-1 1,-1 1-1,1 0 0,-1 0 0,1 0 0,-1 0 0,0 0 1,0 0-1,2 2 0,11 10-5982</inkml:trace>
</inkml:ink>
</file>

<file path=ppt/ink/ink3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64 3922,'0'0'20929,"-2"19"-19050,-2 10-1210,0-5 354,2-1 0,1 37-1,1-59-996,0 0-1,1 0 0,-1-1 1,0 1-1,1 0 0,-1 0 0,1 0 1,0 0-1,-1-1 0,1 1 1,0 0-1,-1 0 0,1-1 1,0 1-1,0-1 0,0 1 1,-1-1-1,1 1 0,0-1 0,0 1 1,0-1-1,0 0 0,0 1 1,0-1-1,0 0 0,0 0 1,0 0-1,0 0 0,0 0 1,2 0-1,37 1 34,-32-2-14,2 1-30,1-1 0,-1-1 1,1 1-1,-1-2 0,0 1 0,0-2 1,0 1-1,15-9 0,-19 9-18,0 0-1,-1 0 1,1-1-1,0 0 1,-1 0-1,0-1 1,0 1-1,0-1 0,-1 0 1,0-1-1,0 1 1,0-1-1,6-11 1,-10 16 0,1-1-1,-1 1 1,0-1 0,1 1 0,-1-1 0,0 1 0,0-1-1,0 1 1,0-1 0,0 0 0,-1 1 0,1-1 0,0 1-1,-1-1 1,1 1 0,-1-1 0,1 1 0,-1 0 0,0-1-1,0 1 1,1 0 0,-1-1 0,0 1 0,0 0 0,0 0-1,0 0 1,-1 0 0,1 0 0,0 0 0,0 0 0,-1 0-1,1 0 1,0 0 0,-4 0 0,-5-4 15,0 1 0,0 0 0,-20-4 0,20 6 3,-69-19 67,69 15-71,14 1-136,16-1-30,10 4 139,1 2 0,0 1 0,-1 2 0,1 1 0,-1 1 0,0 2 0,0 1 0,-1 1 0,46 21 0,-72-29 11,0 0 0,-1 1 0,1 0 0,-1-1 0,1 1 0,-1 0 0,0 0 0,0 0 0,0 0 1,0 1-1,0-1 0,0 1 0,-1-1 0,3 5 0,-3-5 9,-1-1 0,1 1 1,-1-1-1,0 1 0,0 0 1,0-1-1,1 1 0,-2 0 0,1-1 1,0 1-1,0 0 0,0-1 1,-1 1-1,1 0 0,-1-1 0,1 1 1,-1-1-1,0 1 0,0-1 1,1 1-1,-1-1 0,0 0 0,0 1 1,0-1-1,-3 2 0,31-30-631,56-53-165,-73 71 807,1 1 1,0 0-1,0 0 0,1 2 0,0-1 0,19-6 1,-30 13 312,-1 40 1870,-2-12-1846,1-21-471,1 1 1,-1-1-1,1 1 1,0-1-1,1 1 1,3 14 0,-3-21-110,-1 0 1,1 0 0,0 0 0,0-1 0,0 1 0,0 0 0,0-1 0,0 1 0,0 0 0,0-1 0,0 1 0,0-1 0,0 1 0,0-1 0,0 0-1,0 1 1,1-1 0,-1 0 0,0 0 0,0 0 0,0 0 0,1 0 0,1 0 0,32-6-5966,2-15-2200,-2-13-1505</inkml:trace>
</inkml:ink>
</file>

<file path=ppt/ink/ink3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8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9941,'0'0'11434,"-14"26"-6949,-4 5-3089,7-13-769,1 1 0,1-1 1,0 2-1,1-1 0,1 1 0,-7 32 0,9-15-263,2-1-1,2 72 1,1-58-334,1-46-209,-1 1-1,0-1 1,1 0-1,0 0 1,0 1-1,0-1 1,1 0-1,-1 0 1,1 0 0,0-1-1,0 1 1,1 0-1,-1-1 1,1 1-1,-1-1 1,1 0 0,0 0-1,0 0 1,1 0-1,-1 0 1,1-1-1,-1 0 1,1 1-1,0-1 1,0-1 0,0 1-1,0 0 1,0-1-1,0 0 1,6 1-1,-5-1-237,0 0-1,0 0 0,0-1 1,0 0-1,0 0 0,0 0 1,0 0-1,0-1 0,-1 0 1,1 0-1,0 0 0,0-1 1,-1 1-1,1-1 0,0 0 1,-1 0-1,0-1 0,0 0 1,0 1-1,0-1 0,0-1 1,0 1-1,-1 0 0,1-1 1,-1 0-1,4-6 0,9-29-13156</inkml:trace>
</inkml:ink>
</file>

<file path=ppt/ink/ink3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8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6659,'0'0'17912,"122"3"-17480,-48-3-432,14-7-1232,7-11-2690,-7 0-5890</inkml:trace>
</inkml:ink>
</file>

<file path=ppt/ink/ink3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9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13558,'0'0'16632,"121"0"-15784,-73-9-464,-1 3-240,-6-6-128,-7 5-16,-14 3-880,-6-1-1201,-8 5-992</inkml:trace>
</inkml:ink>
</file>

<file path=ppt/ink/ink3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9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12934,'0'0'11173,"122"0"-9524,-75-11-1137,14-10-512,-7 1-384,0-3-3618,7-8-7123</inkml:trace>
</inkml:ink>
</file>

<file path=ppt/ink/ink3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9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529 305 11333,'0'0'5528,"-4"-25"-1793,-19-81-1280,20 95-2194,-1 1 0,1 0 0,-2-1 1,0 2-1,0-1 0,-1 1 1,0 0-1,0 0 0,-1 0 1,0 1-1,-1 0 0,0 0 1,-16-11-1,18 14-97,-1 1 0,1 0 0,-1 1 0,0 0 0,0 0 0,0 0 0,-1 1 0,1 0 0,-1 1 0,1-1 0,-1 1 0,1 1-1,-1-1 1,0 2 0,1-1 0,-1 1 0,1 0 0,-10 2 0,11-1-88,1 1-1,-1-1 0,1 1 0,-1 0 1,1 0-1,0 1 0,0-1 0,1 1 1,-1 0-1,1 1 0,0-1 0,-7 9 1,-3 7 311,-21 41 1,33-57-349,-15 34 65,1 1 0,2 0 1,1 2-1,2-1 0,2 1 0,-5 62 0,0 254 317,27 29-5346,-20-397-1878,-7-17 155,-5-7-908</inkml:trace>
</inkml:ink>
</file>

<file path=ppt/ink/ink3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0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0 190 5218,'0'0'8041,"22"-5"-3366,23-3-1622,55-3 1,-78 9-2131,1 2 0,0 0 0,0 2 0,-1 0 0,36 9 0,-37-5-287,0 2 0,39 19 0,-52-23-508,0 1 0,-1 0 0,1 0 0,-1 1 0,0 0 0,0 0 0,-1 1 0,0 0 0,10 13 0,-16-20-128,0 0 0,1 0 0,-1 0 0,0 1 0,0-1 0,1 0 0,-1 0 0,0 0 0,0 1 0,0-1 0,0 0 0,1 1 0,-1-1 0,0 0 0,0 0 0,0 1 0,0-1 0,0 0 0,0 1 0,0-1 0,0 0 0,1 1 0,-1-1 0,0 0 0,-1 1 0,1-1 0,0 0 0,0 1 0,0-1 0,0 0 0,0 0 0,0 1 0,0-1 0,0 0 0,0 1 0,-1-1 0,1 0 0,0 0 0,0 1 0,0-1 0,-1 1 0,0-2 0,1 0 0,-1 1 0,1-1 0,-1 0 0,1 0 0,-1 1 0,1-1 0,-1 0 0,1 0 0,0 0 0,0 0 0,-1 1 0,1-1 0,0 0 0,0 0 0,0 0 0,0 0 0,0 0 0,0 0 0,0 1 0,0-3 0,0-16 0,0 0 0,7-36 0,-5 47 0,0 0 0,1-1 0,0 2 0,0-1 0,1 0 0,0 1 0,1-1 0,10-12 0,-4 5-2,-1 2-39,0 1 0,1 0 0,16-14 0,-22 22-8,-1 1-1,1 0 1,-1 0-1,1 1 1,0-1-1,0 1 1,0 0-1,0 1 1,0-1-1,1 1 1,-1 0-1,1 0 0,10 0 1,12 2-3357,37 7-11839,-37-3 8135</inkml:trace>
</inkml:ink>
</file>

<file path=ppt/ink/ink3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0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66 7812,'0'0'21015,"-18"10"-18628,-58 36-1058,71-43-1304,1 0 1,-1 0-1,0 1 0,1-1 1,0 1-1,0 0 1,0 0-1,1 0 0,-1 1 1,-3 6-1,6-7-31,-1 0 1,1 1-1,0-1 0,0 1 0,1-1 1,-1 1-1,1 0 0,1 7 0,-1-2 3,0-8 3,1-1 0,-1 1 0,1 0 0,-1-1 0,1 1 0,0 0 0,0-1 0,0 1 0,0-1 0,0 1 0,0-1 0,0 0 0,0 1 0,1-1 0,-1 0 0,0 0 0,1 0 0,-1 0 0,1 0 0,-1 0 0,1 0 0,0-1 0,-1 1 0,1 0 0,0-1 0,0 1 0,-1-1 0,1 0 0,0 0 0,0 0 0,1 0 0,70 4 0,-58-5 0,-10 1-26,0 0-1,0 0 1,0-1 0,0 0-1,-1 0 1,1 0 0,0-1-1,0 0 1,-1 0 0,1 0-1,-1 0 1,1-1 0,-1 1-1,0-1 1,0 0 0,0-1 0,0 1-1,-1-1 1,0 1 0,1-1-1,-1 0 1,0 0 0,-1-1-1,1 1 1,-1-1 0,0 1-1,0-1 1,0 1 0,-1-1-1,0 0 1,1 0 0,-2 0-1,1 0 1,-1 0 0,1 0-1,-1 0 1,-1 0 0,1 0-1,-1 0 1,0 0 0,0 0-1,0 0 1,-1 0 0,-2-6-1,0 5 28,0 0-1,0 0 0,0 0 0,-1 0 0,-10-9 0,0-1 53,15 16-52,0 0 0,0 0 1,0-1-1,0 1 0,-1 0 1,1 0-1,0 0 0,0 0 1,0-1-1,0 1 0,0 0 1,0 0-1,0 0 0,0 0 0,0-1 1,0 1-1,0 0 0,0 0 1,0 0-1,0 0 0,1-1 1,-1 1-1,0 0 0,0 0 1,0 0-1,0 0 0,0 0 1,0 0-1,0-1 0,0 1 0,0 0 1,1 0-1,-1 0 0,0 0 1,0 0-1,0 0 0,0 0 1,0-1-1,0 1 0,1 0 1,-1 0-1,0 0 0,0 0 0,0 0 1,0 0-1,1 0 0,-1 0 1,0 0-1,0 0 0,0 0 1,0 0-1,1 0 0,17-3 6,22 3-58,-38 0 47,6 0 8,-1 0-1,1 1 0,-1 0 1,1 0-1,-1 1 1,1 0-1,-1 0 0,0 1 1,0 0-1,0 0 1,-1 1-1,1 0 0,8 6 1,-11-6 48,0-1 1,0 1 0,0 0 0,-1 0-1,1 1 1,-1-1 0,0 1-1,0 0 1,0 0 0,-1 0-1,0 0 1,0 0 0,0 0-1,-1 0 1,0 1 0,0-1-1,0 1 1,0 10 0,-1 34 8,16-55-61,4-10 0,0 0 0,-1-2 0,29-30 0,31-29 0,-30 35 0,-49 41 0,0 0 0,1 0 0,-1 0 0,0 0 0,1 1 0,-1-1 0,0 0 0,1 0 0,-1 0 0,0 0 0,1 1 0,-1-1 0,0 0 0,0 0 0,1 1 0,-1-1 0,0 0 0,0 0 0,1 1 0,-1-1 0,0 0 0,0 1 0,0-1 0,0 0 0,0 1 0,1-1 0,-1 0 0,0 1 0,0-1 0,0 0 0,0 1 0,0-1 0,0 0 0,0 1 0,0-1 0,0 1 0,0-1 0,-1 0 0,1 1 0,0-1 0,1 19 0,-1-18 0,0 4-44,-1 1-362,1 0 1,1 0 0,-1 1 0,1-1-1,3 11 1,-4-16 281,1 1 0,-1-1 0,1 0 0,-1 0 0,1 0 0,0 0 0,-1 0 0,1 0 0,0 0 0,0 0 0,0 0 0,-1 0 0,1 0 0,0 0 0,0 0 0,1-1 0,-1 1 0,0 0 0,0-1 0,0 1 0,0-1 0,0 0 0,1 1 0,-1-1 0,0 0 0,0 1 0,1-1 0,-1 0 0,0 0 0,1 0 0,-1 0 0,0-1 0,0 1 0,1 0 1,-1 0-1,0-1 0,0 1 0,0-1 0,2 0 0</inkml:trace>
</inkml:ink>
</file>

<file path=ppt/ink/ink3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1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0 15143,'0'0'13382,"-17"25"-9879,-54 83-2783,63-94-717,1 0 0,1 0 0,0 1 0,1-1 0,0 2-1,1-1 1,-3 24 0,5-5-4,3 65 0,1-33-1,-2-49 2,-1-3 0,1 1 0,0-1 0,2 0 0,-1 0 0,8 25 0,-8-35 0,0-1 0,1 0 0,-1 0 0,1 0 0,0 0 0,0 0 0,0 0 0,0 0 0,1-1 0,-1 1 0,1-1 0,0 1 0,-1-1 0,1 0 0,0 0 0,0-1 0,0 1 0,1 0 0,-1-1 0,0 0 0,0 0 0,1 0 0,-1 0 0,1 0 0,-1-1 0,1 0 0,-1 0 0,8 0 0,-5 0-349,1 0 0,0-1 0,-1 0-1,1 0 1,-1-1 0,1 1 0,-1-1 0,0-1 0,0 1 0,7-5 0,-8 4-567,1-1 0,-1 1 0,0-1 0,0-1 0,-1 1 0,1-1 0,-1 0 0,0 0 0,-1 0 0,7-11 0,11-31-14477</inkml:trace>
</inkml:ink>
</file>

<file path=ppt/ink/ink3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1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8052,'0'0'12693,"136"0"-10548,-69 0-1680,15 0-465,-8-9-1297,-6 0-2064,-14-5-5860</inkml:trace>
</inkml:ink>
</file>

<file path=ppt/ink/ink3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1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15783,'0'0'16984,"7"97"-16984,-1-97 0,1 0-1457</inkml:trace>
</inkml:ink>
</file>

<file path=ppt/ink/ink3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8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4 4098,'0'0'14471,"2"-4"-13322,-2 4-1124,0 0-1,0 1 0,0-1 1,0 0-1,0 0 1,0 0-1,0 0 0,0 1 1,0-1-1,0 0 0,0 0 1,0 0-1,0 0 0,0 1 1,1-1-1,-1 0 0,0 0 1,0 0-1,0 0 1,0 0-1,0 0 0,0 1 1,1-1-1,-1 0 0,0 0 1,0 0-1,0 0 0,0 0 1,0 0-1,1 0 1,-1 0-1,0 0 0,0 0 1,0 0-1,1 0 0,-1 0 1,0 0-1,0 0 0,0 0 1,0 0-1,1 0 1,-1 0-1,0 0 0,0 0 1,0 0-1,0 0 0,1 0 1,-1 0-1,0 0 0,0 0 1,0 0-1,0 0 0,0-1 1,1 1-1,-1 0 1,0 0-1,0 0 0,0 0 1,0 0-1,0-1 0,4 35 1176,-4 65 466,0-71-1255,-2 2-106,-2 1 0,0-1 1,-3 1-1,-17 51 0,15-53-313,0 0-1,2 1 0,1 0 1,-3 55-1,9-85-33,0 1 0,0 0 0,0 0 0,1 0 0,-1-1 0,0 1 0,0 0 0,1-1 0,-1 1 1,1 0-1,-1-1 0,0 1 0,1 0 0,-1-1 0,1 1 0,0-1 0,-1 1 0,1-1 0,-1 1 0,1-1 0,0 1 0,-1-1 0,1 0 1,0 1-1,0-1 0,1 0 0,29 6-1342,32-11-2370,-55 3 2751,-1-1-1,1 0 1,-1-1-1,0 0 1,0 0-1,10-7 1,10-9-4816</inkml:trace>
</inkml:ink>
</file>

<file path=ppt/ink/ink3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6883,'0'0'17560,"143"-11"-17080,-96 4-368,0 5-112,8 2-384,-8 0-1553,0 0-2273,-6 0-6002</inkml:trace>
</inkml:ink>
</file>

<file path=ppt/ink/ink3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8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6147,'0'0'24491,"27"7"-24491,-20-7-32,6 2-1969,1-2-1697,6 3-2849,7-3-4690</inkml:trace>
</inkml:ink>
</file>

<file path=ppt/ink/ink3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9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78 3298,'0'0'17218,"-23"-2"-12373,-6-2-3261,12 1-787,0 0 1,0 1-1,1 2 1,-1-1-1,0 2 0,-20 3 1,33-4-789,0 1 0,0 0-1,1 0 1,-1 0 0,0 0 0,1 0 0,-1 1 0,1 0-1,-1 0 1,1 0 0,0 0 0,0 0 0,0 1-1,0-1 1,0 1 0,0 0 0,1 0 0,-1 0 0,1 0-1,0 0 1,0 1 0,0-1 0,1 1 0,-1-1 0,1 1-1,-1 0 1,1-1 0,1 1 0,-1 0 0,0 0 0,1 0-1,0 0 1,0 6 0,1-1-14,-1 1 1,2-1-1,0 1 1,0-1-1,0 0 0,1 0 1,1 0-1,-1 0 0,1-1 1,1 1-1,0-1 1,11 15-1,18 13-98,51 42 0,6 7-366,-89-84 414,-1 0-1,1 1 1,-1-1 0,0 0-1,0 1 1,0-1 0,0 1-1,0-1 1,0 1 0,0 0-1,0-1 1,0 1 0,-1 0-1,1-1 1,-1 1 0,1 0 0,-1 0-1,0 0 1,0 2 0,0-3 42,-1 0 1,1 0-1,-1 0 1,1 0-1,-1 0 1,0 0 0,1 0-1,-1 0 1,0 0-1,0 0 1,0-1-1,0 1 1,0 0-1,0-1 1,0 1 0,0 0-1,0-1 1,0 1-1,0-1 1,0 0-1,-2 1 1,-9 2 58,1-1 0,-1-1 0,0 0 0,-16-1 0,22 0-75,-19 0 76,15 1-35,0-1 1,0 0-1,0 0 1,0-1-1,0-1 1,-10-2-1,17 3-11,1 0 0,-1 0 0,1 0 0,-1-1 1,1 1-1,0-1 0,0 0 0,0 1 0,-1-1 0,2 0 0,-1 0 0,0 0 0,0-1 0,1 1 0,-1 0 0,1-1 0,-1 1 0,1-1 0,0 1 0,0-1 0,0 0 0,1 1 0,-1-1 0,1 0 0,-1 1 0,1-6 1,0-2-30,1 1 0,0 0 0,0 0 0,1 0 0,1 1 0,-1-1 0,1 0 0,1 1 0,-1 0 0,2 0 0,-1 0 0,1 0 0,0 0 0,1 1 0,7-9 0,16-16-641,61-52 0,-79 75 488,217-177 29,-226 185 200,-1 0 0,0 0 0,1 0-1,-1 0 1,0-1 0,0 1 0,0 0 0,0-1-1,0 1 1,0-1 0,0 1 0,0-1-1,-1 1 1,1-3 0,-1 4-7,0-1-1,0 1 1,0 0-1,0-1 1,0 1-1,-1-1 1,1 1-1,0-1 1,0 1-1,0 0 1,-1-1-1,1 1 1,0 0-1,-1-1 1,1 1-1,0 0 1,-1-1-1,1 1 1,0 0-1,-1 0 1,1-1-1,0 1 1,-1 0-1,1 0 1,-1 0-1,1 0 1,-1 0-1,1-1 1,0 1-1,-1 0 1,0 0-1,-49 2 1757,46-1-1797,-1 1 0,1-1 0,0 1 0,0-1 0,-1 1 0,1 1 0,0-1 0,1 1 0,-1-1 0,0 1 0,1 0 0,0 0 0,-1 1 0,1-1 0,0 1 0,1-1 0,-1 1 0,1 0 0,-1 0 0,1 0 0,1 0 0,-4 9 0,4-10 0,0 1 0,0-1 0,0 0 0,0 0 0,1 1 0,-1-1 0,1 1 0,0-1 0,0 0 0,0 1 0,1-1 0,-1 0 0,1 1 0,0-1 0,0 0 0,0 0 0,0 1 0,0-1 0,1 0 0,-1 0 0,1-1 0,0 1 0,0 0 0,0 0 0,0-1 0,1 1 0,-1-1 0,1 0 0,-1 0 0,1 0 0,3 2 0,4 1-376,1-1-1,-1-1 1,1 1 0,0-2 0,0 1-1,0-2 1,19 2 0,78-6-6952,-46-5-3224</inkml:trace>
</inkml:ink>
</file>

<file path=ppt/ink/ink3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9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0 368,'0'0'29883,"-10"21"-27738,0-1-1844,1-5-292,2 1-1,-1 0 1,2 0 0,0 0 0,1 1-1,1 0 1,-3 19 0,3 26-9,7 116 0,-2-169 2,0 1 0,0-1 1,1 0-1,1 1 0,0-1 0,0 0 1,0 0-1,6 9 0,-7-15-6,0 0-1,0 1 1,0-1 0,0-1-1,1 1 1,-1 0 0,1 0-1,0-1 1,0 1 0,0-1-1,0 0 1,0 0-1,0 0 1,0-1 0,1 1-1,-1-1 1,1 1 0,-1-1-1,1 0 1,-1-1 0,1 1-1,6 0 1,0-1-1049,0 0 1,-1-1 0,1 0-1,15-3 1,-21 2-69,0 1 1,0-1 0,0 0 0,-1 0 0,1 0-1,0 0 1,-1-1 0,1 0 0,-1 1 0,0-1-1,0 0 1,3-5 0,10-16-9997</inkml:trace>
</inkml:ink>
</file>

<file path=ppt/ink/ink3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9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14535,'0'0'9780,"142"-29"-9316,-68 15-464,8-4-80,-8-4-2929,7-6-4675,-6-5-6146</inkml:trace>
</inkml:ink>
</file>

<file path=ppt/ink/ink3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0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18248,'0'0'12806,"-6"122"-11317,6-81-1265,13-5-224,1 0 0,-8-4-256,1-3-1553,0-7-1713,-7-10-2384</inkml:trace>
</inkml:ink>
</file>

<file path=ppt/ink/ink3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0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16247,'0'0'3162,"28"-3"-262,1-1-2248,-9 1-426,0 0-1,0 1 0,-1 1 0,1 1 1,0 1-1,0 1 0,30 6 0,-6 4-138,0 3 0,-1 2 0,-1 1 0,0 2 0,-2 2 0,50 36 0,-78-50-89,-2 0 0,1 1 1,-1 0-1,-1 1 1,1 0-1,-2 0 1,1 1-1,8 15 0,-13-18 2,0 1 0,-1 0-1,0-1 1,0 1 0,-1 0-1,0 1 1,-1-1 0,0 0-1,0 0 1,-1 1 0,0-1-1,-2 15 1,0-16 41,0 0-1,-1 0 1,0 0 0,0 0-1,-1 0 1,0-1 0,0 0-1,-1 0 1,0 0 0,0 0-1,-1-1 1,1 1 0,-1-1-1,-1-1 1,1 1 0,-1-1-1,-14 8 1,-9 4 406,0-1 1,-1-1-1,-36 11 0,35-14-198,-1-2-1,0-1 1,0-2-1,0-1 1,-60 3-1,93-9-341,0 0 0,0 0-1,-1 0 1,1 0-1,0 0 1,-1 0-1,1 0 1,0 0-1,0 0 1,-1 0-1,1 0 1,0 0-1,0 0 1,0-1-1,-1 1 1,1 0-1,0 0 1,0 0 0,0 0-1,-1-1 1,1 1-1,0 0 1,0 0-1,0 0 1,0-1-1,-1 1 1,1 0-1,0 0 1,0-1-1,0 1 1,0 0-1,0 0 1,0-1-1,0 1 1,0 0 0,0 0-1,0-1 1,0 1-1,0 0 1,0 0-1,0-1 1,0 1-1,0 0 1,0 0-1,0-1 1,0 1-1,0 0 1,0 0-1,0-1 1,1 1-1,-1 0 1,10-16-3971,23-10-3560,17-4-2616</inkml:trace>
</inkml:ink>
</file>

<file path=ppt/ink/ink3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0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0 16856,'0'0'14249,"-21"13"-12832,-61 40-1172,79-51-245,1 0 0,0 1 0,-1-1 0,1 1 0,0-1 0,0 1 0,0-1 0,0 1 0,1 0 0,-1 0 0,1 0 0,-1 0 0,1 0 0,0 0 0,1 1 0,-1-1 0,0 0 0,1 0 0,0 1 0,-1-1 0,1 0 0,1 1 0,-1-1 0,0 0 0,1 0 0,0 1 0,1 4 0,-1-4 0,0-2 0,0-1 0,-1 0 0,1 1 0,0-1 0,0 0 0,0 1 0,0-1 0,0 0 0,0 0 0,0 0 0,0 0 0,1 0 0,-1 0 0,0 0 0,1 0 0,-1-1 0,0 1 0,1-1 0,-1 1 0,1-1 0,-1 1 0,1-1 0,0 0 0,-1 1 0,1-1 0,1 0 0,52 0 0,-38 0 0,-8 0-1,-1 0 0,0-1 0,0 0 0,0 0 0,-1-1 0,1 0 0,0 0 1,0-1-1,-1 0 0,0-1 0,1 1 0,-1-1 0,-1 0 0,1-1 0,0 0 0,-1 0 0,0 0 0,0-1 0,9-12 0,-15 17 2,1 1-2,0-1 1,0 0 0,0 0 0,-1 0 0,1 0 0,0 0 0,-1 0 0,1 0 0,-1 0 0,1 0 0,-1 0 0,1-1 0,-1 1 0,0 0 0,0 0 0,1 0 0,-1 0 0,0-1 0,0 1 0,0 0 0,0 0 0,-1 0 0,1-1 0,0 1 0,0 0 0,-1-1 0,1 2 1,-1-1 0,1 1-1,0 0 1,0 0-1,-1 0 1,1 0 0,0 0-1,0 0 1,-1 0-1,1 0 1,0 0 0,0 0-1,-1 0 1,1 0-1,0 0 1,0 0-1,-1 0 1,1 0 0,0 0-1,0 0 1,-1 0-1,1 0 1,0 1 0,0-1-1,-1 0 1,1 0-1,0 0 1,0 0 0,0 1-1,-1-1 1,1 0-1,0 0 1,0 0 0,0 1-1,0-1 1,-1 0-1,1 0 1,0 1 0,-4 4-6,3-2-11,-1 0 1,1 0-1,-1 0 0,1 0 1,0 1-1,0-1 1,0 0-1,1 0 0,-1 1 1,1-1-1,-1 0 0,1 1 1,0-1-1,1 0 1,-1 1-1,1-1 0,-1 0 1,1 1-1,0-1 0,0 0 1,0 0-1,1 0 1,-1 0-1,1 0 0,-1 0 1,1 0-1,0-1 0,0 1 1,1 0-1,-1-1 1,0 0-1,1 1 0,-1-1 1,1 0-1,0-1 0,0 1 1,0 0-1,0-1 1,0 1-1,0-1 0,5 1 1,-3-1-1117,0 0 1,0 0-1,1-1 0,-1 0 1,0 0-1,0 0 1,0-1-1,1 0 1,-1 0-1,0 0 0,0 0 1,0-1-1,9-4 1,14-24-10416</inkml:trace>
</inkml:ink>
</file>

<file path=ppt/ink/ink3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1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 18777,'0'0'6360,"-13"22"-2767,-10 18-2785,2 2-1,1 0 0,2 2 1,-13 48-1,21-23-807,2 1 0,3 133 0,5-172 0,-7-12-2314,-11-9-3319,15-9 4741,1-1 0,-1 0 1,0 1-1,0-1 0,1 0 0,-1-1 0,0 1 0,1 0 1,-1-1-1,0 1 0,1-1 0,-1 0 0,1 0 0,-5-2 1,-19-18-10552</inkml:trace>
</inkml:ink>
</file>

<file path=ppt/ink/ink3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1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4178,'0'0'8462,"24"-9"-3681,-1 1-3651,5-2 282,0 0 0,0 2-1,57-8 1,239 2 7157,-325 18-8569,-1-1 0,0 0 0,0 0 0,0 0 0,0 0 0,-1-1 0,1 1 0,-1-1 0,-4 4 0,-2 1 0,1 1 0,-1 0 0,1 0 0,-11 16 0,16-20 0,0 1 0,1 0 0,0 0 0,-1 0 0,2 0 0,-1 0 0,1 0 0,-1 0 0,1 1 0,1-1 0,-1 11 0,1-15 0,0 0 0,0 0 0,1 0 0,-1 0 0,0 0 0,1 0 0,-1 0 0,1 0 0,-1-1 0,0 1 0,1 0 0,0 0 0,-1 0 0,1-1 0,0 1 0,-1 0 0,1-1 0,0 1 0,0-1 0,-1 1 0,1-1 0,0 1 0,0-1 0,0 0 0,1 1 0,35 7 0,-31-8 0,-1 1 0,1-1 0,-1 0 0,1-1 0,0 0 0,-1 0 0,1 0 0,-1 0 0,1-1 0,6-2 0,-12 3 0,0 0 0,1 1 0,-1-1 0,1 1 0,-1-1 0,1 1 0,-1 0 0,1-1 0,-1 1 0,1-1 0,-1 1 0,1 0 0,-1-1 0,1 1 0,0 0 0,-1 0 0,1-1 0,0 1 0,-1 0 0,1 0 0,0 0 0,-1 0 0,1 0 0,0 0 0,-1 0 0,1 0 0,0 0 0,0 0 0,-3 17 0,-1 6 0,3-23 0,0 1 0,0-1 0,0 1 0,0-1 0,0 1 0,0-1 0,1 1 0,-1-1 0,0 1 0,0-1 0,0 1 0,1-1 0,-1 0 0,0 1 0,0-1 0,1 1 0,-1-1 0,0 0 0,1 1 0,-1-1 0,0 0 0,1 1 0,-1-1 0,1 0 0,-1 1 0,0-1 0,1 0 0,-1 0 0,1 0 0,-1 1 0,1-1 0,-1 0 0,1 0 0,-1 0 0,1 0 0,52-1-2660,-45 0 1300,1-1 1,0 0-1,-1 0 0,1-1 0,-1 0 0,15-8 0,24-16-8839</inkml:trace>
</inkml:ink>
</file>

<file path=ppt/ink/ink3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1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1 19257,'0'0'2673,"-25"6"1129,15-4-3309,-14 3 368,1 2 1,0 0-1,0 1 1,1 1-1,0 1 0,-28 18 1,27-13-780,1 2 0,0 0 1,2 1-1,0 1 0,1 1 1,-30 41-1,42-50-86,0 0 1,1 0-1,0 1 0,1 0 0,0 0 0,1 1 1,1-1-1,0 1 0,0 0 0,1 0 1,1-1-1,0 1 0,1 1 0,0-1 1,1 0-1,4 20 0,-1-20 6,0-1 1,0 1-1,1-1 0,1 0 1,0 0-1,1-1 1,0 0-1,13 16 0,-1-5-37,1 0-1,37 31 1,-46-45-378,-1 0 1,1-1-1,0 0 1,0-1-1,1 0 1,0-1-1,0 0 1,0-1-1,0-1 1,25 5-1,-18-6-1555,-1-1 0,1 0 0,-1-2 0,23-2 0,32-12-9421</inkml:trace>
</inkml:ink>
</file>

<file path=ppt/ink/ink3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2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4674,'0'0'20772,"13"14"-19091,24 30-884,-1 0 0,-3 3 0,39 69 0,-58-91-552,-1 2 1,-2 0-1,0 0 0,-2 1 0,-1 0 0,-1 0 0,-2 1 1,-1 0-1,1 33 0,-5-55-245,-1 0 0,0-1 0,0 1 0,-1 0 0,0-1 0,0 1 0,-1-1 0,1 0 0,-1 0 0,-1 0 0,1 0 0,-1 0 0,0-1 0,0 1 0,-1-1 0,0 0 0,0-1 0,0 1 0,0-1 0,-1 0 0,1 0 0,-1-1 0,0 1 0,0-1 0,0-1 0,-1 1 0,-12 2 0,14-4-347,7-17-6520,16-10-1972,8-7-4097</inkml:trace>
</inkml:ink>
</file>

<file path=ppt/ink/ink3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2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20233,'0'0'12534,"21"55"-12534,-21-42 0,6 1 0,-6-1 0,7 1 0,-7 2-1329,0-7-6034</inkml:trace>
</inkml:ink>
</file>

<file path=ppt/ink/ink3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2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1 12982,'0'0'18328,"-121"140"-17463,93-111-705,1 3-160,-6 2-1185,-8 2-2656,-13-5-4211</inkml:trace>
</inkml:ink>
</file>

<file path=ppt/ink/ink3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2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139 141 896,'0'0'17032,"-3"1"-14335,-7 2-2021,0 0 0,1 1 0,-1 0-1,1 0 1,0 1 0,1 1-1,-1-1 1,1 2 0,-14 12 0,19-17-527,1 0 1,0 0-1,-1 1 1,1-1-1,0 0 1,0 1 0,0 0-1,1-1 1,-1 1-1,1 0 1,-1 0-1,1 0 1,0 0-1,0 0 1,0 0 0,1 0-1,-1 0 1,1 0-1,-1 1 1,1-1-1,0 0 1,0 0 0,1 0-1,-1 1 1,1-1-1,-1 0 1,1 0-1,0 0 1,0 0 0,1 0-1,-1 0 1,0 0-1,1-1 1,0 1-1,2 3 1,48 49-150,-36-39 0,0-1 0,-2 2 0,1 0 0,-2 1 0,-1 0 0,15 29 0,-25-43 0,0 0 0,-1 0 0,0 0 0,0 0 0,0 1 0,0-1 0,0 0 0,-1 1 0,0-1 0,0 0 0,0 1 0,-1-1 0,1 1 0,-1-1 0,0 0 0,0 0 0,-1 1 0,1-1 0,-1 0 0,0 0 0,0-1 0,0 1 0,-1 0 0,1-1 0,-1 1 0,0-1 0,0 0 0,0 0 0,-4 4 0,-1-2 0,1 0 0,-1 0 0,0 0 0,0-1 0,0-1 0,-1 1 0,1-1 0,-1-1 0,0 1 0,0-1 0,0-1 0,0 0 0,-12 0 0,20-1-3,0 0 0,0 0-1,-1-1 1,1 1 0,0-1 0,0 1-1,0 0 1,0-1 0,0 0 0,0 1-1,0-1 1,0 0 0,0 1 0,0-1-1,0 0 1,1 0 0,-1 0 0,0 0-1,0 0 1,1 0 0,-1 0 0,1 0-1,-1 0 1,1 0 0,-1 0 0,1 0-1,0 0 1,-1-1 0,1 1 0,0 0-1,0 0 1,0 0 0,0 0 0,0-1 0,0-1-1,6-48-341,-1 35 216,0 1-1,1 0 1,1 0-1,0 1 0,1-1 1,1 2-1,0-1 0,1 1 1,0 1-1,21-20 0,16-12-80,68-47-1,-111 87 218,63-42-6,-44 32 8,-2-1 0,0-1 0,0-1 0,-1 0 0,31-37 1,-47 48 5,0 0 0,0 0 0,-1-1 0,0 1 0,0-1 0,4-13 0,-7 18 4,1 1 1,-1 0-1,0-1 1,0 1-1,1 0 1,-1-1-1,0 1 1,0 0-1,0-1 1,0 1-1,-1 0 1,1-1-1,0 1 1,-1 0-1,1-1 1,0 1-1,-1 0 1,0 0-1,1-1 1,-1 1 0,0 0-1,1 0 1,-1 0-1,0 0 1,0 0-1,0 0 1,0 0-1,0 0 1,0 0-1,0 1 1,-1-1-1,1 0 1,0 1-1,0-1 1,0 0-1,-1 1 1,1 0-1,0-1 1,-1 1-1,1 0 1,0 0 0,-2-1-1,-9 0 38,0 0-1,0 1 1,0 1 0,0-1-1,0 2 1,1 0-1,-1 0 1,0 1 0,1 0-1,0 1 1,0 1-1,0 0 1,0 0 0,1 1-1,0 0 1,0 1-1,0 0 1,1 0 0,0 1-1,1 0 1,0 1-1,-8 10 1,14-17-58,-1 1 0,1 0 1,0-1-1,1 1 0,-1 0 0,0 0 1,1 0-1,0 0 0,-1 0 0,1 1 1,0-1-1,1 0 0,-1 0 0,1 1 0,-1-1 1,1 0-1,0 1 0,0-1 0,1 1 1,-1-1-1,1 0 0,-1 0 0,1 1 1,0-1-1,0 0 0,1 0 0,-1 0 1,0 0-1,1 0 0,0 0 0,0 0 0,0-1 1,0 1-1,0 0 0,1-1 0,-1 0 1,1 0-1,-1 0 0,4 2 0,4 3-76,1-1-1,0 0 1,0-1-1,0 0 1,1-1-1,-1 0 1,1-1-1,0 0 1,20 1-1,-32-4 64,116 6-5559,-102-7 3165,-1 0-1,1-1 1,23-5 0,24-21-10603</inkml:trace>
</inkml:ink>
</file>

<file path=ppt/ink/ink3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2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17848,'0'0'6451,"-82"126"-1008,62-62-2578,13-3-2705,7-5-160,0-9 0,14-4 0,13-9 0,7-9 0,-7-7 0,14-11 0,-8-7 0,8 0 0,0-2-1825,-7-21-3137,-7-9-5475</inkml:trace>
</inkml:ink>
</file>

<file path=ppt/ink/ink3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3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15031,'0'0'5074,"190"-34"-4610,-102 14-464,0-5-1616,-7-2-3731,0-9-4849</inkml:trace>
</inkml:ink>
</file>

<file path=ppt/ink/ink3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3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95 236 15607,'0'0'2217,"-11"25"2100,-36 80-185,40-90-3534,1 0 0,1 0-1,0 1 1,1 0-1,1 0 1,0 0 0,1 0-1,1 0 1,1 17-1,0-25-535,0-6-145,0-29-147,1 0 1,1 0-1,2 0 1,1 0-1,1 0 0,1 1 1,2 0-1,0 1 0,1 0 1,2 0-1,1 1 0,29-42 1,-41 64 228,1 1 0,-1-1 1,0 1-1,1-1 0,-1 1 1,0-1-1,1 1 0,0 0 1,-1 0-1,1 0 0,0 0 1,-1 0-1,1 0 0,0 1 1,4-2-1,-6 2 2,0 0 1,1 0-1,-1 0 1,1 0-1,-1 0 1,1 0-1,-1 0 0,1 0 1,-1 0-1,1 0 1,-1 0-1,1 0 1,-1 0-1,1 0 0,-1 0 1,1 1-1,-1-1 1,0 0-1,1 0 1,-1 1-1,1-1 1,-1 0-1,0 0 0,1 1 1,-1-1-1,0 1 1,1-1-1,4 10 137,0 0 0,-1 0 0,0 0 0,0 1 0,2 15 0,17 43 293,-19-61-424,0 0 0,1 0 0,0 0 0,0-1 0,1 0 0,0 0 0,0 0-1,1-1 1,0 0 0,0 0 0,0 0 0,1-1 0,0 0 0,0-1 0,0 0 0,0 0-1,1-1 1,-1 0 0,1 0 0,0-1 0,0 0 0,0 0 0,16 0 0,-23-3-9,1 1 0,-1-1 0,0 1 0,0-1 0,0 0 0,0 0 0,0 0 0,0 0 0,0 0 1,0 0-1,-1 0 0,1-1 0,0 1 0,0-1 0,-1 1 0,1-1 0,-1 0 0,0 1 0,1-1 0,-1 0 1,0 0-1,0 0 0,0 0 0,-1 0 0,1 0 0,0 0 0,0-5 0,3-9 47,0-1 1,2-30-1,-3 21-53,50-238 446,-52 255-417,-1 45-2432,-1 16-2920,3-18-1627,4-9-1584</inkml:trace>
</inkml:ink>
</file>

<file path=ppt/ink/ink3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91 8436,'0'0'11923,"20"5"-9178,-5-1-2357,-1 1-51,1 0-1,1-1 1,-1-1 0,1-1 0,-1 0 0,1-1 0,-1 0 0,25-3 0,-38 1-338,1 0-1,-1 0 0,1-1 1,-1 1-1,0-1 1,1 1-1,-1-1 1,0 0-1,0 0 0,0 1 1,0-2-1,0 1 1,-1 0-1,1 0 1,-1-1-1,1 1 1,-1 0-1,0-1 0,0 0 1,0 1-1,0-1 1,1-4-1,-2 5-1,1 0 0,-1 0-1,1 1 1,-1-1 0,0 0-1,0 0 1,0 0 0,0 0 0,0 0-1,0 0 1,-1 0 0,1 0 0,0 0-1,-1 0 1,0 0 0,1 1-1,-1-1 1,0 0 0,0 0 0,0 1-1,0-1 1,0 1 0,-1-1 0,1 1-1,0-1 1,-1 1 0,1 0-1,-1-1 1,1 1 0,-1 0 0,0 0-1,-1-1 1,-8-1 280,-1-1-1,1 2 0,0 0 1,-1 0-1,0 1 1,1 0-1,-1 1 0,-22 3 1,27-2-108,0 0 0,0 0 0,0 1 0,1 0 0,-1 0 0,0 0 0,1 1 0,-1 0 0,1 1 0,0-1 0,0 1 0,1 1 0,-1-1 0,1 1 0,-9 9 0,12-11-166,0-1 1,0 1 0,0 0-1,0 0 1,1 0-1,0 0 1,-1 0-1,1 0 1,0 0 0,0 1-1,1-1 1,-1 0-1,1 0 1,0 1-1,-1-1 1,2 0 0,-1 1-1,0-1 1,0 0-1,1 1 1,0-1-1,0 0 1,0 0 0,0 0-1,0 1 1,1-1-1,-1-1 1,1 1 0,0 0-1,0 0 1,0-1-1,0 1 1,4 3-1,0 0-499,0-1-1,1 0 0,-1 0 0,1-1 0,0 0 0,0 0 0,0 0 0,1-1 0,-1 0 0,1-1 0,0 0 0,0 0 1,9 1-1,31-1-6488,5-2-4268</inkml:trace>
</inkml:ink>
</file>

<file path=ppt/ink/ink3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0 7908,'0'0'13398,"-102"122"-8164,69-70-1520,12-2-2033,8-5-849,-1-7-832,14-11 0,0-4 0,0-12-1008,-7-9-4627,-6-2 465,-7-22-4243</inkml:trace>
</inkml:ink>
</file>

<file path=ppt/ink/ink3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4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10117,'0'0'15847,"149"56"-14102,-101-31-1025,6-5-480,-7-2-240,8-6-64,-1-10-1537,-7-2-1328,7 0-2001,-6-27-4579</inkml:trace>
</inkml:ink>
</file>

<file path=ppt/ink/ink3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4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15191,'0'0'7902,"-14"24"-3204,-5 3-3448,8-10-747,0-1 0,1 1 1,1 1-1,0 0 1,2 0-1,-10 33 0,8-8-452,1 1 0,2 0-1,1 89 1,5-131-86,0 1 1,0 0-1,0-1 1,0 1-1,1-1 0,-1 1 1,1 0-1,-1-1 1,1 1-1,0-1 0,0 0 1,0 1-1,1-1 1,-1 0-1,0 0 0,1 1 1,0-1-1,-1 0 1,1-1-1,0 1 0,0 0 1,0 0-1,0-1 0,0 1 1,1-1-1,-1 0 1,0 0-1,1 1 0,-1-2 1,1 1-1,-1 0 1,1 0-1,2 0 0,-1-1-126,0 0 0,0 0 0,0 0 0,-1 0 0,1-1 0,0 1 0,0-1 0,-1 0-1,1 0 1,0 0 0,-1-1 0,1 1 0,-1-1 0,1 0 0,-1 0 0,0 0-1,0-1 1,0 1 0,0-1 0,0 1 0,-1-1 0,4-5 0,9-17-6165,-2-3-3388</inkml:trace>
</inkml:ink>
</file>

<file path=ppt/ink/ink3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4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13334,'0'0'11477,"136"0"-11108,-75 0-321,0-14-48,-7 1-1569,0-7-2577,0-5-4274</inkml:trace>
</inkml:ink>
</file>

<file path=ppt/ink/ink3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5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0 15559,'0'0'7916,"-24"16"-3472,-77 56-1378,90-64-2933,1 1 1,-1 0-1,2 1 0,-1 0 1,1 1-1,1 0 1,0 0-1,0 0 0,1 1 1,-8 18-1,10-14-88,1 0 0,0 1 0,1-1 0,1 1 0,0 0 0,2 29 0,0-42-77,0 0 1,0 1-1,1-1 1,0 0-1,0 0 1,0 1-1,0-1 1,1 0-1,-1 0 1,1 0-1,0 0 1,0-1-1,0 1 1,1 0-1,0-1 1,-1 0-1,1 1 1,0-1-1,0 0 1,1-1-1,-1 1 1,1-1-1,-1 1 1,1-1-1,0 0 1,0 0-1,0 0 1,0-1-1,0 0 1,8 2-1,9 1-564,1 0-1,1-2 0,-1 0 1,36-3-1,-57 1 568,49-6-5290,9-15-3301</inkml:trace>
</inkml:ink>
</file>

<file path=ppt/ink/ink3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5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8852,'0'0'18955,"6"23"-17042,0 1-1387,38 132 1814,-26-102-2310,-2 0 0,-2 2 0,-2-1 1,-4 2-1,4 83 0,-12-135-89,0 0-1,-1-1 1,0 1 0,0 0 0,0 0-1,0 0 1,-1-1 0,1 1 0,-1-1-1,0 1 1,-1-1 0,1 0 0,-1 0-1,0 0 1,0 0 0,0 0 0,0-1-1,-1 1 1,1-1 0,-1 0 0,0 0-1,0 0 1,0-1 0,-1 1-1,1-1 1,-7 3 0,-3 0-758,0-1 0,0 0 1,0-1-1,-1-1 0,1 0 0,-1-1 0,-28-1 1,17-2-11651</inkml:trace>
</inkml:ink>
</file>

<file path=ppt/ink/ink3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0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15607,'0'0'16648,"0"23"-16552,0-21-96,0 2 0,0-1-560,0 3-865,0 3-896,0 3-801,-7 1-1584,7 1-3025,-6-1-1762</inkml:trace>
</inkml:ink>
</file>

<file path=ppt/ink/ink3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0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0,'0'0'16311,"-48"142"-16583,21-111-4626</inkml:trace>
</inkml:ink>
</file>

<file path=ppt/ink/ink3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1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5074,'0'0'11723,"9"-8"-9778,-2 2-1477,16-12 576,-22 18-991,-1 0 0,1 0 0,-1 0 0,1 0-1,0 0 1,-1 0 0,1 0 0,0 0 0,-1 1 0,1-1 0,0 0 0,-1 0 0,1 0 0,-1 1 0,1-1 0,-1 0 0,1 1 0,0-1 0,-1 0 0,1 1 0,-1-1 0,0 1 0,1-1 0,-1 1 0,1-1-1,-1 1 1,0-1 0,1 1 0,-1-1 0,0 1 0,1 0 0,-1-1 0,0 1 0,0-1 0,0 1 0,0 0 0,1-1 0,-1 1 0,0 0 0,0-1 0,0 1 0,0 0 0,-1 0 0,9 53 2051,0 62 1,-6 31-2350,-2-139 29,0-282-2177,1 274 2355,-1-1 0,0 0 0,1 0 0,-1 0 1,1 0-1,-1 1 0,1-1 0,-1 0 0,1 0 0,0 1 0,-1-1 0,1 0 0,0 1 1,0-1-1,-1 1 0,1-1 0,0 1 0,0-1 0,0 1 0,0 0 0,-1-1 1,1 1-1,0 0 0,0 0 0,0 0 0,0 0 0,0-1 0,0 1 0,0 0 1,0 1-1,0-1 0,1 0 0,34 4-329,24 23 310,-47-19 68,1-1 0,0-1 0,29 8 0,-20-8-11,1-2 0,-1-1 0,1 0 0,0-2 0,0-1 0,0-1 0,36-6 0,-52 6 11,-1 0 0,0-1 0,0 0 0,0 0 0,0 0 0,0-1 0,0 0 0,0-1 0,-1 0 0,0 0 0,0 0 1,0 0-1,0-1 0,-1 0 0,1 0 0,-1-1 0,-1 0 0,1 0 0,-1 0 0,0 0 0,0 0 0,-1-1 0,0 0 0,0 0 0,0 0 0,-1 0 0,0 0 0,1-8 0,-3 13 28,0 0-1,0 0 1,0 1 0,0-1-1,0 0 1,0 0 0,-1 1-1,1-1 1,0 0 0,-1 1 0,1-1-1,-1 0 1,0 1 0,0-1-1,0 1 1,1-1 0,-1 1-1,0-1 1,-1 1 0,1 0-1,0 0 1,0-1 0,-1 1-1,1 0 1,0 0 0,-1 0-1,1 0 1,-1 1 0,1-1-1,-1 0 1,0 1 0,1-1-1,-1 1 1,0-1 0,1 1 0,-4-1-1,-9-1 275,0 1-1,1 0 1,-27 3 0,22-2 4,6 1-169,-1 0 0,1 1-1,0 0 1,0 1 0,0 1 0,0 0 0,0 0 0,1 1 0,-15 9 0,21-12-111,0 1 0,0 1 0,0-1 0,0 1 0,1-1 0,-1 2 0,1-1-1,0 0 1,1 1 0,-1-1 0,1 1 0,0 0 0,0 0 0,0 1 0,1-1 0,0 0 0,0 1 0,0 0 0,1-1 0,-1 1 0,2 0 0,-2 6 0,2-5-38,0-1 0,0 1 0,0-1 1,0 0-1,1 1 0,0-1 0,1 0 0,-1 1 0,1-1 1,0 0-1,1 0 0,0-1 0,0 1 0,0 0 1,0-1-1,1 0 0,0 0 0,0 0 0,0 0 1,1 0-1,0-1 0,7 6 0,1 0-376,-1-2-1,2 1 1,-1-1 0,1-1-1,0-1 1,0 0-1,1 0 1,24 5 0,-18-7-1622,0-1 0,0 0 0,26-2 0,19-1-6143</inkml:trace>
</inkml:ink>
</file>

<file path=ppt/ink/ink3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2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14439,'0'0'5618,"-108"165"-2288,81-91-65,20 3-1328,0 0-848,1-5-417,6-6-352,0-12-304,0-9-16,0-9-400,6-9-673,-6-6-1088,0-10-912,-40-7-20906</inkml:trace>
</inkml:ink>
</file>

<file path=ppt/ink/ink3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9332,'0'0'7204,"24"-5"-3709,156-31 1493,-84 18-3488,-44 8-1101,-1 2-1,73-3 0,-124 41 800,-2-21-1044,0 0 0,-1 0 1,0-1-1,-6 13 0,6-14-81,-1 0 0,2 0 0,-1 0 0,1 0 0,0 0 0,0 0-1,1 1 1,0 8 0,1-15-77,1 0-1,-1 0 1,1 0 0,0 0-1,0 0 1,0 0 0,-1 0-1,1 0 1,0-1-1,0 1 1,0 0 0,0-1-1,0 1 1,0-1 0,0 1-1,1-1 1,-1 1-1,0-1 1,0 0 0,0 1-1,0-1 1,1 0-1,-1 0 1,0 0 0,0 0-1,0 0 1,1 0 0,-1 0-1,1-1 1,41-2-156,-29-1 154,0-1-1,-1-1 0,1 0 1,-1-1-1,0 0 0,-1-1 1,0 0-1,0-1 0,12-13 1,-22 94 2466,-1-70-2499,-1 5-195,1 0 0,0 0 1,1-1-1,0 1 1,0 0-1,0-1 0,4 8 1,-4-13-191,-1 1 0,0-1 0,0 1 0,0-1 0,1 0 0,-1 1 0,0-1 0,1 0 0,-1 0 1,1 0-1,0 0 0,2 1 0,-1-1-816,0 0 0,1-1-1,-1 1 1,0-1 0,0 1 0,1-1 0,-1 0 0,0 0 0,4-1 0,13-3-8821</inkml:trace>
</inkml:ink>
</file>

<file path=ppt/ink/ink3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2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1 275 13062,'0'0'11861,"0"20"-10476,0 113 1102,0-132-2402,0-11 419,9-141 209,-4 86-425,-3 41-287,1 1 0,1 0 0,1 0 0,1 1 0,1-1 0,14-29 1,-13 40 0,2 11-5279,-9 2 4566,0 1 0,0-1 0,0 0 0,-1 1 0,1-1 0,0 1 0,-1-1 0,1 1 0,-1-1 0,1 1 0,-1-1 0,0 1 0,1 2 0,4 20-7202</inkml:trace>
</inkml:ink>
</file>

<file path=ppt/ink/ink3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3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12358,'0'0'17274,"6"6"-15641,-4-4-1410,2 1-132,0 0 1,-1 1-1,0 0 0,1-1 1,-1 1-1,-1 0 0,1 0 1,-1 1-1,1-1 1,-1 1-1,0-1 0,-1 1 1,3 7-1,-4-11-91,0-1 0,0 0 0,0 1 0,0-1 0,0 0 0,0 1 0,1-1 0,-1 0 0,0 1 0,0-1 0,0 0 0,1 1 0,-1-1 0,0 0 0,0 1 0,1-1 0,-1 0 0,0 0 0,1 1 0,-1-1 0,0 0 0,1 0 0,-1 0 0,0 1 0,1-1 0,-1 0 0,0 0 0,1 0 0,-1 0 0,1 0 0,-1 0 0,0 0 0,1 0 0,-1 0 0,0 0 0,1 0 0,-1 0 0,1 0 0,14-3 0,-14 3 0,11-7-36,-1-1 1,0 0-1,13-11 1,18-15-202,-26 23 88,-13 8 185,1 0 0,-1 0 0,0 1 0,1-1 0,0 1 0,0 0 0,-1 0 0,1 1 0,0-1 0,0 1 0,1 0 0,-1 0 0,7-1 0,-9 5-34,0 0 0,0 0 0,0 0 0,0 0 0,-1 0 1,0 1-1,1-1 0,-1 0 0,0 1 0,-1-1 0,1 1 0,0 6 0,2 6-5,-2-14-136,-1-1 0,1 1 0,-1-1 0,1 1-1,0-1 1,0 0 0,0 1 0,-1-1 0,1 0 0,0 0 0,0 1 0,1-1 0,-1 0-1,0 0 1,0 0 0,0 0 0,1-1 0,-1 1 0,1 0 0,-1 0 0,3 0 0,34 3-7637,-33-4 6620,28 0-11727</inkml:trace>
</inkml:ink>
</file>

<file path=ppt/ink/ink3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3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0 211 6787,'0'0'21845,"6"8"-20164,12 15-884,37 40 1,-46-54-691,0-1 1,1 1-1,-1-2 0,2 1 1,-1-1-1,1-1 1,23 10-1,-34-16-107,1 0 0,-1 1 0,1-1 0,-1 0 0,1 0 0,-1 0 0,1 0 0,-1 0 0,1 0 0,-1 0 0,0 0 0,1 0 0,-1 0 0,1 0 0,-1 0 0,1-1 0,-1 1 0,1 0 0,-1 0 0,1 0 0,-1-1 0,0 1 0,1 0 0,-1 0 0,0-1 0,1 1 0,-1 0 0,0-1 0,1 1 0,-1 0 0,0-1 0,1 1 0,-1-1 0,0 1 0,0 0 0,0-1 0,1 1 0,-1-1 0,0 1 0,0-1 0,0 1 0,0-1 0,0 1 0,0-2 0,0-24 0,0 19 0,3-54 0,3 0 0,18-84 0,-9 87 0,-14 57-22,-1 1 0,1-1-1,0 1 1,-1-1 0,1 1 0,0-1 0,-1 1 0,1 0-1,0-1 1,0 1 0,-1 0 0,1 0 0,0-1 0,0 1-1,-1 0 1,1 0 0,0 0 0,0 0 0,0 0-1,0 0 1,-1 0 0,1 0 0,0 0 0,0 1 0,-1-1-1,1 0 1,0 0 0,0 1 0,-1-1 0,1 1 0,0-1-1,0 0 1,-1 1 0,2 0 0,-2 0-101,15 7-1638,-1 0-1,1-1 1,1 0 0,-1-1-1,1-1 1,0-1 0,0 0 0,1-1-1,-1 0 1,18-1 0,26-1-4970</inkml:trace>
</inkml:ink>
</file>

<file path=ppt/ink/ink3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4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267 524 6867,'0'0'19422,"-24"7"-17053,-78 25-378,93-28-1874,0 0 1,0 1 0,1 0-1,-1 1 1,1 0 0,0 0-1,1 0 1,-1 1 0,1 0 0,1 1-1,-1-1 1,1 1 0,1 1-1,0-1 1,0 1 0,0 0-1,-3 11 1,6-16-118,0 0 0,0-1 0,1 1 0,0 0 0,0 0 0,0 0 0,0 0 0,1 0 0,0 0 0,-1 0 0,1 0 0,1 0 0,-1 0 0,2 5 0,-2-7 0,1 0 0,0-1 0,0 1 0,0 0 0,0-1 0,0 1 0,1-1 0,-1 1 0,0-1 0,1 0 0,-1 0 0,1 0 0,-1 1 0,1-1 0,0 0 0,-1-1 0,1 1 0,0 0 0,0-1 0,0 1 0,-1 0 0,1-1 0,0 0 0,0 0 0,0 1 0,0-1 0,0 0 0,3-1 0,5 1-53,1-1 1,0 0-1,-1 0 1,1-1-1,-1 0 1,0-1-1,0-1 1,16-6-1,-21 7 26,1 0-1,-1 0 0,0-1 1,0 1-1,0-1 1,-1 0-1,1-1 0,-1 1 1,0-1-1,0 0 1,-1 0-1,1 0 1,-1 0-1,0-1 0,0 1 1,2-8-1,-6 14 35,1-1-1,0 0 1,0 0-1,0 0 1,-1 0 0,1 0-1,0 0 1,0 0-1,-1 1 1,1-1-1,0 0 1,0 0-1,-1 0 1,1 0 0,0 0-1,0 0 1,-1 0-1,1 0 1,0 0-1,0 0 1,-1 0 0,1-1-1,0 1 1,0 0-1,0 0 1,-1 0-1,1 0 1,0 0-1,0 0 1,-1 0 0,1-1-1,0 1 1,0 0-1,0 0 1,0 0-1,-1-1 1,1 1-1,0 0 1,0 0 0,0 0-1,0-1 1,0 1-1,0 0 1,0 0-1,-1-1 1,1 1-1,0 0 1,0 0 0,0-1-1,0 1 1,0 0-1,0 0 1,0-1-1,0 1 1,0 0 0,0 0-1,0-1 1,1 1-1,-1 0 1,0 0-1,0 0 1,0-1-1,0 1 1,0 0 0,0-1-1,-15 14 423,14-11-448,0 0-1,0 0 1,0 0-1,0 0 1,0 0-1,0 1 1,1-1-1,-1 0 1,1 0-1,0 1 1,0-1 0,0 0-1,0 0 1,0 1-1,0-1 1,0 0-1,1 1 1,-1-1-1,1 0 1,0 0-1,0 0 1,-1 0 0,1 0-1,1 0 1,-1 0-1,0 0 1,0 0-1,1 0 1,-1 0-1,1-1 1,0 1-1,-1-1 1,1 1 0,0-1-1,0 1 1,0-1-1,0 0 1,0 0-1,0 0 1,0 0-1,0-1 1,0 1 0,1 0-1,-1-1 1,0 0-1,0 1 1,5-1-1,0-1-206,0 0 0,0 0 0,0 0 0,0-1 0,-1 0 0,1-1 0,-1 1 0,1-1 0,-1 0-1,0-1 1,0 0 0,0 0 0,-1 0 0,1 0 0,6-8 0,9-10-854,0-2 0,20-30 0,-16 21 134,12-15-81,-2-3 1,-2 0-1,33-72 1,-51 90 1355,-2-1 1,12-49-1,-18 55 1243,-2-1 0,-1 0-1,0-46 2362,-6 76-3715,0 1 0,1-1 0,-1 0-1,1 0 1,-1 1 0,1-1 0,0 1 0,-1 0 0,1-1-1,0 1 1,0 0 0,-1 2 0,0-1 40,-16 28-209,1 2 0,1 0 1,2 1-1,-14 50 0,21-60-55,2 1 0,0 0 0,2 0 0,1 0 0,0 0-1,2 0 1,4 36 0,-2-54 7,-1 0 0,1 0 1,0 0-1,0-1 0,1 1 0,0-1 0,0 1 1,1-1-1,6 8 0,-8-11-4,1 0 0,-1 0 0,1 0-1,0 0 1,0 0 0,0-1 0,1 0 0,-1 1 0,1-1-1,-1-1 1,1 1 0,-1 0 0,1-1 0,0 0 0,0 0-1,0 0 1,0 0 0,5 0 0,1-1-709,0 0 1,-1 0-1,1-1 1,0 0-1,13-4 1,-17 3-624,0 0 1,-1 0-1,1-1 1,0 0 0,-1 0-1,1-1 1,-1 1-1,0-1 1,6-6 0,17-21-12475</inkml:trace>
</inkml:ink>
</file>

<file path=ppt/ink/ink3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4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18008,'0'0'14759,"0"25"-14759,0-18 0,7 2 0,0 2 0,0 3 0,-1 2 0,1-1-1873,0 1-3425</inkml:trace>
</inkml:ink>
</file>

<file path=ppt/ink/ink3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4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1 1665,'0'0'17064,"-108"144"-13047,74-92-943,0-2-2018,7 2-1056,-14 4-688,1 12-3138,-15 6-4770</inkml:trace>
</inkml:ink>
</file>

<file path=ppt/ink/ink3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5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21 252 5378,'0'0'13532,"-4"-4"-11801,3 2-1505,-1-1 0,0 1 0,0-1 0,1 0 0,-1 1 0,1-1 0,0 0 0,0 0 0,0 0 0,0 0 0,1 0 0,-1 0 0,1 0 0,0 0 0,0 0 0,0 0 0,0 0 0,0 0 0,0 0 0,1 0 0,0 0 0,0 0 0,-1 0 0,2 0 0,-1 0 0,2-2 0,6-7-32,1 0 1,1 1 0,0 0-1,1 0 1,0 2-1,0-1 1,1 2-1,25-14 1,-16 11-115,1 1 1,0 0-1,0 2 1,43-9-1,-58 15-68,1 1 0,-1 0 0,1 0 0,13 1 0,-20 0-13,-1 0 0,1 1-1,-1-1 1,1 0 0,-1 1 0,1-1 0,-1 1-1,0-1 1,1 1 0,-1 0 0,0-1 0,1 1-1,-1 0 1,0 0 0,0 0 0,0 0-1,0 0 1,1 0 0,-2 1 0,1-1 0,0 0-1,0 0 1,0 1 0,-1-1 0,1 1 0,0-1-1,-1 0 1,1 1 0,-1 1 0,3 11 66,-1 0 1,-1 1 0,-1-1-1,0 0 1,-1 0-1,-3 21 1,-25 86 631,18-83-307,-8 57 1,18-91-369,-2 14 79,1 1 0,1-1 0,1 1 0,0-1 0,4 21 0,-3-35-100,0 1 0,0-1 1,0 0-1,0 0 0,1 0 0,0 0 1,0 0-1,0 0 0,0 0 1,1-1-1,0 1 0,-1-1 1,1 0-1,0 0 0,1 0 0,-1 0 1,0 0-1,1-1 0,0 1 1,-1-1-1,1 0 0,0 0 1,0 0-1,0-1 0,1 1 1,-1-1-1,5 1 0,16 1-122,0 0 1,49-1-1,-51-3-387,-21 1 236,-4-19 371,1 18-92,-1 0 1,1 0-1,0 1 1,0-1-1,0 1 1,0-1-1,-1 1 0,1 0 1,0 0-1,-1-1 1,1 1-1,0 0 1,0 0-1,-1 0 1,1 0-1,0 0 0,-1 1 1,1-1-1,0 0 1,0 0-1,-1 1 1,1-1-1,0 1 0,0-1 1,-2 2-1,2 0-3,-1-1 0,0 1 0,1 0 0,0 0-1,0 0 1,-1 0 0,1 0 0,0 0-1,0 0 1,1 0 0,-1 1 0,0-1 0,0 3-1,-1 12-15,1 0 1,0 1-1,2 21 0,0-20 21,-2 18-47,2 0-1,1 0 1,2 0-1,16 64 1,-19-98 38,3 9 44,0 1 0,0-1 0,-1 1 0,-1 0 0,0 0 0,-1 0 0,0 0 0,-1 0 0,-3 25 0,2-35 3,-1-1 0,0 1 0,1 0 0,-1-1 0,0 1 0,0-1 0,-1 1 0,1-1 0,0 0 0,-1 0 0,1 0 0,-1 0 0,0 0 0,1-1 0,-1 1 1,0-1-1,0 0 0,0 0 0,0 0 0,0 0 0,-4 0 0,-68 9 751,-35-10-993,145 0-4765,-10 0-3846,-23 0 7488,24 0-12616</inkml:trace>
</inkml:ink>
</file>

<file path=ppt/ink/ink3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52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2271 192,'0'0'5122,"-13"1"-4012,-41 3-45,53-4-930,0 0 0,1 0 1,-1 0-1,0 0 0,1 0 1,-1 0-1,0-1 0,1 1 0,-1 0 1,1 0-1,-1-1 0,0 1 1,1 0-1,-1-1 0,1 1 1,-1 0-1,1-1 0,-1 1 1,1-1-1,-1 1 0,1-1 0,-1 1 1,1-1-1,0 0 0,-1 1 1,1-1-1,0 1 0,0-1 1,-1 0-1,1 1 0,0-1 1,0 0-1,0 1 0,0-1 0,0 0 1,0 1-1,0-1 0,0 0 1,0 1-1,0-1 0,0 0 1,0 1-1,0-1 0,1 0 0,-1 1 1,0-1-1,8-7 6386,23 7-6444,1-2 0,-1-1-1,0-1 1,46-15 0,120-50-41,-75 23 9,344-84 48,-137 43-104,461-169-13,-114 41 135,-493 161-99,90-28-29,304-86 21,-313 98 95,628-147 132,-540 142 95,216-40 901,1241-130-1016,-1122 180-117,2 1-135,160-5 108,-140 14-94,409-19 193,-319 47 1274,-27 18-46,-508 12-1222,229 0 429,-492-2-372,33 16-106,-33-13-122,1 0 0,-1 1 1,0-1-1,0 0 0,0 1 0,0-1 1,0 1-1,-1-1 0,0 1 0,1-1 1,-2 1-1,1-1 0,0 1 1,-2 5-1,2 4 153,0 778 4662,6-659-4352,1-57-464,0 40 0,0-14 0,-3-69-274,-4-31 252,1 0 0,-1 0 0,0 0 0,0 0 0,0 0 0,1 0 0,-1 0 0,1 0 0,-1 0 0,0 0 0,1-1 0,0 1 0,-1 0 0,1 0 0,-1 0 0,1-1 0,0 1 0,0 0 0,-1-1 0,1 1 0,0-1 0,0 1 0,0-1 0,1 1 0,-1-1-613,0-18-5209,-1-8-2004,-2 9-809,-4 1 514</inkml:trace>
</inkml:ink>
</file>

<file path=ppt/ink/ink3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5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1649,'0'0'13673,"5"-1"-9944,24-2-2453,-21 7-998,-1-1 0,1 1 0,-1 0 0,0 1 1,0 0-1,-1 0 0,1 0 0,-1 1 0,0 0 1,-1 0-1,9 13 0,14 11 586,7 6-174,-23-23-569,0 0 1,1 0 0,1-1-1,0-1 1,0-1 0,19 11 0,-26-19-348,0-1 0,-1 1 0,1-1 0,0-1 1,0 0-1,0 0 0,0 0 0,9-2 1,9 1-8938</inkml:trace>
</inkml:ink>
</file>

<file path=ppt/ink/ink3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53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5 5651,'-2'-4'18232,"-4"5"-17610,-133 98 4103,89-59-3933,3 2 0,-46 51 0,84-85-742,8-7-49,0 0 0,0 0 0,0 0-1,0 0 1,0 0 0,0 0 0,0 0 0,1 0 0,-1 1 0,0-1 0,1 0 0,-1 0 0,1 1 0,-1-1 0,1 0 0,0 1 0,-1-1 0,1 0 0,0 1 0,0 2 0,0-4-68</inkml:trace>
</inkml:ink>
</file>

<file path=ppt/ink/ink3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244 200 624,'0'0'5862,"36"7"3782,-24-7-8075,-11-1-1533,0 0-1,1 0 1,-1 0 0,0 0-1,0 0 1,0 0 0,0-1 0,0 1-1,-1 0 1,1-1 0,0 1 0,-1-1-1,1 1 1,-1-1 0,1 1 0,-1-1-1,0 1 1,1-1 0,-1 0 0,0-2-1,-1-39 55,0 26-20,2 13-62,-1 0 0,1 0 0,-1 0 0,0 0 0,-1 0 0,1 0 0,-1 0 0,1 0 0,-1 0 0,-1 0 0,1 0 0,0 1 0,-1-1 0,0 0 0,0 1 0,0-1 0,0 1 0,0 0 0,-1 0 0,1 0 0,-1 0 0,0 0 0,0 0 0,0 1 0,-1 0 0,1-1 0,0 1 0,-1 0 0,1 1 0,-1-1 0,0 1 0,-4-2 0,4 1 31,0 1 0,0-1 0,0 1 1,0 0-1,0 0 0,0 0 1,0 0-1,0 1 0,-1 0 0,1 0 1,0 0-1,0 0 0,0 1 0,0-1 1,-1 1-1,1 0 0,0 0 0,0 1 1,1-1-1,-1 1 0,0 0 1,0 0-1,1 0 0,-1 1 0,1-1 1,0 1-1,0 0 0,0 0 0,0 0 1,0 0-1,-2 4 0,-8 13 165,2 0 0,0 1 0,2 0 0,0 0 0,2 1-1,0 1 1,-4 22 0,4 1 446,2 1 0,1 70 0,16 272 1527,-5-246-2036,-6-82-3068,-17-64-8734,-8-14 4623</inkml:trace>
</inkml:ink>
</file>

<file path=ppt/ink/ink3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7187,'0'0'15559,"21"-12"-13886,3-3-1156,-11 7-206,0 0 0,1 0 0,0 1 0,0 1 0,0 0-1,1 1 1,27-5 0,8 2 426,0 1 0,1 3 0,87 4 0,-136 1-738,0-1-1,0 1 1,0 0-1,0-1 0,0 1 1,0 0-1,0 0 1,0 0-1,0 0 1,-1 1-1,1-1 0,0 0 1,-1 1-1,1-1 1,-1 1-1,1 0 1,-1-1-1,0 1 1,0 0-1,1 0 0,-1 0 1,-1 0-1,1 0 1,0 0-1,0 0 1,-1 0-1,1 0 0,-1 3 1</inkml:trace>
</inkml:ink>
</file>

<file path=ppt/ink/ink3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1 251 2385,'0'0'18152,"5"9"-15761,2 2-1685,-3-6-219,-1 1 0,0-1 0,0 1 0,0 0 0,4 12 0,1 3 2995,-5-21-1582,-2-13-1071,-1-176-829,1 178-84,1 1 1,1-1-1,0 0 1,0 1-1,1 0 0,5-11 1,1-4-194,2 5-4101,2 14-6637</inkml:trace>
</inkml:ink>
</file>

<file path=ppt/ink/ink3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60 3874,'0'0'17506,"2"-4"-15465,-2 4-1934,0-1-1,1 1 0,-1-1 1,0 1-1,0-1 0,1 1 1,-1-1-1,0 1 0,0-1 1,0 1-1,0-1 0,0 1 1,0-1-1,0 1 0,0-1 1,0 0-1,0 1 0,0-1 1,0 1-1,0-1 0,0 1 0,0-1 1,0 1-1,-1-1 0,1 1 1,0-1-1,0 1 0,-1-1 1,1 1-1,0-1 0,-1 1 1,1-1-1,-1 1 0,-17 4 1729,-23 26-460,38-26-1314,0 1-1,0-1 1,1 1 0,0-1-1,0 1 1,0 0 0,0 0-1,1 0 1,0 0 0,0 0-1,0 0 1,0 0 0,1 0 0,0 0-1,0 0 1,2 9 0,-2 5-87,1-17 20,-1-1 1,1 1 0,-1-1-1,1 1 1,0-1 0,0 1-1,0-1 1,0 1 0,0-1 0,0 0-1,0 0 1,0 1 0,0-1-1,1 0 1,-1 0 0,0 0-1,1 0 1,-1 0 0,1-1-1,-1 1 1,1 0 0,-1-1-1,1 1 1,0-1 0,-1 0 0,1 1-1,0-1 1,-1 0 0,4 0-1,56 3-416,-55-3 307,1 0-50,1 0 0,-1-1 0,0 0-1,0 0 1,-1-1 0,1 0 0,0 0 0,-1-1-1,1 0 1,10-6 0,-15 7 117,0 1 0,0 0-1,0-1 1,0 0 0,0 1 0,0-1 0,0 0 0,-1 0-1,1 0 1,-1 0 0,0 0 0,1-1 0,-1 1 0,0 0-1,0-1 1,-1 1 0,1 0 0,0-1 0,-1 1 0,1-1-1,-1 1 1,0-1 0,0 1 0,0-1 0,0 1 0,0-1 0,-1 1-1,1-1 1,-1 1 0,1-1 0,-1 1 0,0-1 0,-2-3-1,-1 2 74,0 0 0,0 0 0,-1 1 0,1-1 0,-1 1-1,0 0 1,0 0 0,0 1 0,0 0 0,0-1 0,0 2 0,-1-1-1,1 1 1,-8-2 0,-19-7 208,31 9-222,1 1 0,-1 0 0,1 0 0,-1 0-1,1-1 1,-1 1 0,1 0 0,-1-1 0,1 1 0,-1 0 0,1-1 0,0 1-1,-1-1 1,1 1 0,0-1 0,-1 1 0,1-1 0,0 1 0,-1-1 0,1 1-1,0-1 1,0 1 0,0-1 0,0 1 0,-1-1 0,1 1 0,0-1 0,0 0-1,0 1 1,0-1 0,0 1 0,0-1 0,1 1 0,-1-1 0,0 0 0,0 1-1,0-1 1,0 1 0,1-1 0,-1 1 0,0-1 0,1 1 0,-1-1 0,0 1-1,1-1 1,-1 1 0,0 0 0,1-1 0,-1 1 0,1-1 0,-1 1 0,1 0-1,-1-1 1,1 1 0,-1 0 0,1 0 0,-1 0 0,1-1 0,-1 1 0,2 0-1,30-17-121,-12 12 102,0 1 0,0 1 1,1 0-1,-1 2 0,30 1 0,-48 0 9,1 0 34,-1 0 0,0 0 0,1 0 0,-1 0 0,0 0-1,1 1 1,-1-1 0,0 1 0,0-1 0,1 1 0,-1 0 0,0 0 0,0 0 0,0 0 0,0 1 0,0-1 0,0 0 0,0 1-1,-1 0 1,1-1 0,0 1 0,-1 0 0,1 0 0,-1-1 0,0 1 0,0 1 0,1-1 0,-1 0 0,-1 0 0,2 3 0,0 5 219,0 0 0,-1 0 1,0 0-1,-1 0 1,-1 18-1,0-1-64,1-27-34,16-10-131,-3-3-74,1 1 0,0 1-1,1 0 1,0 1 0,1 0 0,0 1 0,0 1 0,1 1 0,0 0-1,0 1 1,1 1 0,-1 1 0,1 0 0,35-2 0,-53 7 77,1 0 0,0 0 1,0 0-1,-1 0 0,1 0 1,0 0-1,-1 0 0,1 0 1,-1 1-1,0-1 0,1 0 1,-1 0-1,0 0 0,0 1 1,1-1-1,-1 0 0,0 0 1,0 0-1,-1 1 1,1 1-1,0 39 306,-1-31-344,1 8 148</inkml:trace>
</inkml:ink>
</file>

<file path=ppt/ink/ink3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15303,'0'0'6384,"-5"27"-1576,0 4-3615,-3 18 902,-2 58 1,2-47-1509,5-45-549,1 0 0,0 0-1,1 0 1,1 0-1,0 0 1,1 0-1,4 21 1,-5-34-142,1 1 0,-1-1 0,1 1 0,0-1-1,0 1 1,0-1 0,1 0 0,-1 1 0,0-1 0,1 0 0,-1 0 0,1 0-1,0 0 1,0 0 0,0-1 0,0 1 0,0 0 0,0-1 0,0 1 0,1-1-1,-1 0 1,0 0 0,1 0 0,-1 0 0,1 0 0,-1-1 0,1 1 0,0-1 0,-1 1-1,1-1 1,-1 0 0,1 0 0,0 0 0,-1-1 0,1 1 0,3-1 0,0-1-419,1 0 1,-1 0 0,0-1 0,0 1 0,0-1 0,0-1 0,-1 1-1,1-1 1,-1 0 0,0 0 0,0-1 0,0 1 0,6-9 0,8-16-8477,-4-2-3591</inkml:trace>
</inkml:ink>
</file>

<file path=ppt/ink/ink3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2481,'0'0'20602,"196"-5"-19786,-94-11-816,0-4-416,-8 2-3730,-6 0-8228</inkml:trace>
</inkml:ink>
</file>

<file path=ppt/ink/ink3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1056,'0'0'9866,"0"-19"67,9 153-3892,-3-64-4508,-3-45-954,2 0 0,13 48 1,-11-53-1055,-1 1-1,-1 1 1,-1-1 0,1 33 0,-5-96-23602</inkml:trace>
</inkml:ink>
</file>

<file path=ppt/ink/ink3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1 291 8004,'0'0'10938,"9"0"-9319,54-4 724,-18 3-1019,71-12 1,357-98-526,188-34-752,-609 137 177,1 3 0,98 2 0,-149 3-125,0 0-1,-1 1 0,1 0 1,0-1-1,-1 1 1,1 0-1,0 0 1,-1 0-1,1 0 1,-1 0-1,1 0 0,-1 0 1,0 1-1,1-1 1,-1 0-1,0 1 1,0-1-1,0 1 1,0-1-1,0 1 0,0 0 1,-1-1-1,1 1 1,0 0-1,-1 0 1,0-1-1,1 1 1,-1 0-1,0 0 0,0 2 1,3 68 1740,-4-55-1432,-1 115-137,5 150-142,1-258-128,1 0 0,15 45 0,-10-37 0,-10-30 0,3 7 0,-6-11 0,-18-16 0,2 9 0,-1 1 0,-1 0 0,1 2 0,-1 0 0,-1 1 0,-37-3 0,-134 4 0,126 4 0,-63 5 0,1 5 0,1 5 0,0 6 0,1 6 0,2 5 0,-164 65 0,276-92 0,6-3 0,0 1 0,0 0 0,0 0 0,0 1 0,1 0 0,-9 5 0,17-8 0,0 0 0,0 0 0,0 0 0,0-1 0,0 1 0,0-1 0,0 0 0,0 0 0,0 1 0,1-1 0,-1 0 0,0-1 0,3 1 0,6-4-407,1 1 1,-1-2-1,0 1 1,14-9-1,-22 12 234,-1-1 0,1 0 0,0 1 0,0-1 0,-1 0 0,1 0 0,-1 0 0,1-1 0,-1 1 0,0-1 0,0 1 0,0-1 0,0 0 0,0 1 0,-1-1 0,1 0 0,-1 0-1,0 0 1,0-1 0,1-3 0,4-12-9476,-5 6 490</inkml:trace>
</inkml:ink>
</file>

<file path=ppt/ink/ink3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14 138 4210,'0'0'12043,"5"5"-10029,-1 2-1489,0-1 0,0 1 1,0 0-1,-1 0 0,0 0 0,-1 0 0,1 0 1,-1 0-1,-1 1 0,2 11 0,0 86 2888,-3-74-2630,-1-31-776,1 0 1,-1 0-1,1 0 1,-1 0-1,1 0 1,-1 0 0,0 0-1,1 0 1,-1 0-1,1-1 1,-1 1 0,1 0-1,-1 0 1,0 0-1,1-1 1,-1 1-1,1 0 1,-1-1 0,1 1-1,0 0 1,-1-1-1,1 1 1,-1-1-1,1 0 1,-7-12-133,1 0-1,1-1 1,1 1-1,0-1 1,0 0-1,-1-22 1,-1-90-1644,6 125 1748,0 0-1,0 1 0,-1-1 0,1 0 0,0 0 1,1 1-1,-1-1 0,0 0 0,0 1 0,0-1 0,0 0 1,0 0-1,1 1 0,-1-1 0,0 0 0,1 1 1,-1-1-1,0 1 0,1-1 0,-1 0 0,1 1 0,-1-1 1,1 1-1,-1-1 0,1 1 0,-1 0 0,1-1 1,0 1-1,0-1 0,21 6-231,20 24 244,-41-28 5,5 4-4,1-1 0,-1 0-1,1-1 1,0 1 0,-1-1 0,2 0 0,-1-1-1,0 0 1,0 0 0,13 1 0,78 1-91,-74-4 24,-15 0 22,0-1 0,-1 1 0,1-1 0,-1-1 0,1 0 0,-1 0 0,1-1 0,-1 0 0,0 0 0,0-1 0,10-7 0,-14 9 4,0-1 1,0 0-1,0-1 1,-1 1-1,1-1 1,-1 1 0,0-1-1,0 0 1,0-1-1,-1 1 1,0 0-1,1-1 1,-1 1-1,-1-1 1,1 1 0,-1-1-1,0 0 1,0 0-1,0 0 1,0 0-1,-1-5 1,0 8 47,0 0 0,0 1 0,-1-1 0,1 1 0,0-1 0,-1 0 0,1 1 0,-1-1 1,0 1-1,1-1 0,-1 1 0,0 0 0,0-1 0,0 1 0,0 0 0,0 0 0,0-1 0,0 1 0,-1 0 0,1 0 0,0 0 1,-1 0-1,-2-1 0,0 0 68,-1 0-1,1 1 1,-1-1 0,0 1 0,1 0 0,-1 0 0,0 0 0,-7 1 0,5-1 128,1 1 0,0 1 0,-1-1 0,1 1 0,0 0 0,0 0 0,0 1 0,0 0 0,0 0 0,0 0 0,0 1 0,0-1 0,1 2 0,-7 4 0,6-2-54,1 1-1,0 0 0,1 0 0,0 0 0,0 0 1,0 1-1,1-1 0,0 1 0,1 0 1,0 0-1,0 0 0,1 1 0,-1-1 0,2 0 1,-1 0-1,1 1 0,1-1 0,-1 0 0,2 1 1,-1-1-1,1 0 0,0 0 0,0 0 1,7 12-1,-6-12-197,0 1 0,1-1 0,1 0 0,-1-1-1,1 1 1,1-1 0,-1 0 0,1 0 0,1-1 0,-1 0 0,1 0 0,0 0 0,0-1 0,1 0 0,-1 0 0,1-1 0,0 0 0,0-1 0,1 1 0,-1-2 0,1 1-1,15 2 1,-8-4-866,-1 0-1,0-1 1,1 0-1,29-6 1,-34 3-331,0 0 1,-1 0-1,1-1 1,15-9-1,41-26-8755</inkml:trace>
</inkml:ink>
</file>

<file path=ppt/ink/ink3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12678,'0'0'5031,"-19"14"-615,12-9-4120,-104 79 4734,93-69-4146,0 1 0,1 1 0,1 1 0,-25 34 0,38-48-837,1 0 1,0 1-1,0-1 1,0 0-1,1 1 1,-1 0-1,1-1 0,0 1 1,0 9-1,2-13-57,1 0 0,-1 0-1,1-1 1,0 1 0,-1 0-1,1-1 1,0 1 0,0-1-1,0 1 1,-1-1 0,1 0-1,0 0 1,0 0 0,0 0-1,-1 0 1,1 0-1,0 0 1,2-1 0,3 0-42,1 0-119,1 0-1,0-1 0,0 0 0,0 0 0,-1-1 0,0-1 1,1 1-1,-1-1 0,0-1 0,-1 1 0,12-10 0,-4 3-477,0-1-1,-1-1 0,0 0 0,17-24 0,-29 34 623,0 1 0,0 0 0,-1-1 0,0 1 0,1-1 0,-1 0 0,0 1 0,0-1 0,0 0 0,-1 0 0,1 0 0,-1 0 0,0 0 0,1 1 0,-1-1 0,-1-5 0,-3 7 353,-1 0 0,1 1 0,-1-1 0,1 1 0,-1 0 0,1 0 0,-1 0 0,-5 2 0,8-2-265,0 1-1,0 0 0,0 0 0,1 0 0,-1 0 1,0 0-1,0 0 0,1 1 0,-1-1 0,1 0 0,-1 1 1,1-1-1,0 1 0,0 0 0,0-1 0,-1 1 1,2 0-1,-1 0 0,0 0 0,0-1 0,0 1 0,1 0 1,-1 0-1,1 0 0,0 0 0,-1 0 0,1 0 1,0 0-1,0 0 0,0 0 0,1 0 0,-1 0 1,1 3-1,-1-2-128,1-1 1,-1 1-1,1 0 1,0-1 0,0 1-1,0-1 1,0 1-1,0-1 1,0 1 0,1-1-1,-1 0 1,1 0-1,0 0 1,0 0-1,0 0 1,0 0 0,0 0-1,0 0 1,0-1-1,0 1 1,1-1 0,-1 0-1,0 0 1,1 1-1,2-1 1,64 6-7072,-24-14-3597,-17-8 1809</inkml:trace>
</inkml:ink>
</file>

<file path=ppt/ink/ink3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10885,'0'0'10616,"0"23"-7831,0 78-1200,0-34 1715,0-66-2687,0-17 177,0-18-536,-1 9-186,2 0 0,4-36 0,-3 53-84,0 0 0,0 0 0,0 1 0,1-1 0,0 1 0,0 0 1,1-1-1,0 2 0,0-1 0,1 0 0,10-10 0,-3 4-232,0 1 0,1 0 0,20-13 0,5 7-2705,8 11-4628,-37 7 15</inkml:trace>
</inkml:ink>
</file>

<file path=ppt/ink/ink3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9412,'0'0'14794,"0"27"-12775,-2 48-751,-1 23 1289,10 101 0,-2-172-2504,1 0 1,17 44-1,-6-18-136,-17-52-32,1-1 0,-1 0 1,0 0-1,0 1 0,1-1 0,-1 0 0,0 0 0,0 1 0,0-1 0,0 0 0,1 1 0,-1-1 0,0 0 1,0 1-1,0-1 0,0 0 0,0 1 0,0-1 0,0 0 0,0 1 0,0-1 0,0 0 0,0 1 0,0-1 1,0 0-1,0 0 0,0 1 0,0-1 0,-1 0 0,1 1 0,0-1 0,0 0 0,0 1 0,0-1 0,-1 0 1,1 0-1,0 1 0,0-1 0,0 0 0,-1 0 0,1 1 0,0-1 0,0 0 0,-1 0 0,1 0 1,0 0-1,-1 0 0,1 1 0,0-1 0,-1 0 0,1 0 0,0 0 0,-1 0 0,1 0 0,-1 0 0,0 0-247,0-1 0,0 1 0,0-1-1,1 1 1,-1-1 0,0 1-1,0-1 1,0 0 0,1 1 0,-1-1-1,0 0 1,1 0 0,-1 0 0,0 1-1,1-1 1,-1 0 0,1 0-1,-1-1 1,-1-5-1294,1 1 0,-1-1 0,1 1 0,1-1 0,-1 1 0,1-9 0,0-22-4837</inkml:trace>
</inkml:ink>
</file>

<file path=ppt/ink/ink3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2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115 242 7940,'0'0'7118,"26"-13"-4816,5-4-1736,-13 7-215,1 0 0,-1 2 0,2 0 0,-1 1 0,1 1 0,29-6 0,369-60 4012,215 2-3561,-439 62-425,-108 7 3648,-85 2-3988,0-1 1,0 0-1,0 0 0,0 1 1,0-1-1,0 1 1,0-1-1,0 1 1,0-1-1,0 1 0,-1-1 1,1 1-1,0 0 1,0 0-1,0-1 1,-1 1-1,1 0 0,0 0 1,-1 0-1,1 0 1,-1 0-1,1 0 1,-1 0-1,1 0 0,-1 0 1,0 0-1,0 0 1,1 0-1,-1 0 1,0 0-1,0 0 0,0 2 1,0 46 1338,-1-33-1170,-13 177-206,14-168 0,0 0 0,2 0 0,0 0 0,2 0 0,0 0 0,10 27 0,-13-49 0,9 21 0,-1 2 0,-1-1 0,-2 1 0,0 0 0,3 50 0,-10-76 0,0 1 0,0-1 0,0 1 0,0-1 0,0 1 0,0-1 0,0 0 0,0 0 0,0 0 0,0 1 0,0-1 0,0 0 0,0 0 0,0 0 0,0 0 0,0-1 0,-2 1 0,0 0 0,-288-18 0,-208 32 0,363-1 0,-221 51 0,264-42 0,2 4 0,-128 55 0,214-79 0,2-1 0,1 0 0,0 0 0,0 0 0,0 0 0,-1 0 0,1 0 0,0 1 0,1-1 0,-1 1 0,0-1 0,0 1 0,1 0 0,-1 0 0,0 0 0,0 2 0,2-4-1,0 1 0,1-1 1,-1 1-1,0-1 0,1 1 0,-1-1 1,1 0-1,-1 1 0,1-1 0,-1 0 1,1 0-1,-1 1 0,1-1 0,-1 0 1,1 0-1,-1 0 0,1 1 0,0-1 1,-1 0-1,1 0 0,-1 0 0,1 0 1,0 0-1,-1 0 0,1 0 0,-1 0 0,1-1 1,-1 1-1,1 0 0,-1 0 0,1 0 1,0-1-1,0 1-54,4-2-346,0 0-1,0 0 1,-1-1 0,1 0-1,-1 0 1,1 0-1,-1 0 1,5-6 0,32-34-7381,-32 34 4953,11-14-6303</inkml:trace>
</inkml:ink>
</file>

<file path=ppt/ink/ink3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4722,'0'1'22315,"0"15"-21881,22 302 2942,-2-79-1456,-16-165-1920,3 0 0,20 90 0,-22-138 0,0 1 0,-3 0 0,1 34 0,-3-59 0,0 0 0,0 0 0,0 0 0,1 0 0,-1 0 0,1 0 0,0 0 0,-1 0 0,1 0 0,0 0 0,2 2 0,1-3-598</inkml:trace>
</inkml:ink>
</file>

<file path=ppt/ink/ink3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2086 4530,'0'0'9476,"6"8"-3106,4-4-5875,37-4-33,1-2 0,-1-2 1,79-18-1,407-70 1641,-178 37-1565,910-202-114,-134 74 75,-698 133-370,333-28 350,178-15 314,218-11-860,39 42 326,-550 48-285,549-39 1250,-413-14-944,-181 18-187,565-91-484,-621 69 566,-35 7-146,-16 25 294,-465 40-158,-26 0-44,0-1 0,0 0 1,0 0-1,0 0 0,0-1 1,11-3-1,-7 2 168,0 0 0,0 0 1,1 2-1,-1 0 0,24 2 0,4 0 145,-15-1-434,-18 0 0,0 0 0,0-1 0,1 0 0,-1 0 0,0-1 0,0 0 0,12-3 0,-19 3 0,0-1 0,0 0 0,-1 1 0,1-1 0,0 1 0,-1-1 0,1 1 0,-1-1 0,1 1 0,-1-1 0,0 1 0,1-1 0,-1 1 0,0-1 0,0 1 0,0 0 0,-2-2 0,2 2 0,-23-59 0,17 37 0,-13-50 0,16 54 0,0 0 0,-11-26 0,3 13 0,1 0 0,2-1 0,2 0 0,1-1 0,1 1 0,2-1 0,2-58 0,0 97 0,1 0 0,0-1 0,0 1 0,0 0 0,1 0 0,-1-1 0,1 1 0,1 0 0,-1-1 0,0 1 0,1-1 0,0 1 0,0-1 0,1 0 0,-1 0 0,1 0 0,4 5 0,-6-4 0,-1 0 0,1 0 0,-1 0 0,0 1 0,0-1 0,0 0 0,-1 1 0,0 4 0,-2-3 0,1 0 0,-1 0 0,0 0 0,-1-1 0,0 1 0,0-1 0,0 0 0,-8 8 0,-45 43 0,9-21 0,38-30 0,1 1 0,-1 0 0,1 0 0,0 1 0,1 1 0,-1-1 0,-11 19 0,12-14 0,47-58 0,-14 15 0,-1-2 0,-2 0 0,-1-2 0,31-67 0,-50 95 0,15-18 0,-15 22 0,4 2 0,-5 0 0,1 1 0,0 0 0,0 0 0,0-1 0,-1 1 0,1 0 0,0 1 0,-1-1 0,1 0 0,-1 0 0,1 1 0,-1-1 0,0 1 0,0-1 0,1 1 0,-1-1 0,0 1 0,-1 0 0,1 0 0,1 3 0,0-1 0,10 12 0,0 1 0,2-2 0,-1 0 0,2 0 0,0-1 0,1-1 0,0-1 0,0 0 0,2-1 0,-1-1 0,2 0 0,-1-1 0,31 9 0,-48-17 0,1-1 0,0 1 0,-1 0 0,1 0 0,-1 0 0,0 0 0,1 0 0,-1 0 0,0 1 0,1-1 0,-1 0 0,0 1 0,0-1 0,0 1 0,0-1 0,-1 1 0,1-1 0,0 1 0,-1 0 0,2 2 0,2 34 0,2-28-745,-6-10 669,0 0-1,0 0 1,0 0-1,0 0 1,0 0-1,1 0 1,-1 1 0,0-1-1,0 0 1,0 0-1,0 0 1,0 0-1,0 0 1,1 0-1,-1 0 1,0 0 0,0 0-1,0 0 1,0 0-1,0 0 1,0 1-1,0-1 1,0 0 0,0 0-1,1 0 1,-1 0-1,0 0 1,0 0-1,0 1 1,0-1-1,0 0 1,0 0 0,0 0-1,0 0 1,0 0-1,0 0 1,0 1-1,0-1 1,0 0-1,0 0 1,0 0 0,0 0-1,0 0 1,0 1-1,0-1 1,0 0-1,0 0 1,0 0-1,0 0 1,-1 0 0,1 0-1,0 1 1,0-1-1,0 0 1,0 0-1,0 0 1,0 0-1,0 0 1,0 0 0,0 0-1,-1 0 1,1 0-1,0 1 1</inkml:trace>
</inkml:ink>
</file>

<file path=ppt/ink/ink3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13030,'0'0'4242,"6"135"-9685,22-112-2832</inkml:trace>
</inkml:ink>
</file>

<file path=ppt/ink/ink3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23 2897,'0'0'4885,"-3"16"8837,3-11-11254,31-10-1930,-3-4-494,-1 1 1,1 1-1,1 2 1,-1 1-1,55-2 1,-82 7-35,1 0 0,-1 0 1,1 0-1,-1-1 0,0 1 1,1 0-1,-1 1 0,0-1 0,0 0 1,0 0-1,0 0 0,0 1 1,0-1-1,0 1 0,0-1 1,-1 0-1,1 1 0,0 0 0,-1-1 1,1 1-1,-1-1 0,0 1 1,1 0-1,-1-1 0,0 1 1,0-1-1,0 4 0,0-1 24,1 0-1,-1 1 1,0-1-1,0 0 0,0 0 1,-1 1-1,0-1 1,1 0-1,-1 0 1,-3 8-1,-2-5 80,0 0 0,0 0 0,0-1 0,-1 0 0,0 0 1,0 0-1,-12 6 0,-62 32 737,73-40-786,165 1-984,-150-5 878,0-1-22,0 1-1,0 0 1,-1 1 0,1 0 0,0 0 0,11 3-1,-16-3 62,0 0-1,0 0 0,0 0 1,-1 1-1,1-1 0,-1 0 1,1 1-1,-1-1 0,1 1 0,-1-1 1,0 1-1,1 0 0,-1-1 1,0 1-1,0 0 0,-1 0 1,1 0-1,0 0 0,0 0 1,-1 0-1,0 0 0,1 0 1,-1 0-1,0 0 0,0 0 0,0 0 1,0 3-1,0 6 6,0-5 26,0 0 1,0 0-1,0-1 0,-1 1 0,0 0 0,-2 7 1,2-10 5,0-1 0,-1 1 1,1-1-1,-1 1 1,0-1-1,1 0 0,-1 0 1,0 0-1,0 0 1,0 0-1,0 0 0,-1-1 1,1 1-1,0-1 1,-1 0-1,-4 3 0,-4 0 142,-1 0-1,1-1 0,-1 0 0,0 0 0,0-1 0,-19 0 0,-78-3 1489,45-1-146,52 2-562,1 0-2176,24 23-13091,-12-14 7545</inkml:trace>
</inkml:ink>
</file>

<file path=ppt/ink/ink3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46 4162,'0'0'18491,"0"48"-16007,-4-47-2284,1 0 0,-1 0 0,0 0 0,0 0 0,0-1 0,0 0 0,0 0 1,0 0-1,0 0 0,0 0 0,-7-3 0,10 2-175,-1-1 0,1 0 1,0 0-1,0 0 0,0 0 0,0 0 1,1 0-1,-1 0 0,1 0 0,-1 0 1,1 0-1,0-1 0,-1 1 1,1 0-1,0 0 0,0 0 0,1-1 1,0-2-1,-1 3-27,0 0 0,0 0 1,1 0-1,-1 1 0,0-1 0,1 0 1,-1 1-1,1-1 0,0 0 1,0 1-1,0-1 0,0 1 0,0-1 1,0 1-1,0-1 0,0 1 0,0 0 1,1-1-1,-1 1 0,0 0 1,1 0-1,2-2 0,7 1-9,0 1 0,-1 0 0,21 0 0,-20 1 20,-10 1 4,1-1 0,-1 0 0,0 1 0,0-1 0,1 1 0,-1-1-1,0 1 1,0-1 0,1 1 0,-1 0 0,0 0 0,0-1-1,0 1 1,0 0 0,0 0 0,0 0 0,0 0 0,0 0-1,-1 1 1,1-1 0,0 0 0,-1 0 0,1 0 0,-1 1-1,1-1 1,-1 0 0,1 1 0,-1-1 0,0 0 0,0 1-1,0-1 1,0 2 0,2 52 641,-3-41-371,1-12-224,-1 1-1,0 0 1,0-1-1,1 1 0,-1-1 1,-1 0-1,1 1 1,0-1-1,-1 0 1,1 1-1,-1-1 1,0 0-1,1 0 1,-1 0-1,0-1 1,0 1-1,0 0 1,-1-1-1,1 1 1,0-1-1,-1 0 0,-3 2 1,4-2-45,1 0 0,-1 0 1,1-1-1,-1 1 0,1 0 0,-1-1 1,1 1-1,-1-1 0,0 0 0,1 0 0,-1 1 1,0-1-1,1 0 0,-1 0 0,0-1 1,0 1-1,1 0 0,-1 0 0,1-1 0,-1 1 1,0-1-1,1 0 0,-1 1 0,1-1 1,-1 0-1,1 0 0,0 0 0,-1 0 0,1 0 1,0 0-1,-1 0 0,1-1 0,0 1 1,0 0-1,-1-2 0,-1-4-9,1 1-1,0-1 1,0 1-1,0-1 1,0 0-1,1 0 1,0 0 0,1 0-1,0 0 1,0 0-1,0 0 1,2-7-1,-1 11-14,-1 1-1,1-1 1,0 0-1,0 1 0,0-1 1,0 1-1,0-1 1,1 1-1,-1 0 0,1-1 1,-1 1-1,1 0 0,0 0 1,0 0-1,0 0 1,0 1-1,0-1 0,1 0 1,-1 1-1,0 0 1,1-1-1,-1 1 0,1 0 1,0 0-1,-1 0 0,1 1 1,0-1-1,-1 1 1,1-1-1,0 1 0,-1 0 1,4 0-1,-4 0 16,1 0 0,-1 1 0,0-1 0,0 1-1,0-1 1,0 1 0,0-1 0,-1 1 0,1 0 0,0 0 0,0 0-1,0 0 1,-1 0 0,1 1 0,0-1 0,-1 0 0,1 1-1,-1-1 1,0 1 0,1-1 0,-1 1 0,0 0 0,0 0 0,0-1-1,0 1 1,-1 0 0,2 4 0,1 1 86,-1 1 0,-1 0 1,1 0-1,-1 1 0,0 14 0,-2-21-69,1 0 1,-1 0-1,1 0 0,-1 0 1,0-1-1,0 1 0,0 0 1,0 0-1,0-1 0,0 1 0,0-1 1,-1 1-1,1-1 0,0 1 1,-1-1-1,1 0 0,-1 0 1,0 1-1,1-1 0,-1 0 0,0-1 1,0 1-1,1 0 0,-1 0 1,0-1-1,0 1 0,0-1 1,0 0-1,-3 1 0,-3 0 56,0 0 0,0 0 0,0 0-1,0-1 1,0 0 0,-9-2 0,15 1-83,0 0 1,-1 0-1,1-1 0,0 1 0,0-1 1,0 1-1,0-1 0,1 0 1,-1 0-1,0 0 0,1 0 0,-1 0 1,1 0-1,0 0 0,0-1 0,0 1 1,0 0-1,0-1 0,0 1 1,0-1-1,1 1 0,-1-1 0,1 1 1,0-5-1,-1 4-2,1 0-1,-1-1 1,1 1 0,0 0-1,0-1 1,0 1 0,0 0 0,1-1-1,-1 1 1,1 0 0,0 0-1,0-1 1,0 1 0,0 0-1,1 0 1,-1 0 0,1 0 0,0 1-1,2-4 1,-3 4 9,1 1 1,-1 0 0,0 0-1,1 0 1,-1 0-1,1 1 1,-1-1-1,1 0 1,0 0 0,-1 1-1,1-1 1,0 1-1,-1 0 1,1-1-1,0 1 1,-1 0 0,1 0-1,0 0 1,0 0-1,-1 0 1,1 1-1,0-1 1,-1 1-1,1-1 1,0 1 0,-1-1-1,1 1 1,-1 0-1,1 0 1,-1-1-1,1 1 1,-1 0 0,1 1-1,-1-1 1,0 0-1,0 0 1,1 0-1,-1 1 1,0-1 0,0 1-1,-1-1 1,1 1-1,0-1 1,0 1-1,0 2 1,3 3 13,-1 1 0,0 1 1,0-1-1,-1 0 0,0 1 0,0-1 1,-1 1-1,0 8 0,-1-16-16,0 0 0,-1 0 0,1 0 0,0 0 0,-1 0 0,1 0 0,0 0 0,-1 0 0,0 0 0,1 0 0,-1 0 0,1 0 0,-1-1 0,0 1 0,1 0 0,-1-1 0,0 1 0,0 0 0,0-1 0,0 1 0,1-1 0,-1 1 0,0-1 0,0 1 0,0-1 0,0 0 0,0 0 0,0 1 0,0-1 0,0 0 0,0 0 0,0 0 0,0 0 0,0 0 0,0 0 0,0 0 0,0-1 0,-2 1 0,2 0 0,0 0 0,-1-1 0,1 1 0,0 0 0,-1-1 0,1 1 0,0-1 0,-1 1 0,1-1 0,0 0 0,0 1 0,0-1 0,-1 0 0,1 0 0,0 0 0,0 0 0,0 0 0,0 0 0,0 0 0,1 0 0,-1 0 0,0 0 0,1-1 0,-1 1 0,0 0 0,1 0 0,-1-1 0,1 1 0,0 0 0,-1-1 0,1 1 0,0-2 0,0-10 0,-1 8 0,1 1 0,0-1 0,0 0 0,1 1 0,-1-1 0,1 1 0,0-1 0,0 1 0,3-7 0,-3 10 0,1-1 0,-1 0 0,1 0 0,-1 0 0,1 1 0,0-1 0,0 1 0,0 0 0,0-1 0,0 1 0,0 0 0,0 0 0,1 0 0,-1 0 0,0 1 0,0-1 0,1 1 0,-1-1 0,1 1 0,-1 0 0,0 0 0,1 0 0,-1 0 0,3 0 0,-3 1 0,-1-1 0,1 1 0,-1 0 0,1-1 0,-1 1 0,1 0 0,-1 0 0,0 0 0,1 0 0,-1 0 0,0 0 0,0 0 0,0 0 0,1 1 0,-1-1 0,-1 0 0,1 1 0,0-1 0,0 0 0,0 1 0,-1-1 0,1 1 0,-1 0 0,1-1 0,-1 1 0,0-1 0,1 1 0,-1 2 0,5 49 0,-5-52-125,0 0 0,0-1 0,0 1 0,0-1-1,0 1 1,0-1 0,0 1 0,0 0 0,-1-1 0,1 1 0,0-1 0,0 1 0,0-1-1,-1 1 1,1-1 0,0 1 0,-1-1 0,1 1 0,0-1 0,-1 1 0,1-1 0,0 0-1,-1 1 1,1-1 0,-1 0 0,1 1 0,-1-1 0,1 0 0,-1 1 0,1-1-1,-1 0 1,1 0 0,-1 0 0,0 0 0,1 1 0,-1-1 0,1 0 0,-1 0 0,1 0-1,-1 0 1,0 0 0,1 0 0,-1-1 0,1 1 0,-1 0 0,1 0 0,-1 0 0,1 0-1,-2-1 1,-32 4-6716</inkml:trace>
</inkml:ink>
</file>

<file path=ppt/ink/ink3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3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18 497 576,'0'0'6150,"-13"-16"6989,11 105-10593,0-29-1540,7 78-1,7-45-355,-2-23 203,1 85 0,-11-153-837,0 0 0,0 0 1,0 0-1,1 0 1,-1 0-1,1 0 1,-1-1-1,1 1 0,0 0 1,-1 0-1,1 0 1,0-1-1,0 1 1,0-1-1,1 1 1,-1-1-1,0 1 0,1-1 1,-1 0-1,0 1 1,1-1-1,0 0 1,-1 0-1,4 1 0,-4 1 22,-1 0-1,1 0 0,-1-1 0,0 1 1,1 0-1,-1 0 0,0 0 0,-1 0 1,0 4-1,1-4-15,0 10-23,-1-10-1,1 0-1,0 1 1,0-1 0,0 0-1,0 1 1,0-1 0,1 1-1,0-1 1,0 0 0,0 0-1,2 5 1,18 19 282,-20-26-252,0 0 0,0 0-1,0 0 1,0 0 0,0 0 0,1 0-1,-1 0 1,0 0 0,1-1 0,-1 1-1,0 0 1,1-1 0,-1 1-1,1-1 1,-1 0 0,1 1 0,-1-1-1,1 0 1,-1 0 0,1 0 0,-1 0-1,1 0 1,2-1 0,54 1-5,-43-1 259,282-9 164,-222 6-169,-35 2-166,259-7 341,-29-2-334,-141 13-77,129-4 0,-12-23-89,-214 20 64,200-33 37,-124 17-10,136-8 0,-203 25-4,57-12 1,26-4 25,-98 16 210,-25 4-115,20-3-48,-18 3-94,1 0 0,-1 0 1,0-1-1,0 1 0,0-1 1,0 0-1,0 0 0,-1 0 1,1-1-1,0 1 0,0 0 0,-1-1 1,1 0-1,3-3 0,6-1 524,-11 6-200,-8-33 178,7-494-520,-2 485 0,-3 0 0,-12-55 0,6 41 0,3 19 0,5 25 0,0-1 0,1 1 0,-1-23 0,-4-73 0,8 107 0,-1 1 0,0-1 0,0 0 0,0 0 0,0 1 0,0-1 0,0 0 0,-1 1 0,1-1 0,0 1 0,0-1 0,0 0 0,-1 1 0,1-1 0,0 0 0,0 1 0,-1-1 0,1 1 0,-1-1 0,1 1 0,0-1 0,-1 1 0,1-1 0,-1 1 0,0-1 0,1 1 0,-1 0 0,1-1 0,-1 1 0,1 0 0,-1-1 0,0 1 0,1 0 0,-1 0 0,0 0 0,1 0 0,-1-1 0,0 1 0,1 0 0,-1 0 0,0 0 0,1 0 0,-1 1 0,0-1 0,0 0 0,-33 12 0,25-8 0,-62 25 0,-2-3 0,-108 22 0,-240 17 0,64-12 0,132-11 0,-158 26 0,-3-31 0,278-30 0,-163 32 0,182-24 0,56-4 0,31 12-4421,-10 4-4465,11-12-313</inkml:trace>
</inkml:ink>
</file>

<file path=ppt/ink/ink3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0:57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2161,'0'0'12406,"0"9"-12246,0-7-208,-14 1-9028,1-3 3473</inkml:trace>
</inkml:ink>
</file>

<file path=ppt/ink/ink3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5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37 4482,'0'0'6990,"0"-5"-6003,0-13-80,0 4 6416,0 29-6511,0 261 284,0-278-2747,1-20-1175,-4-45-6253,-8 23 2231</inkml:trace>
</inkml:ink>
</file>

<file path=ppt/ink/ink3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5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6147,'0'0'12181,"40"-9"-11684,-33 27-353,-7 2-96,7 3-48,-7 4-1345,7 2-2993,-7 1-2337</inkml:trace>
</inkml:ink>
</file>

<file path=ppt/ink/ink3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6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8324,'0'0'13433,"-2"10"-12009,1 6-1054,1 1-1,0 0 0,2-1 1,-1 1-1,2-1 0,0 1 1,1-1-1,7 17 0,-11-32-404,0-1-1,1 1 0,-1-1 0,0 1 0,0-1 1,1 1-1,-1-1 0,0 1 0,1-1 0,-1 1 1,0-1-1,1 0 0,-1 1 0,1-1 0,-1 0 1,1 1-1,-1-1 0,1 0 0,-1 1 0,1-1 1,-1 0-1,1 0 0,-1 0 0,1 1 0,-1-1 1,1 0-1,0 0 0,-1 0 0,1 0 0,-1 0 1,1 0-1,-1 0 0,1 0 0,0 0 0,-1-1 1,1 1-1,-1 0 0,1 0 0,-1 0 0,1-1 1,-1 1-1,1 0 0,-1-1 0,1 1 0,-1 0 1,1-1-1,-1 1 0,1 0 0,-1-1 0,0 1 1,1-2-1,22-29-1161,-17 21 865,15-23-270,-17 26 608,0 0 0,0 0 0,1 1-1,0-1 1,0 1 0,0 0 0,9-6 0,2 59 2254,-12-35-1911,-3-10-536,0-1 1,0 0-1,0 0 1,0 1-1,0-1 0,1 0 1,-1 0-1,0 0 1,1-1-1,-1 1 1,1 0-1,-1 0 0,1-1 1,-1 1-1,1-1 1,-1 1-1,1-1 1,0 0-1,-1 0 0,1 1 1,2-2-1,0 2-512,0-1 0,-1 0-1,1 0 1,0 0-1,0-1 1,-1 1 0,1-1-1,-1 0 1,5-2-1,7-12-5398</inkml:trace>
</inkml:ink>
</file>

<file path=ppt/ink/ink3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6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5635,'0'0'17848,"-27"126"-16135,14-67-673,6 2 241,0 0-465,7-7-528,0-2-272,0-11-32,0-5-112,0-4-1024,0-8-545,0-6-752,0-4-849</inkml:trace>
</inkml:ink>
</file>

<file path=ppt/ink/ink3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6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8180,'0'0'11621,"121"3"-11525,-53-3-96,20 0-1953,7 0-4082,7-25-3409</inkml:trace>
</inkml:ink>
</file>

<file path=ppt/ink/ink3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387 493 4418,'0'0'16344,"-15"-5"-14232,-8-2-1226,1 1-1,-26-2 0,38 7-489,-1 0 1,0 0-1,1 1 1,-1 1-1,0 0 1,1 0 0,-1 1-1,-19 6 1,18-4-158,1 2 1,-1-1-1,1 2 1,1-1 0,-1 1-1,1 1 1,0 0-1,-16 17 1,21-19-139,0 0 0,0 1-1,0 0 1,1 0 0,0 0 0,1 0 0,-1 0-1,1 1 1,1 0 0,-1-1 0,1 1 0,0 0-1,1 0 1,-1 15 0,2-21-101,0-1 0,0 1 0,0 0 1,0 0-1,0 0 0,0-1 0,0 1 0,0 0 0,1 0 1,-1-1-1,1 1 0,-1 0 0,1-1 0,0 1 0,0 0 0,-1-1 1,1 1-1,0-1 0,1 0 0,-1 1 0,1 1 0,2-2-1,0 0-1,-1 0 0,1 0 1,0 0-1,-1-1 0,1 1 1,0-1-1,0 0 0,6 0 1,1-2-64,0 1 0,0-1 0,0-1 0,0 0 0,-1-1 0,1 0 0,-1 0 0,0-1 0,0 0 0,0-1 0,17-14 0,8-8-603,50-50 0,-59 50 146,-1-1-1,-2 0 1,-1-2-1,-1-1 1,30-60 0,-27 37 219,-2-2 1,27-106-1,-43 126 770,-6 38-439,0-1 1,0 0-1,0 0 0,0 0 1,0 0-1,0 0 0,0 0 1,-1 0-1,1 0 0,0 0 1,0 0-1,0 0 0,0 0 1,0 0-1,0 0 0,-1 1 1,1-1-1,0 0 0,0 0 1,0 0-1,0 0 0,0 0 1,0 0-1,-1 0 0,1-1 1,0 1-1,0 0 0,0 0 1,0 0-1,0 0 0,0 0 0,-1 0 1,1 0-1,0 0 0,0 0 1,0 0-1,0 0 0,0 0 1,0 0-1,0-1 0,0 1 1,-1 0-1,1 0 0,0 0 1,0 0-1,0 0 0,0 0 1,0 0-1,0-1 0,0 1 1,0 0-1,0 0 0,0 0 1,0 0-1,0 0 0,0 0 1,0-1-1,0 1 0,0 0 1,-29 49 2241,23-38-2596,-14 24 532,2 1 0,2 1 0,1 0 0,1 1 0,3 0 0,1 1 0,2 0 0,1 1 0,-2 63 0,9-96-237,0 1-458,0 0 1,0 0-1,1 1 1,0-1-1,0 0 1,5 15-1,-5-21 304,0 1 0,0-1 1,1 0-1,-1 0 0,1 0 0,0 0 0,-1-1 0,1 1 0,0 0 0,0-1 0,0 1 0,0-1 1,0 1-1,1-1 0,-1 0 0,0 0 0,1 0 0,-1 0 0,0-1 0,1 1 0,-1-1 0,1 1 1,-1-1-1,1 0 0,-1 0 0,1 0 0,2-1 0,20-1-5474,-4-9-2736</inkml:trace>
</inkml:ink>
</file>

<file path=ppt/ink/ink3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7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12998,'0'0'12891,"5"21"-11821,18 63-187,-21-82-853,-1 1 0,1 0-1,-1-1 1,1 1 0,0-1 0,0 1 0,0-1 0,0 0-1,1 0 1,-1 0 0,1 0 0,-1-1 0,1 1-1,-1-1 1,1 1 0,0-1 0,0 0 0,0 0-1,0 0 1,0 0 0,0-1 0,0 1 0,0-1-1,0 0 1,5 0 0,4 1 6,-6 0-13,15 3-14,1-2-1,-1 0 0,36-3 0,-52 1-43,0-1 0,-1 0 0,1 0 1,0 0-1,-1-1 0,1 1 0,-1-1 0,1 0 0,6-5 0,-9 5 0,0 1-1,0-1 1,0 0 0,-1 0-1,1 0 1,-1 1 0,1-2-1,-1 1 1,0 0 0,0 0-1,0 0 1,0 0 0,0-1-1,0 1 1,-1 0 0,1-1-1,-1 1 1,1-1 0,-1 1-1,0-4 1,0 4 39,-1 0-1,1-1 1,0 1 0,-1 0-1,1 0 1,-1-1-1,0 1 1,0 0 0,0 0-1,0 0 1,0 0 0,0 0-1,0 0 1,-1 0 0,1 0-1,-1 1 1,0-1-1,-1-1 1,-2-1 58,0 0 0,0 1 0,-1 0 0,0 0 0,1 0 0,-10-3 0,-3 1 316,-1 0 0,1 1 0,-28-2-1,-37 4 1267,82 2-1638,1 0 1,-1 0 0,1 0 0,-1 0-1,0 1 1,1-1 0,-1 0 0,1 0 0,-1 0-1,0 0 1,1 0 0,-1 1 0,1-1-1,-1 0 1,1 1 0,-1-1 0,1 0-1,-1 1 1,1-1 0,-1 1 0,1-1-1,-1 0 1,1 1 0,0-1 0,-1 1 0,1 0-1,0-1 1,0 1 0,-1-1 0,1 2-1,2 22-36,-1-20-4,1 0 1,0 0-1,-1 0 1,2-1-1,-1 1 1,0 0-1,1-1 1,-1 0-1,1 1 1,5 4-1,6 0-672,1 0-1,0 0 1,0-1 0,1-1-1,0-1 1,0 0-1,25 4 1,39 0-5406,1-7-3745,-27-2 1271</inkml:trace>
</inkml:ink>
</file>

<file path=ppt/ink/ink3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7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49 7059,'0'0'18913,"-22"-9"-16160,-67-24-765,85 32-1903,0 0 1,1-1-1,-2 2 1,1-1-1,0 0 1,0 1-1,-8 0 1,11 0-55,0 0 1,0 0-1,0 1 0,-1-1 1,1 0-1,0 1 1,0-1-1,0 1 0,0-1 1,0 1-1,0-1 1,0 1-1,0 0 1,1-1-1,-1 1 0,0 0 1,0 0-1,-1 1 1,1 1 28,0 1 1,0-1-1,0 1 1,0-1-1,0 1 1,1-1-1,-1 1 1,1-1-1,0 1 1,0 0-1,1 4 1,0 6-14,-1-12-46,0-1-1,1 0 1,-1 1-1,1-1 1,0 0 0,-1 0-1,1 1 1,0-1 0,-1 0-1,1 0 1,0 0-1,0 0 1,0 0 0,0 0-1,0 0 1,0 0 0,0-1-1,1 1 1,-1 0-1,0 0 1,2 0 0,38 15-17,-21-8-46,-15-6 21,0 1-1,-1-1 1,1 1 0,-1 0 0,1 0-1,-1 1 1,0-1 0,0 1-1,0 0 1,-1 0 0,0 0-1,1 0 1,-2 1 0,1-1 0,0 1-1,-1 0 1,0 0 0,3 7-1,-4-5 45,1 1-1,-1 0 0,-1 0 1,1 0-1,-1-1 0,-1 1 0,1 0 1,-1 0-1,-1 0 0,1-1 0,-1 1 1,-4 8-1,-3 6 44,-1 0 0,-1-1 0,-1-1 0,0 0 0,-25 29 0,-88 88 434,90-100-436,-48 46-21,-50 57-27,129-136 4,1 0 0,-1 0 0,1 0 0,0 1 0,0-1 0,1 1 0,-1-1 0,1 1 0,0 0 0,1 0 0,-1 0 0,1 1 0,0-1 0,0 0 0,0 8 0,2-12 0,0-1 0,0 1 0,0 0 0,0 0 0,0-1 0,0 1 0,0 0 0,0-1 0,1 1 0,-1-1 0,0 0 0,0 1 0,1-1 0,-1 0 0,0 0 0,0 0 0,1 0 0,-1 0 0,0 0 0,1 0 0,-1 0 0,0 0 0,3-1 0,2 0 0,7 1 2,1-2 1,-1 0-1,0-1 0,0 0 1,-1 0-1,1-2 0,-1 0 1,24-12-1,96-67-42,-81 48-32,-2 2-1081,-1-2-1,49-48 0,-39 24-3759,-5-6-4465,-26 28 969</inkml:trace>
</inkml:ink>
</file>

<file path=ppt/ink/ink3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8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3570,'0'0'21372,"9"-14"-18613,27-38-401,-36 52-2343,0 0 1,0 0-1,0-1 0,0 1 1,1 0-1,-1 0 1,0 0-1,0 0 0,0 0 1,0 0-1,0 0 0,0 0 1,1 0-1,-1 0 0,0 0 1,0 0-1,0 0 0,0 0 1,0 0-1,1 0 0,-1 0 1,0 0-1,0 0 0,0 0 1,0 0-1,0 0 0,1 0 1,-1 0-1,0 0 1,0 0-1,0 0 0,0 1 1,0-1-1,0 0 0,1 0 1,-1 0-1,0 0 0,0 0 1,0 0-1,0 0 0,0 0 1,0 1-1,0-1 0,0 0 1,0 0-1,0 0 0,0 0 1,0 0-1,1 1 0,-1-1 1,0 0-1,0 0 0,0 0 1,0 0-1,0 0 1,0 1-1,0-1 0,-1 0 1,1 0-1,0 0 0,0 0 1,0 0-1,0 1 0,0-1 1,3 21 836,-2 25 4,-1-45-854,-1 5-2,1-1 0,0 1 0,1-1 0,-1 1 0,1-1 0,0 1 0,0-1 0,1 0 0,1 6 0,-1-9 0,-1-1 0,1 1 0,-1 0 0,1-1 0,0 1 0,0-1 0,0 0 0,0 0 0,0 1 0,0-1 0,0-1 0,0 1 0,0 0 0,0 0 0,0-1 0,0 1 0,1-1 0,-1 0 0,0 0 0,1 1 0,-1-1 0,0-1 0,0 1 0,4-1 0,-2 1 0,1-1 0,-1 0 0,1 0 0,-1-1 0,0 1 0,0-1 0,0 0 0,0 0 0,0 0 0,7-6 0,40-35 0,-20 14 0,-16 17 0,-1 1 0,1-1 0,-2-1 0,19-20 0,-27 66 0,-5 62-104,0-94-169,0-1 0,1 1 0,-1 0 0,0-1 0,0 1 0,1-1 0,-1 1-1,0 0 1,1-1 0,-1 1 0,1-1 0,-1 1 0,1-1 0,-1 1 0,1-1 0,-1 0 0,1 1 0,-1-1 0,1 1 0,-1-1 0,1 0 0,0 0-1,-1 1 1,1-1 0,0 0 0,-1 0 0,1 0 0,0 0 0,-1 0 0,1 0 0,0 0 0,24-4-13810,-12-11 5362</inkml:trace>
</inkml:ink>
</file>

<file path=ppt/ink/ink3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9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0 137 656,'0'0'20063,"17"0"-17814,121-3 1318,-133 3-3499,0-1 0,0 0-1,0 0 1,0 0 0,0 0 0,-1-1 0,1 0 0,0 0 0,-1 0 0,0-1 0,1 1-1,-1-1 1,5-5 0,-7 6-50,0 0-1,0-1 1,0 1-1,0-1 1,-1 1-1,1-1 1,-1 0-1,0 1 1,1-1-1,-1 0 1,-1 0-1,1 0 1,0 0-1,-1 0 1,1 0-1,-1 0 1,0 0-1,0 0 0,0 0 1,-1 0-1,1 0 1,-2-5-1,1 6 0,0 0 0,0 0 0,0 1 0,0-1 0,-1 0 0,1 1 0,-1-1-1,1 1 1,-1-1 0,1 1 0,-1 0 0,0-1 0,0 1 0,0 0 0,0 0 0,1 1-1,-1-1 1,0 0 0,0 0 0,-1 1 0,1 0 0,-4-1 0,-51-5 718,56 6-690,-9-1 174,0 1 0,1 0 0,-1 0-1,1 1 1,-1 0 0,1 1 0,0 0 0,-10 3 0,16-3-176,0 0 1,0 0-1,0 0 0,1 0 1,-1 0-1,1 0 1,-1 1-1,1-1 1,0 1-1,0 0 1,0 0-1,0-1 0,1 1 1,-1 0-1,1 1 1,0-1-1,0 0 1,0 0-1,0 0 1,0 1-1,1-1 1,-1 0-1,1 1 0,0-1 1,0 0-1,1 5 1,-1-3-59,-1 0 0,1 0 1,0 0-1,1 0 0,-1 0 0,1-1 1,0 1-1,0 0 0,0 0 1,1-1-1,0 1 0,0-1 0,0 1 1,0-1-1,1 0 0,-1 0 1,1 0-1,0 0 0,1 0 0,-1-1 1,0 1-1,1-1 0,0 0 0,0 0 1,0 0-1,0-1 0,0 1 1,6 1-1,0 0-546,-1 0 0,1-1 0,1 0 0,-1 0 0,0-1 0,1-1 0,-1 0 0,1 0 1,-1-1-1,1 0 0,-1-1 0,1 0 0,-1 0 0,1-1 0,-1-1 0,0 0 0,0 0 0,0-1 0,11-6 0,87-67-3765,-74 51 6032,31-33-1,-65 72 483,0-1 1,0 1-1,1 0 0,1-1 0,5 23 0,-4-32-2188,-1 0 0,1 0 0,-1-1 0,1 1 0,0-1 0,0 1 0,0-1 0,0 0 0,0-1 0,1 1 0,-1 0 0,1-1 0,-1 0 0,1 0 0,-1 0 0,1 0 0,-1 0 0,1-1 0,0 0 0,0 1 0,-1-1 0,1-1 0,0 1 0,-1-1 0,1 1 0,0-1 0,-1 0 0,1 0 0,5-3 0,5-1 0,0-1 0,-1-1 0,1-1 0,-1 1 0,21-18 0,-31 22 0,0 0 0,0 0 0,-1 0 0,1 0 0,-1 0 0,0-1 0,4-6 0,4-7 0,-10 17 0,0 0 0,1 0 0,-1 0 0,0-1 0,1 1 0,-1 0 0,0 0 0,0 0 0,1 0 0,-1 0 0,0 0 0,1-1 0,-1 1 0,0 0 0,1 0 0,-1 0 0,0 0 0,1 0 0,-1 0 0,0 0 0,1 1 0,-1-1 0,0 0 0,1 0 0,-1 0 0,0 0 0,1 0 0,-1 0 0,0 0 0,0 1 0,1-1 0,-1 0 0,0 0 0,1 1 0,-1-1 0,0 0 0,0 0 0,0 1 0,1-1 0,-1 0 0,0 0 0,0 1 0,0-1 0,1 1 0,10 17 0,-8-13 0,0-1-47,1 2-820,0-1-1,0 1 1,1-1 0,0 0 0,0-1 0,7 6-1,-11-9 486,1 0-1,0 0 1,0 0-1,0 0 0,-1-1 1,1 1-1,0-1 1,0 1-1,0-1 0,0 0 1,0 0-1,0 0 1,0 0-1,0 0 0,0 0 1,0 0-1,0-1 0,0 1 1,0-1-1,0 1 1,0-1-1,-1 0 0,1 1 1,0-1-1,0 0 1,-1-1-1,1 1 0,1-1 1,16-16-12979</inkml:trace>
</inkml:ink>
</file>

<file path=ppt/ink/ink3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9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13270,'0'0'13956,"17"11"-13017,56 33-331,-66-40-570,1-2 0,-1 1 0,0-1 1,1 0-1,0 0 0,-1-1 0,1 0 0,0-1 0,0 0 0,-1 0 0,1 0 0,11-3 0,-2 1 30,-14 2-72,1 0 0,0-1 0,-1 1 0,1-1 0,-1 0 0,1 0 0,-1 0 0,1-1 0,-1 1 0,0-1 0,0 0 0,0 0 0,0 0 0,0 0 0,0-1 0,0 1 0,-1-1 0,1 0 0,-1 1 0,0-1 0,3-5 0,-2 1 29,0 0 1,0 0-1,-1 0 0,0 0 1,0 0-1,-1 0 0,0-1 1,0 1-1,-1-12 1,-1 17 27,1-1 1,-1 1 0,1 0 0,-1 0 0,0 0 0,0 0 0,0 0 0,0 0 0,-1 0 0,1 0-1,0 0 1,-1 1 0,1-1 0,-1 1 0,0-1 0,0 1 0,1-1 0,-1 1 0,0 0 0,0 0-1,0 0 1,0 0 0,0 0 0,0 0 0,-1 1 0,1-1 0,0 1 0,0-1 0,-1 1 0,1 0-1,-3 0 1,-9-2 331,1 1 1,-1 1-1,-25 2 0,32-1-385,1 1 0,1 0 0,-1 0 0,0 0 0,0 1 0,1 0 0,-1 0 0,1 0 0,0 1 0,0-1 0,1 1 0,-1 1 0,1-1 0,-1 1 0,1-1 0,1 1 0,-1 0 0,1 1 0,-6 10 0,6-10 0,-1 1 0,1 0 0,0 1 0,1-1 0,0 0 0,0 1 0,1-1 0,-1 1 0,2 0 0,-1-1 0,1 1 0,0 0 0,1 0 0,0-1 0,3 15 0,-2-18 5,0 0 0,1 0 0,-1-1 0,1 1-1,0-1 1,0 1 0,0-1 0,1 0 0,-1 0 0,1 0 0,0 0 0,-1-1 0,1 0-1,0 1 1,1-1 0,-1-1 0,0 1 0,1-1 0,-1 0 0,8 2 0,9 1-176,1-1-1,41 2 1,70-6-5124,-110-1 2271,1-1 0,-1-1-1,36-10 1,30-20-11492</inkml:trace>
</inkml:ink>
</file>

<file path=ppt/ink/ink3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09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528 0 11685,'0'0'9413,"-162"109"-7140,67-35 2881,7 7-1184,13 5-3698,14-2-272,28-3 0,19-7 0,14-6 0,0-11 0,34-10 0,13-11 0,7-11 0,21 0-3426,6-12-2000,14-8-737,13-5-6259</inkml:trace>
</inkml:ink>
</file>

<file path=ppt/ink/ink3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0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9188,'0'0'18393,"-5"28"-16120,1-7-1865,1-10-253,1 0-1,0 1 0,1-1 1,0 1-1,0-1 0,1 1 1,1-1-1,0 1 0,0-1 1,1 1-1,1-1 0,0 0 1,1 0-1,8 19 1,78 120 67,-63-109-228,-1 1-1,-2 1 0,-2 1 1,22 66-1,-42-104 7,0 0 0,0 1 0,-1-1 0,0 1 0,-1-1 0,1 1 0,-2 10 0,1-14 0,-1-1 0,1 1 0,-1-1 0,1 0 0,-1 0 0,0 1 0,0-1 0,0 0 0,-1 0 0,1 0 0,0 0 0,-1 0 0,1 0 0,-1-1 0,0 1 0,0 0 0,1-1 0,-1 1 0,0-1 0,0 0 0,0 0 0,-5 2 0,-8 3-716,-1 0-1,-32 6 1,18-7-1846,1-2 1,-39 0-1,33-3-6012</inkml:trace>
</inkml:ink>
</file>

<file path=ppt/ink/ink3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1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30 9044,'0'0'16963,"-3"-4"-14426,-1 1-2378,-1 0 1,0 0 0,1 1-1,-1-1 1,0 1 0,0 0-1,0 0 1,0 1 0,-1-1-1,1 1 1,0 1-1,-1-1 1,1 1 0,0-1-1,-1 2 1,-9 0 0,-5 0 217,1 1 0,-1 1 1,-29 9-1,39-10-377,0 2 0,0 0 0,0 0 0,1 0 0,0 1 0,-11 8 0,18-12 0,1 0 0,-1 1 0,0-1 0,1 1 0,-1 0 0,1-1 0,-1 1 0,1 0 0,0 0 0,0 0 0,0-1 0,0 1 0,0 1 0,0-1 0,1 0 0,-1 0 0,1 0 0,-1 0 0,1 0 0,0 0 0,0 1 0,0-1 0,0 0 0,0 0 0,0 0 0,1 1 0,-1-1 0,1 0 0,0 0 0,-1 0 0,1 0 0,0 0 0,0 0 0,0 0 0,0 0 0,1 0 0,1 1 0,5 7 0,1 0 0,0-1 0,0 0 0,1-1 0,15 11 0,16 13 0,-20-14 0,-1 1 0,-1 1 0,0 0 0,19 31 0,-32-43 0,-1 0 0,-1 0 0,0 1 0,0-1 0,0 1 0,-1 0 0,-1 0 0,1 0 0,-2 0 0,1 0 0,-1 1 0,0-1 0,-1 0 0,0 1 0,-1-1 0,-2 15 0,1-18 0,0 0 0,-1 0 0,0-1 0,0 1 0,0 0 0,0-1 0,-1 0 0,0 0 0,0 0 0,0 0 0,-1-1 0,0 0 0,1 0 0,-2 0 0,-8 5 0,-10 5 0,-1-1 0,-33 12 0,35-15 0,-213 84 0,315-91 0,-6-4-1498,83 3-4050,-154-2 5466,-1 1 0,0-1-1,1 0 1,-1 0 0,0 1-1,0-1 1,1 1 0,-1-1-1,0 1 1,0 0 0,0-1 0,0 1-1,0 0 1,0 0 0,0-1-1,0 1 1,0 0 0,0 0 0,0 0-1,-1 0 1,1 1 0,0-1-1,0 1 1,0 2 30,0-1 0,0 0-1,0 1 1,0-1 0,-1 1 0,1-1 0,-1 1-1,0 6 1,-1-2 152,0 1 0,-1 0 0,0-1 0,0 0-1,0 1 1,-1-1 0,-4 8 0,-51 77 2585,37-62-1226,2 1-1,1 0 0,-23 57 1,39-85-1450,0 0 0,1 0 0,0 0 0,0 1 0,0-1 0,0 0 0,1 1 0,0-1 0,-1 1 0,2-1 0,-1 0 0,0 1 0,1-1 0,0 0 0,0 1 0,0-1 0,1 0 0,-1 0 0,1 0 0,0 0 0,0 0 0,0 0 0,4 4 0,-1-3-12,0-1 1,0 0-1,1 0 0,-1-1 0,1 1 0,0-1 0,0-1 0,0 1 0,0-1 0,0 0 1,0 0-1,1 0 0,-1-1 0,14 1 0,19 1 3,47-1 0,-74-3 0,-1 1 0,1-2 0,0 0 0,-1 0 0,1-1 0,-1 0 0,0-1 0,14-7 0,-19 5-1125,-17 3-1860,-25 2-6227,30 1 6215,-27 0-10554</inkml:trace>
</inkml:ink>
</file>

<file path=ppt/ink/ink3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8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23 912,'0'0'8039,"1"-5"-7928,4-13 13998,-4 18-13768,-1 4-157,1 65 1708,1-28-1505,-2 0 1,-9 71 0,4-97-3693,2-35-4126,2 12 6191,-5-29-7804</inkml:trace>
</inkml:ink>
</file>

<file path=ppt/ink/ink3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8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11381,'0'0'7748,"54"118"-11990,-40-87-3314,-1 6 529</inkml:trace>
</inkml:ink>
</file>

<file path=ppt/ink/ink3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8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12870,'0'0'12771,"4"10"-12560,16 33-134,-18-42-79,-1 0-1,0 0 1,0 0-1,1 0 1,-1 0 0,1 0-1,-1 0 1,1 0-1,-1 0 1,1-1-1,-1 1 1,1-1 0,0 1-1,-1-1 1,1 0-1,0 1 1,-1-1-1,1 0 1,0 0-1,-1 0 1,3-1 0,30-5-863,-29 4 692,-1 0-1,1 0 1,-1 0-1,0-1 1,0 0-1,0 0 1,4-4-1,-3 3 108,0 0 0,-1 0 0,1 1 0,0 0 1,1 0-1,-1 0 0,9-3 0,-13 5 648,1 48 3182,25-41-6270,6-6-3897,-21-1 2335,3 1-3626</inkml:trace>
</inkml:ink>
</file>

<file path=ppt/ink/ink3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8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7812,'0'0'19208,"-74"145"-18071,74-98-305,0-2-432,0-4-271,0-5-129,0-4-97,0-7-1343,7-3-913,-1-8-2097</inkml:trace>
</inkml:ink>
</file>

<file path=ppt/ink/ink3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17432,'0'0'7299,"129"-38"-6466,-55 33-705,-6 1-128,0 4-1185,-8-3-2993,1-3-5122</inkml:trace>
</inkml:ink>
</file>

<file path=ppt/ink/ink3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19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90 784,'0'0'29195,"15"15"-27669,-10-8-1344,29 29 358,54 77 0,-60-73-540,-28-40 0,1 1 0,-1-1 0,0 0 0,0 0 0,0 1 0,0-1 0,1 0 0,-1 0 0,0 1 0,0-1 0,1 0 0,-1 0 0,0 0 0,0 1 0,1-1 0,-1 0 0,0 0 0,1 0 0,-1 0 0,0 0 0,0 0 0,1 0 0,-1 0 0,0 0 0,1 0 0,-1 0 0,0 0 0,1 0 0,-1 0 0,0 0 0,1 0 0,-1 0 0,0 0 0,1 0 0,-1 0 0,0 0 0,0 0 0,1-1 0,-1 1 0,0 0 0,0 0 0,1 0 0,-1 0 0,0-1 0,0 1 0,1 0 0,-1 0 0,0-1 0,0 1 0,0 0 0,1-1 0,4-11 0,-5 12 0,25-58 0,2 1 0,53-83 0,-63 111 0,-17 29-19,0 0 0,0 0-1,0 0 1,0 0 0,0-1 0,0 1-1,0 0 1,0 0 0,0 0 0,0 0 0,0 0-1,0-1 1,0 1 0,0 0 0,0 0-1,0 0 1,0 0 0,0 0 0,0-1 0,0 1-1,1 0 1,-1 0 0,0 0 0,0 0-1,0 0 1,0 0 0,0-1 0,0 1 0,0 0-1,0 0 1,1 0 0,-1 0 0,0 0-1,0 0 1,0 0 0,0 0 0,0 0-1,0 0 1,1-1 0,-1 1 0,0 0 0,0 0-1,0 0 1,0 0 0,0 0 0,1 0-1,-1 0 1,0 0 0,0 0 0,0 0 0,0 0-1,1 0 1,-1 1 0,0-1 0,0 0-1,0 0 1,0 0 0,0 0 0,0 0 0,1 0-1,-1 0 1,0 0 0,0 0 0,0 0-1,0 0 1,0 1 0,1 13-3166,-1-12 2604,-1 0 0,1 0 0,0 0 0,0 0 0,0 0 0,1 0 0,-1 0 0,0 0 0,1 0 0,-1 0 0,3 3 0,17 0-8301,17-4-2470</inkml:trace>
</inkml:ink>
</file>

<file path=ppt/ink/ink3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0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292 494 12886,'0'0'3826,"-25"5"373,10-2-3393,-5 1 255,-1 1 0,0 0 0,1 1 0,0 2 1,0 0-1,1 1 0,0 0 0,-22 17 1,36-22-987,0 1 0,1-1 0,0 1 0,0 0-1,1 0 1,-1 0 0,1 1 0,0-1 0,0 1 0,1 0 0,-1 0 0,2 0 0,-1 0 0,0 0 0,1 0 0,0 0 0,1 0 0,-1 1 0,2 11 0,-1-17-77,0 0 1,0 1-1,0-1 0,1 0 1,-1 0-1,0 0 0,1 0 1,-1 1-1,1-1 0,-1 0 1,1 0-1,-1 0 0,1 0 0,0 0 1,0 0-1,-1-1 0,1 1 1,0 0-1,0 0 0,0 0 1,0-1-1,0 1 0,0-1 1,0 1-1,2 0 0,2 1-15,-1-1-1,1 1 1,-1-1-1,1 0 1,-1-1 0,1 1-1,5-1 1,-1 0-61,-1 0 1,1-1-1,-1 0 1,1 0-1,-1-1 1,0 0-1,14-6 1,-19 7-34,0 0 0,0-1 0,0 1 0,0-1 0,-1 0 0,1 0 0,0 0 0,-1 0 0,1 0 0,-1-1 0,0 1 0,0-1 0,0 1 0,0-1 0,0 0 0,-1 0 0,1 1 0,-1-1 0,0-1 0,0 1 0,0 0 0,1-3 0,-38 3 1154,31 3-680,4 0-310,-1 1 0,1-1 0,-1 0 0,1 1-1,0 0 1,-1-1 0,1 1 0,0 0 0,0-1 0,-1 1 0,1 0 0,0 0 0,0 0 0,0 0 0,0 0 0,0 0 0,0 1 0,1-1 0,-1 0-1,0 0 1,0 1 0,1-1 0,-1 0 0,1 1 0,-1-1 0,1 3 0,-1-3-55,1 0 0,-1 0 0,1 0 0,0 0 0,0 0 0,0 0 0,0 0 0,-1 0 0,1 0 0,0 0 0,1 0 0,-1 0 0,0 0 0,0 0 0,0 0 0,1 0 0,-1 0 0,0 0 0,1 0 0,-1 0 0,1 0 0,-1 0 0,1 0 0,-1-1 0,1 1 0,0 0 0,0 0 0,-1-1 0,1 1 0,0 0 0,0-1-1,0 1 1,-1-1 0,1 1 0,0-1 0,0 1 0,2 0 0,9 0-550,1 0-1,0-1 0,-1 0 0,1 0 0,0-2 1,-1 0-1,1 0 0,-1-1 0,0 0 0,0-1 1,0-1-1,0 0 0,-1 0 0,1-1 0,-1-1 1,18-14-1,-5 2-800,-1 0-1,-1-1 1,-1-2 0,-1 0 0,-1-1 0,19-30-1,-4-3 1106,-2-1 1,33-87-1,-2-34 3256,-61 172-1919,0 1-1,0-1 0,-1 0 0,0 0 0,-1-12 4671,-8 27-3752,-15 32-1550,-98 191 1940,110-205-2254,1 0 0,1 1 0,2 0-1,0 1 1,2 0 0,1 0-1,0 32 1,4-51-138,0 0 0,0 0 0,1 0 0,0 0 0,1 0 0,0 0 0,1-1 0,4 14 0,-5-19-50,1-1 0,-1 0 0,1 0 1,-1 0-1,1 0 0,0 0 0,0 0 0,0-1 1,0 1-1,1-1 0,-1 0 0,0 0 0,1 0 1,0 0-1,-1-1 0,1 1 0,0-1 0,0 0 1,0 0-1,0-1 0,0 1 0,0-1 0,0 0 1,5 0-1,4 0-1834,0 0 1,-1 0-1,1-1 0,0-1 1,23-6-1,24-19-10569</inkml:trace>
</inkml:ink>
</file>

<file path=ppt/ink/ink3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0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17784,'0'0'9012,"122"0"-7603,-68-2-881,1-8-448,-8 4-64,-6 1-32,-7 3-768,-14 2-1345,-13 0-1601</inkml:trace>
</inkml:ink>
</file>

<file path=ppt/ink/ink3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0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11205,'0'0'14119,"156"23"-14119,-95-28-160,7-15-3794,-14-2-6419</inkml:trace>
</inkml:ink>
</file>

<file path=ppt/ink/ink3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2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556 104 8900,'0'0'14786,"-22"-16"-13445,-68-48-367,86 61-854,-1 0-1,1 1 1,-1-1 0,0 1-1,1 0 1,-1 0-1,0 0 1,0 1 0,-1 0-1,1 0 1,0 0-1,0 1 1,0-1 0,-1 1-1,1 1 1,0-1-1,-8 2 1,-6 0 142,13-1-225,1 0 0,0 0 0,0 1 1,0-1-1,0 1 0,0 0 0,0 1 0,0-1 1,1 1-1,-1 0 0,1 0 0,0 0 0,0 1 1,0 0-1,-4 4 0,-9 11 74,-26 39-1,37-50-78,-11 19 25,1 1-1,2 0 0,0 1 1,2 0-1,1 1 1,2 0-1,0 1 1,-7 60-1,7 9-771,6 149 1,4-134-1508,-1-115 1997,0 1 0,0 0 0,0-1 0,-1 1 0,1 0 0,0-1 0,-1 1 0,1-1 0,0 1 0,-1 0-1,1-1 1,-1 1 0,1-1 0,-1 1 0,1-1 0,-1 0 0,1 1 0,-1-1 0,0 0 0,1 1 0,-1-1 0,0 0 0,1 0 0,-1 1-1,0-1 1,1 0 0,-1 0 0,0 0 0,1 0 0,-1 0 0,0 0 0,1 0 0,-1 0 0,0 0 0,1 0 0,-1 0 0,0 0 0,1-1-1,-2 1 1,-4-1-1531,-20 1-7283</inkml:trace>
</inkml:ink>
</file>

<file path=ppt/ink/ink3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2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1 249 6931,'0'0'4504,"21"-8"-804,1 0-2482,-8 2-352,1 0 0,0 2 0,0-1-1,0 2 1,1 0 0,-1 1 0,21 0 0,-10 1-44,0 1-1,0 1 1,0 1 0,0 2 0,-1 0-1,1 2 1,-1 1 0,37 15-1,-53-19-719,0 1 0,0 0-1,-1 1 1,0 0-1,0 0 1,0 1 0,-1 0-1,1 0 1,-1 0 0,6 9-1,-10 0 420,-4-25-68,2-9-453,0 0 0,2 0 0,0 0 0,1 0 0,1 1 0,0-1 0,12-25 0,-12 33 0,1 0 0,0 0 0,0 0 0,1 0 0,0 1 0,1 1 0,0-1 0,1 1 0,0 0 0,0 1 0,1 0 0,16-10 0,-24 18-121,0-1-1,-1 0 1,1 0-1,0 1 1,0-1-1,0 1 1,0 0-1,0-1 1,0 1-1,0 0 1,0 0 0,0 0-1,0 1 1,0-1-1,0 0 1,0 1-1,0-1 1,4 2-1,32 21-5171,-16-9 1182,7 0-5195</inkml:trace>
</inkml:ink>
</file>

<file path=ppt/ink/ink3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3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83 17496,'0'0'12110,"-21"15"-9688,-61 47-1755,80-61-664,0 0-1,0 1 1,0-1 0,0 0 0,0 1-1,1 0 1,-1-1 0,1 1 0,-1 0-1,1 0 1,0-1 0,-1 1 0,1 0-1,0 1 1,0-1 0,0 0-1,1 0 1,-1 0 0,0 0 0,1 1-1,0-1 1,-1 0 0,1 1 0,0-1-1,0 0 1,0 1 0,0-1 0,1 3-1,1 8-9,-2-11 7,0-1 0,0 1 0,0 0 0,1-1 0,-1 1 0,0-1 0,1 1 0,0-1 0,-1 1 0,1-1 0,0 1 0,-1-1 0,1 0 0,0 1 0,0-1 0,0 0 0,0 0 0,0 0 0,1 0 0,-1 0 0,0 0 0,0 0 0,1 0 0,-1 0 0,1-1 0,-1 1 0,0 0 0,1-1 0,0 1 0,-1-1 0,1 0 0,1 1 0,7 0 0,1 1 0,-1-2 0,0 0 0,11-1 0,-1 1 0,-16 0-1,1 0-1,-1 0 1,0 0 0,0 0 0,1-1-1,-1 0 1,0 0 0,0 0-1,0 0 1,0 0 0,0-1-1,0 0 1,0 0 0,-1 0 0,1 0-1,0-1 1,-1 1 0,0-1-1,0 0 1,0 0 0,0 0 0,0 0-1,0-1 1,-1 1 0,0-1-1,1 0 1,-1 1 0,-1-1-1,1 0 1,-1 0 0,1 0 0,-1 0-1,0-1 1,0-7 0,0 5-52,-1 0 0,0-1 0,-1 1 1,1 0-1,-2 0 0,1 0 1,-1 0-1,0 0 0,0 0 0,-1 1 1,0-1-1,0 1 0,0-1 0,-1 1 1,0 0-1,-7-8 0,10 13 56,0 0-1,0 0 0,0 0 1,0 0-1,0-1 0,0 1 1,0 0-1,1 0 0,-1-1 1,1 1-1,-1 0 0,1-1 1,-1 1-1,1-1 0,0 1 1,-1 0-1,1-3 0,0 3-5,1 0-1,-1 1 0,0-1 1,1 0-1,-1 1 0,1-1 1,-1 0-1,1 1 0,-1-1 1,1 1-1,-1-1 0,1 1 1,0-1-1,-1 1 0,1-1 1,0 1-1,-1 0 0,1-1 1,0 1-1,0 0 0,-1 0 0,1-1 1,1 1-1,9-1-41,-1 0-1,0 0 1,1 1 0,11 2-1,0-1 60,-9-1-14,-1 0-1,1 1 0,0 1 1,-1 0-1,1 0 0,-1 1 1,15 6-1,-23-7 28,0-1 0,0 1 0,-1 0 0,0 0-1,1 1 1,-1-1 0,0 1 0,0 0 0,0-1 0,0 1 0,-1 1 0,1-1-1,-1 0 1,0 1 0,0-1 0,0 1 0,0-1 0,0 1 0,-1 0 0,0 0 0,0 0-1,0 0 1,0 0 0,-1 0 0,1 0 0,-1 6 0,0 0 70,1-7-79,-1 0 0,0 0 1,0 0-1,0 1 0,0-1 0,0 0 1,0 0-1,-1 0 0,0 0 0,0 0 1,1 0-1,-2 0 0,1 0 0,0-1 1,0 1-1,-1 0 0,0 0 0,0-1 1,1 1-1,-4 2 0,63-51-18,3 3 0,1 3 0,73-35 0,-135 76 0,1-1 0,-1 0 0,1 0 0,-1 0 0,1 1 0,-1-1 0,0 0 0,1 1 0,-1-1 0,1 0 0,-1 1 0,0-1 0,1 0 0,-1 1 0,0-1 0,1 1 0,-1-1 0,0 0 0,0 1 0,0-1 0,1 1 0,-1-1 0,0 1 0,0-1 0,0 1 0,0-1 0,0 1 0,0-1 0,0 1 0,0-1 0,0 1 0,0-1 0,0 1 0,0-1 0,0 1 0,0 0 0,0 22 0,0-22 0,0 76 0,0-76-37,0 1 1,1-1-1,-1 0 1,1 1-1,-1-1 0,1 0 1,0 0-1,0 0 1,-1 1-1,1-1 1,0 0-1,0 0 0,0 0 1,0 0-1,0 0 1,0 0-1,1-1 0,-1 1 1,0 0-1,0 0 1,1-1-1,-1 1 1,0-1-1,1 1 0,-1-1 1,0 0-1,1 1 1,-1-1-1,1 0 0,0 0 1,51 3-4377,-49-3 3714,29 0-8326</inkml:trace>
</inkml:ink>
</file>

<file path=ppt/ink/ink3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7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208 357 80,'0'0'2172,"-14"-11"-4424,16 6 5838,3 1-2481,1 3-1477,103-110 3446,-101 101-2183,-1-1 1,0 0 0,-1-1-1,0 0 1,-1 0-1,0 0 1,-1 0 0,0-1-1,-1 1 1,-1-1-1,0 0 1,0 0 0,-2 0-1,0-17 1,0 29-788,0 0 1,0 0 0,0 0-1,0 0 1,0 0 0,0 0-1,0 0 1,0 0-1,-1 1 1,1-1 0,0 0-1,-1 0 1,1 0 0,-1 0-1,1 0 1,-1 1-1,1-1 1,-1 0 0,0 0-1,1 1 1,-1-1 0,0 0-1,0 1 1,1-1-1,-1 1 1,0-1 0,0 1-1,-1-1 1,0 0 51,-1 1 1,1-1-1,0 1 1,-1 0-1,0 0 1,1 0-1,-1 0 1,1 0-1,-1 1 1,-4 0-1,0 1-37,0 0 0,0 1 0,0 0 0,1 0 0,-1 0 0,1 1 0,-10 7-1,-9 14-66,2 0 0,0 2 0,2 1-1,1 0 1,1 2 0,2 0-1,1 1 1,1 0 0,2 2 0,1-1-1,2 2 1,-9 47 0,5-3-129,4 1 1,3 0 0,4 0 0,9 109-1,-4-161-525,2-1 1,0 0-1,13 40 0,-10-47-1096,0 0 1,16 29 0,-14-37-2230</inkml:trace>
</inkml:ink>
</file>

<file path=ppt/ink/ink3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7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1 240 12854,'0'0'4874,"28"-5"-1395,-3 0-2763,16-2 348,0 1 0,69-1 0,-80 7-585,12 0 13,0 1-1,56 9 1,-86-8-470,-1 0-1,1 1 1,0 0 0,-1 1 0,0 1 0,0 0 0,0 0 0,-1 1 0,0 0 0,0 1-1,0 0 1,-1 1 0,9 9 0,-15-13 1,0 1 0,0 0 0,-1-1 0,0 1 0,1 0-1,-2 0 1,1 1 0,-1-1 0,0 0 0,0 0 0,0 1 0,-1-1 0,1 1-1,-1-1 1,-1 0 0,0 7 0,1 7 399,-1-19-338,0 1-1,0 0 1,0-1-1,0 1 0,-1-1 1,1 1-1,0-1 1,0 1-1,0-1 0,0 0 1,-1 1-1,1-1 1,0 0-1,0 0 1,0 0-1,-1 0 0,1 0 1,0 0-1,0-1 1,0 1-1,-1 0 1,1-1-1,0 1 0,0 0 1,-2-2-1,0-5 12,1 0 1,0-1-1,1 1 0,-1 0 0,1-1 0,1 1 0,0-1 0,0 1 1,1-14-1,0 0 135,0 1-130,0 1-1,2-1 1,0 1-1,1-1 1,1 1 0,15-35-1,-16 44-293,0 0 1,1 0-1,0 1 0,0 0 0,1 0 1,1 0-1,-1 1 0,2 0 0,-1 0 1,1 1-1,0 0 0,0 0 1,1 1-1,12-7 0,-4 8-2259,-16 5 1602,1 0 0,0 0 0,-1 0 0,1 0 0,0 0 1,-1 1-1,1-1 0,-1 1 0,1-1 0,-1 1 0,1-1 1,-1 1-1,1 0 0,-1 0 0,1 0 0,-1 0 0,0 0 1,0 0-1,2 2 0,11 10-5982</inkml:trace>
</inkml:ink>
</file>

<file path=ppt/ink/ink3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64 3922,'0'0'20929,"-2"19"-19050,-2 10-1210,0-5 354,2-1 0,1 37-1,1-59-996,0 0-1,1 0 0,-1-1 1,0 1-1,1 0 0,-1 0 0,1 0 1,0 0-1,-1-1 0,1 1 1,0 0-1,-1 0 0,1-1 1,0 1-1,0-1 0,0 1 1,-1-1-1,1 1 0,0-1 0,0 1 1,0-1-1,0 0 0,0 1 1,0-1-1,0 0 0,0 0 1,0 0-1,0 0 0,0 0 1,2 0-1,37 1 34,-32-2-14,2 1-30,1-1 0,-1-1 1,1 1-1,-1-2 0,0 1 0,0-2 1,0 1-1,15-9 0,-19 9-18,0 0-1,-1 0 1,1-1-1,0 0 1,-1 0-1,0-1 1,0 1-1,0-1 0,-1 0 1,0-1-1,0 1 1,0-1-1,6-11 1,-10 16 0,1-1-1,-1 1 1,0-1 0,1 1 0,-1-1 0,0 1 0,0-1-1,0 1 1,0-1 0,0 0 0,-1 1 0,1-1 0,0 1-1,-1-1 1,1 1 0,-1-1 0,1 1 0,-1 0 0,0-1-1,0 1 1,1 0 0,-1-1 0,0 1 0,0 0 0,0 0-1,0 0 1,-1 0 0,1 0 0,0 0 0,0 0 0,-1 0-1,1 0 1,0 0 0,-4 0 0,-5-4 15,0 1 0,0 0 0,-20-4 0,20 6 3,-69-19 67,69 15-71,14 1-136,16-1-30,10 4 139,1 2 0,0 1 0,-1 2 0,1 1 0,-1 1 0,0 2 0,0 1 0,-1 1 0,46 21 0,-72-29 11,0 0 0,-1 1 0,1 0 0,-1-1 0,1 1 0,-1 0 0,0 0 0,0 0 0,0 0 1,0 1-1,0-1 0,0 1 0,-1-1 0,3 5 0,-3-5 9,-1-1 0,1 1 1,-1-1-1,0 1 0,0 0 1,0-1-1,1 1 0,-2 0 0,1-1 1,0 1-1,0 0 0,0-1 1,-1 1-1,1 0 0,-1-1 0,1 1 1,-1-1-1,0 1 0,0-1 1,1 1-1,-1-1 0,0 0 0,0 1 1,0-1-1,-3 2 0,31-30-631,56-53-165,-73 71 807,1 1 1,0 0-1,0 0 0,1 2 0,0-1 0,19-6 1,-30 13 312,-1 40 1870,-2-12-1846,1-21-471,1 1 1,-1-1-1,1 1 1,0-1-1,1 1 1,3 14 0,-3-21-110,-1 0 1,1 0 0,0 0 0,0-1 0,0 1 0,0 0 0,0-1 0,0 1 0,0 0 0,0-1 0,0 1 0,0-1 0,0 1 0,0-1 0,0 0-1,0 1 1,1-1 0,-1 0 0,0 0 0,0 0 0,0 0 0,1 0 0,1 0 0,32-6-5966,2-15-2200,-2-13-1505</inkml:trace>
</inkml:ink>
</file>

<file path=ppt/ink/ink3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8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9941,'0'0'11434,"-14"26"-6949,-4 5-3089,7-13-769,1 1 0,1-1 1,0 2-1,1-1 0,1 1 0,-7 32 0,9-15-263,2-1-1,2 72 1,1-58-334,1-46-209,-1 1-1,0-1 1,1 0-1,0 0 1,0 1-1,0-1 1,1 0-1,-1 0 1,1 0 0,0-1-1,0 1 1,1 0-1,-1-1 1,1 1-1,-1-1 1,1 0 0,0 0-1,0 0 1,1 0-1,-1 0 1,1-1-1,-1 0 1,1 1-1,0-1 1,0-1 0,0 1-1,0 0 1,0-1-1,0 0 1,6 1-1,-5-1-237,0 0-1,0 0 0,0-1 1,0 0-1,0 0 0,0 0 1,0 0-1,0-1 0,-1 0 1,1 0-1,0 0 0,0-1 1,-1 1-1,1-1 0,0 0 1,-1 0-1,0-1 0,0 0 1,0 1-1,0-1 0,0-1 1,0 1-1,-1 0 0,1-1 1,-1 0-1,4-6 0,9-29-13156</inkml:trace>
</inkml:ink>
</file>

<file path=ppt/ink/ink3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8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6659,'0'0'17912,"122"3"-17480,-48-3-432,14-7-1232,7-11-2690,-7 0-5890</inkml:trace>
</inkml:ink>
</file>

<file path=ppt/ink/ink3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9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13558,'0'0'16632,"121"0"-15784,-73-9-464,-1 3-240,-6-6-128,-7 5-16,-14 3-880,-6-1-1201,-8 5-992</inkml:trace>
</inkml:ink>
</file>

<file path=ppt/ink/ink3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9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12934,'0'0'11173,"122"0"-9524,-75-11-1137,14-10-512,-7 1-384,0-3-3618,7-8-7123</inkml:trace>
</inkml:ink>
</file>

<file path=ppt/ink/ink3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9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529 305 11333,'0'0'5528,"-4"-25"-1793,-19-81-1280,20 95-2194,-1 1 0,1 0 0,-2-1 1,0 2-1,0-1 0,-1 1 1,0 0-1,0 0 0,-1 0 1,0 1-1,-1 0 0,0 0 1,-16-11-1,18 14-97,-1 1 0,1 0 0,-1 1 0,0 0 0,0 0 0,0 0 0,-1 1 0,1 0 0,-1 1 0,1-1 0,-1 1 0,1 1-1,-1-1 1,0 2 0,1-1 0,-1 1 0,1 0 0,-10 2 0,11-1-88,1 1-1,-1-1 0,1 1 0,-1 0 1,1 0-1,0 1 0,0-1 0,1 1 1,-1 0-1,1 1 0,0-1 0,-7 9 1,-3 7 311,-21 41 1,33-57-349,-15 34 65,1 1 0,2 0 1,1 2-1,2-1 0,2 1 0,-5 62 0,0 254 317,27 29-5346,-20-397-1878,-7-17 155,-5-7-908</inkml:trace>
</inkml:ink>
</file>

<file path=ppt/ink/ink3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0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0 190 5218,'0'0'8041,"22"-5"-3366,23-3-1622,55-3 1,-78 9-2131,1 2 0,0 0 0,0 2 0,-1 0 0,36 9 0,-37-5-287,0 2 0,39 19 0,-52-23-508,0 1 0,-1 0 0,1 0 0,-1 1 0,0 0 0,0 0 0,-1 1 0,0 0 0,10 13 0,-16-20-128,0 0 0,1 0 0,-1 0 0,0 1 0,0-1 0,1 0 0,-1 0 0,0 0 0,0 1 0,0-1 0,0 0 0,1 1 0,-1-1 0,0 0 0,0 0 0,0 1 0,0-1 0,0 0 0,0 1 0,0-1 0,0 0 0,1 1 0,-1-1 0,0 0 0,-1 1 0,1-1 0,0 0 0,0 1 0,0-1 0,0 0 0,0 0 0,0 1 0,0-1 0,0 0 0,0 1 0,-1-1 0,1 0 0,0 0 0,0 1 0,0-1 0,-1 1 0,0-2 0,1 0 0,-1 1 0,1-1 0,-1 0 0,1 0 0,-1 1 0,1-1 0,-1 0 0,1 0 0,0 0 0,0 0 0,-1 1 0,1-1 0,0 0 0,0 0 0,0 0 0,0 0 0,0 0 0,0 0 0,0 1 0,0-3 0,0-16 0,0 0 0,7-36 0,-5 47 0,0 0 0,1-1 0,0 2 0,0-1 0,1 0 0,0 1 0,1-1 0,10-12 0,-4 5-2,-1 2-39,0 1 0,1 0 0,16-14 0,-22 22-8,-1 1-1,1 0 1,-1 0-1,1 1 1,0-1-1,0 1 1,0 0-1,0 1 1,0-1-1,1 1 1,-1 0-1,1 0 0,10 0 1,12 2-3357,37 7-11839,-37-3 8135</inkml:trace>
</inkml:ink>
</file>

<file path=ppt/ink/ink3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0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66 7812,'0'0'21015,"-18"10"-18628,-58 36-1058,71-43-1304,1 0 1,-1 0-1,0 1 0,1-1 1,0 1-1,0 0 1,0 0-1,1 0 0,-1 1 1,-3 6-1,6-7-31,-1 0 1,1 1-1,0-1 0,0 1 0,1-1 1,-1 1-1,1 0 0,1 7 0,-1-2 3,0-8 3,1-1 0,-1 1 0,1 0 0,-1-1 0,1 1 0,0 0 0,0-1 0,0 1 0,0-1 0,0 1 0,0-1 0,0 0 0,0 1 0,1-1 0,-1 0 0,0 0 0,1 0 0,-1 0 0,1 0 0,-1 0 0,1 0 0,0-1 0,-1 1 0,1 0 0,0-1 0,0 1 0,-1-1 0,1 0 0,0 0 0,0 0 0,1 0 0,70 4 0,-58-5 0,-10 1-26,0 0-1,0 0 1,0-1 0,0 0-1,-1 0 1,1 0 0,0-1-1,0 0 1,-1 0 0,1 0-1,-1 0 1,1-1 0,-1 1-1,0-1 1,0 0 0,0-1 0,0 1-1,-1-1 1,0 1 0,1-1-1,-1 0 1,0 0 0,-1-1-1,1 1 1,-1-1 0,0 1-1,0-1 1,0 1 0,-1-1-1,0 0 1,1 0 0,-2 0-1,1 0 1,-1 0 0,1 0-1,-1 0 1,-1 0 0,1 0-1,-1 0 1,0 0 0,0 0-1,0 0 1,-1 0 0,-2-6-1,0 5 28,0 0-1,0 0 0,0 0 0,-1 0 0,-10-9 0,0-1 53,15 16-52,0 0 0,0 0 1,0-1-1,0 1 0,-1 0 1,1 0-1,0 0 0,0 0 1,0-1-1,0 1 0,0 0 1,0 0-1,0 0 0,0 0 0,0-1 1,0 1-1,0 0 0,0 0 1,0 0-1,0 0 0,1-1 1,-1 1-1,0 0 0,0 0 1,0 0-1,0 0 0,0 0 1,0 0-1,0-1 0,0 1 0,0 0 1,1 0-1,-1 0 0,0 0 1,0 0-1,0 0 0,0 0 1,0-1-1,0 1 0,1 0 1,-1 0-1,0 0 0,0 0 0,0 0 1,0 0-1,1 0 0,-1 0 1,0 0-1,0 0 0,0 0 1,0 0-1,1 0 0,17-3 6,22 3-58,-38 0 47,6 0 8,-1 0-1,1 1 0,-1 0 1,1 0-1,-1 1 1,1 0-1,-1 0 0,0 1 1,0 0-1,0 0 1,-1 1-1,1 0 0,8 6 1,-11-6 48,0-1 1,0 1 0,0 0 0,-1 0-1,1 1 1,-1-1 0,0 1-1,0 0 1,0 0 0,-1 0-1,0 0 1,0 0 0,0 0-1,-1 0 1,0 1 0,0-1-1,0 1 1,0 10 0,-1 34 8,16-55-61,4-10 0,0 0 0,-1-2 0,29-30 0,31-29 0,-30 35 0,-49 41 0,0 0 0,1 0 0,-1 0 0,0 0 0,1 1 0,-1-1 0,0 0 0,1 0 0,-1 0 0,0 0 0,1 1 0,-1-1 0,0 0 0,0 0 0,1 1 0,-1-1 0,0 0 0,0 0 0,1 1 0,-1-1 0,0 0 0,0 1 0,0-1 0,0 0 0,0 1 0,1-1 0,-1 0 0,0 1 0,0-1 0,0 0 0,0 1 0,0-1 0,0 0 0,0 1 0,0-1 0,0 1 0,0-1 0,-1 0 0,1 1 0,0-1 0,1 19 0,-1-18 0,0 4-44,-1 1-362,1 0 1,1 0 0,-1 1 0,1-1-1,3 11 1,-4-16 281,1 1 0,-1-1 0,1 0 0,-1 0 0,1 0 0,0 0 0,-1 0 0,1 0 0,0 0 0,0 0 0,0 0 0,-1 0 0,1 0 0,0 0 0,0 0 0,1-1 0,-1 1 0,0 0 0,0-1 0,0 1 0,0-1 0,0 0 0,1 1 0,-1-1 0,0 0 0,0 1 0,1-1 0,-1 0 0,0 0 0,1 0 0,-1 0 0,0-1 0,0 1 0,1 0 1,-1 0-1,0-1 0,0 1 0,0-1 0,2 0 0</inkml:trace>
</inkml:ink>
</file>

<file path=ppt/ink/ink3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1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0 15143,'0'0'13382,"-17"25"-9879,-54 83-2783,63-94-717,1 0 0,1 0 0,0 1 0,1-1 0,0 2-1,1-1 1,-3 24 0,5-5-4,3 65 0,1-33-1,-2-49 2,-1-3 0,1 1 0,0-1 0,2 0 0,-1 0 0,8 25 0,-8-35 0,0-1 0,1 0 0,-1 0 0,1 0 0,0 0 0,0 0 0,0 0 0,0 0 0,1-1 0,-1 1 0,1-1 0,0 1 0,-1-1 0,1 0 0,0 0 0,0-1 0,0 1 0,1 0 0,-1-1 0,0 0 0,0 0 0,1 0 0,-1 0 0,1 0 0,-1-1 0,1 0 0,-1 0 0,8 0 0,-5 0-349,1 0 0,0-1 0,-1 0-1,1 0 1,-1-1 0,1 1 0,-1-1 0,0-1 0,0 1 0,7-5 0,-8 4-567,1-1 0,-1 1 0,0-1 0,0-1 0,-1 1 0,1-1 0,-1 0 0,0 0 0,-1 0 0,7-11 0,11-31-14477</inkml:trace>
</inkml:ink>
</file>

<file path=ppt/ink/ink3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1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8052,'0'0'12693,"136"0"-10548,-69 0-1680,15 0-465,-8-9-1297,-6 0-2064,-14-5-5860</inkml:trace>
</inkml:ink>
</file>

<file path=ppt/ink/ink3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1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15783,'0'0'16984,"7"97"-16984,-1-97 0,1 0-1457</inkml:trace>
</inkml:ink>
</file>

<file path=ppt/ink/ink3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8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4 4098,'0'0'14471,"2"-4"-13322,-2 4-1124,0 0-1,0 1 0,0-1 1,0 0-1,0 0 1,0 0-1,0 0 0,0 1 1,0-1-1,0 0 0,0 0 1,0 0-1,0 0 0,0 1 1,1-1-1,-1 0 0,0 0 1,0 0-1,0 0 1,0 0-1,0 0 0,0 1 1,1-1-1,-1 0 0,0 0 1,0 0-1,0 0 0,0 0 1,0 0-1,1 0 1,-1 0-1,0 0 0,0 0 1,0 0-1,1 0 0,-1 0 1,0 0-1,0 0 0,0 0 1,0 0-1,1 0 1,-1 0-1,0 0 0,0 0 1,0 0-1,0 0 0,1 0 1,-1 0-1,0 0 0,0 0 1,0 0-1,0 0 0,0-1 1,1 1-1,-1 0 1,0 0-1,0 0 0,0 0 1,0 0-1,0-1 0,4 35 1176,-4 65 466,0-71-1255,-2 2-106,-2 1 0,0-1 1,-3 1-1,-17 51 0,15-53-313,0 0-1,2 1 0,1 0 1,-3 55-1,9-85-33,0 1 0,0 0 0,0 0 0,1 0 0,-1-1 0,0 1 0,0 0 0,1-1 0,-1 1 1,1 0-1,-1-1 0,0 1 0,1 0 0,-1-1 0,1 1 0,0-1 0,-1 1 0,1-1 0,-1 1 0,1-1 0,0 1 0,-1-1 0,1 0 1,0 1-1,0-1 0,1 0 0,29 6-1342,32-11-2370,-55 3 2751,-1-1-1,1 0 1,-1-1-1,0 0 1,0 0-1,10-7 1,10-9-4816</inkml:trace>
</inkml:ink>
</file>

<file path=ppt/ink/ink3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6883,'0'0'17560,"143"-11"-17080,-96 4-368,0 5-112,8 2-384,-8 0-1553,0 0-2273,-6 0-6002</inkml:trace>
</inkml:ink>
</file>

<file path=ppt/ink/ink3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8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6147,'0'0'24491,"27"7"-24491,-20-7-32,6 2-1969,1-2-1697,6 3-2849,7-3-4690</inkml:trace>
</inkml:ink>
</file>

<file path=ppt/ink/ink3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9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78 3298,'0'0'17218,"-23"-2"-12373,-6-2-3261,12 1-787,0 0 1,0 1-1,1 2 1,-1-1-1,0 2 0,-20 3 1,33-4-789,0 1 0,0 0-1,1 0 1,-1 0 0,0 0 0,1 0 0,-1 1 0,1 0-1,-1 0 1,1 0 0,0 0 0,0 0 0,0 1-1,0-1 1,0 1 0,0 0 0,1 0 0,-1 0 0,1 0-1,0 0 1,0 1 0,0-1 0,1 1 0,-1-1 0,1 1-1,-1 0 1,1-1 0,1 1 0,-1 0 0,0 0 0,1 0-1,0 0 1,0 6 0,1-1-14,-1 1 1,2-1-1,0 1 1,0-1-1,0 0 0,1 0 1,1 0-1,-1 0 0,1-1 1,1 1-1,0-1 1,11 15-1,18 13-98,51 42 0,6 7-366,-89-84 414,-1 0-1,1 1 1,-1-1 0,0 0-1,0 1 1,0-1 0,0 1-1,0-1 1,0 1 0,0 0-1,0-1 1,0 1 0,-1 0-1,1-1 1,-1 1 0,1 0 0,-1 0-1,0 0 1,0 2 0,0-3 42,-1 0 1,1 0-1,-1 0 1,1 0-1,-1 0 1,0 0 0,1 0-1,-1 0 1,0 0-1,0 0 1,0-1-1,0 1 1,0 0-1,0-1 1,0 1 0,0 0-1,0-1 1,0 1-1,0-1 1,0 0-1,-2 1 1,-9 2 58,1-1 0,-1-1 0,0 0 0,-16-1 0,22 0-75,-19 0 76,15 1-35,0-1 1,0 0-1,0 0 1,0-1-1,0-1 1,-10-2-1,17 3-11,1 0 0,-1 0 0,1 0 0,-1-1 1,1 1-1,0-1 0,0 0 0,0 1 0,-1-1 0,2 0 0,-1 0 0,0 0 0,0-1 0,1 1 0,-1 0 0,1-1 0,-1 1 0,1-1 0,0 1 0,0-1 0,0 0 0,1 1 0,-1-1 0,1 0 0,-1 1 0,1-6 1,0-2-30,1 1 0,0 0 0,0 0 0,1 0 0,1 1 0,-1-1 0,1 0 0,1 1 0,-1 0 0,2 0 0,-1 0 0,1 0 0,0 0 0,1 1 0,7-9 0,16-16-641,61-52 0,-79 75 488,217-177 29,-226 185 200,-1 0 0,0 0 0,1 0-1,-1 0 1,0-1 0,0 1 0,0 0 0,0-1-1,0 1 1,0-1 0,0 1 0,0-1-1,-1 1 1,1-3 0,-1 4-7,0-1-1,0 1 1,0 0-1,0-1 1,0 1-1,-1-1 1,1 1-1,0-1 1,0 1-1,0 0 1,-1-1-1,1 1 1,0 0-1,-1-1 1,1 1-1,0 0 1,-1-1-1,1 1 1,0 0-1,-1 0 1,1-1-1,0 1 1,-1 0-1,1 0 1,-1 0-1,1 0 1,-1 0-1,1-1 1,0 1-1,-1 0 1,0 0-1,-49 2 1757,46-1-1797,-1 1 0,1-1 0,0 1 0,0-1 0,-1 1 0,1 1 0,0-1 0,1 1 0,-1-1 0,0 1 0,1 0 0,0 0 0,-1 1 0,1-1 0,0 1 0,1-1 0,-1 1 0,1 0 0,-1 0 0,1 0 0,1 0 0,-4 9 0,4-10 0,0 1 0,0-1 0,0 0 0,0 0 0,1 1 0,-1-1 0,1 1 0,0-1 0,0 0 0,0 1 0,1-1 0,-1 0 0,1 1 0,0-1 0,0 0 0,0 0 0,0 1 0,0-1 0,1 0 0,-1 0 0,1-1 0,0 1 0,0 0 0,0 0 0,0-1 0,1 1 0,-1-1 0,1 0 0,-1 0 0,1 0 0,3 2 0,4 1-376,1-1-1,-1-1 1,1 1 0,0-2 0,0 1-1,0-2 1,19 2 0,78-6-6952,-46-5-3224</inkml:trace>
</inkml:ink>
</file>

<file path=ppt/ink/ink3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9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0 368,'0'0'29883,"-10"21"-27738,0-1-1844,1-5-292,2 1-1,-1 0 1,2 0 0,0 0 0,1 1-1,1 0 1,-3 19 0,3 26-9,7 116 0,-2-169 2,0 1 0,0-1 1,1 0-1,1 1 0,0-1 0,0 0 1,0 0-1,6 9 0,-7-15-6,0 0-1,0 1 1,0-1 0,0-1-1,1 1 1,-1 0 0,1 0-1,0-1 1,0 1 0,0-1-1,0 0 1,0 0-1,0 0 1,0-1 0,1 1-1,-1-1 1,1 1 0,-1-1-1,1 0 1,-1-1 0,1 1-1,6 0 1,0-1-1049,0 0 1,-1-1 0,1 0-1,15-3 1,-21 2-69,0 1 1,0-1 0,0 0 0,-1 0 0,1 0-1,0 0 1,-1-1 0,1 0 0,-1 1 0,0-1-1,0 0 1,3-5 0,10-16-9997</inkml:trace>
</inkml:ink>
</file>

<file path=ppt/ink/ink3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29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14535,'0'0'9780,"142"-29"-9316,-68 15-464,8-4-80,-8-4-2929,7-6-4675,-6-5-6146</inkml:trace>
</inkml:ink>
</file>

<file path=ppt/ink/ink3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0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18248,'0'0'12806,"-6"122"-11317,6-81-1265,13-5-224,1 0 0,-8-4-256,1-3-1553,0-7-1713,-7-10-2384</inkml:trace>
</inkml:ink>
</file>

<file path=ppt/ink/ink3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0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16247,'0'0'3162,"28"-3"-262,1-1-2248,-9 1-426,0 0-1,0 1 0,-1 1 0,1 1 1,0 1-1,0 1 0,30 6 0,-6 4-138,0 3 0,-1 2 0,-1 1 0,0 2 0,-2 2 0,50 36 0,-78-50-89,-2 0 0,1 1 1,-1 0-1,-1 1 1,1 0-1,-2 0 1,1 1-1,8 15 0,-13-18 2,0 1 0,-1 0-1,0-1 1,0 1 0,-1 0-1,0 1 1,-1-1 0,0 0-1,0 0 1,-1 1 0,0-1-1,-2 15 1,0-16 41,0 0-1,-1 0 1,0 0 0,0 0-1,-1 0 1,0-1 0,0 0-1,-1 0 1,0 0 0,0 0-1,-1-1 1,1 1 0,-1-1-1,-1-1 1,1 1 0,-1-1-1,-14 8 1,-9 4 406,0-1 1,-1-1-1,-36 11 0,35-14-198,-1-2-1,0-1 1,0-2-1,0-1 1,-60 3-1,93-9-341,0 0 0,0 0-1,-1 0 1,1 0-1,0 0 1,-1 0-1,1 0 1,0 0-1,0 0 1,-1 0-1,1 0 1,0 0-1,0 0 1,0-1-1,-1 1 1,1 0-1,0 0 1,0 0 0,0 0-1,-1-1 1,1 1-1,0 0 1,0 0-1,0 0 1,0-1-1,-1 1 1,1 0-1,0 0 1,0-1-1,0 1 1,0 0-1,0 0 1,0-1-1,0 1 1,0 0 0,0 0-1,0-1 1,0 1-1,0 0 1,0 0-1,0-1 1,0 1-1,0 0 1,0 0-1,0-1 1,0 1-1,0 0 1,0 0-1,0-1 1,1 1-1,-1 0 1,10-16-3971,23-10-3560,17-4-2616</inkml:trace>
</inkml:ink>
</file>

<file path=ppt/ink/ink3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0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0 16856,'0'0'14249,"-21"13"-12832,-61 40-1172,79-51-245,1 0 0,0 1 0,-1-1 0,1 1 0,0-1 0,0 1 0,0-1 0,0 1 0,1 0 0,-1 0 0,1 0 0,-1 0 0,1 0 0,0 0 0,1 1 0,-1-1 0,0 0 0,1 0 0,0 1 0,-1-1 0,1 0 0,1 1 0,-1-1 0,0 0 0,1 0 0,0 1 0,1 4 0,-1-4 0,0-2 0,0-1 0,-1 0 0,1 1 0,0-1 0,0 0 0,0 1 0,0-1 0,0 0 0,0 0 0,0 0 0,0 0 0,1 0 0,-1 0 0,0 0 0,1 0 0,-1-1 0,0 1 0,1-1 0,-1 1 0,1-1 0,-1 1 0,1-1 0,0 0 0,-1 1 0,1-1 0,1 0 0,52 0 0,-38 0 0,-8 0-1,-1 0 0,0-1 0,0 0 0,0 0 0,-1-1 0,1 0 0,0 0 1,0-1-1,-1 0 0,0-1 0,1 1 0,-1-1 0,-1 0 0,1-1 0,0 0 0,-1 0 0,0 0 0,0-1 0,9-12 0,-15 17 2,1 1-2,0-1 1,0 0 0,0 0 0,-1 0 0,1 0 0,0 0 0,-1 0 0,1 0 0,-1 0 0,1 0 0,-1 0 0,1-1 0,-1 1 0,0 0 0,0 0 0,1 0 0,-1 0 0,0-1 0,0 1 0,0 0 0,0 0 0,-1 0 0,1-1 0,0 1 0,0 0 0,-1-1 0,1 2 1,-1-1 0,1 1-1,0 0 1,0 0-1,-1 0 1,1 0 0,0 0-1,0 0 1,-1 0-1,1 0 1,0 0 0,0 0-1,-1 0 1,1 0-1,0 0 1,0 0-1,-1 0 1,1 0 0,0 0-1,0 0 1,-1 0-1,1 0 1,0 1 0,0-1-1,-1 0 1,1 0-1,0 0 1,0 0 0,0 1-1,-1-1 1,1 0-1,0 0 1,0 0 0,0 1-1,0-1 1,-1 0-1,1 0 1,0 1 0,-4 4-6,3-2-11,-1 0 1,1 0-1,-1 0 0,1 0 1,0 1-1,0-1 1,0 0-1,1 0 0,-1 1 1,1-1-1,-1 0 0,1 1 1,0-1-1,1 0 1,-1 1-1,1-1 0,-1 0 1,1 1-1,0-1 0,0 0 1,0 0-1,1 0 1,-1 0-1,1 0 0,-1 0 1,1 0-1,0-1 0,0 1 1,1 0-1,-1-1 1,0 0-1,1 1 0,-1-1 1,1 0-1,0-1 0,0 1 1,0 0-1,0-1 1,0 1-1,0-1 0,5 1 1,-3-1-1117,0 0 1,0 0-1,1-1 0,-1 0 1,0 0-1,0 0 1,0-1-1,1 0 1,-1 0-1,0 0 0,0 0 1,0-1-1,9-4 1,14-24-10416</inkml:trace>
</inkml:ink>
</file>

<file path=ppt/ink/ink3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1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 18777,'0'0'6360,"-13"22"-2767,-10 18-2785,2 2-1,1 0 0,2 2 1,-13 48-1,21-23-807,2 1 0,3 133 0,5-172 0,-7-12-2314,-11-9-3319,15-9 4741,1-1 0,-1 0 1,0 1-1,0-1 0,1 0 0,-1-1 0,0 1 0,1 0 1,-1-1-1,0 1 0,1-1 0,-1 0 0,1 0 0,-5-2 1,-19-18-10552</inkml:trace>
</inkml:ink>
</file>

<file path=ppt/ink/ink3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1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4178,'0'0'8462,"24"-9"-3681,-1 1-3651,5-2 282,0 0 0,0 2-1,57-8 1,239 2 7157,-325 18-8569,-1-1 0,0 0 0,0 0 0,0 0 0,0 0 0,-1-1 0,1 1 0,-1-1 0,-4 4 0,-2 1 0,1 1 0,-1 0 0,1 0 0,-11 16 0,16-20 0,0 1 0,1 0 0,0 0 0,-1 0 0,2 0 0,-1 0 0,1 0 0,-1 0 0,1 1 0,1-1 0,-1 11 0,1-15 0,0 0 0,0 0 0,1 0 0,-1 0 0,0 0 0,1 0 0,-1 0 0,1 0 0,-1-1 0,0 1 0,1 0 0,0 0 0,-1 0 0,1-1 0,0 1 0,-1 0 0,1-1 0,0 1 0,0-1 0,-1 1 0,1-1 0,0 1 0,0-1 0,0 0 0,1 1 0,35 7 0,-31-8 0,-1 1 0,1-1 0,-1 0 0,1-1 0,0 0 0,-1 0 0,1 0 0,-1 0 0,1-1 0,6-2 0,-12 3 0,0 0 0,1 1 0,-1-1 0,1 1 0,-1-1 0,1 1 0,-1 0 0,1-1 0,-1 1 0,1-1 0,-1 1 0,1 0 0,-1-1 0,1 1 0,0 0 0,-1 0 0,1-1 0,0 1 0,-1 0 0,1 0 0,0 0 0,-1 0 0,1 0 0,0 0 0,-1 0 0,1 0 0,0 0 0,0 0 0,-3 17 0,-1 6 0,3-23 0,0 1 0,0-1 0,0 1 0,0-1 0,0 1 0,0-1 0,1 1 0,-1-1 0,0 1 0,0-1 0,0 1 0,1-1 0,-1 0 0,0 1 0,0-1 0,1 1 0,-1-1 0,0 0 0,1 1 0,-1-1 0,0 0 0,1 1 0,-1-1 0,1 0 0,-1 1 0,0-1 0,1 0 0,-1 0 0,1 0 0,-1 1 0,1-1 0,-1 0 0,1 0 0,-1 0 0,1 0 0,52-1-2660,-45 0 1300,1-1 1,0 0-1,-1 0 0,1-1 0,-1 0 0,15-8 0,24-16-8839</inkml:trace>
</inkml:ink>
</file>

<file path=ppt/ink/ink3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1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1 19257,'0'0'2673,"-25"6"1129,15-4-3309,-14 3 368,1 2 1,0 0-1,0 1 1,1 1-1,0 1 0,-28 18 1,27-13-780,1 2 0,0 0 1,2 1-1,0 1 0,1 1 1,-30 41-1,42-50-86,0 0 1,1 0-1,0 1 0,1 0 0,0 0 0,1 1 1,1-1-1,0 1 0,0 0 0,1 0 1,1-1-1,0 1 0,1 1 0,0-1 1,1 0-1,4 20 0,-1-20 6,0-1 1,0 1-1,1-1 0,1 0 1,0 0-1,1-1 1,0 0-1,13 16 0,-1-5-37,1 0-1,37 31 1,-46-45-378,-1 0 1,1-1-1,0 0 1,0-1-1,1 0 1,0-1-1,0 0 1,0-1-1,0-1 1,25 5-1,-18-6-1555,-1-1 0,1 0 0,-1-2 0,23-2 0,32-12-9421</inkml:trace>
</inkml:ink>
</file>

<file path=ppt/ink/ink3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2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4674,'0'0'20772,"13"14"-19091,24 30-884,-1 0 0,-3 3 0,39 69 0,-58-91-552,-1 2 1,-2 0-1,0 0 0,-2 1 0,-1 0 0,-1 0 0,-2 1 1,-1 0-1,1 33 0,-5-55-245,-1 0 0,0-1 0,0 1 0,-1 0 0,0-1 0,0 1 0,-1-1 0,1 0 0,-1 0 0,-1 0 0,1 0 0,-1 0 0,0-1 0,0 1 0,-1-1 0,0 0 0,0-1 0,0 1 0,0-1 0,-1 0 0,1 0 0,-1-1 0,0 1 0,0-1 0,0-1 0,-1 1 0,-12 2 0,14-4-347,7-17-6520,16-10-1972,8-7-4097</inkml:trace>
</inkml:ink>
</file>

<file path=ppt/ink/ink3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2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20233,'0'0'12534,"21"55"-12534,-21-42 0,6 1 0,-6-1 0,7 1 0,-7 2-1329,0-7-6034</inkml:trace>
</inkml:ink>
</file>

<file path=ppt/ink/ink3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32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1 12982,'0'0'18328,"-121"140"-17463,93-111-705,1 3-160,-6 2-1185,-8 2-2656,-13-5-4211</inkml:trace>
</inkml:ink>
</file>

<file path=ppt/ink/ink3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2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139 141 896,'0'0'17032,"-3"1"-14335,-7 2-2021,0 0 0,1 1 0,-1 0-1,1 0 1,0 1 0,1 1-1,-1-1 1,1 2 0,-14 12 0,19-17-527,1 0 1,0 0-1,-1 1 1,1-1-1,0 0 1,0 1 0,0 0-1,1-1 1,-1 1-1,1 0 1,-1 0-1,1 0 1,0 0-1,0 0 1,0 0 0,1 0-1,-1 0 1,1 0-1,-1 1 1,1-1-1,0 0 1,0 0 0,1 0-1,-1 1 1,1-1-1,-1 0 1,1 0-1,0 0 1,0 0 0,1 0-1,-1 0 1,0 0-1,1-1 1,0 1-1,2 3 1,48 49-150,-36-39 0,0-1 0,-2 2 0,1 0 0,-2 1 0,-1 0 0,15 29 0,-25-43 0,0 0 0,-1 0 0,0 0 0,0 0 0,0 1 0,0-1 0,0 0 0,-1 1 0,0-1 0,0 0 0,0 1 0,-1-1 0,1 1 0,-1-1 0,0 0 0,0 0 0,-1 1 0,1-1 0,-1 0 0,0 0 0,0-1 0,0 1 0,-1 0 0,1-1 0,-1 1 0,0-1 0,0 0 0,0 0 0,-4 4 0,-1-2 0,1 0 0,-1 0 0,0 0 0,0-1 0,0-1 0,-1 1 0,1-1 0,-1-1 0,0 1 0,0-1 0,0-1 0,0 0 0,-12 0 0,20-1-3,0 0 0,0 0-1,-1-1 1,1 1 0,0-1 0,0 1-1,0 0 1,0-1 0,0 0 0,0 1-1,0-1 1,0 0 0,0 1 0,0-1-1,0 0 1,1 0 0,-1 0 0,0 0-1,0 0 1,1 0 0,-1 0 0,1 0-1,-1 0 1,1 0 0,-1 0 0,1 0-1,0 0 1,-1-1 0,1 1 0,0 0-1,0 0 1,0 0 0,0 0 0,0-1 0,0-1-1,6-48-341,-1 35 216,0 1-1,1 0 1,1 0-1,0 1 0,1-1 1,1 2-1,0-1 0,1 1 1,0 1-1,21-20 0,16-12-80,68-47-1,-111 87 218,63-42-6,-44 32 8,-2-1 0,0-1 0,0-1 0,-1 0 0,31-37 1,-47 48 5,0 0 0,0 0 0,-1-1 0,0 1 0,0-1 0,4-13 0,-7 18 4,1 1 1,-1 0-1,0-1 1,0 1-1,1 0 1,-1-1-1,0 1 1,0 0-1,0-1 1,0 1-1,-1 0 1,1-1-1,0 1 1,-1 0-1,1-1 1,0 1-1,-1 0 1,0 0-1,1-1 1,-1 1 0,0 0-1,1 0 1,-1 0-1,0 0 1,0 0-1,0 0 1,0 0-1,0 0 1,0 0-1,0 1 1,-1-1-1,1 0 1,0 1-1,0-1 1,0 0-1,-1 1 1,1 0-1,0-1 1,-1 1-1,1 0 1,0 0 0,-2-1-1,-9 0 38,0 0-1,0 1 1,0 1 0,0-1-1,0 2 1,1 0-1,-1 0 1,0 1 0,1 0-1,0 1 1,0 1-1,0 0 1,0 0 0,1 1-1,0 0 1,0 1-1,0 0 1,1 0 0,0 1-1,1 0 1,0 1-1,-8 10 1,14-17-58,-1 1 0,1 0 1,0-1-1,1 1 0,-1 0 0,0 0 1,1 0-1,0 0 0,-1 0 0,1 1 1,0-1-1,1 0 0,-1 0 0,1 1 0,-1-1 1,1 0-1,0 1 0,0-1 0,1 1 1,-1-1-1,1 0 0,-1 0 0,1 1 1,0-1-1,0 0 0,1 0 0,-1 0 1,0 0-1,1 0 0,0 0 0,0 0 0,0-1 1,0 1-1,0 0 0,1-1 0,-1 0 1,1 0-1,-1 0 0,4 2 0,4 3-76,1-1-1,0 0 1,0-1-1,0 0 1,1-1-1,-1 0 1,1-1-1,0 0 1,20 1-1,-32-4 64,116 6-5559,-102-7 3165,-1 0-1,1-1 1,23-5 0,24-21-10603</inkml:trace>
</inkml:ink>
</file>

<file path=ppt/ink/ink3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2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17848,'0'0'6451,"-82"126"-1008,62-62-2578,13-3-2705,7-5-160,0-9 0,14-4 0,13-9 0,7-9 0,-7-7 0,14-11 0,-8-7 0,8 0 0,0-2-1825,-7-21-3137,-7-9-5475</inkml:trace>
</inkml:ink>
</file>

<file path=ppt/ink/ink3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3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15031,'0'0'5074,"190"-34"-4610,-102 14-464,0-5-1616,-7-2-3731,0-9-4849</inkml:trace>
</inkml:ink>
</file>

<file path=ppt/ink/ink3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3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95 236 15607,'0'0'2217,"-11"25"2100,-36 80-185,40-90-3534,1 0 0,1 0-1,0 1 1,1 0-1,1 0 1,0 0 0,1 0-1,1 0 1,1 17-1,0-25-535,0-6-145,0-29-147,1 0 1,1 0-1,2 0 1,1 0-1,1 0 0,1 1 1,2 0-1,0 1 0,1 0 1,2 0-1,1 1 0,29-42 1,-41 64 228,1 1 0,-1-1 1,0 1-1,1-1 0,-1 1 1,0-1-1,1 1 0,0 0 1,-1 0-1,1 0 0,0 0 1,-1 0-1,1 0 0,0 1 1,4-2-1,-6 2 2,0 0 1,1 0-1,-1 0 1,1 0-1,-1 0 1,1 0-1,-1 0 0,1 0 1,-1 0-1,1 0 1,-1 0-1,1 0 1,-1 0-1,1 0 0,-1 0 1,1 1-1,-1-1 1,0 0-1,1 0 1,-1 1-1,1-1 1,-1 0-1,0 0 0,1 1 1,-1-1-1,0 1 1,1-1-1,4 10 137,0 0 0,-1 0 0,0 0 0,0 1 0,2 15 0,17 43 293,-19-61-424,0 0 0,1 0 0,0 0 0,0-1 0,1 0 0,0 0 0,0 0-1,1-1 1,0 0 0,0 0 0,0 0 0,1-1 0,0 0 0,0-1 0,0 0 0,0 0-1,1-1 1,-1 0 0,1 0 0,0-1 0,0 0 0,0 0 0,16 0 0,-23-3-9,1 1 0,-1-1 0,0 1 0,0-1 0,0 0 0,0 0 0,0 0 0,0 0 0,0 0 1,0 0-1,-1 0 0,1-1 0,0 1 0,0-1 0,-1 1 0,1-1 0,-1 0 0,0 1 0,1-1 0,-1 0 1,0 0-1,0 0 0,0 0 0,-1 0 0,1 0 0,0 0 0,0-5 0,3-9 47,0-1 1,2-30-1,-3 21-53,50-238 446,-52 255-417,-1 45-2432,-1 16-2920,3-18-1627,4-9-1584</inkml:trace>
</inkml:ink>
</file>

<file path=ppt/ink/ink3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91 8436,'0'0'11923,"20"5"-9178,-5-1-2357,-1 1-51,1 0-1,1-1 1,-1-1 0,1-1 0,-1 0 0,1-1 0,-1 0 0,25-3 0,-38 1-338,1 0-1,-1 0 0,1-1 1,-1 1-1,0-1 1,1 1-1,-1-1 1,0 0-1,0 0 0,0 1 1,0-2-1,0 1 1,-1 0-1,1 0 1,-1-1-1,1 1 1,-1 0-1,0-1 0,0 0 1,0 1-1,0-1 1,1-4-1,-2 5-1,1 0 0,-1 0-1,1 1 1,-1-1 0,0 0-1,0 0 1,0 0 0,0 0 0,0 0-1,0 0 1,-1 0 0,1 0 0,0 0-1,-1 0 1,0 0 0,1 1-1,-1-1 1,0 0 0,0 0 0,0 1-1,0-1 1,0 1 0,-1-1 0,1 1-1,0-1 1,-1 1 0,1 0-1,-1-1 1,1 1 0,-1 0 0,0 0-1,-1-1 1,-8-1 280,-1-1-1,1 2 0,0 0 1,-1 0-1,0 1 1,1 0-1,-1 1 0,-22 3 1,27-2-108,0 0 0,0 0 0,0 1 0,1 0 0,-1 0 0,0 0 0,1 1 0,-1 0 0,1 1 0,0-1 0,0 1 0,1 1 0,-1-1 0,1 1 0,-9 9 0,12-11-166,0-1 1,0 1 0,0 0-1,0 0 1,1 0-1,0 0 1,-1 0-1,1 0 1,0 0 0,0 1-1,1-1 1,-1 0-1,1 0 1,0 1-1,-1-1 1,2 0 0,-1 1-1,0-1 1,0 0-1,1 1 1,0-1-1,0 0 1,0 0 0,0 0-1,0 1 1,1-1-1,-1-1 1,1 1 0,0 0-1,0 0 1,0-1-1,0 1 1,4 3-1,0 0-499,0-1-1,1 0 0,-1 0 0,1-1 0,0 0 0,0 0 0,0 0 0,1-1 0,-1 0 0,1-1 0,0 0 0,0 0 1,9 1-1,31-1-6488,5-2-4268</inkml:trace>
</inkml:ink>
</file>

<file path=ppt/ink/ink3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0 7908,'0'0'13398,"-102"122"-8164,69-70-1520,12-2-2033,8-5-849,-1-7-832,14-11 0,0-4 0,0-12-1008,-7-9-4627,-6-2 465,-7-22-4243</inkml:trace>
</inkml:ink>
</file>

<file path=ppt/ink/ink3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4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10117,'0'0'15847,"149"56"-14102,-101-31-1025,6-5-480,-7-2-240,8-6-64,-1-10-1537,-7-2-1328,7 0-2001,-6-27-4579</inkml:trace>
</inkml:ink>
</file>

<file path=ppt/ink/ink3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4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15191,'0'0'7902,"-14"24"-3204,-5 3-3448,8-10-747,0-1 0,1 1 1,1 1-1,0 0 1,2 0-1,-10 33 0,8-8-452,1 1 0,2 0-1,1 89 1,5-131-86,0 1 1,0 0-1,0-1 1,0 1-1,1-1 0,-1 1 1,1 0-1,-1-1 1,1 1-1,0-1 0,0 0 1,0 1-1,1-1 1,-1 0-1,0 0 0,1 1 1,0-1-1,-1 0 1,1-1-1,0 1 0,0 0 1,0 0-1,0-1 0,0 1 1,1-1-1,-1 0 1,0 0-1,1 1 0,-1-2 1,1 1-1,-1 0 1,1 0-1,2 0 0,-1-1-126,0 0 0,0 0 0,0 0 0,-1 0 0,1-1 0,0 1 0,0-1 0,-1 0-1,1 0 1,0 0 0,-1-1 0,1 1 0,-1-1 0,1 0 0,-1 0 0,0 0-1,0-1 1,0 1 0,0-1 0,0 1 0,-1-1 0,4-5 0,9-17-6165,-2-3-3388</inkml:trace>
</inkml:ink>
</file>

<file path=ppt/ink/ink3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4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13334,'0'0'11477,"136"0"-11108,-75 0-321,0-14-48,-7 1-1569,0-7-2577,0-5-4274</inkml:trace>
</inkml:ink>
</file>

<file path=ppt/ink/ink3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5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0 15559,'0'0'7916,"-24"16"-3472,-77 56-1378,90-64-2933,1 1 1,-1 0-1,2 1 0,-1 0 1,1 1-1,1 0 1,0 0-1,0 0 0,1 1 1,-8 18-1,10-14-88,1 0 0,0 1 0,1-1 0,1 1 0,0 0 0,2 29 0,0-42-77,0 0 1,0 1-1,1-1 1,0 0-1,0 0 1,0 1-1,0-1 1,1 0-1,-1 0 1,1 0-1,0 0 1,0-1-1,0 1 1,1 0-1,0-1 1,-1 0-1,1 1 1,0-1-1,0 0 1,1-1-1,-1 1 1,1-1-1,-1 1 1,1-1-1,0 0 1,0 0-1,0 0 1,0-1-1,0 0 1,8 2-1,9 1-564,1 0-1,1-2 0,-1 0 1,36-3-1,-57 1 568,49-6-5290,9-15-3301</inkml:trace>
</inkml:ink>
</file>

<file path=ppt/ink/ink3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1:45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8852,'0'0'18955,"6"23"-17042,0 1-1387,38 132 1814,-26-102-2310,-2 0 0,-2 2 0,-2-1 1,-4 2-1,4 83 0,-12-135-89,0 0-1,-1-1 1,0 1 0,0 0 0,0 0-1,0 0 1,-1-1 0,1 1 0,-1-1-1,0 1 1,-1-1 0,1 0 0,-1 0-1,0 0 1,0 0 0,0 0 0,0-1-1,-1 1 1,1-1 0,-1 0 0,0 0-1,0 0 1,0-1 0,-1 1-1,1-1 1,-7 3 0,-3 0-758,0-1 0,0 0 1,0-1-1,-1-1 0,1 0 0,-1-1 0,-28-1 1,17-2-11651</inkml:trace>
</inkml:ink>
</file>

<file path=ppt/ink/ink3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0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15607,'0'0'16648,"0"23"-16552,0-21-96,0 2 0,0-1-560,0 3-865,0 3-896,0 3-801,-7 1-1584,7 1-3025,-6-1-1762</inkml:trace>
</inkml:ink>
</file>

<file path=ppt/ink/ink3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00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0,'0'0'16311,"-48"142"-16583,21-111-4626</inkml:trace>
</inkml:ink>
</file>

<file path=ppt/ink/ink3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52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2271 192,'0'0'5122,"-13"1"-4012,-41 3-45,53-4-930,0 0 0,1 0 1,-1 0-1,0 0 0,1 0 1,-1 0-1,0-1 0,1 1 0,-1 0 1,1 0-1,-1-1 0,0 1 1,1 0-1,-1-1 0,1 1 1,-1 0-1,1-1 0,-1 1 1,1-1-1,-1 1 0,1-1 0,-1 1 1,1-1-1,0 0 0,-1 1 1,1-1-1,0 1 0,0-1 1,-1 0-1,1 1 0,0-1 1,0 0-1,0 1 0,0-1 0,0 0 1,0 1-1,0-1 0,0 0 1,0 1-1,0-1 0,0 0 1,0 1-1,0-1 0,1 0 0,-1 1 1,0-1-1,8-7 6386,23 7-6444,1-2 0,-1-1-1,0-1 1,46-15 0,120-50-41,-75 23 9,344-84 48,-137 43-104,461-169-13,-114 41 135,-493 161-99,90-28-29,304-86 21,-313 98 95,628-147 132,-540 142 95,216-40 901,1241-130-1016,-1122 180-117,2 1-135,160-5 108,-140 14-94,409-19 193,-319 47 1274,-27 18-46,-508 12-1222,229 0 429,-492-2-372,33 16-106,-33-13-122,1 0 0,-1 1 1,0-1-1,0 0 0,0 1 0,0-1 1,0 1-1,-1-1 0,0 1 0,1-1 1,-2 1-1,1-1 0,0 1 1,-2 5-1,2 4 153,0 778 4662,6-659-4352,1-57-464,0 40 0,0-14 0,-3-69-274,-4-31 252,1 0 0,-1 0 0,0 0 0,0 0 0,0 0 0,1 0 0,-1 0 0,1 0 0,-1 0 0,0 0 0,1-1 0,0 1 0,-1 0 0,1 0 0,-1 0 0,1-1 0,0 1 0,0 0 0,-1-1 0,1 1 0,0-1 0,0 1 0,0-1 0,1 1 0,-1-1-613,0-18-5209,-1-8-2004,-2 9-809,-4 1 514</inkml:trace>
</inkml:ink>
</file>

<file path=ppt/ink/ink3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5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1649,'0'0'13673,"5"-1"-9944,24-2-2453,-21 7-998,-1-1 0,1 1 0,-1 0 0,0 1 1,0 0-1,-1 0 0,1 0 0,-1 1 0,0 0 1,-1 0-1,9 13 0,14 11 586,7 6-174,-23-23-569,0 0 1,1 0 0,1-1-1,0-1 1,0-1 0,19 11 0,-26-19-348,0-1 0,-1 1 0,1-1 0,0-1 1,0 0-1,0 0 0,0 0 0,9-2 1,9 1-8938</inkml:trace>
</inkml:ink>
</file>

<file path=ppt/ink/ink3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2:53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5 5651,'-2'-4'18232,"-4"5"-17610,-133 98 4103,89-59-3933,3 2 0,-46 51 0,84-85-742,8-7-49,0 0 0,0 0 0,0 0-1,0 0 1,0 0 0,0 0 0,0 0 0,1 0 0,-1 1 0,0-1 0,1 0 0,-1 0 0,1 1 0,-1-1 0,1 0 0,0 1 0,-1-1 0,1 0 0,0 1 0,0 2 0,0-4-68</inkml:trace>
</inkml:ink>
</file>

<file path=ppt/ink/ink3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3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6659,'0'0'14201,"-2"14"-12600,-9 163 3153,21-147-4747,-3-24-4802,-4-39-17632</inkml:trace>
</inkml:ink>
</file>

<file path=ppt/ink/ink3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3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8932,'0'0'10101,"-21"41"-10806,35-23-2272,-1 2-2337,-6-2-2562</inkml:trace>
</inkml:ink>
</file>

<file path=ppt/ink/ink3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3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347 144 9620,'0'0'7308,"-6"-20"-4171,-26-62-1165,30 79-1864,1 0 0,-1 1 1,1-1-1,-1 1 0,0-1 0,0 1 1,-1 0-1,1 0 0,0 0 1,-1 0-1,1 0 0,-1 0 0,0 1 1,1-1-1,-1 1 0,0 0 0,0 0 1,0 0-1,0 0 0,-4 0 1,-1 0 206,-1 0 1,0 1-1,1 0 1,-18 3-1,16-2-79,3 0-153,1 1 1,0 0-1,0 0 0,0 1 1,0-1-1,0 1 0,1 1 1,-1-1-1,1 1 0,0 0 0,0 0 1,0 0-1,0 1 0,1 0 1,0 0-1,-6 9 0,-1 1 98,2 1-1,0-1 1,0 2-1,-10 29 0,11-20-67,1 1 0,2 0 0,0 0-1,0 35 1,4 113 133,3-84-130,-2 109-52,0-114-5837</inkml:trace>
</inkml:ink>
</file>

<file path=ppt/ink/ink3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4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11381,'0'0'13622,"122"-47"-13237,-89 43-385,8-3 0,7 0-1393,6-2-2465,-7-2-3521,7-5-4403</inkml:trace>
</inkml:ink>
</file>

<file path=ppt/ink/ink3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4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1 2385,'0'0'12528,"-23"15"-9646,7-5-2372,-4 2 108,1 1 0,0 0-1,1 2 1,0 0 0,1 1-1,-23 29 1,11-5 431,1 1 0,3 1 1,1 1-1,-22 56 0,36-76-864,2 0 0,1 0 1,1 1-1,1 0 0,1 0 0,1 0 0,1 0 1,1 1-1,1-1 0,5 39 0,-3-56-299,0 0-1,0 0 0,0-1 1,1 1-1,-1-1 1,2 0-1,-1 0 0,1 0 1,0 0-1,0-1 0,0 0 1,1 1-1,0-2 0,0 1 1,0 0-1,1-1 1,-1 0-1,1 0 0,0-1 1,0 0-1,12 5 0,-2-3-1192,0 0-1,-1-1 0,1 0 0,1-1 1,-1-1-1,0-1 0,1-1 0,20-1 0,30-6-6805</inkml:trace>
</inkml:ink>
</file>

<file path=ppt/ink/ink3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4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345 159 5442,'0'0'16982,"-2"-21"-14544,-11-68-1077,13 87-1270,-1-1 1,0 1-1,0-1 1,0 1 0,0-1-1,0 1 1,0 0 0,-1 0-1,1-1 1,-1 1-1,0 0 1,1 0 0,-1 1-1,0-1 1,0 0-1,0 1 1,0-1 0,-1 1-1,1-1 1,0 1-1,-1 0 1,1 0 0,-1 0-1,1 1 1,-1-1-1,-4 0 1,2 0 27,0 1-1,0-1 1,0 1-1,0 1 1,1-1-1,-1 1 1,0-1 0,0 2-1,0-1 1,-9 4-1,5 1-26,0 0-1,-1 1 1,2 0-1,-1 0 1,1 1-1,1 0 1,-1 1-1,1-1 1,1 2-1,0-1 1,-9 17-1,1 2 197,1 1 0,2 0 0,-9 31-1,9-16-143,3 0 0,1 0 0,-1 61-1,10 137-277,2-80-621,-9-147-1316,4-14 1403,0 0 0,0-1-1,0 1 1,0-1 0,0 1 0,0-1 0,0 1 0,0-1 0,0 0 0,0 0 0,0 1 0,0-1 0,0 0 0,0 0 0,0 0 0,0 0 0,0 0 0,-2 0 0</inkml:trace>
</inkml:ink>
</file>

<file path=ppt/ink/ink3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5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1 163 13030,'0'0'11373,"22"5"-8564,74 18-848,-85-19-1687,-1 0-1,0 1 0,-1 0 0,1 0 0,-1 1 1,0 0-1,0 1 0,-1 0 0,1 0 0,-2 1 1,13 14-1,5 5 42,-21-23-315,-3-3 0,0-1 0,-1 1 0,1-1 0,0 1 0,-1-1 0,1 1 0,-1-1 0,1 1 0,-1 0 0,1-1 0,-1 1 0,1 0 0,-1 0 0,0-1 0,1 1 0,-1 0 0,0 0 0,0-1 0,0 2 0,-2-65 0,0 49 0,0 1 0,2-1 0,-1 0 0,2 1 0,0-1 0,0 0 0,2 1 0,-1-1 0,2 1 0,0 0 0,0 0 0,11-20 0,-9 22-9,22-31-292,-27 41 269,0 0-1,0 0 0,0 0 0,0 1 1,0-1-1,0 0 0,0 0 0,1 1 0,-1-1 1,0 1-1,0-1 0,0 1 0,1 0 1,-1-1-1,0 1 0,0 0 0,1 0 0,-1 0 1,0 0-1,0 0 0,1 0 0,-1 0 1,0 0-1,1 0 0,-1 1 0,0-1 1,0 1-1,0-1 0,1 1 0,-1-1 0,0 1 1,0-1-1,0 1 0,1 1 0,31 17-5767,-5-13-2443,4-5-1773</inkml:trace>
</inkml:ink>
</file>

<file path=ppt/ink/ink3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5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44 4770,'0'0'26116,"-17"19"-24523,-50 62-1305,65-79-288,0 0 0,0 0 0,0 1 0,0-1 0,1 0 0,-1 1 0,1 0 0,0-1 0,-1 1 0,1 0 0,1-1 0,-1 1 0,0 0 0,1 0 0,-1 0 0,1 0 0,0 0 0,0 0 0,0 0 0,0-1 0,1 1 0,-1 0 0,1 0 0,-1 0 0,3 3 0,-2-4 0,0 0 0,1 0 0,-1-1 0,1 1 0,0 0 0,0-1 0,0 0 0,-1 1 0,1-1 0,1 0 0,-1 0 0,0 0 0,0 0 0,0 0 0,0-1 0,1 1 0,-1-1 0,0 1 0,0-1 0,5 0 0,0 0-1,1 1-16,-1-1 1,1 0-1,-1-1 0,1 0 0,-1 0 0,1 0 0,6-4 0,-12 4 2,0 0-1,0 0 0,0 0 0,0-1 1,0 1-1,0-1 0,-1 0 1,1 1-1,-1-1 0,1 0 0,-1 0 1,0 0-1,0 0 0,0 0 0,0 0 1,0 0-1,0 0 0,-1-1 1,1 1-1,0 0 0,-1 0 0,0-1 1,0 1-1,0 0 0,0-1 0,0-3 1,-2-29-1018,1 22 913,1 0 0,0 0 0,0 0 0,1 1-1,3-14 1,-3 23 118,-1 1 0,1-1 0,0 0 0,0 1 0,0-1 0,1 1 0,-1 0 0,0-1 0,1 1 0,0 0 0,0 0 0,-1 0 0,1 0 0,0 0 0,1 0 0,-1 1 0,0-1 0,0 1 0,1-1 0,-1 1 0,1 0 0,-1 0 0,1 0 0,0 0 0,-1 0 0,1 1 0,0-1 0,3 1 0,-3-1 17,-1 1-1,1 0 1,0 0-1,0 0 1,-1 0 0,1 0-1,0 1 1,-1-1-1,1 1 1,0 0-1,-1 0 1,1 0-1,0 0 1,-1 0-1,0 1 1,1-1 0,-1 1-1,0-1 1,3 3-1,-2 0 48,0 0-1,0 0 1,0 0 0,-1 0-1,1 0 1,-1 0 0,0 1-1,-1-1 1,1 1 0,1 7-1,1 11 266,-2 1-1,0 0 1,-3 42 0,1-36-231,0-9-96,21-45 0,7-8 0,-14 14 0,0 1 0,2 0 0,0 0 0,0 2 0,2 0 0,35-22 0,-52 37 0,-1 0 0,0 0 0,0 0 0,1 0 0,-1 0 0,0 0 0,1 0 0,-1 0 0,0 0 0,1 0 0,-1 1 0,0-1 0,0 0 0,1 0 0,-1 0 0,0 0 0,0 1 0,0-1 0,1 0 0,-1 0 0,0 1 0,0-1 0,0 0 0,1 0 0,-1 1 0,0-1 0,0 0 0,0 1 0,0-1 0,0 0 0,0 1 0,0-1 0,0 0 0,0 0 0,0 1 0,0-1 0,0 0 0,0 1 0,0-1 0,0 0 0,0 1 0,0-1 0,0 12 0,-1 5-63,1-6-175,-1 0-1,1 0 1,1 0 0,2 15-1,-2-25 174,-1 0 0,0 0 1,0 1-1,0-1 0,1 0 0,-1 0 0,1 0 0,-1 0 0,1 0 0,-1 0 0,1 0 1,0 0-1,-1 0 0,1 0 0,0 0 0,0 0 0,0 0 0,0-1 0,0 1 1,0 0-1,0-1 0,0 1 0,0 0 0,0-1 0,0 1 0,0-1 0,0 0 0,0 1 1,0-1-1,1 0 0,-1 0 0,0 0 0,0 0 0,0 0 0,1 0 0,-1 0 1,0 0-1,0 0 0,0 0 0,1-1 0,-1 1 0,0 0 0,0-1 0,0 1 1,0-1-1,0 0 0,0 1 0,1-2 0,12-11-6455,0-10-3544</inkml:trace>
</inkml:ink>
</file>

<file path=ppt/ink/ink3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6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7203,'0'0'20028,"-7"29"-15941,-3 8-3117,0 3-810,1 1 0,-3 44-1,9-58-159,-3 18 0,2 2 0,2-1 0,5 60 0,-2-102-21,0-1 1,0 1-1,0 0 0,0 0 0,1-1 1,0 1-1,0-1 0,0 0 1,0 1-1,0-1 0,1 0 0,-1 0 1,1-1-1,0 1 0,0 0 0,0-1 1,0 0-1,0 1 0,1-1 1,-1-1-1,1 1 0,-1 0 0,1-1 1,0 0-1,0 0 0,-1 0 1,1 0-1,0-1 0,7 1 0,3 1-317,1-1 0,0-1 0,-1 0 0,1-1 0,0-1 0,22-5 0,4-12-5486,-12-7-7582</inkml:trace>
</inkml:ink>
</file>

<file path=ppt/ink/ink3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0 125 12662,'0'0'14454,"156"-30"-14149,-88 14-305,0 1-321,-1-3-1535,-6-3-3779,0-4-5666</inkml:trace>
</inkml:ink>
</file>

<file path=ppt/ink/ink3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6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15127,'0'0'10309,"115"0"-8388,-68-7-977,0 0-240,-6 0-512,-14 3-192,-6-1-176,-8 3-1088,-40 2-12423,-14 9 3043</inkml:trace>
</inkml:ink>
</file>

<file path=ppt/ink/ink3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6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10053,'0'0'10308,"149"-16"-8931,-102-2-1041,0-2-336,-6-1-768,0-4-2914,-1-2-5810</inkml:trace>
</inkml:ink>
</file>

<file path=ppt/ink/ink3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6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14391,'0'0'10484,"129"0"-8611,-75-11-976,7-5-481,-7 5-336,-13-3-80,-14 8-640,-13 1-1089,-62 3-22250</inkml:trace>
</inkml:ink>
</file>

<file path=ppt/ink/ink3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7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6707,'0'0'15959,"143"0"-15542,-110-13-417,8-3-465,-7-2-2288,0-7-4354</inkml:trace>
</inkml:ink>
</file>

<file path=ppt/ink/ink3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7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12742,'0'0'17072,"12"10"-15784,-3-2-896,10 8 32,0 2 1,24 29-1,-43-46-429,1 0 0,0 0 0,-1 0 0,1-1 0,0 1 0,-1 0 1,1 0-1,0-1 0,0 1 0,0 0 0,0-1 0,-1 1 0,1-1 0,0 1 0,0-1 0,0 1 0,0-1 0,0 0 0,1 1 1,-1-1-1,0 0 0,0 0 0,0 0 0,0 0 0,0 0 0,0 0 0,0 0 0,0 0 0,0-1 0,0 1 0,0 0 0,0 0 1,0-1-1,0 1 0,2-2 0,25-25-399,-21 20 254,10-11-34,2 0 0,0 1 0,1 2 0,0 0 0,37-20-1,-56 34 204,0 0 0,0 1 1,1-1-1,-1 1 0,0-1 0,0 1 0,0 0 0,0 0 0,0-1 0,1 1 0,-1 0 0,0 0 0,0 0 0,0 0 0,1 0 0,-1 0 0,0 1 0,0-1 0,0 0 0,1 1 0,-1-1 0,0 0 0,0 1 0,1 0 0,16 24 856,2 4-390,2-11-3720,-19-17 2340,0 1 0,-1-1 0,1 0 0,0 0 0,0 0 0,0-1 0,0 1 0,0-1 1,0 1-1,0-1 0,5 0 0,6 0-9510</inkml:trace>
</inkml:ink>
</file>

<file path=ppt/ink/ink3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7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9941,'0'0'19793,"3"2"-17899,6 4-1823,-1-1 1,1-1-1,0 1 1,0-1-1,1-1 1,-1 1-1,1-2 1,-1 1-1,1-1 1,0-1-1,0 0 1,0 0-1,0-1 1,18-2-1,-24 1-214,1-2 0,0 1 0,-1 0-1,1-1 1,-1 0 0,0 0 0,0-1 0,0 1-1,0-1 1,-1 1 0,1-1 0,2-5 0,0 1 61,0 0 0,0-1 0,-1 0 0,0 0 0,4-12 0,-8 21 106,-1 0-1,0-1 1,0 1-1,0 0 1,1 0-1,-1 0 1,0 0-1,0 0 1,0-1-1,0 1 1,0 0-1,1 0 0,-1 0 1,0-1-1,0 1 1,0 0-1,0 0 1,0-1-1,0 1 1,0 0-1,0 0 1,0 0-1,0-1 1,0 1-1,1 0 1,-1 0-1,-1-1 1,1 1-1,0 0 1,0 0-1,0-1 1,0 1-1,0 0 1,0 0-1,0 0 1,0-1-1,0 1 0,0 0 1,0 0-1,-1 0 1,1-1-1,0 1 1,0 0-1,0 0 1,0 0-1,-1 0 1,1-1-1,0 1 1,0 0-1,0 0 1,-1 0-1,1 0 1,0 0-1,-5 16 1129,4-10-1355,1 0 0,1 0 1,-1 0-1,1-1 0,0 1 0,0 0 0,1-1 0,0 1 1,0-1-1,0 0 0,6 10 0,-6-12-139,0-1 1,1 1-1,-1-1 0,1 1 0,0-1 0,-1 0 0,1 0 1,0 0-1,0 0 0,1-1 0,-1 1 0,0-1 1,0 0-1,1 0 0,-1 0 0,1 0 0,-1-1 0,1 0 1,-1 1-1,1-1 0,3-1 0,31 1-12098</inkml:trace>
</inkml:ink>
</file>

<file path=ppt/ink/ink3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8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4482,'0'0'21895,"-9"14"-18939,-1 0-2612,1 1-1,0 0 1,1 1-1,1-1 0,1 1 1,0 1-1,1 0 0,1-1 1,-3 25-1,8 167-325,3-76-124,0-124-2923</inkml:trace>
</inkml:ink>
</file>

<file path=ppt/ink/ink3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11237,'0'0'21530,"-14"122"-21530,8-76 0,6-4 0,0-1 0,0-3 0,0-4 0,0-2 0,0-5 0,0-4-64,0-8-4930</inkml:trace>
</inkml:ink>
</file>

<file path=ppt/ink/ink3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49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1873,'0'0'21887,"-7"5"-19646,6-5-2150,0 1-1,-1 0 1,1 0 0,0 0-1,0 0 1,-1 0-1,1 0 1,0 0-1,0 0 1,0 0 0,0 1-1,1-1 1,-1 0-1,0 1 1,0-1-1,1 1 1,-1-1 0,1 0-1,-1 1 1,1-1-1,0 1 1,0 0-1,-1-1 1,1 1 0,0-1-1,0 1 1,1-1-1,-1 4 1,3 2 226,0-1 0,1 1 0,0 0 0,0-1-1,9 11 1,-4-5-171,72 90 360,-43-56 18,58 92 0,-86-122-475,-2 0 0,0 1 0,-1 0 0,0 0 0,-2 1-1,0 0 1,-1 0 0,-1 0 0,0 1 0,-1 21 0,-2-33-49,-1 0 0,0 0 0,0 0 0,-1-1 0,0 1 0,-1 0 0,1 0 0,-1-1 0,0 0 0,-1 0 0,1 1 0,-1-2 0,0 1 0,-1 0 0,0-1 0,0 0 0,0 0 0,0-1 0,-10 8 0,-14 7 0,0-1 0,-63 28 0,6-2 0,85-44-142,0 0 1,1 1-1,-1-1 1,0 0-1,1 1 1,-1-1-1,0 1 1,1-1-1,-1 1 1,0-1-1,1 1 0,-1 0 1,1-1-1,-1 1 1,1 0-1,-1-1 1,1 1-1,0 0 1,-1 0-1,1-1 1,0 1-1,-1 1 1,2-1-195,0-1 1,-1 0 0,1 1 0,0-1 0,-1 0 0,1 0 0,0 0 0,0 0 0,-1 0 0,1 0 0,0 0 0,0 0 0,-1 0 0,1 0 0,0 0 0,-1 0 0,1-1 0,0 1 0,0 0 0,-1 0 0,1-1 0,0 1 0,-1-1-1,1 1 1,-1 0 0,2-2 0,29-20-14015</inkml:trace>
</inkml:ink>
</file>

<file path=ppt/ink/ink3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0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0 8036,'0'0'16541,"-13"0"-14751,-15 1-1208,1 2-1,-1 1 1,1 1 0,0 1 0,1 1 0,0 2 0,0 0-1,0 2 1,1 1 0,-32 20 0,54-29-582,0-1 0,0 0 0,1 1 0,-1-1 0,1 1 0,-1 0 0,1 0 0,0 0 0,0 0 0,0 0 0,1 1 0,-1-1 0,1 0 0,0 1 0,0-1 0,0 1 0,0-1 0,0 1 0,1 0 0,0-1 0,0 1 0,0 0 0,0 3 0,1-1 0,1 0 0,-1 0 0,1-1 0,0 1 0,0 0 0,1-1 0,-1 0 0,1 1 0,1-1 0,-1 0 0,1-1 0,7 9 0,26 21-905,42 30 0,7 5-679,-81-65 1445,-1 0 0,0 1 0,0-1 0,-1 1 0,1 0 0,-1-1 0,0 1 0,-1 1 0,1-1 0,-1 0-1,3 9 1,-5-11 140,1 0-1,-1 0 1,1 0-1,-1 0 0,0 0 1,0 0-1,0 0 0,-1 0 1,1 0-1,-1 0 1,1 0-1,-1 0 0,0 0 1,0-1-1,0 1 1,-1 0-1,1-1 0,-1 1 1,1 0-1,-1-1 0,0 0 1,0 1-1,0-1 1,-5 4-1,-14 9 451,0 0 1,-37 17-1,43-25-175,0 0 1,1 1-1,0 1 0,0 0 1,1 1-1,1 0 0,-1 1 1,1 1-1,1-1 1,-14 21-1,24-31-280,0 0-1,1 0 1,-1 0-1,0 0 1,1 0-1,-1 0 1,1 1-1,0-1 1,-1 0-1,1 0 1,0 1-1,-1-1 1,1 0-1,0 1 1,0-1-1,0 0 1,0 0-1,1 2 1,-1-2-36,1 0-1,-1 0 1,1-1 0,-1 1 0,1 0-1,0-1 1,-1 1 0,1-1-1,-1 1 1,1 0 0,0-1 0,0 0-1,-1 1 1,1-1 0,0 1 0,0-1-1,0 0 1,-1 0 0,1 1-1,2-1 1,5 1-497,1-1 0,0 1 0,0-2 0,13-1 0,-2 0-516,2 0-1319,-1 0-1,34-10 1,-35 8 1064,0 0 1,0 1 0,25-1-1,-45 4 1414,1 0-1,-1 0 1,1 1-1,-1-1 1,1 0-1,-1 1 1,1-1-1,-1 0 1,1 1 0,-1-1-1,0 1 1,1-1-1,-1 0 1,0 1-1,0-1 1,1 1-1,-1-1 1,0 1-1,0-1 1,1 1-1,-1-1 1,0 1-1,0-1 1,0 1-1,0-1 1,0 1 0,0 0-1,0-1 1,0 1-1,0-1 1,0 1-1,0-1 1,-1 2-1,-4 21 2262,-4-8-915,-1-1 0,0 0 0,-14 14-1,14-17-696,1 0-1,0 1 0,0 0 1,1 0-1,1 0 0,-10 23 1,15-28-707,-1 0-1,1 1 1,1 0 0,-1-1 0,2 1 0,-1 0 0,1-1 0,0 1-1,0 0 1,1 0 0,2 12 0,-1-15-45,-1 0 0,1 0 0,0-1 0,1 1 0,-1-1 0,1 0 0,0 0 0,0 0 0,0 0 1,0 0-1,1 0 0,-1-1 0,1 0 0,0 0 0,0 0 0,1 0 0,-1 0 0,8 3 0,7 0-734,0-1 1,0 0-1,0-1 0,0-1 1,30 1-1,-9-1-2843,-69-8-5276</inkml:trace>
</inkml:ink>
</file>

<file path=ppt/ink/ink3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1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82 160 11989,'0'0'16648,"0"20"-14820,0 176 474,0-163-2302,0-32 0,0-1 0,0 0 0,0 1 0,0-1 0,0 0 0,0 1 0,0-1 0,0 0 0,0 0 0,0 1 0,0-1 0,0 0 0,0 1 0,-1-1 0,1 0 0,0 0 0,0 1 0,0-1 0,0 0 0,-1 0 0,1 1 0,0-1 0,0 0 0,0 0 0,-1 0 0,1 1 0,0-1 0,-1 0 0,1 0 0,0 0 0,0 0 0,-1 0 0,1 1 0,0-1 0,-1 0 0,1 0 0,0 0 0,0 0 0,-1 0 0,1 0 0,0 0 0,-1 0 0,1 0 0,0 0 0,-1 0 0,1 0 0,0 0 0,0-1 0,-1 1 0,1 0 0,0 0 0,-1 0 0,1 0 0,0 0 0,0-1 0,-1 1 0,1 0 0,0 0 0,0-1 0,0 1 0,-1 0 0,1 0 0,0-1 0,-15-12 0,8 3-144,1 0-1,1 0 1,0 0-1,0-1 1,1 0-1,0 0 1,1 0-1,0 0 1,-1-14-1,0-12-789,1-58-1,3 94 891,0 1 0,0-1 0,0 0 0,0 0 0,1 0 0,-1 0 0,0 0-1,1 0 1,-1 0 0,1 1 0,-1-1 0,1 0 0,-1 0 0,1 1-1,-1-1 1,1 0 0,0 1 0,-1-1 0,1 0 0,0 1 0,0-1-1,-1 1 1,1-1 0,0 1 0,0 0 0,1-1 0,33-6-465,39 12 129,-10 8 116,-31-6-122,2-1 0,39 2 0,-59-8 115,8 1-178,0 0 1,1-2-1,-1-1 0,0-1 0,24-6 1,-41 8 435,0-1 0,-1 0 0,1-1 0,-1 1 0,0-1 0,0 0 0,0 0 0,0-1 0,-1 0 0,1 1 0,-1-1 0,0-1 0,0 1 0,0-1 0,-1 1 0,1-1 0,-1 0 0,0-1 0,-1 1 0,1 0 0,-1-1 0,0 1 0,0-1 0,-1 0 0,1-5 0,-2 10 85,0 0-1,1 0 0,-1-1 0,0 1 0,0 0 0,0 0 0,0 0 0,-1 0 1,1 0-1,0 0 0,0 0 0,-1 1 0,1-1 0,0 0 0,-1 0 0,1 0 1,-1 0-1,1 0 0,-1 0 0,0 0 0,1 1 0,-1-1 0,0 0 0,1 1 1,-1-1-1,0 0 0,0 1 0,0-1 0,-1 0 0,-2-1 115,0 1 0,0-1 0,0 1 0,0 0 0,0 1 0,-1-1 0,-7 0-1,0 1 189,-1 0 0,1 1 0,0 1 0,-1 0 0,-12 4-1,18-3-185,-1 0 0,1 0 0,0 1-1,1 0 1,-1 1 0,1-1 0,0 1-1,0 0 1,0 1 0,1 0 0,-1 0-1,1 0 1,1 0 0,-1 1 0,1 0-1,1-1 1,-1 2 0,-3 9 0,6-13-196,0-1-1,0 1 1,0 0 0,0 0 0,1 0 0,0 0 0,0 0-1,0 0 1,0 0 0,0 0 0,1 0 0,0 0 0,0 0 0,0-1-1,0 1 1,1 0 0,-1 0 0,1-1 0,0 1 0,0-1-1,0 0 1,0 1 0,1-1 0,0 0 0,-1 0 0,1-1 0,0 1-1,0-1 1,1 1 0,-1-1 0,0 0 0,1 0 0,-1 0-1,1-1 1,0 1 0,-1-1 0,9 2 0,6 1-1212,2-1 0,-1 0 0,0-2 0,0 0 0,1-1 0,-1-1 0,0 0 0,1-2 0,22-6 0,25-16-7227,-5-9-2582</inkml:trace>
</inkml:ink>
</file>

<file path=ppt/ink/ink3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1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8388,'0'0'20054,"-16"15"-17786,-48 50-779,62-64-1463,-1 1 0,1 1 0,1-1 0,-1 0 0,0 0 0,1 1-1,-1-1 1,1 1 0,-1-1 0,1 1 0,0-1 0,0 1 0,1 0 0,-1 0 0,0-1 0,1 1 0,0 0 0,-1 0 0,1 0 0,1 0 0,-1 4 0,1 6-29,-1-12 3,0 0 0,1 0 0,-1 0 0,0 0 0,0 0 0,1-1 0,-1 1 0,0 0 0,1 0 0,-1 0 0,1 0 0,-1-1 0,1 1 0,0 0 0,-1 0 0,1-1 0,0 1 0,-1 0 0,1-1 0,0 1 0,0-1 0,0 1 0,-1-1 0,3 1 0,30 7 0,-26-7 0,1-1 0,-1 0 0,0 0 0,1-1 0,-1 0 0,0 0 0,10-3 0,-12 1 0,0 0 0,0-1 0,-1 1 0,1-1 0,-1 0 0,0 0 0,0 0 0,0-1 0,-1 1 0,0-1 0,0 0 0,0 0 0,0 0 0,-1 0 0,0-1 0,0 1 0,0-1 0,-1 1 0,2-11 0,-1 22 0,1 1 0,0-1 0,0 1 0,0-1 0,0 0 0,1 0 0,0-1 0,10 11 0,-5-5 0,-6-6-715,1 0 0,0 0 0,1-1 0,-1 1 0,1-1 0,0 0 1,0-1-1,0 1 0,8 3 0,-10-6 228,-1 0 1,1 0 0,0 0-1,0 0 1,-1-1-1,1 1 1,0-1 0,0 0-1,0 0 1,0 0-1,0 0 1,0 0 0,0-1-1,0 1 1,-1-1-1,1 0 1,0 1 0,0-1-1,-1-1 1,1 1-1,0 0 1,2-3 0,17-18-7894</inkml:trace>
</inkml:ink>
</file>

<file path=ppt/ink/ink3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1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23 245 7764,'0'0'20622,"2"18"-18714,8 57-403,1-29-719,-21-66-604,5 11-238,1 1 1,-1-1-1,1 1 0,1-1 1,-1-1-1,2 1 0,-1 0 1,1-1-1,1 1 1,0-1-1,0 1 0,1-1 1,0 0-1,0 1 0,1-1 1,1 0-1,-1 1 0,2 0 1,-1-1-1,1 1 0,1 0 1,0 0-1,0 0 1,0 1-1,1 0 0,1-1 1,-1 2-1,1-1 0,0 1 1,1 0-1,0 0 0,0 0 1,1 1-1,-1 1 0,1-1 1,1 1-1,-1 0 1,1 1-1,0 0 0,0 0 1,11-2-1,57-11-10858,-25 6-1111</inkml:trace>
</inkml:ink>
</file>

<file path=ppt/ink/ink3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2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6947,'0'0'18393,"156"-38"-16697,-109 24-239,1 1-849,-8 1-272,-6 3-336,-7 0-320,-13 5-768,-41 4-18697</inkml:trace>
</inkml:ink>
</file>

<file path=ppt/ink/ink3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2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11125,'0'0'14535,"135"-23"-13127,-94 5-559,-1 0-225,-6 4-592,-7 1-32,0 2-1297,1-1-1408,-15-1-2673,14-3-6740</inkml:trace>
</inkml:ink>
</file>

<file path=ppt/ink/ink3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2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52 4562,'-5'8'16621,"6"-10"-16397,1 0 0,0 0 0,0 1 1,0-1-1,0 1 0,0-1 0,1 1 0,-1 0 0,0 0 1,1 0-1,-1 0 0,0 0 0,1 1 0,-1-1 0,1 1 0,-1 0 1,1-1-1,0 1 0,-1 0 0,1 1 0,-1-1 0,1 0 0,-1 1 1,1-1-1,-1 1 0,0 0 0,5 2 0,-3-1 108,0 0 0,0 1-1,-1-1 1,1 1 0,-1 0 0,1 0-1,-1 0 1,0 1 0,0-1 0,-1 1-1,1-1 1,-1 1 0,0 0 0,0 0-1,2 6 1,1 5-332,-2 0 0,0 0 0,-1 0 0,0 1 0,-2-1 0,0 17 0,0-32 0,0 0 0,0 0 0,0 0 0,0 0 0,0 0 0,0-1 0,0 1 0,0 0 0,0 0 0,0 0 0,0 0 0,0 0 0,0 0 0,-1 0 0,1 0 0,0 0 0,0 0 0,0 0 0,0 0 0,0 0 0,0 0 0,0 0 0,0 0 0,0 0 0,0 0 0,0-1 0,-1 1 0,1 0 0,0 0 0,0 0 0,0 0 0,0 0 0,0 0 0,0 0 0,0 0 0,0 1 0,0-1 0,0 0 0,0 0 0,-1 0 0,1 0 0,0 0 0,0 0 0,0 0 0,0 0 0,0 0 0,0 0 0,0 0 0,0 0 0,0 0 0,-4-11 0,5 3-4,1 0-1,0 0 1,0 1 0,0-1 0,1 1-1,0-1 1,0 1 0,1 0 0,0 0-1,0 1 1,1-1 0,0 1-1,0 0 1,0 0 0,1 0 0,6-5-1,11-8-4,1 0 0,0 2 0,27-15 0,-50 31 10,0 0 1,0 1-1,0-1 1,0 1-1,0 0 1,0-1-1,0 1 0,0 0 1,0 0-1,0-1 1,0 1-1,0 0 1,0 0-1,0 0 1,0 0-1,0 0 1,1 1-1,-1-1 1,0 0-1,0 0 1,0 1-1,0-1 1,0 0-1,0 1 1,0 0-1,0-1 1,-1 1-1,1-1 1,0 1-1,0 0 1,0-1-1,0 1 1,-1 0-1,1 0 1,0 0-1,-1 0 1,1 0-1,-1 0 1,1 1-1,17 48 42,-12-31-36,-3-10-166,0-2-747,-1-1 0,1 1 0,1 0 0,-1-1 0,7 9 0,-9-14 568,0 1 1,0-1-1,1 0 0,-1 0 0,0 0 0,0 0 0,1 0 0,-1 0 0,1 0 0,-1 0 0,1-1 0,-1 1 0,1-1 0,-1 1 0,1-1 0,0 1 0,-1-1 0,1 0 0,-1 0 0,1 0 0,0 0 0,-1 0 0,1 0 0,0 0 0,-1-1 0,1 1 0,0 0 0,-1-1 1,1 0-1,2-1 0,20-13-15253</inkml:trace>
</inkml:ink>
</file>

<file path=ppt/ink/ink3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3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12886,'0'0'19035,"0"12"-18288,1 40-648,-1-51-99,1 1 0,-1 0 0,1 0 0,-1-1 0,1 1 0,-1-1 0,1 1 0,0 0 0,0-1 0,0 1 0,0-1 0,0 0 0,0 1 0,0-1 0,0 0 0,1 0 0,-1 0 0,1 0 0,-1 0 0,0 0 0,1 0 0,-1 0 0,1 0 0,0-1 0,-1 1 0,1-1 0,0 1 0,-1-1 0,3 1 0,51 2 0,-45-4 0,-3 2 0,-1-1 0,1 0 0,0-1 0,0 1 0,0-1 0,0-1 0,0 1 0,-1-1 0,1-1 0,-1 1 0,0-1 0,1 0 0,-1 0 0,0-1 0,-1 0 0,1 0 0,-1 0 0,1-1 0,-1 1 0,-1-1 0,1-1 0,-1 1 0,0-1 0,0 1 0,6-12 0,-3-3 0,-4 16 0,0 14 0,-2-8-99,1 1 0,-1-1 0,0 1 0,1-1 1,0 1-1,0-1 0,-1 0 0,2 0 0,-1 0 0,0 0 0,0 0 0,0 0 0,1-1 1,-1 1-1,1-1 0,-1 0 0,1 1 0,3 0 0,1 0-916,0 1-1,0-2 0,0 1 1,0-1-1,0 0 0,8 0 1</inkml:trace>
</inkml:ink>
</file>

<file path=ppt/ink/ink3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3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1361,'0'0'28525,"-2"25"-26044,-8 169-1981,10-157-520,1-1 0,2 0 0,1-1 0,12 45 0,-12-61-531,-3-14-20,0 0 0,0 1 1,0-1-1,1 0 0,0 0 1,4 8-1,-6-12 419,1-1 1,0 1-1,-1 0 0,1 0 1,0 0-1,0-1 0,0 1 1,0 0-1,0-1 0,0 1 1,0-1-1,0 1 0,0-1 1,0 1-1,0-1 0,0 0 1,0 0-1,0 1 0,0-1 1,0 0-1,0 0 0,0 0 1,0 0-1,1 0 0,-1 0 1,0-1-1,0 1 0,0 0 1,0-1-1,0 1 0,0 0 1,0-1-1,0 1 0,0-1 1,0 0-1,0 1 1,0-1-1,1-1 0,17-15-8676</inkml:trace>
</inkml:ink>
</file>

<file path=ppt/ink/ink3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4338,'0'0'28429,"-47"158"-28429,40-97 0,7 0 0,0-4 0,0-5 0,0-7 0,14-7 0,-7-8 0,-1-10 0,1-11 0,0-9-5010,6 0-3986</inkml:trace>
</inkml:ink>
</file>

<file path=ppt/ink/ink3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4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11621,'0'0'21146,"7"29"-21146,-7-22 0,0 2 0,0 0 0,0 0 0,0 5 0,0-1 0,-13 1 0,6-3-5667</inkml:trace>
</inkml:ink>
</file>

<file path=ppt/ink/ink3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4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 5074,'0'0'25628,"-13"135"-23563,-8-94-2065,1-3 0,0 3 0,-1-3 0,-6-2 0,-7 5 0,0 2-1409,1 20-3457,-8 7-3474,-6-5-7091</inkml:trace>
</inkml:ink>
</file>

<file path=ppt/ink/ink3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5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10645,'0'0'9610,"21"-16"-8445,71-49-140,-86 61-855,0-1 1,1 1-1,0 0 1,0 1-1,0 0 1,0 0-1,0 0 1,1 1-1,-1 0 1,1 0-1,12 0 1,1-1 251,-17 3-303,39-5 379,-42 5-476,0 0 1,0 0 0,1 0-1,-1 0 1,0 0 0,0 0-1,1 0 1,-1 0 0,0 0-1,1 0 1,-1 1 0,0-1-1,0 1 1,0-1-1,1 1 1,-1-1 0,0 1-1,0-1 1,0 1 0,0 0-1,0 0 1,0 0 0,0 0-1,0 0 1,-1 0 0,1 0-1,1 1 1,-1 5 124,0 0 0,-1 0 0,0 0 0,0 0 1,-1-1-1,1 1 0,-2 0 0,1 0 0,-1-1 0,-3 10 0,-34 60 1386,32-65-1283,0 1 1,0 0-1,1 0 1,1 1-1,0-1 1,1 1-1,0 1 1,-2 15-1,5-23-227,0 1 0,0 0 0,1 0-1,0-1 1,1 1 0,0 0 0,0 0 0,0-1 0,0 1 0,1-1-1,1 1 1,-1-1 0,1 0 0,0 0 0,0 0 0,0 0-1,1 0 1,0-1 0,0 1 0,1-1 0,0 0 0,-1-1 0,2 1-1,-1-1 1,0 0 0,1 0 0,0 0 0,0-1 0,0 0-1,0 0 1,8 2 0,-4-1-116,1 0 0,0-1 0,0 0 0,0-1 0,0 0 0,0-1 0,13 1 0,-22-2-49,-11 0 54,-84 0-309,92 0 390,0 1 1,0 0-1,0-1 0,0 1 1,0 0-1,0 0 0,0 0 1,0 0-1,0 0 0,0 0 1,1 0-1,-1 0 0,0 0 1,1 0-1,-1 0 0,1 0 1,-1 0-1,1 1 0,0-1 1,-1 0-1,1 0 0,0 0 1,0 1-1,0-1 0,0 0 1,0 0-1,0 1 0,0-1 1,1 2-1,3 44-103,3-20 7,1 0 0,14 29 0,-10-27 130,13 45 0,-23-64 89,0 0-1,0 0 0,-1 0 0,-1 0 0,0 0 0,0 0 1,0 0-1,-5 18 0,4-24-82,0 0 0,-1 0 0,0-1 1,0 1-1,0 0 0,0-1 0,0 1 0,-1-1 0,1 0 0,-1 0 1,0 0-1,0 0 0,0 0 0,-1-1 0,1 1 0,-1-1 0,1 0 1,-1 0-1,0 0 0,0-1 0,0 1 0,0-1 0,0 0 0,-5 1 1,-10 1 100,0 0 0,-1-1 0,-32-1 0,49-1-133,2 0-133,0 0-1,1 0 1,-1 0-1,1 0 1,-1 0-1,1-1 1,-1 1-1,1 0 1,-1 0-1,1-1 1,0 1-1,-1 0 1,1-1 0,-1 1-1,1-1 1,0 1-1,-1 0 1,1-1-1,0 1 1,-1-1-1,1 1 1,0-1-1,0 1 1,-1-1-1,1 1 1,0-1 0,0 1-1,0-1 1,0 1-1,0-1 1,0 1-1,0-1 1,0 0-1,0 1 1,0-1-1,0 1 1,0-1-1,0 1 1,0-1 0,0 1-1,1-1 1,-1 1-1,0-2 1,-1-6-5973</inkml:trace>
</inkml:ink>
</file>

<file path=ppt/ink/ink3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7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6131,'0'0'14428,"3"24"-12449,32 186 2821,-32-134-3446,-4-48-478,-7-30-657,6-1-231,0 1 0,0-1 0,0 0 0,0 1-1,1-1 1,-1 0 0,1 0 0,0 0 0,-1 0 0,1 0 0,1-1 0,-1 1 0,0 0 0,1 0-1,-1-7 1,2-60-360,0 41 199,-1-79-1599,3 101 1536,3 14 120,6 20 91,-11-25 32,1 3-7,1 0 0,0-1 0,0 1 0,1-1 0,-1 1 0,1-1 0,0 0 0,0-1 0,0 1 0,1-1 0,-1 1 0,1-1 0,0-1 0,0 1 0,0-1 0,0 1 0,0-2 0,1 1 0,-1 0 0,7 0 0,10 2-33,0-2-1,0 0 1,36-2-1,-49-1-41,0 0 0,0-1-1,0 0 1,0 0 0,0-1 0,0 0-1,-1 0 1,1-1 0,-1-1 0,0 1-1,0-1 1,10-9 0,-9 7-15,0-1-1,-1 0 1,0-1 0,0 1 0,0-2-1,-1 1 1,-1-1 0,0 0 0,6-13-1,-10 19 125,0 0 0,0 0 0,-1-1 0,0 1 0,0-1 0,0 1 1,0-1-1,-1 0 0,1 1 0,-1-1 0,0 1 0,-1-1 0,1 0 0,-1 1 0,0-1 0,-2-5 0,2 7 0,0 1 1,-1-1 0,0 1-1,0 0 1,1-1 0,-2 1 0,1 0-1,0 0 1,0 0 0,0 0-1,-1 1 1,1-1 0,-1 1 0,0-1-1,1 1 1,-1 0 0,0 0-1,0 0 1,0 1 0,1-1 0,-1 0-1,0 1 1,0 0 0,0 0-1,-4 0 1,-2 0 167,-1 0 0,1 1 1,-1 0-1,1 0 0,0 1 0,-1 0 0,1 1 0,0 0 0,0 0 1,1 1-1,-14 8 0,17-9-87,-1 1 1,1 0-1,0 1 1,0-1-1,1 1 0,-1 0 1,1 0-1,0 0 1,0 1-1,1 0 1,-1-1-1,1 1 0,1 0 1,-1 1-1,1-1 1,0 0-1,-2 12 0,3-8-36,-1 1 0,2-1-1,-1 1 1,2-1 0,-1 1-1,2-1 1,-1 0-1,1 1 1,1-1 0,0 0-1,0 0 1,1-1-1,0 1 1,10 16 0,-9-19-375,0 0 1,0 0 0,1-1-1,0 0 1,0 0 0,0-1-1,1 1 1,0-2 0,0 1-1,0-1 1,0 0 0,1 0-1,0 0 1,0-1 0,0-1-1,0 1 1,0-1 0,0-1-1,11 1 1,34 0-4587,1-2-2634</inkml:trace>
</inkml:ink>
</file>

<file path=ppt/ink/ink3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7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19817,'0'0'1825,"-20"140"1921,13-61 1216,7 0-2593,0-2-2321,0-7-48,7-5 0,0-8 0,-7-10 0,0-11 0,0-13-432,-7-7-2065,-13-12-1249,-7-4-2625,-7 0-7155</inkml:trace>
</inkml:ink>
</file>

<file path=ppt/ink/ink3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8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7828,'0'0'6000,"28"-10"-2802,12-4-1912,122-37 4493,-133 43-4884,4-2-194,1 1 0,0 2 0,0 1 0,38-1-1,-80 32 629,-10 6-498,-20 38 455,36-64-1246,0 1-1,0 0 1,1 0-1,0 0 1,0 0-1,0 0 0,1 0 1,0 0-1,0 0 1,0 0-1,2 8 1,-1-13-40,-1 1 0,1-1 1,0 1-1,0-1 0,0 0 1,0 1-1,0-1 0,0 0 1,0 0-1,0 0 1,0 0-1,1 0 0,-1 0 1,0 0-1,1 0 0,-1-1 1,1 1-1,-1-1 0,1 1 1,-1-1-1,1 1 1,-1-1-1,1 0 0,-1 1 1,1-1-1,0 0 0,1 0 1,4 0-22,0 0 1,0 0 0,0 0-1,0-1 1,9-2-1,-2-3-41,0-1-1,0-1 0,-1 0 1,0 0-1,0-2 0,-1 1 1,-1-1-1,1-1 0,-2 0 1,1-1-1,-2 0 0,0-1 0,9-14 1,-14 12 753,-6 30-35,2-4-1287,0-1 0,1 1 0,0 0 1,1 0-1,0-1 0,5 16 0,-6-23 316,1 0 0,-1 0-1,0 0 1,1 0 0,0-1 0,0 1 0,0 0 0,0-1-1,0 0 1,0 1 0,1-1 0,-1 0 0,1 0-1,-1 0 1,1 0 0,0-1 0,0 1 0,0-1 0,0 0-1,0 1 1,0-2 0,0 1 0,0 0 0,0 0-1,1-1 1,4 1 0,23-1-9425</inkml:trace>
</inkml:ink>
</file>

<file path=ppt/ink/ink3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8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37 246 14727,'0'0'14497,"0"19"-13419,0 58-214,0-58 91,-12-30-357,7 1-593,1 0-1,1-1 1,0 1-1,0-1 1,1 0 0,0 1-1,1-1 1,0 0-1,1 0 1,2-20 0,-2 9-8,1 9-175,1-1-1,1 1 1,0 0 0,1 0-1,0 0 1,1 1-1,0 0 1,1-1 0,0 2-1,1-1 1,1 1 0,-1 0-1,12-12 1,-7 16-5676</inkml:trace>
</inkml:ink>
</file>

<file path=ppt/ink/ink3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8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12742,'0'0'17947,"17"10"-16651,51 33-629,-67-43-664,0 1 1,0-1-1,0 1 0,0-1 0,0 1 0,0-1 0,0 1 0,0 0 0,0-1 0,0 1 1,-1 0-1,1 0 0,0 0 0,0 0 0,-1 0 0,1 0 0,0 0 0,-1 0 0,1 0 1,-1 0-1,1 0 0,-1 0 0,0 0 0,1 0 0,-1 0 0,0 1 0,0-1 0,0 0 1,0 0-1,0 0 0,0 0 0,0 1 0,-1 1 0,-1 9-71,15-13-1440,21-45-1150,3-5 1354,-35 48 1542,1 1 0,-1 0 0,0 0 0,1 0 0,-1 0 1,1 1-1,0-1 0,-1 1 0,1-1 0,0 1 0,0 0 0,0 0 0,0 0 0,0 1 0,0-1 1,6 0-1,-6 3-145,-1 0 0,1 0 0,-1 0 0,1 0 0,-1 0 0,0 0 0,0 1 0,0-1 0,0 1 1,-1-1-1,1 1 0,0 0 0,-1 0 0,0 0 0,0-1 0,2 7 0,17 28-445,-18-36-168,1 1 1,-1 0-1,0-1 1,1 1-1,0-1 1,-1 0 0,1 0-1,0 0 1,-1 0-1,1-1 1,0 1 0,0-1-1,0 1 1,-1-1-1,5 0 1,-5 0-1,31 1-12118</inkml:trace>
</inkml:ink>
</file>

<file path=ppt/ink/ink3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9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17352,'0'0'7326,"8"22"-2631,-4-11-3900,11 32 71,3 0 1,25 43-1,-38-77-866,1-1 0,-1 0 0,2 0 0,-1-1 0,1 0 0,0 0 0,13 9 0,-19-15 0,1 0 0,-1 0 0,1 0 0,-1 0 0,1 0 0,0-1 0,-1 1 0,1 0 0,0-1 0,0 0 0,0 1 0,-1-1 0,1 0 0,0 0 0,0 0 0,0 0 0,-1 0 0,1-1 0,2 0 0,-2 0 0,0 0 0,0 0 0,0-1 0,0 1 0,0-1 0,-1 0 0,1 1 0,0-1 0,-1 0 0,1 0 0,-1 0 0,0 0 0,0 0 0,0 0 0,0-1 0,0 1 0,0 0 0,0-4 0,19-57 0,-8 18 0,3 1 0,1 1 0,2 1 0,44-76 0,-53 101 0,-8 15 0,0-1 0,1 0 0,-1 1 0,1-1 0,0 1 0,-1-1 0,1 1 0,0 0 0,3-3 0,-4 7-214,0-1-1,0 1 1,0 0-1,0-1 1,-1 1-1,1-1 1,0 1-1,-1 0 1,0 0-1,1-1 1,-1 1-1,0 0 1,0 0-1,0 0 1,0 2-1,1 1-1926,11 3-5255,8-6-5039</inkml:trace>
</inkml:ink>
</file>

<file path=ppt/ink/ink3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9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161 717 17352,'0'0'8294,"-21"10"-3622,-67 34-2540,84-42-2121,0 1 1,1-1 0,-1 1-1,1 0 1,0 0 0,0 0 0,0 0-1,0 1 1,0-1 0,1 1-1,0 0 1,-1-1 0,1 1 0,1 0-1,-1 0 1,1 1 0,-1-1-1,1 0 1,0 0 0,1 1 0,-1-1-1,1 1 1,0-1 0,0 0 0,0 1-1,1-1 1,-1 0 0,2 6-1,-1 11-33,1-20 13,-1 0 0,0 0 0,0 0 0,0 0 0,1-1 0,-1 1 0,0 0 0,1-1-1,-1 1 1,0 0 0,1-1 0,-1 0 0,1 1 0,-1-1 0,1 0 0,-1 0 0,1 0 0,-1 0 0,1 0 0,-1 0 0,1 0 0,-1-1 0,3 0 0,41-8-793,-43 8 619,1-1 0,-1 0-1,1 0 1,-1 0 0,0 0 0,1-1 0,-1 1 0,0-1 0,-1 1-1,1-1 1,0 0 0,-1 1 0,1-1 0,-1 0 0,0 0-1,0 0 1,0 0 0,-1 0 0,2-6 0,-2 8 314,-2 1-27,1 0 0,0 0 0,0 1 0,0-1 0,0 0 0,0 1 0,0-1 0,0 1 0,0-1 0,0 1 0,0-1 0,0 1 0,0 0 0,0-1 0,0 1 0,0 0 0,0 0 0,1 0 0,-1-1 0,0 1 0,1 0 0,-1 0 0,0 0 0,1 0 1,-1 0-1,1 1 0,0-1 0,-1 0 0,1 0 0,0 0 0,-1 2 0,-1 41 386,3-34-350,-1-9-170,1 1 1,-1-1-1,1 0 1,0 1-1,-1-1 0,1 0 1,0 0-1,0 1 1,0-1-1,0 0 1,0 0-1,0 0 1,1 0-1,-1 0 0,0-1 1,0 1-1,1 0 1,-1 0-1,1-1 1,-1 1-1,0-1 1,1 1-1,-1-1 0,1 0 1,-1 1-1,1-1 1,-1 0-1,1 0 1,-1 0-1,1 0 1,-1-1-1,4 1 0,3 0-358,1-1-1,0 0 0,0 0 1,16-4-1,-14 0-238,0 0-1,0-1 1,0-1-1,-1 1 1,0-2-1,-1 1 1,0-1-1,16-17 1,-7 4-386,-1-1 0,0 0 1,13-25-1,8-30 996,-3-1-1,-3-3 0,20-83 1,-14 45 832,-21 70-51,19-62 1690,-33 97-431,-1 0 0,0 0-1,0-18 1,-18 50-868,-2 10-1155,0 0 0,2 2 0,1 0 0,2 0 0,1 2 0,1 0 0,2 0 0,1 0 0,1 1 0,2 0 0,-2 55 0,6-59 0,1 0 0,1-1 0,1 1 0,1 0 0,2-1 0,1 1 0,17 48 0,-19-65-423,1-1 1,0 0-1,0 0 1,1 0-1,1-1 0,0 0 1,10 12-1,-14-19 62,0 0 1,0-1-1,1 1 0,-1 0 0,1-1 0,0 0 1,-1 0-1,1 0 0,0 0 0,0-1 0,0 0 0,1 1 1,-1-2-1,0 1 0,0 0 0,1-1 0,-1 0 1,0 0-1,1 0 0,-1 0 0,0-1 0,1 1 1,5-3-1,17-8-12666</inkml:trace>
</inkml:ink>
</file>

<file path=ppt/ink/ink3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3:59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4898,'0'0'27869,"0"16"-27869,0-7 0,0 4 0,0 6 0,-7 1-560,-7-4-5763</inkml:trace>
</inkml:ink>
</file>

<file path=ppt/ink/ink3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4:00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556 1 12998,'0'0'6659,"-101"115"-2737,53-58 816,1-3-3041,-7 0-1697,-7 2-336,-14 1-2530,1-3-3249,-21 0-11268</inkml:trace>
</inkml:ink>
</file>

<file path=ppt/ink/ink3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04:01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6771,'0'0'12835,"24"-10"-10860,-2 0-1515,27-12 954,72-22 1,-105 40-1080,1-1 1,1 2-1,-1 0 1,0 1-1,1 1 0,22 1 1,-38 1-284,-1 0 1,1-1-1,-1 1 1,0 0-1,1 0 0,-1 0 1,0 0-1,0 0 1,1 0-1,-1 0 1,0 1-1,0-1 0,0 0 1,0 1-1,-1-1 1,1 0-1,0 1 1,0-1-1,-1 1 0,1-1 1,-1 1-1,1 0 1,-1-1-1,0 1 1,0-1-1,0 1 0,0 2 1,3 53 829,-3-50-724,-1 31 457,-2 0 0,-2 0-1,-12 46 1,11-48-421,2 0 0,0 70 0,4-104-194,0 0 0,0 0 0,0-1 0,0 1 1,1 0-1,-1 0 0,1-1 0,-1 1 0,1 0 0,0-1 0,0 1 0,-1 0 0,1-1 0,0 1 1,0-1-1,1 0 0,-1 1 0,0-1 0,0 0 0,1 0 0,1 2 0,1-1 1,-1 0-1,1 0 0,0-1 0,0 1 1,0-1-1,0 0 0,0 0 0,0 0 0,5 0 1,-1 0-4,1-1 1,-1 0 0,1 0-1,-1-1 1,0 0 0,1-1-1,-1 0 1,0 0 0,9-4-1,-11 4-51,-1-1 0,0 0 1,0 0-1,0 0 0,0-1 0,-1 0 0,1 0 0,-1 0 0,0 0 0,0-1 0,0 1 0,-1-1 0,0 0 1,0 0-1,0-1 0,0 1 0,-1 0 0,0-1 0,0 0 0,-1 1 0,1-1 0,-1 0 0,1-10 0,-3 15 49,1 0-1,-1-1 1,1 1-1,-1 0 1,1 0-1,-1 0 1,0 0-1,0 0 1,1 0 0,-1 0-1,0 0 1,0 0-1,0 1 1,0-1-1,0 0 1,0 1-1,0-1 1,0 0-1,-1 1 1,1-1-1,0 1 1,0 0-1,0-1 1,0 1-1,-1 0 1,1 0-1,0 0 1,0 0-1,-1 0 1,1 0-1,0 0 1,-2 0-1,-45 3-71,40-2 81,-1 1 0,1 1 0,0-1 0,0 2 1,0-1-1,0 1 0,0 0 0,1 1 0,0-1 1,0 1-1,0 1 0,0 0 0,1 0 1,0 0-1,0 0 0,1 1 0,0 0 0,0 0 1,0 1-1,1-1 0,0 1 0,1 0 0,0 0 1,0 0-1,-3 16 0,5-3-61,1 0 1,0 0-1,2-1 1,0 1-1,2 0 0,0-1 1,1 0-1,1 0 0,12 26 1,4-1-197,1-1-1,51 70 1,-65-101 245,-2 0 0,1 1 1,-1 0-1,8 26 0,-13-35 54,-1 0 0,0 0-1,0 1 1,0-1 0,-1 0 0,0 1 0,-1 9-1,1-13 21,0 0-1,-1 0 1,1 1-1,-1-1 1,0 0 0,0 0-1,0 0 1,0-1-1,0 1 1,0 0-1,0 0 1,-1 0-1,1-1 1,0 1-1,-1-1 1,0 1-1,1-1 1,-1 0 0,-3 3-1,-10 3 20,0-1 0,0 0-1,-1 0 1,0-2 0,0 0 0,0-1-1,-23 2 1,-122-2 338,95-4-374,63 0-340,8 0-553,19-2-2321,17-3-5237,-21 1-5772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55BB3-0D8D-678C-68D1-C055C531C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DDE29D-7F3B-B757-FEFD-69ACCDC5C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B5DB0-DB78-B81F-D3F5-24DCC23A0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CC0F-AAD1-49AD-BA55-541889C04BCC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A405C-FC89-7270-8C11-838BA129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E2692-C1FA-B536-9826-D749C4D39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39BB-46B9-4249-887D-1AB56478B5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2444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5CBB-A308-6A18-B328-9261E8BF3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7DD65-1030-CA17-43D6-E39B6F653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0B89A-B325-2C62-1F0E-C4873FDAA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CC0F-AAD1-49AD-BA55-541889C04BCC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C12D3-4303-3288-513A-A0C689A38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0C400-8718-3E83-A4BD-D1DCD766E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39BB-46B9-4249-887D-1AB56478B5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57146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53DC4-3C4F-5084-A3C0-8C967405F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706A6-209B-93E8-598A-F2EF83E7D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F1822-2D29-314D-6004-332FE07E4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CC0F-AAD1-49AD-BA55-541889C04BCC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5336F-D76D-4405-B7A3-F8533A314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BB723-E513-60C3-7CA1-34D52265E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39BB-46B9-4249-887D-1AB56478B5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14260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96012-E247-2120-CF9C-AFE2C2AEF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F557A-9138-EC83-68E1-1A46C9F45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D2DAF-0E80-0882-1F92-17CA506FD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61C11-2E94-A427-3CA6-E677183FD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CC0F-AAD1-49AD-BA55-541889C04BCC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F2343-3180-C0FC-B976-D844EE26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E60E9-55F3-E48E-9360-5604AAB05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39BB-46B9-4249-887D-1AB56478B5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6098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5FAFE-525E-DF9B-7627-000208A17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DAF8E-5ED6-09C4-3A84-4AA3B323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E9F90-237E-1F67-6A87-94ACE8756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AA1109-7B29-F156-1B1F-ECA2F7D7F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AFC7F-4364-E8B3-71DB-E6CDB239E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97DCC6-801B-9B62-1902-8797088DE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CC0F-AAD1-49AD-BA55-541889C04BCC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CD605B-A1C5-95C7-B34D-1517251A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B900F9-613F-D714-FAD2-12F0677D8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39BB-46B9-4249-887D-1AB56478B5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6362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BA584-937C-6BD0-35FC-449025C88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DF9066-E6C6-3655-ED41-8DABD5E6D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CC0F-AAD1-49AD-BA55-541889C04BCC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4D5083-A450-37A5-CF40-4630FAD4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53E68-E9D0-D4F8-CC8D-D12D0B6C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39BB-46B9-4249-887D-1AB56478B5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7541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A6C2F8-9534-AE5E-1CB9-8821B0762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CC0F-AAD1-49AD-BA55-541889C04BCC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C4BF32-1123-8A77-0AC0-1737327DF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9E13A-15FE-0242-8D36-1246CDE4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39BB-46B9-4249-887D-1AB56478B5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2942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E3554-74A8-00E7-026B-3AA008B2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ECF0B-7B74-4344-FC6B-98C06A444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D8514-7CE4-0613-F75F-D94F9D3E5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08E02-4448-0D89-BBC2-579ACD211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CC0F-AAD1-49AD-BA55-541889C04BCC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F3B5F-DDA9-4A93-DA16-2B790D188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84FC9-9A27-1578-55E3-89F92FE48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39BB-46B9-4249-887D-1AB56478B5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92913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9BF7-71CA-B7E4-672A-94062DFB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7815A-DC31-FAB0-32E1-FB6CABA2D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111B9-29F4-4974-3C92-FCA56AFBE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703A3-EFF8-31AD-6CE4-70E76811C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CC0F-AAD1-49AD-BA55-541889C04BCC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63862-A4C6-C1F5-314B-503194751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550D1-C2CC-BF02-2D92-D9BDA164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39BB-46B9-4249-887D-1AB56478B5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1323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089B-E4D7-2B99-7C26-DD1E2C9A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21D1D-934D-9AEF-233A-299BC5A2B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49BE3-EDD0-BE4E-5FB8-BE161F4A9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CC0F-AAD1-49AD-BA55-541889C04BCC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64F9D-3B0A-D298-6172-047B63C6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6C2-D9B6-77B2-2A0F-BF20D589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39BB-46B9-4249-887D-1AB56478B5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81632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84C7E9-DCB7-400C-394C-0C9910D4A2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E612A9-5896-4BC4-0F2B-804449642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61FEC-A78A-1E52-BC56-82EC8F245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CC0F-AAD1-49AD-BA55-541889C04BCC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D9C77-5A11-28FD-D432-255D41BD5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2E543-AF5D-769B-A869-CB69D7D38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39BB-46B9-4249-887D-1AB56478B5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17042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7CD53-3992-877B-AB95-16A0EA423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4D905-DBEB-5598-D0FF-2CBC6DE98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0880E-4E3E-3890-BF7F-3F0BDCD8E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9CC0F-AAD1-49AD-BA55-541889C04BCC}" type="datetimeFigureOut">
              <a:rPr lang="en-ZA" smtClean="0"/>
              <a:t>2026/05/14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029B1-4950-2A2E-C465-14564CE7C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1AFB8-A02A-4B41-1B12-0FE7985E8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D39BB-46B9-4249-887D-1AB56478B5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23007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customXml" Target="../ink/ink59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image" Target="../media/image41.png"/><Relationship Id="rId89" Type="http://schemas.openxmlformats.org/officeDocument/2006/relationships/customXml" Target="../ink/ink45.xml"/><Relationship Id="rId112" Type="http://schemas.openxmlformats.org/officeDocument/2006/relationships/image" Target="../media/image55.png"/><Relationship Id="rId16" Type="http://schemas.openxmlformats.org/officeDocument/2006/relationships/customXml" Target="../ink/ink8.xml"/><Relationship Id="rId107" Type="http://schemas.openxmlformats.org/officeDocument/2006/relationships/customXml" Target="../ink/ink54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image" Target="../media/image36.png"/><Relationship Id="rId79" Type="http://schemas.openxmlformats.org/officeDocument/2006/relationships/customXml" Target="../ink/ink40.xml"/><Relationship Id="rId102" Type="http://schemas.openxmlformats.org/officeDocument/2006/relationships/image" Target="../media/image50.png"/><Relationship Id="rId123" Type="http://schemas.openxmlformats.org/officeDocument/2006/relationships/customXml" Target="../ink/ink62.xml"/><Relationship Id="rId5" Type="http://schemas.openxmlformats.org/officeDocument/2006/relationships/image" Target="../media/image2.png"/><Relationship Id="rId90" Type="http://schemas.openxmlformats.org/officeDocument/2006/relationships/image" Target="../media/image44.png"/><Relationship Id="rId95" Type="http://schemas.openxmlformats.org/officeDocument/2006/relationships/customXml" Target="../ink/ink48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customXml" Target="../ink/ink57.xml"/><Relationship Id="rId118" Type="http://schemas.openxmlformats.org/officeDocument/2006/relationships/image" Target="../media/image58.png"/><Relationship Id="rId80" Type="http://schemas.openxmlformats.org/officeDocument/2006/relationships/image" Target="../media/image39.png"/><Relationship Id="rId85" Type="http://schemas.openxmlformats.org/officeDocument/2006/relationships/customXml" Target="../ink/ink43.xml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customXml" Target="../ink/ink52.xml"/><Relationship Id="rId108" Type="http://schemas.openxmlformats.org/officeDocument/2006/relationships/image" Target="../media/image53.png"/><Relationship Id="rId124" Type="http://schemas.openxmlformats.org/officeDocument/2006/relationships/image" Target="../media/image61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customXml" Target="../ink/ink38.xml"/><Relationship Id="rId91" Type="http://schemas.openxmlformats.org/officeDocument/2006/relationships/customXml" Target="../ink/ink46.xml"/><Relationship Id="rId9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image" Target="../media/image56.png"/><Relationship Id="rId119" Type="http://schemas.openxmlformats.org/officeDocument/2006/relationships/customXml" Target="../ink/ink60.xml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customXml" Target="../ink/ink41.xml"/><Relationship Id="rId86" Type="http://schemas.openxmlformats.org/officeDocument/2006/relationships/image" Target="../media/image4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customXml" Target="../ink/ink55.xml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image" Target="../media/image37.png"/><Relationship Id="rId97" Type="http://schemas.openxmlformats.org/officeDocument/2006/relationships/customXml" Target="../ink/ink49.xml"/><Relationship Id="rId104" Type="http://schemas.openxmlformats.org/officeDocument/2006/relationships/image" Target="../media/image51.png"/><Relationship Id="rId120" Type="http://schemas.openxmlformats.org/officeDocument/2006/relationships/image" Target="../media/image59.png"/><Relationship Id="rId7" Type="http://schemas.openxmlformats.org/officeDocument/2006/relationships/image" Target="../media/image3.png"/><Relationship Id="rId71" Type="http://schemas.openxmlformats.org/officeDocument/2006/relationships/customXml" Target="../ink/ink36.xml"/><Relationship Id="rId92" Type="http://schemas.openxmlformats.org/officeDocument/2006/relationships/image" Target="../media/image4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customXml" Target="../ink/ink44.xml"/><Relationship Id="rId110" Type="http://schemas.openxmlformats.org/officeDocument/2006/relationships/image" Target="../media/image54.png"/><Relationship Id="rId115" Type="http://schemas.openxmlformats.org/officeDocument/2006/relationships/customXml" Target="../ink/ink58.xml"/><Relationship Id="rId61" Type="http://schemas.openxmlformats.org/officeDocument/2006/relationships/image" Target="../media/image30.png"/><Relationship Id="rId82" Type="http://schemas.openxmlformats.org/officeDocument/2006/relationships/image" Target="../media/image4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customXml" Target="../ink/ink39.xml"/><Relationship Id="rId100" Type="http://schemas.openxmlformats.org/officeDocument/2006/relationships/image" Target="../media/image49.png"/><Relationship Id="rId105" Type="http://schemas.openxmlformats.org/officeDocument/2006/relationships/customXml" Target="../ink/ink53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image" Target="../media/image35.png"/><Relationship Id="rId93" Type="http://schemas.openxmlformats.org/officeDocument/2006/relationships/customXml" Target="../ink/ink47.xml"/><Relationship Id="rId98" Type="http://schemas.openxmlformats.org/officeDocument/2006/relationships/image" Target="../media/image48.png"/><Relationship Id="rId121" Type="http://schemas.openxmlformats.org/officeDocument/2006/relationships/customXml" Target="../ink/ink61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image" Target="../media/image57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customXml" Target="../ink/ink42.xml"/><Relationship Id="rId88" Type="http://schemas.openxmlformats.org/officeDocument/2006/relationships/image" Target="../media/image43.png"/><Relationship Id="rId111" Type="http://schemas.openxmlformats.org/officeDocument/2006/relationships/customXml" Target="../ink/ink56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image" Target="../media/image52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customXml" Target="../ink/ink37.xml"/><Relationship Id="rId78" Type="http://schemas.openxmlformats.org/officeDocument/2006/relationships/image" Target="../media/image38.png"/><Relationship Id="rId94" Type="http://schemas.openxmlformats.org/officeDocument/2006/relationships/image" Target="../media/image46.png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122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1.xml"/><Relationship Id="rId21" Type="http://schemas.openxmlformats.org/officeDocument/2006/relationships/image" Target="../media/image10.png"/><Relationship Id="rId42" Type="http://schemas.openxmlformats.org/officeDocument/2006/relationships/customXml" Target="../ink/ink83.xml"/><Relationship Id="rId63" Type="http://schemas.openxmlformats.org/officeDocument/2006/relationships/image" Target="../media/image31.png"/><Relationship Id="rId84" Type="http://schemas.openxmlformats.org/officeDocument/2006/relationships/image" Target="../media/image41.png"/><Relationship Id="rId138" Type="http://schemas.openxmlformats.org/officeDocument/2006/relationships/image" Target="../media/image84.png"/><Relationship Id="rId107" Type="http://schemas.openxmlformats.org/officeDocument/2006/relationships/customXml" Target="../ink/ink116.xml"/><Relationship Id="rId11" Type="http://schemas.openxmlformats.org/officeDocument/2006/relationships/image" Target="../media/image5.png"/><Relationship Id="rId32" Type="http://schemas.openxmlformats.org/officeDocument/2006/relationships/customXml" Target="../ink/ink78.xml"/><Relationship Id="rId53" Type="http://schemas.openxmlformats.org/officeDocument/2006/relationships/image" Target="../media/image26.png"/><Relationship Id="rId74" Type="http://schemas.openxmlformats.org/officeDocument/2006/relationships/image" Target="../media/image36.png"/><Relationship Id="rId128" Type="http://schemas.openxmlformats.org/officeDocument/2006/relationships/image" Target="../media/image79.png"/><Relationship Id="rId149" Type="http://schemas.openxmlformats.org/officeDocument/2006/relationships/customXml" Target="../ink/ink137.xml"/><Relationship Id="rId5" Type="http://schemas.openxmlformats.org/officeDocument/2006/relationships/image" Target="../media/image2.png"/><Relationship Id="rId95" Type="http://schemas.openxmlformats.org/officeDocument/2006/relationships/customXml" Target="../ink/ink110.xml"/><Relationship Id="rId22" Type="http://schemas.openxmlformats.org/officeDocument/2006/relationships/customXml" Target="../ink/ink73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86.xml"/><Relationship Id="rId64" Type="http://schemas.openxmlformats.org/officeDocument/2006/relationships/customXml" Target="../ink/ink94.xml"/><Relationship Id="rId69" Type="http://schemas.openxmlformats.org/officeDocument/2006/relationships/image" Target="../media/image34.png"/><Relationship Id="rId113" Type="http://schemas.openxmlformats.org/officeDocument/2006/relationships/customXml" Target="../ink/ink119.xml"/><Relationship Id="rId118" Type="http://schemas.openxmlformats.org/officeDocument/2006/relationships/image" Target="../media/image74.png"/><Relationship Id="rId134" Type="http://schemas.openxmlformats.org/officeDocument/2006/relationships/image" Target="../media/image82.png"/><Relationship Id="rId139" Type="http://schemas.openxmlformats.org/officeDocument/2006/relationships/customXml" Target="../ink/ink132.xml"/><Relationship Id="rId80" Type="http://schemas.openxmlformats.org/officeDocument/2006/relationships/image" Target="../media/image39.png"/><Relationship Id="rId85" Type="http://schemas.openxmlformats.org/officeDocument/2006/relationships/customXml" Target="../ink/ink105.xml"/><Relationship Id="rId150" Type="http://schemas.openxmlformats.org/officeDocument/2006/relationships/image" Target="../media/image90.png"/><Relationship Id="rId12" Type="http://schemas.openxmlformats.org/officeDocument/2006/relationships/customXml" Target="../ink/ink68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81.xml"/><Relationship Id="rId59" Type="http://schemas.openxmlformats.org/officeDocument/2006/relationships/image" Target="../media/image29.png"/><Relationship Id="rId103" Type="http://schemas.openxmlformats.org/officeDocument/2006/relationships/customXml" Target="../ink/ink114.xml"/><Relationship Id="rId108" Type="http://schemas.openxmlformats.org/officeDocument/2006/relationships/image" Target="../media/image69.png"/><Relationship Id="rId124" Type="http://schemas.openxmlformats.org/officeDocument/2006/relationships/image" Target="../media/image77.png"/><Relationship Id="rId129" Type="http://schemas.openxmlformats.org/officeDocument/2006/relationships/customXml" Target="../ink/ink127.xml"/><Relationship Id="rId54" Type="http://schemas.openxmlformats.org/officeDocument/2006/relationships/customXml" Target="../ink/ink89.xml"/><Relationship Id="rId70" Type="http://schemas.openxmlformats.org/officeDocument/2006/relationships/customXml" Target="../ink/ink97.xml"/><Relationship Id="rId75" Type="http://schemas.openxmlformats.org/officeDocument/2006/relationships/customXml" Target="../ink/ink100.xml"/><Relationship Id="rId91" Type="http://schemas.openxmlformats.org/officeDocument/2006/relationships/customXml" Target="../ink/ink108.xml"/><Relationship Id="rId96" Type="http://schemas.openxmlformats.org/officeDocument/2006/relationships/image" Target="../media/image63.png"/><Relationship Id="rId140" Type="http://schemas.openxmlformats.org/officeDocument/2006/relationships/image" Target="../media/image85.png"/><Relationship Id="rId145" Type="http://schemas.openxmlformats.org/officeDocument/2006/relationships/customXml" Target="../ink/ink13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5.xml"/><Relationship Id="rId23" Type="http://schemas.openxmlformats.org/officeDocument/2006/relationships/image" Target="../media/image11.png"/><Relationship Id="rId28" Type="http://schemas.openxmlformats.org/officeDocument/2006/relationships/customXml" Target="../ink/ink76.xml"/><Relationship Id="rId49" Type="http://schemas.openxmlformats.org/officeDocument/2006/relationships/image" Target="../media/image24.png"/><Relationship Id="rId114" Type="http://schemas.openxmlformats.org/officeDocument/2006/relationships/image" Target="../media/image72.png"/><Relationship Id="rId119" Type="http://schemas.openxmlformats.org/officeDocument/2006/relationships/customXml" Target="../ink/ink122.xml"/><Relationship Id="rId44" Type="http://schemas.openxmlformats.org/officeDocument/2006/relationships/customXml" Target="../ink/ink84.xml"/><Relationship Id="rId60" Type="http://schemas.openxmlformats.org/officeDocument/2006/relationships/customXml" Target="../ink/ink92.xml"/><Relationship Id="rId65" Type="http://schemas.openxmlformats.org/officeDocument/2006/relationships/image" Target="../media/image32.png"/><Relationship Id="rId81" Type="http://schemas.openxmlformats.org/officeDocument/2006/relationships/customXml" Target="../ink/ink103.xml"/><Relationship Id="rId86" Type="http://schemas.openxmlformats.org/officeDocument/2006/relationships/image" Target="../media/image52.png"/><Relationship Id="rId130" Type="http://schemas.openxmlformats.org/officeDocument/2006/relationships/image" Target="../media/image80.png"/><Relationship Id="rId135" Type="http://schemas.openxmlformats.org/officeDocument/2006/relationships/customXml" Target="../ink/ink130.xml"/><Relationship Id="rId151" Type="http://schemas.openxmlformats.org/officeDocument/2006/relationships/customXml" Target="../ink/ink138.xml"/><Relationship Id="rId13" Type="http://schemas.openxmlformats.org/officeDocument/2006/relationships/image" Target="../media/image6.png"/><Relationship Id="rId18" Type="http://schemas.openxmlformats.org/officeDocument/2006/relationships/customXml" Target="../ink/ink71.xml"/><Relationship Id="rId39" Type="http://schemas.openxmlformats.org/officeDocument/2006/relationships/image" Target="../media/image19.png"/><Relationship Id="rId109" Type="http://schemas.openxmlformats.org/officeDocument/2006/relationships/customXml" Target="../ink/ink117.xml"/><Relationship Id="rId34" Type="http://schemas.openxmlformats.org/officeDocument/2006/relationships/customXml" Target="../ink/ink79.xml"/><Relationship Id="rId50" Type="http://schemas.openxmlformats.org/officeDocument/2006/relationships/customXml" Target="../ink/ink87.xml"/><Relationship Id="rId55" Type="http://schemas.openxmlformats.org/officeDocument/2006/relationships/image" Target="../media/image27.png"/><Relationship Id="rId76" Type="http://schemas.openxmlformats.org/officeDocument/2006/relationships/image" Target="../media/image37.png"/><Relationship Id="rId97" Type="http://schemas.openxmlformats.org/officeDocument/2006/relationships/customXml" Target="../ink/ink111.xml"/><Relationship Id="rId104" Type="http://schemas.openxmlformats.org/officeDocument/2006/relationships/image" Target="../media/image67.png"/><Relationship Id="rId120" Type="http://schemas.openxmlformats.org/officeDocument/2006/relationships/image" Target="../media/image75.png"/><Relationship Id="rId125" Type="http://schemas.openxmlformats.org/officeDocument/2006/relationships/customXml" Target="../ink/ink125.xml"/><Relationship Id="rId141" Type="http://schemas.openxmlformats.org/officeDocument/2006/relationships/customXml" Target="../ink/ink133.xml"/><Relationship Id="rId146" Type="http://schemas.openxmlformats.org/officeDocument/2006/relationships/image" Target="../media/image88.png"/><Relationship Id="rId7" Type="http://schemas.openxmlformats.org/officeDocument/2006/relationships/image" Target="../media/image3.png"/><Relationship Id="rId71" Type="http://schemas.openxmlformats.org/officeDocument/2006/relationships/customXml" Target="../ink/ink98.xml"/><Relationship Id="rId92" Type="http://schemas.openxmlformats.org/officeDocument/2006/relationships/image" Target="../media/image58.png"/><Relationship Id="rId2" Type="http://schemas.openxmlformats.org/officeDocument/2006/relationships/customXml" Target="../ink/ink63.xml"/><Relationship Id="rId29" Type="http://schemas.openxmlformats.org/officeDocument/2006/relationships/image" Target="../media/image14.png"/><Relationship Id="rId24" Type="http://schemas.openxmlformats.org/officeDocument/2006/relationships/customXml" Target="../ink/ink74.xml"/><Relationship Id="rId40" Type="http://schemas.openxmlformats.org/officeDocument/2006/relationships/customXml" Target="../ink/ink82.xml"/><Relationship Id="rId45" Type="http://schemas.openxmlformats.org/officeDocument/2006/relationships/image" Target="../media/image22.png"/><Relationship Id="rId66" Type="http://schemas.openxmlformats.org/officeDocument/2006/relationships/customXml" Target="../ink/ink95.xml"/><Relationship Id="rId87" Type="http://schemas.openxmlformats.org/officeDocument/2006/relationships/customXml" Target="../ink/ink106.xml"/><Relationship Id="rId110" Type="http://schemas.openxmlformats.org/officeDocument/2006/relationships/image" Target="../media/image70.png"/><Relationship Id="rId115" Type="http://schemas.openxmlformats.org/officeDocument/2006/relationships/customXml" Target="../ink/ink120.xml"/><Relationship Id="rId131" Type="http://schemas.openxmlformats.org/officeDocument/2006/relationships/customXml" Target="../ink/ink128.xml"/><Relationship Id="rId136" Type="http://schemas.openxmlformats.org/officeDocument/2006/relationships/image" Target="../media/image83.png"/><Relationship Id="rId61" Type="http://schemas.openxmlformats.org/officeDocument/2006/relationships/image" Target="../media/image30.png"/><Relationship Id="rId82" Type="http://schemas.openxmlformats.org/officeDocument/2006/relationships/image" Target="../media/image40.png"/><Relationship Id="rId152" Type="http://schemas.openxmlformats.org/officeDocument/2006/relationships/image" Target="../media/image91.png"/><Relationship Id="rId19" Type="http://schemas.openxmlformats.org/officeDocument/2006/relationships/image" Target="../media/image9.png"/><Relationship Id="rId14" Type="http://schemas.openxmlformats.org/officeDocument/2006/relationships/customXml" Target="../ink/ink69.xml"/><Relationship Id="rId30" Type="http://schemas.openxmlformats.org/officeDocument/2006/relationships/customXml" Target="../ink/ink77.xml"/><Relationship Id="rId35" Type="http://schemas.openxmlformats.org/officeDocument/2006/relationships/image" Target="../media/image17.png"/><Relationship Id="rId56" Type="http://schemas.openxmlformats.org/officeDocument/2006/relationships/customXml" Target="../ink/ink90.xml"/><Relationship Id="rId77" Type="http://schemas.openxmlformats.org/officeDocument/2006/relationships/customXml" Target="../ink/ink101.xml"/><Relationship Id="rId100" Type="http://schemas.openxmlformats.org/officeDocument/2006/relationships/image" Target="../media/image65.png"/><Relationship Id="rId105" Type="http://schemas.openxmlformats.org/officeDocument/2006/relationships/customXml" Target="../ink/ink115.xml"/><Relationship Id="rId126" Type="http://schemas.openxmlformats.org/officeDocument/2006/relationships/image" Target="../media/image78.png"/><Relationship Id="rId147" Type="http://schemas.openxmlformats.org/officeDocument/2006/relationships/customXml" Target="../ink/ink136.xml"/><Relationship Id="rId8" Type="http://schemas.openxmlformats.org/officeDocument/2006/relationships/customXml" Target="../ink/ink66.xml"/><Relationship Id="rId51" Type="http://schemas.openxmlformats.org/officeDocument/2006/relationships/image" Target="../media/image25.png"/><Relationship Id="rId72" Type="http://schemas.openxmlformats.org/officeDocument/2006/relationships/image" Target="../media/image35.png"/><Relationship Id="rId93" Type="http://schemas.openxmlformats.org/officeDocument/2006/relationships/customXml" Target="../ink/ink109.xml"/><Relationship Id="rId98" Type="http://schemas.openxmlformats.org/officeDocument/2006/relationships/image" Target="../media/image64.png"/><Relationship Id="rId121" Type="http://schemas.openxmlformats.org/officeDocument/2006/relationships/customXml" Target="../ink/ink123.xml"/><Relationship Id="rId142" Type="http://schemas.openxmlformats.org/officeDocument/2006/relationships/image" Target="../media/image86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85.xml"/><Relationship Id="rId67" Type="http://schemas.openxmlformats.org/officeDocument/2006/relationships/image" Target="../media/image33.png"/><Relationship Id="rId116" Type="http://schemas.openxmlformats.org/officeDocument/2006/relationships/image" Target="../media/image73.png"/><Relationship Id="rId137" Type="http://schemas.openxmlformats.org/officeDocument/2006/relationships/customXml" Target="../ink/ink131.xml"/><Relationship Id="rId20" Type="http://schemas.openxmlformats.org/officeDocument/2006/relationships/customXml" Target="../ink/ink72.xml"/><Relationship Id="rId41" Type="http://schemas.openxmlformats.org/officeDocument/2006/relationships/image" Target="../media/image20.png"/><Relationship Id="rId62" Type="http://schemas.openxmlformats.org/officeDocument/2006/relationships/customXml" Target="../ink/ink93.xml"/><Relationship Id="rId83" Type="http://schemas.openxmlformats.org/officeDocument/2006/relationships/customXml" Target="../ink/ink104.xml"/><Relationship Id="rId88" Type="http://schemas.openxmlformats.org/officeDocument/2006/relationships/image" Target="../media/image53.png"/><Relationship Id="rId111" Type="http://schemas.openxmlformats.org/officeDocument/2006/relationships/customXml" Target="../ink/ink118.xml"/><Relationship Id="rId132" Type="http://schemas.openxmlformats.org/officeDocument/2006/relationships/image" Target="../media/image81.png"/><Relationship Id="rId153" Type="http://schemas.openxmlformats.org/officeDocument/2006/relationships/customXml" Target="../ink/ink139.xml"/><Relationship Id="rId15" Type="http://schemas.openxmlformats.org/officeDocument/2006/relationships/image" Target="../media/image7.png"/><Relationship Id="rId36" Type="http://schemas.openxmlformats.org/officeDocument/2006/relationships/customXml" Target="../ink/ink80.xml"/><Relationship Id="rId57" Type="http://schemas.openxmlformats.org/officeDocument/2006/relationships/image" Target="../media/image28.png"/><Relationship Id="rId106" Type="http://schemas.openxmlformats.org/officeDocument/2006/relationships/image" Target="../media/image68.png"/><Relationship Id="rId127" Type="http://schemas.openxmlformats.org/officeDocument/2006/relationships/customXml" Target="../ink/ink126.xml"/><Relationship Id="rId10" Type="http://schemas.openxmlformats.org/officeDocument/2006/relationships/customXml" Target="../ink/ink67.xml"/><Relationship Id="rId31" Type="http://schemas.openxmlformats.org/officeDocument/2006/relationships/image" Target="../media/image15.png"/><Relationship Id="rId52" Type="http://schemas.openxmlformats.org/officeDocument/2006/relationships/customXml" Target="../ink/ink88.xml"/><Relationship Id="rId73" Type="http://schemas.openxmlformats.org/officeDocument/2006/relationships/customXml" Target="../ink/ink99.xml"/><Relationship Id="rId78" Type="http://schemas.openxmlformats.org/officeDocument/2006/relationships/image" Target="../media/image38.png"/><Relationship Id="rId94" Type="http://schemas.openxmlformats.org/officeDocument/2006/relationships/image" Target="../media/image62.png"/><Relationship Id="rId99" Type="http://schemas.openxmlformats.org/officeDocument/2006/relationships/customXml" Target="../ink/ink112.xml"/><Relationship Id="rId101" Type="http://schemas.openxmlformats.org/officeDocument/2006/relationships/customXml" Target="../ink/ink113.xml"/><Relationship Id="rId122" Type="http://schemas.openxmlformats.org/officeDocument/2006/relationships/image" Target="../media/image76.png"/><Relationship Id="rId143" Type="http://schemas.openxmlformats.org/officeDocument/2006/relationships/customXml" Target="../ink/ink134.xml"/><Relationship Id="rId148" Type="http://schemas.openxmlformats.org/officeDocument/2006/relationships/image" Target="../media/image89.png"/><Relationship Id="rId4" Type="http://schemas.openxmlformats.org/officeDocument/2006/relationships/customXml" Target="../ink/ink64.xml"/><Relationship Id="rId9" Type="http://schemas.openxmlformats.org/officeDocument/2006/relationships/image" Target="../media/image4.png"/><Relationship Id="rId26" Type="http://schemas.openxmlformats.org/officeDocument/2006/relationships/customXml" Target="../ink/ink75.xml"/><Relationship Id="rId47" Type="http://schemas.openxmlformats.org/officeDocument/2006/relationships/image" Target="../media/image23.png"/><Relationship Id="rId68" Type="http://schemas.openxmlformats.org/officeDocument/2006/relationships/customXml" Target="../ink/ink96.xml"/><Relationship Id="rId89" Type="http://schemas.openxmlformats.org/officeDocument/2006/relationships/customXml" Target="../ink/ink107.xml"/><Relationship Id="rId112" Type="http://schemas.openxmlformats.org/officeDocument/2006/relationships/image" Target="../media/image71.png"/><Relationship Id="rId133" Type="http://schemas.openxmlformats.org/officeDocument/2006/relationships/customXml" Target="../ink/ink129.xml"/><Relationship Id="rId154" Type="http://schemas.openxmlformats.org/officeDocument/2006/relationships/image" Target="../media/image92.png"/><Relationship Id="rId16" Type="http://schemas.openxmlformats.org/officeDocument/2006/relationships/customXml" Target="../ink/ink70.xml"/><Relationship Id="rId37" Type="http://schemas.openxmlformats.org/officeDocument/2006/relationships/image" Target="../media/image18.png"/><Relationship Id="rId58" Type="http://schemas.openxmlformats.org/officeDocument/2006/relationships/customXml" Target="../ink/ink91.xml"/><Relationship Id="rId79" Type="http://schemas.openxmlformats.org/officeDocument/2006/relationships/customXml" Target="../ink/ink102.xml"/><Relationship Id="rId102" Type="http://schemas.openxmlformats.org/officeDocument/2006/relationships/image" Target="../media/image66.png"/><Relationship Id="rId123" Type="http://schemas.openxmlformats.org/officeDocument/2006/relationships/customXml" Target="../ink/ink124.xml"/><Relationship Id="rId144" Type="http://schemas.openxmlformats.org/officeDocument/2006/relationships/image" Target="../media/image87.png"/><Relationship Id="rId90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98.xml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customXml" Target="../ink/ink219.xml"/><Relationship Id="rId170" Type="http://schemas.openxmlformats.org/officeDocument/2006/relationships/image" Target="../media/image124.png"/><Relationship Id="rId226" Type="http://schemas.openxmlformats.org/officeDocument/2006/relationships/image" Target="../media/image152.png"/><Relationship Id="rId107" Type="http://schemas.openxmlformats.org/officeDocument/2006/relationships/customXml" Target="../ink/ink193.xml"/><Relationship Id="rId11" Type="http://schemas.openxmlformats.org/officeDocument/2006/relationships/image" Target="../media/image5.png"/><Relationship Id="rId32" Type="http://schemas.openxmlformats.org/officeDocument/2006/relationships/customXml" Target="../ink/ink155.xml"/><Relationship Id="rId53" Type="http://schemas.openxmlformats.org/officeDocument/2006/relationships/image" Target="../media/image26.png"/><Relationship Id="rId74" Type="http://schemas.openxmlformats.org/officeDocument/2006/relationships/image" Target="../media/image36.png"/><Relationship Id="rId128" Type="http://schemas.openxmlformats.org/officeDocument/2006/relationships/image" Target="../media/image104.png"/><Relationship Id="rId149" Type="http://schemas.openxmlformats.org/officeDocument/2006/relationships/customXml" Target="../ink/ink214.xml"/><Relationship Id="rId5" Type="http://schemas.openxmlformats.org/officeDocument/2006/relationships/image" Target="../media/image2.png"/><Relationship Id="rId95" Type="http://schemas.openxmlformats.org/officeDocument/2006/relationships/customXml" Target="../ink/ink187.xml"/><Relationship Id="rId160" Type="http://schemas.openxmlformats.org/officeDocument/2006/relationships/image" Target="../media/image119.png"/><Relationship Id="rId181" Type="http://schemas.openxmlformats.org/officeDocument/2006/relationships/customXml" Target="../ink/ink230.xml"/><Relationship Id="rId216" Type="http://schemas.openxmlformats.org/officeDocument/2006/relationships/image" Target="../media/image147.png"/><Relationship Id="rId237" Type="http://schemas.openxmlformats.org/officeDocument/2006/relationships/customXml" Target="../ink/ink258.xml"/><Relationship Id="rId258" Type="http://schemas.openxmlformats.org/officeDocument/2006/relationships/image" Target="../media/image168.png"/><Relationship Id="rId22" Type="http://schemas.openxmlformats.org/officeDocument/2006/relationships/customXml" Target="../ink/ink150.xml"/><Relationship Id="rId43" Type="http://schemas.openxmlformats.org/officeDocument/2006/relationships/image" Target="../media/image21.png"/><Relationship Id="rId64" Type="http://schemas.openxmlformats.org/officeDocument/2006/relationships/customXml" Target="../ink/ink171.xml"/><Relationship Id="rId118" Type="http://schemas.openxmlformats.org/officeDocument/2006/relationships/image" Target="../media/image99.png"/><Relationship Id="rId139" Type="http://schemas.openxmlformats.org/officeDocument/2006/relationships/customXml" Target="../ink/ink209.xml"/><Relationship Id="rId85" Type="http://schemas.openxmlformats.org/officeDocument/2006/relationships/customXml" Target="../ink/ink182.xml"/><Relationship Id="rId150" Type="http://schemas.openxmlformats.org/officeDocument/2006/relationships/image" Target="../media/image75.png"/><Relationship Id="rId171" Type="http://schemas.openxmlformats.org/officeDocument/2006/relationships/customXml" Target="../ink/ink225.xml"/><Relationship Id="rId192" Type="http://schemas.openxmlformats.org/officeDocument/2006/relationships/image" Target="../media/image135.png"/><Relationship Id="rId206" Type="http://schemas.openxmlformats.org/officeDocument/2006/relationships/image" Target="../media/image142.png"/><Relationship Id="rId227" Type="http://schemas.openxmlformats.org/officeDocument/2006/relationships/customXml" Target="../ink/ink253.xml"/><Relationship Id="rId248" Type="http://schemas.openxmlformats.org/officeDocument/2006/relationships/image" Target="../media/image163.png"/><Relationship Id="rId12" Type="http://schemas.openxmlformats.org/officeDocument/2006/relationships/customXml" Target="../ink/ink145.xml"/><Relationship Id="rId33" Type="http://schemas.openxmlformats.org/officeDocument/2006/relationships/image" Target="../media/image16.png"/><Relationship Id="rId108" Type="http://schemas.openxmlformats.org/officeDocument/2006/relationships/image" Target="../media/image94.png"/><Relationship Id="rId129" Type="http://schemas.openxmlformats.org/officeDocument/2006/relationships/customXml" Target="../ink/ink204.xml"/><Relationship Id="rId54" Type="http://schemas.openxmlformats.org/officeDocument/2006/relationships/customXml" Target="../ink/ink166.xml"/><Relationship Id="rId75" Type="http://schemas.openxmlformats.org/officeDocument/2006/relationships/customXml" Target="../ink/ink177.xml"/><Relationship Id="rId96" Type="http://schemas.openxmlformats.org/officeDocument/2006/relationships/image" Target="../media/image63.png"/><Relationship Id="rId140" Type="http://schemas.openxmlformats.org/officeDocument/2006/relationships/image" Target="../media/image110.png"/><Relationship Id="rId161" Type="http://schemas.openxmlformats.org/officeDocument/2006/relationships/customXml" Target="../ink/ink220.xml"/><Relationship Id="rId182" Type="http://schemas.openxmlformats.org/officeDocument/2006/relationships/image" Target="../media/image130.png"/><Relationship Id="rId217" Type="http://schemas.openxmlformats.org/officeDocument/2006/relationships/customXml" Target="../ink/ink248.xml"/><Relationship Id="rId6" Type="http://schemas.openxmlformats.org/officeDocument/2006/relationships/customXml" Target="../ink/ink142.xml"/><Relationship Id="rId238" Type="http://schemas.openxmlformats.org/officeDocument/2006/relationships/image" Target="../media/image158.png"/><Relationship Id="rId259" Type="http://schemas.openxmlformats.org/officeDocument/2006/relationships/customXml" Target="../ink/ink269.xml"/><Relationship Id="rId23" Type="http://schemas.openxmlformats.org/officeDocument/2006/relationships/image" Target="../media/image11.png"/><Relationship Id="rId119" Type="http://schemas.openxmlformats.org/officeDocument/2006/relationships/customXml" Target="../ink/ink199.xml"/><Relationship Id="rId44" Type="http://schemas.openxmlformats.org/officeDocument/2006/relationships/customXml" Target="../ink/ink161.xml"/><Relationship Id="rId65" Type="http://schemas.openxmlformats.org/officeDocument/2006/relationships/image" Target="../media/image32.png"/><Relationship Id="rId86" Type="http://schemas.openxmlformats.org/officeDocument/2006/relationships/image" Target="../media/image52.png"/><Relationship Id="rId130" Type="http://schemas.openxmlformats.org/officeDocument/2006/relationships/image" Target="../media/image105.png"/><Relationship Id="rId151" Type="http://schemas.openxmlformats.org/officeDocument/2006/relationships/customXml" Target="../ink/ink215.xml"/><Relationship Id="rId172" Type="http://schemas.openxmlformats.org/officeDocument/2006/relationships/image" Target="../media/image125.png"/><Relationship Id="rId193" Type="http://schemas.openxmlformats.org/officeDocument/2006/relationships/customXml" Target="../ink/ink236.xml"/><Relationship Id="rId207" Type="http://schemas.openxmlformats.org/officeDocument/2006/relationships/customXml" Target="../ink/ink243.xml"/><Relationship Id="rId228" Type="http://schemas.openxmlformats.org/officeDocument/2006/relationships/image" Target="../media/image153.png"/><Relationship Id="rId249" Type="http://schemas.openxmlformats.org/officeDocument/2006/relationships/customXml" Target="../ink/ink264.xml"/><Relationship Id="rId13" Type="http://schemas.openxmlformats.org/officeDocument/2006/relationships/image" Target="../media/image6.png"/><Relationship Id="rId109" Type="http://schemas.openxmlformats.org/officeDocument/2006/relationships/customXml" Target="../ink/ink194.xml"/><Relationship Id="rId260" Type="http://schemas.openxmlformats.org/officeDocument/2006/relationships/image" Target="../media/image169.png"/><Relationship Id="rId34" Type="http://schemas.openxmlformats.org/officeDocument/2006/relationships/customXml" Target="../ink/ink156.xml"/><Relationship Id="rId55" Type="http://schemas.openxmlformats.org/officeDocument/2006/relationships/image" Target="../media/image27.png"/><Relationship Id="rId76" Type="http://schemas.openxmlformats.org/officeDocument/2006/relationships/image" Target="../media/image37.png"/><Relationship Id="rId97" Type="http://schemas.openxmlformats.org/officeDocument/2006/relationships/customXml" Target="../ink/ink188.xml"/><Relationship Id="rId120" Type="http://schemas.openxmlformats.org/officeDocument/2006/relationships/image" Target="../media/image100.png"/><Relationship Id="rId141" Type="http://schemas.openxmlformats.org/officeDocument/2006/relationships/customXml" Target="../ink/ink210.xml"/><Relationship Id="rId7" Type="http://schemas.openxmlformats.org/officeDocument/2006/relationships/image" Target="../media/image3.png"/><Relationship Id="rId162" Type="http://schemas.openxmlformats.org/officeDocument/2006/relationships/image" Target="../media/image120.png"/><Relationship Id="rId183" Type="http://schemas.openxmlformats.org/officeDocument/2006/relationships/customXml" Target="../ink/ink231.xml"/><Relationship Id="rId218" Type="http://schemas.openxmlformats.org/officeDocument/2006/relationships/image" Target="../media/image148.png"/><Relationship Id="rId239" Type="http://schemas.openxmlformats.org/officeDocument/2006/relationships/customXml" Target="../ink/ink259.xml"/><Relationship Id="rId250" Type="http://schemas.openxmlformats.org/officeDocument/2006/relationships/image" Target="../media/image164.png"/><Relationship Id="rId24" Type="http://schemas.openxmlformats.org/officeDocument/2006/relationships/customXml" Target="../ink/ink151.xml"/><Relationship Id="rId45" Type="http://schemas.openxmlformats.org/officeDocument/2006/relationships/image" Target="../media/image22.png"/><Relationship Id="rId66" Type="http://schemas.openxmlformats.org/officeDocument/2006/relationships/customXml" Target="../ink/ink172.xml"/><Relationship Id="rId87" Type="http://schemas.openxmlformats.org/officeDocument/2006/relationships/customXml" Target="../ink/ink183.xml"/><Relationship Id="rId110" Type="http://schemas.openxmlformats.org/officeDocument/2006/relationships/image" Target="../media/image95.png"/><Relationship Id="rId131" Type="http://schemas.openxmlformats.org/officeDocument/2006/relationships/customXml" Target="../ink/ink205.xml"/><Relationship Id="rId152" Type="http://schemas.openxmlformats.org/officeDocument/2006/relationships/image" Target="../media/image115.png"/><Relationship Id="rId173" Type="http://schemas.openxmlformats.org/officeDocument/2006/relationships/customXml" Target="../ink/ink226.xml"/><Relationship Id="rId194" Type="http://schemas.openxmlformats.org/officeDocument/2006/relationships/image" Target="../media/image136.png"/><Relationship Id="rId208" Type="http://schemas.openxmlformats.org/officeDocument/2006/relationships/image" Target="../media/image143.png"/><Relationship Id="rId229" Type="http://schemas.openxmlformats.org/officeDocument/2006/relationships/customXml" Target="../ink/ink254.xml"/><Relationship Id="rId240" Type="http://schemas.openxmlformats.org/officeDocument/2006/relationships/image" Target="../media/image159.png"/><Relationship Id="rId261" Type="http://schemas.openxmlformats.org/officeDocument/2006/relationships/customXml" Target="../ink/ink270.xml"/><Relationship Id="rId14" Type="http://schemas.openxmlformats.org/officeDocument/2006/relationships/customXml" Target="../ink/ink146.xml"/><Relationship Id="rId35" Type="http://schemas.openxmlformats.org/officeDocument/2006/relationships/image" Target="../media/image17.png"/><Relationship Id="rId56" Type="http://schemas.openxmlformats.org/officeDocument/2006/relationships/customXml" Target="../ink/ink167.xml"/><Relationship Id="rId77" Type="http://schemas.openxmlformats.org/officeDocument/2006/relationships/customXml" Target="../ink/ink178.xml"/><Relationship Id="rId100" Type="http://schemas.openxmlformats.org/officeDocument/2006/relationships/image" Target="../media/image65.png"/><Relationship Id="rId8" Type="http://schemas.openxmlformats.org/officeDocument/2006/relationships/customXml" Target="../ink/ink143.xml"/><Relationship Id="rId98" Type="http://schemas.openxmlformats.org/officeDocument/2006/relationships/image" Target="../media/image64.png"/><Relationship Id="rId121" Type="http://schemas.openxmlformats.org/officeDocument/2006/relationships/customXml" Target="../ink/ink200.xml"/><Relationship Id="rId142" Type="http://schemas.openxmlformats.org/officeDocument/2006/relationships/image" Target="../media/image111.png"/><Relationship Id="rId163" Type="http://schemas.openxmlformats.org/officeDocument/2006/relationships/customXml" Target="../ink/ink221.xml"/><Relationship Id="rId184" Type="http://schemas.openxmlformats.org/officeDocument/2006/relationships/image" Target="../media/image131.png"/><Relationship Id="rId219" Type="http://schemas.openxmlformats.org/officeDocument/2006/relationships/customXml" Target="../ink/ink249.xml"/><Relationship Id="rId230" Type="http://schemas.openxmlformats.org/officeDocument/2006/relationships/image" Target="../media/image154.png"/><Relationship Id="rId251" Type="http://schemas.openxmlformats.org/officeDocument/2006/relationships/customXml" Target="../ink/ink265.xml"/><Relationship Id="rId25" Type="http://schemas.openxmlformats.org/officeDocument/2006/relationships/image" Target="../media/image12.png"/><Relationship Id="rId46" Type="http://schemas.openxmlformats.org/officeDocument/2006/relationships/customXml" Target="../ink/ink162.xml"/><Relationship Id="rId67" Type="http://schemas.openxmlformats.org/officeDocument/2006/relationships/image" Target="../media/image33.png"/><Relationship Id="rId88" Type="http://schemas.openxmlformats.org/officeDocument/2006/relationships/image" Target="../media/image53.png"/><Relationship Id="rId111" Type="http://schemas.openxmlformats.org/officeDocument/2006/relationships/customXml" Target="../ink/ink195.xml"/><Relationship Id="rId132" Type="http://schemas.openxmlformats.org/officeDocument/2006/relationships/image" Target="../media/image106.png"/><Relationship Id="rId153" Type="http://schemas.openxmlformats.org/officeDocument/2006/relationships/customXml" Target="../ink/ink216.xml"/><Relationship Id="rId174" Type="http://schemas.openxmlformats.org/officeDocument/2006/relationships/image" Target="../media/image126.png"/><Relationship Id="rId195" Type="http://schemas.openxmlformats.org/officeDocument/2006/relationships/customXml" Target="../ink/ink237.xml"/><Relationship Id="rId209" Type="http://schemas.openxmlformats.org/officeDocument/2006/relationships/customXml" Target="../ink/ink244.xml"/><Relationship Id="rId220" Type="http://schemas.openxmlformats.org/officeDocument/2006/relationships/image" Target="../media/image149.png"/><Relationship Id="rId241" Type="http://schemas.openxmlformats.org/officeDocument/2006/relationships/customXml" Target="../ink/ink260.xml"/><Relationship Id="rId15" Type="http://schemas.openxmlformats.org/officeDocument/2006/relationships/image" Target="../media/image7.png"/><Relationship Id="rId36" Type="http://schemas.openxmlformats.org/officeDocument/2006/relationships/customXml" Target="../ink/ink157.xml"/><Relationship Id="rId57" Type="http://schemas.openxmlformats.org/officeDocument/2006/relationships/image" Target="../media/image28.png"/><Relationship Id="rId262" Type="http://schemas.openxmlformats.org/officeDocument/2006/relationships/image" Target="../media/image170.png"/><Relationship Id="rId78" Type="http://schemas.openxmlformats.org/officeDocument/2006/relationships/image" Target="../media/image38.png"/><Relationship Id="rId99" Type="http://schemas.openxmlformats.org/officeDocument/2006/relationships/customXml" Target="../ink/ink189.xml"/><Relationship Id="rId101" Type="http://schemas.openxmlformats.org/officeDocument/2006/relationships/customXml" Target="../ink/ink190.xml"/><Relationship Id="rId122" Type="http://schemas.openxmlformats.org/officeDocument/2006/relationships/image" Target="../media/image101.png"/><Relationship Id="rId143" Type="http://schemas.openxmlformats.org/officeDocument/2006/relationships/customXml" Target="../ink/ink211.xml"/><Relationship Id="rId164" Type="http://schemas.openxmlformats.org/officeDocument/2006/relationships/image" Target="../media/image121.png"/><Relationship Id="rId185" Type="http://schemas.openxmlformats.org/officeDocument/2006/relationships/customXml" Target="../ink/ink232.xml"/><Relationship Id="rId9" Type="http://schemas.openxmlformats.org/officeDocument/2006/relationships/image" Target="../media/image4.png"/><Relationship Id="rId210" Type="http://schemas.openxmlformats.org/officeDocument/2006/relationships/image" Target="../media/image144.png"/><Relationship Id="rId26" Type="http://schemas.openxmlformats.org/officeDocument/2006/relationships/customXml" Target="../ink/ink152.xml"/><Relationship Id="rId231" Type="http://schemas.openxmlformats.org/officeDocument/2006/relationships/customXml" Target="../ink/ink255.xml"/><Relationship Id="rId252" Type="http://schemas.openxmlformats.org/officeDocument/2006/relationships/image" Target="../media/image165.png"/><Relationship Id="rId47" Type="http://schemas.openxmlformats.org/officeDocument/2006/relationships/image" Target="../media/image23.png"/><Relationship Id="rId68" Type="http://schemas.openxmlformats.org/officeDocument/2006/relationships/customXml" Target="../ink/ink173.xml"/><Relationship Id="rId89" Type="http://schemas.openxmlformats.org/officeDocument/2006/relationships/customXml" Target="../ink/ink184.xml"/><Relationship Id="rId112" Type="http://schemas.openxmlformats.org/officeDocument/2006/relationships/image" Target="../media/image96.png"/><Relationship Id="rId133" Type="http://schemas.openxmlformats.org/officeDocument/2006/relationships/customXml" Target="../ink/ink206.xml"/><Relationship Id="rId154" Type="http://schemas.openxmlformats.org/officeDocument/2006/relationships/image" Target="../media/image116.png"/><Relationship Id="rId175" Type="http://schemas.openxmlformats.org/officeDocument/2006/relationships/customXml" Target="../ink/ink227.xml"/><Relationship Id="rId196" Type="http://schemas.openxmlformats.org/officeDocument/2006/relationships/image" Target="../media/image137.png"/><Relationship Id="rId200" Type="http://schemas.openxmlformats.org/officeDocument/2006/relationships/image" Target="../media/image139.png"/><Relationship Id="rId16" Type="http://schemas.openxmlformats.org/officeDocument/2006/relationships/customXml" Target="../ink/ink147.xml"/><Relationship Id="rId221" Type="http://schemas.openxmlformats.org/officeDocument/2006/relationships/customXml" Target="../ink/ink250.xml"/><Relationship Id="rId242" Type="http://schemas.openxmlformats.org/officeDocument/2006/relationships/image" Target="../media/image160.png"/><Relationship Id="rId263" Type="http://schemas.openxmlformats.org/officeDocument/2006/relationships/customXml" Target="../ink/ink271.xml"/><Relationship Id="rId37" Type="http://schemas.openxmlformats.org/officeDocument/2006/relationships/image" Target="../media/image18.png"/><Relationship Id="rId58" Type="http://schemas.openxmlformats.org/officeDocument/2006/relationships/customXml" Target="../ink/ink168.xml"/><Relationship Id="rId79" Type="http://schemas.openxmlformats.org/officeDocument/2006/relationships/customXml" Target="../ink/ink179.xml"/><Relationship Id="rId102" Type="http://schemas.openxmlformats.org/officeDocument/2006/relationships/image" Target="../media/image66.png"/><Relationship Id="rId123" Type="http://schemas.openxmlformats.org/officeDocument/2006/relationships/customXml" Target="../ink/ink201.xml"/><Relationship Id="rId144" Type="http://schemas.openxmlformats.org/officeDocument/2006/relationships/image" Target="../media/image112.png"/><Relationship Id="rId90" Type="http://schemas.openxmlformats.org/officeDocument/2006/relationships/image" Target="../media/image57.png"/><Relationship Id="rId165" Type="http://schemas.openxmlformats.org/officeDocument/2006/relationships/customXml" Target="../ink/ink222.xml"/><Relationship Id="rId186" Type="http://schemas.openxmlformats.org/officeDocument/2006/relationships/image" Target="../media/image132.png"/><Relationship Id="rId211" Type="http://schemas.openxmlformats.org/officeDocument/2006/relationships/customXml" Target="../ink/ink245.xml"/><Relationship Id="rId232" Type="http://schemas.openxmlformats.org/officeDocument/2006/relationships/image" Target="../media/image155.png"/><Relationship Id="rId253" Type="http://schemas.openxmlformats.org/officeDocument/2006/relationships/customXml" Target="../ink/ink266.xml"/><Relationship Id="rId27" Type="http://schemas.openxmlformats.org/officeDocument/2006/relationships/image" Target="../media/image13.png"/><Relationship Id="rId48" Type="http://schemas.openxmlformats.org/officeDocument/2006/relationships/customXml" Target="../ink/ink163.xml"/><Relationship Id="rId69" Type="http://schemas.openxmlformats.org/officeDocument/2006/relationships/image" Target="../media/image34.png"/><Relationship Id="rId113" Type="http://schemas.openxmlformats.org/officeDocument/2006/relationships/customXml" Target="../ink/ink196.xml"/><Relationship Id="rId134" Type="http://schemas.openxmlformats.org/officeDocument/2006/relationships/image" Target="../media/image107.png"/><Relationship Id="rId80" Type="http://schemas.openxmlformats.org/officeDocument/2006/relationships/image" Target="../media/image39.png"/><Relationship Id="rId155" Type="http://schemas.openxmlformats.org/officeDocument/2006/relationships/customXml" Target="../ink/ink217.xml"/><Relationship Id="rId176" Type="http://schemas.openxmlformats.org/officeDocument/2006/relationships/image" Target="../media/image127.png"/><Relationship Id="rId197" Type="http://schemas.openxmlformats.org/officeDocument/2006/relationships/customXml" Target="../ink/ink238.xml"/><Relationship Id="rId201" Type="http://schemas.openxmlformats.org/officeDocument/2006/relationships/customXml" Target="../ink/ink240.xml"/><Relationship Id="rId222" Type="http://schemas.openxmlformats.org/officeDocument/2006/relationships/image" Target="../media/image150.png"/><Relationship Id="rId243" Type="http://schemas.openxmlformats.org/officeDocument/2006/relationships/customXml" Target="../ink/ink261.xml"/><Relationship Id="rId264" Type="http://schemas.openxmlformats.org/officeDocument/2006/relationships/image" Target="../media/image171.png"/><Relationship Id="rId17" Type="http://schemas.openxmlformats.org/officeDocument/2006/relationships/image" Target="../media/image8.png"/><Relationship Id="rId38" Type="http://schemas.openxmlformats.org/officeDocument/2006/relationships/customXml" Target="../ink/ink158.xml"/><Relationship Id="rId59" Type="http://schemas.openxmlformats.org/officeDocument/2006/relationships/image" Target="../media/image29.png"/><Relationship Id="rId103" Type="http://schemas.openxmlformats.org/officeDocument/2006/relationships/customXml" Target="../ink/ink191.xml"/><Relationship Id="rId124" Type="http://schemas.openxmlformats.org/officeDocument/2006/relationships/image" Target="../media/image102.png"/><Relationship Id="rId70" Type="http://schemas.openxmlformats.org/officeDocument/2006/relationships/customXml" Target="../ink/ink174.xml"/><Relationship Id="rId91" Type="http://schemas.openxmlformats.org/officeDocument/2006/relationships/customXml" Target="../ink/ink185.xml"/><Relationship Id="rId145" Type="http://schemas.openxmlformats.org/officeDocument/2006/relationships/customXml" Target="../ink/ink212.xml"/><Relationship Id="rId166" Type="http://schemas.openxmlformats.org/officeDocument/2006/relationships/image" Target="../media/image122.png"/><Relationship Id="rId187" Type="http://schemas.openxmlformats.org/officeDocument/2006/relationships/customXml" Target="../ink/ink233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45.png"/><Relationship Id="rId233" Type="http://schemas.openxmlformats.org/officeDocument/2006/relationships/customXml" Target="../ink/ink256.xml"/><Relationship Id="rId254" Type="http://schemas.openxmlformats.org/officeDocument/2006/relationships/image" Target="../media/image166.png"/><Relationship Id="rId28" Type="http://schemas.openxmlformats.org/officeDocument/2006/relationships/customXml" Target="../ink/ink153.xml"/><Relationship Id="rId49" Type="http://schemas.openxmlformats.org/officeDocument/2006/relationships/image" Target="../media/image24.png"/><Relationship Id="rId114" Type="http://schemas.openxmlformats.org/officeDocument/2006/relationships/image" Target="../media/image97.png"/><Relationship Id="rId60" Type="http://schemas.openxmlformats.org/officeDocument/2006/relationships/customXml" Target="../ink/ink169.xml"/><Relationship Id="rId81" Type="http://schemas.openxmlformats.org/officeDocument/2006/relationships/customXml" Target="../ink/ink180.xml"/><Relationship Id="rId135" Type="http://schemas.openxmlformats.org/officeDocument/2006/relationships/customXml" Target="../ink/ink207.xml"/><Relationship Id="rId156" Type="http://schemas.openxmlformats.org/officeDocument/2006/relationships/image" Target="../media/image117.png"/><Relationship Id="rId177" Type="http://schemas.openxmlformats.org/officeDocument/2006/relationships/customXml" Target="../ink/ink228.xml"/><Relationship Id="rId198" Type="http://schemas.openxmlformats.org/officeDocument/2006/relationships/image" Target="../media/image138.png"/><Relationship Id="rId202" Type="http://schemas.openxmlformats.org/officeDocument/2006/relationships/image" Target="../media/image140.png"/><Relationship Id="rId223" Type="http://schemas.openxmlformats.org/officeDocument/2006/relationships/customXml" Target="../ink/ink251.xml"/><Relationship Id="rId244" Type="http://schemas.openxmlformats.org/officeDocument/2006/relationships/image" Target="../media/image161.png"/><Relationship Id="rId18" Type="http://schemas.openxmlformats.org/officeDocument/2006/relationships/customXml" Target="../ink/ink148.xml"/><Relationship Id="rId39" Type="http://schemas.openxmlformats.org/officeDocument/2006/relationships/image" Target="../media/image19.png"/><Relationship Id="rId265" Type="http://schemas.openxmlformats.org/officeDocument/2006/relationships/customXml" Target="../ink/ink272.xml"/><Relationship Id="rId50" Type="http://schemas.openxmlformats.org/officeDocument/2006/relationships/customXml" Target="../ink/ink164.xml"/><Relationship Id="rId104" Type="http://schemas.openxmlformats.org/officeDocument/2006/relationships/image" Target="../media/image67.png"/><Relationship Id="rId125" Type="http://schemas.openxmlformats.org/officeDocument/2006/relationships/customXml" Target="../ink/ink202.xml"/><Relationship Id="rId146" Type="http://schemas.openxmlformats.org/officeDocument/2006/relationships/image" Target="../media/image113.png"/><Relationship Id="rId167" Type="http://schemas.openxmlformats.org/officeDocument/2006/relationships/customXml" Target="../ink/ink223.xml"/><Relationship Id="rId188" Type="http://schemas.openxmlformats.org/officeDocument/2006/relationships/image" Target="../media/image133.png"/><Relationship Id="rId71" Type="http://schemas.openxmlformats.org/officeDocument/2006/relationships/customXml" Target="../ink/ink175.xml"/><Relationship Id="rId92" Type="http://schemas.openxmlformats.org/officeDocument/2006/relationships/image" Target="../media/image58.png"/><Relationship Id="rId213" Type="http://schemas.openxmlformats.org/officeDocument/2006/relationships/customXml" Target="../ink/ink246.xml"/><Relationship Id="rId234" Type="http://schemas.openxmlformats.org/officeDocument/2006/relationships/image" Target="../media/image156.png"/><Relationship Id="rId2" Type="http://schemas.openxmlformats.org/officeDocument/2006/relationships/customXml" Target="../ink/ink140.xml"/><Relationship Id="rId29" Type="http://schemas.openxmlformats.org/officeDocument/2006/relationships/image" Target="../media/image14.png"/><Relationship Id="rId255" Type="http://schemas.openxmlformats.org/officeDocument/2006/relationships/customXml" Target="../ink/ink267.xml"/><Relationship Id="rId40" Type="http://schemas.openxmlformats.org/officeDocument/2006/relationships/customXml" Target="../ink/ink159.xml"/><Relationship Id="rId115" Type="http://schemas.openxmlformats.org/officeDocument/2006/relationships/customXml" Target="../ink/ink197.xml"/><Relationship Id="rId136" Type="http://schemas.openxmlformats.org/officeDocument/2006/relationships/image" Target="../media/image108.png"/><Relationship Id="rId157" Type="http://schemas.openxmlformats.org/officeDocument/2006/relationships/customXml" Target="../ink/ink218.xml"/><Relationship Id="rId178" Type="http://schemas.openxmlformats.org/officeDocument/2006/relationships/image" Target="../media/image128.png"/><Relationship Id="rId61" Type="http://schemas.openxmlformats.org/officeDocument/2006/relationships/image" Target="../media/image30.png"/><Relationship Id="rId82" Type="http://schemas.openxmlformats.org/officeDocument/2006/relationships/image" Target="../media/image40.png"/><Relationship Id="rId199" Type="http://schemas.openxmlformats.org/officeDocument/2006/relationships/customXml" Target="../ink/ink239.xml"/><Relationship Id="rId203" Type="http://schemas.openxmlformats.org/officeDocument/2006/relationships/customXml" Target="../ink/ink241.xml"/><Relationship Id="rId19" Type="http://schemas.openxmlformats.org/officeDocument/2006/relationships/image" Target="../media/image9.png"/><Relationship Id="rId224" Type="http://schemas.openxmlformats.org/officeDocument/2006/relationships/image" Target="../media/image151.png"/><Relationship Id="rId245" Type="http://schemas.openxmlformats.org/officeDocument/2006/relationships/customXml" Target="../ink/ink262.xml"/><Relationship Id="rId266" Type="http://schemas.openxmlformats.org/officeDocument/2006/relationships/image" Target="../media/image172.png"/><Relationship Id="rId30" Type="http://schemas.openxmlformats.org/officeDocument/2006/relationships/customXml" Target="../ink/ink154.xml"/><Relationship Id="rId105" Type="http://schemas.openxmlformats.org/officeDocument/2006/relationships/customXml" Target="../ink/ink192.xml"/><Relationship Id="rId126" Type="http://schemas.openxmlformats.org/officeDocument/2006/relationships/image" Target="../media/image103.png"/><Relationship Id="rId147" Type="http://schemas.openxmlformats.org/officeDocument/2006/relationships/customXml" Target="../ink/ink213.xml"/><Relationship Id="rId168" Type="http://schemas.openxmlformats.org/officeDocument/2006/relationships/image" Target="../media/image123.png"/><Relationship Id="rId51" Type="http://schemas.openxmlformats.org/officeDocument/2006/relationships/image" Target="../media/image25.png"/><Relationship Id="rId72" Type="http://schemas.openxmlformats.org/officeDocument/2006/relationships/image" Target="../media/image35.png"/><Relationship Id="rId93" Type="http://schemas.openxmlformats.org/officeDocument/2006/relationships/customXml" Target="../ink/ink186.xml"/><Relationship Id="rId189" Type="http://schemas.openxmlformats.org/officeDocument/2006/relationships/customXml" Target="../ink/ink234.xml"/><Relationship Id="rId3" Type="http://schemas.openxmlformats.org/officeDocument/2006/relationships/image" Target="../media/image1.png"/><Relationship Id="rId214" Type="http://schemas.openxmlformats.org/officeDocument/2006/relationships/image" Target="../media/image146.png"/><Relationship Id="rId235" Type="http://schemas.openxmlformats.org/officeDocument/2006/relationships/customXml" Target="../ink/ink257.xml"/><Relationship Id="rId256" Type="http://schemas.openxmlformats.org/officeDocument/2006/relationships/image" Target="../media/image167.png"/><Relationship Id="rId116" Type="http://schemas.openxmlformats.org/officeDocument/2006/relationships/image" Target="../media/image98.png"/><Relationship Id="rId137" Type="http://schemas.openxmlformats.org/officeDocument/2006/relationships/customXml" Target="../ink/ink208.xml"/><Relationship Id="rId158" Type="http://schemas.openxmlformats.org/officeDocument/2006/relationships/image" Target="../media/image118.png"/><Relationship Id="rId20" Type="http://schemas.openxmlformats.org/officeDocument/2006/relationships/customXml" Target="../ink/ink149.xml"/><Relationship Id="rId41" Type="http://schemas.openxmlformats.org/officeDocument/2006/relationships/image" Target="../media/image20.png"/><Relationship Id="rId62" Type="http://schemas.openxmlformats.org/officeDocument/2006/relationships/customXml" Target="../ink/ink170.xml"/><Relationship Id="rId83" Type="http://schemas.openxmlformats.org/officeDocument/2006/relationships/customXml" Target="../ink/ink181.xml"/><Relationship Id="rId179" Type="http://schemas.openxmlformats.org/officeDocument/2006/relationships/customXml" Target="../ink/ink229.xml"/><Relationship Id="rId190" Type="http://schemas.openxmlformats.org/officeDocument/2006/relationships/image" Target="../media/image134.png"/><Relationship Id="rId204" Type="http://schemas.openxmlformats.org/officeDocument/2006/relationships/image" Target="../media/image141.png"/><Relationship Id="rId225" Type="http://schemas.openxmlformats.org/officeDocument/2006/relationships/customXml" Target="../ink/ink252.xml"/><Relationship Id="rId246" Type="http://schemas.openxmlformats.org/officeDocument/2006/relationships/image" Target="../media/image162.png"/><Relationship Id="rId106" Type="http://schemas.openxmlformats.org/officeDocument/2006/relationships/image" Target="../media/image93.png"/><Relationship Id="rId127" Type="http://schemas.openxmlformats.org/officeDocument/2006/relationships/customXml" Target="../ink/ink203.xml"/><Relationship Id="rId10" Type="http://schemas.openxmlformats.org/officeDocument/2006/relationships/customXml" Target="../ink/ink144.xml"/><Relationship Id="rId31" Type="http://schemas.openxmlformats.org/officeDocument/2006/relationships/image" Target="../media/image15.png"/><Relationship Id="rId52" Type="http://schemas.openxmlformats.org/officeDocument/2006/relationships/customXml" Target="../ink/ink165.xml"/><Relationship Id="rId73" Type="http://schemas.openxmlformats.org/officeDocument/2006/relationships/customXml" Target="../ink/ink176.xml"/><Relationship Id="rId94" Type="http://schemas.openxmlformats.org/officeDocument/2006/relationships/image" Target="../media/image62.png"/><Relationship Id="rId148" Type="http://schemas.openxmlformats.org/officeDocument/2006/relationships/image" Target="../media/image114.png"/><Relationship Id="rId169" Type="http://schemas.openxmlformats.org/officeDocument/2006/relationships/customXml" Target="../ink/ink224.xml"/><Relationship Id="rId4" Type="http://schemas.openxmlformats.org/officeDocument/2006/relationships/customXml" Target="../ink/ink141.xml"/><Relationship Id="rId180" Type="http://schemas.openxmlformats.org/officeDocument/2006/relationships/image" Target="../media/image129.png"/><Relationship Id="rId215" Type="http://schemas.openxmlformats.org/officeDocument/2006/relationships/customXml" Target="../ink/ink247.xml"/><Relationship Id="rId236" Type="http://schemas.openxmlformats.org/officeDocument/2006/relationships/image" Target="../media/image157.png"/><Relationship Id="rId257" Type="http://schemas.openxmlformats.org/officeDocument/2006/relationships/customXml" Target="../ink/ink268.xml"/><Relationship Id="rId42" Type="http://schemas.openxmlformats.org/officeDocument/2006/relationships/customXml" Target="../ink/ink160.xml"/><Relationship Id="rId84" Type="http://schemas.openxmlformats.org/officeDocument/2006/relationships/image" Target="../media/image41.png"/><Relationship Id="rId138" Type="http://schemas.openxmlformats.org/officeDocument/2006/relationships/image" Target="../media/image109.png"/><Relationship Id="rId191" Type="http://schemas.openxmlformats.org/officeDocument/2006/relationships/customXml" Target="../ink/ink235.xml"/><Relationship Id="rId205" Type="http://schemas.openxmlformats.org/officeDocument/2006/relationships/customXml" Target="../ink/ink242.xml"/><Relationship Id="rId247" Type="http://schemas.openxmlformats.org/officeDocument/2006/relationships/customXml" Target="../ink/ink263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31.xml"/><Relationship Id="rId21" Type="http://schemas.openxmlformats.org/officeDocument/2006/relationships/image" Target="../media/image10.png"/><Relationship Id="rId42" Type="http://schemas.openxmlformats.org/officeDocument/2006/relationships/customXml" Target="../ink/ink293.xml"/><Relationship Id="rId63" Type="http://schemas.openxmlformats.org/officeDocument/2006/relationships/image" Target="../media/image31.png"/><Relationship Id="rId84" Type="http://schemas.openxmlformats.org/officeDocument/2006/relationships/image" Target="../media/image41.png"/><Relationship Id="rId138" Type="http://schemas.openxmlformats.org/officeDocument/2006/relationships/image" Target="../media/image109.png"/><Relationship Id="rId159" Type="http://schemas.openxmlformats.org/officeDocument/2006/relationships/customXml" Target="../ink/ink352.xml"/><Relationship Id="rId170" Type="http://schemas.openxmlformats.org/officeDocument/2006/relationships/image" Target="../media/image188.png"/><Relationship Id="rId191" Type="http://schemas.openxmlformats.org/officeDocument/2006/relationships/customXml" Target="../ink/ink368.xml"/><Relationship Id="rId107" Type="http://schemas.openxmlformats.org/officeDocument/2006/relationships/customXml" Target="../ink/ink326.xml"/><Relationship Id="rId11" Type="http://schemas.openxmlformats.org/officeDocument/2006/relationships/image" Target="../media/image5.png"/><Relationship Id="rId32" Type="http://schemas.openxmlformats.org/officeDocument/2006/relationships/customXml" Target="../ink/ink288.xml"/><Relationship Id="rId53" Type="http://schemas.openxmlformats.org/officeDocument/2006/relationships/image" Target="../media/image26.png"/><Relationship Id="rId74" Type="http://schemas.openxmlformats.org/officeDocument/2006/relationships/image" Target="../media/image36.png"/><Relationship Id="rId128" Type="http://schemas.openxmlformats.org/officeDocument/2006/relationships/image" Target="../media/image104.png"/><Relationship Id="rId149" Type="http://schemas.openxmlformats.org/officeDocument/2006/relationships/customXml" Target="../ink/ink347.xml"/><Relationship Id="rId5" Type="http://schemas.openxmlformats.org/officeDocument/2006/relationships/image" Target="../media/image2.png"/><Relationship Id="rId95" Type="http://schemas.openxmlformats.org/officeDocument/2006/relationships/customXml" Target="../ink/ink320.xml"/><Relationship Id="rId160" Type="http://schemas.openxmlformats.org/officeDocument/2006/relationships/image" Target="../media/image183.png"/><Relationship Id="rId181" Type="http://schemas.openxmlformats.org/officeDocument/2006/relationships/customXml" Target="../ink/ink363.xml"/><Relationship Id="rId22" Type="http://schemas.openxmlformats.org/officeDocument/2006/relationships/customXml" Target="../ink/ink283.xml"/><Relationship Id="rId43" Type="http://schemas.openxmlformats.org/officeDocument/2006/relationships/image" Target="../media/image21.png"/><Relationship Id="rId64" Type="http://schemas.openxmlformats.org/officeDocument/2006/relationships/customXml" Target="../ink/ink304.xml"/><Relationship Id="rId118" Type="http://schemas.openxmlformats.org/officeDocument/2006/relationships/image" Target="../media/image99.png"/><Relationship Id="rId139" Type="http://schemas.openxmlformats.org/officeDocument/2006/relationships/customXml" Target="../ink/ink342.xml"/><Relationship Id="rId85" Type="http://schemas.openxmlformats.org/officeDocument/2006/relationships/customXml" Target="../ink/ink315.xml"/><Relationship Id="rId150" Type="http://schemas.openxmlformats.org/officeDocument/2006/relationships/image" Target="../media/image178.png"/><Relationship Id="rId171" Type="http://schemas.openxmlformats.org/officeDocument/2006/relationships/customXml" Target="../ink/ink358.xml"/><Relationship Id="rId192" Type="http://schemas.openxmlformats.org/officeDocument/2006/relationships/image" Target="../media/image199.png"/><Relationship Id="rId12" Type="http://schemas.openxmlformats.org/officeDocument/2006/relationships/customXml" Target="../ink/ink278.xml"/><Relationship Id="rId33" Type="http://schemas.openxmlformats.org/officeDocument/2006/relationships/image" Target="../media/image16.png"/><Relationship Id="rId108" Type="http://schemas.openxmlformats.org/officeDocument/2006/relationships/image" Target="../media/image94.png"/><Relationship Id="rId129" Type="http://schemas.openxmlformats.org/officeDocument/2006/relationships/customXml" Target="../ink/ink337.xml"/><Relationship Id="rId54" Type="http://schemas.openxmlformats.org/officeDocument/2006/relationships/customXml" Target="../ink/ink299.xml"/><Relationship Id="rId75" Type="http://schemas.openxmlformats.org/officeDocument/2006/relationships/customXml" Target="../ink/ink310.xml"/><Relationship Id="rId96" Type="http://schemas.openxmlformats.org/officeDocument/2006/relationships/image" Target="../media/image63.png"/><Relationship Id="rId140" Type="http://schemas.openxmlformats.org/officeDocument/2006/relationships/image" Target="../media/image173.png"/><Relationship Id="rId161" Type="http://schemas.openxmlformats.org/officeDocument/2006/relationships/customXml" Target="../ink/ink353.xml"/><Relationship Id="rId182" Type="http://schemas.openxmlformats.org/officeDocument/2006/relationships/image" Target="../media/image194.png"/><Relationship Id="rId6" Type="http://schemas.openxmlformats.org/officeDocument/2006/relationships/customXml" Target="../ink/ink275.xml"/><Relationship Id="rId23" Type="http://schemas.openxmlformats.org/officeDocument/2006/relationships/image" Target="../media/image11.png"/><Relationship Id="rId119" Type="http://schemas.openxmlformats.org/officeDocument/2006/relationships/customXml" Target="../ink/ink332.xml"/><Relationship Id="rId44" Type="http://schemas.openxmlformats.org/officeDocument/2006/relationships/customXml" Target="../ink/ink294.xml"/><Relationship Id="rId65" Type="http://schemas.openxmlformats.org/officeDocument/2006/relationships/image" Target="../media/image32.png"/><Relationship Id="rId86" Type="http://schemas.openxmlformats.org/officeDocument/2006/relationships/image" Target="../media/image52.png"/><Relationship Id="rId130" Type="http://schemas.openxmlformats.org/officeDocument/2006/relationships/image" Target="../media/image105.png"/><Relationship Id="rId151" Type="http://schemas.openxmlformats.org/officeDocument/2006/relationships/customXml" Target="../ink/ink348.xml"/><Relationship Id="rId172" Type="http://schemas.openxmlformats.org/officeDocument/2006/relationships/image" Target="../media/image189.png"/><Relationship Id="rId13" Type="http://schemas.openxmlformats.org/officeDocument/2006/relationships/image" Target="../media/image6.png"/><Relationship Id="rId18" Type="http://schemas.openxmlformats.org/officeDocument/2006/relationships/customXml" Target="../ink/ink281.xml"/><Relationship Id="rId39" Type="http://schemas.openxmlformats.org/officeDocument/2006/relationships/image" Target="../media/image19.png"/><Relationship Id="rId109" Type="http://schemas.openxmlformats.org/officeDocument/2006/relationships/customXml" Target="../ink/ink327.xml"/><Relationship Id="rId34" Type="http://schemas.openxmlformats.org/officeDocument/2006/relationships/customXml" Target="../ink/ink289.xml"/><Relationship Id="rId50" Type="http://schemas.openxmlformats.org/officeDocument/2006/relationships/customXml" Target="../ink/ink297.xml"/><Relationship Id="rId55" Type="http://schemas.openxmlformats.org/officeDocument/2006/relationships/image" Target="../media/image27.png"/><Relationship Id="rId76" Type="http://schemas.openxmlformats.org/officeDocument/2006/relationships/image" Target="../media/image37.png"/><Relationship Id="rId97" Type="http://schemas.openxmlformats.org/officeDocument/2006/relationships/customXml" Target="../ink/ink321.xml"/><Relationship Id="rId104" Type="http://schemas.openxmlformats.org/officeDocument/2006/relationships/image" Target="../media/image67.png"/><Relationship Id="rId120" Type="http://schemas.openxmlformats.org/officeDocument/2006/relationships/image" Target="../media/image100.png"/><Relationship Id="rId125" Type="http://schemas.openxmlformats.org/officeDocument/2006/relationships/customXml" Target="../ink/ink335.xml"/><Relationship Id="rId141" Type="http://schemas.openxmlformats.org/officeDocument/2006/relationships/customXml" Target="../ink/ink343.xml"/><Relationship Id="rId146" Type="http://schemas.openxmlformats.org/officeDocument/2006/relationships/image" Target="../media/image176.png"/><Relationship Id="rId167" Type="http://schemas.openxmlformats.org/officeDocument/2006/relationships/customXml" Target="../ink/ink356.xml"/><Relationship Id="rId188" Type="http://schemas.openxmlformats.org/officeDocument/2006/relationships/image" Target="../media/image197.png"/><Relationship Id="rId7" Type="http://schemas.openxmlformats.org/officeDocument/2006/relationships/image" Target="../media/image3.png"/><Relationship Id="rId71" Type="http://schemas.openxmlformats.org/officeDocument/2006/relationships/customXml" Target="../ink/ink308.xml"/><Relationship Id="rId92" Type="http://schemas.openxmlformats.org/officeDocument/2006/relationships/image" Target="../media/image58.png"/><Relationship Id="rId162" Type="http://schemas.openxmlformats.org/officeDocument/2006/relationships/image" Target="../media/image184.png"/><Relationship Id="rId183" Type="http://schemas.openxmlformats.org/officeDocument/2006/relationships/customXml" Target="../ink/ink364.xml"/><Relationship Id="rId2" Type="http://schemas.openxmlformats.org/officeDocument/2006/relationships/customXml" Target="../ink/ink273.xml"/><Relationship Id="rId29" Type="http://schemas.openxmlformats.org/officeDocument/2006/relationships/image" Target="../media/image14.png"/><Relationship Id="rId24" Type="http://schemas.openxmlformats.org/officeDocument/2006/relationships/customXml" Target="../ink/ink284.xml"/><Relationship Id="rId40" Type="http://schemas.openxmlformats.org/officeDocument/2006/relationships/customXml" Target="../ink/ink292.xml"/><Relationship Id="rId45" Type="http://schemas.openxmlformats.org/officeDocument/2006/relationships/image" Target="../media/image22.png"/><Relationship Id="rId66" Type="http://schemas.openxmlformats.org/officeDocument/2006/relationships/customXml" Target="../ink/ink305.xml"/><Relationship Id="rId87" Type="http://schemas.openxmlformats.org/officeDocument/2006/relationships/customXml" Target="../ink/ink316.xml"/><Relationship Id="rId110" Type="http://schemas.openxmlformats.org/officeDocument/2006/relationships/image" Target="../media/image95.png"/><Relationship Id="rId115" Type="http://schemas.openxmlformats.org/officeDocument/2006/relationships/customXml" Target="../ink/ink330.xml"/><Relationship Id="rId131" Type="http://schemas.openxmlformats.org/officeDocument/2006/relationships/customXml" Target="../ink/ink338.xml"/><Relationship Id="rId136" Type="http://schemas.openxmlformats.org/officeDocument/2006/relationships/image" Target="../media/image108.png"/><Relationship Id="rId157" Type="http://schemas.openxmlformats.org/officeDocument/2006/relationships/customXml" Target="../ink/ink351.xml"/><Relationship Id="rId178" Type="http://schemas.openxmlformats.org/officeDocument/2006/relationships/image" Target="../media/image192.png"/><Relationship Id="rId61" Type="http://schemas.openxmlformats.org/officeDocument/2006/relationships/image" Target="../media/image30.png"/><Relationship Id="rId82" Type="http://schemas.openxmlformats.org/officeDocument/2006/relationships/image" Target="../media/image40.png"/><Relationship Id="rId152" Type="http://schemas.openxmlformats.org/officeDocument/2006/relationships/image" Target="../media/image179.png"/><Relationship Id="rId173" Type="http://schemas.openxmlformats.org/officeDocument/2006/relationships/customXml" Target="../ink/ink359.xml"/><Relationship Id="rId19" Type="http://schemas.openxmlformats.org/officeDocument/2006/relationships/image" Target="../media/image9.png"/><Relationship Id="rId14" Type="http://schemas.openxmlformats.org/officeDocument/2006/relationships/customXml" Target="../ink/ink279.xml"/><Relationship Id="rId30" Type="http://schemas.openxmlformats.org/officeDocument/2006/relationships/customXml" Target="../ink/ink287.xml"/><Relationship Id="rId35" Type="http://schemas.openxmlformats.org/officeDocument/2006/relationships/image" Target="../media/image17.png"/><Relationship Id="rId56" Type="http://schemas.openxmlformats.org/officeDocument/2006/relationships/customXml" Target="../ink/ink300.xml"/><Relationship Id="rId77" Type="http://schemas.openxmlformats.org/officeDocument/2006/relationships/customXml" Target="../ink/ink311.xml"/><Relationship Id="rId100" Type="http://schemas.openxmlformats.org/officeDocument/2006/relationships/image" Target="../media/image65.png"/><Relationship Id="rId105" Type="http://schemas.openxmlformats.org/officeDocument/2006/relationships/customXml" Target="../ink/ink325.xml"/><Relationship Id="rId126" Type="http://schemas.openxmlformats.org/officeDocument/2006/relationships/image" Target="../media/image103.png"/><Relationship Id="rId147" Type="http://schemas.openxmlformats.org/officeDocument/2006/relationships/customXml" Target="../ink/ink346.xml"/><Relationship Id="rId168" Type="http://schemas.openxmlformats.org/officeDocument/2006/relationships/image" Target="../media/image187.png"/><Relationship Id="rId8" Type="http://schemas.openxmlformats.org/officeDocument/2006/relationships/customXml" Target="../ink/ink276.xml"/><Relationship Id="rId51" Type="http://schemas.openxmlformats.org/officeDocument/2006/relationships/image" Target="../media/image25.png"/><Relationship Id="rId72" Type="http://schemas.openxmlformats.org/officeDocument/2006/relationships/image" Target="../media/image35.png"/><Relationship Id="rId93" Type="http://schemas.openxmlformats.org/officeDocument/2006/relationships/customXml" Target="../ink/ink319.xml"/><Relationship Id="rId98" Type="http://schemas.openxmlformats.org/officeDocument/2006/relationships/image" Target="../media/image64.png"/><Relationship Id="rId121" Type="http://schemas.openxmlformats.org/officeDocument/2006/relationships/customXml" Target="../ink/ink333.xml"/><Relationship Id="rId142" Type="http://schemas.openxmlformats.org/officeDocument/2006/relationships/image" Target="../media/image174.png"/><Relationship Id="rId163" Type="http://schemas.openxmlformats.org/officeDocument/2006/relationships/customXml" Target="../ink/ink354.xml"/><Relationship Id="rId184" Type="http://schemas.openxmlformats.org/officeDocument/2006/relationships/image" Target="../media/image195.png"/><Relationship Id="rId189" Type="http://schemas.openxmlformats.org/officeDocument/2006/relationships/customXml" Target="../ink/ink367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95.xml"/><Relationship Id="rId67" Type="http://schemas.openxmlformats.org/officeDocument/2006/relationships/image" Target="../media/image33.png"/><Relationship Id="rId116" Type="http://schemas.openxmlformats.org/officeDocument/2006/relationships/image" Target="../media/image98.png"/><Relationship Id="rId137" Type="http://schemas.openxmlformats.org/officeDocument/2006/relationships/customXml" Target="../ink/ink341.xml"/><Relationship Id="rId158" Type="http://schemas.openxmlformats.org/officeDocument/2006/relationships/image" Target="../media/image182.png"/><Relationship Id="rId20" Type="http://schemas.openxmlformats.org/officeDocument/2006/relationships/customXml" Target="../ink/ink282.xml"/><Relationship Id="rId41" Type="http://schemas.openxmlformats.org/officeDocument/2006/relationships/image" Target="../media/image20.png"/><Relationship Id="rId62" Type="http://schemas.openxmlformats.org/officeDocument/2006/relationships/customXml" Target="../ink/ink303.xml"/><Relationship Id="rId83" Type="http://schemas.openxmlformats.org/officeDocument/2006/relationships/customXml" Target="../ink/ink314.xml"/><Relationship Id="rId88" Type="http://schemas.openxmlformats.org/officeDocument/2006/relationships/image" Target="../media/image53.png"/><Relationship Id="rId111" Type="http://schemas.openxmlformats.org/officeDocument/2006/relationships/customXml" Target="../ink/ink328.xml"/><Relationship Id="rId132" Type="http://schemas.openxmlformats.org/officeDocument/2006/relationships/image" Target="../media/image106.png"/><Relationship Id="rId153" Type="http://schemas.openxmlformats.org/officeDocument/2006/relationships/customXml" Target="../ink/ink349.xml"/><Relationship Id="rId174" Type="http://schemas.openxmlformats.org/officeDocument/2006/relationships/image" Target="../media/image190.png"/><Relationship Id="rId179" Type="http://schemas.openxmlformats.org/officeDocument/2006/relationships/customXml" Target="../ink/ink362.xml"/><Relationship Id="rId190" Type="http://schemas.openxmlformats.org/officeDocument/2006/relationships/image" Target="../media/image198.png"/><Relationship Id="rId15" Type="http://schemas.openxmlformats.org/officeDocument/2006/relationships/image" Target="../media/image7.png"/><Relationship Id="rId36" Type="http://schemas.openxmlformats.org/officeDocument/2006/relationships/customXml" Target="../ink/ink290.xml"/><Relationship Id="rId57" Type="http://schemas.openxmlformats.org/officeDocument/2006/relationships/image" Target="../media/image28.png"/><Relationship Id="rId106" Type="http://schemas.openxmlformats.org/officeDocument/2006/relationships/image" Target="../media/image93.png"/><Relationship Id="rId127" Type="http://schemas.openxmlformats.org/officeDocument/2006/relationships/customXml" Target="../ink/ink336.xml"/><Relationship Id="rId10" Type="http://schemas.openxmlformats.org/officeDocument/2006/relationships/customXml" Target="../ink/ink277.xml"/><Relationship Id="rId31" Type="http://schemas.openxmlformats.org/officeDocument/2006/relationships/image" Target="../media/image15.png"/><Relationship Id="rId52" Type="http://schemas.openxmlformats.org/officeDocument/2006/relationships/customXml" Target="../ink/ink298.xml"/><Relationship Id="rId73" Type="http://schemas.openxmlformats.org/officeDocument/2006/relationships/customXml" Target="../ink/ink309.xml"/><Relationship Id="rId78" Type="http://schemas.openxmlformats.org/officeDocument/2006/relationships/image" Target="../media/image38.png"/><Relationship Id="rId94" Type="http://schemas.openxmlformats.org/officeDocument/2006/relationships/image" Target="../media/image62.png"/><Relationship Id="rId99" Type="http://schemas.openxmlformats.org/officeDocument/2006/relationships/customXml" Target="../ink/ink322.xml"/><Relationship Id="rId101" Type="http://schemas.openxmlformats.org/officeDocument/2006/relationships/customXml" Target="../ink/ink323.xml"/><Relationship Id="rId122" Type="http://schemas.openxmlformats.org/officeDocument/2006/relationships/image" Target="../media/image101.png"/><Relationship Id="rId143" Type="http://schemas.openxmlformats.org/officeDocument/2006/relationships/customXml" Target="../ink/ink344.xml"/><Relationship Id="rId148" Type="http://schemas.openxmlformats.org/officeDocument/2006/relationships/image" Target="../media/image177.png"/><Relationship Id="rId164" Type="http://schemas.openxmlformats.org/officeDocument/2006/relationships/image" Target="../media/image185.png"/><Relationship Id="rId169" Type="http://schemas.openxmlformats.org/officeDocument/2006/relationships/customXml" Target="../ink/ink357.xml"/><Relationship Id="rId185" Type="http://schemas.openxmlformats.org/officeDocument/2006/relationships/customXml" Target="../ink/ink365.xml"/><Relationship Id="rId4" Type="http://schemas.openxmlformats.org/officeDocument/2006/relationships/customXml" Target="../ink/ink274.xml"/><Relationship Id="rId9" Type="http://schemas.openxmlformats.org/officeDocument/2006/relationships/image" Target="../media/image4.png"/><Relationship Id="rId180" Type="http://schemas.openxmlformats.org/officeDocument/2006/relationships/image" Target="../media/image193.png"/><Relationship Id="rId26" Type="http://schemas.openxmlformats.org/officeDocument/2006/relationships/customXml" Target="../ink/ink285.xml"/><Relationship Id="rId47" Type="http://schemas.openxmlformats.org/officeDocument/2006/relationships/image" Target="../media/image23.png"/><Relationship Id="rId68" Type="http://schemas.openxmlformats.org/officeDocument/2006/relationships/customXml" Target="../ink/ink306.xml"/><Relationship Id="rId89" Type="http://schemas.openxmlformats.org/officeDocument/2006/relationships/customXml" Target="../ink/ink317.xml"/><Relationship Id="rId112" Type="http://schemas.openxmlformats.org/officeDocument/2006/relationships/image" Target="../media/image96.png"/><Relationship Id="rId133" Type="http://schemas.openxmlformats.org/officeDocument/2006/relationships/customXml" Target="../ink/ink339.xml"/><Relationship Id="rId154" Type="http://schemas.openxmlformats.org/officeDocument/2006/relationships/image" Target="../media/image180.png"/><Relationship Id="rId175" Type="http://schemas.openxmlformats.org/officeDocument/2006/relationships/customXml" Target="../ink/ink360.xml"/><Relationship Id="rId16" Type="http://schemas.openxmlformats.org/officeDocument/2006/relationships/customXml" Target="../ink/ink280.xml"/><Relationship Id="rId37" Type="http://schemas.openxmlformats.org/officeDocument/2006/relationships/image" Target="../media/image18.png"/><Relationship Id="rId58" Type="http://schemas.openxmlformats.org/officeDocument/2006/relationships/customXml" Target="../ink/ink301.xml"/><Relationship Id="rId79" Type="http://schemas.openxmlformats.org/officeDocument/2006/relationships/customXml" Target="../ink/ink312.xml"/><Relationship Id="rId102" Type="http://schemas.openxmlformats.org/officeDocument/2006/relationships/image" Target="../media/image66.png"/><Relationship Id="rId123" Type="http://schemas.openxmlformats.org/officeDocument/2006/relationships/customXml" Target="../ink/ink334.xml"/><Relationship Id="rId144" Type="http://schemas.openxmlformats.org/officeDocument/2006/relationships/image" Target="../media/image175.png"/><Relationship Id="rId90" Type="http://schemas.openxmlformats.org/officeDocument/2006/relationships/image" Target="../media/image57.png"/><Relationship Id="rId165" Type="http://schemas.openxmlformats.org/officeDocument/2006/relationships/customXml" Target="../ink/ink355.xml"/><Relationship Id="rId186" Type="http://schemas.openxmlformats.org/officeDocument/2006/relationships/image" Target="../media/image196.png"/><Relationship Id="rId27" Type="http://schemas.openxmlformats.org/officeDocument/2006/relationships/image" Target="../media/image13.png"/><Relationship Id="rId48" Type="http://schemas.openxmlformats.org/officeDocument/2006/relationships/customXml" Target="../ink/ink296.xml"/><Relationship Id="rId69" Type="http://schemas.openxmlformats.org/officeDocument/2006/relationships/image" Target="../media/image34.png"/><Relationship Id="rId113" Type="http://schemas.openxmlformats.org/officeDocument/2006/relationships/customXml" Target="../ink/ink329.xml"/><Relationship Id="rId134" Type="http://schemas.openxmlformats.org/officeDocument/2006/relationships/image" Target="../media/image107.png"/><Relationship Id="rId80" Type="http://schemas.openxmlformats.org/officeDocument/2006/relationships/image" Target="../media/image39.png"/><Relationship Id="rId155" Type="http://schemas.openxmlformats.org/officeDocument/2006/relationships/customXml" Target="../ink/ink350.xml"/><Relationship Id="rId176" Type="http://schemas.openxmlformats.org/officeDocument/2006/relationships/image" Target="../media/image191.png"/><Relationship Id="rId17" Type="http://schemas.openxmlformats.org/officeDocument/2006/relationships/image" Target="../media/image8.png"/><Relationship Id="rId38" Type="http://schemas.openxmlformats.org/officeDocument/2006/relationships/customXml" Target="../ink/ink291.xml"/><Relationship Id="rId59" Type="http://schemas.openxmlformats.org/officeDocument/2006/relationships/image" Target="../media/image29.png"/><Relationship Id="rId103" Type="http://schemas.openxmlformats.org/officeDocument/2006/relationships/customXml" Target="../ink/ink324.xml"/><Relationship Id="rId124" Type="http://schemas.openxmlformats.org/officeDocument/2006/relationships/image" Target="../media/image102.png"/><Relationship Id="rId70" Type="http://schemas.openxmlformats.org/officeDocument/2006/relationships/customXml" Target="../ink/ink307.xml"/><Relationship Id="rId91" Type="http://schemas.openxmlformats.org/officeDocument/2006/relationships/customXml" Target="../ink/ink318.xml"/><Relationship Id="rId145" Type="http://schemas.openxmlformats.org/officeDocument/2006/relationships/customXml" Target="../ink/ink345.xml"/><Relationship Id="rId166" Type="http://schemas.openxmlformats.org/officeDocument/2006/relationships/image" Target="../media/image186.png"/><Relationship Id="rId187" Type="http://schemas.openxmlformats.org/officeDocument/2006/relationships/customXml" Target="../ink/ink366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86.xml"/><Relationship Id="rId49" Type="http://schemas.openxmlformats.org/officeDocument/2006/relationships/image" Target="../media/image24.png"/><Relationship Id="rId114" Type="http://schemas.openxmlformats.org/officeDocument/2006/relationships/image" Target="../media/image97.png"/><Relationship Id="rId60" Type="http://schemas.openxmlformats.org/officeDocument/2006/relationships/customXml" Target="../ink/ink302.xml"/><Relationship Id="rId81" Type="http://schemas.openxmlformats.org/officeDocument/2006/relationships/customXml" Target="../ink/ink313.xml"/><Relationship Id="rId135" Type="http://schemas.openxmlformats.org/officeDocument/2006/relationships/customXml" Target="../ink/ink340.xml"/><Relationship Id="rId156" Type="http://schemas.openxmlformats.org/officeDocument/2006/relationships/image" Target="../media/image181.png"/><Relationship Id="rId177" Type="http://schemas.openxmlformats.org/officeDocument/2006/relationships/customXml" Target="../ink/ink361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27.xml"/><Relationship Id="rId21" Type="http://schemas.openxmlformats.org/officeDocument/2006/relationships/image" Target="../media/image10.png"/><Relationship Id="rId42" Type="http://schemas.openxmlformats.org/officeDocument/2006/relationships/customXml" Target="../ink/ink389.xml"/><Relationship Id="rId63" Type="http://schemas.openxmlformats.org/officeDocument/2006/relationships/image" Target="../media/image31.png"/><Relationship Id="rId84" Type="http://schemas.openxmlformats.org/officeDocument/2006/relationships/image" Target="../media/image41.png"/><Relationship Id="rId138" Type="http://schemas.openxmlformats.org/officeDocument/2006/relationships/image" Target="../media/image109.png"/><Relationship Id="rId159" Type="http://schemas.openxmlformats.org/officeDocument/2006/relationships/customXml" Target="../ink/ink448.xml"/><Relationship Id="rId170" Type="http://schemas.openxmlformats.org/officeDocument/2006/relationships/image" Target="../media/image188.png"/><Relationship Id="rId191" Type="http://schemas.openxmlformats.org/officeDocument/2006/relationships/customXml" Target="../ink/ink464.xml"/><Relationship Id="rId205" Type="http://schemas.openxmlformats.org/officeDocument/2006/relationships/customXml" Target="../ink/ink471.xml"/><Relationship Id="rId107" Type="http://schemas.openxmlformats.org/officeDocument/2006/relationships/customXml" Target="../ink/ink422.xml"/><Relationship Id="rId11" Type="http://schemas.openxmlformats.org/officeDocument/2006/relationships/image" Target="../media/image5.png"/><Relationship Id="rId32" Type="http://schemas.openxmlformats.org/officeDocument/2006/relationships/customXml" Target="../ink/ink384.xml"/><Relationship Id="rId53" Type="http://schemas.openxmlformats.org/officeDocument/2006/relationships/image" Target="../media/image26.png"/><Relationship Id="rId74" Type="http://schemas.openxmlformats.org/officeDocument/2006/relationships/image" Target="../media/image36.png"/><Relationship Id="rId128" Type="http://schemas.openxmlformats.org/officeDocument/2006/relationships/image" Target="../media/image104.png"/><Relationship Id="rId149" Type="http://schemas.openxmlformats.org/officeDocument/2006/relationships/customXml" Target="../ink/ink443.xml"/><Relationship Id="rId5" Type="http://schemas.openxmlformats.org/officeDocument/2006/relationships/image" Target="../media/image2.png"/><Relationship Id="rId95" Type="http://schemas.openxmlformats.org/officeDocument/2006/relationships/customXml" Target="../ink/ink416.xml"/><Relationship Id="rId160" Type="http://schemas.openxmlformats.org/officeDocument/2006/relationships/image" Target="../media/image183.png"/><Relationship Id="rId181" Type="http://schemas.openxmlformats.org/officeDocument/2006/relationships/customXml" Target="../ink/ink459.xml"/><Relationship Id="rId216" Type="http://schemas.openxmlformats.org/officeDocument/2006/relationships/image" Target="../media/image217.png"/><Relationship Id="rId22" Type="http://schemas.openxmlformats.org/officeDocument/2006/relationships/customXml" Target="../ink/ink379.xml"/><Relationship Id="rId43" Type="http://schemas.openxmlformats.org/officeDocument/2006/relationships/image" Target="../media/image21.png"/><Relationship Id="rId64" Type="http://schemas.openxmlformats.org/officeDocument/2006/relationships/customXml" Target="../ink/ink400.xml"/><Relationship Id="rId118" Type="http://schemas.openxmlformats.org/officeDocument/2006/relationships/image" Target="../media/image99.png"/><Relationship Id="rId139" Type="http://schemas.openxmlformats.org/officeDocument/2006/relationships/customXml" Target="../ink/ink438.xml"/><Relationship Id="rId85" Type="http://schemas.openxmlformats.org/officeDocument/2006/relationships/customXml" Target="../ink/ink411.xml"/><Relationship Id="rId150" Type="http://schemas.openxmlformats.org/officeDocument/2006/relationships/image" Target="../media/image178.png"/><Relationship Id="rId171" Type="http://schemas.openxmlformats.org/officeDocument/2006/relationships/customXml" Target="../ink/ink454.xml"/><Relationship Id="rId192" Type="http://schemas.openxmlformats.org/officeDocument/2006/relationships/image" Target="../media/image206.png"/><Relationship Id="rId206" Type="http://schemas.openxmlformats.org/officeDocument/2006/relationships/image" Target="../media/image213.png"/><Relationship Id="rId12" Type="http://schemas.openxmlformats.org/officeDocument/2006/relationships/customXml" Target="../ink/ink374.xml"/><Relationship Id="rId33" Type="http://schemas.openxmlformats.org/officeDocument/2006/relationships/image" Target="../media/image16.png"/><Relationship Id="rId108" Type="http://schemas.openxmlformats.org/officeDocument/2006/relationships/image" Target="../media/image94.png"/><Relationship Id="rId129" Type="http://schemas.openxmlformats.org/officeDocument/2006/relationships/customXml" Target="../ink/ink433.xml"/><Relationship Id="rId54" Type="http://schemas.openxmlformats.org/officeDocument/2006/relationships/customXml" Target="../ink/ink395.xml"/><Relationship Id="rId75" Type="http://schemas.openxmlformats.org/officeDocument/2006/relationships/customXml" Target="../ink/ink406.xml"/><Relationship Id="rId96" Type="http://schemas.openxmlformats.org/officeDocument/2006/relationships/image" Target="../media/image63.png"/><Relationship Id="rId140" Type="http://schemas.openxmlformats.org/officeDocument/2006/relationships/image" Target="../media/image173.png"/><Relationship Id="rId161" Type="http://schemas.openxmlformats.org/officeDocument/2006/relationships/customXml" Target="../ink/ink449.xml"/><Relationship Id="rId182" Type="http://schemas.openxmlformats.org/officeDocument/2006/relationships/image" Target="../media/image201.png"/><Relationship Id="rId217" Type="http://schemas.openxmlformats.org/officeDocument/2006/relationships/customXml" Target="../ink/ink477.xml"/><Relationship Id="rId6" Type="http://schemas.openxmlformats.org/officeDocument/2006/relationships/customXml" Target="../ink/ink371.xml"/><Relationship Id="rId23" Type="http://schemas.openxmlformats.org/officeDocument/2006/relationships/image" Target="../media/image11.png"/><Relationship Id="rId119" Type="http://schemas.openxmlformats.org/officeDocument/2006/relationships/customXml" Target="../ink/ink428.xml"/><Relationship Id="rId44" Type="http://schemas.openxmlformats.org/officeDocument/2006/relationships/customXml" Target="../ink/ink390.xml"/><Relationship Id="rId65" Type="http://schemas.openxmlformats.org/officeDocument/2006/relationships/image" Target="../media/image32.png"/><Relationship Id="rId86" Type="http://schemas.openxmlformats.org/officeDocument/2006/relationships/image" Target="../media/image52.png"/><Relationship Id="rId130" Type="http://schemas.openxmlformats.org/officeDocument/2006/relationships/image" Target="../media/image105.png"/><Relationship Id="rId151" Type="http://schemas.openxmlformats.org/officeDocument/2006/relationships/customXml" Target="../ink/ink444.xml"/><Relationship Id="rId172" Type="http://schemas.openxmlformats.org/officeDocument/2006/relationships/image" Target="../media/image189.png"/><Relationship Id="rId193" Type="http://schemas.openxmlformats.org/officeDocument/2006/relationships/customXml" Target="../ink/ink465.xml"/><Relationship Id="rId207" Type="http://schemas.openxmlformats.org/officeDocument/2006/relationships/customXml" Target="../ink/ink472.xml"/><Relationship Id="rId13" Type="http://schemas.openxmlformats.org/officeDocument/2006/relationships/image" Target="../media/image6.png"/><Relationship Id="rId109" Type="http://schemas.openxmlformats.org/officeDocument/2006/relationships/customXml" Target="../ink/ink423.xml"/><Relationship Id="rId34" Type="http://schemas.openxmlformats.org/officeDocument/2006/relationships/customXml" Target="../ink/ink385.xml"/><Relationship Id="rId55" Type="http://schemas.openxmlformats.org/officeDocument/2006/relationships/image" Target="../media/image27.png"/><Relationship Id="rId76" Type="http://schemas.openxmlformats.org/officeDocument/2006/relationships/image" Target="../media/image37.png"/><Relationship Id="rId97" Type="http://schemas.openxmlformats.org/officeDocument/2006/relationships/customXml" Target="../ink/ink417.xml"/><Relationship Id="rId120" Type="http://schemas.openxmlformats.org/officeDocument/2006/relationships/image" Target="../media/image100.png"/><Relationship Id="rId141" Type="http://schemas.openxmlformats.org/officeDocument/2006/relationships/customXml" Target="../ink/ink439.xml"/><Relationship Id="rId7" Type="http://schemas.openxmlformats.org/officeDocument/2006/relationships/image" Target="../media/image3.png"/><Relationship Id="rId162" Type="http://schemas.openxmlformats.org/officeDocument/2006/relationships/image" Target="../media/image184.png"/><Relationship Id="rId183" Type="http://schemas.openxmlformats.org/officeDocument/2006/relationships/customXml" Target="../ink/ink460.xml"/><Relationship Id="rId218" Type="http://schemas.openxmlformats.org/officeDocument/2006/relationships/image" Target="../media/image218.png"/><Relationship Id="rId24" Type="http://schemas.openxmlformats.org/officeDocument/2006/relationships/customXml" Target="../ink/ink380.xml"/><Relationship Id="rId45" Type="http://schemas.openxmlformats.org/officeDocument/2006/relationships/image" Target="../media/image22.png"/><Relationship Id="rId66" Type="http://schemas.openxmlformats.org/officeDocument/2006/relationships/customXml" Target="../ink/ink401.xml"/><Relationship Id="rId87" Type="http://schemas.openxmlformats.org/officeDocument/2006/relationships/customXml" Target="../ink/ink412.xml"/><Relationship Id="rId110" Type="http://schemas.openxmlformats.org/officeDocument/2006/relationships/image" Target="../media/image95.png"/><Relationship Id="rId131" Type="http://schemas.openxmlformats.org/officeDocument/2006/relationships/customXml" Target="../ink/ink434.xml"/><Relationship Id="rId152" Type="http://schemas.openxmlformats.org/officeDocument/2006/relationships/image" Target="../media/image179.png"/><Relationship Id="rId173" Type="http://schemas.openxmlformats.org/officeDocument/2006/relationships/customXml" Target="../ink/ink455.xml"/><Relationship Id="rId194" Type="http://schemas.openxmlformats.org/officeDocument/2006/relationships/image" Target="../media/image207.png"/><Relationship Id="rId208" Type="http://schemas.openxmlformats.org/officeDocument/2006/relationships/image" Target="../media/image214.png"/><Relationship Id="rId14" Type="http://schemas.openxmlformats.org/officeDocument/2006/relationships/customXml" Target="../ink/ink375.xml"/><Relationship Id="rId35" Type="http://schemas.openxmlformats.org/officeDocument/2006/relationships/image" Target="../media/image17.png"/><Relationship Id="rId56" Type="http://schemas.openxmlformats.org/officeDocument/2006/relationships/customXml" Target="../ink/ink396.xml"/><Relationship Id="rId77" Type="http://schemas.openxmlformats.org/officeDocument/2006/relationships/customXml" Target="../ink/ink407.xml"/><Relationship Id="rId100" Type="http://schemas.openxmlformats.org/officeDocument/2006/relationships/image" Target="../media/image65.png"/><Relationship Id="rId8" Type="http://schemas.openxmlformats.org/officeDocument/2006/relationships/customXml" Target="../ink/ink372.xml"/><Relationship Id="rId51" Type="http://schemas.openxmlformats.org/officeDocument/2006/relationships/image" Target="../media/image25.png"/><Relationship Id="rId72" Type="http://schemas.openxmlformats.org/officeDocument/2006/relationships/image" Target="../media/image35.png"/><Relationship Id="rId93" Type="http://schemas.openxmlformats.org/officeDocument/2006/relationships/customXml" Target="../ink/ink415.xml"/><Relationship Id="rId98" Type="http://schemas.openxmlformats.org/officeDocument/2006/relationships/image" Target="../media/image64.png"/><Relationship Id="rId121" Type="http://schemas.openxmlformats.org/officeDocument/2006/relationships/customXml" Target="../ink/ink429.xml"/><Relationship Id="rId142" Type="http://schemas.openxmlformats.org/officeDocument/2006/relationships/image" Target="../media/image174.png"/><Relationship Id="rId163" Type="http://schemas.openxmlformats.org/officeDocument/2006/relationships/customXml" Target="../ink/ink450.xml"/><Relationship Id="rId184" Type="http://schemas.openxmlformats.org/officeDocument/2006/relationships/image" Target="../media/image202.png"/><Relationship Id="rId189" Type="http://schemas.openxmlformats.org/officeDocument/2006/relationships/customXml" Target="../ink/ink463.xml"/><Relationship Id="rId219" Type="http://schemas.openxmlformats.org/officeDocument/2006/relationships/customXml" Target="../ink/ink478.xml"/><Relationship Id="rId3" Type="http://schemas.openxmlformats.org/officeDocument/2006/relationships/image" Target="../media/image1.png"/><Relationship Id="rId214" Type="http://schemas.openxmlformats.org/officeDocument/2006/relationships/image" Target="../media/image216.png"/><Relationship Id="rId25" Type="http://schemas.openxmlformats.org/officeDocument/2006/relationships/image" Target="../media/image12.png"/><Relationship Id="rId46" Type="http://schemas.openxmlformats.org/officeDocument/2006/relationships/customXml" Target="../ink/ink391.xml"/><Relationship Id="rId67" Type="http://schemas.openxmlformats.org/officeDocument/2006/relationships/image" Target="../media/image33.png"/><Relationship Id="rId116" Type="http://schemas.openxmlformats.org/officeDocument/2006/relationships/image" Target="../media/image98.png"/><Relationship Id="rId137" Type="http://schemas.openxmlformats.org/officeDocument/2006/relationships/customXml" Target="../ink/ink437.xml"/><Relationship Id="rId158" Type="http://schemas.openxmlformats.org/officeDocument/2006/relationships/image" Target="../media/image182.png"/><Relationship Id="rId20" Type="http://schemas.openxmlformats.org/officeDocument/2006/relationships/customXml" Target="../ink/ink378.xml"/><Relationship Id="rId41" Type="http://schemas.openxmlformats.org/officeDocument/2006/relationships/image" Target="../media/image20.png"/><Relationship Id="rId62" Type="http://schemas.openxmlformats.org/officeDocument/2006/relationships/customXml" Target="../ink/ink399.xml"/><Relationship Id="rId83" Type="http://schemas.openxmlformats.org/officeDocument/2006/relationships/customXml" Target="../ink/ink410.xml"/><Relationship Id="rId88" Type="http://schemas.openxmlformats.org/officeDocument/2006/relationships/image" Target="../media/image53.png"/><Relationship Id="rId111" Type="http://schemas.openxmlformats.org/officeDocument/2006/relationships/customXml" Target="../ink/ink424.xml"/><Relationship Id="rId132" Type="http://schemas.openxmlformats.org/officeDocument/2006/relationships/image" Target="../media/image106.png"/><Relationship Id="rId153" Type="http://schemas.openxmlformats.org/officeDocument/2006/relationships/customXml" Target="../ink/ink445.xml"/><Relationship Id="rId174" Type="http://schemas.openxmlformats.org/officeDocument/2006/relationships/image" Target="../media/image190.png"/><Relationship Id="rId179" Type="http://schemas.openxmlformats.org/officeDocument/2006/relationships/customXml" Target="../ink/ink458.xml"/><Relationship Id="rId195" Type="http://schemas.openxmlformats.org/officeDocument/2006/relationships/customXml" Target="../ink/ink466.xml"/><Relationship Id="rId209" Type="http://schemas.openxmlformats.org/officeDocument/2006/relationships/customXml" Target="../ink/ink473.xml"/><Relationship Id="rId190" Type="http://schemas.openxmlformats.org/officeDocument/2006/relationships/image" Target="../media/image205.png"/><Relationship Id="rId204" Type="http://schemas.openxmlformats.org/officeDocument/2006/relationships/image" Target="../media/image212.png"/><Relationship Id="rId220" Type="http://schemas.openxmlformats.org/officeDocument/2006/relationships/customXml" Target="../ink/ink479.xml"/><Relationship Id="rId15" Type="http://schemas.openxmlformats.org/officeDocument/2006/relationships/image" Target="../media/image7.png"/><Relationship Id="rId36" Type="http://schemas.openxmlformats.org/officeDocument/2006/relationships/customXml" Target="../ink/ink386.xml"/><Relationship Id="rId57" Type="http://schemas.openxmlformats.org/officeDocument/2006/relationships/image" Target="../media/image28.png"/><Relationship Id="rId106" Type="http://schemas.openxmlformats.org/officeDocument/2006/relationships/image" Target="../media/image93.png"/><Relationship Id="rId127" Type="http://schemas.openxmlformats.org/officeDocument/2006/relationships/customXml" Target="../ink/ink432.xml"/><Relationship Id="rId10" Type="http://schemas.openxmlformats.org/officeDocument/2006/relationships/customXml" Target="../ink/ink373.xml"/><Relationship Id="rId31" Type="http://schemas.openxmlformats.org/officeDocument/2006/relationships/image" Target="../media/image15.png"/><Relationship Id="rId52" Type="http://schemas.openxmlformats.org/officeDocument/2006/relationships/customXml" Target="../ink/ink394.xml"/><Relationship Id="rId73" Type="http://schemas.openxmlformats.org/officeDocument/2006/relationships/customXml" Target="../ink/ink405.xml"/><Relationship Id="rId78" Type="http://schemas.openxmlformats.org/officeDocument/2006/relationships/image" Target="../media/image38.png"/><Relationship Id="rId94" Type="http://schemas.openxmlformats.org/officeDocument/2006/relationships/image" Target="../media/image62.png"/><Relationship Id="rId99" Type="http://schemas.openxmlformats.org/officeDocument/2006/relationships/customXml" Target="../ink/ink418.xml"/><Relationship Id="rId101" Type="http://schemas.openxmlformats.org/officeDocument/2006/relationships/customXml" Target="../ink/ink419.xml"/><Relationship Id="rId122" Type="http://schemas.openxmlformats.org/officeDocument/2006/relationships/image" Target="../media/image101.png"/><Relationship Id="rId143" Type="http://schemas.openxmlformats.org/officeDocument/2006/relationships/customXml" Target="../ink/ink440.xml"/><Relationship Id="rId148" Type="http://schemas.openxmlformats.org/officeDocument/2006/relationships/image" Target="../media/image177.png"/><Relationship Id="rId164" Type="http://schemas.openxmlformats.org/officeDocument/2006/relationships/image" Target="../media/image185.png"/><Relationship Id="rId169" Type="http://schemas.openxmlformats.org/officeDocument/2006/relationships/customXml" Target="../ink/ink453.xml"/><Relationship Id="rId185" Type="http://schemas.openxmlformats.org/officeDocument/2006/relationships/customXml" Target="../ink/ink461.xml"/><Relationship Id="rId4" Type="http://schemas.openxmlformats.org/officeDocument/2006/relationships/customXml" Target="../ink/ink370.xml"/><Relationship Id="rId9" Type="http://schemas.openxmlformats.org/officeDocument/2006/relationships/image" Target="../media/image4.png"/><Relationship Id="rId180" Type="http://schemas.openxmlformats.org/officeDocument/2006/relationships/image" Target="../media/image200.png"/><Relationship Id="rId210" Type="http://schemas.openxmlformats.org/officeDocument/2006/relationships/image" Target="../media/image197.png"/><Relationship Id="rId215" Type="http://schemas.openxmlformats.org/officeDocument/2006/relationships/customXml" Target="../ink/ink476.xml"/><Relationship Id="rId26" Type="http://schemas.openxmlformats.org/officeDocument/2006/relationships/customXml" Target="../ink/ink381.xml"/><Relationship Id="rId47" Type="http://schemas.openxmlformats.org/officeDocument/2006/relationships/image" Target="../media/image23.png"/><Relationship Id="rId68" Type="http://schemas.openxmlformats.org/officeDocument/2006/relationships/customXml" Target="../ink/ink402.xml"/><Relationship Id="rId89" Type="http://schemas.openxmlformats.org/officeDocument/2006/relationships/customXml" Target="../ink/ink413.xml"/><Relationship Id="rId112" Type="http://schemas.openxmlformats.org/officeDocument/2006/relationships/image" Target="../media/image96.png"/><Relationship Id="rId133" Type="http://schemas.openxmlformats.org/officeDocument/2006/relationships/customXml" Target="../ink/ink435.xml"/><Relationship Id="rId154" Type="http://schemas.openxmlformats.org/officeDocument/2006/relationships/image" Target="../media/image180.png"/><Relationship Id="rId175" Type="http://schemas.openxmlformats.org/officeDocument/2006/relationships/customXml" Target="../ink/ink456.xml"/><Relationship Id="rId196" Type="http://schemas.openxmlformats.org/officeDocument/2006/relationships/image" Target="../media/image208.png"/><Relationship Id="rId200" Type="http://schemas.openxmlformats.org/officeDocument/2006/relationships/image" Target="../media/image210.png"/><Relationship Id="rId16" Type="http://schemas.openxmlformats.org/officeDocument/2006/relationships/customXml" Target="../ink/ink376.xml"/><Relationship Id="rId221" Type="http://schemas.openxmlformats.org/officeDocument/2006/relationships/image" Target="../media/image219.png"/><Relationship Id="rId37" Type="http://schemas.openxmlformats.org/officeDocument/2006/relationships/image" Target="../media/image18.png"/><Relationship Id="rId58" Type="http://schemas.openxmlformats.org/officeDocument/2006/relationships/customXml" Target="../ink/ink397.xml"/><Relationship Id="rId79" Type="http://schemas.openxmlformats.org/officeDocument/2006/relationships/customXml" Target="../ink/ink408.xml"/><Relationship Id="rId102" Type="http://schemas.openxmlformats.org/officeDocument/2006/relationships/image" Target="../media/image66.png"/><Relationship Id="rId123" Type="http://schemas.openxmlformats.org/officeDocument/2006/relationships/customXml" Target="../ink/ink430.xml"/><Relationship Id="rId144" Type="http://schemas.openxmlformats.org/officeDocument/2006/relationships/image" Target="../media/image175.png"/><Relationship Id="rId90" Type="http://schemas.openxmlformats.org/officeDocument/2006/relationships/image" Target="../media/image57.png"/><Relationship Id="rId165" Type="http://schemas.openxmlformats.org/officeDocument/2006/relationships/customXml" Target="../ink/ink451.xml"/><Relationship Id="rId186" Type="http://schemas.openxmlformats.org/officeDocument/2006/relationships/image" Target="../media/image203.png"/><Relationship Id="rId211" Type="http://schemas.openxmlformats.org/officeDocument/2006/relationships/customXml" Target="../ink/ink474.xml"/><Relationship Id="rId27" Type="http://schemas.openxmlformats.org/officeDocument/2006/relationships/image" Target="../media/image13.png"/><Relationship Id="rId48" Type="http://schemas.openxmlformats.org/officeDocument/2006/relationships/customXml" Target="../ink/ink392.xml"/><Relationship Id="rId69" Type="http://schemas.openxmlformats.org/officeDocument/2006/relationships/image" Target="../media/image34.png"/><Relationship Id="rId113" Type="http://schemas.openxmlformats.org/officeDocument/2006/relationships/customXml" Target="../ink/ink425.xml"/><Relationship Id="rId134" Type="http://schemas.openxmlformats.org/officeDocument/2006/relationships/image" Target="../media/image107.png"/><Relationship Id="rId80" Type="http://schemas.openxmlformats.org/officeDocument/2006/relationships/image" Target="../media/image39.png"/><Relationship Id="rId155" Type="http://schemas.openxmlformats.org/officeDocument/2006/relationships/customXml" Target="../ink/ink446.xml"/><Relationship Id="rId176" Type="http://schemas.openxmlformats.org/officeDocument/2006/relationships/image" Target="../media/image191.png"/><Relationship Id="rId197" Type="http://schemas.openxmlformats.org/officeDocument/2006/relationships/customXml" Target="../ink/ink467.xml"/><Relationship Id="rId201" Type="http://schemas.openxmlformats.org/officeDocument/2006/relationships/customXml" Target="../ink/ink469.xml"/><Relationship Id="rId222" Type="http://schemas.openxmlformats.org/officeDocument/2006/relationships/customXml" Target="../ink/ink480.xml"/><Relationship Id="rId17" Type="http://schemas.openxmlformats.org/officeDocument/2006/relationships/image" Target="../media/image8.png"/><Relationship Id="rId38" Type="http://schemas.openxmlformats.org/officeDocument/2006/relationships/customXml" Target="../ink/ink387.xml"/><Relationship Id="rId59" Type="http://schemas.openxmlformats.org/officeDocument/2006/relationships/image" Target="../media/image29.png"/><Relationship Id="rId103" Type="http://schemas.openxmlformats.org/officeDocument/2006/relationships/customXml" Target="../ink/ink420.xml"/><Relationship Id="rId124" Type="http://schemas.openxmlformats.org/officeDocument/2006/relationships/image" Target="../media/image102.png"/><Relationship Id="rId70" Type="http://schemas.openxmlformats.org/officeDocument/2006/relationships/customXml" Target="../ink/ink403.xml"/><Relationship Id="rId91" Type="http://schemas.openxmlformats.org/officeDocument/2006/relationships/customXml" Target="../ink/ink414.xml"/><Relationship Id="rId145" Type="http://schemas.openxmlformats.org/officeDocument/2006/relationships/customXml" Target="../ink/ink441.xml"/><Relationship Id="rId166" Type="http://schemas.openxmlformats.org/officeDocument/2006/relationships/image" Target="../media/image186.png"/><Relationship Id="rId187" Type="http://schemas.openxmlformats.org/officeDocument/2006/relationships/customXml" Target="../ink/ink462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15.png"/><Relationship Id="rId28" Type="http://schemas.openxmlformats.org/officeDocument/2006/relationships/customXml" Target="../ink/ink382.xml"/><Relationship Id="rId49" Type="http://schemas.openxmlformats.org/officeDocument/2006/relationships/image" Target="../media/image24.png"/><Relationship Id="rId114" Type="http://schemas.openxmlformats.org/officeDocument/2006/relationships/image" Target="../media/image97.png"/><Relationship Id="rId60" Type="http://schemas.openxmlformats.org/officeDocument/2006/relationships/customXml" Target="../ink/ink398.xml"/><Relationship Id="rId81" Type="http://schemas.openxmlformats.org/officeDocument/2006/relationships/customXml" Target="../ink/ink409.xml"/><Relationship Id="rId135" Type="http://schemas.openxmlformats.org/officeDocument/2006/relationships/customXml" Target="../ink/ink436.xml"/><Relationship Id="rId156" Type="http://schemas.openxmlformats.org/officeDocument/2006/relationships/image" Target="../media/image181.png"/><Relationship Id="rId177" Type="http://schemas.openxmlformats.org/officeDocument/2006/relationships/customXml" Target="../ink/ink457.xml"/><Relationship Id="rId198" Type="http://schemas.openxmlformats.org/officeDocument/2006/relationships/image" Target="../media/image209.png"/><Relationship Id="rId202" Type="http://schemas.openxmlformats.org/officeDocument/2006/relationships/image" Target="../media/image211.png"/><Relationship Id="rId223" Type="http://schemas.openxmlformats.org/officeDocument/2006/relationships/image" Target="../media/image220.png"/><Relationship Id="rId18" Type="http://schemas.openxmlformats.org/officeDocument/2006/relationships/customXml" Target="../ink/ink377.xml"/><Relationship Id="rId39" Type="http://schemas.openxmlformats.org/officeDocument/2006/relationships/image" Target="../media/image19.png"/><Relationship Id="rId50" Type="http://schemas.openxmlformats.org/officeDocument/2006/relationships/customXml" Target="../ink/ink393.xml"/><Relationship Id="rId104" Type="http://schemas.openxmlformats.org/officeDocument/2006/relationships/image" Target="../media/image67.png"/><Relationship Id="rId125" Type="http://schemas.openxmlformats.org/officeDocument/2006/relationships/customXml" Target="../ink/ink431.xml"/><Relationship Id="rId146" Type="http://schemas.openxmlformats.org/officeDocument/2006/relationships/image" Target="../media/image176.png"/><Relationship Id="rId167" Type="http://schemas.openxmlformats.org/officeDocument/2006/relationships/customXml" Target="../ink/ink452.xml"/><Relationship Id="rId188" Type="http://schemas.openxmlformats.org/officeDocument/2006/relationships/image" Target="../media/image204.png"/><Relationship Id="rId71" Type="http://schemas.openxmlformats.org/officeDocument/2006/relationships/customXml" Target="../ink/ink404.xml"/><Relationship Id="rId92" Type="http://schemas.openxmlformats.org/officeDocument/2006/relationships/image" Target="../media/image58.png"/><Relationship Id="rId213" Type="http://schemas.openxmlformats.org/officeDocument/2006/relationships/customXml" Target="../ink/ink475.xml"/><Relationship Id="rId2" Type="http://schemas.openxmlformats.org/officeDocument/2006/relationships/customXml" Target="../ink/ink369.xml"/><Relationship Id="rId29" Type="http://schemas.openxmlformats.org/officeDocument/2006/relationships/image" Target="../media/image14.png"/><Relationship Id="rId40" Type="http://schemas.openxmlformats.org/officeDocument/2006/relationships/customXml" Target="../ink/ink388.xml"/><Relationship Id="rId115" Type="http://schemas.openxmlformats.org/officeDocument/2006/relationships/customXml" Target="../ink/ink426.xml"/><Relationship Id="rId136" Type="http://schemas.openxmlformats.org/officeDocument/2006/relationships/image" Target="../media/image108.png"/><Relationship Id="rId157" Type="http://schemas.openxmlformats.org/officeDocument/2006/relationships/customXml" Target="../ink/ink447.xml"/><Relationship Id="rId178" Type="http://schemas.openxmlformats.org/officeDocument/2006/relationships/image" Target="../media/image192.png"/><Relationship Id="rId61" Type="http://schemas.openxmlformats.org/officeDocument/2006/relationships/image" Target="../media/image30.png"/><Relationship Id="rId82" Type="http://schemas.openxmlformats.org/officeDocument/2006/relationships/image" Target="../media/image40.png"/><Relationship Id="rId199" Type="http://schemas.openxmlformats.org/officeDocument/2006/relationships/customXml" Target="../ink/ink468.xml"/><Relationship Id="rId203" Type="http://schemas.openxmlformats.org/officeDocument/2006/relationships/customXml" Target="../ink/ink470.xml"/><Relationship Id="rId19" Type="http://schemas.openxmlformats.org/officeDocument/2006/relationships/image" Target="../media/image9.png"/><Relationship Id="rId30" Type="http://schemas.openxmlformats.org/officeDocument/2006/relationships/customXml" Target="../ink/ink383.xml"/><Relationship Id="rId105" Type="http://schemas.openxmlformats.org/officeDocument/2006/relationships/customXml" Target="../ink/ink421.xml"/><Relationship Id="rId126" Type="http://schemas.openxmlformats.org/officeDocument/2006/relationships/image" Target="../media/image103.png"/><Relationship Id="rId147" Type="http://schemas.openxmlformats.org/officeDocument/2006/relationships/customXml" Target="../ink/ink442.xml"/><Relationship Id="rId168" Type="http://schemas.openxmlformats.org/officeDocument/2006/relationships/image" Target="../media/image187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39.xml"/><Relationship Id="rId299" Type="http://schemas.openxmlformats.org/officeDocument/2006/relationships/image" Target="../media/image258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customXml" Target="../ink/ink560.xml"/><Relationship Id="rId324" Type="http://schemas.openxmlformats.org/officeDocument/2006/relationships/customXml" Target="../ink/ink643.xml"/><Relationship Id="rId366" Type="http://schemas.openxmlformats.org/officeDocument/2006/relationships/customXml" Target="../ink/ink664.xml"/><Relationship Id="rId170" Type="http://schemas.openxmlformats.org/officeDocument/2006/relationships/image" Target="../media/image188.png"/><Relationship Id="rId226" Type="http://schemas.openxmlformats.org/officeDocument/2006/relationships/customXml" Target="../ink/ink594.xml"/><Relationship Id="rId433" Type="http://schemas.openxmlformats.org/officeDocument/2006/relationships/image" Target="../media/image324.png"/><Relationship Id="rId268" Type="http://schemas.openxmlformats.org/officeDocument/2006/relationships/customXml" Target="../ink/ink615.xml"/><Relationship Id="rId475" Type="http://schemas.openxmlformats.org/officeDocument/2006/relationships/image" Target="../media/image345.png"/><Relationship Id="rId32" Type="http://schemas.openxmlformats.org/officeDocument/2006/relationships/customXml" Target="../ink/ink496.xml"/><Relationship Id="rId74" Type="http://schemas.openxmlformats.org/officeDocument/2006/relationships/image" Target="../media/image36.png"/><Relationship Id="rId128" Type="http://schemas.openxmlformats.org/officeDocument/2006/relationships/image" Target="../media/image104.png"/><Relationship Id="rId335" Type="http://schemas.openxmlformats.org/officeDocument/2006/relationships/image" Target="../media/image276.png"/><Relationship Id="rId377" Type="http://schemas.openxmlformats.org/officeDocument/2006/relationships/image" Target="../media/image297.png"/><Relationship Id="rId5" Type="http://schemas.openxmlformats.org/officeDocument/2006/relationships/image" Target="../media/image2.png"/><Relationship Id="rId181" Type="http://schemas.openxmlformats.org/officeDocument/2006/relationships/customXml" Target="../ink/ink571.xml"/><Relationship Id="rId237" Type="http://schemas.openxmlformats.org/officeDocument/2006/relationships/image" Target="../media/image227.png"/><Relationship Id="rId402" Type="http://schemas.openxmlformats.org/officeDocument/2006/relationships/image" Target="../media/image309.png"/><Relationship Id="rId279" Type="http://schemas.openxmlformats.org/officeDocument/2006/relationships/image" Target="../media/image248.png"/><Relationship Id="rId444" Type="http://schemas.openxmlformats.org/officeDocument/2006/relationships/customXml" Target="../ink/ink704.xml"/><Relationship Id="rId486" Type="http://schemas.openxmlformats.org/officeDocument/2006/relationships/customXml" Target="../ink/ink725.xml"/><Relationship Id="rId43" Type="http://schemas.openxmlformats.org/officeDocument/2006/relationships/image" Target="../media/image21.png"/><Relationship Id="rId139" Type="http://schemas.openxmlformats.org/officeDocument/2006/relationships/customXml" Target="../ink/ink550.xml"/><Relationship Id="rId290" Type="http://schemas.openxmlformats.org/officeDocument/2006/relationships/customXml" Target="../ink/ink626.xml"/><Relationship Id="rId304" Type="http://schemas.openxmlformats.org/officeDocument/2006/relationships/customXml" Target="../ink/ink633.xml"/><Relationship Id="rId346" Type="http://schemas.openxmlformats.org/officeDocument/2006/relationships/customXml" Target="../ink/ink654.xml"/><Relationship Id="rId388" Type="http://schemas.openxmlformats.org/officeDocument/2006/relationships/image" Target="../media/image302.png"/><Relationship Id="rId85" Type="http://schemas.openxmlformats.org/officeDocument/2006/relationships/customXml" Target="../ink/ink523.xml"/><Relationship Id="rId150" Type="http://schemas.openxmlformats.org/officeDocument/2006/relationships/image" Target="../media/image178.png"/><Relationship Id="rId192" Type="http://schemas.openxmlformats.org/officeDocument/2006/relationships/image" Target="../media/image206.png"/><Relationship Id="rId206" Type="http://schemas.openxmlformats.org/officeDocument/2006/relationships/image" Target="../media/image213.png"/><Relationship Id="rId413" Type="http://schemas.openxmlformats.org/officeDocument/2006/relationships/image" Target="../media/image314.png"/><Relationship Id="rId248" Type="http://schemas.openxmlformats.org/officeDocument/2006/relationships/customXml" Target="../ink/ink605.xml"/><Relationship Id="rId455" Type="http://schemas.openxmlformats.org/officeDocument/2006/relationships/image" Target="../media/image335.png"/><Relationship Id="rId12" Type="http://schemas.openxmlformats.org/officeDocument/2006/relationships/customXml" Target="../ink/ink486.xml"/><Relationship Id="rId108" Type="http://schemas.openxmlformats.org/officeDocument/2006/relationships/image" Target="../media/image94.png"/><Relationship Id="rId315" Type="http://schemas.openxmlformats.org/officeDocument/2006/relationships/image" Target="../media/image266.png"/><Relationship Id="rId357" Type="http://schemas.openxmlformats.org/officeDocument/2006/relationships/image" Target="../media/image287.png"/><Relationship Id="rId54" Type="http://schemas.openxmlformats.org/officeDocument/2006/relationships/customXml" Target="../ink/ink507.xml"/><Relationship Id="rId96" Type="http://schemas.openxmlformats.org/officeDocument/2006/relationships/image" Target="../media/image63.png"/><Relationship Id="rId161" Type="http://schemas.openxmlformats.org/officeDocument/2006/relationships/customXml" Target="../ink/ink561.xml"/><Relationship Id="rId217" Type="http://schemas.openxmlformats.org/officeDocument/2006/relationships/customXml" Target="../ink/ink589.xml"/><Relationship Id="rId399" Type="http://schemas.openxmlformats.org/officeDocument/2006/relationships/customXml" Target="../ink/ink681.xml"/><Relationship Id="rId259" Type="http://schemas.openxmlformats.org/officeDocument/2006/relationships/image" Target="../media/image238.png"/><Relationship Id="rId424" Type="http://schemas.openxmlformats.org/officeDocument/2006/relationships/customXml" Target="../ink/ink694.xml"/><Relationship Id="rId466" Type="http://schemas.openxmlformats.org/officeDocument/2006/relationships/customXml" Target="../ink/ink715.xml"/><Relationship Id="rId23" Type="http://schemas.openxmlformats.org/officeDocument/2006/relationships/image" Target="../media/image11.png"/><Relationship Id="rId119" Type="http://schemas.openxmlformats.org/officeDocument/2006/relationships/customXml" Target="../ink/ink540.xml"/><Relationship Id="rId270" Type="http://schemas.openxmlformats.org/officeDocument/2006/relationships/customXml" Target="../ink/ink616.xml"/><Relationship Id="rId326" Type="http://schemas.openxmlformats.org/officeDocument/2006/relationships/customXml" Target="../ink/ink644.xml"/><Relationship Id="rId65" Type="http://schemas.openxmlformats.org/officeDocument/2006/relationships/image" Target="../media/image32.png"/><Relationship Id="rId130" Type="http://schemas.openxmlformats.org/officeDocument/2006/relationships/image" Target="../media/image105.png"/><Relationship Id="rId368" Type="http://schemas.openxmlformats.org/officeDocument/2006/relationships/customXml" Target="../ink/ink665.xml"/><Relationship Id="rId172" Type="http://schemas.openxmlformats.org/officeDocument/2006/relationships/image" Target="../media/image189.png"/><Relationship Id="rId228" Type="http://schemas.openxmlformats.org/officeDocument/2006/relationships/customXml" Target="../ink/ink595.xml"/><Relationship Id="rId435" Type="http://schemas.openxmlformats.org/officeDocument/2006/relationships/image" Target="../media/image325.png"/><Relationship Id="rId477" Type="http://schemas.openxmlformats.org/officeDocument/2006/relationships/image" Target="../media/image346.png"/><Relationship Id="rId281" Type="http://schemas.openxmlformats.org/officeDocument/2006/relationships/image" Target="../media/image249.png"/><Relationship Id="rId337" Type="http://schemas.openxmlformats.org/officeDocument/2006/relationships/image" Target="../media/image277.png"/><Relationship Id="rId34" Type="http://schemas.openxmlformats.org/officeDocument/2006/relationships/customXml" Target="../ink/ink497.xml"/><Relationship Id="rId76" Type="http://schemas.openxmlformats.org/officeDocument/2006/relationships/image" Target="../media/image37.png"/><Relationship Id="rId141" Type="http://schemas.openxmlformats.org/officeDocument/2006/relationships/customXml" Target="../ink/ink551.xml"/><Relationship Id="rId379" Type="http://schemas.openxmlformats.org/officeDocument/2006/relationships/customXml" Target="../ink/ink671.xml"/><Relationship Id="rId7" Type="http://schemas.openxmlformats.org/officeDocument/2006/relationships/image" Target="../media/image3.png"/><Relationship Id="rId183" Type="http://schemas.openxmlformats.org/officeDocument/2006/relationships/customXml" Target="../ink/ink572.xml"/><Relationship Id="rId239" Type="http://schemas.openxmlformats.org/officeDocument/2006/relationships/image" Target="../media/image228.png"/><Relationship Id="rId390" Type="http://schemas.openxmlformats.org/officeDocument/2006/relationships/image" Target="../media/image303.png"/><Relationship Id="rId404" Type="http://schemas.openxmlformats.org/officeDocument/2006/relationships/image" Target="../media/image310.png"/><Relationship Id="rId446" Type="http://schemas.openxmlformats.org/officeDocument/2006/relationships/customXml" Target="../ink/ink705.xml"/><Relationship Id="rId250" Type="http://schemas.openxmlformats.org/officeDocument/2006/relationships/customXml" Target="../ink/ink606.xml"/><Relationship Id="rId292" Type="http://schemas.openxmlformats.org/officeDocument/2006/relationships/customXml" Target="../ink/ink627.xml"/><Relationship Id="rId306" Type="http://schemas.openxmlformats.org/officeDocument/2006/relationships/customXml" Target="../ink/ink634.xml"/><Relationship Id="rId488" Type="http://schemas.openxmlformats.org/officeDocument/2006/relationships/customXml" Target="../ink/ink726.xml"/><Relationship Id="rId45" Type="http://schemas.openxmlformats.org/officeDocument/2006/relationships/image" Target="../media/image22.png"/><Relationship Id="rId87" Type="http://schemas.openxmlformats.org/officeDocument/2006/relationships/customXml" Target="../ink/ink524.xml"/><Relationship Id="rId110" Type="http://schemas.openxmlformats.org/officeDocument/2006/relationships/image" Target="../media/image95.png"/><Relationship Id="rId348" Type="http://schemas.openxmlformats.org/officeDocument/2006/relationships/customXml" Target="../ink/ink655.xml"/><Relationship Id="rId152" Type="http://schemas.openxmlformats.org/officeDocument/2006/relationships/image" Target="../media/image179.png"/><Relationship Id="rId194" Type="http://schemas.openxmlformats.org/officeDocument/2006/relationships/image" Target="../media/image207.png"/><Relationship Id="rId208" Type="http://schemas.openxmlformats.org/officeDocument/2006/relationships/image" Target="../media/image214.png"/><Relationship Id="rId415" Type="http://schemas.openxmlformats.org/officeDocument/2006/relationships/image" Target="../media/image315.png"/><Relationship Id="rId457" Type="http://schemas.openxmlformats.org/officeDocument/2006/relationships/image" Target="../media/image336.png"/><Relationship Id="rId261" Type="http://schemas.openxmlformats.org/officeDocument/2006/relationships/image" Target="../media/image239.png"/><Relationship Id="rId14" Type="http://schemas.openxmlformats.org/officeDocument/2006/relationships/customXml" Target="../ink/ink487.xml"/><Relationship Id="rId56" Type="http://schemas.openxmlformats.org/officeDocument/2006/relationships/customXml" Target="../ink/ink508.xml"/><Relationship Id="rId317" Type="http://schemas.openxmlformats.org/officeDocument/2006/relationships/image" Target="../media/image267.png"/><Relationship Id="rId359" Type="http://schemas.openxmlformats.org/officeDocument/2006/relationships/image" Target="../media/image288.png"/><Relationship Id="rId98" Type="http://schemas.openxmlformats.org/officeDocument/2006/relationships/image" Target="../media/image64.png"/><Relationship Id="rId121" Type="http://schemas.openxmlformats.org/officeDocument/2006/relationships/customXml" Target="../ink/ink541.xml"/><Relationship Id="rId163" Type="http://schemas.openxmlformats.org/officeDocument/2006/relationships/customXml" Target="../ink/ink562.xml"/><Relationship Id="rId219" Type="http://schemas.openxmlformats.org/officeDocument/2006/relationships/customXml" Target="../ink/ink590.xml"/><Relationship Id="rId370" Type="http://schemas.openxmlformats.org/officeDocument/2006/relationships/customXml" Target="../ink/ink666.xml"/><Relationship Id="rId426" Type="http://schemas.openxmlformats.org/officeDocument/2006/relationships/customXml" Target="../ink/ink695.xml"/><Relationship Id="rId230" Type="http://schemas.openxmlformats.org/officeDocument/2006/relationships/customXml" Target="../ink/ink596.xml"/><Relationship Id="rId468" Type="http://schemas.openxmlformats.org/officeDocument/2006/relationships/customXml" Target="../ink/ink716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customXml" Target="../ink/ink617.xml"/><Relationship Id="rId328" Type="http://schemas.openxmlformats.org/officeDocument/2006/relationships/customXml" Target="../ink/ink645.xml"/><Relationship Id="rId132" Type="http://schemas.openxmlformats.org/officeDocument/2006/relationships/image" Target="../media/image106.png"/><Relationship Id="rId174" Type="http://schemas.openxmlformats.org/officeDocument/2006/relationships/image" Target="../media/image190.png"/><Relationship Id="rId381" Type="http://schemas.openxmlformats.org/officeDocument/2006/relationships/customXml" Target="../ink/ink672.xml"/><Relationship Id="rId241" Type="http://schemas.openxmlformats.org/officeDocument/2006/relationships/image" Target="../media/image229.png"/><Relationship Id="rId437" Type="http://schemas.openxmlformats.org/officeDocument/2006/relationships/image" Target="../media/image326.png"/><Relationship Id="rId479" Type="http://schemas.openxmlformats.org/officeDocument/2006/relationships/image" Target="../media/image347.png"/><Relationship Id="rId36" Type="http://schemas.openxmlformats.org/officeDocument/2006/relationships/customXml" Target="../ink/ink498.xml"/><Relationship Id="rId283" Type="http://schemas.openxmlformats.org/officeDocument/2006/relationships/image" Target="../media/image250.png"/><Relationship Id="rId339" Type="http://schemas.openxmlformats.org/officeDocument/2006/relationships/image" Target="../media/image278.png"/><Relationship Id="rId78" Type="http://schemas.openxmlformats.org/officeDocument/2006/relationships/image" Target="../media/image38.png"/><Relationship Id="rId101" Type="http://schemas.openxmlformats.org/officeDocument/2006/relationships/customXml" Target="../ink/ink531.xml"/><Relationship Id="rId143" Type="http://schemas.openxmlformats.org/officeDocument/2006/relationships/customXml" Target="../ink/ink552.xml"/><Relationship Id="rId185" Type="http://schemas.openxmlformats.org/officeDocument/2006/relationships/customXml" Target="../ink/ink573.xml"/><Relationship Id="rId350" Type="http://schemas.openxmlformats.org/officeDocument/2006/relationships/customXml" Target="../ink/ink656.xml"/><Relationship Id="rId406" Type="http://schemas.openxmlformats.org/officeDocument/2006/relationships/image" Target="../media/image311.png"/><Relationship Id="rId9" Type="http://schemas.openxmlformats.org/officeDocument/2006/relationships/image" Target="../media/image4.png"/><Relationship Id="rId210" Type="http://schemas.openxmlformats.org/officeDocument/2006/relationships/image" Target="../media/image197.png"/><Relationship Id="rId392" Type="http://schemas.openxmlformats.org/officeDocument/2006/relationships/image" Target="../media/image304.png"/><Relationship Id="rId448" Type="http://schemas.openxmlformats.org/officeDocument/2006/relationships/customXml" Target="../ink/ink706.xml"/><Relationship Id="rId252" Type="http://schemas.openxmlformats.org/officeDocument/2006/relationships/customXml" Target="../ink/ink607.xml"/><Relationship Id="rId294" Type="http://schemas.openxmlformats.org/officeDocument/2006/relationships/customXml" Target="../ink/ink628.xml"/><Relationship Id="rId308" Type="http://schemas.openxmlformats.org/officeDocument/2006/relationships/customXml" Target="../ink/ink635.xml"/><Relationship Id="rId47" Type="http://schemas.openxmlformats.org/officeDocument/2006/relationships/image" Target="../media/image23.png"/><Relationship Id="rId89" Type="http://schemas.openxmlformats.org/officeDocument/2006/relationships/customXml" Target="../ink/ink525.xml"/><Relationship Id="rId112" Type="http://schemas.openxmlformats.org/officeDocument/2006/relationships/image" Target="../media/image96.png"/><Relationship Id="rId154" Type="http://schemas.openxmlformats.org/officeDocument/2006/relationships/image" Target="../media/image180.png"/><Relationship Id="rId361" Type="http://schemas.openxmlformats.org/officeDocument/2006/relationships/image" Target="../media/image289.png"/><Relationship Id="rId196" Type="http://schemas.openxmlformats.org/officeDocument/2006/relationships/image" Target="../media/image208.png"/><Relationship Id="rId417" Type="http://schemas.openxmlformats.org/officeDocument/2006/relationships/image" Target="../media/image316.png"/><Relationship Id="rId459" Type="http://schemas.openxmlformats.org/officeDocument/2006/relationships/image" Target="../media/image337.png"/><Relationship Id="rId16" Type="http://schemas.openxmlformats.org/officeDocument/2006/relationships/customXml" Target="../ink/ink488.xml"/><Relationship Id="rId221" Type="http://schemas.openxmlformats.org/officeDocument/2006/relationships/image" Target="../media/image219.png"/><Relationship Id="rId263" Type="http://schemas.openxmlformats.org/officeDocument/2006/relationships/image" Target="../media/image240.png"/><Relationship Id="rId319" Type="http://schemas.openxmlformats.org/officeDocument/2006/relationships/image" Target="../media/image268.png"/><Relationship Id="rId470" Type="http://schemas.openxmlformats.org/officeDocument/2006/relationships/customXml" Target="../ink/ink717.xml"/><Relationship Id="rId58" Type="http://schemas.openxmlformats.org/officeDocument/2006/relationships/customXml" Target="../ink/ink509.xml"/><Relationship Id="rId123" Type="http://schemas.openxmlformats.org/officeDocument/2006/relationships/customXml" Target="../ink/ink542.xml"/><Relationship Id="rId330" Type="http://schemas.openxmlformats.org/officeDocument/2006/relationships/customXml" Target="../ink/ink646.xml"/><Relationship Id="rId165" Type="http://schemas.openxmlformats.org/officeDocument/2006/relationships/customXml" Target="../ink/ink563.xml"/><Relationship Id="rId372" Type="http://schemas.openxmlformats.org/officeDocument/2006/relationships/customXml" Target="../ink/ink667.xml"/><Relationship Id="rId428" Type="http://schemas.openxmlformats.org/officeDocument/2006/relationships/customXml" Target="../ink/ink696.xml"/><Relationship Id="rId232" Type="http://schemas.openxmlformats.org/officeDocument/2006/relationships/customXml" Target="../ink/ink597.xml"/><Relationship Id="rId274" Type="http://schemas.openxmlformats.org/officeDocument/2006/relationships/customXml" Target="../ink/ink618.xml"/><Relationship Id="rId481" Type="http://schemas.openxmlformats.org/officeDocument/2006/relationships/image" Target="../media/image348.png"/><Relationship Id="rId27" Type="http://schemas.openxmlformats.org/officeDocument/2006/relationships/image" Target="../media/image13.png"/><Relationship Id="rId69" Type="http://schemas.openxmlformats.org/officeDocument/2006/relationships/image" Target="../media/image34.png"/><Relationship Id="rId134" Type="http://schemas.openxmlformats.org/officeDocument/2006/relationships/image" Target="../media/image107.png"/><Relationship Id="rId80" Type="http://schemas.openxmlformats.org/officeDocument/2006/relationships/image" Target="../media/image39.png"/><Relationship Id="rId176" Type="http://schemas.openxmlformats.org/officeDocument/2006/relationships/image" Target="../media/image191.png"/><Relationship Id="rId341" Type="http://schemas.openxmlformats.org/officeDocument/2006/relationships/image" Target="../media/image279.png"/><Relationship Id="rId383" Type="http://schemas.openxmlformats.org/officeDocument/2006/relationships/customXml" Target="../ink/ink673.xml"/><Relationship Id="rId439" Type="http://schemas.openxmlformats.org/officeDocument/2006/relationships/image" Target="../media/image327.png"/><Relationship Id="rId201" Type="http://schemas.openxmlformats.org/officeDocument/2006/relationships/customXml" Target="../ink/ink581.xml"/><Relationship Id="rId243" Type="http://schemas.openxmlformats.org/officeDocument/2006/relationships/image" Target="../media/image230.png"/><Relationship Id="rId285" Type="http://schemas.openxmlformats.org/officeDocument/2006/relationships/image" Target="../media/image251.png"/><Relationship Id="rId450" Type="http://schemas.openxmlformats.org/officeDocument/2006/relationships/customXml" Target="../ink/ink707.xml"/><Relationship Id="rId38" Type="http://schemas.openxmlformats.org/officeDocument/2006/relationships/customXml" Target="../ink/ink499.xml"/><Relationship Id="rId103" Type="http://schemas.openxmlformats.org/officeDocument/2006/relationships/customXml" Target="../ink/ink532.xml"/><Relationship Id="rId310" Type="http://schemas.openxmlformats.org/officeDocument/2006/relationships/customXml" Target="../ink/ink636.xml"/><Relationship Id="rId91" Type="http://schemas.openxmlformats.org/officeDocument/2006/relationships/customXml" Target="../ink/ink526.xml"/><Relationship Id="rId145" Type="http://schemas.openxmlformats.org/officeDocument/2006/relationships/customXml" Target="../ink/ink553.xml"/><Relationship Id="rId187" Type="http://schemas.openxmlformats.org/officeDocument/2006/relationships/customXml" Target="../ink/ink574.xml"/><Relationship Id="rId352" Type="http://schemas.openxmlformats.org/officeDocument/2006/relationships/customXml" Target="../ink/ink657.xml"/><Relationship Id="rId394" Type="http://schemas.openxmlformats.org/officeDocument/2006/relationships/image" Target="../media/image305.png"/><Relationship Id="rId408" Type="http://schemas.openxmlformats.org/officeDocument/2006/relationships/image" Target="../media/image312.png"/><Relationship Id="rId212" Type="http://schemas.openxmlformats.org/officeDocument/2006/relationships/image" Target="../media/image215.png"/><Relationship Id="rId254" Type="http://schemas.openxmlformats.org/officeDocument/2006/relationships/customXml" Target="../ink/ink608.xml"/><Relationship Id="rId49" Type="http://schemas.openxmlformats.org/officeDocument/2006/relationships/image" Target="../media/image24.png"/><Relationship Id="rId114" Type="http://schemas.openxmlformats.org/officeDocument/2006/relationships/image" Target="../media/image97.png"/><Relationship Id="rId296" Type="http://schemas.openxmlformats.org/officeDocument/2006/relationships/customXml" Target="../ink/ink629.xml"/><Relationship Id="rId461" Type="http://schemas.openxmlformats.org/officeDocument/2006/relationships/image" Target="../media/image338.png"/><Relationship Id="rId60" Type="http://schemas.openxmlformats.org/officeDocument/2006/relationships/customXml" Target="../ink/ink510.xml"/><Relationship Id="rId156" Type="http://schemas.openxmlformats.org/officeDocument/2006/relationships/image" Target="../media/image181.png"/><Relationship Id="rId198" Type="http://schemas.openxmlformats.org/officeDocument/2006/relationships/image" Target="../media/image209.png"/><Relationship Id="rId321" Type="http://schemas.openxmlformats.org/officeDocument/2006/relationships/image" Target="../media/image269.png"/><Relationship Id="rId363" Type="http://schemas.openxmlformats.org/officeDocument/2006/relationships/image" Target="../media/image290.png"/><Relationship Id="rId419" Type="http://schemas.openxmlformats.org/officeDocument/2006/relationships/image" Target="../media/image317.png"/><Relationship Id="rId223" Type="http://schemas.openxmlformats.org/officeDocument/2006/relationships/image" Target="../media/image220.png"/><Relationship Id="rId430" Type="http://schemas.openxmlformats.org/officeDocument/2006/relationships/customXml" Target="../ink/ink697.xml"/><Relationship Id="rId18" Type="http://schemas.openxmlformats.org/officeDocument/2006/relationships/customXml" Target="../ink/ink489.xml"/><Relationship Id="rId265" Type="http://schemas.openxmlformats.org/officeDocument/2006/relationships/image" Target="../media/image241.png"/><Relationship Id="rId472" Type="http://schemas.openxmlformats.org/officeDocument/2006/relationships/customXml" Target="../ink/ink718.xml"/><Relationship Id="rId125" Type="http://schemas.openxmlformats.org/officeDocument/2006/relationships/customXml" Target="../ink/ink543.xml"/><Relationship Id="rId167" Type="http://schemas.openxmlformats.org/officeDocument/2006/relationships/customXml" Target="../ink/ink564.xml"/><Relationship Id="rId332" Type="http://schemas.openxmlformats.org/officeDocument/2006/relationships/customXml" Target="../ink/ink647.xml"/><Relationship Id="rId374" Type="http://schemas.openxmlformats.org/officeDocument/2006/relationships/customXml" Target="../ink/ink668.xml"/><Relationship Id="rId71" Type="http://schemas.openxmlformats.org/officeDocument/2006/relationships/customXml" Target="../ink/ink516.xml"/><Relationship Id="rId234" Type="http://schemas.openxmlformats.org/officeDocument/2006/relationships/customXml" Target="../ink/ink598.xml"/><Relationship Id="rId2" Type="http://schemas.openxmlformats.org/officeDocument/2006/relationships/customXml" Target="../ink/ink481.xml"/><Relationship Id="rId29" Type="http://schemas.openxmlformats.org/officeDocument/2006/relationships/image" Target="../media/image14.png"/><Relationship Id="rId276" Type="http://schemas.openxmlformats.org/officeDocument/2006/relationships/customXml" Target="../ink/ink619.xml"/><Relationship Id="rId441" Type="http://schemas.openxmlformats.org/officeDocument/2006/relationships/image" Target="../media/image328.png"/><Relationship Id="rId483" Type="http://schemas.openxmlformats.org/officeDocument/2006/relationships/image" Target="../media/image349.png"/><Relationship Id="rId40" Type="http://schemas.openxmlformats.org/officeDocument/2006/relationships/customXml" Target="../ink/ink500.xml"/><Relationship Id="rId136" Type="http://schemas.openxmlformats.org/officeDocument/2006/relationships/image" Target="../media/image108.png"/><Relationship Id="rId178" Type="http://schemas.openxmlformats.org/officeDocument/2006/relationships/image" Target="../media/image192.png"/><Relationship Id="rId301" Type="http://schemas.openxmlformats.org/officeDocument/2006/relationships/image" Target="../media/image259.png"/><Relationship Id="rId343" Type="http://schemas.openxmlformats.org/officeDocument/2006/relationships/image" Target="../media/image280.png"/><Relationship Id="rId82" Type="http://schemas.openxmlformats.org/officeDocument/2006/relationships/image" Target="../media/image40.png"/><Relationship Id="rId203" Type="http://schemas.openxmlformats.org/officeDocument/2006/relationships/customXml" Target="../ink/ink582.xml"/><Relationship Id="rId385" Type="http://schemas.openxmlformats.org/officeDocument/2006/relationships/customXml" Target="../ink/ink674.xml"/><Relationship Id="rId245" Type="http://schemas.openxmlformats.org/officeDocument/2006/relationships/image" Target="../media/image231.png"/><Relationship Id="rId287" Type="http://schemas.openxmlformats.org/officeDocument/2006/relationships/image" Target="../media/image252.png"/><Relationship Id="rId410" Type="http://schemas.openxmlformats.org/officeDocument/2006/relationships/customXml" Target="../ink/ink687.xml"/><Relationship Id="rId452" Type="http://schemas.openxmlformats.org/officeDocument/2006/relationships/customXml" Target="../ink/ink708.xml"/><Relationship Id="rId105" Type="http://schemas.openxmlformats.org/officeDocument/2006/relationships/customXml" Target="../ink/ink533.xml"/><Relationship Id="rId147" Type="http://schemas.openxmlformats.org/officeDocument/2006/relationships/customXml" Target="../ink/ink554.xml"/><Relationship Id="rId312" Type="http://schemas.openxmlformats.org/officeDocument/2006/relationships/customXml" Target="../ink/ink637.xml"/><Relationship Id="rId354" Type="http://schemas.openxmlformats.org/officeDocument/2006/relationships/customXml" Target="../ink/ink658.xml"/><Relationship Id="rId51" Type="http://schemas.openxmlformats.org/officeDocument/2006/relationships/image" Target="../media/image25.png"/><Relationship Id="rId93" Type="http://schemas.openxmlformats.org/officeDocument/2006/relationships/customXml" Target="../ink/ink527.xml"/><Relationship Id="rId189" Type="http://schemas.openxmlformats.org/officeDocument/2006/relationships/customXml" Target="../ink/ink575.xml"/><Relationship Id="rId396" Type="http://schemas.openxmlformats.org/officeDocument/2006/relationships/image" Target="../media/image306.png"/><Relationship Id="rId214" Type="http://schemas.openxmlformats.org/officeDocument/2006/relationships/image" Target="../media/image216.png"/><Relationship Id="rId256" Type="http://schemas.openxmlformats.org/officeDocument/2006/relationships/customXml" Target="../ink/ink609.xml"/><Relationship Id="rId298" Type="http://schemas.openxmlformats.org/officeDocument/2006/relationships/customXml" Target="../ink/ink630.xml"/><Relationship Id="rId421" Type="http://schemas.openxmlformats.org/officeDocument/2006/relationships/image" Target="../media/image318.png"/><Relationship Id="rId463" Type="http://schemas.openxmlformats.org/officeDocument/2006/relationships/image" Target="../media/image339.png"/><Relationship Id="rId116" Type="http://schemas.openxmlformats.org/officeDocument/2006/relationships/image" Target="../media/image98.png"/><Relationship Id="rId158" Type="http://schemas.openxmlformats.org/officeDocument/2006/relationships/image" Target="../media/image182.png"/><Relationship Id="rId323" Type="http://schemas.openxmlformats.org/officeDocument/2006/relationships/image" Target="../media/image270.png"/><Relationship Id="rId20" Type="http://schemas.openxmlformats.org/officeDocument/2006/relationships/customXml" Target="../ink/ink490.xml"/><Relationship Id="rId41" Type="http://schemas.openxmlformats.org/officeDocument/2006/relationships/image" Target="../media/image20.png"/><Relationship Id="rId62" Type="http://schemas.openxmlformats.org/officeDocument/2006/relationships/customXml" Target="../ink/ink511.xml"/><Relationship Id="rId83" Type="http://schemas.openxmlformats.org/officeDocument/2006/relationships/customXml" Target="../ink/ink522.xml"/><Relationship Id="rId179" Type="http://schemas.openxmlformats.org/officeDocument/2006/relationships/customXml" Target="../ink/ink570.xml"/><Relationship Id="rId365" Type="http://schemas.openxmlformats.org/officeDocument/2006/relationships/image" Target="../media/image291.png"/><Relationship Id="rId386" Type="http://schemas.openxmlformats.org/officeDocument/2006/relationships/image" Target="../media/image301.png"/><Relationship Id="rId190" Type="http://schemas.openxmlformats.org/officeDocument/2006/relationships/image" Target="../media/image205.png"/><Relationship Id="rId204" Type="http://schemas.openxmlformats.org/officeDocument/2006/relationships/image" Target="../media/image212.png"/><Relationship Id="rId225" Type="http://schemas.openxmlformats.org/officeDocument/2006/relationships/image" Target="../media/image221.png"/><Relationship Id="rId246" Type="http://schemas.openxmlformats.org/officeDocument/2006/relationships/customXml" Target="../ink/ink604.xml"/><Relationship Id="rId267" Type="http://schemas.openxmlformats.org/officeDocument/2006/relationships/image" Target="../media/image242.png"/><Relationship Id="rId288" Type="http://schemas.openxmlformats.org/officeDocument/2006/relationships/customXml" Target="../ink/ink625.xml"/><Relationship Id="rId411" Type="http://schemas.openxmlformats.org/officeDocument/2006/relationships/image" Target="../media/image313.png"/><Relationship Id="rId432" Type="http://schemas.openxmlformats.org/officeDocument/2006/relationships/customXml" Target="../ink/ink698.xml"/><Relationship Id="rId453" Type="http://schemas.openxmlformats.org/officeDocument/2006/relationships/image" Target="../media/image334.png"/><Relationship Id="rId474" Type="http://schemas.openxmlformats.org/officeDocument/2006/relationships/customXml" Target="../ink/ink719.xml"/><Relationship Id="rId106" Type="http://schemas.openxmlformats.org/officeDocument/2006/relationships/image" Target="../media/image93.png"/><Relationship Id="rId127" Type="http://schemas.openxmlformats.org/officeDocument/2006/relationships/customXml" Target="../ink/ink544.xml"/><Relationship Id="rId313" Type="http://schemas.openxmlformats.org/officeDocument/2006/relationships/image" Target="../media/image265.png"/><Relationship Id="rId10" Type="http://schemas.openxmlformats.org/officeDocument/2006/relationships/customXml" Target="../ink/ink485.xml"/><Relationship Id="rId31" Type="http://schemas.openxmlformats.org/officeDocument/2006/relationships/image" Target="../media/image15.png"/><Relationship Id="rId52" Type="http://schemas.openxmlformats.org/officeDocument/2006/relationships/customXml" Target="../ink/ink506.xml"/><Relationship Id="rId73" Type="http://schemas.openxmlformats.org/officeDocument/2006/relationships/customXml" Target="../ink/ink517.xml"/><Relationship Id="rId94" Type="http://schemas.openxmlformats.org/officeDocument/2006/relationships/image" Target="../media/image62.png"/><Relationship Id="rId148" Type="http://schemas.openxmlformats.org/officeDocument/2006/relationships/image" Target="../media/image177.png"/><Relationship Id="rId169" Type="http://schemas.openxmlformats.org/officeDocument/2006/relationships/customXml" Target="../ink/ink565.xml"/><Relationship Id="rId334" Type="http://schemas.openxmlformats.org/officeDocument/2006/relationships/customXml" Target="../ink/ink648.xml"/><Relationship Id="rId355" Type="http://schemas.openxmlformats.org/officeDocument/2006/relationships/image" Target="../media/image286.png"/><Relationship Id="rId376" Type="http://schemas.openxmlformats.org/officeDocument/2006/relationships/customXml" Target="../ink/ink669.xml"/><Relationship Id="rId397" Type="http://schemas.openxmlformats.org/officeDocument/2006/relationships/customXml" Target="../ink/ink680.xml"/><Relationship Id="rId4" Type="http://schemas.openxmlformats.org/officeDocument/2006/relationships/customXml" Target="../ink/ink482.xml"/><Relationship Id="rId180" Type="http://schemas.openxmlformats.org/officeDocument/2006/relationships/image" Target="../media/image200.png"/><Relationship Id="rId215" Type="http://schemas.openxmlformats.org/officeDocument/2006/relationships/customXml" Target="../ink/ink588.xml"/><Relationship Id="rId236" Type="http://schemas.openxmlformats.org/officeDocument/2006/relationships/customXml" Target="../ink/ink599.xml"/><Relationship Id="rId257" Type="http://schemas.openxmlformats.org/officeDocument/2006/relationships/image" Target="../media/image237.png"/><Relationship Id="rId278" Type="http://schemas.openxmlformats.org/officeDocument/2006/relationships/customXml" Target="../ink/ink620.xml"/><Relationship Id="rId401" Type="http://schemas.openxmlformats.org/officeDocument/2006/relationships/customXml" Target="../ink/ink682.xml"/><Relationship Id="rId422" Type="http://schemas.openxmlformats.org/officeDocument/2006/relationships/customXml" Target="../ink/ink693.xml"/><Relationship Id="rId443" Type="http://schemas.openxmlformats.org/officeDocument/2006/relationships/image" Target="../media/image329.png"/><Relationship Id="rId464" Type="http://schemas.openxmlformats.org/officeDocument/2006/relationships/customXml" Target="../ink/ink714.xml"/><Relationship Id="rId303" Type="http://schemas.openxmlformats.org/officeDocument/2006/relationships/image" Target="../media/image260.png"/><Relationship Id="rId485" Type="http://schemas.openxmlformats.org/officeDocument/2006/relationships/image" Target="../media/image350.png"/><Relationship Id="rId42" Type="http://schemas.openxmlformats.org/officeDocument/2006/relationships/customXml" Target="../ink/ink501.xml"/><Relationship Id="rId84" Type="http://schemas.openxmlformats.org/officeDocument/2006/relationships/image" Target="../media/image41.png"/><Relationship Id="rId138" Type="http://schemas.openxmlformats.org/officeDocument/2006/relationships/image" Target="../media/image109.png"/><Relationship Id="rId345" Type="http://schemas.openxmlformats.org/officeDocument/2006/relationships/image" Target="../media/image281.png"/><Relationship Id="rId387" Type="http://schemas.openxmlformats.org/officeDocument/2006/relationships/customXml" Target="../ink/ink675.xml"/><Relationship Id="rId191" Type="http://schemas.openxmlformats.org/officeDocument/2006/relationships/customXml" Target="../ink/ink576.xml"/><Relationship Id="rId205" Type="http://schemas.openxmlformats.org/officeDocument/2006/relationships/customXml" Target="../ink/ink583.xml"/><Relationship Id="rId247" Type="http://schemas.openxmlformats.org/officeDocument/2006/relationships/image" Target="../media/image232.png"/><Relationship Id="rId412" Type="http://schemas.openxmlformats.org/officeDocument/2006/relationships/customXml" Target="../ink/ink688.xml"/><Relationship Id="rId107" Type="http://schemas.openxmlformats.org/officeDocument/2006/relationships/customXml" Target="../ink/ink534.xml"/><Relationship Id="rId289" Type="http://schemas.openxmlformats.org/officeDocument/2006/relationships/image" Target="../media/image253.png"/><Relationship Id="rId454" Type="http://schemas.openxmlformats.org/officeDocument/2006/relationships/customXml" Target="../ink/ink709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customXml" Target="../ink/ink555.xml"/><Relationship Id="rId314" Type="http://schemas.openxmlformats.org/officeDocument/2006/relationships/customXml" Target="../ink/ink638.xml"/><Relationship Id="rId356" Type="http://schemas.openxmlformats.org/officeDocument/2006/relationships/customXml" Target="../ink/ink659.xml"/><Relationship Id="rId398" Type="http://schemas.openxmlformats.org/officeDocument/2006/relationships/image" Target="../media/image307.png"/><Relationship Id="rId95" Type="http://schemas.openxmlformats.org/officeDocument/2006/relationships/customXml" Target="../ink/ink528.xml"/><Relationship Id="rId160" Type="http://schemas.openxmlformats.org/officeDocument/2006/relationships/image" Target="../media/image183.png"/><Relationship Id="rId216" Type="http://schemas.openxmlformats.org/officeDocument/2006/relationships/image" Target="../media/image217.png"/><Relationship Id="rId423" Type="http://schemas.openxmlformats.org/officeDocument/2006/relationships/image" Target="../media/image319.png"/><Relationship Id="rId258" Type="http://schemas.openxmlformats.org/officeDocument/2006/relationships/customXml" Target="../ink/ink610.xml"/><Relationship Id="rId465" Type="http://schemas.openxmlformats.org/officeDocument/2006/relationships/image" Target="../media/image340.png"/><Relationship Id="rId22" Type="http://schemas.openxmlformats.org/officeDocument/2006/relationships/customXml" Target="../ink/ink491.xml"/><Relationship Id="rId64" Type="http://schemas.openxmlformats.org/officeDocument/2006/relationships/customXml" Target="../ink/ink512.xml"/><Relationship Id="rId118" Type="http://schemas.openxmlformats.org/officeDocument/2006/relationships/image" Target="../media/image99.png"/><Relationship Id="rId325" Type="http://schemas.openxmlformats.org/officeDocument/2006/relationships/image" Target="../media/image271.png"/><Relationship Id="rId367" Type="http://schemas.openxmlformats.org/officeDocument/2006/relationships/image" Target="../media/image292.png"/><Relationship Id="rId171" Type="http://schemas.openxmlformats.org/officeDocument/2006/relationships/customXml" Target="../ink/ink566.xml"/><Relationship Id="rId227" Type="http://schemas.openxmlformats.org/officeDocument/2006/relationships/image" Target="../media/image222.png"/><Relationship Id="rId269" Type="http://schemas.openxmlformats.org/officeDocument/2006/relationships/image" Target="../media/image243.png"/><Relationship Id="rId434" Type="http://schemas.openxmlformats.org/officeDocument/2006/relationships/customXml" Target="../ink/ink699.xml"/><Relationship Id="rId476" Type="http://schemas.openxmlformats.org/officeDocument/2006/relationships/customXml" Target="../ink/ink720.xml"/><Relationship Id="rId33" Type="http://schemas.openxmlformats.org/officeDocument/2006/relationships/image" Target="../media/image16.png"/><Relationship Id="rId129" Type="http://schemas.openxmlformats.org/officeDocument/2006/relationships/customXml" Target="../ink/ink545.xml"/><Relationship Id="rId280" Type="http://schemas.openxmlformats.org/officeDocument/2006/relationships/customXml" Target="../ink/ink621.xml"/><Relationship Id="rId336" Type="http://schemas.openxmlformats.org/officeDocument/2006/relationships/customXml" Target="../ink/ink649.xml"/><Relationship Id="rId75" Type="http://schemas.openxmlformats.org/officeDocument/2006/relationships/customXml" Target="../ink/ink518.xml"/><Relationship Id="rId140" Type="http://schemas.openxmlformats.org/officeDocument/2006/relationships/image" Target="../media/image173.png"/><Relationship Id="rId182" Type="http://schemas.openxmlformats.org/officeDocument/2006/relationships/image" Target="../media/image201.png"/><Relationship Id="rId378" Type="http://schemas.openxmlformats.org/officeDocument/2006/relationships/customXml" Target="../ink/ink670.xml"/><Relationship Id="rId403" Type="http://schemas.openxmlformats.org/officeDocument/2006/relationships/customXml" Target="../ink/ink683.xml"/><Relationship Id="rId6" Type="http://schemas.openxmlformats.org/officeDocument/2006/relationships/customXml" Target="../ink/ink483.xml"/><Relationship Id="rId238" Type="http://schemas.openxmlformats.org/officeDocument/2006/relationships/customXml" Target="../ink/ink600.xml"/><Relationship Id="rId445" Type="http://schemas.openxmlformats.org/officeDocument/2006/relationships/image" Target="../media/image330.png"/><Relationship Id="rId487" Type="http://schemas.openxmlformats.org/officeDocument/2006/relationships/image" Target="../media/image351.png"/><Relationship Id="rId291" Type="http://schemas.openxmlformats.org/officeDocument/2006/relationships/image" Target="../media/image254.png"/><Relationship Id="rId305" Type="http://schemas.openxmlformats.org/officeDocument/2006/relationships/image" Target="../media/image261.png"/><Relationship Id="rId347" Type="http://schemas.openxmlformats.org/officeDocument/2006/relationships/image" Target="../media/image282.png"/><Relationship Id="rId44" Type="http://schemas.openxmlformats.org/officeDocument/2006/relationships/customXml" Target="../ink/ink502.xml"/><Relationship Id="rId86" Type="http://schemas.openxmlformats.org/officeDocument/2006/relationships/image" Target="../media/image52.png"/><Relationship Id="rId151" Type="http://schemas.openxmlformats.org/officeDocument/2006/relationships/customXml" Target="../ink/ink556.xml"/><Relationship Id="rId389" Type="http://schemas.openxmlformats.org/officeDocument/2006/relationships/customXml" Target="../ink/ink676.xml"/><Relationship Id="rId193" Type="http://schemas.openxmlformats.org/officeDocument/2006/relationships/customXml" Target="../ink/ink577.xml"/><Relationship Id="rId207" Type="http://schemas.openxmlformats.org/officeDocument/2006/relationships/customXml" Target="../ink/ink584.xml"/><Relationship Id="rId249" Type="http://schemas.openxmlformats.org/officeDocument/2006/relationships/image" Target="../media/image233.png"/><Relationship Id="rId414" Type="http://schemas.openxmlformats.org/officeDocument/2006/relationships/customXml" Target="../ink/ink689.xml"/><Relationship Id="rId456" Type="http://schemas.openxmlformats.org/officeDocument/2006/relationships/customXml" Target="../ink/ink710.xml"/><Relationship Id="rId13" Type="http://schemas.openxmlformats.org/officeDocument/2006/relationships/image" Target="../media/image6.png"/><Relationship Id="rId109" Type="http://schemas.openxmlformats.org/officeDocument/2006/relationships/customXml" Target="../ink/ink535.xml"/><Relationship Id="rId260" Type="http://schemas.openxmlformats.org/officeDocument/2006/relationships/customXml" Target="../ink/ink611.xml"/><Relationship Id="rId316" Type="http://schemas.openxmlformats.org/officeDocument/2006/relationships/customXml" Target="../ink/ink639.xml"/><Relationship Id="rId55" Type="http://schemas.openxmlformats.org/officeDocument/2006/relationships/image" Target="../media/image27.png"/><Relationship Id="rId97" Type="http://schemas.openxmlformats.org/officeDocument/2006/relationships/customXml" Target="../ink/ink529.xml"/><Relationship Id="rId120" Type="http://schemas.openxmlformats.org/officeDocument/2006/relationships/image" Target="../media/image100.png"/><Relationship Id="rId358" Type="http://schemas.openxmlformats.org/officeDocument/2006/relationships/customXml" Target="../ink/ink660.xml"/><Relationship Id="rId162" Type="http://schemas.openxmlformats.org/officeDocument/2006/relationships/image" Target="../media/image184.png"/><Relationship Id="rId218" Type="http://schemas.openxmlformats.org/officeDocument/2006/relationships/image" Target="../media/image218.png"/><Relationship Id="rId425" Type="http://schemas.openxmlformats.org/officeDocument/2006/relationships/image" Target="../media/image320.png"/><Relationship Id="rId467" Type="http://schemas.openxmlformats.org/officeDocument/2006/relationships/image" Target="../media/image341.png"/><Relationship Id="rId271" Type="http://schemas.openxmlformats.org/officeDocument/2006/relationships/image" Target="../media/image244.png"/><Relationship Id="rId24" Type="http://schemas.openxmlformats.org/officeDocument/2006/relationships/customXml" Target="../ink/ink492.xml"/><Relationship Id="rId66" Type="http://schemas.openxmlformats.org/officeDocument/2006/relationships/customXml" Target="../ink/ink513.xml"/><Relationship Id="rId131" Type="http://schemas.openxmlformats.org/officeDocument/2006/relationships/customXml" Target="../ink/ink546.xml"/><Relationship Id="rId327" Type="http://schemas.openxmlformats.org/officeDocument/2006/relationships/image" Target="../media/image272.png"/><Relationship Id="rId369" Type="http://schemas.openxmlformats.org/officeDocument/2006/relationships/image" Target="../media/image293.png"/><Relationship Id="rId173" Type="http://schemas.openxmlformats.org/officeDocument/2006/relationships/customXml" Target="../ink/ink567.xml"/><Relationship Id="rId229" Type="http://schemas.openxmlformats.org/officeDocument/2006/relationships/image" Target="../media/image223.png"/><Relationship Id="rId380" Type="http://schemas.openxmlformats.org/officeDocument/2006/relationships/image" Target="../media/image298.png"/><Relationship Id="rId436" Type="http://schemas.openxmlformats.org/officeDocument/2006/relationships/customXml" Target="../ink/ink700.xml"/><Relationship Id="rId240" Type="http://schemas.openxmlformats.org/officeDocument/2006/relationships/customXml" Target="../ink/ink601.xml"/><Relationship Id="rId478" Type="http://schemas.openxmlformats.org/officeDocument/2006/relationships/customXml" Target="../ink/ink721.xml"/><Relationship Id="rId35" Type="http://schemas.openxmlformats.org/officeDocument/2006/relationships/image" Target="../media/image17.png"/><Relationship Id="rId77" Type="http://schemas.openxmlformats.org/officeDocument/2006/relationships/customXml" Target="../ink/ink519.xml"/><Relationship Id="rId100" Type="http://schemas.openxmlformats.org/officeDocument/2006/relationships/image" Target="../media/image65.png"/><Relationship Id="rId282" Type="http://schemas.openxmlformats.org/officeDocument/2006/relationships/customXml" Target="../ink/ink622.xml"/><Relationship Id="rId338" Type="http://schemas.openxmlformats.org/officeDocument/2006/relationships/customXml" Target="../ink/ink650.xml"/><Relationship Id="rId8" Type="http://schemas.openxmlformats.org/officeDocument/2006/relationships/customXml" Target="../ink/ink484.xml"/><Relationship Id="rId142" Type="http://schemas.openxmlformats.org/officeDocument/2006/relationships/image" Target="../media/image174.png"/><Relationship Id="rId184" Type="http://schemas.openxmlformats.org/officeDocument/2006/relationships/image" Target="../media/image202.png"/><Relationship Id="rId391" Type="http://schemas.openxmlformats.org/officeDocument/2006/relationships/customXml" Target="../ink/ink677.xml"/><Relationship Id="rId405" Type="http://schemas.openxmlformats.org/officeDocument/2006/relationships/customXml" Target="../ink/ink684.xml"/><Relationship Id="rId447" Type="http://schemas.openxmlformats.org/officeDocument/2006/relationships/image" Target="../media/image331.png"/><Relationship Id="rId251" Type="http://schemas.openxmlformats.org/officeDocument/2006/relationships/image" Target="../media/image234.png"/><Relationship Id="rId489" Type="http://schemas.openxmlformats.org/officeDocument/2006/relationships/image" Target="../media/image352.png"/><Relationship Id="rId46" Type="http://schemas.openxmlformats.org/officeDocument/2006/relationships/customXml" Target="../ink/ink503.xml"/><Relationship Id="rId293" Type="http://schemas.openxmlformats.org/officeDocument/2006/relationships/image" Target="../media/image255.png"/><Relationship Id="rId307" Type="http://schemas.openxmlformats.org/officeDocument/2006/relationships/image" Target="../media/image262.png"/><Relationship Id="rId349" Type="http://schemas.openxmlformats.org/officeDocument/2006/relationships/image" Target="../media/image283.png"/><Relationship Id="rId88" Type="http://schemas.openxmlformats.org/officeDocument/2006/relationships/image" Target="../media/image53.png"/><Relationship Id="rId111" Type="http://schemas.openxmlformats.org/officeDocument/2006/relationships/customXml" Target="../ink/ink536.xml"/><Relationship Id="rId153" Type="http://schemas.openxmlformats.org/officeDocument/2006/relationships/customXml" Target="../ink/ink557.xml"/><Relationship Id="rId195" Type="http://schemas.openxmlformats.org/officeDocument/2006/relationships/customXml" Target="../ink/ink578.xml"/><Relationship Id="rId209" Type="http://schemas.openxmlformats.org/officeDocument/2006/relationships/customXml" Target="../ink/ink585.xml"/><Relationship Id="rId360" Type="http://schemas.openxmlformats.org/officeDocument/2006/relationships/customXml" Target="../ink/ink661.xml"/><Relationship Id="rId416" Type="http://schemas.openxmlformats.org/officeDocument/2006/relationships/customXml" Target="../ink/ink690.xml"/><Relationship Id="rId220" Type="http://schemas.openxmlformats.org/officeDocument/2006/relationships/customXml" Target="../ink/ink591.xml"/><Relationship Id="rId458" Type="http://schemas.openxmlformats.org/officeDocument/2006/relationships/customXml" Target="../ink/ink711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612.xml"/><Relationship Id="rId318" Type="http://schemas.openxmlformats.org/officeDocument/2006/relationships/customXml" Target="../ink/ink640.xml"/><Relationship Id="rId99" Type="http://schemas.openxmlformats.org/officeDocument/2006/relationships/customXml" Target="../ink/ink530.xml"/><Relationship Id="rId122" Type="http://schemas.openxmlformats.org/officeDocument/2006/relationships/image" Target="../media/image101.png"/><Relationship Id="rId164" Type="http://schemas.openxmlformats.org/officeDocument/2006/relationships/image" Target="../media/image185.png"/><Relationship Id="rId371" Type="http://schemas.openxmlformats.org/officeDocument/2006/relationships/image" Target="../media/image294.png"/><Relationship Id="rId427" Type="http://schemas.openxmlformats.org/officeDocument/2006/relationships/image" Target="../media/image321.png"/><Relationship Id="rId469" Type="http://schemas.openxmlformats.org/officeDocument/2006/relationships/image" Target="../media/image342.png"/><Relationship Id="rId26" Type="http://schemas.openxmlformats.org/officeDocument/2006/relationships/customXml" Target="../ink/ink493.xml"/><Relationship Id="rId231" Type="http://schemas.openxmlformats.org/officeDocument/2006/relationships/image" Target="../media/image224.png"/><Relationship Id="rId273" Type="http://schemas.openxmlformats.org/officeDocument/2006/relationships/image" Target="../media/image245.png"/><Relationship Id="rId329" Type="http://schemas.openxmlformats.org/officeDocument/2006/relationships/image" Target="../media/image273.png"/><Relationship Id="rId480" Type="http://schemas.openxmlformats.org/officeDocument/2006/relationships/customXml" Target="../ink/ink722.xml"/><Relationship Id="rId68" Type="http://schemas.openxmlformats.org/officeDocument/2006/relationships/customXml" Target="../ink/ink514.xml"/><Relationship Id="rId133" Type="http://schemas.openxmlformats.org/officeDocument/2006/relationships/customXml" Target="../ink/ink547.xml"/><Relationship Id="rId175" Type="http://schemas.openxmlformats.org/officeDocument/2006/relationships/customXml" Target="../ink/ink568.xml"/><Relationship Id="rId340" Type="http://schemas.openxmlformats.org/officeDocument/2006/relationships/customXml" Target="../ink/ink651.xml"/><Relationship Id="rId200" Type="http://schemas.openxmlformats.org/officeDocument/2006/relationships/image" Target="../media/image210.png"/><Relationship Id="rId382" Type="http://schemas.openxmlformats.org/officeDocument/2006/relationships/image" Target="../media/image299.png"/><Relationship Id="rId438" Type="http://schemas.openxmlformats.org/officeDocument/2006/relationships/customXml" Target="../ink/ink701.xml"/><Relationship Id="rId242" Type="http://schemas.openxmlformats.org/officeDocument/2006/relationships/customXml" Target="../ink/ink602.xml"/><Relationship Id="rId284" Type="http://schemas.openxmlformats.org/officeDocument/2006/relationships/customXml" Target="../ink/ink623.xml"/><Relationship Id="rId37" Type="http://schemas.openxmlformats.org/officeDocument/2006/relationships/image" Target="../media/image18.png"/><Relationship Id="rId79" Type="http://schemas.openxmlformats.org/officeDocument/2006/relationships/customXml" Target="../ink/ink520.xml"/><Relationship Id="rId102" Type="http://schemas.openxmlformats.org/officeDocument/2006/relationships/image" Target="../media/image66.png"/><Relationship Id="rId144" Type="http://schemas.openxmlformats.org/officeDocument/2006/relationships/image" Target="../media/image175.png"/><Relationship Id="rId90" Type="http://schemas.openxmlformats.org/officeDocument/2006/relationships/image" Target="../media/image57.png"/><Relationship Id="rId186" Type="http://schemas.openxmlformats.org/officeDocument/2006/relationships/image" Target="../media/image203.png"/><Relationship Id="rId351" Type="http://schemas.openxmlformats.org/officeDocument/2006/relationships/image" Target="../media/image284.png"/><Relationship Id="rId393" Type="http://schemas.openxmlformats.org/officeDocument/2006/relationships/customXml" Target="../ink/ink678.xml"/><Relationship Id="rId407" Type="http://schemas.openxmlformats.org/officeDocument/2006/relationships/customXml" Target="../ink/ink685.xml"/><Relationship Id="rId449" Type="http://schemas.openxmlformats.org/officeDocument/2006/relationships/image" Target="../media/image332.png"/><Relationship Id="rId211" Type="http://schemas.openxmlformats.org/officeDocument/2006/relationships/customXml" Target="../ink/ink586.xml"/><Relationship Id="rId253" Type="http://schemas.openxmlformats.org/officeDocument/2006/relationships/image" Target="../media/image235.png"/><Relationship Id="rId295" Type="http://schemas.openxmlformats.org/officeDocument/2006/relationships/image" Target="../media/image256.png"/><Relationship Id="rId309" Type="http://schemas.openxmlformats.org/officeDocument/2006/relationships/image" Target="../media/image263.png"/><Relationship Id="rId460" Type="http://schemas.openxmlformats.org/officeDocument/2006/relationships/customXml" Target="../ink/ink712.xml"/><Relationship Id="rId48" Type="http://schemas.openxmlformats.org/officeDocument/2006/relationships/customXml" Target="../ink/ink504.xml"/><Relationship Id="rId113" Type="http://schemas.openxmlformats.org/officeDocument/2006/relationships/customXml" Target="../ink/ink537.xml"/><Relationship Id="rId320" Type="http://schemas.openxmlformats.org/officeDocument/2006/relationships/customXml" Target="../ink/ink641.xml"/><Relationship Id="rId155" Type="http://schemas.openxmlformats.org/officeDocument/2006/relationships/customXml" Target="../ink/ink558.xml"/><Relationship Id="rId197" Type="http://schemas.openxmlformats.org/officeDocument/2006/relationships/customXml" Target="../ink/ink579.xml"/><Relationship Id="rId362" Type="http://schemas.openxmlformats.org/officeDocument/2006/relationships/customXml" Target="../ink/ink662.xml"/><Relationship Id="rId418" Type="http://schemas.openxmlformats.org/officeDocument/2006/relationships/customXml" Target="../ink/ink691.xml"/><Relationship Id="rId222" Type="http://schemas.openxmlformats.org/officeDocument/2006/relationships/customXml" Target="../ink/ink592.xml"/><Relationship Id="rId264" Type="http://schemas.openxmlformats.org/officeDocument/2006/relationships/customXml" Target="../ink/ink613.xml"/><Relationship Id="rId471" Type="http://schemas.openxmlformats.org/officeDocument/2006/relationships/image" Target="../media/image343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image" Target="../media/image102.png"/><Relationship Id="rId70" Type="http://schemas.openxmlformats.org/officeDocument/2006/relationships/customXml" Target="../ink/ink515.xml"/><Relationship Id="rId166" Type="http://schemas.openxmlformats.org/officeDocument/2006/relationships/image" Target="../media/image186.png"/><Relationship Id="rId331" Type="http://schemas.openxmlformats.org/officeDocument/2006/relationships/image" Target="../media/image274.png"/><Relationship Id="rId373" Type="http://schemas.openxmlformats.org/officeDocument/2006/relationships/image" Target="../media/image295.png"/><Relationship Id="rId429" Type="http://schemas.openxmlformats.org/officeDocument/2006/relationships/image" Target="../media/image322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25.png"/><Relationship Id="rId440" Type="http://schemas.openxmlformats.org/officeDocument/2006/relationships/customXml" Target="../ink/ink702.xml"/><Relationship Id="rId28" Type="http://schemas.openxmlformats.org/officeDocument/2006/relationships/customXml" Target="../ink/ink494.xml"/><Relationship Id="rId275" Type="http://schemas.openxmlformats.org/officeDocument/2006/relationships/image" Target="../media/image246.png"/><Relationship Id="rId300" Type="http://schemas.openxmlformats.org/officeDocument/2006/relationships/customXml" Target="../ink/ink631.xml"/><Relationship Id="rId482" Type="http://schemas.openxmlformats.org/officeDocument/2006/relationships/customXml" Target="../ink/ink723.xml"/><Relationship Id="rId81" Type="http://schemas.openxmlformats.org/officeDocument/2006/relationships/customXml" Target="../ink/ink521.xml"/><Relationship Id="rId135" Type="http://schemas.openxmlformats.org/officeDocument/2006/relationships/customXml" Target="../ink/ink548.xml"/><Relationship Id="rId177" Type="http://schemas.openxmlformats.org/officeDocument/2006/relationships/customXml" Target="../ink/ink569.xml"/><Relationship Id="rId342" Type="http://schemas.openxmlformats.org/officeDocument/2006/relationships/customXml" Target="../ink/ink652.xml"/><Relationship Id="rId384" Type="http://schemas.openxmlformats.org/officeDocument/2006/relationships/image" Target="../media/image300.png"/><Relationship Id="rId202" Type="http://schemas.openxmlformats.org/officeDocument/2006/relationships/image" Target="../media/image211.png"/><Relationship Id="rId244" Type="http://schemas.openxmlformats.org/officeDocument/2006/relationships/customXml" Target="../ink/ink603.xml"/><Relationship Id="rId39" Type="http://schemas.openxmlformats.org/officeDocument/2006/relationships/image" Target="../media/image19.png"/><Relationship Id="rId286" Type="http://schemas.openxmlformats.org/officeDocument/2006/relationships/customXml" Target="../ink/ink624.xml"/><Relationship Id="rId451" Type="http://schemas.openxmlformats.org/officeDocument/2006/relationships/image" Target="../media/image333.png"/><Relationship Id="rId50" Type="http://schemas.openxmlformats.org/officeDocument/2006/relationships/customXml" Target="../ink/ink505.xml"/><Relationship Id="rId104" Type="http://schemas.openxmlformats.org/officeDocument/2006/relationships/image" Target="../media/image67.png"/><Relationship Id="rId146" Type="http://schemas.openxmlformats.org/officeDocument/2006/relationships/image" Target="../media/image176.png"/><Relationship Id="rId188" Type="http://schemas.openxmlformats.org/officeDocument/2006/relationships/image" Target="../media/image204.png"/><Relationship Id="rId311" Type="http://schemas.openxmlformats.org/officeDocument/2006/relationships/image" Target="../media/image264.png"/><Relationship Id="rId353" Type="http://schemas.openxmlformats.org/officeDocument/2006/relationships/image" Target="../media/image285.png"/><Relationship Id="rId395" Type="http://schemas.openxmlformats.org/officeDocument/2006/relationships/customXml" Target="../ink/ink679.xml"/><Relationship Id="rId409" Type="http://schemas.openxmlformats.org/officeDocument/2006/relationships/customXml" Target="../ink/ink686.xml"/><Relationship Id="rId92" Type="http://schemas.openxmlformats.org/officeDocument/2006/relationships/image" Target="../media/image58.png"/><Relationship Id="rId213" Type="http://schemas.openxmlformats.org/officeDocument/2006/relationships/customXml" Target="../ink/ink587.xml"/><Relationship Id="rId420" Type="http://schemas.openxmlformats.org/officeDocument/2006/relationships/customXml" Target="../ink/ink692.xml"/><Relationship Id="rId255" Type="http://schemas.openxmlformats.org/officeDocument/2006/relationships/image" Target="../media/image236.png"/><Relationship Id="rId297" Type="http://schemas.openxmlformats.org/officeDocument/2006/relationships/image" Target="../media/image257.png"/><Relationship Id="rId462" Type="http://schemas.openxmlformats.org/officeDocument/2006/relationships/customXml" Target="../ink/ink713.xml"/><Relationship Id="rId115" Type="http://schemas.openxmlformats.org/officeDocument/2006/relationships/customXml" Target="../ink/ink538.xml"/><Relationship Id="rId157" Type="http://schemas.openxmlformats.org/officeDocument/2006/relationships/customXml" Target="../ink/ink559.xml"/><Relationship Id="rId322" Type="http://schemas.openxmlformats.org/officeDocument/2006/relationships/customXml" Target="../ink/ink642.xml"/><Relationship Id="rId364" Type="http://schemas.openxmlformats.org/officeDocument/2006/relationships/customXml" Target="../ink/ink663.xml"/><Relationship Id="rId61" Type="http://schemas.openxmlformats.org/officeDocument/2006/relationships/image" Target="../media/image30.png"/><Relationship Id="rId199" Type="http://schemas.openxmlformats.org/officeDocument/2006/relationships/customXml" Target="../ink/ink580.xml"/><Relationship Id="rId19" Type="http://schemas.openxmlformats.org/officeDocument/2006/relationships/image" Target="../media/image9.png"/><Relationship Id="rId224" Type="http://schemas.openxmlformats.org/officeDocument/2006/relationships/customXml" Target="../ink/ink593.xml"/><Relationship Id="rId266" Type="http://schemas.openxmlformats.org/officeDocument/2006/relationships/customXml" Target="../ink/ink614.xml"/><Relationship Id="rId431" Type="http://schemas.openxmlformats.org/officeDocument/2006/relationships/image" Target="../media/image323.png"/><Relationship Id="rId473" Type="http://schemas.openxmlformats.org/officeDocument/2006/relationships/image" Target="../media/image344.png"/><Relationship Id="rId30" Type="http://schemas.openxmlformats.org/officeDocument/2006/relationships/customXml" Target="../ink/ink495.xml"/><Relationship Id="rId126" Type="http://schemas.openxmlformats.org/officeDocument/2006/relationships/image" Target="../media/image103.png"/><Relationship Id="rId168" Type="http://schemas.openxmlformats.org/officeDocument/2006/relationships/image" Target="../media/image187.png"/><Relationship Id="rId333" Type="http://schemas.openxmlformats.org/officeDocument/2006/relationships/image" Target="../media/image275.png"/><Relationship Id="rId72" Type="http://schemas.openxmlformats.org/officeDocument/2006/relationships/image" Target="../media/image35.png"/><Relationship Id="rId375" Type="http://schemas.openxmlformats.org/officeDocument/2006/relationships/image" Target="../media/image296.png"/><Relationship Id="rId3" Type="http://schemas.openxmlformats.org/officeDocument/2006/relationships/image" Target="../media/image1.png"/><Relationship Id="rId235" Type="http://schemas.openxmlformats.org/officeDocument/2006/relationships/image" Target="../media/image226.png"/><Relationship Id="rId277" Type="http://schemas.openxmlformats.org/officeDocument/2006/relationships/image" Target="../media/image247.png"/><Relationship Id="rId400" Type="http://schemas.openxmlformats.org/officeDocument/2006/relationships/image" Target="../media/image308.png"/><Relationship Id="rId442" Type="http://schemas.openxmlformats.org/officeDocument/2006/relationships/customXml" Target="../ink/ink703.xml"/><Relationship Id="rId484" Type="http://schemas.openxmlformats.org/officeDocument/2006/relationships/customXml" Target="../ink/ink724.xml"/><Relationship Id="rId137" Type="http://schemas.openxmlformats.org/officeDocument/2006/relationships/customXml" Target="../ink/ink549.xml"/><Relationship Id="rId302" Type="http://schemas.openxmlformats.org/officeDocument/2006/relationships/customXml" Target="../ink/ink632.xml"/><Relationship Id="rId344" Type="http://schemas.openxmlformats.org/officeDocument/2006/relationships/customXml" Target="../ink/ink653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85.xml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customXml" Target="../ink/ink806.xml"/><Relationship Id="rId170" Type="http://schemas.openxmlformats.org/officeDocument/2006/relationships/image" Target="../media/image200.png"/><Relationship Id="rId191" Type="http://schemas.openxmlformats.org/officeDocument/2006/relationships/customXml" Target="../ink/ink822.xml"/><Relationship Id="rId205" Type="http://schemas.openxmlformats.org/officeDocument/2006/relationships/customXml" Target="../ink/ink829.xml"/><Relationship Id="rId226" Type="http://schemas.openxmlformats.org/officeDocument/2006/relationships/customXml" Target="../ink/ink840.xml"/><Relationship Id="rId247" Type="http://schemas.openxmlformats.org/officeDocument/2006/relationships/image" Target="../media/image115.png"/><Relationship Id="rId107" Type="http://schemas.openxmlformats.org/officeDocument/2006/relationships/customXml" Target="../ink/ink780.xml"/><Relationship Id="rId11" Type="http://schemas.openxmlformats.org/officeDocument/2006/relationships/image" Target="../media/image5.png"/><Relationship Id="rId32" Type="http://schemas.openxmlformats.org/officeDocument/2006/relationships/customXml" Target="../ink/ink742.xml"/><Relationship Id="rId53" Type="http://schemas.openxmlformats.org/officeDocument/2006/relationships/image" Target="../media/image26.png"/><Relationship Id="rId74" Type="http://schemas.openxmlformats.org/officeDocument/2006/relationships/image" Target="../media/image36.png"/><Relationship Id="rId128" Type="http://schemas.openxmlformats.org/officeDocument/2006/relationships/image" Target="../media/image106.png"/><Relationship Id="rId149" Type="http://schemas.openxmlformats.org/officeDocument/2006/relationships/customXml" Target="../ink/ink801.xml"/><Relationship Id="rId5" Type="http://schemas.openxmlformats.org/officeDocument/2006/relationships/image" Target="../media/image2.png"/><Relationship Id="rId95" Type="http://schemas.openxmlformats.org/officeDocument/2006/relationships/customXml" Target="../ink/ink774.xml"/><Relationship Id="rId160" Type="http://schemas.openxmlformats.org/officeDocument/2006/relationships/image" Target="../media/image185.png"/><Relationship Id="rId181" Type="http://schemas.openxmlformats.org/officeDocument/2006/relationships/customXml" Target="../ink/ink817.xml"/><Relationship Id="rId216" Type="http://schemas.openxmlformats.org/officeDocument/2006/relationships/customXml" Target="../ink/ink835.xml"/><Relationship Id="rId237" Type="http://schemas.openxmlformats.org/officeDocument/2006/relationships/image" Target="../media/image374.png"/><Relationship Id="rId258" Type="http://schemas.openxmlformats.org/officeDocument/2006/relationships/customXml" Target="../ink/ink856.xml"/><Relationship Id="rId22" Type="http://schemas.openxmlformats.org/officeDocument/2006/relationships/customXml" Target="../ink/ink737.xml"/><Relationship Id="rId43" Type="http://schemas.openxmlformats.org/officeDocument/2006/relationships/image" Target="../media/image21.png"/><Relationship Id="rId64" Type="http://schemas.openxmlformats.org/officeDocument/2006/relationships/customXml" Target="../ink/ink758.xml"/><Relationship Id="rId118" Type="http://schemas.openxmlformats.org/officeDocument/2006/relationships/image" Target="../media/image99.png"/><Relationship Id="rId139" Type="http://schemas.openxmlformats.org/officeDocument/2006/relationships/customXml" Target="../ink/ink796.xml"/><Relationship Id="rId85" Type="http://schemas.openxmlformats.org/officeDocument/2006/relationships/customXml" Target="../ink/ink769.xml"/><Relationship Id="rId150" Type="http://schemas.openxmlformats.org/officeDocument/2006/relationships/image" Target="../media/image180.png"/><Relationship Id="rId171" Type="http://schemas.openxmlformats.org/officeDocument/2006/relationships/customXml" Target="../ink/ink812.xml"/><Relationship Id="rId192" Type="http://schemas.openxmlformats.org/officeDocument/2006/relationships/image" Target="../media/image211.png"/><Relationship Id="rId206" Type="http://schemas.openxmlformats.org/officeDocument/2006/relationships/image" Target="../media/image359.png"/><Relationship Id="rId227" Type="http://schemas.openxmlformats.org/officeDocument/2006/relationships/image" Target="../media/image369.png"/><Relationship Id="rId248" Type="http://schemas.openxmlformats.org/officeDocument/2006/relationships/customXml" Target="../ink/ink851.xml"/><Relationship Id="rId12" Type="http://schemas.openxmlformats.org/officeDocument/2006/relationships/customXml" Target="../ink/ink732.xml"/><Relationship Id="rId33" Type="http://schemas.openxmlformats.org/officeDocument/2006/relationships/image" Target="../media/image16.png"/><Relationship Id="rId108" Type="http://schemas.openxmlformats.org/officeDocument/2006/relationships/image" Target="../media/image94.png"/><Relationship Id="rId129" Type="http://schemas.openxmlformats.org/officeDocument/2006/relationships/customXml" Target="../ink/ink791.xml"/><Relationship Id="rId54" Type="http://schemas.openxmlformats.org/officeDocument/2006/relationships/customXml" Target="../ink/ink753.xml"/><Relationship Id="rId75" Type="http://schemas.openxmlformats.org/officeDocument/2006/relationships/customXml" Target="../ink/ink764.xml"/><Relationship Id="rId96" Type="http://schemas.openxmlformats.org/officeDocument/2006/relationships/image" Target="../media/image63.png"/><Relationship Id="rId140" Type="http://schemas.openxmlformats.org/officeDocument/2006/relationships/image" Target="../media/image175.png"/><Relationship Id="rId161" Type="http://schemas.openxmlformats.org/officeDocument/2006/relationships/customXml" Target="../ink/ink807.xml"/><Relationship Id="rId182" Type="http://schemas.openxmlformats.org/officeDocument/2006/relationships/image" Target="../media/image206.png"/><Relationship Id="rId217" Type="http://schemas.openxmlformats.org/officeDocument/2006/relationships/image" Target="../media/image364.png"/><Relationship Id="rId6" Type="http://schemas.openxmlformats.org/officeDocument/2006/relationships/customXml" Target="../ink/ink729.xml"/><Relationship Id="rId238" Type="http://schemas.openxmlformats.org/officeDocument/2006/relationships/customXml" Target="../ink/ink846.xml"/><Relationship Id="rId259" Type="http://schemas.openxmlformats.org/officeDocument/2006/relationships/image" Target="../media/image382.png"/><Relationship Id="rId23" Type="http://schemas.openxmlformats.org/officeDocument/2006/relationships/image" Target="../media/image11.png"/><Relationship Id="rId119" Type="http://schemas.openxmlformats.org/officeDocument/2006/relationships/customXml" Target="../ink/ink786.xml"/><Relationship Id="rId44" Type="http://schemas.openxmlformats.org/officeDocument/2006/relationships/customXml" Target="../ink/ink748.xml"/><Relationship Id="rId65" Type="http://schemas.openxmlformats.org/officeDocument/2006/relationships/image" Target="../media/image32.png"/><Relationship Id="rId86" Type="http://schemas.openxmlformats.org/officeDocument/2006/relationships/image" Target="../media/image52.png"/><Relationship Id="rId130" Type="http://schemas.openxmlformats.org/officeDocument/2006/relationships/image" Target="../media/image107.png"/><Relationship Id="rId151" Type="http://schemas.openxmlformats.org/officeDocument/2006/relationships/customXml" Target="../ink/ink802.xml"/><Relationship Id="rId172" Type="http://schemas.openxmlformats.org/officeDocument/2006/relationships/image" Target="../media/image201.png"/><Relationship Id="rId193" Type="http://schemas.openxmlformats.org/officeDocument/2006/relationships/customXml" Target="../ink/ink823.xml"/><Relationship Id="rId207" Type="http://schemas.openxmlformats.org/officeDocument/2006/relationships/customXml" Target="../ink/ink830.xml"/><Relationship Id="rId228" Type="http://schemas.openxmlformats.org/officeDocument/2006/relationships/customXml" Target="../ink/ink841.xml"/><Relationship Id="rId249" Type="http://schemas.openxmlformats.org/officeDocument/2006/relationships/image" Target="../media/image379.png"/><Relationship Id="rId13" Type="http://schemas.openxmlformats.org/officeDocument/2006/relationships/image" Target="../media/image6.png"/><Relationship Id="rId109" Type="http://schemas.openxmlformats.org/officeDocument/2006/relationships/customXml" Target="../ink/ink781.xml"/><Relationship Id="rId260" Type="http://schemas.openxmlformats.org/officeDocument/2006/relationships/customXml" Target="../ink/ink857.xml"/><Relationship Id="rId34" Type="http://schemas.openxmlformats.org/officeDocument/2006/relationships/customXml" Target="../ink/ink743.xml"/><Relationship Id="rId55" Type="http://schemas.openxmlformats.org/officeDocument/2006/relationships/image" Target="../media/image27.png"/><Relationship Id="rId76" Type="http://schemas.openxmlformats.org/officeDocument/2006/relationships/image" Target="../media/image37.png"/><Relationship Id="rId97" Type="http://schemas.openxmlformats.org/officeDocument/2006/relationships/customXml" Target="../ink/ink775.xml"/><Relationship Id="rId120" Type="http://schemas.openxmlformats.org/officeDocument/2006/relationships/image" Target="../media/image100.png"/><Relationship Id="rId141" Type="http://schemas.openxmlformats.org/officeDocument/2006/relationships/customXml" Target="../ink/ink797.xml"/><Relationship Id="rId7" Type="http://schemas.openxmlformats.org/officeDocument/2006/relationships/image" Target="../media/image3.png"/><Relationship Id="rId162" Type="http://schemas.openxmlformats.org/officeDocument/2006/relationships/image" Target="../media/image186.png"/><Relationship Id="rId183" Type="http://schemas.openxmlformats.org/officeDocument/2006/relationships/customXml" Target="../ink/ink818.xml"/><Relationship Id="rId218" Type="http://schemas.openxmlformats.org/officeDocument/2006/relationships/customXml" Target="../ink/ink836.xml"/><Relationship Id="rId239" Type="http://schemas.openxmlformats.org/officeDocument/2006/relationships/image" Target="../media/image375.png"/><Relationship Id="rId250" Type="http://schemas.openxmlformats.org/officeDocument/2006/relationships/customXml" Target="../ink/ink852.xml"/><Relationship Id="rId24" Type="http://schemas.openxmlformats.org/officeDocument/2006/relationships/customXml" Target="../ink/ink738.xml"/><Relationship Id="rId45" Type="http://schemas.openxmlformats.org/officeDocument/2006/relationships/image" Target="../media/image22.png"/><Relationship Id="rId66" Type="http://schemas.openxmlformats.org/officeDocument/2006/relationships/customXml" Target="../ink/ink759.xml"/><Relationship Id="rId87" Type="http://schemas.openxmlformats.org/officeDocument/2006/relationships/customXml" Target="../ink/ink770.xml"/><Relationship Id="rId110" Type="http://schemas.openxmlformats.org/officeDocument/2006/relationships/image" Target="../media/image95.png"/><Relationship Id="rId131" Type="http://schemas.openxmlformats.org/officeDocument/2006/relationships/customXml" Target="../ink/ink792.xml"/><Relationship Id="rId152" Type="http://schemas.openxmlformats.org/officeDocument/2006/relationships/image" Target="../media/image181.png"/><Relationship Id="rId173" Type="http://schemas.openxmlformats.org/officeDocument/2006/relationships/customXml" Target="../ink/ink813.xml"/><Relationship Id="rId194" Type="http://schemas.openxmlformats.org/officeDocument/2006/relationships/image" Target="../media/image353.png"/><Relationship Id="rId208" Type="http://schemas.openxmlformats.org/officeDocument/2006/relationships/customXml" Target="../ink/ink831.xml"/><Relationship Id="rId229" Type="http://schemas.openxmlformats.org/officeDocument/2006/relationships/image" Target="../media/image370.png"/><Relationship Id="rId240" Type="http://schemas.openxmlformats.org/officeDocument/2006/relationships/customXml" Target="../ink/ink847.xml"/><Relationship Id="rId261" Type="http://schemas.openxmlformats.org/officeDocument/2006/relationships/image" Target="../media/image383.png"/><Relationship Id="rId14" Type="http://schemas.openxmlformats.org/officeDocument/2006/relationships/customXml" Target="../ink/ink733.xml"/><Relationship Id="rId35" Type="http://schemas.openxmlformats.org/officeDocument/2006/relationships/image" Target="../media/image17.png"/><Relationship Id="rId56" Type="http://schemas.openxmlformats.org/officeDocument/2006/relationships/customXml" Target="../ink/ink754.xml"/><Relationship Id="rId77" Type="http://schemas.openxmlformats.org/officeDocument/2006/relationships/customXml" Target="../ink/ink765.xml"/><Relationship Id="rId100" Type="http://schemas.openxmlformats.org/officeDocument/2006/relationships/image" Target="../media/image65.png"/><Relationship Id="rId8" Type="http://schemas.openxmlformats.org/officeDocument/2006/relationships/customXml" Target="../ink/ink730.xml"/><Relationship Id="rId98" Type="http://schemas.openxmlformats.org/officeDocument/2006/relationships/image" Target="../media/image64.png"/><Relationship Id="rId121" Type="http://schemas.openxmlformats.org/officeDocument/2006/relationships/customXml" Target="../ink/ink787.xml"/><Relationship Id="rId142" Type="http://schemas.openxmlformats.org/officeDocument/2006/relationships/image" Target="../media/image176.png"/><Relationship Id="rId163" Type="http://schemas.openxmlformats.org/officeDocument/2006/relationships/customXml" Target="../ink/ink808.xml"/><Relationship Id="rId184" Type="http://schemas.openxmlformats.org/officeDocument/2006/relationships/image" Target="../media/image207.png"/><Relationship Id="rId219" Type="http://schemas.openxmlformats.org/officeDocument/2006/relationships/image" Target="../media/image365.png"/><Relationship Id="rId230" Type="http://schemas.openxmlformats.org/officeDocument/2006/relationships/customXml" Target="../ink/ink842.xml"/><Relationship Id="rId251" Type="http://schemas.openxmlformats.org/officeDocument/2006/relationships/image" Target="../media/image71.png"/><Relationship Id="rId25" Type="http://schemas.openxmlformats.org/officeDocument/2006/relationships/image" Target="../media/image12.png"/><Relationship Id="rId46" Type="http://schemas.openxmlformats.org/officeDocument/2006/relationships/customXml" Target="../ink/ink749.xml"/><Relationship Id="rId67" Type="http://schemas.openxmlformats.org/officeDocument/2006/relationships/image" Target="../media/image33.png"/><Relationship Id="rId88" Type="http://schemas.openxmlformats.org/officeDocument/2006/relationships/image" Target="../media/image53.png"/><Relationship Id="rId111" Type="http://schemas.openxmlformats.org/officeDocument/2006/relationships/customXml" Target="../ink/ink782.xml"/><Relationship Id="rId132" Type="http://schemas.openxmlformats.org/officeDocument/2006/relationships/image" Target="../media/image108.png"/><Relationship Id="rId153" Type="http://schemas.openxmlformats.org/officeDocument/2006/relationships/customXml" Target="../ink/ink803.xml"/><Relationship Id="rId174" Type="http://schemas.openxmlformats.org/officeDocument/2006/relationships/image" Target="../media/image202.png"/><Relationship Id="rId195" Type="http://schemas.openxmlformats.org/officeDocument/2006/relationships/customXml" Target="../ink/ink824.xml"/><Relationship Id="rId209" Type="http://schemas.openxmlformats.org/officeDocument/2006/relationships/image" Target="../media/image360.png"/><Relationship Id="rId220" Type="http://schemas.openxmlformats.org/officeDocument/2006/relationships/customXml" Target="../ink/ink837.xml"/><Relationship Id="rId241" Type="http://schemas.openxmlformats.org/officeDocument/2006/relationships/image" Target="../media/image376.png"/><Relationship Id="rId15" Type="http://schemas.openxmlformats.org/officeDocument/2006/relationships/image" Target="../media/image7.png"/><Relationship Id="rId36" Type="http://schemas.openxmlformats.org/officeDocument/2006/relationships/customXml" Target="../ink/ink744.xml"/><Relationship Id="rId57" Type="http://schemas.openxmlformats.org/officeDocument/2006/relationships/image" Target="../media/image28.png"/><Relationship Id="rId78" Type="http://schemas.openxmlformats.org/officeDocument/2006/relationships/image" Target="../media/image38.png"/><Relationship Id="rId99" Type="http://schemas.openxmlformats.org/officeDocument/2006/relationships/customXml" Target="../ink/ink776.xml"/><Relationship Id="rId101" Type="http://schemas.openxmlformats.org/officeDocument/2006/relationships/customXml" Target="../ink/ink777.xml"/><Relationship Id="rId122" Type="http://schemas.openxmlformats.org/officeDocument/2006/relationships/image" Target="../media/image101.png"/><Relationship Id="rId143" Type="http://schemas.openxmlformats.org/officeDocument/2006/relationships/customXml" Target="../ink/ink798.xml"/><Relationship Id="rId164" Type="http://schemas.openxmlformats.org/officeDocument/2006/relationships/image" Target="../media/image187.png"/><Relationship Id="rId185" Type="http://schemas.openxmlformats.org/officeDocument/2006/relationships/customXml" Target="../ink/ink819.xml"/><Relationship Id="rId9" Type="http://schemas.openxmlformats.org/officeDocument/2006/relationships/image" Target="../media/image4.png"/><Relationship Id="rId210" Type="http://schemas.openxmlformats.org/officeDocument/2006/relationships/customXml" Target="../ink/ink832.xml"/><Relationship Id="rId26" Type="http://schemas.openxmlformats.org/officeDocument/2006/relationships/customXml" Target="../ink/ink739.xml"/><Relationship Id="rId231" Type="http://schemas.openxmlformats.org/officeDocument/2006/relationships/image" Target="../media/image371.png"/><Relationship Id="rId252" Type="http://schemas.openxmlformats.org/officeDocument/2006/relationships/customXml" Target="../ink/ink853.xml"/><Relationship Id="rId47" Type="http://schemas.openxmlformats.org/officeDocument/2006/relationships/image" Target="../media/image23.png"/><Relationship Id="rId68" Type="http://schemas.openxmlformats.org/officeDocument/2006/relationships/customXml" Target="../ink/ink760.xml"/><Relationship Id="rId89" Type="http://schemas.openxmlformats.org/officeDocument/2006/relationships/customXml" Target="../ink/ink771.xml"/><Relationship Id="rId112" Type="http://schemas.openxmlformats.org/officeDocument/2006/relationships/image" Target="../media/image96.png"/><Relationship Id="rId133" Type="http://schemas.openxmlformats.org/officeDocument/2006/relationships/customXml" Target="../ink/ink793.xml"/><Relationship Id="rId154" Type="http://schemas.openxmlformats.org/officeDocument/2006/relationships/image" Target="../media/image182.png"/><Relationship Id="rId175" Type="http://schemas.openxmlformats.org/officeDocument/2006/relationships/customXml" Target="../ink/ink814.xml"/><Relationship Id="rId196" Type="http://schemas.openxmlformats.org/officeDocument/2006/relationships/image" Target="../media/image354.png"/><Relationship Id="rId200" Type="http://schemas.openxmlformats.org/officeDocument/2006/relationships/image" Target="../media/image356.png"/><Relationship Id="rId16" Type="http://schemas.openxmlformats.org/officeDocument/2006/relationships/customXml" Target="../ink/ink734.xml"/><Relationship Id="rId221" Type="http://schemas.openxmlformats.org/officeDocument/2006/relationships/image" Target="../media/image366.png"/><Relationship Id="rId242" Type="http://schemas.openxmlformats.org/officeDocument/2006/relationships/customXml" Target="../ink/ink848.xml"/><Relationship Id="rId37" Type="http://schemas.openxmlformats.org/officeDocument/2006/relationships/image" Target="../media/image18.png"/><Relationship Id="rId58" Type="http://schemas.openxmlformats.org/officeDocument/2006/relationships/customXml" Target="../ink/ink755.xml"/><Relationship Id="rId79" Type="http://schemas.openxmlformats.org/officeDocument/2006/relationships/customXml" Target="../ink/ink766.xml"/><Relationship Id="rId102" Type="http://schemas.openxmlformats.org/officeDocument/2006/relationships/image" Target="../media/image66.png"/><Relationship Id="rId123" Type="http://schemas.openxmlformats.org/officeDocument/2006/relationships/customXml" Target="../ink/ink788.xml"/><Relationship Id="rId144" Type="http://schemas.openxmlformats.org/officeDocument/2006/relationships/image" Target="../media/image177.png"/><Relationship Id="rId90" Type="http://schemas.openxmlformats.org/officeDocument/2006/relationships/image" Target="../media/image57.png"/><Relationship Id="rId165" Type="http://schemas.openxmlformats.org/officeDocument/2006/relationships/customXml" Target="../ink/ink809.xml"/><Relationship Id="rId186" Type="http://schemas.openxmlformats.org/officeDocument/2006/relationships/image" Target="../media/image208.png"/><Relationship Id="rId211" Type="http://schemas.openxmlformats.org/officeDocument/2006/relationships/image" Target="../media/image361.png"/><Relationship Id="rId232" Type="http://schemas.openxmlformats.org/officeDocument/2006/relationships/customXml" Target="../ink/ink843.xml"/><Relationship Id="rId253" Type="http://schemas.openxmlformats.org/officeDocument/2006/relationships/image" Target="../media/image166.png"/><Relationship Id="rId27" Type="http://schemas.openxmlformats.org/officeDocument/2006/relationships/image" Target="../media/image13.png"/><Relationship Id="rId48" Type="http://schemas.openxmlformats.org/officeDocument/2006/relationships/customXml" Target="../ink/ink750.xml"/><Relationship Id="rId69" Type="http://schemas.openxmlformats.org/officeDocument/2006/relationships/image" Target="../media/image34.png"/><Relationship Id="rId113" Type="http://schemas.openxmlformats.org/officeDocument/2006/relationships/customXml" Target="../ink/ink783.xml"/><Relationship Id="rId134" Type="http://schemas.openxmlformats.org/officeDocument/2006/relationships/image" Target="../media/image109.png"/><Relationship Id="rId80" Type="http://schemas.openxmlformats.org/officeDocument/2006/relationships/image" Target="../media/image39.png"/><Relationship Id="rId155" Type="http://schemas.openxmlformats.org/officeDocument/2006/relationships/customXml" Target="../ink/ink804.xml"/><Relationship Id="rId176" Type="http://schemas.openxmlformats.org/officeDocument/2006/relationships/image" Target="../media/image203.png"/><Relationship Id="rId197" Type="http://schemas.openxmlformats.org/officeDocument/2006/relationships/customXml" Target="../ink/ink825.xml"/><Relationship Id="rId201" Type="http://schemas.openxmlformats.org/officeDocument/2006/relationships/customXml" Target="../ink/ink827.xml"/><Relationship Id="rId222" Type="http://schemas.openxmlformats.org/officeDocument/2006/relationships/customXml" Target="../ink/ink838.xml"/><Relationship Id="rId243" Type="http://schemas.openxmlformats.org/officeDocument/2006/relationships/image" Target="../media/image377.png"/><Relationship Id="rId17" Type="http://schemas.openxmlformats.org/officeDocument/2006/relationships/image" Target="../media/image8.png"/><Relationship Id="rId38" Type="http://schemas.openxmlformats.org/officeDocument/2006/relationships/customXml" Target="../ink/ink745.xml"/><Relationship Id="rId59" Type="http://schemas.openxmlformats.org/officeDocument/2006/relationships/image" Target="../media/image29.png"/><Relationship Id="rId103" Type="http://schemas.openxmlformats.org/officeDocument/2006/relationships/customXml" Target="../ink/ink778.xml"/><Relationship Id="rId124" Type="http://schemas.openxmlformats.org/officeDocument/2006/relationships/image" Target="../media/image102.png"/><Relationship Id="rId70" Type="http://schemas.openxmlformats.org/officeDocument/2006/relationships/customXml" Target="../ink/ink761.xml"/><Relationship Id="rId91" Type="http://schemas.openxmlformats.org/officeDocument/2006/relationships/customXml" Target="../ink/ink772.xml"/><Relationship Id="rId145" Type="http://schemas.openxmlformats.org/officeDocument/2006/relationships/customXml" Target="../ink/ink799.xml"/><Relationship Id="rId166" Type="http://schemas.openxmlformats.org/officeDocument/2006/relationships/image" Target="../media/image190.png"/><Relationship Id="rId187" Type="http://schemas.openxmlformats.org/officeDocument/2006/relationships/customXml" Target="../ink/ink820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33.xml"/><Relationship Id="rId233" Type="http://schemas.openxmlformats.org/officeDocument/2006/relationships/image" Target="../media/image372.png"/><Relationship Id="rId254" Type="http://schemas.openxmlformats.org/officeDocument/2006/relationships/customXml" Target="../ink/ink854.xml"/><Relationship Id="rId28" Type="http://schemas.openxmlformats.org/officeDocument/2006/relationships/customXml" Target="../ink/ink740.xml"/><Relationship Id="rId49" Type="http://schemas.openxmlformats.org/officeDocument/2006/relationships/image" Target="../media/image24.png"/><Relationship Id="rId114" Type="http://schemas.openxmlformats.org/officeDocument/2006/relationships/image" Target="../media/image97.png"/><Relationship Id="rId60" Type="http://schemas.openxmlformats.org/officeDocument/2006/relationships/customXml" Target="../ink/ink756.xml"/><Relationship Id="rId81" Type="http://schemas.openxmlformats.org/officeDocument/2006/relationships/customXml" Target="../ink/ink767.xml"/><Relationship Id="rId135" Type="http://schemas.openxmlformats.org/officeDocument/2006/relationships/customXml" Target="../ink/ink794.xml"/><Relationship Id="rId156" Type="http://schemas.openxmlformats.org/officeDocument/2006/relationships/image" Target="../media/image183.png"/><Relationship Id="rId177" Type="http://schemas.openxmlformats.org/officeDocument/2006/relationships/customXml" Target="../ink/ink815.xml"/><Relationship Id="rId198" Type="http://schemas.openxmlformats.org/officeDocument/2006/relationships/image" Target="../media/image355.png"/><Relationship Id="rId202" Type="http://schemas.openxmlformats.org/officeDocument/2006/relationships/image" Target="../media/image357.png"/><Relationship Id="rId223" Type="http://schemas.openxmlformats.org/officeDocument/2006/relationships/image" Target="../media/image367.png"/><Relationship Id="rId244" Type="http://schemas.openxmlformats.org/officeDocument/2006/relationships/customXml" Target="../ink/ink849.xml"/><Relationship Id="rId18" Type="http://schemas.openxmlformats.org/officeDocument/2006/relationships/customXml" Target="../ink/ink735.xml"/><Relationship Id="rId39" Type="http://schemas.openxmlformats.org/officeDocument/2006/relationships/image" Target="../media/image19.png"/><Relationship Id="rId50" Type="http://schemas.openxmlformats.org/officeDocument/2006/relationships/customXml" Target="../ink/ink751.xml"/><Relationship Id="rId104" Type="http://schemas.openxmlformats.org/officeDocument/2006/relationships/image" Target="../media/image67.png"/><Relationship Id="rId125" Type="http://schemas.openxmlformats.org/officeDocument/2006/relationships/customXml" Target="../ink/ink789.xml"/><Relationship Id="rId146" Type="http://schemas.openxmlformats.org/officeDocument/2006/relationships/image" Target="../media/image178.png"/><Relationship Id="rId167" Type="http://schemas.openxmlformats.org/officeDocument/2006/relationships/customXml" Target="../ink/ink810.xml"/><Relationship Id="rId188" Type="http://schemas.openxmlformats.org/officeDocument/2006/relationships/image" Target="../media/image209.png"/><Relationship Id="rId71" Type="http://schemas.openxmlformats.org/officeDocument/2006/relationships/customXml" Target="../ink/ink762.xml"/><Relationship Id="rId92" Type="http://schemas.openxmlformats.org/officeDocument/2006/relationships/image" Target="../media/image58.png"/><Relationship Id="rId213" Type="http://schemas.openxmlformats.org/officeDocument/2006/relationships/image" Target="../media/image362.png"/><Relationship Id="rId234" Type="http://schemas.openxmlformats.org/officeDocument/2006/relationships/customXml" Target="../ink/ink844.xml"/><Relationship Id="rId2" Type="http://schemas.openxmlformats.org/officeDocument/2006/relationships/customXml" Target="../ink/ink727.xml"/><Relationship Id="rId29" Type="http://schemas.openxmlformats.org/officeDocument/2006/relationships/image" Target="../media/image14.png"/><Relationship Id="rId255" Type="http://schemas.openxmlformats.org/officeDocument/2006/relationships/image" Target="../media/image380.png"/><Relationship Id="rId40" Type="http://schemas.openxmlformats.org/officeDocument/2006/relationships/customXml" Target="../ink/ink746.xml"/><Relationship Id="rId115" Type="http://schemas.openxmlformats.org/officeDocument/2006/relationships/customXml" Target="../ink/ink784.xml"/><Relationship Id="rId136" Type="http://schemas.openxmlformats.org/officeDocument/2006/relationships/image" Target="../media/image173.png"/><Relationship Id="rId157" Type="http://schemas.openxmlformats.org/officeDocument/2006/relationships/customXml" Target="../ink/ink805.xml"/><Relationship Id="rId178" Type="http://schemas.openxmlformats.org/officeDocument/2006/relationships/image" Target="../media/image204.png"/><Relationship Id="rId61" Type="http://schemas.openxmlformats.org/officeDocument/2006/relationships/image" Target="../media/image30.png"/><Relationship Id="rId82" Type="http://schemas.openxmlformats.org/officeDocument/2006/relationships/image" Target="../media/image40.png"/><Relationship Id="rId199" Type="http://schemas.openxmlformats.org/officeDocument/2006/relationships/customXml" Target="../ink/ink826.xml"/><Relationship Id="rId203" Type="http://schemas.openxmlformats.org/officeDocument/2006/relationships/customXml" Target="../ink/ink828.xml"/><Relationship Id="rId19" Type="http://schemas.openxmlformats.org/officeDocument/2006/relationships/image" Target="../media/image9.png"/><Relationship Id="rId224" Type="http://schemas.openxmlformats.org/officeDocument/2006/relationships/customXml" Target="../ink/ink839.xml"/><Relationship Id="rId245" Type="http://schemas.openxmlformats.org/officeDocument/2006/relationships/image" Target="../media/image378.png"/><Relationship Id="rId30" Type="http://schemas.openxmlformats.org/officeDocument/2006/relationships/customXml" Target="../ink/ink741.xml"/><Relationship Id="rId105" Type="http://schemas.openxmlformats.org/officeDocument/2006/relationships/customXml" Target="../ink/ink779.xml"/><Relationship Id="rId126" Type="http://schemas.openxmlformats.org/officeDocument/2006/relationships/image" Target="../media/image103.png"/><Relationship Id="rId147" Type="http://schemas.openxmlformats.org/officeDocument/2006/relationships/customXml" Target="../ink/ink800.xml"/><Relationship Id="rId168" Type="http://schemas.openxmlformats.org/officeDocument/2006/relationships/image" Target="../media/image191.png"/><Relationship Id="rId51" Type="http://schemas.openxmlformats.org/officeDocument/2006/relationships/image" Target="../media/image25.png"/><Relationship Id="rId72" Type="http://schemas.openxmlformats.org/officeDocument/2006/relationships/image" Target="../media/image35.png"/><Relationship Id="rId93" Type="http://schemas.openxmlformats.org/officeDocument/2006/relationships/customXml" Target="../ink/ink773.xml"/><Relationship Id="rId189" Type="http://schemas.openxmlformats.org/officeDocument/2006/relationships/customXml" Target="../ink/ink821.xml"/><Relationship Id="rId3" Type="http://schemas.openxmlformats.org/officeDocument/2006/relationships/image" Target="../media/image1.png"/><Relationship Id="rId214" Type="http://schemas.openxmlformats.org/officeDocument/2006/relationships/customXml" Target="../ink/ink834.xml"/><Relationship Id="rId235" Type="http://schemas.openxmlformats.org/officeDocument/2006/relationships/image" Target="../media/image373.png"/><Relationship Id="rId256" Type="http://schemas.openxmlformats.org/officeDocument/2006/relationships/customXml" Target="../ink/ink855.xml"/><Relationship Id="rId116" Type="http://schemas.openxmlformats.org/officeDocument/2006/relationships/image" Target="../media/image98.png"/><Relationship Id="rId137" Type="http://schemas.openxmlformats.org/officeDocument/2006/relationships/customXml" Target="../ink/ink795.xml"/><Relationship Id="rId158" Type="http://schemas.openxmlformats.org/officeDocument/2006/relationships/image" Target="../media/image184.png"/><Relationship Id="rId20" Type="http://schemas.openxmlformats.org/officeDocument/2006/relationships/customXml" Target="../ink/ink736.xml"/><Relationship Id="rId41" Type="http://schemas.openxmlformats.org/officeDocument/2006/relationships/image" Target="../media/image20.png"/><Relationship Id="rId62" Type="http://schemas.openxmlformats.org/officeDocument/2006/relationships/customXml" Target="../ink/ink757.xml"/><Relationship Id="rId83" Type="http://schemas.openxmlformats.org/officeDocument/2006/relationships/customXml" Target="../ink/ink768.xml"/><Relationship Id="rId179" Type="http://schemas.openxmlformats.org/officeDocument/2006/relationships/customXml" Target="../ink/ink816.xml"/><Relationship Id="rId190" Type="http://schemas.openxmlformats.org/officeDocument/2006/relationships/image" Target="../media/image210.png"/><Relationship Id="rId204" Type="http://schemas.openxmlformats.org/officeDocument/2006/relationships/image" Target="../media/image358.png"/><Relationship Id="rId225" Type="http://schemas.openxmlformats.org/officeDocument/2006/relationships/image" Target="../media/image368.png"/><Relationship Id="rId246" Type="http://schemas.openxmlformats.org/officeDocument/2006/relationships/customXml" Target="../ink/ink850.xml"/><Relationship Id="rId106" Type="http://schemas.openxmlformats.org/officeDocument/2006/relationships/image" Target="../media/image93.png"/><Relationship Id="rId127" Type="http://schemas.openxmlformats.org/officeDocument/2006/relationships/customXml" Target="../ink/ink790.xml"/><Relationship Id="rId10" Type="http://schemas.openxmlformats.org/officeDocument/2006/relationships/customXml" Target="../ink/ink731.xml"/><Relationship Id="rId31" Type="http://schemas.openxmlformats.org/officeDocument/2006/relationships/image" Target="../media/image15.png"/><Relationship Id="rId52" Type="http://schemas.openxmlformats.org/officeDocument/2006/relationships/customXml" Target="../ink/ink752.xml"/><Relationship Id="rId73" Type="http://schemas.openxmlformats.org/officeDocument/2006/relationships/customXml" Target="../ink/ink763.xml"/><Relationship Id="rId94" Type="http://schemas.openxmlformats.org/officeDocument/2006/relationships/image" Target="../media/image62.png"/><Relationship Id="rId148" Type="http://schemas.openxmlformats.org/officeDocument/2006/relationships/image" Target="../media/image179.png"/><Relationship Id="rId169" Type="http://schemas.openxmlformats.org/officeDocument/2006/relationships/customXml" Target="../ink/ink811.xml"/><Relationship Id="rId4" Type="http://schemas.openxmlformats.org/officeDocument/2006/relationships/customXml" Target="../ink/ink728.xml"/><Relationship Id="rId180" Type="http://schemas.openxmlformats.org/officeDocument/2006/relationships/image" Target="../media/image205.png"/><Relationship Id="rId215" Type="http://schemas.openxmlformats.org/officeDocument/2006/relationships/image" Target="../media/image363.png"/><Relationship Id="rId236" Type="http://schemas.openxmlformats.org/officeDocument/2006/relationships/customXml" Target="../ink/ink845.xml"/><Relationship Id="rId257" Type="http://schemas.openxmlformats.org/officeDocument/2006/relationships/image" Target="../media/image381.png"/><Relationship Id="rId42" Type="http://schemas.openxmlformats.org/officeDocument/2006/relationships/customXml" Target="../ink/ink747.xml"/><Relationship Id="rId84" Type="http://schemas.openxmlformats.org/officeDocument/2006/relationships/image" Target="../media/image41.png"/><Relationship Id="rId138" Type="http://schemas.openxmlformats.org/officeDocument/2006/relationships/image" Target="../media/image174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9.png"/><Relationship Id="rId18" Type="http://schemas.openxmlformats.org/officeDocument/2006/relationships/customXml" Target="../ink/ink866.xml"/><Relationship Id="rId26" Type="http://schemas.openxmlformats.org/officeDocument/2006/relationships/customXml" Target="../ink/ink870.xml"/><Relationship Id="rId39" Type="http://schemas.openxmlformats.org/officeDocument/2006/relationships/image" Target="../media/image402.png"/><Relationship Id="rId21" Type="http://schemas.openxmlformats.org/officeDocument/2006/relationships/image" Target="../media/image393.png"/><Relationship Id="rId34" Type="http://schemas.openxmlformats.org/officeDocument/2006/relationships/customXml" Target="../ink/ink874.xml"/><Relationship Id="rId42" Type="http://schemas.openxmlformats.org/officeDocument/2006/relationships/customXml" Target="../ink/ink878.xml"/><Relationship Id="rId47" Type="http://schemas.openxmlformats.org/officeDocument/2006/relationships/image" Target="../media/image406.png"/><Relationship Id="rId50" Type="http://schemas.openxmlformats.org/officeDocument/2006/relationships/customXml" Target="../ink/ink882.xml"/><Relationship Id="rId55" Type="http://schemas.openxmlformats.org/officeDocument/2006/relationships/image" Target="../media/image410.png"/><Relationship Id="rId7" Type="http://schemas.openxmlformats.org/officeDocument/2006/relationships/image" Target="../media/image386.png"/><Relationship Id="rId2" Type="http://schemas.openxmlformats.org/officeDocument/2006/relationships/customXml" Target="../ink/ink858.xml"/><Relationship Id="rId16" Type="http://schemas.openxmlformats.org/officeDocument/2006/relationships/customXml" Target="../ink/ink865.xml"/><Relationship Id="rId29" Type="http://schemas.openxmlformats.org/officeDocument/2006/relationships/image" Target="../media/image397.png"/><Relationship Id="rId11" Type="http://schemas.openxmlformats.org/officeDocument/2006/relationships/image" Target="../media/image388.png"/><Relationship Id="rId24" Type="http://schemas.openxmlformats.org/officeDocument/2006/relationships/customXml" Target="../ink/ink869.xml"/><Relationship Id="rId32" Type="http://schemas.openxmlformats.org/officeDocument/2006/relationships/customXml" Target="../ink/ink873.xml"/><Relationship Id="rId37" Type="http://schemas.openxmlformats.org/officeDocument/2006/relationships/image" Target="../media/image401.png"/><Relationship Id="rId40" Type="http://schemas.openxmlformats.org/officeDocument/2006/relationships/customXml" Target="../ink/ink877.xml"/><Relationship Id="rId45" Type="http://schemas.openxmlformats.org/officeDocument/2006/relationships/image" Target="../media/image405.png"/><Relationship Id="rId53" Type="http://schemas.openxmlformats.org/officeDocument/2006/relationships/image" Target="../media/image409.png"/><Relationship Id="rId58" Type="http://schemas.openxmlformats.org/officeDocument/2006/relationships/customXml" Target="../ink/ink886.xml"/><Relationship Id="rId5" Type="http://schemas.openxmlformats.org/officeDocument/2006/relationships/image" Target="../media/image385.png"/><Relationship Id="rId19" Type="http://schemas.openxmlformats.org/officeDocument/2006/relationships/image" Target="../media/image392.png"/><Relationship Id="rId4" Type="http://schemas.openxmlformats.org/officeDocument/2006/relationships/customXml" Target="../ink/ink859.xml"/><Relationship Id="rId9" Type="http://schemas.openxmlformats.org/officeDocument/2006/relationships/image" Target="../media/image387.png"/><Relationship Id="rId14" Type="http://schemas.openxmlformats.org/officeDocument/2006/relationships/customXml" Target="../ink/ink864.xml"/><Relationship Id="rId22" Type="http://schemas.openxmlformats.org/officeDocument/2006/relationships/customXml" Target="../ink/ink868.xml"/><Relationship Id="rId27" Type="http://schemas.openxmlformats.org/officeDocument/2006/relationships/image" Target="../media/image396.png"/><Relationship Id="rId30" Type="http://schemas.openxmlformats.org/officeDocument/2006/relationships/customXml" Target="../ink/ink872.xml"/><Relationship Id="rId35" Type="http://schemas.openxmlformats.org/officeDocument/2006/relationships/image" Target="../media/image400.png"/><Relationship Id="rId43" Type="http://schemas.openxmlformats.org/officeDocument/2006/relationships/image" Target="../media/image404.png"/><Relationship Id="rId48" Type="http://schemas.openxmlformats.org/officeDocument/2006/relationships/customXml" Target="../ink/ink881.xml"/><Relationship Id="rId56" Type="http://schemas.openxmlformats.org/officeDocument/2006/relationships/customXml" Target="../ink/ink885.xml"/><Relationship Id="rId8" Type="http://schemas.openxmlformats.org/officeDocument/2006/relationships/customXml" Target="../ink/ink861.xml"/><Relationship Id="rId51" Type="http://schemas.openxmlformats.org/officeDocument/2006/relationships/image" Target="../media/image408.png"/><Relationship Id="rId3" Type="http://schemas.openxmlformats.org/officeDocument/2006/relationships/image" Target="../media/image384.png"/><Relationship Id="rId12" Type="http://schemas.openxmlformats.org/officeDocument/2006/relationships/customXml" Target="../ink/ink863.xml"/><Relationship Id="rId17" Type="http://schemas.openxmlformats.org/officeDocument/2006/relationships/image" Target="../media/image391.png"/><Relationship Id="rId25" Type="http://schemas.openxmlformats.org/officeDocument/2006/relationships/image" Target="../media/image395.png"/><Relationship Id="rId33" Type="http://schemas.openxmlformats.org/officeDocument/2006/relationships/image" Target="../media/image399.png"/><Relationship Id="rId38" Type="http://schemas.openxmlformats.org/officeDocument/2006/relationships/customXml" Target="../ink/ink876.xml"/><Relationship Id="rId46" Type="http://schemas.openxmlformats.org/officeDocument/2006/relationships/customXml" Target="../ink/ink880.xml"/><Relationship Id="rId59" Type="http://schemas.openxmlformats.org/officeDocument/2006/relationships/image" Target="../media/image412.png"/><Relationship Id="rId20" Type="http://schemas.openxmlformats.org/officeDocument/2006/relationships/customXml" Target="../ink/ink867.xml"/><Relationship Id="rId41" Type="http://schemas.openxmlformats.org/officeDocument/2006/relationships/image" Target="../media/image403.png"/><Relationship Id="rId54" Type="http://schemas.openxmlformats.org/officeDocument/2006/relationships/customXml" Target="../ink/ink88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60.xml"/><Relationship Id="rId15" Type="http://schemas.openxmlformats.org/officeDocument/2006/relationships/image" Target="../media/image390.png"/><Relationship Id="rId23" Type="http://schemas.openxmlformats.org/officeDocument/2006/relationships/image" Target="../media/image394.png"/><Relationship Id="rId28" Type="http://schemas.openxmlformats.org/officeDocument/2006/relationships/customXml" Target="../ink/ink871.xml"/><Relationship Id="rId36" Type="http://schemas.openxmlformats.org/officeDocument/2006/relationships/customXml" Target="../ink/ink875.xml"/><Relationship Id="rId49" Type="http://schemas.openxmlformats.org/officeDocument/2006/relationships/image" Target="../media/image407.png"/><Relationship Id="rId57" Type="http://schemas.openxmlformats.org/officeDocument/2006/relationships/image" Target="../media/image411.png"/><Relationship Id="rId10" Type="http://schemas.openxmlformats.org/officeDocument/2006/relationships/customXml" Target="../ink/ink862.xml"/><Relationship Id="rId31" Type="http://schemas.openxmlformats.org/officeDocument/2006/relationships/image" Target="../media/image398.png"/><Relationship Id="rId44" Type="http://schemas.openxmlformats.org/officeDocument/2006/relationships/customXml" Target="../ink/ink879.xml"/><Relationship Id="rId52" Type="http://schemas.openxmlformats.org/officeDocument/2006/relationships/customXml" Target="../ink/ink883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45.xml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customXml" Target="../ink/ink966.xml"/><Relationship Id="rId170" Type="http://schemas.openxmlformats.org/officeDocument/2006/relationships/image" Target="../media/image434.png"/><Relationship Id="rId226" Type="http://schemas.openxmlformats.org/officeDocument/2006/relationships/image" Target="../media/image461.png"/><Relationship Id="rId268" Type="http://schemas.openxmlformats.org/officeDocument/2006/relationships/customXml" Target="../ink/ink1022.xml"/><Relationship Id="rId32" Type="http://schemas.openxmlformats.org/officeDocument/2006/relationships/customXml" Target="../ink/ink902.xml"/><Relationship Id="rId74" Type="http://schemas.openxmlformats.org/officeDocument/2006/relationships/image" Target="../media/image36.png"/><Relationship Id="rId128" Type="http://schemas.openxmlformats.org/officeDocument/2006/relationships/image" Target="../media/image414.png"/><Relationship Id="rId5" Type="http://schemas.openxmlformats.org/officeDocument/2006/relationships/image" Target="../media/image2.png"/><Relationship Id="rId95" Type="http://schemas.openxmlformats.org/officeDocument/2006/relationships/customXml" Target="../ink/ink934.xml"/><Relationship Id="rId160" Type="http://schemas.openxmlformats.org/officeDocument/2006/relationships/image" Target="../media/image429.png"/><Relationship Id="rId181" Type="http://schemas.openxmlformats.org/officeDocument/2006/relationships/customXml" Target="../ink/ink977.xml"/><Relationship Id="rId216" Type="http://schemas.openxmlformats.org/officeDocument/2006/relationships/image" Target="../media/image456.png"/><Relationship Id="rId237" Type="http://schemas.openxmlformats.org/officeDocument/2006/relationships/image" Target="../media/image466.png"/><Relationship Id="rId258" Type="http://schemas.openxmlformats.org/officeDocument/2006/relationships/customXml" Target="../ink/ink1016.xml"/><Relationship Id="rId22" Type="http://schemas.openxmlformats.org/officeDocument/2006/relationships/customXml" Target="../ink/ink897.xml"/><Relationship Id="rId43" Type="http://schemas.openxmlformats.org/officeDocument/2006/relationships/image" Target="../media/image21.png"/><Relationship Id="rId64" Type="http://schemas.openxmlformats.org/officeDocument/2006/relationships/customXml" Target="../ink/ink918.xml"/><Relationship Id="rId118" Type="http://schemas.openxmlformats.org/officeDocument/2006/relationships/image" Target="../media/image58.png"/><Relationship Id="rId139" Type="http://schemas.openxmlformats.org/officeDocument/2006/relationships/customXml" Target="../ink/ink956.xml"/><Relationship Id="rId85" Type="http://schemas.openxmlformats.org/officeDocument/2006/relationships/customXml" Target="../ink/ink929.xml"/><Relationship Id="rId150" Type="http://schemas.openxmlformats.org/officeDocument/2006/relationships/image" Target="../media/image424.png"/><Relationship Id="rId171" Type="http://schemas.openxmlformats.org/officeDocument/2006/relationships/customXml" Target="../ink/ink972.xml"/><Relationship Id="rId192" Type="http://schemas.openxmlformats.org/officeDocument/2006/relationships/image" Target="../media/image444.png"/><Relationship Id="rId206" Type="http://schemas.openxmlformats.org/officeDocument/2006/relationships/image" Target="../media/image451.png"/><Relationship Id="rId227" Type="http://schemas.openxmlformats.org/officeDocument/2006/relationships/customXml" Target="../ink/ink1000.xml"/><Relationship Id="rId248" Type="http://schemas.openxmlformats.org/officeDocument/2006/relationships/customXml" Target="../ink/ink1011.xml"/><Relationship Id="rId269" Type="http://schemas.openxmlformats.org/officeDocument/2006/relationships/image" Target="../media/image480.png"/><Relationship Id="rId12" Type="http://schemas.openxmlformats.org/officeDocument/2006/relationships/customXml" Target="../ink/ink892.xml"/><Relationship Id="rId33" Type="http://schemas.openxmlformats.org/officeDocument/2006/relationships/image" Target="../media/image16.png"/><Relationship Id="rId108" Type="http://schemas.openxmlformats.org/officeDocument/2006/relationships/image" Target="../media/image53.png"/><Relationship Id="rId129" Type="http://schemas.openxmlformats.org/officeDocument/2006/relationships/customXml" Target="../ink/ink951.xml"/><Relationship Id="rId54" Type="http://schemas.openxmlformats.org/officeDocument/2006/relationships/customXml" Target="../ink/ink913.xml"/><Relationship Id="rId75" Type="http://schemas.openxmlformats.org/officeDocument/2006/relationships/customXml" Target="../ink/ink924.xml"/><Relationship Id="rId96" Type="http://schemas.openxmlformats.org/officeDocument/2006/relationships/image" Target="../media/image47.png"/><Relationship Id="rId140" Type="http://schemas.openxmlformats.org/officeDocument/2006/relationships/image" Target="../media/image419.png"/><Relationship Id="rId161" Type="http://schemas.openxmlformats.org/officeDocument/2006/relationships/customXml" Target="../ink/ink967.xml"/><Relationship Id="rId182" Type="http://schemas.openxmlformats.org/officeDocument/2006/relationships/image" Target="../media/image439.png"/><Relationship Id="rId217" Type="http://schemas.openxmlformats.org/officeDocument/2006/relationships/customXml" Target="../ink/ink995.xml"/><Relationship Id="rId6" Type="http://schemas.openxmlformats.org/officeDocument/2006/relationships/customXml" Target="../ink/ink889.xml"/><Relationship Id="rId238" Type="http://schemas.openxmlformats.org/officeDocument/2006/relationships/customXml" Target="../ink/ink1006.xml"/><Relationship Id="rId259" Type="http://schemas.openxmlformats.org/officeDocument/2006/relationships/image" Target="../media/image476.png"/><Relationship Id="rId23" Type="http://schemas.openxmlformats.org/officeDocument/2006/relationships/image" Target="../media/image11.png"/><Relationship Id="rId119" Type="http://schemas.openxmlformats.org/officeDocument/2006/relationships/customXml" Target="../ink/ink946.xml"/><Relationship Id="rId270" Type="http://schemas.openxmlformats.org/officeDocument/2006/relationships/customXml" Target="../ink/ink1023.xml"/><Relationship Id="rId44" Type="http://schemas.openxmlformats.org/officeDocument/2006/relationships/customXml" Target="../ink/ink908.xml"/><Relationship Id="rId65" Type="http://schemas.openxmlformats.org/officeDocument/2006/relationships/image" Target="../media/image32.png"/><Relationship Id="rId86" Type="http://schemas.openxmlformats.org/officeDocument/2006/relationships/image" Target="../media/image42.png"/><Relationship Id="rId130" Type="http://schemas.openxmlformats.org/officeDocument/2006/relationships/image" Target="../media/image166.png"/><Relationship Id="rId151" Type="http://schemas.openxmlformats.org/officeDocument/2006/relationships/customXml" Target="../ink/ink962.xml"/><Relationship Id="rId172" Type="http://schemas.openxmlformats.org/officeDocument/2006/relationships/image" Target="../media/image435.png"/><Relationship Id="rId193" Type="http://schemas.openxmlformats.org/officeDocument/2006/relationships/customXml" Target="../ink/ink983.xml"/><Relationship Id="rId207" Type="http://schemas.openxmlformats.org/officeDocument/2006/relationships/customXml" Target="../ink/ink990.xml"/><Relationship Id="rId228" Type="http://schemas.openxmlformats.org/officeDocument/2006/relationships/image" Target="../media/image462.png"/><Relationship Id="rId249" Type="http://schemas.openxmlformats.org/officeDocument/2006/relationships/image" Target="../media/image472.png"/><Relationship Id="rId13" Type="http://schemas.openxmlformats.org/officeDocument/2006/relationships/image" Target="../media/image6.png"/><Relationship Id="rId109" Type="http://schemas.openxmlformats.org/officeDocument/2006/relationships/customXml" Target="../ink/ink941.xml"/><Relationship Id="rId260" Type="http://schemas.openxmlformats.org/officeDocument/2006/relationships/customXml" Target="../ink/ink1017.xml"/><Relationship Id="rId34" Type="http://schemas.openxmlformats.org/officeDocument/2006/relationships/customXml" Target="../ink/ink903.xml"/><Relationship Id="rId55" Type="http://schemas.openxmlformats.org/officeDocument/2006/relationships/image" Target="../media/image27.png"/><Relationship Id="rId76" Type="http://schemas.openxmlformats.org/officeDocument/2006/relationships/image" Target="../media/image37.png"/><Relationship Id="rId97" Type="http://schemas.openxmlformats.org/officeDocument/2006/relationships/customXml" Target="../ink/ink935.xml"/><Relationship Id="rId120" Type="http://schemas.openxmlformats.org/officeDocument/2006/relationships/image" Target="../media/image59.png"/><Relationship Id="rId141" Type="http://schemas.openxmlformats.org/officeDocument/2006/relationships/customXml" Target="../ink/ink957.xml"/><Relationship Id="rId7" Type="http://schemas.openxmlformats.org/officeDocument/2006/relationships/image" Target="../media/image3.png"/><Relationship Id="rId162" Type="http://schemas.openxmlformats.org/officeDocument/2006/relationships/image" Target="../media/image430.png"/><Relationship Id="rId183" Type="http://schemas.openxmlformats.org/officeDocument/2006/relationships/customXml" Target="../ink/ink978.xml"/><Relationship Id="rId218" Type="http://schemas.openxmlformats.org/officeDocument/2006/relationships/image" Target="../media/image457.png"/><Relationship Id="rId239" Type="http://schemas.openxmlformats.org/officeDocument/2006/relationships/image" Target="../media/image467.png"/><Relationship Id="rId250" Type="http://schemas.openxmlformats.org/officeDocument/2006/relationships/customXml" Target="../ink/ink1012.xml"/><Relationship Id="rId271" Type="http://schemas.openxmlformats.org/officeDocument/2006/relationships/image" Target="../media/image481.png"/><Relationship Id="rId24" Type="http://schemas.openxmlformats.org/officeDocument/2006/relationships/customXml" Target="../ink/ink898.xml"/><Relationship Id="rId45" Type="http://schemas.openxmlformats.org/officeDocument/2006/relationships/image" Target="../media/image22.png"/><Relationship Id="rId66" Type="http://schemas.openxmlformats.org/officeDocument/2006/relationships/customXml" Target="../ink/ink919.xml"/><Relationship Id="rId87" Type="http://schemas.openxmlformats.org/officeDocument/2006/relationships/customXml" Target="../ink/ink930.xml"/><Relationship Id="rId110" Type="http://schemas.openxmlformats.org/officeDocument/2006/relationships/image" Target="../media/image54.png"/><Relationship Id="rId131" Type="http://schemas.openxmlformats.org/officeDocument/2006/relationships/customXml" Target="../ink/ink952.xml"/><Relationship Id="rId152" Type="http://schemas.openxmlformats.org/officeDocument/2006/relationships/image" Target="../media/image425.png"/><Relationship Id="rId173" Type="http://schemas.openxmlformats.org/officeDocument/2006/relationships/customXml" Target="../ink/ink973.xml"/><Relationship Id="rId194" Type="http://schemas.openxmlformats.org/officeDocument/2006/relationships/image" Target="../media/image445.png"/><Relationship Id="rId208" Type="http://schemas.openxmlformats.org/officeDocument/2006/relationships/image" Target="../media/image452.png"/><Relationship Id="rId229" Type="http://schemas.openxmlformats.org/officeDocument/2006/relationships/customXml" Target="../ink/ink1001.xml"/><Relationship Id="rId240" Type="http://schemas.openxmlformats.org/officeDocument/2006/relationships/customXml" Target="../ink/ink1007.xml"/><Relationship Id="rId261" Type="http://schemas.openxmlformats.org/officeDocument/2006/relationships/image" Target="../media/image477.png"/><Relationship Id="rId14" Type="http://schemas.openxmlformats.org/officeDocument/2006/relationships/customXml" Target="../ink/ink893.xml"/><Relationship Id="rId35" Type="http://schemas.openxmlformats.org/officeDocument/2006/relationships/image" Target="../media/image17.png"/><Relationship Id="rId56" Type="http://schemas.openxmlformats.org/officeDocument/2006/relationships/customXml" Target="../ink/ink914.xml"/><Relationship Id="rId77" Type="http://schemas.openxmlformats.org/officeDocument/2006/relationships/customXml" Target="../ink/ink925.xml"/><Relationship Id="rId100" Type="http://schemas.openxmlformats.org/officeDocument/2006/relationships/image" Target="../media/image49.png"/><Relationship Id="rId8" Type="http://schemas.openxmlformats.org/officeDocument/2006/relationships/customXml" Target="../ink/ink890.xml"/><Relationship Id="rId98" Type="http://schemas.openxmlformats.org/officeDocument/2006/relationships/image" Target="../media/image48.png"/><Relationship Id="rId121" Type="http://schemas.openxmlformats.org/officeDocument/2006/relationships/customXml" Target="../ink/ink947.xml"/><Relationship Id="rId142" Type="http://schemas.openxmlformats.org/officeDocument/2006/relationships/image" Target="../media/image420.png"/><Relationship Id="rId163" Type="http://schemas.openxmlformats.org/officeDocument/2006/relationships/customXml" Target="../ink/ink968.xml"/><Relationship Id="rId184" Type="http://schemas.openxmlformats.org/officeDocument/2006/relationships/image" Target="../media/image440.png"/><Relationship Id="rId219" Type="http://schemas.openxmlformats.org/officeDocument/2006/relationships/customXml" Target="../ink/ink996.xml"/><Relationship Id="rId230" Type="http://schemas.openxmlformats.org/officeDocument/2006/relationships/image" Target="../media/image463.png"/><Relationship Id="rId251" Type="http://schemas.openxmlformats.org/officeDocument/2006/relationships/image" Target="../media/image473.png"/><Relationship Id="rId25" Type="http://schemas.openxmlformats.org/officeDocument/2006/relationships/image" Target="../media/image12.png"/><Relationship Id="rId46" Type="http://schemas.openxmlformats.org/officeDocument/2006/relationships/customXml" Target="../ink/ink909.xml"/><Relationship Id="rId67" Type="http://schemas.openxmlformats.org/officeDocument/2006/relationships/image" Target="../media/image33.png"/><Relationship Id="rId272" Type="http://schemas.openxmlformats.org/officeDocument/2006/relationships/customXml" Target="../ink/ink1024.xml"/><Relationship Id="rId88" Type="http://schemas.openxmlformats.org/officeDocument/2006/relationships/image" Target="../media/image43.png"/><Relationship Id="rId111" Type="http://schemas.openxmlformats.org/officeDocument/2006/relationships/customXml" Target="../ink/ink942.xml"/><Relationship Id="rId132" Type="http://schemas.openxmlformats.org/officeDocument/2006/relationships/image" Target="../media/image415.png"/><Relationship Id="rId153" Type="http://schemas.openxmlformats.org/officeDocument/2006/relationships/customXml" Target="../ink/ink963.xml"/><Relationship Id="rId174" Type="http://schemas.openxmlformats.org/officeDocument/2006/relationships/image" Target="../media/image436.png"/><Relationship Id="rId195" Type="http://schemas.openxmlformats.org/officeDocument/2006/relationships/customXml" Target="../ink/ink984.xml"/><Relationship Id="rId209" Type="http://schemas.openxmlformats.org/officeDocument/2006/relationships/customXml" Target="../ink/ink991.xml"/><Relationship Id="rId220" Type="http://schemas.openxmlformats.org/officeDocument/2006/relationships/image" Target="../media/image458.png"/><Relationship Id="rId241" Type="http://schemas.openxmlformats.org/officeDocument/2006/relationships/image" Target="../media/image468.png"/><Relationship Id="rId15" Type="http://schemas.openxmlformats.org/officeDocument/2006/relationships/image" Target="../media/image7.png"/><Relationship Id="rId36" Type="http://schemas.openxmlformats.org/officeDocument/2006/relationships/customXml" Target="../ink/ink904.xml"/><Relationship Id="rId57" Type="http://schemas.openxmlformats.org/officeDocument/2006/relationships/image" Target="../media/image28.png"/><Relationship Id="rId262" Type="http://schemas.openxmlformats.org/officeDocument/2006/relationships/customXml" Target="../ink/ink1018.xml"/><Relationship Id="rId78" Type="http://schemas.openxmlformats.org/officeDocument/2006/relationships/image" Target="../media/image38.png"/><Relationship Id="rId99" Type="http://schemas.openxmlformats.org/officeDocument/2006/relationships/customXml" Target="../ink/ink936.xml"/><Relationship Id="rId101" Type="http://schemas.openxmlformats.org/officeDocument/2006/relationships/customXml" Target="../ink/ink937.xml"/><Relationship Id="rId122" Type="http://schemas.openxmlformats.org/officeDocument/2006/relationships/image" Target="../media/image60.png"/><Relationship Id="rId143" Type="http://schemas.openxmlformats.org/officeDocument/2006/relationships/customXml" Target="../ink/ink958.xml"/><Relationship Id="rId164" Type="http://schemas.openxmlformats.org/officeDocument/2006/relationships/image" Target="../media/image431.png"/><Relationship Id="rId185" Type="http://schemas.openxmlformats.org/officeDocument/2006/relationships/customXml" Target="../ink/ink979.xml"/><Relationship Id="rId9" Type="http://schemas.openxmlformats.org/officeDocument/2006/relationships/image" Target="../media/image4.png"/><Relationship Id="rId210" Type="http://schemas.openxmlformats.org/officeDocument/2006/relationships/image" Target="../media/image453.png"/><Relationship Id="rId26" Type="http://schemas.openxmlformats.org/officeDocument/2006/relationships/customXml" Target="../ink/ink899.xml"/><Relationship Id="rId231" Type="http://schemas.openxmlformats.org/officeDocument/2006/relationships/customXml" Target="../ink/ink1002.xml"/><Relationship Id="rId252" Type="http://schemas.openxmlformats.org/officeDocument/2006/relationships/customXml" Target="../ink/ink1013.xml"/><Relationship Id="rId273" Type="http://schemas.openxmlformats.org/officeDocument/2006/relationships/image" Target="../media/image482.png"/><Relationship Id="rId47" Type="http://schemas.openxmlformats.org/officeDocument/2006/relationships/image" Target="../media/image23.png"/><Relationship Id="rId68" Type="http://schemas.openxmlformats.org/officeDocument/2006/relationships/customXml" Target="../ink/ink920.xml"/><Relationship Id="rId89" Type="http://schemas.openxmlformats.org/officeDocument/2006/relationships/customXml" Target="../ink/ink931.xml"/><Relationship Id="rId112" Type="http://schemas.openxmlformats.org/officeDocument/2006/relationships/image" Target="../media/image55.png"/><Relationship Id="rId133" Type="http://schemas.openxmlformats.org/officeDocument/2006/relationships/customXml" Target="../ink/ink953.xml"/><Relationship Id="rId154" Type="http://schemas.openxmlformats.org/officeDocument/2006/relationships/image" Target="../media/image426.png"/><Relationship Id="rId175" Type="http://schemas.openxmlformats.org/officeDocument/2006/relationships/customXml" Target="../ink/ink974.xml"/><Relationship Id="rId196" Type="http://schemas.openxmlformats.org/officeDocument/2006/relationships/image" Target="../media/image446.png"/><Relationship Id="rId200" Type="http://schemas.openxmlformats.org/officeDocument/2006/relationships/image" Target="../media/image448.png"/><Relationship Id="rId16" Type="http://schemas.openxmlformats.org/officeDocument/2006/relationships/customXml" Target="../ink/ink894.xml"/><Relationship Id="rId221" Type="http://schemas.openxmlformats.org/officeDocument/2006/relationships/customXml" Target="../ink/ink997.xml"/><Relationship Id="rId242" Type="http://schemas.openxmlformats.org/officeDocument/2006/relationships/customXml" Target="../ink/ink1008.xml"/><Relationship Id="rId263" Type="http://schemas.openxmlformats.org/officeDocument/2006/relationships/image" Target="../media/image478.png"/><Relationship Id="rId37" Type="http://schemas.openxmlformats.org/officeDocument/2006/relationships/image" Target="../media/image18.png"/><Relationship Id="rId58" Type="http://schemas.openxmlformats.org/officeDocument/2006/relationships/customXml" Target="../ink/ink915.xml"/><Relationship Id="rId79" Type="http://schemas.openxmlformats.org/officeDocument/2006/relationships/customXml" Target="../ink/ink926.xml"/><Relationship Id="rId102" Type="http://schemas.openxmlformats.org/officeDocument/2006/relationships/image" Target="../media/image50.png"/><Relationship Id="rId123" Type="http://schemas.openxmlformats.org/officeDocument/2006/relationships/customXml" Target="../ink/ink948.xml"/><Relationship Id="rId144" Type="http://schemas.openxmlformats.org/officeDocument/2006/relationships/image" Target="../media/image421.png"/><Relationship Id="rId90" Type="http://schemas.openxmlformats.org/officeDocument/2006/relationships/image" Target="../media/image44.png"/><Relationship Id="rId165" Type="http://schemas.openxmlformats.org/officeDocument/2006/relationships/customXml" Target="../ink/ink969.xml"/><Relationship Id="rId186" Type="http://schemas.openxmlformats.org/officeDocument/2006/relationships/image" Target="../media/image441.png"/><Relationship Id="rId211" Type="http://schemas.openxmlformats.org/officeDocument/2006/relationships/customXml" Target="../ink/ink992.xml"/><Relationship Id="rId232" Type="http://schemas.openxmlformats.org/officeDocument/2006/relationships/customXml" Target="../ink/ink1003.xml"/><Relationship Id="rId253" Type="http://schemas.openxmlformats.org/officeDocument/2006/relationships/image" Target="../media/image71.png"/><Relationship Id="rId274" Type="http://schemas.openxmlformats.org/officeDocument/2006/relationships/customXml" Target="../ink/ink1025.xml"/><Relationship Id="rId27" Type="http://schemas.openxmlformats.org/officeDocument/2006/relationships/image" Target="../media/image13.png"/><Relationship Id="rId48" Type="http://schemas.openxmlformats.org/officeDocument/2006/relationships/customXml" Target="../ink/ink910.xml"/><Relationship Id="rId69" Type="http://schemas.openxmlformats.org/officeDocument/2006/relationships/image" Target="../media/image34.png"/><Relationship Id="rId113" Type="http://schemas.openxmlformats.org/officeDocument/2006/relationships/customXml" Target="../ink/ink943.xml"/><Relationship Id="rId134" Type="http://schemas.openxmlformats.org/officeDocument/2006/relationships/image" Target="../media/image416.png"/><Relationship Id="rId80" Type="http://schemas.openxmlformats.org/officeDocument/2006/relationships/image" Target="../media/image39.png"/><Relationship Id="rId155" Type="http://schemas.openxmlformats.org/officeDocument/2006/relationships/customXml" Target="../ink/ink964.xml"/><Relationship Id="rId176" Type="http://schemas.openxmlformats.org/officeDocument/2006/relationships/image" Target="../media/image239.png"/><Relationship Id="rId197" Type="http://schemas.openxmlformats.org/officeDocument/2006/relationships/customXml" Target="../ink/ink985.xml"/><Relationship Id="rId201" Type="http://schemas.openxmlformats.org/officeDocument/2006/relationships/customXml" Target="../ink/ink987.xml"/><Relationship Id="rId222" Type="http://schemas.openxmlformats.org/officeDocument/2006/relationships/image" Target="../media/image459.png"/><Relationship Id="rId243" Type="http://schemas.openxmlformats.org/officeDocument/2006/relationships/image" Target="../media/image469.png"/><Relationship Id="rId264" Type="http://schemas.openxmlformats.org/officeDocument/2006/relationships/customXml" Target="../ink/ink1019.xml"/><Relationship Id="rId17" Type="http://schemas.openxmlformats.org/officeDocument/2006/relationships/image" Target="../media/image8.png"/><Relationship Id="rId38" Type="http://schemas.openxmlformats.org/officeDocument/2006/relationships/customXml" Target="../ink/ink905.xml"/><Relationship Id="rId59" Type="http://schemas.openxmlformats.org/officeDocument/2006/relationships/image" Target="../media/image29.png"/><Relationship Id="rId103" Type="http://schemas.openxmlformats.org/officeDocument/2006/relationships/customXml" Target="../ink/ink938.xml"/><Relationship Id="rId124" Type="http://schemas.openxmlformats.org/officeDocument/2006/relationships/image" Target="../media/image61.png"/><Relationship Id="rId70" Type="http://schemas.openxmlformats.org/officeDocument/2006/relationships/customXml" Target="../ink/ink921.xml"/><Relationship Id="rId91" Type="http://schemas.openxmlformats.org/officeDocument/2006/relationships/customXml" Target="../ink/ink932.xml"/><Relationship Id="rId145" Type="http://schemas.openxmlformats.org/officeDocument/2006/relationships/customXml" Target="../ink/ink959.xml"/><Relationship Id="rId166" Type="http://schemas.openxmlformats.org/officeDocument/2006/relationships/image" Target="../media/image432.png"/><Relationship Id="rId187" Type="http://schemas.openxmlformats.org/officeDocument/2006/relationships/customXml" Target="../ink/ink980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454.png"/><Relationship Id="rId233" Type="http://schemas.openxmlformats.org/officeDocument/2006/relationships/image" Target="../media/image464.png"/><Relationship Id="rId254" Type="http://schemas.openxmlformats.org/officeDocument/2006/relationships/customXml" Target="../ink/ink1014.xml"/><Relationship Id="rId28" Type="http://schemas.openxmlformats.org/officeDocument/2006/relationships/customXml" Target="../ink/ink900.xml"/><Relationship Id="rId49" Type="http://schemas.openxmlformats.org/officeDocument/2006/relationships/image" Target="../media/image24.png"/><Relationship Id="rId114" Type="http://schemas.openxmlformats.org/officeDocument/2006/relationships/image" Target="../media/image56.png"/><Relationship Id="rId275" Type="http://schemas.openxmlformats.org/officeDocument/2006/relationships/image" Target="../media/image483.png"/><Relationship Id="rId60" Type="http://schemas.openxmlformats.org/officeDocument/2006/relationships/customXml" Target="../ink/ink916.xml"/><Relationship Id="rId81" Type="http://schemas.openxmlformats.org/officeDocument/2006/relationships/customXml" Target="../ink/ink927.xml"/><Relationship Id="rId135" Type="http://schemas.openxmlformats.org/officeDocument/2006/relationships/customXml" Target="../ink/ink954.xml"/><Relationship Id="rId156" Type="http://schemas.openxmlformats.org/officeDocument/2006/relationships/image" Target="../media/image427.png"/><Relationship Id="rId177" Type="http://schemas.openxmlformats.org/officeDocument/2006/relationships/customXml" Target="../ink/ink975.xml"/><Relationship Id="rId198" Type="http://schemas.openxmlformats.org/officeDocument/2006/relationships/image" Target="../media/image447.png"/><Relationship Id="rId202" Type="http://schemas.openxmlformats.org/officeDocument/2006/relationships/image" Target="../media/image449.png"/><Relationship Id="rId223" Type="http://schemas.openxmlformats.org/officeDocument/2006/relationships/customXml" Target="../ink/ink998.xml"/><Relationship Id="rId244" Type="http://schemas.openxmlformats.org/officeDocument/2006/relationships/customXml" Target="../ink/ink1009.xml"/><Relationship Id="rId18" Type="http://schemas.openxmlformats.org/officeDocument/2006/relationships/customXml" Target="../ink/ink895.xml"/><Relationship Id="rId39" Type="http://schemas.openxmlformats.org/officeDocument/2006/relationships/image" Target="../media/image19.png"/><Relationship Id="rId265" Type="http://schemas.openxmlformats.org/officeDocument/2006/relationships/customXml" Target="../ink/ink1020.xml"/><Relationship Id="rId50" Type="http://schemas.openxmlformats.org/officeDocument/2006/relationships/customXml" Target="../ink/ink911.xml"/><Relationship Id="rId104" Type="http://schemas.openxmlformats.org/officeDocument/2006/relationships/image" Target="../media/image51.png"/><Relationship Id="rId125" Type="http://schemas.openxmlformats.org/officeDocument/2006/relationships/customXml" Target="../ink/ink949.xml"/><Relationship Id="rId146" Type="http://schemas.openxmlformats.org/officeDocument/2006/relationships/image" Target="../media/image422.png"/><Relationship Id="rId167" Type="http://schemas.openxmlformats.org/officeDocument/2006/relationships/customXml" Target="../ink/ink970.xml"/><Relationship Id="rId188" Type="http://schemas.openxmlformats.org/officeDocument/2006/relationships/image" Target="../media/image442.png"/><Relationship Id="rId71" Type="http://schemas.openxmlformats.org/officeDocument/2006/relationships/customXml" Target="../ink/ink922.xml"/><Relationship Id="rId92" Type="http://schemas.openxmlformats.org/officeDocument/2006/relationships/image" Target="../media/image45.png"/><Relationship Id="rId213" Type="http://schemas.openxmlformats.org/officeDocument/2006/relationships/customXml" Target="../ink/ink993.xml"/><Relationship Id="rId234" Type="http://schemas.openxmlformats.org/officeDocument/2006/relationships/customXml" Target="../ink/ink1004.xml"/><Relationship Id="rId2" Type="http://schemas.openxmlformats.org/officeDocument/2006/relationships/customXml" Target="../ink/ink887.xml"/><Relationship Id="rId29" Type="http://schemas.openxmlformats.org/officeDocument/2006/relationships/image" Target="../media/image14.png"/><Relationship Id="rId255" Type="http://schemas.openxmlformats.org/officeDocument/2006/relationships/image" Target="../media/image474.png"/><Relationship Id="rId40" Type="http://schemas.openxmlformats.org/officeDocument/2006/relationships/customXml" Target="../ink/ink906.xml"/><Relationship Id="rId115" Type="http://schemas.openxmlformats.org/officeDocument/2006/relationships/customXml" Target="../ink/ink944.xml"/><Relationship Id="rId136" Type="http://schemas.openxmlformats.org/officeDocument/2006/relationships/image" Target="../media/image417.png"/><Relationship Id="rId157" Type="http://schemas.openxmlformats.org/officeDocument/2006/relationships/customXml" Target="../ink/ink965.xml"/><Relationship Id="rId178" Type="http://schemas.openxmlformats.org/officeDocument/2006/relationships/image" Target="../media/image437.png"/><Relationship Id="rId61" Type="http://schemas.openxmlformats.org/officeDocument/2006/relationships/image" Target="../media/image30.png"/><Relationship Id="rId82" Type="http://schemas.openxmlformats.org/officeDocument/2006/relationships/image" Target="../media/image40.png"/><Relationship Id="rId199" Type="http://schemas.openxmlformats.org/officeDocument/2006/relationships/customXml" Target="../ink/ink986.xml"/><Relationship Id="rId203" Type="http://schemas.openxmlformats.org/officeDocument/2006/relationships/customXml" Target="../ink/ink988.xml"/><Relationship Id="rId19" Type="http://schemas.openxmlformats.org/officeDocument/2006/relationships/image" Target="../media/image9.png"/><Relationship Id="rId224" Type="http://schemas.openxmlformats.org/officeDocument/2006/relationships/image" Target="../media/image460.png"/><Relationship Id="rId245" Type="http://schemas.openxmlformats.org/officeDocument/2006/relationships/image" Target="../media/image470.png"/><Relationship Id="rId266" Type="http://schemas.openxmlformats.org/officeDocument/2006/relationships/image" Target="../media/image479.png"/><Relationship Id="rId30" Type="http://schemas.openxmlformats.org/officeDocument/2006/relationships/customXml" Target="../ink/ink901.xml"/><Relationship Id="rId105" Type="http://schemas.openxmlformats.org/officeDocument/2006/relationships/customXml" Target="../ink/ink939.xml"/><Relationship Id="rId126" Type="http://schemas.openxmlformats.org/officeDocument/2006/relationships/image" Target="../media/image413.png"/><Relationship Id="rId147" Type="http://schemas.openxmlformats.org/officeDocument/2006/relationships/customXml" Target="../ink/ink960.xml"/><Relationship Id="rId168" Type="http://schemas.openxmlformats.org/officeDocument/2006/relationships/image" Target="../media/image433.png"/><Relationship Id="rId51" Type="http://schemas.openxmlformats.org/officeDocument/2006/relationships/image" Target="../media/image25.png"/><Relationship Id="rId72" Type="http://schemas.openxmlformats.org/officeDocument/2006/relationships/image" Target="../media/image35.png"/><Relationship Id="rId93" Type="http://schemas.openxmlformats.org/officeDocument/2006/relationships/customXml" Target="../ink/ink933.xml"/><Relationship Id="rId189" Type="http://schemas.openxmlformats.org/officeDocument/2006/relationships/customXml" Target="../ink/ink981.xml"/><Relationship Id="rId3" Type="http://schemas.openxmlformats.org/officeDocument/2006/relationships/image" Target="../media/image1.png"/><Relationship Id="rId214" Type="http://schemas.openxmlformats.org/officeDocument/2006/relationships/image" Target="../media/image455.png"/><Relationship Id="rId235" Type="http://schemas.openxmlformats.org/officeDocument/2006/relationships/image" Target="../media/image465.png"/><Relationship Id="rId256" Type="http://schemas.openxmlformats.org/officeDocument/2006/relationships/customXml" Target="../ink/ink1015.xml"/><Relationship Id="rId116" Type="http://schemas.openxmlformats.org/officeDocument/2006/relationships/image" Target="../media/image57.png"/><Relationship Id="rId137" Type="http://schemas.openxmlformats.org/officeDocument/2006/relationships/customXml" Target="../ink/ink955.xml"/><Relationship Id="rId158" Type="http://schemas.openxmlformats.org/officeDocument/2006/relationships/image" Target="../media/image428.png"/><Relationship Id="rId20" Type="http://schemas.openxmlformats.org/officeDocument/2006/relationships/customXml" Target="../ink/ink896.xml"/><Relationship Id="rId41" Type="http://schemas.openxmlformats.org/officeDocument/2006/relationships/image" Target="../media/image20.png"/><Relationship Id="rId62" Type="http://schemas.openxmlformats.org/officeDocument/2006/relationships/customXml" Target="../ink/ink917.xml"/><Relationship Id="rId83" Type="http://schemas.openxmlformats.org/officeDocument/2006/relationships/customXml" Target="../ink/ink928.xml"/><Relationship Id="rId179" Type="http://schemas.openxmlformats.org/officeDocument/2006/relationships/customXml" Target="../ink/ink976.xml"/><Relationship Id="rId190" Type="http://schemas.openxmlformats.org/officeDocument/2006/relationships/image" Target="../media/image443.png"/><Relationship Id="rId204" Type="http://schemas.openxmlformats.org/officeDocument/2006/relationships/image" Target="../media/image450.png"/><Relationship Id="rId225" Type="http://schemas.openxmlformats.org/officeDocument/2006/relationships/customXml" Target="../ink/ink999.xml"/><Relationship Id="rId246" Type="http://schemas.openxmlformats.org/officeDocument/2006/relationships/customXml" Target="../ink/ink1010.xml"/><Relationship Id="rId267" Type="http://schemas.openxmlformats.org/officeDocument/2006/relationships/customXml" Target="../ink/ink1021.xml"/><Relationship Id="rId106" Type="http://schemas.openxmlformats.org/officeDocument/2006/relationships/image" Target="../media/image52.png"/><Relationship Id="rId127" Type="http://schemas.openxmlformats.org/officeDocument/2006/relationships/customXml" Target="../ink/ink950.xml"/><Relationship Id="rId10" Type="http://schemas.openxmlformats.org/officeDocument/2006/relationships/customXml" Target="../ink/ink891.xml"/><Relationship Id="rId31" Type="http://schemas.openxmlformats.org/officeDocument/2006/relationships/image" Target="../media/image15.png"/><Relationship Id="rId52" Type="http://schemas.openxmlformats.org/officeDocument/2006/relationships/customXml" Target="../ink/ink912.xml"/><Relationship Id="rId73" Type="http://schemas.openxmlformats.org/officeDocument/2006/relationships/customXml" Target="../ink/ink923.xml"/><Relationship Id="rId94" Type="http://schemas.openxmlformats.org/officeDocument/2006/relationships/image" Target="../media/image46.png"/><Relationship Id="rId148" Type="http://schemas.openxmlformats.org/officeDocument/2006/relationships/image" Target="../media/image423.png"/><Relationship Id="rId169" Type="http://schemas.openxmlformats.org/officeDocument/2006/relationships/customXml" Target="../ink/ink971.xml"/><Relationship Id="rId4" Type="http://schemas.openxmlformats.org/officeDocument/2006/relationships/customXml" Target="../ink/ink888.xml"/><Relationship Id="rId180" Type="http://schemas.openxmlformats.org/officeDocument/2006/relationships/image" Target="../media/image438.png"/><Relationship Id="rId215" Type="http://schemas.openxmlformats.org/officeDocument/2006/relationships/customXml" Target="../ink/ink994.xml"/><Relationship Id="rId236" Type="http://schemas.openxmlformats.org/officeDocument/2006/relationships/customXml" Target="../ink/ink1005.xml"/><Relationship Id="rId257" Type="http://schemas.openxmlformats.org/officeDocument/2006/relationships/image" Target="../media/image475.png"/><Relationship Id="rId42" Type="http://schemas.openxmlformats.org/officeDocument/2006/relationships/customXml" Target="../ink/ink907.xml"/><Relationship Id="rId84" Type="http://schemas.openxmlformats.org/officeDocument/2006/relationships/image" Target="../media/image41.png"/><Relationship Id="rId138" Type="http://schemas.openxmlformats.org/officeDocument/2006/relationships/image" Target="../media/image418.png"/><Relationship Id="rId191" Type="http://schemas.openxmlformats.org/officeDocument/2006/relationships/customXml" Target="../ink/ink982.xml"/><Relationship Id="rId205" Type="http://schemas.openxmlformats.org/officeDocument/2006/relationships/customXml" Target="../ink/ink989.xml"/><Relationship Id="rId247" Type="http://schemas.openxmlformats.org/officeDocument/2006/relationships/image" Target="../media/image471.png"/><Relationship Id="rId107" Type="http://schemas.openxmlformats.org/officeDocument/2006/relationships/customXml" Target="../ink/ink940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customXml" Target="../ink/ink961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1.png"/><Relationship Id="rId21" Type="http://schemas.openxmlformats.org/officeDocument/2006/relationships/image" Target="../media/image425.png"/><Relationship Id="rId42" Type="http://schemas.openxmlformats.org/officeDocument/2006/relationships/customXml" Target="../ink/ink1046.xml"/><Relationship Id="rId63" Type="http://schemas.openxmlformats.org/officeDocument/2006/relationships/image" Target="../media/image445.png"/><Relationship Id="rId84" Type="http://schemas.openxmlformats.org/officeDocument/2006/relationships/customXml" Target="../ink/ink1067.xml"/><Relationship Id="rId138" Type="http://schemas.openxmlformats.org/officeDocument/2006/relationships/customXml" Target="../ink/ink1094.xml"/><Relationship Id="rId159" Type="http://schemas.openxmlformats.org/officeDocument/2006/relationships/image" Target="../media/image504.png"/><Relationship Id="rId170" Type="http://schemas.openxmlformats.org/officeDocument/2006/relationships/image" Target="../media/image509.png"/><Relationship Id="rId191" Type="http://schemas.openxmlformats.org/officeDocument/2006/relationships/customXml" Target="../ink/ink1121.xml"/><Relationship Id="rId107" Type="http://schemas.openxmlformats.org/officeDocument/2006/relationships/image" Target="../media/image466.png"/><Relationship Id="rId11" Type="http://schemas.openxmlformats.org/officeDocument/2006/relationships/image" Target="../media/image419.png"/><Relationship Id="rId32" Type="http://schemas.openxmlformats.org/officeDocument/2006/relationships/customXml" Target="../ink/ink1041.xml"/><Relationship Id="rId53" Type="http://schemas.openxmlformats.org/officeDocument/2006/relationships/image" Target="../media/image440.png"/><Relationship Id="rId74" Type="http://schemas.openxmlformats.org/officeDocument/2006/relationships/customXml" Target="../ink/ink1062.xml"/><Relationship Id="rId128" Type="http://schemas.openxmlformats.org/officeDocument/2006/relationships/customXml" Target="../ink/ink1089.xml"/><Relationship Id="rId149" Type="http://schemas.openxmlformats.org/officeDocument/2006/relationships/image" Target="../media/image499.png"/><Relationship Id="rId5" Type="http://schemas.openxmlformats.org/officeDocument/2006/relationships/image" Target="../media/image416.png"/><Relationship Id="rId95" Type="http://schemas.openxmlformats.org/officeDocument/2006/relationships/image" Target="../media/image461.png"/><Relationship Id="rId160" Type="http://schemas.openxmlformats.org/officeDocument/2006/relationships/customXml" Target="../ink/ink1105.xml"/><Relationship Id="rId181" Type="http://schemas.openxmlformats.org/officeDocument/2006/relationships/customXml" Target="../ink/ink1116.xml"/><Relationship Id="rId22" Type="http://schemas.openxmlformats.org/officeDocument/2006/relationships/customXml" Target="../ink/ink1036.xml"/><Relationship Id="rId43" Type="http://schemas.openxmlformats.org/officeDocument/2006/relationships/image" Target="../media/image436.png"/><Relationship Id="rId64" Type="http://schemas.openxmlformats.org/officeDocument/2006/relationships/customXml" Target="../ink/ink1057.xml"/><Relationship Id="rId118" Type="http://schemas.openxmlformats.org/officeDocument/2006/relationships/customXml" Target="../ink/ink1084.xml"/><Relationship Id="rId139" Type="http://schemas.openxmlformats.org/officeDocument/2006/relationships/image" Target="../media/image494.png"/><Relationship Id="rId85" Type="http://schemas.openxmlformats.org/officeDocument/2006/relationships/image" Target="../media/image456.png"/><Relationship Id="rId150" Type="http://schemas.openxmlformats.org/officeDocument/2006/relationships/customXml" Target="../ink/ink1100.xml"/><Relationship Id="rId171" Type="http://schemas.openxmlformats.org/officeDocument/2006/relationships/customXml" Target="../ink/ink1111.xml"/><Relationship Id="rId192" Type="http://schemas.openxmlformats.org/officeDocument/2006/relationships/image" Target="../media/image520.png"/><Relationship Id="rId12" Type="http://schemas.openxmlformats.org/officeDocument/2006/relationships/customXml" Target="../ink/ink1031.xml"/><Relationship Id="rId33" Type="http://schemas.openxmlformats.org/officeDocument/2006/relationships/image" Target="../media/image431.png"/><Relationship Id="rId108" Type="http://schemas.openxmlformats.org/officeDocument/2006/relationships/customXml" Target="../ink/ink1079.xml"/><Relationship Id="rId129" Type="http://schemas.openxmlformats.org/officeDocument/2006/relationships/image" Target="../media/image489.png"/><Relationship Id="rId54" Type="http://schemas.openxmlformats.org/officeDocument/2006/relationships/customXml" Target="../ink/ink1052.xml"/><Relationship Id="rId75" Type="http://schemas.openxmlformats.org/officeDocument/2006/relationships/image" Target="../media/image451.png"/><Relationship Id="rId96" Type="http://schemas.openxmlformats.org/officeDocument/2006/relationships/customXml" Target="../ink/ink1073.xml"/><Relationship Id="rId140" Type="http://schemas.openxmlformats.org/officeDocument/2006/relationships/customXml" Target="../ink/ink1095.xml"/><Relationship Id="rId161" Type="http://schemas.openxmlformats.org/officeDocument/2006/relationships/image" Target="../media/image505.png"/><Relationship Id="rId182" Type="http://schemas.openxmlformats.org/officeDocument/2006/relationships/image" Target="../media/image515.png"/><Relationship Id="rId6" Type="http://schemas.openxmlformats.org/officeDocument/2006/relationships/customXml" Target="../ink/ink1028.xml"/><Relationship Id="rId23" Type="http://schemas.openxmlformats.org/officeDocument/2006/relationships/image" Target="../media/image426.png"/><Relationship Id="rId119" Type="http://schemas.openxmlformats.org/officeDocument/2006/relationships/image" Target="../media/image484.png"/><Relationship Id="rId44" Type="http://schemas.openxmlformats.org/officeDocument/2006/relationships/customXml" Target="../ink/ink1047.xml"/><Relationship Id="rId65" Type="http://schemas.openxmlformats.org/officeDocument/2006/relationships/image" Target="../media/image446.png"/><Relationship Id="rId86" Type="http://schemas.openxmlformats.org/officeDocument/2006/relationships/customXml" Target="../ink/ink1068.xml"/><Relationship Id="rId130" Type="http://schemas.openxmlformats.org/officeDocument/2006/relationships/customXml" Target="../ink/ink1090.xml"/><Relationship Id="rId151" Type="http://schemas.openxmlformats.org/officeDocument/2006/relationships/image" Target="../media/image500.png"/><Relationship Id="rId172" Type="http://schemas.openxmlformats.org/officeDocument/2006/relationships/image" Target="../media/image510.png"/><Relationship Id="rId13" Type="http://schemas.openxmlformats.org/officeDocument/2006/relationships/image" Target="../media/image420.png"/><Relationship Id="rId18" Type="http://schemas.openxmlformats.org/officeDocument/2006/relationships/customXml" Target="../ink/ink1034.xml"/><Relationship Id="rId39" Type="http://schemas.openxmlformats.org/officeDocument/2006/relationships/image" Target="../media/image434.png"/><Relationship Id="rId109" Type="http://schemas.openxmlformats.org/officeDocument/2006/relationships/image" Target="../media/image467.png"/><Relationship Id="rId34" Type="http://schemas.openxmlformats.org/officeDocument/2006/relationships/customXml" Target="../ink/ink1042.xml"/><Relationship Id="rId50" Type="http://schemas.openxmlformats.org/officeDocument/2006/relationships/customXml" Target="../ink/ink1050.xml"/><Relationship Id="rId55" Type="http://schemas.openxmlformats.org/officeDocument/2006/relationships/image" Target="../media/image441.png"/><Relationship Id="rId76" Type="http://schemas.openxmlformats.org/officeDocument/2006/relationships/customXml" Target="../ink/ink1063.xml"/><Relationship Id="rId97" Type="http://schemas.openxmlformats.org/officeDocument/2006/relationships/image" Target="../media/image462.png"/><Relationship Id="rId104" Type="http://schemas.openxmlformats.org/officeDocument/2006/relationships/customXml" Target="../ink/ink1077.xml"/><Relationship Id="rId120" Type="http://schemas.openxmlformats.org/officeDocument/2006/relationships/customXml" Target="../ink/ink1085.xml"/><Relationship Id="rId125" Type="http://schemas.openxmlformats.org/officeDocument/2006/relationships/image" Target="../media/image487.png"/><Relationship Id="rId141" Type="http://schemas.openxmlformats.org/officeDocument/2006/relationships/image" Target="../media/image495.png"/><Relationship Id="rId146" Type="http://schemas.openxmlformats.org/officeDocument/2006/relationships/customXml" Target="../ink/ink1098.xml"/><Relationship Id="rId167" Type="http://schemas.openxmlformats.org/officeDocument/2006/relationships/customXml" Target="../ink/ink1109.xml"/><Relationship Id="rId188" Type="http://schemas.openxmlformats.org/officeDocument/2006/relationships/image" Target="../media/image518.png"/><Relationship Id="rId7" Type="http://schemas.openxmlformats.org/officeDocument/2006/relationships/image" Target="../media/image417.png"/><Relationship Id="rId71" Type="http://schemas.openxmlformats.org/officeDocument/2006/relationships/image" Target="../media/image449.png"/><Relationship Id="rId92" Type="http://schemas.openxmlformats.org/officeDocument/2006/relationships/customXml" Target="../ink/ink1071.xml"/><Relationship Id="rId162" Type="http://schemas.openxmlformats.org/officeDocument/2006/relationships/customXml" Target="../ink/ink1106.xml"/><Relationship Id="rId183" Type="http://schemas.openxmlformats.org/officeDocument/2006/relationships/customXml" Target="../ink/ink1117.xml"/><Relationship Id="rId2" Type="http://schemas.openxmlformats.org/officeDocument/2006/relationships/customXml" Target="../ink/ink1026.xml"/><Relationship Id="rId29" Type="http://schemas.openxmlformats.org/officeDocument/2006/relationships/image" Target="../media/image429.png"/><Relationship Id="rId24" Type="http://schemas.openxmlformats.org/officeDocument/2006/relationships/customXml" Target="../ink/ink1037.xml"/><Relationship Id="rId40" Type="http://schemas.openxmlformats.org/officeDocument/2006/relationships/customXml" Target="../ink/ink1045.xml"/><Relationship Id="rId45" Type="http://schemas.openxmlformats.org/officeDocument/2006/relationships/image" Target="../media/image239.png"/><Relationship Id="rId66" Type="http://schemas.openxmlformats.org/officeDocument/2006/relationships/customXml" Target="../ink/ink1058.xml"/><Relationship Id="rId87" Type="http://schemas.openxmlformats.org/officeDocument/2006/relationships/image" Target="../media/image457.png"/><Relationship Id="rId110" Type="http://schemas.openxmlformats.org/officeDocument/2006/relationships/customXml" Target="../ink/ink1080.xml"/><Relationship Id="rId115" Type="http://schemas.openxmlformats.org/officeDocument/2006/relationships/image" Target="../media/image470.png"/><Relationship Id="rId131" Type="http://schemas.openxmlformats.org/officeDocument/2006/relationships/image" Target="../media/image490.png"/><Relationship Id="rId136" Type="http://schemas.openxmlformats.org/officeDocument/2006/relationships/customXml" Target="../ink/ink1093.xml"/><Relationship Id="rId157" Type="http://schemas.openxmlformats.org/officeDocument/2006/relationships/image" Target="../media/image503.png"/><Relationship Id="rId178" Type="http://schemas.openxmlformats.org/officeDocument/2006/relationships/image" Target="../media/image513.png"/><Relationship Id="rId61" Type="http://schemas.openxmlformats.org/officeDocument/2006/relationships/image" Target="../media/image444.png"/><Relationship Id="rId82" Type="http://schemas.openxmlformats.org/officeDocument/2006/relationships/customXml" Target="../ink/ink1066.xml"/><Relationship Id="rId152" Type="http://schemas.openxmlformats.org/officeDocument/2006/relationships/customXml" Target="../ink/ink1101.xml"/><Relationship Id="rId173" Type="http://schemas.openxmlformats.org/officeDocument/2006/relationships/customXml" Target="../ink/ink1112.xml"/><Relationship Id="rId19" Type="http://schemas.openxmlformats.org/officeDocument/2006/relationships/image" Target="../media/image424.png"/><Relationship Id="rId14" Type="http://schemas.openxmlformats.org/officeDocument/2006/relationships/customXml" Target="../ink/ink1032.xml"/><Relationship Id="rId30" Type="http://schemas.openxmlformats.org/officeDocument/2006/relationships/customXml" Target="../ink/ink1040.xml"/><Relationship Id="rId35" Type="http://schemas.openxmlformats.org/officeDocument/2006/relationships/image" Target="../media/image432.png"/><Relationship Id="rId56" Type="http://schemas.openxmlformats.org/officeDocument/2006/relationships/customXml" Target="../ink/ink1053.xml"/><Relationship Id="rId77" Type="http://schemas.openxmlformats.org/officeDocument/2006/relationships/image" Target="../media/image452.png"/><Relationship Id="rId100" Type="http://schemas.openxmlformats.org/officeDocument/2006/relationships/customXml" Target="../ink/ink1075.xml"/><Relationship Id="rId105" Type="http://schemas.openxmlformats.org/officeDocument/2006/relationships/image" Target="../media/image465.png"/><Relationship Id="rId126" Type="http://schemas.openxmlformats.org/officeDocument/2006/relationships/customXml" Target="../ink/ink1088.xml"/><Relationship Id="rId147" Type="http://schemas.openxmlformats.org/officeDocument/2006/relationships/image" Target="../media/image498.png"/><Relationship Id="rId168" Type="http://schemas.openxmlformats.org/officeDocument/2006/relationships/image" Target="../media/image508.png"/><Relationship Id="rId8" Type="http://schemas.openxmlformats.org/officeDocument/2006/relationships/customXml" Target="../ink/ink1029.xml"/><Relationship Id="rId51" Type="http://schemas.openxmlformats.org/officeDocument/2006/relationships/image" Target="../media/image439.png"/><Relationship Id="rId72" Type="http://schemas.openxmlformats.org/officeDocument/2006/relationships/customXml" Target="../ink/ink1061.xml"/><Relationship Id="rId93" Type="http://schemas.openxmlformats.org/officeDocument/2006/relationships/image" Target="../media/image460.png"/><Relationship Id="rId98" Type="http://schemas.openxmlformats.org/officeDocument/2006/relationships/customXml" Target="../ink/ink1074.xml"/><Relationship Id="rId121" Type="http://schemas.openxmlformats.org/officeDocument/2006/relationships/image" Target="../media/image485.png"/><Relationship Id="rId142" Type="http://schemas.openxmlformats.org/officeDocument/2006/relationships/customXml" Target="../ink/ink1096.xml"/><Relationship Id="rId163" Type="http://schemas.openxmlformats.org/officeDocument/2006/relationships/image" Target="../media/image506.png"/><Relationship Id="rId184" Type="http://schemas.openxmlformats.org/officeDocument/2006/relationships/image" Target="../media/image516.png"/><Relationship Id="rId189" Type="http://schemas.openxmlformats.org/officeDocument/2006/relationships/customXml" Target="../ink/ink1120.xml"/><Relationship Id="rId3" Type="http://schemas.openxmlformats.org/officeDocument/2006/relationships/image" Target="../media/image413.png"/><Relationship Id="rId25" Type="http://schemas.openxmlformats.org/officeDocument/2006/relationships/image" Target="../media/image427.png"/><Relationship Id="rId46" Type="http://schemas.openxmlformats.org/officeDocument/2006/relationships/customXml" Target="../ink/ink1048.xml"/><Relationship Id="rId67" Type="http://schemas.openxmlformats.org/officeDocument/2006/relationships/image" Target="../media/image447.png"/><Relationship Id="rId116" Type="http://schemas.openxmlformats.org/officeDocument/2006/relationships/customXml" Target="../ink/ink1083.xml"/><Relationship Id="rId137" Type="http://schemas.openxmlformats.org/officeDocument/2006/relationships/image" Target="../media/image493.png"/><Relationship Id="rId158" Type="http://schemas.openxmlformats.org/officeDocument/2006/relationships/customXml" Target="../ink/ink1104.xml"/><Relationship Id="rId20" Type="http://schemas.openxmlformats.org/officeDocument/2006/relationships/customXml" Target="../ink/ink1035.xml"/><Relationship Id="rId41" Type="http://schemas.openxmlformats.org/officeDocument/2006/relationships/image" Target="../media/image435.png"/><Relationship Id="rId62" Type="http://schemas.openxmlformats.org/officeDocument/2006/relationships/customXml" Target="../ink/ink1056.xml"/><Relationship Id="rId83" Type="http://schemas.openxmlformats.org/officeDocument/2006/relationships/image" Target="../media/image455.png"/><Relationship Id="rId88" Type="http://schemas.openxmlformats.org/officeDocument/2006/relationships/customXml" Target="../ink/ink1069.xml"/><Relationship Id="rId111" Type="http://schemas.openxmlformats.org/officeDocument/2006/relationships/image" Target="../media/image468.png"/><Relationship Id="rId132" Type="http://schemas.openxmlformats.org/officeDocument/2006/relationships/customXml" Target="../ink/ink1091.xml"/><Relationship Id="rId153" Type="http://schemas.openxmlformats.org/officeDocument/2006/relationships/image" Target="../media/image501.png"/><Relationship Id="rId174" Type="http://schemas.openxmlformats.org/officeDocument/2006/relationships/image" Target="../media/image511.png"/><Relationship Id="rId179" Type="http://schemas.openxmlformats.org/officeDocument/2006/relationships/customXml" Target="../ink/ink1115.xml"/><Relationship Id="rId190" Type="http://schemas.openxmlformats.org/officeDocument/2006/relationships/image" Target="../media/image519.png"/><Relationship Id="rId15" Type="http://schemas.openxmlformats.org/officeDocument/2006/relationships/image" Target="../media/image421.png"/><Relationship Id="rId36" Type="http://schemas.openxmlformats.org/officeDocument/2006/relationships/customXml" Target="../ink/ink1043.xml"/><Relationship Id="rId57" Type="http://schemas.openxmlformats.org/officeDocument/2006/relationships/image" Target="../media/image442.png"/><Relationship Id="rId106" Type="http://schemas.openxmlformats.org/officeDocument/2006/relationships/customXml" Target="../ink/ink1078.xml"/><Relationship Id="rId127" Type="http://schemas.openxmlformats.org/officeDocument/2006/relationships/image" Target="../media/image488.png"/><Relationship Id="rId10" Type="http://schemas.openxmlformats.org/officeDocument/2006/relationships/customXml" Target="../ink/ink1030.xml"/><Relationship Id="rId31" Type="http://schemas.openxmlformats.org/officeDocument/2006/relationships/image" Target="../media/image430.png"/><Relationship Id="rId52" Type="http://schemas.openxmlformats.org/officeDocument/2006/relationships/customXml" Target="../ink/ink1051.xml"/><Relationship Id="rId73" Type="http://schemas.openxmlformats.org/officeDocument/2006/relationships/image" Target="../media/image450.png"/><Relationship Id="rId78" Type="http://schemas.openxmlformats.org/officeDocument/2006/relationships/customXml" Target="../ink/ink1064.xml"/><Relationship Id="rId94" Type="http://schemas.openxmlformats.org/officeDocument/2006/relationships/customXml" Target="../ink/ink1072.xml"/><Relationship Id="rId99" Type="http://schemas.openxmlformats.org/officeDocument/2006/relationships/image" Target="../media/image463.png"/><Relationship Id="rId101" Type="http://schemas.openxmlformats.org/officeDocument/2006/relationships/image" Target="../media/image166.png"/><Relationship Id="rId122" Type="http://schemas.openxmlformats.org/officeDocument/2006/relationships/customXml" Target="../ink/ink1086.xml"/><Relationship Id="rId143" Type="http://schemas.openxmlformats.org/officeDocument/2006/relationships/image" Target="../media/image496.png"/><Relationship Id="rId148" Type="http://schemas.openxmlformats.org/officeDocument/2006/relationships/customXml" Target="../ink/ink1099.xml"/><Relationship Id="rId164" Type="http://schemas.openxmlformats.org/officeDocument/2006/relationships/customXml" Target="../ink/ink1107.xml"/><Relationship Id="rId169" Type="http://schemas.openxmlformats.org/officeDocument/2006/relationships/customXml" Target="../ink/ink1110.xml"/><Relationship Id="rId185" Type="http://schemas.openxmlformats.org/officeDocument/2006/relationships/customXml" Target="../ink/ink1118.xml"/><Relationship Id="rId4" Type="http://schemas.openxmlformats.org/officeDocument/2006/relationships/customXml" Target="../ink/ink1027.xml"/><Relationship Id="rId9" Type="http://schemas.openxmlformats.org/officeDocument/2006/relationships/image" Target="../media/image418.png"/><Relationship Id="rId180" Type="http://schemas.openxmlformats.org/officeDocument/2006/relationships/image" Target="../media/image514.png"/><Relationship Id="rId26" Type="http://schemas.openxmlformats.org/officeDocument/2006/relationships/customXml" Target="../ink/ink1038.xml"/><Relationship Id="rId47" Type="http://schemas.openxmlformats.org/officeDocument/2006/relationships/image" Target="../media/image437.png"/><Relationship Id="rId68" Type="http://schemas.openxmlformats.org/officeDocument/2006/relationships/customXml" Target="../ink/ink1059.xml"/><Relationship Id="rId89" Type="http://schemas.openxmlformats.org/officeDocument/2006/relationships/image" Target="../media/image458.png"/><Relationship Id="rId112" Type="http://schemas.openxmlformats.org/officeDocument/2006/relationships/customXml" Target="../ink/ink1081.xml"/><Relationship Id="rId133" Type="http://schemas.openxmlformats.org/officeDocument/2006/relationships/image" Target="../media/image491.png"/><Relationship Id="rId154" Type="http://schemas.openxmlformats.org/officeDocument/2006/relationships/customXml" Target="../ink/ink1102.xml"/><Relationship Id="rId175" Type="http://schemas.openxmlformats.org/officeDocument/2006/relationships/customXml" Target="../ink/ink1113.xml"/><Relationship Id="rId16" Type="http://schemas.openxmlformats.org/officeDocument/2006/relationships/customXml" Target="../ink/ink1033.xml"/><Relationship Id="rId37" Type="http://schemas.openxmlformats.org/officeDocument/2006/relationships/image" Target="../media/image433.png"/><Relationship Id="rId58" Type="http://schemas.openxmlformats.org/officeDocument/2006/relationships/customXml" Target="../ink/ink1054.xml"/><Relationship Id="rId79" Type="http://schemas.openxmlformats.org/officeDocument/2006/relationships/image" Target="../media/image453.png"/><Relationship Id="rId102" Type="http://schemas.openxmlformats.org/officeDocument/2006/relationships/customXml" Target="../ink/ink1076.xml"/><Relationship Id="rId123" Type="http://schemas.openxmlformats.org/officeDocument/2006/relationships/image" Target="../media/image486.png"/><Relationship Id="rId144" Type="http://schemas.openxmlformats.org/officeDocument/2006/relationships/customXml" Target="../ink/ink1097.xml"/><Relationship Id="rId90" Type="http://schemas.openxmlformats.org/officeDocument/2006/relationships/customXml" Target="../ink/ink1070.xml"/><Relationship Id="rId165" Type="http://schemas.openxmlformats.org/officeDocument/2006/relationships/customXml" Target="../ink/ink1108.xml"/><Relationship Id="rId186" Type="http://schemas.openxmlformats.org/officeDocument/2006/relationships/image" Target="../media/image517.png"/><Relationship Id="rId27" Type="http://schemas.openxmlformats.org/officeDocument/2006/relationships/image" Target="../media/image428.png"/><Relationship Id="rId48" Type="http://schemas.openxmlformats.org/officeDocument/2006/relationships/customXml" Target="../ink/ink1049.xml"/><Relationship Id="rId69" Type="http://schemas.openxmlformats.org/officeDocument/2006/relationships/image" Target="../media/image448.png"/><Relationship Id="rId113" Type="http://schemas.openxmlformats.org/officeDocument/2006/relationships/image" Target="../media/image469.png"/><Relationship Id="rId134" Type="http://schemas.openxmlformats.org/officeDocument/2006/relationships/customXml" Target="../ink/ink1092.xml"/><Relationship Id="rId80" Type="http://schemas.openxmlformats.org/officeDocument/2006/relationships/customXml" Target="../ink/ink1065.xml"/><Relationship Id="rId155" Type="http://schemas.openxmlformats.org/officeDocument/2006/relationships/image" Target="../media/image502.png"/><Relationship Id="rId176" Type="http://schemas.openxmlformats.org/officeDocument/2006/relationships/image" Target="../media/image512.png"/><Relationship Id="rId17" Type="http://schemas.openxmlformats.org/officeDocument/2006/relationships/image" Target="../media/image422.png"/><Relationship Id="rId38" Type="http://schemas.openxmlformats.org/officeDocument/2006/relationships/customXml" Target="../ink/ink1044.xml"/><Relationship Id="rId59" Type="http://schemas.openxmlformats.org/officeDocument/2006/relationships/image" Target="../media/image443.png"/><Relationship Id="rId103" Type="http://schemas.openxmlformats.org/officeDocument/2006/relationships/image" Target="../media/image464.png"/><Relationship Id="rId124" Type="http://schemas.openxmlformats.org/officeDocument/2006/relationships/customXml" Target="../ink/ink1087.xml"/><Relationship Id="rId70" Type="http://schemas.openxmlformats.org/officeDocument/2006/relationships/customXml" Target="../ink/ink1060.xml"/><Relationship Id="rId91" Type="http://schemas.openxmlformats.org/officeDocument/2006/relationships/image" Target="../media/image459.png"/><Relationship Id="rId145" Type="http://schemas.openxmlformats.org/officeDocument/2006/relationships/image" Target="../media/image497.png"/><Relationship Id="rId166" Type="http://schemas.openxmlformats.org/officeDocument/2006/relationships/image" Target="../media/image507.png"/><Relationship Id="rId187" Type="http://schemas.openxmlformats.org/officeDocument/2006/relationships/customXml" Target="../ink/ink1119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039.xml"/><Relationship Id="rId49" Type="http://schemas.openxmlformats.org/officeDocument/2006/relationships/image" Target="../media/image438.png"/><Relationship Id="rId114" Type="http://schemas.openxmlformats.org/officeDocument/2006/relationships/customXml" Target="../ink/ink1082.xml"/><Relationship Id="rId60" Type="http://schemas.openxmlformats.org/officeDocument/2006/relationships/customXml" Target="../ink/ink1055.xml"/><Relationship Id="rId81" Type="http://schemas.openxmlformats.org/officeDocument/2006/relationships/image" Target="../media/image454.png"/><Relationship Id="rId135" Type="http://schemas.openxmlformats.org/officeDocument/2006/relationships/image" Target="../media/image492.png"/><Relationship Id="rId156" Type="http://schemas.openxmlformats.org/officeDocument/2006/relationships/customXml" Target="../ink/ink1103.xml"/><Relationship Id="rId177" Type="http://schemas.openxmlformats.org/officeDocument/2006/relationships/customXml" Target="../ink/ink1114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0.png"/><Relationship Id="rId21" Type="http://schemas.openxmlformats.org/officeDocument/2006/relationships/image" Target="../media/image424.png"/><Relationship Id="rId42" Type="http://schemas.openxmlformats.org/officeDocument/2006/relationships/customXml" Target="../ink/ink1142.xml"/><Relationship Id="rId63" Type="http://schemas.openxmlformats.org/officeDocument/2006/relationships/image" Target="../media/image444.png"/><Relationship Id="rId84" Type="http://schemas.openxmlformats.org/officeDocument/2006/relationships/customXml" Target="../ink/ink1163.xml"/><Relationship Id="rId138" Type="http://schemas.openxmlformats.org/officeDocument/2006/relationships/customXml" Target="../ink/ink1190.xml"/><Relationship Id="rId159" Type="http://schemas.openxmlformats.org/officeDocument/2006/relationships/image" Target="../media/image540.png"/><Relationship Id="rId170" Type="http://schemas.openxmlformats.org/officeDocument/2006/relationships/image" Target="../media/image545.png"/><Relationship Id="rId107" Type="http://schemas.openxmlformats.org/officeDocument/2006/relationships/image" Target="../media/image465.png"/><Relationship Id="rId11" Type="http://schemas.openxmlformats.org/officeDocument/2006/relationships/image" Target="../media/image419.png"/><Relationship Id="rId32" Type="http://schemas.openxmlformats.org/officeDocument/2006/relationships/customXml" Target="../ink/ink1137.xml"/><Relationship Id="rId53" Type="http://schemas.openxmlformats.org/officeDocument/2006/relationships/image" Target="../media/image439.png"/><Relationship Id="rId74" Type="http://schemas.openxmlformats.org/officeDocument/2006/relationships/customXml" Target="../ink/ink1158.xml"/><Relationship Id="rId128" Type="http://schemas.openxmlformats.org/officeDocument/2006/relationships/customXml" Target="../ink/ink1185.xml"/><Relationship Id="rId149" Type="http://schemas.openxmlformats.org/officeDocument/2006/relationships/image" Target="../media/image535.png"/><Relationship Id="rId5" Type="http://schemas.openxmlformats.org/officeDocument/2006/relationships/image" Target="../media/image416.png"/><Relationship Id="rId95" Type="http://schemas.openxmlformats.org/officeDocument/2006/relationships/image" Target="../media/image460.png"/><Relationship Id="rId160" Type="http://schemas.openxmlformats.org/officeDocument/2006/relationships/customXml" Target="../ink/ink1201.xml"/><Relationship Id="rId181" Type="http://schemas.openxmlformats.org/officeDocument/2006/relationships/customXml" Target="../ink/ink1212.xml"/><Relationship Id="rId22" Type="http://schemas.openxmlformats.org/officeDocument/2006/relationships/customXml" Target="../ink/ink1132.xml"/><Relationship Id="rId43" Type="http://schemas.openxmlformats.org/officeDocument/2006/relationships/image" Target="../media/image435.png"/><Relationship Id="rId64" Type="http://schemas.openxmlformats.org/officeDocument/2006/relationships/customXml" Target="../ink/ink1153.xml"/><Relationship Id="rId118" Type="http://schemas.openxmlformats.org/officeDocument/2006/relationships/customXml" Target="../ink/ink1180.xml"/><Relationship Id="rId139" Type="http://schemas.openxmlformats.org/officeDocument/2006/relationships/image" Target="../media/image531.png"/><Relationship Id="rId85" Type="http://schemas.openxmlformats.org/officeDocument/2006/relationships/image" Target="../media/image455.png"/><Relationship Id="rId150" Type="http://schemas.openxmlformats.org/officeDocument/2006/relationships/customXml" Target="../ink/ink1196.xml"/><Relationship Id="rId171" Type="http://schemas.openxmlformats.org/officeDocument/2006/relationships/customXml" Target="../ink/ink1207.xml"/><Relationship Id="rId12" Type="http://schemas.openxmlformats.org/officeDocument/2006/relationships/customXml" Target="../ink/ink1127.xml"/><Relationship Id="rId33" Type="http://schemas.openxmlformats.org/officeDocument/2006/relationships/image" Target="../media/image430.png"/><Relationship Id="rId108" Type="http://schemas.openxmlformats.org/officeDocument/2006/relationships/customXml" Target="../ink/ink1175.xml"/><Relationship Id="rId129" Type="http://schemas.openxmlformats.org/officeDocument/2006/relationships/image" Target="../media/image526.png"/><Relationship Id="rId54" Type="http://schemas.openxmlformats.org/officeDocument/2006/relationships/customXml" Target="../ink/ink1148.xml"/><Relationship Id="rId75" Type="http://schemas.openxmlformats.org/officeDocument/2006/relationships/image" Target="../media/image450.png"/><Relationship Id="rId96" Type="http://schemas.openxmlformats.org/officeDocument/2006/relationships/customXml" Target="../ink/ink1169.xml"/><Relationship Id="rId140" Type="http://schemas.openxmlformats.org/officeDocument/2006/relationships/customXml" Target="../ink/ink1191.xml"/><Relationship Id="rId161" Type="http://schemas.openxmlformats.org/officeDocument/2006/relationships/customXml" Target="../ink/ink1202.xml"/><Relationship Id="rId182" Type="http://schemas.openxmlformats.org/officeDocument/2006/relationships/image" Target="../media/image551.png"/><Relationship Id="rId6" Type="http://schemas.openxmlformats.org/officeDocument/2006/relationships/customXml" Target="../ink/ink1124.xml"/><Relationship Id="rId23" Type="http://schemas.openxmlformats.org/officeDocument/2006/relationships/image" Target="../media/image425.png"/><Relationship Id="rId119" Type="http://schemas.openxmlformats.org/officeDocument/2006/relationships/image" Target="../media/image521.png"/><Relationship Id="rId44" Type="http://schemas.openxmlformats.org/officeDocument/2006/relationships/customXml" Target="../ink/ink1143.xml"/><Relationship Id="rId60" Type="http://schemas.openxmlformats.org/officeDocument/2006/relationships/customXml" Target="../ink/ink1151.xml"/><Relationship Id="rId65" Type="http://schemas.openxmlformats.org/officeDocument/2006/relationships/image" Target="../media/image445.png"/><Relationship Id="rId81" Type="http://schemas.openxmlformats.org/officeDocument/2006/relationships/image" Target="../media/image453.png"/><Relationship Id="rId86" Type="http://schemas.openxmlformats.org/officeDocument/2006/relationships/customXml" Target="../ink/ink1164.xml"/><Relationship Id="rId130" Type="http://schemas.openxmlformats.org/officeDocument/2006/relationships/customXml" Target="../ink/ink1186.xml"/><Relationship Id="rId135" Type="http://schemas.openxmlformats.org/officeDocument/2006/relationships/image" Target="../media/image529.png"/><Relationship Id="rId151" Type="http://schemas.openxmlformats.org/officeDocument/2006/relationships/image" Target="../media/image536.png"/><Relationship Id="rId156" Type="http://schemas.openxmlformats.org/officeDocument/2006/relationships/customXml" Target="../ink/ink1199.xml"/><Relationship Id="rId177" Type="http://schemas.openxmlformats.org/officeDocument/2006/relationships/customXml" Target="../ink/ink1210.xml"/><Relationship Id="rId172" Type="http://schemas.openxmlformats.org/officeDocument/2006/relationships/image" Target="../media/image546.png"/><Relationship Id="rId13" Type="http://schemas.openxmlformats.org/officeDocument/2006/relationships/image" Target="../media/image420.png"/><Relationship Id="rId18" Type="http://schemas.openxmlformats.org/officeDocument/2006/relationships/customXml" Target="../ink/ink1130.xml"/><Relationship Id="rId39" Type="http://schemas.openxmlformats.org/officeDocument/2006/relationships/image" Target="../media/image433.png"/><Relationship Id="rId109" Type="http://schemas.openxmlformats.org/officeDocument/2006/relationships/image" Target="../media/image466.png"/><Relationship Id="rId34" Type="http://schemas.openxmlformats.org/officeDocument/2006/relationships/customXml" Target="../ink/ink1138.xml"/><Relationship Id="rId50" Type="http://schemas.openxmlformats.org/officeDocument/2006/relationships/customXml" Target="../ink/ink1146.xml"/><Relationship Id="rId55" Type="http://schemas.openxmlformats.org/officeDocument/2006/relationships/image" Target="../media/image440.png"/><Relationship Id="rId76" Type="http://schemas.openxmlformats.org/officeDocument/2006/relationships/customXml" Target="../ink/ink1159.xml"/><Relationship Id="rId97" Type="http://schemas.openxmlformats.org/officeDocument/2006/relationships/image" Target="../media/image461.png"/><Relationship Id="rId104" Type="http://schemas.openxmlformats.org/officeDocument/2006/relationships/customXml" Target="../ink/ink1173.xml"/><Relationship Id="rId120" Type="http://schemas.openxmlformats.org/officeDocument/2006/relationships/customXml" Target="../ink/ink1181.xml"/><Relationship Id="rId125" Type="http://schemas.openxmlformats.org/officeDocument/2006/relationships/image" Target="../media/image524.png"/><Relationship Id="rId141" Type="http://schemas.openxmlformats.org/officeDocument/2006/relationships/image" Target="../media/image71.png"/><Relationship Id="rId146" Type="http://schemas.openxmlformats.org/officeDocument/2006/relationships/customXml" Target="../ink/ink1194.xml"/><Relationship Id="rId167" Type="http://schemas.openxmlformats.org/officeDocument/2006/relationships/customXml" Target="../ink/ink1205.xml"/><Relationship Id="rId7" Type="http://schemas.openxmlformats.org/officeDocument/2006/relationships/image" Target="../media/image417.png"/><Relationship Id="rId71" Type="http://schemas.openxmlformats.org/officeDocument/2006/relationships/image" Target="../media/image448.png"/><Relationship Id="rId92" Type="http://schemas.openxmlformats.org/officeDocument/2006/relationships/customXml" Target="../ink/ink1167.xml"/><Relationship Id="rId162" Type="http://schemas.openxmlformats.org/officeDocument/2006/relationships/image" Target="../media/image541.png"/><Relationship Id="rId2" Type="http://schemas.openxmlformats.org/officeDocument/2006/relationships/customXml" Target="../ink/ink1122.xml"/><Relationship Id="rId29" Type="http://schemas.openxmlformats.org/officeDocument/2006/relationships/image" Target="../media/image428.png"/><Relationship Id="rId24" Type="http://schemas.openxmlformats.org/officeDocument/2006/relationships/customXml" Target="../ink/ink1133.xml"/><Relationship Id="rId40" Type="http://schemas.openxmlformats.org/officeDocument/2006/relationships/customXml" Target="../ink/ink1141.xml"/><Relationship Id="rId45" Type="http://schemas.openxmlformats.org/officeDocument/2006/relationships/image" Target="../media/image436.png"/><Relationship Id="rId66" Type="http://schemas.openxmlformats.org/officeDocument/2006/relationships/customXml" Target="../ink/ink1154.xml"/><Relationship Id="rId87" Type="http://schemas.openxmlformats.org/officeDocument/2006/relationships/image" Target="../media/image456.png"/><Relationship Id="rId110" Type="http://schemas.openxmlformats.org/officeDocument/2006/relationships/customXml" Target="../ink/ink1176.xml"/><Relationship Id="rId115" Type="http://schemas.openxmlformats.org/officeDocument/2006/relationships/image" Target="../media/image469.png"/><Relationship Id="rId131" Type="http://schemas.openxmlformats.org/officeDocument/2006/relationships/image" Target="../media/image527.png"/><Relationship Id="rId136" Type="http://schemas.openxmlformats.org/officeDocument/2006/relationships/customXml" Target="../ink/ink1189.xml"/><Relationship Id="rId157" Type="http://schemas.openxmlformats.org/officeDocument/2006/relationships/image" Target="../media/image539.png"/><Relationship Id="rId178" Type="http://schemas.openxmlformats.org/officeDocument/2006/relationships/image" Target="../media/image549.png"/><Relationship Id="rId61" Type="http://schemas.openxmlformats.org/officeDocument/2006/relationships/image" Target="../media/image443.png"/><Relationship Id="rId82" Type="http://schemas.openxmlformats.org/officeDocument/2006/relationships/customXml" Target="../ink/ink1162.xml"/><Relationship Id="rId152" Type="http://schemas.openxmlformats.org/officeDocument/2006/relationships/customXml" Target="../ink/ink1197.xml"/><Relationship Id="rId173" Type="http://schemas.openxmlformats.org/officeDocument/2006/relationships/customXml" Target="../ink/ink1208.xml"/><Relationship Id="rId19" Type="http://schemas.openxmlformats.org/officeDocument/2006/relationships/image" Target="../media/image423.png"/><Relationship Id="rId14" Type="http://schemas.openxmlformats.org/officeDocument/2006/relationships/customXml" Target="../ink/ink1128.xml"/><Relationship Id="rId30" Type="http://schemas.openxmlformats.org/officeDocument/2006/relationships/customXml" Target="../ink/ink1136.xml"/><Relationship Id="rId35" Type="http://schemas.openxmlformats.org/officeDocument/2006/relationships/image" Target="../media/image431.png"/><Relationship Id="rId56" Type="http://schemas.openxmlformats.org/officeDocument/2006/relationships/customXml" Target="../ink/ink1149.xml"/><Relationship Id="rId77" Type="http://schemas.openxmlformats.org/officeDocument/2006/relationships/image" Target="../media/image451.png"/><Relationship Id="rId100" Type="http://schemas.openxmlformats.org/officeDocument/2006/relationships/customXml" Target="../ink/ink1171.xml"/><Relationship Id="rId105" Type="http://schemas.openxmlformats.org/officeDocument/2006/relationships/image" Target="../media/image464.png"/><Relationship Id="rId126" Type="http://schemas.openxmlformats.org/officeDocument/2006/relationships/customXml" Target="../ink/ink1184.xml"/><Relationship Id="rId147" Type="http://schemas.openxmlformats.org/officeDocument/2006/relationships/image" Target="../media/image534.png"/><Relationship Id="rId168" Type="http://schemas.openxmlformats.org/officeDocument/2006/relationships/image" Target="../media/image544.png"/><Relationship Id="rId8" Type="http://schemas.openxmlformats.org/officeDocument/2006/relationships/customXml" Target="../ink/ink1125.xml"/><Relationship Id="rId51" Type="http://schemas.openxmlformats.org/officeDocument/2006/relationships/image" Target="../media/image438.png"/><Relationship Id="rId72" Type="http://schemas.openxmlformats.org/officeDocument/2006/relationships/customXml" Target="../ink/ink1157.xml"/><Relationship Id="rId93" Type="http://schemas.openxmlformats.org/officeDocument/2006/relationships/image" Target="../media/image459.png"/><Relationship Id="rId98" Type="http://schemas.openxmlformats.org/officeDocument/2006/relationships/customXml" Target="../ink/ink1170.xml"/><Relationship Id="rId121" Type="http://schemas.openxmlformats.org/officeDocument/2006/relationships/image" Target="../media/image522.png"/><Relationship Id="rId142" Type="http://schemas.openxmlformats.org/officeDocument/2006/relationships/customXml" Target="../ink/ink1192.xml"/><Relationship Id="rId163" Type="http://schemas.openxmlformats.org/officeDocument/2006/relationships/customXml" Target="../ink/ink1203.xml"/><Relationship Id="rId3" Type="http://schemas.openxmlformats.org/officeDocument/2006/relationships/image" Target="../media/image413.png"/><Relationship Id="rId25" Type="http://schemas.openxmlformats.org/officeDocument/2006/relationships/image" Target="../media/image426.png"/><Relationship Id="rId46" Type="http://schemas.openxmlformats.org/officeDocument/2006/relationships/customXml" Target="../ink/ink1144.xml"/><Relationship Id="rId67" Type="http://schemas.openxmlformats.org/officeDocument/2006/relationships/image" Target="../media/image446.png"/><Relationship Id="rId116" Type="http://schemas.openxmlformats.org/officeDocument/2006/relationships/customXml" Target="../ink/ink1179.xml"/><Relationship Id="rId137" Type="http://schemas.openxmlformats.org/officeDocument/2006/relationships/image" Target="../media/image530.png"/><Relationship Id="rId158" Type="http://schemas.openxmlformats.org/officeDocument/2006/relationships/customXml" Target="../ink/ink1200.xml"/><Relationship Id="rId20" Type="http://schemas.openxmlformats.org/officeDocument/2006/relationships/customXml" Target="../ink/ink1131.xml"/><Relationship Id="rId41" Type="http://schemas.openxmlformats.org/officeDocument/2006/relationships/image" Target="../media/image434.png"/><Relationship Id="rId62" Type="http://schemas.openxmlformats.org/officeDocument/2006/relationships/customXml" Target="../ink/ink1152.xml"/><Relationship Id="rId83" Type="http://schemas.openxmlformats.org/officeDocument/2006/relationships/image" Target="../media/image454.png"/><Relationship Id="rId88" Type="http://schemas.openxmlformats.org/officeDocument/2006/relationships/customXml" Target="../ink/ink1165.xml"/><Relationship Id="rId111" Type="http://schemas.openxmlformats.org/officeDocument/2006/relationships/image" Target="../media/image467.png"/><Relationship Id="rId132" Type="http://schemas.openxmlformats.org/officeDocument/2006/relationships/customXml" Target="../ink/ink1187.xml"/><Relationship Id="rId153" Type="http://schemas.openxmlformats.org/officeDocument/2006/relationships/image" Target="../media/image537.png"/><Relationship Id="rId174" Type="http://schemas.openxmlformats.org/officeDocument/2006/relationships/image" Target="../media/image547.png"/><Relationship Id="rId179" Type="http://schemas.openxmlformats.org/officeDocument/2006/relationships/customXml" Target="../ink/ink1211.xml"/><Relationship Id="rId15" Type="http://schemas.openxmlformats.org/officeDocument/2006/relationships/image" Target="../media/image421.png"/><Relationship Id="rId36" Type="http://schemas.openxmlformats.org/officeDocument/2006/relationships/customXml" Target="../ink/ink1139.xml"/><Relationship Id="rId57" Type="http://schemas.openxmlformats.org/officeDocument/2006/relationships/image" Target="../media/image441.png"/><Relationship Id="rId106" Type="http://schemas.openxmlformats.org/officeDocument/2006/relationships/customXml" Target="../ink/ink1174.xml"/><Relationship Id="rId127" Type="http://schemas.openxmlformats.org/officeDocument/2006/relationships/image" Target="../media/image525.png"/><Relationship Id="rId10" Type="http://schemas.openxmlformats.org/officeDocument/2006/relationships/customXml" Target="../ink/ink1126.xml"/><Relationship Id="rId31" Type="http://schemas.openxmlformats.org/officeDocument/2006/relationships/image" Target="../media/image429.png"/><Relationship Id="rId52" Type="http://schemas.openxmlformats.org/officeDocument/2006/relationships/customXml" Target="../ink/ink1147.xml"/><Relationship Id="rId73" Type="http://schemas.openxmlformats.org/officeDocument/2006/relationships/image" Target="../media/image449.png"/><Relationship Id="rId78" Type="http://schemas.openxmlformats.org/officeDocument/2006/relationships/customXml" Target="../ink/ink1160.xml"/><Relationship Id="rId94" Type="http://schemas.openxmlformats.org/officeDocument/2006/relationships/customXml" Target="../ink/ink1168.xml"/><Relationship Id="rId99" Type="http://schemas.openxmlformats.org/officeDocument/2006/relationships/image" Target="../media/image462.png"/><Relationship Id="rId101" Type="http://schemas.openxmlformats.org/officeDocument/2006/relationships/image" Target="../media/image463.png"/><Relationship Id="rId122" Type="http://schemas.openxmlformats.org/officeDocument/2006/relationships/customXml" Target="../ink/ink1182.xml"/><Relationship Id="rId143" Type="http://schemas.openxmlformats.org/officeDocument/2006/relationships/image" Target="../media/image532.png"/><Relationship Id="rId148" Type="http://schemas.openxmlformats.org/officeDocument/2006/relationships/customXml" Target="../ink/ink1195.xml"/><Relationship Id="rId164" Type="http://schemas.openxmlformats.org/officeDocument/2006/relationships/image" Target="../media/image542.png"/><Relationship Id="rId169" Type="http://schemas.openxmlformats.org/officeDocument/2006/relationships/customXml" Target="../ink/ink1206.xml"/><Relationship Id="rId4" Type="http://schemas.openxmlformats.org/officeDocument/2006/relationships/customXml" Target="../ink/ink1123.xml"/><Relationship Id="rId9" Type="http://schemas.openxmlformats.org/officeDocument/2006/relationships/image" Target="../media/image418.png"/><Relationship Id="rId180" Type="http://schemas.openxmlformats.org/officeDocument/2006/relationships/image" Target="../media/image550.png"/><Relationship Id="rId26" Type="http://schemas.openxmlformats.org/officeDocument/2006/relationships/customXml" Target="../ink/ink1134.xml"/><Relationship Id="rId47" Type="http://schemas.openxmlformats.org/officeDocument/2006/relationships/image" Target="../media/image239.png"/><Relationship Id="rId68" Type="http://schemas.openxmlformats.org/officeDocument/2006/relationships/customXml" Target="../ink/ink1155.xml"/><Relationship Id="rId89" Type="http://schemas.openxmlformats.org/officeDocument/2006/relationships/image" Target="../media/image457.png"/><Relationship Id="rId112" Type="http://schemas.openxmlformats.org/officeDocument/2006/relationships/customXml" Target="../ink/ink1177.xml"/><Relationship Id="rId133" Type="http://schemas.openxmlformats.org/officeDocument/2006/relationships/image" Target="../media/image528.png"/><Relationship Id="rId154" Type="http://schemas.openxmlformats.org/officeDocument/2006/relationships/customXml" Target="../ink/ink1198.xml"/><Relationship Id="rId175" Type="http://schemas.openxmlformats.org/officeDocument/2006/relationships/customXml" Target="../ink/ink1209.xml"/><Relationship Id="rId16" Type="http://schemas.openxmlformats.org/officeDocument/2006/relationships/customXml" Target="../ink/ink1129.xml"/><Relationship Id="rId37" Type="http://schemas.openxmlformats.org/officeDocument/2006/relationships/image" Target="../media/image432.png"/><Relationship Id="rId58" Type="http://schemas.openxmlformats.org/officeDocument/2006/relationships/customXml" Target="../ink/ink1150.xml"/><Relationship Id="rId79" Type="http://schemas.openxmlformats.org/officeDocument/2006/relationships/image" Target="../media/image452.png"/><Relationship Id="rId102" Type="http://schemas.openxmlformats.org/officeDocument/2006/relationships/customXml" Target="../ink/ink1172.xml"/><Relationship Id="rId123" Type="http://schemas.openxmlformats.org/officeDocument/2006/relationships/image" Target="../media/image523.png"/><Relationship Id="rId144" Type="http://schemas.openxmlformats.org/officeDocument/2006/relationships/customXml" Target="../ink/ink1193.xml"/><Relationship Id="rId90" Type="http://schemas.openxmlformats.org/officeDocument/2006/relationships/customXml" Target="../ink/ink1166.xml"/><Relationship Id="rId165" Type="http://schemas.openxmlformats.org/officeDocument/2006/relationships/customXml" Target="../ink/ink1204.xml"/><Relationship Id="rId27" Type="http://schemas.openxmlformats.org/officeDocument/2006/relationships/image" Target="../media/image427.png"/><Relationship Id="rId48" Type="http://schemas.openxmlformats.org/officeDocument/2006/relationships/customXml" Target="../ink/ink1145.xml"/><Relationship Id="rId69" Type="http://schemas.openxmlformats.org/officeDocument/2006/relationships/image" Target="../media/image447.png"/><Relationship Id="rId113" Type="http://schemas.openxmlformats.org/officeDocument/2006/relationships/image" Target="../media/image468.png"/><Relationship Id="rId134" Type="http://schemas.openxmlformats.org/officeDocument/2006/relationships/customXml" Target="../ink/ink1188.xml"/><Relationship Id="rId80" Type="http://schemas.openxmlformats.org/officeDocument/2006/relationships/customXml" Target="../ink/ink1161.xml"/><Relationship Id="rId155" Type="http://schemas.openxmlformats.org/officeDocument/2006/relationships/image" Target="../media/image538.png"/><Relationship Id="rId176" Type="http://schemas.openxmlformats.org/officeDocument/2006/relationships/image" Target="../media/image548.png"/><Relationship Id="rId17" Type="http://schemas.openxmlformats.org/officeDocument/2006/relationships/image" Target="../media/image422.png"/><Relationship Id="rId38" Type="http://schemas.openxmlformats.org/officeDocument/2006/relationships/customXml" Target="../ink/ink1140.xml"/><Relationship Id="rId59" Type="http://schemas.openxmlformats.org/officeDocument/2006/relationships/image" Target="../media/image442.png"/><Relationship Id="rId103" Type="http://schemas.openxmlformats.org/officeDocument/2006/relationships/image" Target="../media/image166.png"/><Relationship Id="rId124" Type="http://schemas.openxmlformats.org/officeDocument/2006/relationships/customXml" Target="../ink/ink1183.xml"/><Relationship Id="rId70" Type="http://schemas.openxmlformats.org/officeDocument/2006/relationships/customXml" Target="../ink/ink1156.xml"/><Relationship Id="rId91" Type="http://schemas.openxmlformats.org/officeDocument/2006/relationships/image" Target="../media/image458.png"/><Relationship Id="rId145" Type="http://schemas.openxmlformats.org/officeDocument/2006/relationships/image" Target="../media/image533.png"/><Relationship Id="rId166" Type="http://schemas.openxmlformats.org/officeDocument/2006/relationships/image" Target="../media/image543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135.xml"/><Relationship Id="rId49" Type="http://schemas.openxmlformats.org/officeDocument/2006/relationships/image" Target="../media/image437.png"/><Relationship Id="rId114" Type="http://schemas.openxmlformats.org/officeDocument/2006/relationships/customXml" Target="../ink/ink1178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1.png"/><Relationship Id="rId21" Type="http://schemas.openxmlformats.org/officeDocument/2006/relationships/image" Target="../media/image424.png"/><Relationship Id="rId42" Type="http://schemas.openxmlformats.org/officeDocument/2006/relationships/customXml" Target="../ink/ink1233.xml"/><Relationship Id="rId63" Type="http://schemas.openxmlformats.org/officeDocument/2006/relationships/image" Target="../media/image444.png"/><Relationship Id="rId84" Type="http://schemas.openxmlformats.org/officeDocument/2006/relationships/customXml" Target="../ink/ink1254.xml"/><Relationship Id="rId138" Type="http://schemas.openxmlformats.org/officeDocument/2006/relationships/customXml" Target="../ink/ink1281.xml"/><Relationship Id="rId159" Type="http://schemas.openxmlformats.org/officeDocument/2006/relationships/image" Target="../media/image557.png"/><Relationship Id="rId170" Type="http://schemas.openxmlformats.org/officeDocument/2006/relationships/customXml" Target="../ink/ink1297.xml"/><Relationship Id="rId191" Type="http://schemas.openxmlformats.org/officeDocument/2006/relationships/image" Target="../media/image572.png"/><Relationship Id="rId205" Type="http://schemas.openxmlformats.org/officeDocument/2006/relationships/image" Target="../media/image579.png"/><Relationship Id="rId107" Type="http://schemas.openxmlformats.org/officeDocument/2006/relationships/image" Target="../media/image466.png"/><Relationship Id="rId11" Type="http://schemas.openxmlformats.org/officeDocument/2006/relationships/image" Target="../media/image419.png"/><Relationship Id="rId32" Type="http://schemas.openxmlformats.org/officeDocument/2006/relationships/customXml" Target="../ink/ink1228.xml"/><Relationship Id="rId53" Type="http://schemas.openxmlformats.org/officeDocument/2006/relationships/image" Target="../media/image439.png"/><Relationship Id="rId74" Type="http://schemas.openxmlformats.org/officeDocument/2006/relationships/customXml" Target="../ink/ink1249.xml"/><Relationship Id="rId128" Type="http://schemas.openxmlformats.org/officeDocument/2006/relationships/customXml" Target="../ink/ink1276.xml"/><Relationship Id="rId149" Type="http://schemas.openxmlformats.org/officeDocument/2006/relationships/image" Target="../media/image552.png"/><Relationship Id="rId5" Type="http://schemas.openxmlformats.org/officeDocument/2006/relationships/image" Target="../media/image416.png"/><Relationship Id="rId95" Type="http://schemas.openxmlformats.org/officeDocument/2006/relationships/image" Target="../media/image461.png"/><Relationship Id="rId160" Type="http://schemas.openxmlformats.org/officeDocument/2006/relationships/customXml" Target="../ink/ink1292.xml"/><Relationship Id="rId181" Type="http://schemas.openxmlformats.org/officeDocument/2006/relationships/image" Target="../media/image567.png"/><Relationship Id="rId22" Type="http://schemas.openxmlformats.org/officeDocument/2006/relationships/customXml" Target="../ink/ink1223.xml"/><Relationship Id="rId43" Type="http://schemas.openxmlformats.org/officeDocument/2006/relationships/image" Target="../media/image435.png"/><Relationship Id="rId64" Type="http://schemas.openxmlformats.org/officeDocument/2006/relationships/customXml" Target="../ink/ink1244.xml"/><Relationship Id="rId118" Type="http://schemas.openxmlformats.org/officeDocument/2006/relationships/customXml" Target="../ink/ink1271.xml"/><Relationship Id="rId139" Type="http://schemas.openxmlformats.org/officeDocument/2006/relationships/image" Target="../media/image71.png"/><Relationship Id="rId85" Type="http://schemas.openxmlformats.org/officeDocument/2006/relationships/image" Target="../media/image456.png"/><Relationship Id="rId150" Type="http://schemas.openxmlformats.org/officeDocument/2006/relationships/customXml" Target="../ink/ink1287.xml"/><Relationship Id="rId171" Type="http://schemas.openxmlformats.org/officeDocument/2006/relationships/image" Target="../media/image127.png"/><Relationship Id="rId192" Type="http://schemas.openxmlformats.org/officeDocument/2006/relationships/customXml" Target="../ink/ink1308.xml"/><Relationship Id="rId206" Type="http://schemas.openxmlformats.org/officeDocument/2006/relationships/customXml" Target="../ink/ink1315.xml"/><Relationship Id="rId12" Type="http://schemas.openxmlformats.org/officeDocument/2006/relationships/customXml" Target="../ink/ink1218.xml"/><Relationship Id="rId33" Type="http://schemas.openxmlformats.org/officeDocument/2006/relationships/image" Target="../media/image430.png"/><Relationship Id="rId108" Type="http://schemas.openxmlformats.org/officeDocument/2006/relationships/customXml" Target="../ink/ink1266.xml"/><Relationship Id="rId129" Type="http://schemas.openxmlformats.org/officeDocument/2006/relationships/image" Target="../media/image527.png"/><Relationship Id="rId54" Type="http://schemas.openxmlformats.org/officeDocument/2006/relationships/customXml" Target="../ink/ink1239.xml"/><Relationship Id="rId75" Type="http://schemas.openxmlformats.org/officeDocument/2006/relationships/image" Target="../media/image450.png"/><Relationship Id="rId96" Type="http://schemas.openxmlformats.org/officeDocument/2006/relationships/customXml" Target="../ink/ink1260.xml"/><Relationship Id="rId140" Type="http://schemas.openxmlformats.org/officeDocument/2006/relationships/customXml" Target="../ink/ink1282.xml"/><Relationship Id="rId161" Type="http://schemas.openxmlformats.org/officeDocument/2006/relationships/image" Target="../media/image558.png"/><Relationship Id="rId182" Type="http://schemas.openxmlformats.org/officeDocument/2006/relationships/customXml" Target="../ink/ink1303.xml"/><Relationship Id="rId6" Type="http://schemas.openxmlformats.org/officeDocument/2006/relationships/customXml" Target="../ink/ink1215.xml"/><Relationship Id="rId23" Type="http://schemas.openxmlformats.org/officeDocument/2006/relationships/image" Target="../media/image425.png"/><Relationship Id="rId119" Type="http://schemas.openxmlformats.org/officeDocument/2006/relationships/image" Target="../media/image522.png"/><Relationship Id="rId44" Type="http://schemas.openxmlformats.org/officeDocument/2006/relationships/customXml" Target="../ink/ink1234.xml"/><Relationship Id="rId65" Type="http://schemas.openxmlformats.org/officeDocument/2006/relationships/image" Target="../media/image445.png"/><Relationship Id="rId86" Type="http://schemas.openxmlformats.org/officeDocument/2006/relationships/customXml" Target="../ink/ink1255.xml"/><Relationship Id="rId130" Type="http://schemas.openxmlformats.org/officeDocument/2006/relationships/customXml" Target="../ink/ink1277.xml"/><Relationship Id="rId151" Type="http://schemas.openxmlformats.org/officeDocument/2006/relationships/image" Target="../media/image553.png"/><Relationship Id="rId172" Type="http://schemas.openxmlformats.org/officeDocument/2006/relationships/customXml" Target="../ink/ink1298.xml"/><Relationship Id="rId193" Type="http://schemas.openxmlformats.org/officeDocument/2006/relationships/image" Target="../media/image573.png"/><Relationship Id="rId207" Type="http://schemas.openxmlformats.org/officeDocument/2006/relationships/image" Target="../media/image580.png"/><Relationship Id="rId13" Type="http://schemas.openxmlformats.org/officeDocument/2006/relationships/image" Target="../media/image420.png"/><Relationship Id="rId109" Type="http://schemas.openxmlformats.org/officeDocument/2006/relationships/image" Target="../media/image467.png"/><Relationship Id="rId34" Type="http://schemas.openxmlformats.org/officeDocument/2006/relationships/customXml" Target="../ink/ink1229.xml"/><Relationship Id="rId55" Type="http://schemas.openxmlformats.org/officeDocument/2006/relationships/image" Target="../media/image440.png"/><Relationship Id="rId76" Type="http://schemas.openxmlformats.org/officeDocument/2006/relationships/customXml" Target="../ink/ink1250.xml"/><Relationship Id="rId97" Type="http://schemas.openxmlformats.org/officeDocument/2006/relationships/image" Target="../media/image462.png"/><Relationship Id="rId120" Type="http://schemas.openxmlformats.org/officeDocument/2006/relationships/customXml" Target="../ink/ink1272.xml"/><Relationship Id="rId141" Type="http://schemas.openxmlformats.org/officeDocument/2006/relationships/image" Target="../media/image532.png"/><Relationship Id="rId7" Type="http://schemas.openxmlformats.org/officeDocument/2006/relationships/image" Target="../media/image417.png"/><Relationship Id="rId162" Type="http://schemas.openxmlformats.org/officeDocument/2006/relationships/customXml" Target="../ink/ink1293.xml"/><Relationship Id="rId183" Type="http://schemas.openxmlformats.org/officeDocument/2006/relationships/image" Target="../media/image568.png"/><Relationship Id="rId24" Type="http://schemas.openxmlformats.org/officeDocument/2006/relationships/customXml" Target="../ink/ink1224.xml"/><Relationship Id="rId45" Type="http://schemas.openxmlformats.org/officeDocument/2006/relationships/image" Target="../media/image436.png"/><Relationship Id="rId66" Type="http://schemas.openxmlformats.org/officeDocument/2006/relationships/customXml" Target="../ink/ink1245.xml"/><Relationship Id="rId87" Type="http://schemas.openxmlformats.org/officeDocument/2006/relationships/image" Target="../media/image457.png"/><Relationship Id="rId110" Type="http://schemas.openxmlformats.org/officeDocument/2006/relationships/customXml" Target="../ink/ink1267.xml"/><Relationship Id="rId131" Type="http://schemas.openxmlformats.org/officeDocument/2006/relationships/image" Target="../media/image528.png"/><Relationship Id="rId61" Type="http://schemas.openxmlformats.org/officeDocument/2006/relationships/image" Target="../media/image443.png"/><Relationship Id="rId82" Type="http://schemas.openxmlformats.org/officeDocument/2006/relationships/customXml" Target="../ink/ink1253.xml"/><Relationship Id="rId152" Type="http://schemas.openxmlformats.org/officeDocument/2006/relationships/customXml" Target="../ink/ink1288.xml"/><Relationship Id="rId173" Type="http://schemas.openxmlformats.org/officeDocument/2006/relationships/image" Target="../media/image563.png"/><Relationship Id="rId194" Type="http://schemas.openxmlformats.org/officeDocument/2006/relationships/customXml" Target="../ink/ink1309.xml"/><Relationship Id="rId199" Type="http://schemas.openxmlformats.org/officeDocument/2006/relationships/image" Target="../media/image576.png"/><Relationship Id="rId203" Type="http://schemas.openxmlformats.org/officeDocument/2006/relationships/image" Target="../media/image578.png"/><Relationship Id="rId208" Type="http://schemas.openxmlformats.org/officeDocument/2006/relationships/customXml" Target="../ink/ink1316.xml"/><Relationship Id="rId19" Type="http://schemas.openxmlformats.org/officeDocument/2006/relationships/image" Target="../media/image423.png"/><Relationship Id="rId14" Type="http://schemas.openxmlformats.org/officeDocument/2006/relationships/customXml" Target="../ink/ink1219.xml"/><Relationship Id="rId30" Type="http://schemas.openxmlformats.org/officeDocument/2006/relationships/customXml" Target="../ink/ink1227.xml"/><Relationship Id="rId35" Type="http://schemas.openxmlformats.org/officeDocument/2006/relationships/image" Target="../media/image431.png"/><Relationship Id="rId56" Type="http://schemas.openxmlformats.org/officeDocument/2006/relationships/customXml" Target="../ink/ink1240.xml"/><Relationship Id="rId77" Type="http://schemas.openxmlformats.org/officeDocument/2006/relationships/image" Target="../media/image451.png"/><Relationship Id="rId100" Type="http://schemas.openxmlformats.org/officeDocument/2006/relationships/customXml" Target="../ink/ink1262.xml"/><Relationship Id="rId105" Type="http://schemas.openxmlformats.org/officeDocument/2006/relationships/image" Target="../media/image465.png"/><Relationship Id="rId126" Type="http://schemas.openxmlformats.org/officeDocument/2006/relationships/customXml" Target="../ink/ink1275.xml"/><Relationship Id="rId147" Type="http://schemas.openxmlformats.org/officeDocument/2006/relationships/image" Target="../media/image535.png"/><Relationship Id="rId168" Type="http://schemas.openxmlformats.org/officeDocument/2006/relationships/customXml" Target="../ink/ink1296.xml"/><Relationship Id="rId8" Type="http://schemas.openxmlformats.org/officeDocument/2006/relationships/customXml" Target="../ink/ink1216.xml"/><Relationship Id="rId51" Type="http://schemas.openxmlformats.org/officeDocument/2006/relationships/image" Target="../media/image438.png"/><Relationship Id="rId72" Type="http://schemas.openxmlformats.org/officeDocument/2006/relationships/customXml" Target="../ink/ink1248.xml"/><Relationship Id="rId93" Type="http://schemas.openxmlformats.org/officeDocument/2006/relationships/image" Target="../media/image460.png"/><Relationship Id="rId98" Type="http://schemas.openxmlformats.org/officeDocument/2006/relationships/customXml" Target="../ink/ink1261.xml"/><Relationship Id="rId121" Type="http://schemas.openxmlformats.org/officeDocument/2006/relationships/image" Target="../media/image523.png"/><Relationship Id="rId142" Type="http://schemas.openxmlformats.org/officeDocument/2006/relationships/customXml" Target="../ink/ink1283.xml"/><Relationship Id="rId163" Type="http://schemas.openxmlformats.org/officeDocument/2006/relationships/image" Target="../media/image559.png"/><Relationship Id="rId184" Type="http://schemas.openxmlformats.org/officeDocument/2006/relationships/customXml" Target="../ink/ink1304.xml"/><Relationship Id="rId189" Type="http://schemas.openxmlformats.org/officeDocument/2006/relationships/image" Target="../media/image571.png"/><Relationship Id="rId3" Type="http://schemas.openxmlformats.org/officeDocument/2006/relationships/image" Target="../media/image413.png"/><Relationship Id="rId25" Type="http://schemas.openxmlformats.org/officeDocument/2006/relationships/image" Target="../media/image426.png"/><Relationship Id="rId46" Type="http://schemas.openxmlformats.org/officeDocument/2006/relationships/customXml" Target="../ink/ink1235.xml"/><Relationship Id="rId67" Type="http://schemas.openxmlformats.org/officeDocument/2006/relationships/image" Target="../media/image446.png"/><Relationship Id="rId116" Type="http://schemas.openxmlformats.org/officeDocument/2006/relationships/customXml" Target="../ink/ink1270.xml"/><Relationship Id="rId137" Type="http://schemas.openxmlformats.org/officeDocument/2006/relationships/image" Target="../media/image531.png"/><Relationship Id="rId158" Type="http://schemas.openxmlformats.org/officeDocument/2006/relationships/customXml" Target="../ink/ink1291.xml"/><Relationship Id="rId20" Type="http://schemas.openxmlformats.org/officeDocument/2006/relationships/customXml" Target="../ink/ink1222.xml"/><Relationship Id="rId41" Type="http://schemas.openxmlformats.org/officeDocument/2006/relationships/image" Target="../media/image434.png"/><Relationship Id="rId62" Type="http://schemas.openxmlformats.org/officeDocument/2006/relationships/customXml" Target="../ink/ink1243.xml"/><Relationship Id="rId83" Type="http://schemas.openxmlformats.org/officeDocument/2006/relationships/image" Target="../media/image455.png"/><Relationship Id="rId88" Type="http://schemas.openxmlformats.org/officeDocument/2006/relationships/customXml" Target="../ink/ink1256.xml"/><Relationship Id="rId111" Type="http://schemas.openxmlformats.org/officeDocument/2006/relationships/image" Target="../media/image468.png"/><Relationship Id="rId132" Type="http://schemas.openxmlformats.org/officeDocument/2006/relationships/customXml" Target="../ink/ink1278.xml"/><Relationship Id="rId153" Type="http://schemas.openxmlformats.org/officeDocument/2006/relationships/image" Target="../media/image554.png"/><Relationship Id="rId174" Type="http://schemas.openxmlformats.org/officeDocument/2006/relationships/customXml" Target="../ink/ink1299.xml"/><Relationship Id="rId179" Type="http://schemas.openxmlformats.org/officeDocument/2006/relationships/image" Target="../media/image566.png"/><Relationship Id="rId195" Type="http://schemas.openxmlformats.org/officeDocument/2006/relationships/image" Target="../media/image574.png"/><Relationship Id="rId209" Type="http://schemas.openxmlformats.org/officeDocument/2006/relationships/image" Target="../media/image581.png"/><Relationship Id="rId190" Type="http://schemas.openxmlformats.org/officeDocument/2006/relationships/customXml" Target="../ink/ink1307.xml"/><Relationship Id="rId204" Type="http://schemas.openxmlformats.org/officeDocument/2006/relationships/customXml" Target="../ink/ink1314.xml"/><Relationship Id="rId15" Type="http://schemas.openxmlformats.org/officeDocument/2006/relationships/image" Target="../media/image421.png"/><Relationship Id="rId36" Type="http://schemas.openxmlformats.org/officeDocument/2006/relationships/customXml" Target="../ink/ink1230.xml"/><Relationship Id="rId57" Type="http://schemas.openxmlformats.org/officeDocument/2006/relationships/image" Target="../media/image441.png"/><Relationship Id="rId106" Type="http://schemas.openxmlformats.org/officeDocument/2006/relationships/customXml" Target="../ink/ink1265.xml"/><Relationship Id="rId127" Type="http://schemas.openxmlformats.org/officeDocument/2006/relationships/image" Target="../media/image526.png"/><Relationship Id="rId10" Type="http://schemas.openxmlformats.org/officeDocument/2006/relationships/customXml" Target="../ink/ink1217.xml"/><Relationship Id="rId31" Type="http://schemas.openxmlformats.org/officeDocument/2006/relationships/image" Target="../media/image429.png"/><Relationship Id="rId52" Type="http://schemas.openxmlformats.org/officeDocument/2006/relationships/customXml" Target="../ink/ink1238.xml"/><Relationship Id="rId73" Type="http://schemas.openxmlformats.org/officeDocument/2006/relationships/image" Target="../media/image449.png"/><Relationship Id="rId78" Type="http://schemas.openxmlformats.org/officeDocument/2006/relationships/customXml" Target="../ink/ink1251.xml"/><Relationship Id="rId94" Type="http://schemas.openxmlformats.org/officeDocument/2006/relationships/customXml" Target="../ink/ink1259.xml"/><Relationship Id="rId99" Type="http://schemas.openxmlformats.org/officeDocument/2006/relationships/image" Target="../media/image463.png"/><Relationship Id="rId101" Type="http://schemas.openxmlformats.org/officeDocument/2006/relationships/image" Target="../media/image166.png"/><Relationship Id="rId122" Type="http://schemas.openxmlformats.org/officeDocument/2006/relationships/customXml" Target="../ink/ink1273.xml"/><Relationship Id="rId143" Type="http://schemas.openxmlformats.org/officeDocument/2006/relationships/image" Target="../media/image533.png"/><Relationship Id="rId148" Type="http://schemas.openxmlformats.org/officeDocument/2006/relationships/customXml" Target="../ink/ink1286.xml"/><Relationship Id="rId164" Type="http://schemas.openxmlformats.org/officeDocument/2006/relationships/customXml" Target="../ink/ink1294.xml"/><Relationship Id="rId169" Type="http://schemas.openxmlformats.org/officeDocument/2006/relationships/image" Target="../media/image562.png"/><Relationship Id="rId185" Type="http://schemas.openxmlformats.org/officeDocument/2006/relationships/image" Target="../media/image569.png"/><Relationship Id="rId4" Type="http://schemas.openxmlformats.org/officeDocument/2006/relationships/customXml" Target="../ink/ink1214.xml"/><Relationship Id="rId9" Type="http://schemas.openxmlformats.org/officeDocument/2006/relationships/image" Target="../media/image418.png"/><Relationship Id="rId180" Type="http://schemas.openxmlformats.org/officeDocument/2006/relationships/customXml" Target="../ink/ink1302.xml"/><Relationship Id="rId210" Type="http://schemas.openxmlformats.org/officeDocument/2006/relationships/customXml" Target="../ink/ink1317.xml"/><Relationship Id="rId26" Type="http://schemas.openxmlformats.org/officeDocument/2006/relationships/customXml" Target="../ink/ink1225.xml"/><Relationship Id="rId47" Type="http://schemas.openxmlformats.org/officeDocument/2006/relationships/image" Target="../media/image239.png"/><Relationship Id="rId68" Type="http://schemas.openxmlformats.org/officeDocument/2006/relationships/customXml" Target="../ink/ink1246.xml"/><Relationship Id="rId89" Type="http://schemas.openxmlformats.org/officeDocument/2006/relationships/image" Target="../media/image458.png"/><Relationship Id="rId112" Type="http://schemas.openxmlformats.org/officeDocument/2006/relationships/customXml" Target="../ink/ink1268.xml"/><Relationship Id="rId133" Type="http://schemas.openxmlformats.org/officeDocument/2006/relationships/image" Target="../media/image529.png"/><Relationship Id="rId154" Type="http://schemas.openxmlformats.org/officeDocument/2006/relationships/customXml" Target="../ink/ink1289.xml"/><Relationship Id="rId175" Type="http://schemas.openxmlformats.org/officeDocument/2006/relationships/image" Target="../media/image564.png"/><Relationship Id="rId196" Type="http://schemas.openxmlformats.org/officeDocument/2006/relationships/customXml" Target="../ink/ink1310.xml"/><Relationship Id="rId200" Type="http://schemas.openxmlformats.org/officeDocument/2006/relationships/customXml" Target="../ink/ink1312.xml"/><Relationship Id="rId16" Type="http://schemas.openxmlformats.org/officeDocument/2006/relationships/customXml" Target="../ink/ink1220.xml"/><Relationship Id="rId37" Type="http://schemas.openxmlformats.org/officeDocument/2006/relationships/image" Target="../media/image432.png"/><Relationship Id="rId58" Type="http://schemas.openxmlformats.org/officeDocument/2006/relationships/customXml" Target="../ink/ink1241.xml"/><Relationship Id="rId79" Type="http://schemas.openxmlformats.org/officeDocument/2006/relationships/image" Target="../media/image453.png"/><Relationship Id="rId102" Type="http://schemas.openxmlformats.org/officeDocument/2006/relationships/customXml" Target="../ink/ink1263.xml"/><Relationship Id="rId123" Type="http://schemas.openxmlformats.org/officeDocument/2006/relationships/image" Target="../media/image524.png"/><Relationship Id="rId144" Type="http://schemas.openxmlformats.org/officeDocument/2006/relationships/customXml" Target="../ink/ink1284.xml"/><Relationship Id="rId90" Type="http://schemas.openxmlformats.org/officeDocument/2006/relationships/customXml" Target="../ink/ink1257.xml"/><Relationship Id="rId165" Type="http://schemas.openxmlformats.org/officeDocument/2006/relationships/image" Target="../media/image560.png"/><Relationship Id="rId186" Type="http://schemas.openxmlformats.org/officeDocument/2006/relationships/customXml" Target="../ink/ink1305.xml"/><Relationship Id="rId211" Type="http://schemas.openxmlformats.org/officeDocument/2006/relationships/image" Target="../media/image582.png"/><Relationship Id="rId27" Type="http://schemas.openxmlformats.org/officeDocument/2006/relationships/image" Target="../media/image427.png"/><Relationship Id="rId48" Type="http://schemas.openxmlformats.org/officeDocument/2006/relationships/customXml" Target="../ink/ink1236.xml"/><Relationship Id="rId69" Type="http://schemas.openxmlformats.org/officeDocument/2006/relationships/image" Target="../media/image447.png"/><Relationship Id="rId113" Type="http://schemas.openxmlformats.org/officeDocument/2006/relationships/image" Target="../media/image469.png"/><Relationship Id="rId134" Type="http://schemas.openxmlformats.org/officeDocument/2006/relationships/customXml" Target="../ink/ink1279.xml"/><Relationship Id="rId80" Type="http://schemas.openxmlformats.org/officeDocument/2006/relationships/customXml" Target="../ink/ink1252.xml"/><Relationship Id="rId155" Type="http://schemas.openxmlformats.org/officeDocument/2006/relationships/image" Target="../media/image555.png"/><Relationship Id="rId176" Type="http://schemas.openxmlformats.org/officeDocument/2006/relationships/customXml" Target="../ink/ink1300.xml"/><Relationship Id="rId197" Type="http://schemas.openxmlformats.org/officeDocument/2006/relationships/image" Target="../media/image575.png"/><Relationship Id="rId201" Type="http://schemas.openxmlformats.org/officeDocument/2006/relationships/image" Target="../media/image577.png"/><Relationship Id="rId17" Type="http://schemas.openxmlformats.org/officeDocument/2006/relationships/image" Target="../media/image422.png"/><Relationship Id="rId38" Type="http://schemas.openxmlformats.org/officeDocument/2006/relationships/customXml" Target="../ink/ink1231.xml"/><Relationship Id="rId59" Type="http://schemas.openxmlformats.org/officeDocument/2006/relationships/image" Target="../media/image442.png"/><Relationship Id="rId103" Type="http://schemas.openxmlformats.org/officeDocument/2006/relationships/image" Target="../media/image464.png"/><Relationship Id="rId124" Type="http://schemas.openxmlformats.org/officeDocument/2006/relationships/customXml" Target="../ink/ink1274.xml"/><Relationship Id="rId70" Type="http://schemas.openxmlformats.org/officeDocument/2006/relationships/customXml" Target="../ink/ink1247.xml"/><Relationship Id="rId91" Type="http://schemas.openxmlformats.org/officeDocument/2006/relationships/image" Target="../media/image459.png"/><Relationship Id="rId145" Type="http://schemas.openxmlformats.org/officeDocument/2006/relationships/image" Target="../media/image534.png"/><Relationship Id="rId166" Type="http://schemas.openxmlformats.org/officeDocument/2006/relationships/customXml" Target="../ink/ink1295.xml"/><Relationship Id="rId187" Type="http://schemas.openxmlformats.org/officeDocument/2006/relationships/image" Target="../media/image570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226.xml"/><Relationship Id="rId49" Type="http://schemas.openxmlformats.org/officeDocument/2006/relationships/image" Target="../media/image437.png"/><Relationship Id="rId114" Type="http://schemas.openxmlformats.org/officeDocument/2006/relationships/customXml" Target="../ink/ink1269.xml"/><Relationship Id="rId60" Type="http://schemas.openxmlformats.org/officeDocument/2006/relationships/customXml" Target="../ink/ink1242.xml"/><Relationship Id="rId81" Type="http://schemas.openxmlformats.org/officeDocument/2006/relationships/image" Target="../media/image454.png"/><Relationship Id="rId135" Type="http://schemas.openxmlformats.org/officeDocument/2006/relationships/image" Target="../media/image530.png"/><Relationship Id="rId156" Type="http://schemas.openxmlformats.org/officeDocument/2006/relationships/customXml" Target="../ink/ink1290.xml"/><Relationship Id="rId177" Type="http://schemas.openxmlformats.org/officeDocument/2006/relationships/image" Target="../media/image565.png"/><Relationship Id="rId198" Type="http://schemas.openxmlformats.org/officeDocument/2006/relationships/customXml" Target="../ink/ink1311.xml"/><Relationship Id="rId202" Type="http://schemas.openxmlformats.org/officeDocument/2006/relationships/customXml" Target="../ink/ink1313.xml"/><Relationship Id="rId18" Type="http://schemas.openxmlformats.org/officeDocument/2006/relationships/customXml" Target="../ink/ink1221.xml"/><Relationship Id="rId39" Type="http://schemas.openxmlformats.org/officeDocument/2006/relationships/image" Target="../media/image433.png"/><Relationship Id="rId50" Type="http://schemas.openxmlformats.org/officeDocument/2006/relationships/customXml" Target="../ink/ink1237.xml"/><Relationship Id="rId104" Type="http://schemas.openxmlformats.org/officeDocument/2006/relationships/customXml" Target="../ink/ink1264.xml"/><Relationship Id="rId125" Type="http://schemas.openxmlformats.org/officeDocument/2006/relationships/image" Target="../media/image525.png"/><Relationship Id="rId146" Type="http://schemas.openxmlformats.org/officeDocument/2006/relationships/customXml" Target="../ink/ink1285.xml"/><Relationship Id="rId167" Type="http://schemas.openxmlformats.org/officeDocument/2006/relationships/image" Target="../media/image561.png"/><Relationship Id="rId188" Type="http://schemas.openxmlformats.org/officeDocument/2006/relationships/customXml" Target="../ink/ink1306.xml"/><Relationship Id="rId71" Type="http://schemas.openxmlformats.org/officeDocument/2006/relationships/image" Target="../media/image448.png"/><Relationship Id="rId92" Type="http://schemas.openxmlformats.org/officeDocument/2006/relationships/customXml" Target="../ink/ink1258.xml"/><Relationship Id="rId2" Type="http://schemas.openxmlformats.org/officeDocument/2006/relationships/customXml" Target="../ink/ink1213.xml"/><Relationship Id="rId29" Type="http://schemas.openxmlformats.org/officeDocument/2006/relationships/image" Target="../media/image428.png"/><Relationship Id="rId40" Type="http://schemas.openxmlformats.org/officeDocument/2006/relationships/customXml" Target="../ink/ink1232.xml"/><Relationship Id="rId115" Type="http://schemas.openxmlformats.org/officeDocument/2006/relationships/image" Target="../media/image470.png"/><Relationship Id="rId136" Type="http://schemas.openxmlformats.org/officeDocument/2006/relationships/customXml" Target="../ink/ink1280.xml"/><Relationship Id="rId157" Type="http://schemas.openxmlformats.org/officeDocument/2006/relationships/image" Target="../media/image556.png"/><Relationship Id="rId178" Type="http://schemas.openxmlformats.org/officeDocument/2006/relationships/customXml" Target="../ink/ink1301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1.png"/><Relationship Id="rId21" Type="http://schemas.openxmlformats.org/officeDocument/2006/relationships/image" Target="../media/image424.png"/><Relationship Id="rId42" Type="http://schemas.openxmlformats.org/officeDocument/2006/relationships/customXml" Target="../ink/ink1338.xml"/><Relationship Id="rId63" Type="http://schemas.openxmlformats.org/officeDocument/2006/relationships/image" Target="../media/image444.png"/><Relationship Id="rId84" Type="http://schemas.openxmlformats.org/officeDocument/2006/relationships/customXml" Target="../ink/ink1359.xml"/><Relationship Id="rId138" Type="http://schemas.openxmlformats.org/officeDocument/2006/relationships/customXml" Target="../ink/ink1386.xml"/><Relationship Id="rId159" Type="http://schemas.openxmlformats.org/officeDocument/2006/relationships/image" Target="../media/image557.png"/><Relationship Id="rId170" Type="http://schemas.openxmlformats.org/officeDocument/2006/relationships/customXml" Target="../ink/ink1402.xml"/><Relationship Id="rId191" Type="http://schemas.openxmlformats.org/officeDocument/2006/relationships/image" Target="../media/image587.png"/><Relationship Id="rId205" Type="http://schemas.openxmlformats.org/officeDocument/2006/relationships/image" Target="../media/image594.png"/><Relationship Id="rId226" Type="http://schemas.openxmlformats.org/officeDocument/2006/relationships/image" Target="../media/image505.png"/><Relationship Id="rId247" Type="http://schemas.openxmlformats.org/officeDocument/2006/relationships/customXml" Target="../ink/ink1441.xml"/><Relationship Id="rId107" Type="http://schemas.openxmlformats.org/officeDocument/2006/relationships/image" Target="../media/image466.png"/><Relationship Id="rId11" Type="http://schemas.openxmlformats.org/officeDocument/2006/relationships/image" Target="../media/image419.png"/><Relationship Id="rId32" Type="http://schemas.openxmlformats.org/officeDocument/2006/relationships/customXml" Target="../ink/ink1333.xml"/><Relationship Id="rId53" Type="http://schemas.openxmlformats.org/officeDocument/2006/relationships/image" Target="../media/image439.png"/><Relationship Id="rId74" Type="http://schemas.openxmlformats.org/officeDocument/2006/relationships/customXml" Target="../ink/ink1354.xml"/><Relationship Id="rId128" Type="http://schemas.openxmlformats.org/officeDocument/2006/relationships/customXml" Target="../ink/ink1381.xml"/><Relationship Id="rId149" Type="http://schemas.openxmlformats.org/officeDocument/2006/relationships/image" Target="../media/image552.png"/><Relationship Id="rId5" Type="http://schemas.openxmlformats.org/officeDocument/2006/relationships/image" Target="../media/image416.png"/><Relationship Id="rId95" Type="http://schemas.openxmlformats.org/officeDocument/2006/relationships/image" Target="../media/image461.png"/><Relationship Id="rId160" Type="http://schemas.openxmlformats.org/officeDocument/2006/relationships/customXml" Target="../ink/ink1397.xml"/><Relationship Id="rId181" Type="http://schemas.openxmlformats.org/officeDocument/2006/relationships/image" Target="../media/image567.png"/><Relationship Id="rId216" Type="http://schemas.openxmlformats.org/officeDocument/2006/relationships/image" Target="../media/image599.png"/><Relationship Id="rId237" Type="http://schemas.openxmlformats.org/officeDocument/2006/relationships/customXml" Target="../ink/ink1436.xml"/><Relationship Id="rId22" Type="http://schemas.openxmlformats.org/officeDocument/2006/relationships/customXml" Target="../ink/ink1328.xml"/><Relationship Id="rId43" Type="http://schemas.openxmlformats.org/officeDocument/2006/relationships/image" Target="../media/image435.png"/><Relationship Id="rId64" Type="http://schemas.openxmlformats.org/officeDocument/2006/relationships/customXml" Target="../ink/ink1349.xml"/><Relationship Id="rId118" Type="http://schemas.openxmlformats.org/officeDocument/2006/relationships/customXml" Target="../ink/ink1376.xml"/><Relationship Id="rId139" Type="http://schemas.openxmlformats.org/officeDocument/2006/relationships/image" Target="../media/image71.png"/><Relationship Id="rId85" Type="http://schemas.openxmlformats.org/officeDocument/2006/relationships/image" Target="../media/image456.png"/><Relationship Id="rId150" Type="http://schemas.openxmlformats.org/officeDocument/2006/relationships/customXml" Target="../ink/ink1392.xml"/><Relationship Id="rId171" Type="http://schemas.openxmlformats.org/officeDocument/2006/relationships/image" Target="../media/image127.png"/><Relationship Id="rId192" Type="http://schemas.openxmlformats.org/officeDocument/2006/relationships/customXml" Target="../ink/ink1413.xml"/><Relationship Id="rId206" Type="http://schemas.openxmlformats.org/officeDocument/2006/relationships/customXml" Target="../ink/ink1420.xml"/><Relationship Id="rId227" Type="http://schemas.openxmlformats.org/officeDocument/2006/relationships/customXml" Target="../ink/ink1431.xml"/><Relationship Id="rId248" Type="http://schemas.openxmlformats.org/officeDocument/2006/relationships/image" Target="../media/image614.png"/><Relationship Id="rId12" Type="http://schemas.openxmlformats.org/officeDocument/2006/relationships/customXml" Target="../ink/ink1323.xml"/><Relationship Id="rId33" Type="http://schemas.openxmlformats.org/officeDocument/2006/relationships/image" Target="../media/image430.png"/><Relationship Id="rId108" Type="http://schemas.openxmlformats.org/officeDocument/2006/relationships/customXml" Target="../ink/ink1371.xml"/><Relationship Id="rId129" Type="http://schemas.openxmlformats.org/officeDocument/2006/relationships/image" Target="../media/image527.png"/><Relationship Id="rId54" Type="http://schemas.openxmlformats.org/officeDocument/2006/relationships/customXml" Target="../ink/ink1344.xml"/><Relationship Id="rId75" Type="http://schemas.openxmlformats.org/officeDocument/2006/relationships/image" Target="../media/image450.png"/><Relationship Id="rId96" Type="http://schemas.openxmlformats.org/officeDocument/2006/relationships/customXml" Target="../ink/ink1365.xml"/><Relationship Id="rId140" Type="http://schemas.openxmlformats.org/officeDocument/2006/relationships/customXml" Target="../ink/ink1387.xml"/><Relationship Id="rId161" Type="http://schemas.openxmlformats.org/officeDocument/2006/relationships/image" Target="../media/image558.png"/><Relationship Id="rId182" Type="http://schemas.openxmlformats.org/officeDocument/2006/relationships/customXml" Target="../ink/ink1408.xml"/><Relationship Id="rId217" Type="http://schemas.openxmlformats.org/officeDocument/2006/relationships/customXml" Target="../ink/ink1426.xml"/><Relationship Id="rId6" Type="http://schemas.openxmlformats.org/officeDocument/2006/relationships/customXml" Target="../ink/ink1320.xml"/><Relationship Id="rId238" Type="http://schemas.openxmlformats.org/officeDocument/2006/relationships/image" Target="../media/image609.png"/><Relationship Id="rId23" Type="http://schemas.openxmlformats.org/officeDocument/2006/relationships/image" Target="../media/image425.png"/><Relationship Id="rId119" Type="http://schemas.openxmlformats.org/officeDocument/2006/relationships/image" Target="../media/image522.png"/><Relationship Id="rId44" Type="http://schemas.openxmlformats.org/officeDocument/2006/relationships/customXml" Target="../ink/ink1339.xml"/><Relationship Id="rId65" Type="http://schemas.openxmlformats.org/officeDocument/2006/relationships/image" Target="../media/image445.png"/><Relationship Id="rId86" Type="http://schemas.openxmlformats.org/officeDocument/2006/relationships/customXml" Target="../ink/ink1360.xml"/><Relationship Id="rId130" Type="http://schemas.openxmlformats.org/officeDocument/2006/relationships/customXml" Target="../ink/ink1382.xml"/><Relationship Id="rId151" Type="http://schemas.openxmlformats.org/officeDocument/2006/relationships/image" Target="../media/image553.png"/><Relationship Id="rId172" Type="http://schemas.openxmlformats.org/officeDocument/2006/relationships/customXml" Target="../ink/ink1403.xml"/><Relationship Id="rId193" Type="http://schemas.openxmlformats.org/officeDocument/2006/relationships/image" Target="../media/image588.png"/><Relationship Id="rId207" Type="http://schemas.openxmlformats.org/officeDocument/2006/relationships/customXml" Target="../ink/ink1421.xml"/><Relationship Id="rId228" Type="http://schemas.openxmlformats.org/officeDocument/2006/relationships/image" Target="../media/image604.png"/><Relationship Id="rId13" Type="http://schemas.openxmlformats.org/officeDocument/2006/relationships/image" Target="../media/image420.png"/><Relationship Id="rId109" Type="http://schemas.openxmlformats.org/officeDocument/2006/relationships/image" Target="../media/image467.png"/><Relationship Id="rId34" Type="http://schemas.openxmlformats.org/officeDocument/2006/relationships/customXml" Target="../ink/ink1334.xml"/><Relationship Id="rId55" Type="http://schemas.openxmlformats.org/officeDocument/2006/relationships/image" Target="../media/image440.png"/><Relationship Id="rId76" Type="http://schemas.openxmlformats.org/officeDocument/2006/relationships/customXml" Target="../ink/ink1355.xml"/><Relationship Id="rId97" Type="http://schemas.openxmlformats.org/officeDocument/2006/relationships/image" Target="../media/image462.png"/><Relationship Id="rId120" Type="http://schemas.openxmlformats.org/officeDocument/2006/relationships/customXml" Target="../ink/ink1377.xml"/><Relationship Id="rId141" Type="http://schemas.openxmlformats.org/officeDocument/2006/relationships/image" Target="../media/image532.png"/><Relationship Id="rId7" Type="http://schemas.openxmlformats.org/officeDocument/2006/relationships/image" Target="../media/image417.png"/><Relationship Id="rId162" Type="http://schemas.openxmlformats.org/officeDocument/2006/relationships/customXml" Target="../ink/ink1398.xml"/><Relationship Id="rId183" Type="http://schemas.openxmlformats.org/officeDocument/2006/relationships/image" Target="../media/image583.png"/><Relationship Id="rId218" Type="http://schemas.openxmlformats.org/officeDocument/2006/relationships/image" Target="../media/image600.png"/><Relationship Id="rId239" Type="http://schemas.openxmlformats.org/officeDocument/2006/relationships/customXml" Target="../ink/ink1437.xml"/><Relationship Id="rId24" Type="http://schemas.openxmlformats.org/officeDocument/2006/relationships/customXml" Target="../ink/ink1329.xml"/><Relationship Id="rId45" Type="http://schemas.openxmlformats.org/officeDocument/2006/relationships/image" Target="../media/image436.png"/><Relationship Id="rId66" Type="http://schemas.openxmlformats.org/officeDocument/2006/relationships/customXml" Target="../ink/ink1350.xml"/><Relationship Id="rId87" Type="http://schemas.openxmlformats.org/officeDocument/2006/relationships/image" Target="../media/image457.png"/><Relationship Id="rId110" Type="http://schemas.openxmlformats.org/officeDocument/2006/relationships/customXml" Target="../ink/ink1372.xml"/><Relationship Id="rId131" Type="http://schemas.openxmlformats.org/officeDocument/2006/relationships/image" Target="../media/image528.png"/><Relationship Id="rId152" Type="http://schemas.openxmlformats.org/officeDocument/2006/relationships/customXml" Target="../ink/ink1393.xml"/><Relationship Id="rId173" Type="http://schemas.openxmlformats.org/officeDocument/2006/relationships/image" Target="../media/image563.png"/><Relationship Id="rId194" Type="http://schemas.openxmlformats.org/officeDocument/2006/relationships/customXml" Target="../ink/ink1414.xml"/><Relationship Id="rId208" Type="http://schemas.openxmlformats.org/officeDocument/2006/relationships/image" Target="../media/image595.png"/><Relationship Id="rId229" Type="http://schemas.openxmlformats.org/officeDocument/2006/relationships/customXml" Target="../ink/ink1432.xml"/><Relationship Id="rId240" Type="http://schemas.openxmlformats.org/officeDocument/2006/relationships/image" Target="../media/image610.png"/><Relationship Id="rId14" Type="http://schemas.openxmlformats.org/officeDocument/2006/relationships/customXml" Target="../ink/ink1324.xml"/><Relationship Id="rId35" Type="http://schemas.openxmlformats.org/officeDocument/2006/relationships/image" Target="../media/image431.png"/><Relationship Id="rId56" Type="http://schemas.openxmlformats.org/officeDocument/2006/relationships/customXml" Target="../ink/ink1345.xml"/><Relationship Id="rId77" Type="http://schemas.openxmlformats.org/officeDocument/2006/relationships/image" Target="../media/image451.png"/><Relationship Id="rId100" Type="http://schemas.openxmlformats.org/officeDocument/2006/relationships/customXml" Target="../ink/ink1367.xml"/><Relationship Id="rId8" Type="http://schemas.openxmlformats.org/officeDocument/2006/relationships/customXml" Target="../ink/ink1321.xml"/><Relationship Id="rId98" Type="http://schemas.openxmlformats.org/officeDocument/2006/relationships/customXml" Target="../ink/ink1366.xml"/><Relationship Id="rId121" Type="http://schemas.openxmlformats.org/officeDocument/2006/relationships/image" Target="../media/image523.png"/><Relationship Id="rId142" Type="http://schemas.openxmlformats.org/officeDocument/2006/relationships/customXml" Target="../ink/ink1388.xml"/><Relationship Id="rId163" Type="http://schemas.openxmlformats.org/officeDocument/2006/relationships/image" Target="../media/image559.png"/><Relationship Id="rId184" Type="http://schemas.openxmlformats.org/officeDocument/2006/relationships/customXml" Target="../ink/ink1409.xml"/><Relationship Id="rId219" Type="http://schemas.openxmlformats.org/officeDocument/2006/relationships/customXml" Target="../ink/ink1427.xml"/><Relationship Id="rId230" Type="http://schemas.openxmlformats.org/officeDocument/2006/relationships/image" Target="../media/image605.png"/><Relationship Id="rId25" Type="http://schemas.openxmlformats.org/officeDocument/2006/relationships/image" Target="../media/image426.png"/><Relationship Id="rId46" Type="http://schemas.openxmlformats.org/officeDocument/2006/relationships/customXml" Target="../ink/ink1340.xml"/><Relationship Id="rId67" Type="http://schemas.openxmlformats.org/officeDocument/2006/relationships/image" Target="../media/image446.png"/><Relationship Id="rId88" Type="http://schemas.openxmlformats.org/officeDocument/2006/relationships/customXml" Target="../ink/ink1361.xml"/><Relationship Id="rId111" Type="http://schemas.openxmlformats.org/officeDocument/2006/relationships/image" Target="../media/image468.png"/><Relationship Id="rId132" Type="http://schemas.openxmlformats.org/officeDocument/2006/relationships/customXml" Target="../ink/ink1383.xml"/><Relationship Id="rId153" Type="http://schemas.openxmlformats.org/officeDocument/2006/relationships/image" Target="../media/image554.png"/><Relationship Id="rId174" Type="http://schemas.openxmlformats.org/officeDocument/2006/relationships/customXml" Target="../ink/ink1404.xml"/><Relationship Id="rId195" Type="http://schemas.openxmlformats.org/officeDocument/2006/relationships/image" Target="../media/image589.png"/><Relationship Id="rId209" Type="http://schemas.openxmlformats.org/officeDocument/2006/relationships/customXml" Target="../ink/ink1422.xml"/><Relationship Id="rId220" Type="http://schemas.openxmlformats.org/officeDocument/2006/relationships/image" Target="../media/image601.png"/><Relationship Id="rId241" Type="http://schemas.openxmlformats.org/officeDocument/2006/relationships/customXml" Target="../ink/ink1438.xml"/><Relationship Id="rId15" Type="http://schemas.openxmlformats.org/officeDocument/2006/relationships/image" Target="../media/image421.png"/><Relationship Id="rId36" Type="http://schemas.openxmlformats.org/officeDocument/2006/relationships/customXml" Target="../ink/ink1335.xml"/><Relationship Id="rId57" Type="http://schemas.openxmlformats.org/officeDocument/2006/relationships/image" Target="../media/image441.png"/><Relationship Id="rId10" Type="http://schemas.openxmlformats.org/officeDocument/2006/relationships/customXml" Target="../ink/ink1322.xml"/><Relationship Id="rId31" Type="http://schemas.openxmlformats.org/officeDocument/2006/relationships/image" Target="../media/image429.png"/><Relationship Id="rId52" Type="http://schemas.openxmlformats.org/officeDocument/2006/relationships/customXml" Target="../ink/ink1343.xml"/><Relationship Id="rId73" Type="http://schemas.openxmlformats.org/officeDocument/2006/relationships/image" Target="../media/image449.png"/><Relationship Id="rId78" Type="http://schemas.openxmlformats.org/officeDocument/2006/relationships/customXml" Target="../ink/ink1356.xml"/><Relationship Id="rId94" Type="http://schemas.openxmlformats.org/officeDocument/2006/relationships/customXml" Target="../ink/ink1364.xml"/><Relationship Id="rId99" Type="http://schemas.openxmlformats.org/officeDocument/2006/relationships/image" Target="../media/image463.png"/><Relationship Id="rId101" Type="http://schemas.openxmlformats.org/officeDocument/2006/relationships/image" Target="../media/image166.png"/><Relationship Id="rId122" Type="http://schemas.openxmlformats.org/officeDocument/2006/relationships/customXml" Target="../ink/ink1378.xml"/><Relationship Id="rId143" Type="http://schemas.openxmlformats.org/officeDocument/2006/relationships/image" Target="../media/image533.png"/><Relationship Id="rId148" Type="http://schemas.openxmlformats.org/officeDocument/2006/relationships/customXml" Target="../ink/ink1391.xml"/><Relationship Id="rId164" Type="http://schemas.openxmlformats.org/officeDocument/2006/relationships/customXml" Target="../ink/ink1399.xml"/><Relationship Id="rId169" Type="http://schemas.openxmlformats.org/officeDocument/2006/relationships/image" Target="../media/image562.png"/><Relationship Id="rId185" Type="http://schemas.openxmlformats.org/officeDocument/2006/relationships/image" Target="../media/image584.png"/><Relationship Id="rId4" Type="http://schemas.openxmlformats.org/officeDocument/2006/relationships/customXml" Target="../ink/ink1319.xml"/><Relationship Id="rId9" Type="http://schemas.openxmlformats.org/officeDocument/2006/relationships/image" Target="../media/image418.png"/><Relationship Id="rId180" Type="http://schemas.openxmlformats.org/officeDocument/2006/relationships/customXml" Target="../ink/ink1407.xml"/><Relationship Id="rId210" Type="http://schemas.openxmlformats.org/officeDocument/2006/relationships/image" Target="../media/image596.png"/><Relationship Id="rId215" Type="http://schemas.openxmlformats.org/officeDocument/2006/relationships/customXml" Target="../ink/ink1425.xml"/><Relationship Id="rId236" Type="http://schemas.openxmlformats.org/officeDocument/2006/relationships/image" Target="../media/image608.png"/><Relationship Id="rId26" Type="http://schemas.openxmlformats.org/officeDocument/2006/relationships/customXml" Target="../ink/ink1330.xml"/><Relationship Id="rId231" Type="http://schemas.openxmlformats.org/officeDocument/2006/relationships/customXml" Target="../ink/ink1433.xml"/><Relationship Id="rId47" Type="http://schemas.openxmlformats.org/officeDocument/2006/relationships/image" Target="../media/image239.png"/><Relationship Id="rId68" Type="http://schemas.openxmlformats.org/officeDocument/2006/relationships/customXml" Target="../ink/ink1351.xml"/><Relationship Id="rId89" Type="http://schemas.openxmlformats.org/officeDocument/2006/relationships/image" Target="../media/image458.png"/><Relationship Id="rId112" Type="http://schemas.openxmlformats.org/officeDocument/2006/relationships/customXml" Target="../ink/ink1373.xml"/><Relationship Id="rId133" Type="http://schemas.openxmlformats.org/officeDocument/2006/relationships/image" Target="../media/image529.png"/><Relationship Id="rId154" Type="http://schemas.openxmlformats.org/officeDocument/2006/relationships/customXml" Target="../ink/ink1394.xml"/><Relationship Id="rId175" Type="http://schemas.openxmlformats.org/officeDocument/2006/relationships/image" Target="../media/image564.png"/><Relationship Id="rId196" Type="http://schemas.openxmlformats.org/officeDocument/2006/relationships/customXml" Target="../ink/ink1415.xml"/><Relationship Id="rId200" Type="http://schemas.openxmlformats.org/officeDocument/2006/relationships/customXml" Target="../ink/ink1417.xml"/><Relationship Id="rId16" Type="http://schemas.openxmlformats.org/officeDocument/2006/relationships/customXml" Target="../ink/ink1325.xml"/><Relationship Id="rId221" Type="http://schemas.openxmlformats.org/officeDocument/2006/relationships/customXml" Target="../ink/ink1428.xml"/><Relationship Id="rId242" Type="http://schemas.openxmlformats.org/officeDocument/2006/relationships/image" Target="../media/image611.png"/><Relationship Id="rId37" Type="http://schemas.openxmlformats.org/officeDocument/2006/relationships/image" Target="../media/image432.png"/><Relationship Id="rId58" Type="http://schemas.openxmlformats.org/officeDocument/2006/relationships/customXml" Target="../ink/ink1346.xml"/><Relationship Id="rId79" Type="http://schemas.openxmlformats.org/officeDocument/2006/relationships/image" Target="../media/image453.png"/><Relationship Id="rId102" Type="http://schemas.openxmlformats.org/officeDocument/2006/relationships/customXml" Target="../ink/ink1368.xml"/><Relationship Id="rId123" Type="http://schemas.openxmlformats.org/officeDocument/2006/relationships/image" Target="../media/image524.png"/><Relationship Id="rId144" Type="http://schemas.openxmlformats.org/officeDocument/2006/relationships/customXml" Target="../ink/ink1389.xml"/><Relationship Id="rId90" Type="http://schemas.openxmlformats.org/officeDocument/2006/relationships/customXml" Target="../ink/ink1362.xml"/><Relationship Id="rId165" Type="http://schemas.openxmlformats.org/officeDocument/2006/relationships/image" Target="../media/image560.png"/><Relationship Id="rId186" Type="http://schemas.openxmlformats.org/officeDocument/2006/relationships/customXml" Target="../ink/ink1410.xml"/><Relationship Id="rId211" Type="http://schemas.openxmlformats.org/officeDocument/2006/relationships/customXml" Target="../ink/ink1423.xml"/><Relationship Id="rId232" Type="http://schemas.openxmlformats.org/officeDocument/2006/relationships/image" Target="../media/image606.png"/><Relationship Id="rId27" Type="http://schemas.openxmlformats.org/officeDocument/2006/relationships/image" Target="../media/image427.png"/><Relationship Id="rId48" Type="http://schemas.openxmlformats.org/officeDocument/2006/relationships/customXml" Target="../ink/ink1341.xml"/><Relationship Id="rId69" Type="http://schemas.openxmlformats.org/officeDocument/2006/relationships/image" Target="../media/image447.png"/><Relationship Id="rId113" Type="http://schemas.openxmlformats.org/officeDocument/2006/relationships/image" Target="../media/image469.png"/><Relationship Id="rId134" Type="http://schemas.openxmlformats.org/officeDocument/2006/relationships/customXml" Target="../ink/ink1384.xml"/><Relationship Id="rId80" Type="http://schemas.openxmlformats.org/officeDocument/2006/relationships/customXml" Target="../ink/ink1357.xml"/><Relationship Id="rId155" Type="http://schemas.openxmlformats.org/officeDocument/2006/relationships/image" Target="../media/image555.png"/><Relationship Id="rId176" Type="http://schemas.openxmlformats.org/officeDocument/2006/relationships/customXml" Target="../ink/ink1405.xml"/><Relationship Id="rId197" Type="http://schemas.openxmlformats.org/officeDocument/2006/relationships/image" Target="../media/image590.png"/><Relationship Id="rId201" Type="http://schemas.openxmlformats.org/officeDocument/2006/relationships/image" Target="../media/image592.png"/><Relationship Id="rId222" Type="http://schemas.openxmlformats.org/officeDocument/2006/relationships/image" Target="../media/image602.png"/><Relationship Id="rId243" Type="http://schemas.openxmlformats.org/officeDocument/2006/relationships/customXml" Target="../ink/ink1439.xml"/><Relationship Id="rId17" Type="http://schemas.openxmlformats.org/officeDocument/2006/relationships/image" Target="../media/image422.png"/><Relationship Id="rId38" Type="http://schemas.openxmlformats.org/officeDocument/2006/relationships/customXml" Target="../ink/ink1336.xml"/><Relationship Id="rId59" Type="http://schemas.openxmlformats.org/officeDocument/2006/relationships/image" Target="../media/image442.png"/><Relationship Id="rId103" Type="http://schemas.openxmlformats.org/officeDocument/2006/relationships/image" Target="../media/image464.png"/><Relationship Id="rId124" Type="http://schemas.openxmlformats.org/officeDocument/2006/relationships/customXml" Target="../ink/ink1379.xml"/><Relationship Id="rId70" Type="http://schemas.openxmlformats.org/officeDocument/2006/relationships/customXml" Target="../ink/ink1352.xml"/><Relationship Id="rId91" Type="http://schemas.openxmlformats.org/officeDocument/2006/relationships/image" Target="../media/image459.png"/><Relationship Id="rId145" Type="http://schemas.openxmlformats.org/officeDocument/2006/relationships/image" Target="../media/image534.png"/><Relationship Id="rId166" Type="http://schemas.openxmlformats.org/officeDocument/2006/relationships/customXml" Target="../ink/ink1400.xml"/><Relationship Id="rId187" Type="http://schemas.openxmlformats.org/officeDocument/2006/relationships/image" Target="../media/image585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597.png"/><Relationship Id="rId233" Type="http://schemas.openxmlformats.org/officeDocument/2006/relationships/customXml" Target="../ink/ink1434.xml"/><Relationship Id="rId28" Type="http://schemas.openxmlformats.org/officeDocument/2006/relationships/customXml" Target="../ink/ink1331.xml"/><Relationship Id="rId49" Type="http://schemas.openxmlformats.org/officeDocument/2006/relationships/image" Target="../media/image437.png"/><Relationship Id="rId114" Type="http://schemas.openxmlformats.org/officeDocument/2006/relationships/customXml" Target="../ink/ink1374.xml"/><Relationship Id="rId60" Type="http://schemas.openxmlformats.org/officeDocument/2006/relationships/customXml" Target="../ink/ink1347.xml"/><Relationship Id="rId81" Type="http://schemas.openxmlformats.org/officeDocument/2006/relationships/image" Target="../media/image454.png"/><Relationship Id="rId135" Type="http://schemas.openxmlformats.org/officeDocument/2006/relationships/image" Target="../media/image530.png"/><Relationship Id="rId156" Type="http://schemas.openxmlformats.org/officeDocument/2006/relationships/customXml" Target="../ink/ink1395.xml"/><Relationship Id="rId177" Type="http://schemas.openxmlformats.org/officeDocument/2006/relationships/image" Target="../media/image565.png"/><Relationship Id="rId198" Type="http://schemas.openxmlformats.org/officeDocument/2006/relationships/customXml" Target="../ink/ink1416.xml"/><Relationship Id="rId202" Type="http://schemas.openxmlformats.org/officeDocument/2006/relationships/customXml" Target="../ink/ink1418.xml"/><Relationship Id="rId223" Type="http://schemas.openxmlformats.org/officeDocument/2006/relationships/customXml" Target="../ink/ink1429.xml"/><Relationship Id="rId244" Type="http://schemas.openxmlformats.org/officeDocument/2006/relationships/image" Target="../media/image612.png"/><Relationship Id="rId18" Type="http://schemas.openxmlformats.org/officeDocument/2006/relationships/customXml" Target="../ink/ink1326.xml"/><Relationship Id="rId39" Type="http://schemas.openxmlformats.org/officeDocument/2006/relationships/image" Target="../media/image433.png"/><Relationship Id="rId50" Type="http://schemas.openxmlformats.org/officeDocument/2006/relationships/customXml" Target="../ink/ink1342.xml"/><Relationship Id="rId104" Type="http://schemas.openxmlformats.org/officeDocument/2006/relationships/customXml" Target="../ink/ink1369.xml"/><Relationship Id="rId125" Type="http://schemas.openxmlformats.org/officeDocument/2006/relationships/image" Target="../media/image525.png"/><Relationship Id="rId146" Type="http://schemas.openxmlformats.org/officeDocument/2006/relationships/customXml" Target="../ink/ink1390.xml"/><Relationship Id="rId167" Type="http://schemas.openxmlformats.org/officeDocument/2006/relationships/image" Target="../media/image561.png"/><Relationship Id="rId188" Type="http://schemas.openxmlformats.org/officeDocument/2006/relationships/customXml" Target="../ink/ink1411.xml"/><Relationship Id="rId71" Type="http://schemas.openxmlformats.org/officeDocument/2006/relationships/image" Target="../media/image448.png"/><Relationship Id="rId92" Type="http://schemas.openxmlformats.org/officeDocument/2006/relationships/customXml" Target="../ink/ink1363.xml"/><Relationship Id="rId213" Type="http://schemas.openxmlformats.org/officeDocument/2006/relationships/customXml" Target="../ink/ink1424.xml"/><Relationship Id="rId234" Type="http://schemas.openxmlformats.org/officeDocument/2006/relationships/image" Target="../media/image607.png"/><Relationship Id="rId2" Type="http://schemas.openxmlformats.org/officeDocument/2006/relationships/customXml" Target="../ink/ink1318.xml"/><Relationship Id="rId29" Type="http://schemas.openxmlformats.org/officeDocument/2006/relationships/image" Target="../media/image428.png"/><Relationship Id="rId40" Type="http://schemas.openxmlformats.org/officeDocument/2006/relationships/customXml" Target="../ink/ink1337.xml"/><Relationship Id="rId115" Type="http://schemas.openxmlformats.org/officeDocument/2006/relationships/image" Target="../media/image470.png"/><Relationship Id="rId136" Type="http://schemas.openxmlformats.org/officeDocument/2006/relationships/customXml" Target="../ink/ink1385.xml"/><Relationship Id="rId157" Type="http://schemas.openxmlformats.org/officeDocument/2006/relationships/image" Target="../media/image556.png"/><Relationship Id="rId178" Type="http://schemas.openxmlformats.org/officeDocument/2006/relationships/customXml" Target="../ink/ink1406.xml"/><Relationship Id="rId61" Type="http://schemas.openxmlformats.org/officeDocument/2006/relationships/image" Target="../media/image443.png"/><Relationship Id="rId82" Type="http://schemas.openxmlformats.org/officeDocument/2006/relationships/customXml" Target="../ink/ink1358.xml"/><Relationship Id="rId199" Type="http://schemas.openxmlformats.org/officeDocument/2006/relationships/image" Target="../media/image591.png"/><Relationship Id="rId203" Type="http://schemas.openxmlformats.org/officeDocument/2006/relationships/image" Target="../media/image593.png"/><Relationship Id="rId19" Type="http://schemas.openxmlformats.org/officeDocument/2006/relationships/image" Target="../media/image423.png"/><Relationship Id="rId224" Type="http://schemas.openxmlformats.org/officeDocument/2006/relationships/image" Target="../media/image603.png"/><Relationship Id="rId245" Type="http://schemas.openxmlformats.org/officeDocument/2006/relationships/customXml" Target="../ink/ink1440.xml"/><Relationship Id="rId30" Type="http://schemas.openxmlformats.org/officeDocument/2006/relationships/customXml" Target="../ink/ink1332.xml"/><Relationship Id="rId105" Type="http://schemas.openxmlformats.org/officeDocument/2006/relationships/image" Target="../media/image465.png"/><Relationship Id="rId126" Type="http://schemas.openxmlformats.org/officeDocument/2006/relationships/customXml" Target="../ink/ink1380.xml"/><Relationship Id="rId147" Type="http://schemas.openxmlformats.org/officeDocument/2006/relationships/image" Target="../media/image535.png"/><Relationship Id="rId168" Type="http://schemas.openxmlformats.org/officeDocument/2006/relationships/customXml" Target="../ink/ink1401.xml"/><Relationship Id="rId51" Type="http://schemas.openxmlformats.org/officeDocument/2006/relationships/image" Target="../media/image438.png"/><Relationship Id="rId72" Type="http://schemas.openxmlformats.org/officeDocument/2006/relationships/customXml" Target="../ink/ink1353.xml"/><Relationship Id="rId93" Type="http://schemas.openxmlformats.org/officeDocument/2006/relationships/image" Target="../media/image460.png"/><Relationship Id="rId189" Type="http://schemas.openxmlformats.org/officeDocument/2006/relationships/image" Target="../media/image586.png"/><Relationship Id="rId3" Type="http://schemas.openxmlformats.org/officeDocument/2006/relationships/image" Target="../media/image413.png"/><Relationship Id="rId214" Type="http://schemas.openxmlformats.org/officeDocument/2006/relationships/image" Target="../media/image598.png"/><Relationship Id="rId235" Type="http://schemas.openxmlformats.org/officeDocument/2006/relationships/customXml" Target="../ink/ink1435.xml"/><Relationship Id="rId116" Type="http://schemas.openxmlformats.org/officeDocument/2006/relationships/customXml" Target="../ink/ink1375.xml"/><Relationship Id="rId137" Type="http://schemas.openxmlformats.org/officeDocument/2006/relationships/image" Target="../media/image531.png"/><Relationship Id="rId158" Type="http://schemas.openxmlformats.org/officeDocument/2006/relationships/customXml" Target="../ink/ink1396.xml"/><Relationship Id="rId20" Type="http://schemas.openxmlformats.org/officeDocument/2006/relationships/customXml" Target="../ink/ink1327.xml"/><Relationship Id="rId41" Type="http://schemas.openxmlformats.org/officeDocument/2006/relationships/image" Target="../media/image434.png"/><Relationship Id="rId62" Type="http://schemas.openxmlformats.org/officeDocument/2006/relationships/customXml" Target="../ink/ink1348.xml"/><Relationship Id="rId83" Type="http://schemas.openxmlformats.org/officeDocument/2006/relationships/image" Target="../media/image455.png"/><Relationship Id="rId179" Type="http://schemas.openxmlformats.org/officeDocument/2006/relationships/image" Target="../media/image566.png"/><Relationship Id="rId190" Type="http://schemas.openxmlformats.org/officeDocument/2006/relationships/customXml" Target="../ink/ink1412.xml"/><Relationship Id="rId204" Type="http://schemas.openxmlformats.org/officeDocument/2006/relationships/customXml" Target="../ink/ink1419.xml"/><Relationship Id="rId225" Type="http://schemas.openxmlformats.org/officeDocument/2006/relationships/customXml" Target="../ink/ink1430.xml"/><Relationship Id="rId246" Type="http://schemas.openxmlformats.org/officeDocument/2006/relationships/image" Target="../media/image613.png"/><Relationship Id="rId106" Type="http://schemas.openxmlformats.org/officeDocument/2006/relationships/customXml" Target="../ink/ink1370.xml"/><Relationship Id="rId127" Type="http://schemas.openxmlformats.org/officeDocument/2006/relationships/image" Target="../media/image526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4.png"/><Relationship Id="rId299" Type="http://schemas.openxmlformats.org/officeDocument/2006/relationships/customXml" Target="../ink/ink1591.xml"/><Relationship Id="rId21" Type="http://schemas.openxmlformats.org/officeDocument/2006/relationships/image" Target="../media/image424.png"/><Relationship Id="rId63" Type="http://schemas.openxmlformats.org/officeDocument/2006/relationships/image" Target="../media/image444.png"/><Relationship Id="rId159" Type="http://schemas.openxmlformats.org/officeDocument/2006/relationships/image" Target="../media/image585.png"/><Relationship Id="rId324" Type="http://schemas.openxmlformats.org/officeDocument/2006/relationships/image" Target="../media/image670.png"/><Relationship Id="rId366" Type="http://schemas.openxmlformats.org/officeDocument/2006/relationships/image" Target="../media/image691.png"/><Relationship Id="rId170" Type="http://schemas.openxmlformats.org/officeDocument/2006/relationships/customXml" Target="../ink/ink1526.xml"/><Relationship Id="rId226" Type="http://schemas.openxmlformats.org/officeDocument/2006/relationships/image" Target="../media/image622.png"/><Relationship Id="rId268" Type="http://schemas.openxmlformats.org/officeDocument/2006/relationships/image" Target="../media/image642.png"/><Relationship Id="rId32" Type="http://schemas.openxmlformats.org/officeDocument/2006/relationships/customXml" Target="../ink/ink1457.xml"/><Relationship Id="rId74" Type="http://schemas.openxmlformats.org/officeDocument/2006/relationships/customXml" Target="../ink/ink1478.xml"/><Relationship Id="rId128" Type="http://schemas.openxmlformats.org/officeDocument/2006/relationships/customXml" Target="../ink/ink1505.xml"/><Relationship Id="rId335" Type="http://schemas.openxmlformats.org/officeDocument/2006/relationships/customXml" Target="../ink/ink1609.xml"/><Relationship Id="rId377" Type="http://schemas.openxmlformats.org/officeDocument/2006/relationships/customXml" Target="../ink/ink1630.xml"/><Relationship Id="rId5" Type="http://schemas.openxmlformats.org/officeDocument/2006/relationships/image" Target="../media/image416.png"/><Relationship Id="rId181" Type="http://schemas.openxmlformats.org/officeDocument/2006/relationships/image" Target="../media/image595.png"/><Relationship Id="rId237" Type="http://schemas.openxmlformats.org/officeDocument/2006/relationships/customXml" Target="../ink/ink1560.xml"/><Relationship Id="rId402" Type="http://schemas.openxmlformats.org/officeDocument/2006/relationships/image" Target="../media/image708.png"/><Relationship Id="rId279" Type="http://schemas.openxmlformats.org/officeDocument/2006/relationships/customXml" Target="../ink/ink1581.xml"/><Relationship Id="rId43" Type="http://schemas.openxmlformats.org/officeDocument/2006/relationships/image" Target="../media/image435.png"/><Relationship Id="rId139" Type="http://schemas.openxmlformats.org/officeDocument/2006/relationships/image" Target="../media/image561.png"/><Relationship Id="rId290" Type="http://schemas.openxmlformats.org/officeDocument/2006/relationships/image" Target="../media/image653.png"/><Relationship Id="rId304" Type="http://schemas.openxmlformats.org/officeDocument/2006/relationships/image" Target="../media/image660.png"/><Relationship Id="rId346" Type="http://schemas.openxmlformats.org/officeDocument/2006/relationships/image" Target="../media/image681.png"/><Relationship Id="rId388" Type="http://schemas.openxmlformats.org/officeDocument/2006/relationships/image" Target="../media/image701.png"/><Relationship Id="rId85" Type="http://schemas.openxmlformats.org/officeDocument/2006/relationships/image" Target="../media/image456.png"/><Relationship Id="rId150" Type="http://schemas.openxmlformats.org/officeDocument/2006/relationships/customXml" Target="../ink/ink1516.xml"/><Relationship Id="rId192" Type="http://schemas.openxmlformats.org/officeDocument/2006/relationships/customXml" Target="../ink/ink1537.xml"/><Relationship Id="rId206" Type="http://schemas.openxmlformats.org/officeDocument/2006/relationships/customXml" Target="../ink/ink1544.xml"/><Relationship Id="rId248" Type="http://schemas.openxmlformats.org/officeDocument/2006/relationships/image" Target="../media/image632.png"/><Relationship Id="rId12" Type="http://schemas.openxmlformats.org/officeDocument/2006/relationships/customXml" Target="../ink/ink1447.xml"/><Relationship Id="rId108" Type="http://schemas.openxmlformats.org/officeDocument/2006/relationships/customXml" Target="../ink/ink1495.xml"/><Relationship Id="rId315" Type="http://schemas.openxmlformats.org/officeDocument/2006/relationships/customXml" Target="../ink/ink1599.xml"/><Relationship Id="rId357" Type="http://schemas.openxmlformats.org/officeDocument/2006/relationships/customXml" Target="../ink/ink1620.xml"/><Relationship Id="rId54" Type="http://schemas.openxmlformats.org/officeDocument/2006/relationships/customXml" Target="../ink/ink1468.xml"/><Relationship Id="rId96" Type="http://schemas.openxmlformats.org/officeDocument/2006/relationships/customXml" Target="../ink/ink1489.xml"/><Relationship Id="rId161" Type="http://schemas.openxmlformats.org/officeDocument/2006/relationships/image" Target="../media/image586.png"/><Relationship Id="rId217" Type="http://schemas.openxmlformats.org/officeDocument/2006/relationships/customXml" Target="../ink/ink1550.xml"/><Relationship Id="rId399" Type="http://schemas.openxmlformats.org/officeDocument/2006/relationships/customXml" Target="../ink/ink1641.xml"/><Relationship Id="rId259" Type="http://schemas.openxmlformats.org/officeDocument/2006/relationships/customXml" Target="../ink/ink1571.xml"/><Relationship Id="rId23" Type="http://schemas.openxmlformats.org/officeDocument/2006/relationships/image" Target="../media/image425.png"/><Relationship Id="rId119" Type="http://schemas.openxmlformats.org/officeDocument/2006/relationships/image" Target="../media/image535.png"/><Relationship Id="rId270" Type="http://schemas.openxmlformats.org/officeDocument/2006/relationships/image" Target="../media/image643.png"/><Relationship Id="rId326" Type="http://schemas.openxmlformats.org/officeDocument/2006/relationships/image" Target="../media/image671.png"/><Relationship Id="rId65" Type="http://schemas.openxmlformats.org/officeDocument/2006/relationships/image" Target="../media/image445.png"/><Relationship Id="rId130" Type="http://schemas.openxmlformats.org/officeDocument/2006/relationships/customXml" Target="../ink/ink1506.xml"/><Relationship Id="rId368" Type="http://schemas.openxmlformats.org/officeDocument/2006/relationships/image" Target="../media/image692.png"/><Relationship Id="rId172" Type="http://schemas.openxmlformats.org/officeDocument/2006/relationships/customXml" Target="../ink/ink1527.xml"/><Relationship Id="rId228" Type="http://schemas.openxmlformats.org/officeDocument/2006/relationships/image" Target="../media/image623.png"/><Relationship Id="rId281" Type="http://schemas.openxmlformats.org/officeDocument/2006/relationships/customXml" Target="../ink/ink1582.xml"/><Relationship Id="rId337" Type="http://schemas.openxmlformats.org/officeDocument/2006/relationships/customXml" Target="../ink/ink1610.xml"/><Relationship Id="rId34" Type="http://schemas.openxmlformats.org/officeDocument/2006/relationships/customXml" Target="../ink/ink1458.xml"/><Relationship Id="rId76" Type="http://schemas.openxmlformats.org/officeDocument/2006/relationships/customXml" Target="../ink/ink1479.xml"/><Relationship Id="rId141" Type="http://schemas.openxmlformats.org/officeDocument/2006/relationships/image" Target="../media/image562.png"/><Relationship Id="rId379" Type="http://schemas.openxmlformats.org/officeDocument/2006/relationships/customXml" Target="../ink/ink1631.xml"/><Relationship Id="rId7" Type="http://schemas.openxmlformats.org/officeDocument/2006/relationships/image" Target="../media/image417.png"/><Relationship Id="rId183" Type="http://schemas.openxmlformats.org/officeDocument/2006/relationships/image" Target="../media/image596.png"/><Relationship Id="rId239" Type="http://schemas.openxmlformats.org/officeDocument/2006/relationships/customXml" Target="../ink/ink1561.xml"/><Relationship Id="rId390" Type="http://schemas.openxmlformats.org/officeDocument/2006/relationships/image" Target="../media/image702.png"/><Relationship Id="rId404" Type="http://schemas.openxmlformats.org/officeDocument/2006/relationships/image" Target="../media/image709.png"/><Relationship Id="rId250" Type="http://schemas.openxmlformats.org/officeDocument/2006/relationships/image" Target="../media/image633.png"/><Relationship Id="rId292" Type="http://schemas.openxmlformats.org/officeDocument/2006/relationships/image" Target="../media/image654.png"/><Relationship Id="rId306" Type="http://schemas.openxmlformats.org/officeDocument/2006/relationships/image" Target="../media/image661.png"/><Relationship Id="rId45" Type="http://schemas.openxmlformats.org/officeDocument/2006/relationships/image" Target="../media/image436.png"/><Relationship Id="rId87" Type="http://schemas.openxmlformats.org/officeDocument/2006/relationships/image" Target="../media/image457.png"/><Relationship Id="rId110" Type="http://schemas.openxmlformats.org/officeDocument/2006/relationships/customXml" Target="../ink/ink1496.xml"/><Relationship Id="rId348" Type="http://schemas.openxmlformats.org/officeDocument/2006/relationships/image" Target="../media/image682.png"/><Relationship Id="rId152" Type="http://schemas.openxmlformats.org/officeDocument/2006/relationships/customXml" Target="../ink/ink1517.xml"/><Relationship Id="rId194" Type="http://schemas.openxmlformats.org/officeDocument/2006/relationships/customXml" Target="../ink/ink1538.xml"/><Relationship Id="rId208" Type="http://schemas.openxmlformats.org/officeDocument/2006/relationships/customXml" Target="../ink/ink1545.xml"/><Relationship Id="rId261" Type="http://schemas.openxmlformats.org/officeDocument/2006/relationships/customXml" Target="../ink/ink1572.xml"/><Relationship Id="rId14" Type="http://schemas.openxmlformats.org/officeDocument/2006/relationships/customXml" Target="../ink/ink1448.xml"/><Relationship Id="rId56" Type="http://schemas.openxmlformats.org/officeDocument/2006/relationships/customXml" Target="../ink/ink1469.xml"/><Relationship Id="rId317" Type="http://schemas.openxmlformats.org/officeDocument/2006/relationships/customXml" Target="../ink/ink1600.xml"/><Relationship Id="rId359" Type="http://schemas.openxmlformats.org/officeDocument/2006/relationships/customXml" Target="../ink/ink1621.xml"/><Relationship Id="rId98" Type="http://schemas.openxmlformats.org/officeDocument/2006/relationships/customXml" Target="../ink/ink1490.xml"/><Relationship Id="rId121" Type="http://schemas.openxmlformats.org/officeDocument/2006/relationships/image" Target="../media/image552.png"/><Relationship Id="rId163" Type="http://schemas.openxmlformats.org/officeDocument/2006/relationships/image" Target="../media/image587.png"/><Relationship Id="rId219" Type="http://schemas.openxmlformats.org/officeDocument/2006/relationships/customXml" Target="../ink/ink1551.xml"/><Relationship Id="rId370" Type="http://schemas.openxmlformats.org/officeDocument/2006/relationships/image" Target="../media/image693.png"/><Relationship Id="rId230" Type="http://schemas.openxmlformats.org/officeDocument/2006/relationships/image" Target="../media/image624.png"/><Relationship Id="rId25" Type="http://schemas.openxmlformats.org/officeDocument/2006/relationships/image" Target="../media/image426.png"/><Relationship Id="rId67" Type="http://schemas.openxmlformats.org/officeDocument/2006/relationships/image" Target="../media/image446.png"/><Relationship Id="rId272" Type="http://schemas.openxmlformats.org/officeDocument/2006/relationships/image" Target="../media/image644.png"/><Relationship Id="rId328" Type="http://schemas.openxmlformats.org/officeDocument/2006/relationships/image" Target="../media/image672.png"/><Relationship Id="rId132" Type="http://schemas.openxmlformats.org/officeDocument/2006/relationships/customXml" Target="../ink/ink1507.xml"/><Relationship Id="rId174" Type="http://schemas.openxmlformats.org/officeDocument/2006/relationships/customXml" Target="../ink/ink1528.xml"/><Relationship Id="rId381" Type="http://schemas.openxmlformats.org/officeDocument/2006/relationships/customXml" Target="../ink/ink1632.xml"/><Relationship Id="rId241" Type="http://schemas.openxmlformats.org/officeDocument/2006/relationships/customXml" Target="../ink/ink1562.xml"/><Relationship Id="rId36" Type="http://schemas.openxmlformats.org/officeDocument/2006/relationships/customXml" Target="../ink/ink1459.xml"/><Relationship Id="rId283" Type="http://schemas.openxmlformats.org/officeDocument/2006/relationships/customXml" Target="../ink/ink1583.xml"/><Relationship Id="rId339" Type="http://schemas.openxmlformats.org/officeDocument/2006/relationships/customXml" Target="../ink/ink1611.xml"/><Relationship Id="rId78" Type="http://schemas.openxmlformats.org/officeDocument/2006/relationships/customXml" Target="../ink/ink1480.xml"/><Relationship Id="rId101" Type="http://schemas.openxmlformats.org/officeDocument/2006/relationships/image" Target="../media/image527.png"/><Relationship Id="rId143" Type="http://schemas.openxmlformats.org/officeDocument/2006/relationships/image" Target="../media/image127.png"/><Relationship Id="rId185" Type="http://schemas.openxmlformats.org/officeDocument/2006/relationships/image" Target="../media/image597.png"/><Relationship Id="rId350" Type="http://schemas.openxmlformats.org/officeDocument/2006/relationships/image" Target="../media/image683.png"/><Relationship Id="rId406" Type="http://schemas.openxmlformats.org/officeDocument/2006/relationships/image" Target="../media/image710.png"/><Relationship Id="rId9" Type="http://schemas.openxmlformats.org/officeDocument/2006/relationships/image" Target="../media/image418.png"/><Relationship Id="rId210" Type="http://schemas.openxmlformats.org/officeDocument/2006/relationships/customXml" Target="../ink/ink1546.xml"/><Relationship Id="rId392" Type="http://schemas.openxmlformats.org/officeDocument/2006/relationships/image" Target="../media/image703.png"/><Relationship Id="rId252" Type="http://schemas.openxmlformats.org/officeDocument/2006/relationships/image" Target="../media/image634.png"/><Relationship Id="rId294" Type="http://schemas.openxmlformats.org/officeDocument/2006/relationships/image" Target="../media/image655.png"/><Relationship Id="rId308" Type="http://schemas.openxmlformats.org/officeDocument/2006/relationships/image" Target="../media/image662.png"/><Relationship Id="rId47" Type="http://schemas.openxmlformats.org/officeDocument/2006/relationships/image" Target="../media/image239.png"/><Relationship Id="rId89" Type="http://schemas.openxmlformats.org/officeDocument/2006/relationships/image" Target="../media/image521.png"/><Relationship Id="rId112" Type="http://schemas.openxmlformats.org/officeDocument/2006/relationships/customXml" Target="../ink/ink1497.xml"/><Relationship Id="rId154" Type="http://schemas.openxmlformats.org/officeDocument/2006/relationships/customXml" Target="../ink/ink1518.xml"/><Relationship Id="rId361" Type="http://schemas.openxmlformats.org/officeDocument/2006/relationships/customXml" Target="../ink/ink1622.xml"/><Relationship Id="rId196" Type="http://schemas.openxmlformats.org/officeDocument/2006/relationships/customXml" Target="../ink/ink1539.xml"/><Relationship Id="rId16" Type="http://schemas.openxmlformats.org/officeDocument/2006/relationships/customXml" Target="../ink/ink1449.xml"/><Relationship Id="rId221" Type="http://schemas.openxmlformats.org/officeDocument/2006/relationships/customXml" Target="../ink/ink1552.xml"/><Relationship Id="rId263" Type="http://schemas.openxmlformats.org/officeDocument/2006/relationships/customXml" Target="../ink/ink1573.xml"/><Relationship Id="rId319" Type="http://schemas.openxmlformats.org/officeDocument/2006/relationships/customXml" Target="../ink/ink1601.xml"/><Relationship Id="rId58" Type="http://schemas.openxmlformats.org/officeDocument/2006/relationships/customXml" Target="../ink/ink1470.xml"/><Relationship Id="rId123" Type="http://schemas.openxmlformats.org/officeDocument/2006/relationships/image" Target="../media/image553.png"/><Relationship Id="rId330" Type="http://schemas.openxmlformats.org/officeDocument/2006/relationships/image" Target="../media/image673.png"/><Relationship Id="rId165" Type="http://schemas.openxmlformats.org/officeDocument/2006/relationships/image" Target="../media/image588.png"/><Relationship Id="rId372" Type="http://schemas.openxmlformats.org/officeDocument/2006/relationships/image" Target="../media/image694.png"/><Relationship Id="rId232" Type="http://schemas.openxmlformats.org/officeDocument/2006/relationships/image" Target="../media/image625.png"/><Relationship Id="rId274" Type="http://schemas.openxmlformats.org/officeDocument/2006/relationships/image" Target="../media/image645.png"/><Relationship Id="rId27" Type="http://schemas.openxmlformats.org/officeDocument/2006/relationships/image" Target="../media/image427.png"/><Relationship Id="rId48" Type="http://schemas.openxmlformats.org/officeDocument/2006/relationships/customXml" Target="../ink/ink1465.xml"/><Relationship Id="rId69" Type="http://schemas.openxmlformats.org/officeDocument/2006/relationships/image" Target="../media/image447.png"/><Relationship Id="rId113" Type="http://schemas.openxmlformats.org/officeDocument/2006/relationships/image" Target="../media/image532.png"/><Relationship Id="rId134" Type="http://schemas.openxmlformats.org/officeDocument/2006/relationships/customXml" Target="../ink/ink1508.xml"/><Relationship Id="rId320" Type="http://schemas.openxmlformats.org/officeDocument/2006/relationships/image" Target="../media/image668.png"/><Relationship Id="rId80" Type="http://schemas.openxmlformats.org/officeDocument/2006/relationships/customXml" Target="../ink/ink1481.xml"/><Relationship Id="rId155" Type="http://schemas.openxmlformats.org/officeDocument/2006/relationships/image" Target="../media/image583.png"/><Relationship Id="rId176" Type="http://schemas.openxmlformats.org/officeDocument/2006/relationships/customXml" Target="../ink/ink1529.xml"/><Relationship Id="rId197" Type="http://schemas.openxmlformats.org/officeDocument/2006/relationships/image" Target="../media/image603.png"/><Relationship Id="rId341" Type="http://schemas.openxmlformats.org/officeDocument/2006/relationships/customXml" Target="../ink/ink1612.xml"/><Relationship Id="rId362" Type="http://schemas.openxmlformats.org/officeDocument/2006/relationships/image" Target="../media/image689.png"/><Relationship Id="rId383" Type="http://schemas.openxmlformats.org/officeDocument/2006/relationships/customXml" Target="../ink/ink1633.xml"/><Relationship Id="rId201" Type="http://schemas.openxmlformats.org/officeDocument/2006/relationships/image" Target="../media/image604.png"/><Relationship Id="rId222" Type="http://schemas.openxmlformats.org/officeDocument/2006/relationships/image" Target="../media/image621.png"/><Relationship Id="rId243" Type="http://schemas.openxmlformats.org/officeDocument/2006/relationships/customXml" Target="../ink/ink1563.xml"/><Relationship Id="rId264" Type="http://schemas.openxmlformats.org/officeDocument/2006/relationships/image" Target="../media/image640.png"/><Relationship Id="rId285" Type="http://schemas.openxmlformats.org/officeDocument/2006/relationships/customXml" Target="../ink/ink1584.xml"/><Relationship Id="rId17" Type="http://schemas.openxmlformats.org/officeDocument/2006/relationships/image" Target="../media/image422.png"/><Relationship Id="rId38" Type="http://schemas.openxmlformats.org/officeDocument/2006/relationships/customXml" Target="../ink/ink1460.xml"/><Relationship Id="rId59" Type="http://schemas.openxmlformats.org/officeDocument/2006/relationships/image" Target="../media/image442.png"/><Relationship Id="rId103" Type="http://schemas.openxmlformats.org/officeDocument/2006/relationships/image" Target="../media/image528.png"/><Relationship Id="rId124" Type="http://schemas.openxmlformats.org/officeDocument/2006/relationships/customXml" Target="../ink/ink1503.xml"/><Relationship Id="rId310" Type="http://schemas.openxmlformats.org/officeDocument/2006/relationships/image" Target="../media/image663.png"/><Relationship Id="rId70" Type="http://schemas.openxmlformats.org/officeDocument/2006/relationships/customXml" Target="../ink/ink1476.xml"/><Relationship Id="rId91" Type="http://schemas.openxmlformats.org/officeDocument/2006/relationships/image" Target="../media/image522.png"/><Relationship Id="rId145" Type="http://schemas.openxmlformats.org/officeDocument/2006/relationships/image" Target="../media/image563.png"/><Relationship Id="rId166" Type="http://schemas.openxmlformats.org/officeDocument/2006/relationships/customXml" Target="../ink/ink1524.xml"/><Relationship Id="rId187" Type="http://schemas.openxmlformats.org/officeDocument/2006/relationships/image" Target="../media/image598.png"/><Relationship Id="rId331" Type="http://schemas.openxmlformats.org/officeDocument/2006/relationships/customXml" Target="../ink/ink1607.xml"/><Relationship Id="rId352" Type="http://schemas.openxmlformats.org/officeDocument/2006/relationships/image" Target="../media/image684.png"/><Relationship Id="rId373" Type="http://schemas.openxmlformats.org/officeDocument/2006/relationships/customXml" Target="../ink/ink1628.xml"/><Relationship Id="rId394" Type="http://schemas.openxmlformats.org/officeDocument/2006/relationships/image" Target="../media/image704.png"/><Relationship Id="rId408" Type="http://schemas.openxmlformats.org/officeDocument/2006/relationships/image" Target="../media/image711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616.png"/><Relationship Id="rId233" Type="http://schemas.openxmlformats.org/officeDocument/2006/relationships/customXml" Target="../ink/ink1558.xml"/><Relationship Id="rId254" Type="http://schemas.openxmlformats.org/officeDocument/2006/relationships/image" Target="../media/image635.png"/><Relationship Id="rId28" Type="http://schemas.openxmlformats.org/officeDocument/2006/relationships/customXml" Target="../ink/ink1455.xml"/><Relationship Id="rId49" Type="http://schemas.openxmlformats.org/officeDocument/2006/relationships/image" Target="../media/image437.png"/><Relationship Id="rId114" Type="http://schemas.openxmlformats.org/officeDocument/2006/relationships/customXml" Target="../ink/ink1498.xml"/><Relationship Id="rId275" Type="http://schemas.openxmlformats.org/officeDocument/2006/relationships/customXml" Target="../ink/ink1579.xml"/><Relationship Id="rId296" Type="http://schemas.openxmlformats.org/officeDocument/2006/relationships/image" Target="../media/image656.png"/><Relationship Id="rId300" Type="http://schemas.openxmlformats.org/officeDocument/2006/relationships/image" Target="../media/image658.png"/><Relationship Id="rId60" Type="http://schemas.openxmlformats.org/officeDocument/2006/relationships/customXml" Target="../ink/ink1471.xml"/><Relationship Id="rId81" Type="http://schemas.openxmlformats.org/officeDocument/2006/relationships/image" Target="../media/image454.png"/><Relationship Id="rId135" Type="http://schemas.openxmlformats.org/officeDocument/2006/relationships/image" Target="../media/image559.png"/><Relationship Id="rId156" Type="http://schemas.openxmlformats.org/officeDocument/2006/relationships/customXml" Target="../ink/ink1519.xml"/><Relationship Id="rId177" Type="http://schemas.openxmlformats.org/officeDocument/2006/relationships/image" Target="../media/image594.png"/><Relationship Id="rId198" Type="http://schemas.openxmlformats.org/officeDocument/2006/relationships/customXml" Target="../ink/ink1540.xml"/><Relationship Id="rId321" Type="http://schemas.openxmlformats.org/officeDocument/2006/relationships/customXml" Target="../ink/ink1602.xml"/><Relationship Id="rId342" Type="http://schemas.openxmlformats.org/officeDocument/2006/relationships/image" Target="../media/image679.png"/><Relationship Id="rId363" Type="http://schemas.openxmlformats.org/officeDocument/2006/relationships/customXml" Target="../ink/ink1623.xml"/><Relationship Id="rId384" Type="http://schemas.openxmlformats.org/officeDocument/2006/relationships/image" Target="../media/image699.png"/><Relationship Id="rId202" Type="http://schemas.openxmlformats.org/officeDocument/2006/relationships/customXml" Target="../ink/ink1542.xml"/><Relationship Id="rId223" Type="http://schemas.openxmlformats.org/officeDocument/2006/relationships/customXml" Target="../ink/ink1553.xml"/><Relationship Id="rId244" Type="http://schemas.openxmlformats.org/officeDocument/2006/relationships/image" Target="../media/image630.png"/><Relationship Id="rId18" Type="http://schemas.openxmlformats.org/officeDocument/2006/relationships/customXml" Target="../ink/ink1450.xml"/><Relationship Id="rId39" Type="http://schemas.openxmlformats.org/officeDocument/2006/relationships/image" Target="../media/image433.png"/><Relationship Id="rId265" Type="http://schemas.openxmlformats.org/officeDocument/2006/relationships/customXml" Target="../ink/ink1574.xml"/><Relationship Id="rId286" Type="http://schemas.openxmlformats.org/officeDocument/2006/relationships/image" Target="../media/image651.png"/><Relationship Id="rId50" Type="http://schemas.openxmlformats.org/officeDocument/2006/relationships/customXml" Target="../ink/ink1466.xml"/><Relationship Id="rId104" Type="http://schemas.openxmlformats.org/officeDocument/2006/relationships/customXml" Target="../ink/ink1493.xml"/><Relationship Id="rId125" Type="http://schemas.openxmlformats.org/officeDocument/2006/relationships/image" Target="../media/image554.png"/><Relationship Id="rId146" Type="http://schemas.openxmlformats.org/officeDocument/2006/relationships/customXml" Target="../ink/ink1514.xml"/><Relationship Id="rId167" Type="http://schemas.openxmlformats.org/officeDocument/2006/relationships/image" Target="../media/image589.png"/><Relationship Id="rId188" Type="http://schemas.openxmlformats.org/officeDocument/2006/relationships/customXml" Target="../ink/ink1535.xml"/><Relationship Id="rId311" Type="http://schemas.openxmlformats.org/officeDocument/2006/relationships/customXml" Target="../ink/ink1597.xml"/><Relationship Id="rId332" Type="http://schemas.openxmlformats.org/officeDocument/2006/relationships/image" Target="../media/image674.png"/><Relationship Id="rId353" Type="http://schemas.openxmlformats.org/officeDocument/2006/relationships/customXml" Target="../ink/ink1618.xml"/><Relationship Id="rId374" Type="http://schemas.openxmlformats.org/officeDocument/2006/relationships/image" Target="../media/image465.png"/><Relationship Id="rId395" Type="http://schemas.openxmlformats.org/officeDocument/2006/relationships/customXml" Target="../ink/ink1639.xml"/><Relationship Id="rId409" Type="http://schemas.openxmlformats.org/officeDocument/2006/relationships/customXml" Target="../ink/ink1646.xml"/><Relationship Id="rId71" Type="http://schemas.openxmlformats.org/officeDocument/2006/relationships/image" Target="../media/image448.png"/><Relationship Id="rId92" Type="http://schemas.openxmlformats.org/officeDocument/2006/relationships/customXml" Target="../ink/ink1487.xml"/><Relationship Id="rId213" Type="http://schemas.openxmlformats.org/officeDocument/2006/relationships/customXml" Target="../ink/ink1548.xml"/><Relationship Id="rId234" Type="http://schemas.openxmlformats.org/officeDocument/2006/relationships/image" Target="../media/image626.png"/><Relationship Id="rId2" Type="http://schemas.openxmlformats.org/officeDocument/2006/relationships/customXml" Target="../ink/ink1442.xml"/><Relationship Id="rId29" Type="http://schemas.openxmlformats.org/officeDocument/2006/relationships/image" Target="../media/image428.png"/><Relationship Id="rId255" Type="http://schemas.openxmlformats.org/officeDocument/2006/relationships/customXml" Target="../ink/ink1569.xml"/><Relationship Id="rId276" Type="http://schemas.openxmlformats.org/officeDocument/2006/relationships/image" Target="../media/image646.png"/><Relationship Id="rId297" Type="http://schemas.openxmlformats.org/officeDocument/2006/relationships/customXml" Target="../ink/ink1590.xml"/><Relationship Id="rId40" Type="http://schemas.openxmlformats.org/officeDocument/2006/relationships/customXml" Target="../ink/ink1461.xml"/><Relationship Id="rId115" Type="http://schemas.openxmlformats.org/officeDocument/2006/relationships/image" Target="../media/image533.png"/><Relationship Id="rId136" Type="http://schemas.openxmlformats.org/officeDocument/2006/relationships/customXml" Target="../ink/ink1509.xml"/><Relationship Id="rId157" Type="http://schemas.openxmlformats.org/officeDocument/2006/relationships/image" Target="../media/image584.png"/><Relationship Id="rId178" Type="http://schemas.openxmlformats.org/officeDocument/2006/relationships/customXml" Target="../ink/ink1530.xml"/><Relationship Id="rId301" Type="http://schemas.openxmlformats.org/officeDocument/2006/relationships/customXml" Target="../ink/ink1592.xml"/><Relationship Id="rId322" Type="http://schemas.openxmlformats.org/officeDocument/2006/relationships/image" Target="../media/image669.png"/><Relationship Id="rId343" Type="http://schemas.openxmlformats.org/officeDocument/2006/relationships/customXml" Target="../ink/ink1613.xml"/><Relationship Id="rId364" Type="http://schemas.openxmlformats.org/officeDocument/2006/relationships/image" Target="../media/image690.png"/><Relationship Id="rId61" Type="http://schemas.openxmlformats.org/officeDocument/2006/relationships/image" Target="../media/image443.png"/><Relationship Id="rId82" Type="http://schemas.openxmlformats.org/officeDocument/2006/relationships/customXml" Target="../ink/ink1482.xml"/><Relationship Id="rId199" Type="http://schemas.openxmlformats.org/officeDocument/2006/relationships/image" Target="../media/image505.png"/><Relationship Id="rId203" Type="http://schemas.openxmlformats.org/officeDocument/2006/relationships/image" Target="../media/image605.png"/><Relationship Id="rId385" Type="http://schemas.openxmlformats.org/officeDocument/2006/relationships/customXml" Target="../ink/ink1634.xml"/><Relationship Id="rId19" Type="http://schemas.openxmlformats.org/officeDocument/2006/relationships/image" Target="../media/image423.png"/><Relationship Id="rId224" Type="http://schemas.openxmlformats.org/officeDocument/2006/relationships/image" Target="../media/image191.png"/><Relationship Id="rId245" Type="http://schemas.openxmlformats.org/officeDocument/2006/relationships/customXml" Target="../ink/ink1564.xml"/><Relationship Id="rId266" Type="http://schemas.openxmlformats.org/officeDocument/2006/relationships/image" Target="../media/image641.png"/><Relationship Id="rId287" Type="http://schemas.openxmlformats.org/officeDocument/2006/relationships/customXml" Target="../ink/ink1585.xml"/><Relationship Id="rId410" Type="http://schemas.openxmlformats.org/officeDocument/2006/relationships/image" Target="../media/image712.png"/><Relationship Id="rId30" Type="http://schemas.openxmlformats.org/officeDocument/2006/relationships/customXml" Target="../ink/ink1456.xml"/><Relationship Id="rId105" Type="http://schemas.openxmlformats.org/officeDocument/2006/relationships/image" Target="../media/image529.png"/><Relationship Id="rId126" Type="http://schemas.openxmlformats.org/officeDocument/2006/relationships/customXml" Target="../ink/ink1504.xml"/><Relationship Id="rId147" Type="http://schemas.openxmlformats.org/officeDocument/2006/relationships/image" Target="../media/image564.png"/><Relationship Id="rId168" Type="http://schemas.openxmlformats.org/officeDocument/2006/relationships/customXml" Target="../ink/ink1525.xml"/><Relationship Id="rId312" Type="http://schemas.openxmlformats.org/officeDocument/2006/relationships/image" Target="../media/image664.png"/><Relationship Id="rId333" Type="http://schemas.openxmlformats.org/officeDocument/2006/relationships/customXml" Target="../ink/ink1608.xml"/><Relationship Id="rId354" Type="http://schemas.openxmlformats.org/officeDocument/2006/relationships/image" Target="../media/image685.png"/><Relationship Id="rId51" Type="http://schemas.openxmlformats.org/officeDocument/2006/relationships/image" Target="../media/image438.png"/><Relationship Id="rId72" Type="http://schemas.openxmlformats.org/officeDocument/2006/relationships/customXml" Target="../ink/ink1477.xml"/><Relationship Id="rId93" Type="http://schemas.openxmlformats.org/officeDocument/2006/relationships/image" Target="../media/image523.png"/><Relationship Id="rId189" Type="http://schemas.openxmlformats.org/officeDocument/2006/relationships/image" Target="../media/image599.png"/><Relationship Id="rId375" Type="http://schemas.openxmlformats.org/officeDocument/2006/relationships/customXml" Target="../ink/ink1629.xml"/><Relationship Id="rId396" Type="http://schemas.openxmlformats.org/officeDocument/2006/relationships/image" Target="../media/image705.png"/><Relationship Id="rId3" Type="http://schemas.openxmlformats.org/officeDocument/2006/relationships/image" Target="../media/image413.png"/><Relationship Id="rId214" Type="http://schemas.openxmlformats.org/officeDocument/2006/relationships/image" Target="../media/image617.png"/><Relationship Id="rId235" Type="http://schemas.openxmlformats.org/officeDocument/2006/relationships/customXml" Target="../ink/ink1559.xml"/><Relationship Id="rId256" Type="http://schemas.openxmlformats.org/officeDocument/2006/relationships/image" Target="../media/image636.png"/><Relationship Id="rId277" Type="http://schemas.openxmlformats.org/officeDocument/2006/relationships/customXml" Target="../ink/ink1580.xml"/><Relationship Id="rId298" Type="http://schemas.openxmlformats.org/officeDocument/2006/relationships/image" Target="../media/image657.png"/><Relationship Id="rId400" Type="http://schemas.openxmlformats.org/officeDocument/2006/relationships/image" Target="../media/image707.png"/><Relationship Id="rId116" Type="http://schemas.openxmlformats.org/officeDocument/2006/relationships/customXml" Target="../ink/ink1499.xml"/><Relationship Id="rId137" Type="http://schemas.openxmlformats.org/officeDocument/2006/relationships/image" Target="../media/image560.png"/><Relationship Id="rId158" Type="http://schemas.openxmlformats.org/officeDocument/2006/relationships/customXml" Target="../ink/ink1520.xml"/><Relationship Id="rId302" Type="http://schemas.openxmlformats.org/officeDocument/2006/relationships/image" Target="../media/image659.png"/><Relationship Id="rId323" Type="http://schemas.openxmlformats.org/officeDocument/2006/relationships/customXml" Target="../ink/ink1603.xml"/><Relationship Id="rId344" Type="http://schemas.openxmlformats.org/officeDocument/2006/relationships/image" Target="../media/image680.png"/><Relationship Id="rId20" Type="http://schemas.openxmlformats.org/officeDocument/2006/relationships/customXml" Target="../ink/ink1451.xml"/><Relationship Id="rId41" Type="http://schemas.openxmlformats.org/officeDocument/2006/relationships/image" Target="../media/image434.png"/><Relationship Id="rId62" Type="http://schemas.openxmlformats.org/officeDocument/2006/relationships/customXml" Target="../ink/ink1472.xml"/><Relationship Id="rId83" Type="http://schemas.openxmlformats.org/officeDocument/2006/relationships/image" Target="../media/image455.png"/><Relationship Id="rId179" Type="http://schemas.openxmlformats.org/officeDocument/2006/relationships/image" Target="../media/image166.png"/><Relationship Id="rId365" Type="http://schemas.openxmlformats.org/officeDocument/2006/relationships/customXml" Target="../ink/ink1624.xml"/><Relationship Id="rId386" Type="http://schemas.openxmlformats.org/officeDocument/2006/relationships/image" Target="../media/image700.png"/><Relationship Id="rId190" Type="http://schemas.openxmlformats.org/officeDocument/2006/relationships/customXml" Target="../ink/ink1536.xml"/><Relationship Id="rId204" Type="http://schemas.openxmlformats.org/officeDocument/2006/relationships/customXml" Target="../ink/ink1543.xml"/><Relationship Id="rId225" Type="http://schemas.openxmlformats.org/officeDocument/2006/relationships/customXml" Target="../ink/ink1554.xml"/><Relationship Id="rId246" Type="http://schemas.openxmlformats.org/officeDocument/2006/relationships/image" Target="../media/image631.png"/><Relationship Id="rId267" Type="http://schemas.openxmlformats.org/officeDocument/2006/relationships/customXml" Target="../ink/ink1575.xml"/><Relationship Id="rId288" Type="http://schemas.openxmlformats.org/officeDocument/2006/relationships/image" Target="../media/image652.png"/><Relationship Id="rId411" Type="http://schemas.openxmlformats.org/officeDocument/2006/relationships/customXml" Target="../ink/ink1647.xml"/><Relationship Id="rId106" Type="http://schemas.openxmlformats.org/officeDocument/2006/relationships/customXml" Target="../ink/ink1494.xml"/><Relationship Id="rId127" Type="http://schemas.openxmlformats.org/officeDocument/2006/relationships/image" Target="../media/image555.png"/><Relationship Id="rId313" Type="http://schemas.openxmlformats.org/officeDocument/2006/relationships/customXml" Target="../ink/ink1598.xml"/><Relationship Id="rId10" Type="http://schemas.openxmlformats.org/officeDocument/2006/relationships/customXml" Target="../ink/ink1446.xml"/><Relationship Id="rId31" Type="http://schemas.openxmlformats.org/officeDocument/2006/relationships/image" Target="../media/image429.png"/><Relationship Id="rId52" Type="http://schemas.openxmlformats.org/officeDocument/2006/relationships/customXml" Target="../ink/ink1467.xml"/><Relationship Id="rId73" Type="http://schemas.openxmlformats.org/officeDocument/2006/relationships/image" Target="../media/image449.png"/><Relationship Id="rId94" Type="http://schemas.openxmlformats.org/officeDocument/2006/relationships/customXml" Target="../ink/ink1488.xml"/><Relationship Id="rId148" Type="http://schemas.openxmlformats.org/officeDocument/2006/relationships/customXml" Target="../ink/ink1515.xml"/><Relationship Id="rId169" Type="http://schemas.openxmlformats.org/officeDocument/2006/relationships/image" Target="../media/image590.png"/><Relationship Id="rId334" Type="http://schemas.openxmlformats.org/officeDocument/2006/relationships/image" Target="../media/image675.png"/><Relationship Id="rId355" Type="http://schemas.openxmlformats.org/officeDocument/2006/relationships/customXml" Target="../ink/ink1619.xml"/><Relationship Id="rId376" Type="http://schemas.openxmlformats.org/officeDocument/2006/relationships/image" Target="../media/image695.png"/><Relationship Id="rId397" Type="http://schemas.openxmlformats.org/officeDocument/2006/relationships/customXml" Target="../ink/ink1640.xml"/><Relationship Id="rId4" Type="http://schemas.openxmlformats.org/officeDocument/2006/relationships/customXml" Target="../ink/ink1443.xml"/><Relationship Id="rId180" Type="http://schemas.openxmlformats.org/officeDocument/2006/relationships/customXml" Target="../ink/ink1531.xml"/><Relationship Id="rId215" Type="http://schemas.openxmlformats.org/officeDocument/2006/relationships/customXml" Target="../ink/ink1549.xml"/><Relationship Id="rId236" Type="http://schemas.openxmlformats.org/officeDocument/2006/relationships/image" Target="../media/image627.png"/><Relationship Id="rId257" Type="http://schemas.openxmlformats.org/officeDocument/2006/relationships/customXml" Target="../ink/ink1570.xml"/><Relationship Id="rId278" Type="http://schemas.openxmlformats.org/officeDocument/2006/relationships/image" Target="../media/image647.png"/><Relationship Id="rId401" Type="http://schemas.openxmlformats.org/officeDocument/2006/relationships/customXml" Target="../ink/ink1642.xml"/><Relationship Id="rId303" Type="http://schemas.openxmlformats.org/officeDocument/2006/relationships/customXml" Target="../ink/ink1593.xml"/><Relationship Id="rId42" Type="http://schemas.openxmlformats.org/officeDocument/2006/relationships/customXml" Target="../ink/ink1462.xml"/><Relationship Id="rId84" Type="http://schemas.openxmlformats.org/officeDocument/2006/relationships/customXml" Target="../ink/ink1483.xml"/><Relationship Id="rId138" Type="http://schemas.openxmlformats.org/officeDocument/2006/relationships/customXml" Target="../ink/ink1510.xml"/><Relationship Id="rId345" Type="http://schemas.openxmlformats.org/officeDocument/2006/relationships/customXml" Target="../ink/ink1614.xml"/><Relationship Id="rId387" Type="http://schemas.openxmlformats.org/officeDocument/2006/relationships/customXml" Target="../ink/ink1635.xml"/><Relationship Id="rId191" Type="http://schemas.openxmlformats.org/officeDocument/2006/relationships/image" Target="../media/image600.png"/><Relationship Id="rId205" Type="http://schemas.openxmlformats.org/officeDocument/2006/relationships/image" Target="../media/image606.png"/><Relationship Id="rId247" Type="http://schemas.openxmlformats.org/officeDocument/2006/relationships/customXml" Target="../ink/ink1565.xml"/><Relationship Id="rId412" Type="http://schemas.openxmlformats.org/officeDocument/2006/relationships/image" Target="../media/image713.png"/><Relationship Id="rId107" Type="http://schemas.openxmlformats.org/officeDocument/2006/relationships/image" Target="../media/image530.png"/><Relationship Id="rId289" Type="http://schemas.openxmlformats.org/officeDocument/2006/relationships/customXml" Target="../ink/ink1586.xml"/><Relationship Id="rId11" Type="http://schemas.openxmlformats.org/officeDocument/2006/relationships/image" Target="../media/image419.png"/><Relationship Id="rId53" Type="http://schemas.openxmlformats.org/officeDocument/2006/relationships/image" Target="../media/image439.png"/><Relationship Id="rId149" Type="http://schemas.openxmlformats.org/officeDocument/2006/relationships/image" Target="../media/image565.png"/><Relationship Id="rId314" Type="http://schemas.openxmlformats.org/officeDocument/2006/relationships/image" Target="../media/image665.png"/><Relationship Id="rId356" Type="http://schemas.openxmlformats.org/officeDocument/2006/relationships/image" Target="../media/image686.png"/><Relationship Id="rId398" Type="http://schemas.openxmlformats.org/officeDocument/2006/relationships/image" Target="../media/image706.png"/><Relationship Id="rId95" Type="http://schemas.openxmlformats.org/officeDocument/2006/relationships/image" Target="../media/image524.png"/><Relationship Id="rId160" Type="http://schemas.openxmlformats.org/officeDocument/2006/relationships/customXml" Target="../ink/ink1521.xml"/><Relationship Id="rId216" Type="http://schemas.openxmlformats.org/officeDocument/2006/relationships/image" Target="../media/image618.png"/><Relationship Id="rId258" Type="http://schemas.openxmlformats.org/officeDocument/2006/relationships/image" Target="../media/image637.png"/><Relationship Id="rId22" Type="http://schemas.openxmlformats.org/officeDocument/2006/relationships/customXml" Target="../ink/ink1452.xml"/><Relationship Id="rId64" Type="http://schemas.openxmlformats.org/officeDocument/2006/relationships/customXml" Target="../ink/ink1473.xml"/><Relationship Id="rId118" Type="http://schemas.openxmlformats.org/officeDocument/2006/relationships/customXml" Target="../ink/ink1500.xml"/><Relationship Id="rId325" Type="http://schemas.openxmlformats.org/officeDocument/2006/relationships/customXml" Target="../ink/ink1604.xml"/><Relationship Id="rId367" Type="http://schemas.openxmlformats.org/officeDocument/2006/relationships/customXml" Target="../ink/ink1625.xml"/><Relationship Id="rId171" Type="http://schemas.openxmlformats.org/officeDocument/2006/relationships/image" Target="../media/image591.png"/><Relationship Id="rId227" Type="http://schemas.openxmlformats.org/officeDocument/2006/relationships/customXml" Target="../ink/ink1555.xml"/><Relationship Id="rId269" Type="http://schemas.openxmlformats.org/officeDocument/2006/relationships/customXml" Target="../ink/ink1576.xml"/><Relationship Id="rId33" Type="http://schemas.openxmlformats.org/officeDocument/2006/relationships/image" Target="../media/image430.png"/><Relationship Id="rId129" Type="http://schemas.openxmlformats.org/officeDocument/2006/relationships/image" Target="../media/image556.png"/><Relationship Id="rId280" Type="http://schemas.openxmlformats.org/officeDocument/2006/relationships/image" Target="../media/image648.png"/><Relationship Id="rId336" Type="http://schemas.openxmlformats.org/officeDocument/2006/relationships/image" Target="../media/image676.png"/><Relationship Id="rId75" Type="http://schemas.openxmlformats.org/officeDocument/2006/relationships/image" Target="../media/image450.png"/><Relationship Id="rId140" Type="http://schemas.openxmlformats.org/officeDocument/2006/relationships/customXml" Target="../ink/ink1511.xml"/><Relationship Id="rId182" Type="http://schemas.openxmlformats.org/officeDocument/2006/relationships/customXml" Target="../ink/ink1532.xml"/><Relationship Id="rId378" Type="http://schemas.openxmlformats.org/officeDocument/2006/relationships/image" Target="../media/image696.png"/><Relationship Id="rId403" Type="http://schemas.openxmlformats.org/officeDocument/2006/relationships/customXml" Target="../ink/ink1643.xml"/><Relationship Id="rId6" Type="http://schemas.openxmlformats.org/officeDocument/2006/relationships/customXml" Target="../ink/ink1444.xml"/><Relationship Id="rId238" Type="http://schemas.openxmlformats.org/officeDocument/2006/relationships/image" Target="../media/image628.png"/><Relationship Id="rId291" Type="http://schemas.openxmlformats.org/officeDocument/2006/relationships/customXml" Target="../ink/ink1587.xml"/><Relationship Id="rId305" Type="http://schemas.openxmlformats.org/officeDocument/2006/relationships/customXml" Target="../ink/ink1594.xml"/><Relationship Id="rId347" Type="http://schemas.openxmlformats.org/officeDocument/2006/relationships/customXml" Target="../ink/ink1615.xml"/><Relationship Id="rId44" Type="http://schemas.openxmlformats.org/officeDocument/2006/relationships/customXml" Target="../ink/ink1463.xml"/><Relationship Id="rId86" Type="http://schemas.openxmlformats.org/officeDocument/2006/relationships/customXml" Target="../ink/ink1484.xml"/><Relationship Id="rId151" Type="http://schemas.openxmlformats.org/officeDocument/2006/relationships/image" Target="../media/image566.png"/><Relationship Id="rId389" Type="http://schemas.openxmlformats.org/officeDocument/2006/relationships/customXml" Target="../ink/ink1636.xml"/><Relationship Id="rId193" Type="http://schemas.openxmlformats.org/officeDocument/2006/relationships/image" Target="../media/image601.png"/><Relationship Id="rId207" Type="http://schemas.openxmlformats.org/officeDocument/2006/relationships/image" Target="../media/image607.png"/><Relationship Id="rId249" Type="http://schemas.openxmlformats.org/officeDocument/2006/relationships/customXml" Target="../ink/ink1566.xml"/><Relationship Id="rId13" Type="http://schemas.openxmlformats.org/officeDocument/2006/relationships/image" Target="../media/image420.png"/><Relationship Id="rId109" Type="http://schemas.openxmlformats.org/officeDocument/2006/relationships/image" Target="../media/image531.png"/><Relationship Id="rId260" Type="http://schemas.openxmlformats.org/officeDocument/2006/relationships/image" Target="../media/image638.png"/><Relationship Id="rId316" Type="http://schemas.openxmlformats.org/officeDocument/2006/relationships/image" Target="../media/image666.png"/><Relationship Id="rId55" Type="http://schemas.openxmlformats.org/officeDocument/2006/relationships/image" Target="../media/image440.png"/><Relationship Id="rId97" Type="http://schemas.openxmlformats.org/officeDocument/2006/relationships/image" Target="../media/image525.png"/><Relationship Id="rId120" Type="http://schemas.openxmlformats.org/officeDocument/2006/relationships/customXml" Target="../ink/ink1501.xml"/><Relationship Id="rId358" Type="http://schemas.openxmlformats.org/officeDocument/2006/relationships/image" Target="../media/image687.png"/><Relationship Id="rId162" Type="http://schemas.openxmlformats.org/officeDocument/2006/relationships/customXml" Target="../ink/ink1522.xml"/><Relationship Id="rId218" Type="http://schemas.openxmlformats.org/officeDocument/2006/relationships/image" Target="../media/image619.png"/><Relationship Id="rId271" Type="http://schemas.openxmlformats.org/officeDocument/2006/relationships/customXml" Target="../ink/ink1577.xml"/><Relationship Id="rId24" Type="http://schemas.openxmlformats.org/officeDocument/2006/relationships/customXml" Target="../ink/ink1453.xml"/><Relationship Id="rId66" Type="http://schemas.openxmlformats.org/officeDocument/2006/relationships/customXml" Target="../ink/ink1474.xml"/><Relationship Id="rId131" Type="http://schemas.openxmlformats.org/officeDocument/2006/relationships/image" Target="../media/image557.png"/><Relationship Id="rId327" Type="http://schemas.openxmlformats.org/officeDocument/2006/relationships/customXml" Target="../ink/ink1605.xml"/><Relationship Id="rId369" Type="http://schemas.openxmlformats.org/officeDocument/2006/relationships/customXml" Target="../ink/ink1626.xml"/><Relationship Id="rId173" Type="http://schemas.openxmlformats.org/officeDocument/2006/relationships/image" Target="../media/image592.png"/><Relationship Id="rId229" Type="http://schemas.openxmlformats.org/officeDocument/2006/relationships/customXml" Target="../ink/ink1556.xml"/><Relationship Id="rId380" Type="http://schemas.openxmlformats.org/officeDocument/2006/relationships/image" Target="../media/image697.png"/><Relationship Id="rId240" Type="http://schemas.openxmlformats.org/officeDocument/2006/relationships/image" Target="../media/image629.png"/><Relationship Id="rId35" Type="http://schemas.openxmlformats.org/officeDocument/2006/relationships/image" Target="../media/image431.png"/><Relationship Id="rId77" Type="http://schemas.openxmlformats.org/officeDocument/2006/relationships/image" Target="../media/image451.png"/><Relationship Id="rId100" Type="http://schemas.openxmlformats.org/officeDocument/2006/relationships/customXml" Target="../ink/ink1491.xml"/><Relationship Id="rId282" Type="http://schemas.openxmlformats.org/officeDocument/2006/relationships/image" Target="../media/image649.png"/><Relationship Id="rId338" Type="http://schemas.openxmlformats.org/officeDocument/2006/relationships/image" Target="../media/image677.png"/><Relationship Id="rId8" Type="http://schemas.openxmlformats.org/officeDocument/2006/relationships/customXml" Target="../ink/ink1445.xml"/><Relationship Id="rId142" Type="http://schemas.openxmlformats.org/officeDocument/2006/relationships/customXml" Target="../ink/ink1512.xml"/><Relationship Id="rId184" Type="http://schemas.openxmlformats.org/officeDocument/2006/relationships/customXml" Target="../ink/ink1533.xml"/><Relationship Id="rId391" Type="http://schemas.openxmlformats.org/officeDocument/2006/relationships/customXml" Target="../ink/ink1637.xml"/><Relationship Id="rId405" Type="http://schemas.openxmlformats.org/officeDocument/2006/relationships/customXml" Target="../ink/ink1644.xml"/><Relationship Id="rId251" Type="http://schemas.openxmlformats.org/officeDocument/2006/relationships/customXml" Target="../ink/ink1567.xml"/><Relationship Id="rId46" Type="http://schemas.openxmlformats.org/officeDocument/2006/relationships/customXml" Target="../ink/ink1464.xml"/><Relationship Id="rId293" Type="http://schemas.openxmlformats.org/officeDocument/2006/relationships/customXml" Target="../ink/ink1588.xml"/><Relationship Id="rId307" Type="http://schemas.openxmlformats.org/officeDocument/2006/relationships/customXml" Target="../ink/ink1595.xml"/><Relationship Id="rId349" Type="http://schemas.openxmlformats.org/officeDocument/2006/relationships/customXml" Target="../ink/ink1616.xml"/><Relationship Id="rId88" Type="http://schemas.openxmlformats.org/officeDocument/2006/relationships/customXml" Target="../ink/ink1485.xml"/><Relationship Id="rId111" Type="http://schemas.openxmlformats.org/officeDocument/2006/relationships/image" Target="../media/image71.png"/><Relationship Id="rId153" Type="http://schemas.openxmlformats.org/officeDocument/2006/relationships/image" Target="../media/image567.png"/><Relationship Id="rId195" Type="http://schemas.openxmlformats.org/officeDocument/2006/relationships/image" Target="../media/image602.png"/><Relationship Id="rId209" Type="http://schemas.openxmlformats.org/officeDocument/2006/relationships/image" Target="../media/image615.png"/><Relationship Id="rId360" Type="http://schemas.openxmlformats.org/officeDocument/2006/relationships/image" Target="../media/image688.png"/><Relationship Id="rId220" Type="http://schemas.openxmlformats.org/officeDocument/2006/relationships/image" Target="../media/image620.png"/><Relationship Id="rId15" Type="http://schemas.openxmlformats.org/officeDocument/2006/relationships/image" Target="../media/image421.png"/><Relationship Id="rId57" Type="http://schemas.openxmlformats.org/officeDocument/2006/relationships/image" Target="../media/image441.png"/><Relationship Id="rId262" Type="http://schemas.openxmlformats.org/officeDocument/2006/relationships/image" Target="../media/image639.png"/><Relationship Id="rId318" Type="http://schemas.openxmlformats.org/officeDocument/2006/relationships/image" Target="../media/image667.png"/><Relationship Id="rId99" Type="http://schemas.openxmlformats.org/officeDocument/2006/relationships/image" Target="../media/image526.png"/><Relationship Id="rId122" Type="http://schemas.openxmlformats.org/officeDocument/2006/relationships/customXml" Target="../ink/ink1502.xml"/><Relationship Id="rId164" Type="http://schemas.openxmlformats.org/officeDocument/2006/relationships/customXml" Target="../ink/ink1523.xml"/><Relationship Id="rId371" Type="http://schemas.openxmlformats.org/officeDocument/2006/relationships/customXml" Target="../ink/ink1627.xml"/><Relationship Id="rId26" Type="http://schemas.openxmlformats.org/officeDocument/2006/relationships/customXml" Target="../ink/ink1454.xml"/><Relationship Id="rId231" Type="http://schemas.openxmlformats.org/officeDocument/2006/relationships/customXml" Target="../ink/ink1557.xml"/><Relationship Id="rId273" Type="http://schemas.openxmlformats.org/officeDocument/2006/relationships/customXml" Target="../ink/ink1578.xml"/><Relationship Id="rId329" Type="http://schemas.openxmlformats.org/officeDocument/2006/relationships/customXml" Target="../ink/ink1606.xml"/><Relationship Id="rId68" Type="http://schemas.openxmlformats.org/officeDocument/2006/relationships/customXml" Target="../ink/ink1475.xml"/><Relationship Id="rId133" Type="http://schemas.openxmlformats.org/officeDocument/2006/relationships/image" Target="../media/image558.png"/><Relationship Id="rId175" Type="http://schemas.openxmlformats.org/officeDocument/2006/relationships/image" Target="../media/image593.png"/><Relationship Id="rId340" Type="http://schemas.openxmlformats.org/officeDocument/2006/relationships/image" Target="../media/image678.png"/><Relationship Id="rId200" Type="http://schemas.openxmlformats.org/officeDocument/2006/relationships/customXml" Target="../ink/ink1541.xml"/><Relationship Id="rId382" Type="http://schemas.openxmlformats.org/officeDocument/2006/relationships/image" Target="../media/image698.png"/><Relationship Id="rId242" Type="http://schemas.openxmlformats.org/officeDocument/2006/relationships/image" Target="../media/image377.png"/><Relationship Id="rId284" Type="http://schemas.openxmlformats.org/officeDocument/2006/relationships/image" Target="../media/image650.png"/><Relationship Id="rId37" Type="http://schemas.openxmlformats.org/officeDocument/2006/relationships/image" Target="../media/image432.png"/><Relationship Id="rId79" Type="http://schemas.openxmlformats.org/officeDocument/2006/relationships/image" Target="../media/image453.png"/><Relationship Id="rId102" Type="http://schemas.openxmlformats.org/officeDocument/2006/relationships/customXml" Target="../ink/ink1492.xml"/><Relationship Id="rId144" Type="http://schemas.openxmlformats.org/officeDocument/2006/relationships/customXml" Target="../ink/ink1513.xml"/><Relationship Id="rId90" Type="http://schemas.openxmlformats.org/officeDocument/2006/relationships/customXml" Target="../ink/ink1486.xml"/><Relationship Id="rId186" Type="http://schemas.openxmlformats.org/officeDocument/2006/relationships/customXml" Target="../ink/ink1534.xml"/><Relationship Id="rId351" Type="http://schemas.openxmlformats.org/officeDocument/2006/relationships/customXml" Target="../ink/ink1617.xml"/><Relationship Id="rId393" Type="http://schemas.openxmlformats.org/officeDocument/2006/relationships/customXml" Target="../ink/ink1638.xml"/><Relationship Id="rId407" Type="http://schemas.openxmlformats.org/officeDocument/2006/relationships/customXml" Target="../ink/ink1645.xml"/><Relationship Id="rId211" Type="http://schemas.openxmlformats.org/officeDocument/2006/relationships/customXml" Target="../ink/ink1547.xml"/><Relationship Id="rId253" Type="http://schemas.openxmlformats.org/officeDocument/2006/relationships/customXml" Target="../ink/ink1568.xml"/><Relationship Id="rId295" Type="http://schemas.openxmlformats.org/officeDocument/2006/relationships/customXml" Target="../ink/ink1589.xml"/><Relationship Id="rId309" Type="http://schemas.openxmlformats.org/officeDocument/2006/relationships/customXml" Target="../ink/ink1596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4.png"/><Relationship Id="rId299" Type="http://schemas.openxmlformats.org/officeDocument/2006/relationships/customXml" Target="../ink/ink1797.xml"/><Relationship Id="rId21" Type="http://schemas.openxmlformats.org/officeDocument/2006/relationships/image" Target="../media/image424.png"/><Relationship Id="rId63" Type="http://schemas.openxmlformats.org/officeDocument/2006/relationships/image" Target="../media/image444.png"/><Relationship Id="rId159" Type="http://schemas.openxmlformats.org/officeDocument/2006/relationships/image" Target="../media/image585.png"/><Relationship Id="rId324" Type="http://schemas.openxmlformats.org/officeDocument/2006/relationships/image" Target="../media/image670.png"/><Relationship Id="rId366" Type="http://schemas.openxmlformats.org/officeDocument/2006/relationships/image" Target="../media/image691.png"/><Relationship Id="rId170" Type="http://schemas.openxmlformats.org/officeDocument/2006/relationships/customXml" Target="../ink/ink1732.xml"/><Relationship Id="rId226" Type="http://schemas.openxmlformats.org/officeDocument/2006/relationships/image" Target="../media/image622.png"/><Relationship Id="rId433" Type="http://schemas.openxmlformats.org/officeDocument/2006/relationships/customXml" Target="../ink/ink1865.xml"/><Relationship Id="rId268" Type="http://schemas.openxmlformats.org/officeDocument/2006/relationships/image" Target="../media/image642.png"/><Relationship Id="rId32" Type="http://schemas.openxmlformats.org/officeDocument/2006/relationships/customXml" Target="../ink/ink1663.xml"/><Relationship Id="rId74" Type="http://schemas.openxmlformats.org/officeDocument/2006/relationships/customXml" Target="../ink/ink1684.xml"/><Relationship Id="rId128" Type="http://schemas.openxmlformats.org/officeDocument/2006/relationships/customXml" Target="../ink/ink1711.xml"/><Relationship Id="rId335" Type="http://schemas.openxmlformats.org/officeDocument/2006/relationships/customXml" Target="../ink/ink1815.xml"/><Relationship Id="rId377" Type="http://schemas.openxmlformats.org/officeDocument/2006/relationships/customXml" Target="../ink/ink1836.xml"/><Relationship Id="rId5" Type="http://schemas.openxmlformats.org/officeDocument/2006/relationships/image" Target="../media/image416.png"/><Relationship Id="rId181" Type="http://schemas.openxmlformats.org/officeDocument/2006/relationships/image" Target="../media/image595.png"/><Relationship Id="rId237" Type="http://schemas.openxmlformats.org/officeDocument/2006/relationships/customXml" Target="../ink/ink1766.xml"/><Relationship Id="rId402" Type="http://schemas.openxmlformats.org/officeDocument/2006/relationships/image" Target="../media/image723.png"/><Relationship Id="rId279" Type="http://schemas.openxmlformats.org/officeDocument/2006/relationships/customXml" Target="../ink/ink1787.xml"/><Relationship Id="rId444" Type="http://schemas.openxmlformats.org/officeDocument/2006/relationships/image" Target="../media/image744.png"/><Relationship Id="rId43" Type="http://schemas.openxmlformats.org/officeDocument/2006/relationships/image" Target="../media/image435.png"/><Relationship Id="rId139" Type="http://schemas.openxmlformats.org/officeDocument/2006/relationships/image" Target="../media/image561.png"/><Relationship Id="rId290" Type="http://schemas.openxmlformats.org/officeDocument/2006/relationships/image" Target="../media/image653.png"/><Relationship Id="rId304" Type="http://schemas.openxmlformats.org/officeDocument/2006/relationships/image" Target="../media/image660.png"/><Relationship Id="rId346" Type="http://schemas.openxmlformats.org/officeDocument/2006/relationships/image" Target="../media/image681.png"/><Relationship Id="rId388" Type="http://schemas.openxmlformats.org/officeDocument/2006/relationships/customXml" Target="../ink/ink1842.xml"/><Relationship Id="rId85" Type="http://schemas.openxmlformats.org/officeDocument/2006/relationships/image" Target="../media/image456.png"/><Relationship Id="rId150" Type="http://schemas.openxmlformats.org/officeDocument/2006/relationships/customXml" Target="../ink/ink1722.xml"/><Relationship Id="rId192" Type="http://schemas.openxmlformats.org/officeDocument/2006/relationships/customXml" Target="../ink/ink1743.xml"/><Relationship Id="rId206" Type="http://schemas.openxmlformats.org/officeDocument/2006/relationships/customXml" Target="../ink/ink1750.xml"/><Relationship Id="rId413" Type="http://schemas.openxmlformats.org/officeDocument/2006/relationships/customXml" Target="../ink/ink1855.xml"/><Relationship Id="rId248" Type="http://schemas.openxmlformats.org/officeDocument/2006/relationships/image" Target="../media/image632.png"/><Relationship Id="rId12" Type="http://schemas.openxmlformats.org/officeDocument/2006/relationships/customXml" Target="../ink/ink1653.xml"/><Relationship Id="rId108" Type="http://schemas.openxmlformats.org/officeDocument/2006/relationships/customXml" Target="../ink/ink1701.xml"/><Relationship Id="rId315" Type="http://schemas.openxmlformats.org/officeDocument/2006/relationships/customXml" Target="../ink/ink1805.xml"/><Relationship Id="rId357" Type="http://schemas.openxmlformats.org/officeDocument/2006/relationships/customXml" Target="../ink/ink1826.xml"/><Relationship Id="rId54" Type="http://schemas.openxmlformats.org/officeDocument/2006/relationships/customXml" Target="../ink/ink1674.xml"/><Relationship Id="rId96" Type="http://schemas.openxmlformats.org/officeDocument/2006/relationships/customXml" Target="../ink/ink1695.xml"/><Relationship Id="rId161" Type="http://schemas.openxmlformats.org/officeDocument/2006/relationships/image" Target="../media/image586.png"/><Relationship Id="rId217" Type="http://schemas.openxmlformats.org/officeDocument/2006/relationships/customXml" Target="../ink/ink1756.xml"/><Relationship Id="rId399" Type="http://schemas.openxmlformats.org/officeDocument/2006/relationships/customXml" Target="../ink/ink1848.xml"/><Relationship Id="rId259" Type="http://schemas.openxmlformats.org/officeDocument/2006/relationships/customXml" Target="../ink/ink1777.xml"/><Relationship Id="rId424" Type="http://schemas.openxmlformats.org/officeDocument/2006/relationships/image" Target="../media/image734.png"/><Relationship Id="rId23" Type="http://schemas.openxmlformats.org/officeDocument/2006/relationships/image" Target="../media/image425.png"/><Relationship Id="rId119" Type="http://schemas.openxmlformats.org/officeDocument/2006/relationships/image" Target="../media/image535.png"/><Relationship Id="rId270" Type="http://schemas.openxmlformats.org/officeDocument/2006/relationships/image" Target="../media/image643.png"/><Relationship Id="rId326" Type="http://schemas.openxmlformats.org/officeDocument/2006/relationships/image" Target="../media/image671.png"/><Relationship Id="rId65" Type="http://schemas.openxmlformats.org/officeDocument/2006/relationships/image" Target="../media/image445.png"/><Relationship Id="rId130" Type="http://schemas.openxmlformats.org/officeDocument/2006/relationships/customXml" Target="../ink/ink1712.xml"/><Relationship Id="rId368" Type="http://schemas.openxmlformats.org/officeDocument/2006/relationships/image" Target="../media/image701.png"/><Relationship Id="rId172" Type="http://schemas.openxmlformats.org/officeDocument/2006/relationships/customXml" Target="../ink/ink1733.xml"/><Relationship Id="rId228" Type="http://schemas.openxmlformats.org/officeDocument/2006/relationships/image" Target="../media/image623.png"/><Relationship Id="rId435" Type="http://schemas.openxmlformats.org/officeDocument/2006/relationships/customXml" Target="../ink/ink1866.xml"/><Relationship Id="rId281" Type="http://schemas.openxmlformats.org/officeDocument/2006/relationships/customXml" Target="../ink/ink1788.xml"/><Relationship Id="rId337" Type="http://schemas.openxmlformats.org/officeDocument/2006/relationships/customXml" Target="../ink/ink1816.xml"/><Relationship Id="rId34" Type="http://schemas.openxmlformats.org/officeDocument/2006/relationships/customXml" Target="../ink/ink1664.xml"/><Relationship Id="rId76" Type="http://schemas.openxmlformats.org/officeDocument/2006/relationships/customXml" Target="../ink/ink1685.xml"/><Relationship Id="rId141" Type="http://schemas.openxmlformats.org/officeDocument/2006/relationships/image" Target="../media/image562.png"/><Relationship Id="rId379" Type="http://schemas.openxmlformats.org/officeDocument/2006/relationships/customXml" Target="../ink/ink1837.xml"/><Relationship Id="rId7" Type="http://schemas.openxmlformats.org/officeDocument/2006/relationships/image" Target="../media/image417.png"/><Relationship Id="rId183" Type="http://schemas.openxmlformats.org/officeDocument/2006/relationships/image" Target="../media/image596.png"/><Relationship Id="rId239" Type="http://schemas.openxmlformats.org/officeDocument/2006/relationships/customXml" Target="../ink/ink1767.xml"/><Relationship Id="rId390" Type="http://schemas.openxmlformats.org/officeDocument/2006/relationships/customXml" Target="../ink/ink1843.xml"/><Relationship Id="rId404" Type="http://schemas.openxmlformats.org/officeDocument/2006/relationships/image" Target="../media/image724.png"/><Relationship Id="rId446" Type="http://schemas.openxmlformats.org/officeDocument/2006/relationships/image" Target="../media/image745.png"/><Relationship Id="rId250" Type="http://schemas.openxmlformats.org/officeDocument/2006/relationships/image" Target="../media/image633.png"/><Relationship Id="rId292" Type="http://schemas.openxmlformats.org/officeDocument/2006/relationships/image" Target="../media/image654.png"/><Relationship Id="rId306" Type="http://schemas.openxmlformats.org/officeDocument/2006/relationships/image" Target="../media/image661.png"/><Relationship Id="rId45" Type="http://schemas.openxmlformats.org/officeDocument/2006/relationships/image" Target="../media/image436.png"/><Relationship Id="rId87" Type="http://schemas.openxmlformats.org/officeDocument/2006/relationships/image" Target="../media/image457.png"/><Relationship Id="rId110" Type="http://schemas.openxmlformats.org/officeDocument/2006/relationships/customXml" Target="../ink/ink1702.xml"/><Relationship Id="rId348" Type="http://schemas.openxmlformats.org/officeDocument/2006/relationships/image" Target="../media/image682.png"/><Relationship Id="rId152" Type="http://schemas.openxmlformats.org/officeDocument/2006/relationships/customXml" Target="../ink/ink1723.xml"/><Relationship Id="rId194" Type="http://schemas.openxmlformats.org/officeDocument/2006/relationships/customXml" Target="../ink/ink1744.xml"/><Relationship Id="rId208" Type="http://schemas.openxmlformats.org/officeDocument/2006/relationships/customXml" Target="../ink/ink1751.xml"/><Relationship Id="rId415" Type="http://schemas.openxmlformats.org/officeDocument/2006/relationships/customXml" Target="../ink/ink1856.xml"/><Relationship Id="rId261" Type="http://schemas.openxmlformats.org/officeDocument/2006/relationships/customXml" Target="../ink/ink1778.xml"/><Relationship Id="rId14" Type="http://schemas.openxmlformats.org/officeDocument/2006/relationships/customXml" Target="../ink/ink1654.xml"/><Relationship Id="rId56" Type="http://schemas.openxmlformats.org/officeDocument/2006/relationships/customXml" Target="../ink/ink1675.xml"/><Relationship Id="rId317" Type="http://schemas.openxmlformats.org/officeDocument/2006/relationships/customXml" Target="../ink/ink1806.xml"/><Relationship Id="rId359" Type="http://schemas.openxmlformats.org/officeDocument/2006/relationships/customXml" Target="../ink/ink1827.xml"/><Relationship Id="rId98" Type="http://schemas.openxmlformats.org/officeDocument/2006/relationships/customXml" Target="../ink/ink1696.xml"/><Relationship Id="rId121" Type="http://schemas.openxmlformats.org/officeDocument/2006/relationships/image" Target="../media/image552.png"/><Relationship Id="rId163" Type="http://schemas.openxmlformats.org/officeDocument/2006/relationships/image" Target="../media/image587.png"/><Relationship Id="rId219" Type="http://schemas.openxmlformats.org/officeDocument/2006/relationships/customXml" Target="../ink/ink1757.xml"/><Relationship Id="rId370" Type="http://schemas.openxmlformats.org/officeDocument/2006/relationships/image" Target="../media/image702.png"/><Relationship Id="rId426" Type="http://schemas.openxmlformats.org/officeDocument/2006/relationships/image" Target="../media/image735.png"/><Relationship Id="rId230" Type="http://schemas.openxmlformats.org/officeDocument/2006/relationships/image" Target="../media/image624.png"/><Relationship Id="rId25" Type="http://schemas.openxmlformats.org/officeDocument/2006/relationships/image" Target="../media/image426.png"/><Relationship Id="rId67" Type="http://schemas.openxmlformats.org/officeDocument/2006/relationships/image" Target="../media/image446.png"/><Relationship Id="rId272" Type="http://schemas.openxmlformats.org/officeDocument/2006/relationships/image" Target="../media/image644.png"/><Relationship Id="rId328" Type="http://schemas.openxmlformats.org/officeDocument/2006/relationships/image" Target="../media/image672.png"/><Relationship Id="rId132" Type="http://schemas.openxmlformats.org/officeDocument/2006/relationships/customXml" Target="../ink/ink1713.xml"/><Relationship Id="rId174" Type="http://schemas.openxmlformats.org/officeDocument/2006/relationships/customXml" Target="../ink/ink1734.xml"/><Relationship Id="rId381" Type="http://schemas.openxmlformats.org/officeDocument/2006/relationships/image" Target="../media/image714.png"/><Relationship Id="rId241" Type="http://schemas.openxmlformats.org/officeDocument/2006/relationships/customXml" Target="../ink/ink1768.xml"/><Relationship Id="rId437" Type="http://schemas.openxmlformats.org/officeDocument/2006/relationships/customXml" Target="../ink/ink1867.xml"/><Relationship Id="rId36" Type="http://schemas.openxmlformats.org/officeDocument/2006/relationships/customXml" Target="../ink/ink1665.xml"/><Relationship Id="rId283" Type="http://schemas.openxmlformats.org/officeDocument/2006/relationships/customXml" Target="../ink/ink1789.xml"/><Relationship Id="rId339" Type="http://schemas.openxmlformats.org/officeDocument/2006/relationships/customXml" Target="../ink/ink1817.xml"/><Relationship Id="rId78" Type="http://schemas.openxmlformats.org/officeDocument/2006/relationships/customXml" Target="../ink/ink1686.xml"/><Relationship Id="rId101" Type="http://schemas.openxmlformats.org/officeDocument/2006/relationships/image" Target="../media/image527.png"/><Relationship Id="rId143" Type="http://schemas.openxmlformats.org/officeDocument/2006/relationships/image" Target="../media/image127.png"/><Relationship Id="rId185" Type="http://schemas.openxmlformats.org/officeDocument/2006/relationships/image" Target="../media/image597.png"/><Relationship Id="rId350" Type="http://schemas.openxmlformats.org/officeDocument/2006/relationships/image" Target="../media/image683.png"/><Relationship Id="rId406" Type="http://schemas.openxmlformats.org/officeDocument/2006/relationships/image" Target="../media/image725.png"/><Relationship Id="rId9" Type="http://schemas.openxmlformats.org/officeDocument/2006/relationships/image" Target="../media/image418.png"/><Relationship Id="rId210" Type="http://schemas.openxmlformats.org/officeDocument/2006/relationships/customXml" Target="../ink/ink1752.xml"/><Relationship Id="rId392" Type="http://schemas.openxmlformats.org/officeDocument/2006/relationships/customXml" Target="../ink/ink1844.xml"/><Relationship Id="rId448" Type="http://schemas.openxmlformats.org/officeDocument/2006/relationships/image" Target="../media/image746.png"/><Relationship Id="rId252" Type="http://schemas.openxmlformats.org/officeDocument/2006/relationships/image" Target="../media/image634.png"/><Relationship Id="rId294" Type="http://schemas.openxmlformats.org/officeDocument/2006/relationships/image" Target="../media/image655.png"/><Relationship Id="rId308" Type="http://schemas.openxmlformats.org/officeDocument/2006/relationships/image" Target="../media/image662.png"/><Relationship Id="rId47" Type="http://schemas.openxmlformats.org/officeDocument/2006/relationships/image" Target="../media/image239.png"/><Relationship Id="rId89" Type="http://schemas.openxmlformats.org/officeDocument/2006/relationships/image" Target="../media/image521.png"/><Relationship Id="rId112" Type="http://schemas.openxmlformats.org/officeDocument/2006/relationships/customXml" Target="../ink/ink1703.xml"/><Relationship Id="rId154" Type="http://schemas.openxmlformats.org/officeDocument/2006/relationships/customXml" Target="../ink/ink1724.xml"/><Relationship Id="rId361" Type="http://schemas.openxmlformats.org/officeDocument/2006/relationships/customXml" Target="../ink/ink1828.xml"/><Relationship Id="rId196" Type="http://schemas.openxmlformats.org/officeDocument/2006/relationships/customXml" Target="../ink/ink1745.xml"/><Relationship Id="rId417" Type="http://schemas.openxmlformats.org/officeDocument/2006/relationships/customXml" Target="../ink/ink1857.xml"/><Relationship Id="rId16" Type="http://schemas.openxmlformats.org/officeDocument/2006/relationships/customXml" Target="../ink/ink1655.xml"/><Relationship Id="rId221" Type="http://schemas.openxmlformats.org/officeDocument/2006/relationships/customXml" Target="../ink/ink1758.xml"/><Relationship Id="rId263" Type="http://schemas.openxmlformats.org/officeDocument/2006/relationships/customXml" Target="../ink/ink1779.xml"/><Relationship Id="rId319" Type="http://schemas.openxmlformats.org/officeDocument/2006/relationships/customXml" Target="../ink/ink1807.xml"/><Relationship Id="rId58" Type="http://schemas.openxmlformats.org/officeDocument/2006/relationships/customXml" Target="../ink/ink1676.xml"/><Relationship Id="rId123" Type="http://schemas.openxmlformats.org/officeDocument/2006/relationships/image" Target="../media/image553.png"/><Relationship Id="rId330" Type="http://schemas.openxmlformats.org/officeDocument/2006/relationships/image" Target="../media/image673.png"/><Relationship Id="rId165" Type="http://schemas.openxmlformats.org/officeDocument/2006/relationships/image" Target="../media/image588.png"/><Relationship Id="rId372" Type="http://schemas.openxmlformats.org/officeDocument/2006/relationships/image" Target="../media/image703.png"/><Relationship Id="rId428" Type="http://schemas.openxmlformats.org/officeDocument/2006/relationships/image" Target="../media/image736.png"/><Relationship Id="rId232" Type="http://schemas.openxmlformats.org/officeDocument/2006/relationships/image" Target="../media/image625.png"/><Relationship Id="rId274" Type="http://schemas.openxmlformats.org/officeDocument/2006/relationships/image" Target="../media/image645.png"/><Relationship Id="rId27" Type="http://schemas.openxmlformats.org/officeDocument/2006/relationships/image" Target="../media/image427.png"/><Relationship Id="rId69" Type="http://schemas.openxmlformats.org/officeDocument/2006/relationships/image" Target="../media/image447.png"/><Relationship Id="rId134" Type="http://schemas.openxmlformats.org/officeDocument/2006/relationships/customXml" Target="../ink/ink1714.xml"/><Relationship Id="rId80" Type="http://schemas.openxmlformats.org/officeDocument/2006/relationships/customXml" Target="../ink/ink1687.xml"/><Relationship Id="rId176" Type="http://schemas.openxmlformats.org/officeDocument/2006/relationships/customXml" Target="../ink/ink1735.xml"/><Relationship Id="rId341" Type="http://schemas.openxmlformats.org/officeDocument/2006/relationships/customXml" Target="../ink/ink1818.xml"/><Relationship Id="rId383" Type="http://schemas.openxmlformats.org/officeDocument/2006/relationships/image" Target="../media/image715.png"/><Relationship Id="rId439" Type="http://schemas.openxmlformats.org/officeDocument/2006/relationships/customXml" Target="../ink/ink1868.xml"/><Relationship Id="rId201" Type="http://schemas.openxmlformats.org/officeDocument/2006/relationships/image" Target="../media/image604.png"/><Relationship Id="rId243" Type="http://schemas.openxmlformats.org/officeDocument/2006/relationships/customXml" Target="../ink/ink1769.xml"/><Relationship Id="rId285" Type="http://schemas.openxmlformats.org/officeDocument/2006/relationships/customXml" Target="../ink/ink1790.xml"/><Relationship Id="rId450" Type="http://schemas.openxmlformats.org/officeDocument/2006/relationships/image" Target="../media/image747.png"/><Relationship Id="rId38" Type="http://schemas.openxmlformats.org/officeDocument/2006/relationships/customXml" Target="../ink/ink1666.xml"/><Relationship Id="rId103" Type="http://schemas.openxmlformats.org/officeDocument/2006/relationships/image" Target="../media/image528.png"/><Relationship Id="rId310" Type="http://schemas.openxmlformats.org/officeDocument/2006/relationships/image" Target="../media/image663.png"/><Relationship Id="rId91" Type="http://schemas.openxmlformats.org/officeDocument/2006/relationships/image" Target="../media/image522.png"/><Relationship Id="rId145" Type="http://schemas.openxmlformats.org/officeDocument/2006/relationships/image" Target="../media/image563.png"/><Relationship Id="rId187" Type="http://schemas.openxmlformats.org/officeDocument/2006/relationships/image" Target="../media/image598.png"/><Relationship Id="rId352" Type="http://schemas.openxmlformats.org/officeDocument/2006/relationships/image" Target="../media/image684.png"/><Relationship Id="rId394" Type="http://schemas.openxmlformats.org/officeDocument/2006/relationships/customXml" Target="../ink/ink1845.xml"/><Relationship Id="rId408" Type="http://schemas.openxmlformats.org/officeDocument/2006/relationships/image" Target="../media/image726.png"/><Relationship Id="rId212" Type="http://schemas.openxmlformats.org/officeDocument/2006/relationships/image" Target="../media/image616.png"/><Relationship Id="rId254" Type="http://schemas.openxmlformats.org/officeDocument/2006/relationships/image" Target="../media/image635.png"/><Relationship Id="rId49" Type="http://schemas.openxmlformats.org/officeDocument/2006/relationships/image" Target="../media/image437.png"/><Relationship Id="rId114" Type="http://schemas.openxmlformats.org/officeDocument/2006/relationships/customXml" Target="../ink/ink1704.xml"/><Relationship Id="rId296" Type="http://schemas.openxmlformats.org/officeDocument/2006/relationships/image" Target="../media/image656.png"/><Relationship Id="rId60" Type="http://schemas.openxmlformats.org/officeDocument/2006/relationships/customXml" Target="../ink/ink1677.xml"/><Relationship Id="rId156" Type="http://schemas.openxmlformats.org/officeDocument/2006/relationships/customXml" Target="../ink/ink1725.xml"/><Relationship Id="rId198" Type="http://schemas.openxmlformats.org/officeDocument/2006/relationships/customXml" Target="../ink/ink1746.xml"/><Relationship Id="rId321" Type="http://schemas.openxmlformats.org/officeDocument/2006/relationships/customXml" Target="../ink/ink1808.xml"/><Relationship Id="rId363" Type="http://schemas.openxmlformats.org/officeDocument/2006/relationships/customXml" Target="../ink/ink1829.xml"/><Relationship Id="rId419" Type="http://schemas.openxmlformats.org/officeDocument/2006/relationships/customXml" Target="../ink/ink1858.xml"/><Relationship Id="rId223" Type="http://schemas.openxmlformats.org/officeDocument/2006/relationships/customXml" Target="../ink/ink1759.xml"/><Relationship Id="rId430" Type="http://schemas.openxmlformats.org/officeDocument/2006/relationships/image" Target="../media/image737.png"/><Relationship Id="rId18" Type="http://schemas.openxmlformats.org/officeDocument/2006/relationships/customXml" Target="../ink/ink1656.xml"/><Relationship Id="rId265" Type="http://schemas.openxmlformats.org/officeDocument/2006/relationships/customXml" Target="../ink/ink1780.xml"/><Relationship Id="rId50" Type="http://schemas.openxmlformats.org/officeDocument/2006/relationships/customXml" Target="../ink/ink1672.xml"/><Relationship Id="rId104" Type="http://schemas.openxmlformats.org/officeDocument/2006/relationships/customXml" Target="../ink/ink1699.xml"/><Relationship Id="rId125" Type="http://schemas.openxmlformats.org/officeDocument/2006/relationships/image" Target="../media/image554.png"/><Relationship Id="rId146" Type="http://schemas.openxmlformats.org/officeDocument/2006/relationships/customXml" Target="../ink/ink1720.xml"/><Relationship Id="rId167" Type="http://schemas.openxmlformats.org/officeDocument/2006/relationships/image" Target="../media/image589.png"/><Relationship Id="rId188" Type="http://schemas.openxmlformats.org/officeDocument/2006/relationships/customXml" Target="../ink/ink1741.xml"/><Relationship Id="rId311" Type="http://schemas.openxmlformats.org/officeDocument/2006/relationships/customXml" Target="../ink/ink1803.xml"/><Relationship Id="rId332" Type="http://schemas.openxmlformats.org/officeDocument/2006/relationships/image" Target="../media/image674.png"/><Relationship Id="rId353" Type="http://schemas.openxmlformats.org/officeDocument/2006/relationships/customXml" Target="../ink/ink1824.xml"/><Relationship Id="rId374" Type="http://schemas.openxmlformats.org/officeDocument/2006/relationships/image" Target="../media/image704.png"/><Relationship Id="rId395" Type="http://schemas.openxmlformats.org/officeDocument/2006/relationships/image" Target="../media/image720.png"/><Relationship Id="rId409" Type="http://schemas.openxmlformats.org/officeDocument/2006/relationships/customXml" Target="../ink/ink1853.xml"/><Relationship Id="rId71" Type="http://schemas.openxmlformats.org/officeDocument/2006/relationships/image" Target="../media/image448.png"/><Relationship Id="rId92" Type="http://schemas.openxmlformats.org/officeDocument/2006/relationships/customXml" Target="../ink/ink1693.xml"/><Relationship Id="rId213" Type="http://schemas.openxmlformats.org/officeDocument/2006/relationships/customXml" Target="../ink/ink1754.xml"/><Relationship Id="rId234" Type="http://schemas.openxmlformats.org/officeDocument/2006/relationships/image" Target="../media/image626.png"/><Relationship Id="rId420" Type="http://schemas.openxmlformats.org/officeDocument/2006/relationships/image" Target="../media/image732.png"/><Relationship Id="rId2" Type="http://schemas.openxmlformats.org/officeDocument/2006/relationships/customXml" Target="../ink/ink1648.xml"/><Relationship Id="rId29" Type="http://schemas.openxmlformats.org/officeDocument/2006/relationships/image" Target="../media/image428.png"/><Relationship Id="rId255" Type="http://schemas.openxmlformats.org/officeDocument/2006/relationships/customXml" Target="../ink/ink1775.xml"/><Relationship Id="rId276" Type="http://schemas.openxmlformats.org/officeDocument/2006/relationships/image" Target="../media/image646.png"/><Relationship Id="rId297" Type="http://schemas.openxmlformats.org/officeDocument/2006/relationships/customXml" Target="../ink/ink1796.xml"/><Relationship Id="rId441" Type="http://schemas.openxmlformats.org/officeDocument/2006/relationships/customXml" Target="../ink/ink1869.xml"/><Relationship Id="rId40" Type="http://schemas.openxmlformats.org/officeDocument/2006/relationships/customXml" Target="../ink/ink1667.xml"/><Relationship Id="rId115" Type="http://schemas.openxmlformats.org/officeDocument/2006/relationships/image" Target="../media/image533.png"/><Relationship Id="rId136" Type="http://schemas.openxmlformats.org/officeDocument/2006/relationships/customXml" Target="../ink/ink1715.xml"/><Relationship Id="rId157" Type="http://schemas.openxmlformats.org/officeDocument/2006/relationships/image" Target="../media/image584.png"/><Relationship Id="rId178" Type="http://schemas.openxmlformats.org/officeDocument/2006/relationships/customXml" Target="../ink/ink1736.xml"/><Relationship Id="rId301" Type="http://schemas.openxmlformats.org/officeDocument/2006/relationships/customXml" Target="../ink/ink1798.xml"/><Relationship Id="rId322" Type="http://schemas.openxmlformats.org/officeDocument/2006/relationships/image" Target="../media/image669.png"/><Relationship Id="rId343" Type="http://schemas.openxmlformats.org/officeDocument/2006/relationships/customXml" Target="../ink/ink1819.xml"/><Relationship Id="rId364" Type="http://schemas.openxmlformats.org/officeDocument/2006/relationships/image" Target="../media/image690.png"/><Relationship Id="rId61" Type="http://schemas.openxmlformats.org/officeDocument/2006/relationships/image" Target="../media/image443.png"/><Relationship Id="rId82" Type="http://schemas.openxmlformats.org/officeDocument/2006/relationships/customXml" Target="../ink/ink1688.xml"/><Relationship Id="rId199" Type="http://schemas.openxmlformats.org/officeDocument/2006/relationships/image" Target="../media/image505.png"/><Relationship Id="rId203" Type="http://schemas.openxmlformats.org/officeDocument/2006/relationships/image" Target="../media/image605.png"/><Relationship Id="rId385" Type="http://schemas.openxmlformats.org/officeDocument/2006/relationships/image" Target="../media/image716.png"/><Relationship Id="rId19" Type="http://schemas.openxmlformats.org/officeDocument/2006/relationships/image" Target="../media/image423.png"/><Relationship Id="rId224" Type="http://schemas.openxmlformats.org/officeDocument/2006/relationships/image" Target="../media/image191.png"/><Relationship Id="rId245" Type="http://schemas.openxmlformats.org/officeDocument/2006/relationships/customXml" Target="../ink/ink1770.xml"/><Relationship Id="rId266" Type="http://schemas.openxmlformats.org/officeDocument/2006/relationships/image" Target="../media/image641.png"/><Relationship Id="rId287" Type="http://schemas.openxmlformats.org/officeDocument/2006/relationships/customXml" Target="../ink/ink1791.xml"/><Relationship Id="rId410" Type="http://schemas.openxmlformats.org/officeDocument/2006/relationships/image" Target="../media/image727.png"/><Relationship Id="rId431" Type="http://schemas.openxmlformats.org/officeDocument/2006/relationships/customXml" Target="../ink/ink1864.xml"/><Relationship Id="rId452" Type="http://schemas.openxmlformats.org/officeDocument/2006/relationships/image" Target="../media/image748.png"/><Relationship Id="rId30" Type="http://schemas.openxmlformats.org/officeDocument/2006/relationships/customXml" Target="../ink/ink1662.xml"/><Relationship Id="rId105" Type="http://schemas.openxmlformats.org/officeDocument/2006/relationships/image" Target="../media/image529.png"/><Relationship Id="rId126" Type="http://schemas.openxmlformats.org/officeDocument/2006/relationships/customXml" Target="../ink/ink1710.xml"/><Relationship Id="rId147" Type="http://schemas.openxmlformats.org/officeDocument/2006/relationships/image" Target="../media/image564.png"/><Relationship Id="rId168" Type="http://schemas.openxmlformats.org/officeDocument/2006/relationships/customXml" Target="../ink/ink1731.xml"/><Relationship Id="rId312" Type="http://schemas.openxmlformats.org/officeDocument/2006/relationships/image" Target="../media/image664.png"/><Relationship Id="rId333" Type="http://schemas.openxmlformats.org/officeDocument/2006/relationships/customXml" Target="../ink/ink1814.xml"/><Relationship Id="rId354" Type="http://schemas.openxmlformats.org/officeDocument/2006/relationships/image" Target="../media/image685.png"/><Relationship Id="rId51" Type="http://schemas.openxmlformats.org/officeDocument/2006/relationships/image" Target="../media/image438.png"/><Relationship Id="rId72" Type="http://schemas.openxmlformats.org/officeDocument/2006/relationships/customXml" Target="../ink/ink1683.xml"/><Relationship Id="rId93" Type="http://schemas.openxmlformats.org/officeDocument/2006/relationships/image" Target="../media/image523.png"/><Relationship Id="rId189" Type="http://schemas.openxmlformats.org/officeDocument/2006/relationships/image" Target="../media/image599.png"/><Relationship Id="rId375" Type="http://schemas.openxmlformats.org/officeDocument/2006/relationships/customXml" Target="../ink/ink1835.xml"/><Relationship Id="rId396" Type="http://schemas.openxmlformats.org/officeDocument/2006/relationships/customXml" Target="../ink/ink1846.xml"/><Relationship Id="rId3" Type="http://schemas.openxmlformats.org/officeDocument/2006/relationships/image" Target="../media/image413.png"/><Relationship Id="rId214" Type="http://schemas.openxmlformats.org/officeDocument/2006/relationships/image" Target="../media/image617.png"/><Relationship Id="rId235" Type="http://schemas.openxmlformats.org/officeDocument/2006/relationships/customXml" Target="../ink/ink1765.xml"/><Relationship Id="rId256" Type="http://schemas.openxmlformats.org/officeDocument/2006/relationships/image" Target="../media/image636.png"/><Relationship Id="rId277" Type="http://schemas.openxmlformats.org/officeDocument/2006/relationships/customXml" Target="../ink/ink1786.xml"/><Relationship Id="rId298" Type="http://schemas.openxmlformats.org/officeDocument/2006/relationships/image" Target="../media/image657.png"/><Relationship Id="rId400" Type="http://schemas.openxmlformats.org/officeDocument/2006/relationships/image" Target="../media/image722.png"/><Relationship Id="rId421" Type="http://schemas.openxmlformats.org/officeDocument/2006/relationships/customXml" Target="../ink/ink1859.xml"/><Relationship Id="rId442" Type="http://schemas.openxmlformats.org/officeDocument/2006/relationships/image" Target="../media/image743.png"/><Relationship Id="rId116" Type="http://schemas.openxmlformats.org/officeDocument/2006/relationships/customXml" Target="../ink/ink1705.xml"/><Relationship Id="rId137" Type="http://schemas.openxmlformats.org/officeDocument/2006/relationships/image" Target="../media/image560.png"/><Relationship Id="rId158" Type="http://schemas.openxmlformats.org/officeDocument/2006/relationships/customXml" Target="../ink/ink1726.xml"/><Relationship Id="rId302" Type="http://schemas.openxmlformats.org/officeDocument/2006/relationships/image" Target="../media/image659.png"/><Relationship Id="rId323" Type="http://schemas.openxmlformats.org/officeDocument/2006/relationships/customXml" Target="../ink/ink1809.xml"/><Relationship Id="rId344" Type="http://schemas.openxmlformats.org/officeDocument/2006/relationships/image" Target="../media/image680.png"/><Relationship Id="rId20" Type="http://schemas.openxmlformats.org/officeDocument/2006/relationships/customXml" Target="../ink/ink1657.xml"/><Relationship Id="rId41" Type="http://schemas.openxmlformats.org/officeDocument/2006/relationships/image" Target="../media/image434.png"/><Relationship Id="rId62" Type="http://schemas.openxmlformats.org/officeDocument/2006/relationships/customXml" Target="../ink/ink1678.xml"/><Relationship Id="rId83" Type="http://schemas.openxmlformats.org/officeDocument/2006/relationships/image" Target="../media/image455.png"/><Relationship Id="rId179" Type="http://schemas.openxmlformats.org/officeDocument/2006/relationships/image" Target="../media/image166.png"/><Relationship Id="rId365" Type="http://schemas.openxmlformats.org/officeDocument/2006/relationships/customXml" Target="../ink/ink1830.xml"/><Relationship Id="rId386" Type="http://schemas.openxmlformats.org/officeDocument/2006/relationships/customXml" Target="../ink/ink1841.xml"/><Relationship Id="rId190" Type="http://schemas.openxmlformats.org/officeDocument/2006/relationships/customXml" Target="../ink/ink1742.xml"/><Relationship Id="rId204" Type="http://schemas.openxmlformats.org/officeDocument/2006/relationships/customXml" Target="../ink/ink1749.xml"/><Relationship Id="rId225" Type="http://schemas.openxmlformats.org/officeDocument/2006/relationships/customXml" Target="../ink/ink1760.xml"/><Relationship Id="rId246" Type="http://schemas.openxmlformats.org/officeDocument/2006/relationships/image" Target="../media/image631.png"/><Relationship Id="rId267" Type="http://schemas.openxmlformats.org/officeDocument/2006/relationships/customXml" Target="../ink/ink1781.xml"/><Relationship Id="rId288" Type="http://schemas.openxmlformats.org/officeDocument/2006/relationships/image" Target="../media/image652.png"/><Relationship Id="rId411" Type="http://schemas.openxmlformats.org/officeDocument/2006/relationships/customXml" Target="../ink/ink1854.xml"/><Relationship Id="rId432" Type="http://schemas.openxmlformats.org/officeDocument/2006/relationships/image" Target="../media/image738.png"/><Relationship Id="rId106" Type="http://schemas.openxmlformats.org/officeDocument/2006/relationships/customXml" Target="../ink/ink1700.xml"/><Relationship Id="rId127" Type="http://schemas.openxmlformats.org/officeDocument/2006/relationships/image" Target="../media/image555.png"/><Relationship Id="rId313" Type="http://schemas.openxmlformats.org/officeDocument/2006/relationships/customXml" Target="../ink/ink1804.xml"/><Relationship Id="rId10" Type="http://schemas.openxmlformats.org/officeDocument/2006/relationships/customXml" Target="../ink/ink1652.xml"/><Relationship Id="rId31" Type="http://schemas.openxmlformats.org/officeDocument/2006/relationships/image" Target="../media/image429.png"/><Relationship Id="rId52" Type="http://schemas.openxmlformats.org/officeDocument/2006/relationships/customXml" Target="../ink/ink1673.xml"/><Relationship Id="rId73" Type="http://schemas.openxmlformats.org/officeDocument/2006/relationships/image" Target="../media/image449.png"/><Relationship Id="rId94" Type="http://schemas.openxmlformats.org/officeDocument/2006/relationships/customXml" Target="../ink/ink1694.xml"/><Relationship Id="rId148" Type="http://schemas.openxmlformats.org/officeDocument/2006/relationships/customXml" Target="../ink/ink1721.xml"/><Relationship Id="rId169" Type="http://schemas.openxmlformats.org/officeDocument/2006/relationships/image" Target="../media/image590.png"/><Relationship Id="rId334" Type="http://schemas.openxmlformats.org/officeDocument/2006/relationships/image" Target="../media/image675.png"/><Relationship Id="rId355" Type="http://schemas.openxmlformats.org/officeDocument/2006/relationships/customXml" Target="../ink/ink1825.xml"/><Relationship Id="rId376" Type="http://schemas.openxmlformats.org/officeDocument/2006/relationships/image" Target="../media/image705.png"/><Relationship Id="rId397" Type="http://schemas.openxmlformats.org/officeDocument/2006/relationships/image" Target="../media/image721.png"/><Relationship Id="rId4" Type="http://schemas.openxmlformats.org/officeDocument/2006/relationships/customXml" Target="../ink/ink1649.xml"/><Relationship Id="rId180" Type="http://schemas.openxmlformats.org/officeDocument/2006/relationships/customXml" Target="../ink/ink1737.xml"/><Relationship Id="rId215" Type="http://schemas.openxmlformats.org/officeDocument/2006/relationships/customXml" Target="../ink/ink1755.xml"/><Relationship Id="rId236" Type="http://schemas.openxmlformats.org/officeDocument/2006/relationships/image" Target="../media/image627.png"/><Relationship Id="rId257" Type="http://schemas.openxmlformats.org/officeDocument/2006/relationships/customXml" Target="../ink/ink1776.xml"/><Relationship Id="rId278" Type="http://schemas.openxmlformats.org/officeDocument/2006/relationships/image" Target="../media/image647.png"/><Relationship Id="rId401" Type="http://schemas.openxmlformats.org/officeDocument/2006/relationships/customXml" Target="../ink/ink1849.xml"/><Relationship Id="rId422" Type="http://schemas.openxmlformats.org/officeDocument/2006/relationships/image" Target="../media/image733.png"/><Relationship Id="rId443" Type="http://schemas.openxmlformats.org/officeDocument/2006/relationships/customXml" Target="../ink/ink1870.xml"/><Relationship Id="rId303" Type="http://schemas.openxmlformats.org/officeDocument/2006/relationships/customXml" Target="../ink/ink1799.xml"/><Relationship Id="rId42" Type="http://schemas.openxmlformats.org/officeDocument/2006/relationships/customXml" Target="../ink/ink1668.xml"/><Relationship Id="rId84" Type="http://schemas.openxmlformats.org/officeDocument/2006/relationships/customXml" Target="../ink/ink1689.xml"/><Relationship Id="rId138" Type="http://schemas.openxmlformats.org/officeDocument/2006/relationships/customXml" Target="../ink/ink1716.xml"/><Relationship Id="rId345" Type="http://schemas.openxmlformats.org/officeDocument/2006/relationships/customXml" Target="../ink/ink1820.xml"/><Relationship Id="rId387" Type="http://schemas.openxmlformats.org/officeDocument/2006/relationships/image" Target="../media/image717.png"/><Relationship Id="rId191" Type="http://schemas.openxmlformats.org/officeDocument/2006/relationships/image" Target="../media/image600.png"/><Relationship Id="rId205" Type="http://schemas.openxmlformats.org/officeDocument/2006/relationships/image" Target="../media/image606.png"/><Relationship Id="rId247" Type="http://schemas.openxmlformats.org/officeDocument/2006/relationships/customXml" Target="../ink/ink1771.xml"/><Relationship Id="rId412" Type="http://schemas.openxmlformats.org/officeDocument/2006/relationships/image" Target="../media/image728.png"/><Relationship Id="rId107" Type="http://schemas.openxmlformats.org/officeDocument/2006/relationships/image" Target="../media/image530.png"/><Relationship Id="rId289" Type="http://schemas.openxmlformats.org/officeDocument/2006/relationships/customXml" Target="../ink/ink1792.xml"/><Relationship Id="rId11" Type="http://schemas.openxmlformats.org/officeDocument/2006/relationships/image" Target="../media/image419.png"/><Relationship Id="rId53" Type="http://schemas.openxmlformats.org/officeDocument/2006/relationships/image" Target="../media/image439.png"/><Relationship Id="rId149" Type="http://schemas.openxmlformats.org/officeDocument/2006/relationships/image" Target="../media/image565.png"/><Relationship Id="rId314" Type="http://schemas.openxmlformats.org/officeDocument/2006/relationships/image" Target="../media/image665.png"/><Relationship Id="rId356" Type="http://schemas.openxmlformats.org/officeDocument/2006/relationships/image" Target="../media/image686.png"/><Relationship Id="rId398" Type="http://schemas.openxmlformats.org/officeDocument/2006/relationships/customXml" Target="../ink/ink1847.xml"/><Relationship Id="rId95" Type="http://schemas.openxmlformats.org/officeDocument/2006/relationships/image" Target="../media/image524.png"/><Relationship Id="rId160" Type="http://schemas.openxmlformats.org/officeDocument/2006/relationships/customXml" Target="../ink/ink1727.xml"/><Relationship Id="rId216" Type="http://schemas.openxmlformats.org/officeDocument/2006/relationships/image" Target="../media/image618.png"/><Relationship Id="rId423" Type="http://schemas.openxmlformats.org/officeDocument/2006/relationships/customXml" Target="../ink/ink1860.xml"/><Relationship Id="rId258" Type="http://schemas.openxmlformats.org/officeDocument/2006/relationships/image" Target="../media/image637.png"/><Relationship Id="rId22" Type="http://schemas.openxmlformats.org/officeDocument/2006/relationships/customXml" Target="../ink/ink1658.xml"/><Relationship Id="rId64" Type="http://schemas.openxmlformats.org/officeDocument/2006/relationships/customXml" Target="../ink/ink1679.xml"/><Relationship Id="rId118" Type="http://schemas.openxmlformats.org/officeDocument/2006/relationships/customXml" Target="../ink/ink1706.xml"/><Relationship Id="rId325" Type="http://schemas.openxmlformats.org/officeDocument/2006/relationships/customXml" Target="../ink/ink1810.xml"/><Relationship Id="rId367" Type="http://schemas.openxmlformats.org/officeDocument/2006/relationships/customXml" Target="../ink/ink1831.xml"/><Relationship Id="rId171" Type="http://schemas.openxmlformats.org/officeDocument/2006/relationships/image" Target="../media/image591.png"/><Relationship Id="rId227" Type="http://schemas.openxmlformats.org/officeDocument/2006/relationships/customXml" Target="../ink/ink1761.xml"/><Relationship Id="rId269" Type="http://schemas.openxmlformats.org/officeDocument/2006/relationships/customXml" Target="../ink/ink1782.xml"/><Relationship Id="rId434" Type="http://schemas.openxmlformats.org/officeDocument/2006/relationships/image" Target="../media/image739.png"/><Relationship Id="rId33" Type="http://schemas.openxmlformats.org/officeDocument/2006/relationships/image" Target="../media/image430.png"/><Relationship Id="rId129" Type="http://schemas.openxmlformats.org/officeDocument/2006/relationships/image" Target="../media/image556.png"/><Relationship Id="rId280" Type="http://schemas.openxmlformats.org/officeDocument/2006/relationships/image" Target="../media/image648.png"/><Relationship Id="rId336" Type="http://schemas.openxmlformats.org/officeDocument/2006/relationships/image" Target="../media/image676.png"/><Relationship Id="rId75" Type="http://schemas.openxmlformats.org/officeDocument/2006/relationships/image" Target="../media/image450.png"/><Relationship Id="rId140" Type="http://schemas.openxmlformats.org/officeDocument/2006/relationships/customXml" Target="../ink/ink1717.xml"/><Relationship Id="rId182" Type="http://schemas.openxmlformats.org/officeDocument/2006/relationships/customXml" Target="../ink/ink1738.xml"/><Relationship Id="rId378" Type="http://schemas.openxmlformats.org/officeDocument/2006/relationships/image" Target="../media/image706.png"/><Relationship Id="rId403" Type="http://schemas.openxmlformats.org/officeDocument/2006/relationships/customXml" Target="../ink/ink1850.xml"/><Relationship Id="rId6" Type="http://schemas.openxmlformats.org/officeDocument/2006/relationships/customXml" Target="../ink/ink1650.xml"/><Relationship Id="rId238" Type="http://schemas.openxmlformats.org/officeDocument/2006/relationships/image" Target="../media/image628.png"/><Relationship Id="rId445" Type="http://schemas.openxmlformats.org/officeDocument/2006/relationships/customXml" Target="../ink/ink1871.xml"/><Relationship Id="rId291" Type="http://schemas.openxmlformats.org/officeDocument/2006/relationships/customXml" Target="../ink/ink1793.xml"/><Relationship Id="rId305" Type="http://schemas.openxmlformats.org/officeDocument/2006/relationships/customXml" Target="../ink/ink1800.xml"/><Relationship Id="rId347" Type="http://schemas.openxmlformats.org/officeDocument/2006/relationships/customXml" Target="../ink/ink1821.xml"/><Relationship Id="rId44" Type="http://schemas.openxmlformats.org/officeDocument/2006/relationships/customXml" Target="../ink/ink1669.xml"/><Relationship Id="rId86" Type="http://schemas.openxmlformats.org/officeDocument/2006/relationships/customXml" Target="../ink/ink1690.xml"/><Relationship Id="rId151" Type="http://schemas.openxmlformats.org/officeDocument/2006/relationships/image" Target="../media/image566.png"/><Relationship Id="rId389" Type="http://schemas.openxmlformats.org/officeDocument/2006/relationships/image" Target="../media/image718.png"/><Relationship Id="rId193" Type="http://schemas.openxmlformats.org/officeDocument/2006/relationships/image" Target="../media/image601.png"/><Relationship Id="rId207" Type="http://schemas.openxmlformats.org/officeDocument/2006/relationships/image" Target="../media/image607.png"/><Relationship Id="rId249" Type="http://schemas.openxmlformats.org/officeDocument/2006/relationships/customXml" Target="../ink/ink1772.xml"/><Relationship Id="rId414" Type="http://schemas.openxmlformats.org/officeDocument/2006/relationships/image" Target="../media/image729.png"/><Relationship Id="rId13" Type="http://schemas.openxmlformats.org/officeDocument/2006/relationships/image" Target="../media/image420.png"/><Relationship Id="rId109" Type="http://schemas.openxmlformats.org/officeDocument/2006/relationships/image" Target="../media/image531.png"/><Relationship Id="rId260" Type="http://schemas.openxmlformats.org/officeDocument/2006/relationships/image" Target="../media/image638.png"/><Relationship Id="rId316" Type="http://schemas.openxmlformats.org/officeDocument/2006/relationships/image" Target="../media/image666.png"/><Relationship Id="rId55" Type="http://schemas.openxmlformats.org/officeDocument/2006/relationships/image" Target="../media/image440.png"/><Relationship Id="rId97" Type="http://schemas.openxmlformats.org/officeDocument/2006/relationships/image" Target="../media/image525.png"/><Relationship Id="rId120" Type="http://schemas.openxmlformats.org/officeDocument/2006/relationships/customXml" Target="../ink/ink1707.xml"/><Relationship Id="rId358" Type="http://schemas.openxmlformats.org/officeDocument/2006/relationships/image" Target="../media/image687.png"/><Relationship Id="rId162" Type="http://schemas.openxmlformats.org/officeDocument/2006/relationships/customXml" Target="../ink/ink1728.xml"/><Relationship Id="rId218" Type="http://schemas.openxmlformats.org/officeDocument/2006/relationships/image" Target="../media/image619.png"/><Relationship Id="rId425" Type="http://schemas.openxmlformats.org/officeDocument/2006/relationships/customXml" Target="../ink/ink1861.xml"/><Relationship Id="rId271" Type="http://schemas.openxmlformats.org/officeDocument/2006/relationships/customXml" Target="../ink/ink1783.xml"/><Relationship Id="rId24" Type="http://schemas.openxmlformats.org/officeDocument/2006/relationships/customXml" Target="../ink/ink1659.xml"/><Relationship Id="rId66" Type="http://schemas.openxmlformats.org/officeDocument/2006/relationships/customXml" Target="../ink/ink1680.xml"/><Relationship Id="rId131" Type="http://schemas.openxmlformats.org/officeDocument/2006/relationships/image" Target="../media/image557.png"/><Relationship Id="rId327" Type="http://schemas.openxmlformats.org/officeDocument/2006/relationships/customXml" Target="../ink/ink1811.xml"/><Relationship Id="rId369" Type="http://schemas.openxmlformats.org/officeDocument/2006/relationships/customXml" Target="../ink/ink1832.xml"/><Relationship Id="rId173" Type="http://schemas.openxmlformats.org/officeDocument/2006/relationships/image" Target="../media/image592.png"/><Relationship Id="rId229" Type="http://schemas.openxmlformats.org/officeDocument/2006/relationships/customXml" Target="../ink/ink1762.xml"/><Relationship Id="rId380" Type="http://schemas.openxmlformats.org/officeDocument/2006/relationships/customXml" Target="../ink/ink1838.xml"/><Relationship Id="rId436" Type="http://schemas.openxmlformats.org/officeDocument/2006/relationships/image" Target="../media/image740.png"/><Relationship Id="rId240" Type="http://schemas.openxmlformats.org/officeDocument/2006/relationships/image" Target="../media/image629.png"/><Relationship Id="rId35" Type="http://schemas.openxmlformats.org/officeDocument/2006/relationships/image" Target="../media/image431.png"/><Relationship Id="rId77" Type="http://schemas.openxmlformats.org/officeDocument/2006/relationships/image" Target="../media/image451.png"/><Relationship Id="rId100" Type="http://schemas.openxmlformats.org/officeDocument/2006/relationships/customXml" Target="../ink/ink1697.xml"/><Relationship Id="rId282" Type="http://schemas.openxmlformats.org/officeDocument/2006/relationships/image" Target="../media/image649.png"/><Relationship Id="rId338" Type="http://schemas.openxmlformats.org/officeDocument/2006/relationships/image" Target="../media/image677.png"/><Relationship Id="rId8" Type="http://schemas.openxmlformats.org/officeDocument/2006/relationships/customXml" Target="../ink/ink1651.xml"/><Relationship Id="rId142" Type="http://schemas.openxmlformats.org/officeDocument/2006/relationships/customXml" Target="../ink/ink1718.xml"/><Relationship Id="rId184" Type="http://schemas.openxmlformats.org/officeDocument/2006/relationships/customXml" Target="../ink/ink1739.xml"/><Relationship Id="rId391" Type="http://schemas.openxmlformats.org/officeDocument/2006/relationships/image" Target="../media/image719.png"/><Relationship Id="rId405" Type="http://schemas.openxmlformats.org/officeDocument/2006/relationships/customXml" Target="../ink/ink1851.xml"/><Relationship Id="rId447" Type="http://schemas.openxmlformats.org/officeDocument/2006/relationships/customXml" Target="../ink/ink1872.xml"/><Relationship Id="rId251" Type="http://schemas.openxmlformats.org/officeDocument/2006/relationships/customXml" Target="../ink/ink1773.xml"/><Relationship Id="rId46" Type="http://schemas.openxmlformats.org/officeDocument/2006/relationships/customXml" Target="../ink/ink1670.xml"/><Relationship Id="rId293" Type="http://schemas.openxmlformats.org/officeDocument/2006/relationships/customXml" Target="../ink/ink1794.xml"/><Relationship Id="rId307" Type="http://schemas.openxmlformats.org/officeDocument/2006/relationships/customXml" Target="../ink/ink1801.xml"/><Relationship Id="rId349" Type="http://schemas.openxmlformats.org/officeDocument/2006/relationships/customXml" Target="../ink/ink1822.xml"/><Relationship Id="rId88" Type="http://schemas.openxmlformats.org/officeDocument/2006/relationships/customXml" Target="../ink/ink1691.xml"/><Relationship Id="rId111" Type="http://schemas.openxmlformats.org/officeDocument/2006/relationships/image" Target="../media/image71.png"/><Relationship Id="rId153" Type="http://schemas.openxmlformats.org/officeDocument/2006/relationships/image" Target="../media/image567.png"/><Relationship Id="rId195" Type="http://schemas.openxmlformats.org/officeDocument/2006/relationships/image" Target="../media/image602.png"/><Relationship Id="rId209" Type="http://schemas.openxmlformats.org/officeDocument/2006/relationships/image" Target="../media/image615.png"/><Relationship Id="rId360" Type="http://schemas.openxmlformats.org/officeDocument/2006/relationships/image" Target="../media/image688.png"/><Relationship Id="rId416" Type="http://schemas.openxmlformats.org/officeDocument/2006/relationships/image" Target="../media/image730.png"/><Relationship Id="rId220" Type="http://schemas.openxmlformats.org/officeDocument/2006/relationships/image" Target="../media/image620.png"/><Relationship Id="rId15" Type="http://schemas.openxmlformats.org/officeDocument/2006/relationships/image" Target="../media/image421.png"/><Relationship Id="rId57" Type="http://schemas.openxmlformats.org/officeDocument/2006/relationships/image" Target="../media/image441.png"/><Relationship Id="rId262" Type="http://schemas.openxmlformats.org/officeDocument/2006/relationships/image" Target="../media/image639.png"/><Relationship Id="rId318" Type="http://schemas.openxmlformats.org/officeDocument/2006/relationships/image" Target="../media/image667.png"/><Relationship Id="rId99" Type="http://schemas.openxmlformats.org/officeDocument/2006/relationships/image" Target="../media/image526.png"/><Relationship Id="rId122" Type="http://schemas.openxmlformats.org/officeDocument/2006/relationships/customXml" Target="../ink/ink1708.xml"/><Relationship Id="rId164" Type="http://schemas.openxmlformats.org/officeDocument/2006/relationships/customXml" Target="../ink/ink1729.xml"/><Relationship Id="rId371" Type="http://schemas.openxmlformats.org/officeDocument/2006/relationships/customXml" Target="../ink/ink1833.xml"/><Relationship Id="rId427" Type="http://schemas.openxmlformats.org/officeDocument/2006/relationships/customXml" Target="../ink/ink1862.xml"/><Relationship Id="rId26" Type="http://schemas.openxmlformats.org/officeDocument/2006/relationships/customXml" Target="../ink/ink1660.xml"/><Relationship Id="rId231" Type="http://schemas.openxmlformats.org/officeDocument/2006/relationships/customXml" Target="../ink/ink1763.xml"/><Relationship Id="rId273" Type="http://schemas.openxmlformats.org/officeDocument/2006/relationships/customXml" Target="../ink/ink1784.xml"/><Relationship Id="rId329" Type="http://schemas.openxmlformats.org/officeDocument/2006/relationships/customXml" Target="../ink/ink1812.xml"/><Relationship Id="rId68" Type="http://schemas.openxmlformats.org/officeDocument/2006/relationships/customXml" Target="../ink/ink1681.xml"/><Relationship Id="rId133" Type="http://schemas.openxmlformats.org/officeDocument/2006/relationships/image" Target="../media/image558.png"/><Relationship Id="rId175" Type="http://schemas.openxmlformats.org/officeDocument/2006/relationships/image" Target="../media/image593.png"/><Relationship Id="rId340" Type="http://schemas.openxmlformats.org/officeDocument/2006/relationships/image" Target="../media/image678.png"/><Relationship Id="rId200" Type="http://schemas.openxmlformats.org/officeDocument/2006/relationships/customXml" Target="../ink/ink1747.xml"/><Relationship Id="rId382" Type="http://schemas.openxmlformats.org/officeDocument/2006/relationships/customXml" Target="../ink/ink1839.xml"/><Relationship Id="rId438" Type="http://schemas.openxmlformats.org/officeDocument/2006/relationships/image" Target="../media/image741.png"/><Relationship Id="rId242" Type="http://schemas.openxmlformats.org/officeDocument/2006/relationships/image" Target="../media/image377.png"/><Relationship Id="rId284" Type="http://schemas.openxmlformats.org/officeDocument/2006/relationships/image" Target="../media/image650.png"/><Relationship Id="rId37" Type="http://schemas.openxmlformats.org/officeDocument/2006/relationships/image" Target="../media/image432.png"/><Relationship Id="rId79" Type="http://schemas.openxmlformats.org/officeDocument/2006/relationships/image" Target="../media/image453.png"/><Relationship Id="rId102" Type="http://schemas.openxmlformats.org/officeDocument/2006/relationships/customXml" Target="../ink/ink1698.xml"/><Relationship Id="rId144" Type="http://schemas.openxmlformats.org/officeDocument/2006/relationships/customXml" Target="../ink/ink1719.xml"/><Relationship Id="rId90" Type="http://schemas.openxmlformats.org/officeDocument/2006/relationships/customXml" Target="../ink/ink1692.xml"/><Relationship Id="rId186" Type="http://schemas.openxmlformats.org/officeDocument/2006/relationships/customXml" Target="../ink/ink1740.xml"/><Relationship Id="rId351" Type="http://schemas.openxmlformats.org/officeDocument/2006/relationships/customXml" Target="../ink/ink1823.xml"/><Relationship Id="rId393" Type="http://schemas.openxmlformats.org/officeDocument/2006/relationships/image" Target="../media/image381.png"/><Relationship Id="rId407" Type="http://schemas.openxmlformats.org/officeDocument/2006/relationships/customXml" Target="../ink/ink1852.xml"/><Relationship Id="rId449" Type="http://schemas.openxmlformats.org/officeDocument/2006/relationships/customXml" Target="../ink/ink1873.xml"/><Relationship Id="rId211" Type="http://schemas.openxmlformats.org/officeDocument/2006/relationships/customXml" Target="../ink/ink1753.xml"/><Relationship Id="rId253" Type="http://schemas.openxmlformats.org/officeDocument/2006/relationships/customXml" Target="../ink/ink1774.xml"/><Relationship Id="rId295" Type="http://schemas.openxmlformats.org/officeDocument/2006/relationships/customXml" Target="../ink/ink1795.xml"/><Relationship Id="rId309" Type="http://schemas.openxmlformats.org/officeDocument/2006/relationships/customXml" Target="../ink/ink1802.xml"/><Relationship Id="rId48" Type="http://schemas.openxmlformats.org/officeDocument/2006/relationships/customXml" Target="../ink/ink1671.xml"/><Relationship Id="rId113" Type="http://schemas.openxmlformats.org/officeDocument/2006/relationships/image" Target="../media/image532.png"/><Relationship Id="rId320" Type="http://schemas.openxmlformats.org/officeDocument/2006/relationships/image" Target="../media/image668.png"/><Relationship Id="rId155" Type="http://schemas.openxmlformats.org/officeDocument/2006/relationships/image" Target="../media/image583.png"/><Relationship Id="rId197" Type="http://schemas.openxmlformats.org/officeDocument/2006/relationships/image" Target="../media/image603.png"/><Relationship Id="rId362" Type="http://schemas.openxmlformats.org/officeDocument/2006/relationships/image" Target="../media/image689.png"/><Relationship Id="rId418" Type="http://schemas.openxmlformats.org/officeDocument/2006/relationships/image" Target="../media/image731.png"/><Relationship Id="rId222" Type="http://schemas.openxmlformats.org/officeDocument/2006/relationships/image" Target="../media/image621.png"/><Relationship Id="rId264" Type="http://schemas.openxmlformats.org/officeDocument/2006/relationships/image" Target="../media/image640.png"/><Relationship Id="rId17" Type="http://schemas.openxmlformats.org/officeDocument/2006/relationships/image" Target="../media/image422.png"/><Relationship Id="rId59" Type="http://schemas.openxmlformats.org/officeDocument/2006/relationships/image" Target="../media/image442.png"/><Relationship Id="rId124" Type="http://schemas.openxmlformats.org/officeDocument/2006/relationships/customXml" Target="../ink/ink1709.xml"/><Relationship Id="rId70" Type="http://schemas.openxmlformats.org/officeDocument/2006/relationships/customXml" Target="../ink/ink1682.xml"/><Relationship Id="rId166" Type="http://schemas.openxmlformats.org/officeDocument/2006/relationships/customXml" Target="../ink/ink1730.xml"/><Relationship Id="rId331" Type="http://schemas.openxmlformats.org/officeDocument/2006/relationships/customXml" Target="../ink/ink1813.xml"/><Relationship Id="rId373" Type="http://schemas.openxmlformats.org/officeDocument/2006/relationships/customXml" Target="../ink/ink1834.xml"/><Relationship Id="rId429" Type="http://schemas.openxmlformats.org/officeDocument/2006/relationships/customXml" Target="../ink/ink1863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764.xml"/><Relationship Id="rId440" Type="http://schemas.openxmlformats.org/officeDocument/2006/relationships/image" Target="../media/image742.png"/><Relationship Id="rId28" Type="http://schemas.openxmlformats.org/officeDocument/2006/relationships/customXml" Target="../ink/ink1661.xml"/><Relationship Id="rId275" Type="http://schemas.openxmlformats.org/officeDocument/2006/relationships/customXml" Target="../ink/ink1785.xml"/><Relationship Id="rId300" Type="http://schemas.openxmlformats.org/officeDocument/2006/relationships/image" Target="../media/image658.png"/><Relationship Id="rId81" Type="http://schemas.openxmlformats.org/officeDocument/2006/relationships/image" Target="../media/image454.png"/><Relationship Id="rId135" Type="http://schemas.openxmlformats.org/officeDocument/2006/relationships/image" Target="../media/image559.png"/><Relationship Id="rId177" Type="http://schemas.openxmlformats.org/officeDocument/2006/relationships/image" Target="../media/image594.png"/><Relationship Id="rId342" Type="http://schemas.openxmlformats.org/officeDocument/2006/relationships/image" Target="../media/image679.png"/><Relationship Id="rId384" Type="http://schemas.openxmlformats.org/officeDocument/2006/relationships/customXml" Target="../ink/ink1840.xml"/><Relationship Id="rId202" Type="http://schemas.openxmlformats.org/officeDocument/2006/relationships/customXml" Target="../ink/ink1748.xml"/><Relationship Id="rId244" Type="http://schemas.openxmlformats.org/officeDocument/2006/relationships/image" Target="../media/image630.png"/><Relationship Id="rId39" Type="http://schemas.openxmlformats.org/officeDocument/2006/relationships/image" Target="../media/image433.png"/><Relationship Id="rId286" Type="http://schemas.openxmlformats.org/officeDocument/2006/relationships/image" Target="../media/image651.png"/><Relationship Id="rId451" Type="http://schemas.openxmlformats.org/officeDocument/2006/relationships/customXml" Target="../ink/ink1874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4.png"/><Relationship Id="rId299" Type="http://schemas.openxmlformats.org/officeDocument/2006/relationships/customXml" Target="../ink/ink2024.xml"/><Relationship Id="rId21" Type="http://schemas.openxmlformats.org/officeDocument/2006/relationships/image" Target="../media/image424.png"/><Relationship Id="rId63" Type="http://schemas.openxmlformats.org/officeDocument/2006/relationships/image" Target="../media/image444.png"/><Relationship Id="rId159" Type="http://schemas.openxmlformats.org/officeDocument/2006/relationships/image" Target="../media/image585.png"/><Relationship Id="rId324" Type="http://schemas.openxmlformats.org/officeDocument/2006/relationships/image" Target="../media/image670.png"/><Relationship Id="rId366" Type="http://schemas.openxmlformats.org/officeDocument/2006/relationships/image" Target="../media/image691.png"/><Relationship Id="rId170" Type="http://schemas.openxmlformats.org/officeDocument/2006/relationships/customXml" Target="../ink/ink1959.xml"/><Relationship Id="rId226" Type="http://schemas.openxmlformats.org/officeDocument/2006/relationships/image" Target="../media/image622.png"/><Relationship Id="rId433" Type="http://schemas.openxmlformats.org/officeDocument/2006/relationships/image" Target="../media/image761.png"/><Relationship Id="rId268" Type="http://schemas.openxmlformats.org/officeDocument/2006/relationships/image" Target="../media/image642.png"/><Relationship Id="rId475" Type="http://schemas.openxmlformats.org/officeDocument/2006/relationships/image" Target="../media/image782.png"/><Relationship Id="rId32" Type="http://schemas.openxmlformats.org/officeDocument/2006/relationships/customXml" Target="../ink/ink1890.xml"/><Relationship Id="rId74" Type="http://schemas.openxmlformats.org/officeDocument/2006/relationships/customXml" Target="../ink/ink1911.xml"/><Relationship Id="rId128" Type="http://schemas.openxmlformats.org/officeDocument/2006/relationships/customXml" Target="../ink/ink1938.xml"/><Relationship Id="rId335" Type="http://schemas.openxmlformats.org/officeDocument/2006/relationships/customXml" Target="../ink/ink2042.xml"/><Relationship Id="rId377" Type="http://schemas.openxmlformats.org/officeDocument/2006/relationships/customXml" Target="../ink/ink2063.xml"/><Relationship Id="rId500" Type="http://schemas.openxmlformats.org/officeDocument/2006/relationships/customXml" Target="../ink/ink2125.xml"/><Relationship Id="rId5" Type="http://schemas.openxmlformats.org/officeDocument/2006/relationships/image" Target="../media/image416.png"/><Relationship Id="rId181" Type="http://schemas.openxmlformats.org/officeDocument/2006/relationships/image" Target="../media/image595.png"/><Relationship Id="rId237" Type="http://schemas.openxmlformats.org/officeDocument/2006/relationships/customXml" Target="../ink/ink1993.xml"/><Relationship Id="rId402" Type="http://schemas.openxmlformats.org/officeDocument/2006/relationships/customXml" Target="../ink/ink2076.xml"/><Relationship Id="rId279" Type="http://schemas.openxmlformats.org/officeDocument/2006/relationships/customXml" Target="../ink/ink2014.xml"/><Relationship Id="rId444" Type="http://schemas.openxmlformats.org/officeDocument/2006/relationships/customXml" Target="../ink/ink2097.xml"/><Relationship Id="rId486" Type="http://schemas.openxmlformats.org/officeDocument/2006/relationships/customXml" Target="../ink/ink2118.xml"/><Relationship Id="rId43" Type="http://schemas.openxmlformats.org/officeDocument/2006/relationships/image" Target="../media/image435.png"/><Relationship Id="rId139" Type="http://schemas.openxmlformats.org/officeDocument/2006/relationships/image" Target="../media/image561.png"/><Relationship Id="rId290" Type="http://schemas.openxmlformats.org/officeDocument/2006/relationships/image" Target="../media/image653.png"/><Relationship Id="rId304" Type="http://schemas.openxmlformats.org/officeDocument/2006/relationships/image" Target="../media/image660.png"/><Relationship Id="rId346" Type="http://schemas.openxmlformats.org/officeDocument/2006/relationships/image" Target="../media/image681.png"/><Relationship Id="rId388" Type="http://schemas.openxmlformats.org/officeDocument/2006/relationships/customXml" Target="../ink/ink2069.xml"/><Relationship Id="rId85" Type="http://schemas.openxmlformats.org/officeDocument/2006/relationships/image" Target="../media/image456.png"/><Relationship Id="rId150" Type="http://schemas.openxmlformats.org/officeDocument/2006/relationships/customXml" Target="../ink/ink1949.xml"/><Relationship Id="rId192" Type="http://schemas.openxmlformats.org/officeDocument/2006/relationships/customXml" Target="../ink/ink1970.xml"/><Relationship Id="rId206" Type="http://schemas.openxmlformats.org/officeDocument/2006/relationships/customXml" Target="../ink/ink1977.xml"/><Relationship Id="rId413" Type="http://schemas.openxmlformats.org/officeDocument/2006/relationships/image" Target="../media/image751.png"/><Relationship Id="rId248" Type="http://schemas.openxmlformats.org/officeDocument/2006/relationships/image" Target="../media/image632.png"/><Relationship Id="rId455" Type="http://schemas.openxmlformats.org/officeDocument/2006/relationships/image" Target="../media/image772.png"/><Relationship Id="rId497" Type="http://schemas.openxmlformats.org/officeDocument/2006/relationships/image" Target="../media/image793.png"/><Relationship Id="rId12" Type="http://schemas.openxmlformats.org/officeDocument/2006/relationships/customXml" Target="../ink/ink1880.xml"/><Relationship Id="rId108" Type="http://schemas.openxmlformats.org/officeDocument/2006/relationships/customXml" Target="../ink/ink1928.xml"/><Relationship Id="rId315" Type="http://schemas.openxmlformats.org/officeDocument/2006/relationships/customXml" Target="../ink/ink2032.xml"/><Relationship Id="rId357" Type="http://schemas.openxmlformats.org/officeDocument/2006/relationships/customXml" Target="../ink/ink2053.xml"/><Relationship Id="rId54" Type="http://schemas.openxmlformats.org/officeDocument/2006/relationships/customXml" Target="../ink/ink1901.xml"/><Relationship Id="rId96" Type="http://schemas.openxmlformats.org/officeDocument/2006/relationships/customXml" Target="../ink/ink1922.xml"/><Relationship Id="rId161" Type="http://schemas.openxmlformats.org/officeDocument/2006/relationships/image" Target="../media/image586.png"/><Relationship Id="rId217" Type="http://schemas.openxmlformats.org/officeDocument/2006/relationships/customXml" Target="../ink/ink1983.xml"/><Relationship Id="rId399" Type="http://schemas.openxmlformats.org/officeDocument/2006/relationships/image" Target="../media/image737.png"/><Relationship Id="rId259" Type="http://schemas.openxmlformats.org/officeDocument/2006/relationships/customXml" Target="../ink/ink2004.xml"/><Relationship Id="rId424" Type="http://schemas.openxmlformats.org/officeDocument/2006/relationships/customXml" Target="../ink/ink2087.xml"/><Relationship Id="rId466" Type="http://schemas.openxmlformats.org/officeDocument/2006/relationships/customXml" Target="../ink/ink2108.xml"/><Relationship Id="rId23" Type="http://schemas.openxmlformats.org/officeDocument/2006/relationships/image" Target="../media/image425.png"/><Relationship Id="rId119" Type="http://schemas.openxmlformats.org/officeDocument/2006/relationships/image" Target="../media/image535.png"/><Relationship Id="rId270" Type="http://schemas.openxmlformats.org/officeDocument/2006/relationships/image" Target="../media/image643.png"/><Relationship Id="rId326" Type="http://schemas.openxmlformats.org/officeDocument/2006/relationships/image" Target="../media/image671.png"/><Relationship Id="rId65" Type="http://schemas.openxmlformats.org/officeDocument/2006/relationships/image" Target="../media/image445.png"/><Relationship Id="rId130" Type="http://schemas.openxmlformats.org/officeDocument/2006/relationships/customXml" Target="../ink/ink1939.xml"/><Relationship Id="rId368" Type="http://schemas.openxmlformats.org/officeDocument/2006/relationships/image" Target="../media/image701.png"/><Relationship Id="rId172" Type="http://schemas.openxmlformats.org/officeDocument/2006/relationships/customXml" Target="../ink/ink1960.xml"/><Relationship Id="rId228" Type="http://schemas.openxmlformats.org/officeDocument/2006/relationships/image" Target="../media/image623.png"/><Relationship Id="rId435" Type="http://schemas.openxmlformats.org/officeDocument/2006/relationships/image" Target="../media/image762.png"/><Relationship Id="rId477" Type="http://schemas.openxmlformats.org/officeDocument/2006/relationships/image" Target="../media/image783.png"/><Relationship Id="rId281" Type="http://schemas.openxmlformats.org/officeDocument/2006/relationships/customXml" Target="../ink/ink2015.xml"/><Relationship Id="rId337" Type="http://schemas.openxmlformats.org/officeDocument/2006/relationships/customXml" Target="../ink/ink2043.xml"/><Relationship Id="rId34" Type="http://schemas.openxmlformats.org/officeDocument/2006/relationships/customXml" Target="../ink/ink1891.xml"/><Relationship Id="rId76" Type="http://schemas.openxmlformats.org/officeDocument/2006/relationships/customXml" Target="../ink/ink1912.xml"/><Relationship Id="rId141" Type="http://schemas.openxmlformats.org/officeDocument/2006/relationships/image" Target="../media/image562.png"/><Relationship Id="rId379" Type="http://schemas.openxmlformats.org/officeDocument/2006/relationships/customXml" Target="../ink/ink2064.xml"/><Relationship Id="rId7" Type="http://schemas.openxmlformats.org/officeDocument/2006/relationships/image" Target="../media/image417.png"/><Relationship Id="rId183" Type="http://schemas.openxmlformats.org/officeDocument/2006/relationships/image" Target="../media/image596.png"/><Relationship Id="rId239" Type="http://schemas.openxmlformats.org/officeDocument/2006/relationships/customXml" Target="../ink/ink1994.xml"/><Relationship Id="rId390" Type="http://schemas.openxmlformats.org/officeDocument/2006/relationships/customXml" Target="../ink/ink2070.xml"/><Relationship Id="rId404" Type="http://schemas.openxmlformats.org/officeDocument/2006/relationships/customXml" Target="../ink/ink2077.xml"/><Relationship Id="rId446" Type="http://schemas.openxmlformats.org/officeDocument/2006/relationships/customXml" Target="../ink/ink2098.xml"/><Relationship Id="rId250" Type="http://schemas.openxmlformats.org/officeDocument/2006/relationships/image" Target="../media/image633.png"/><Relationship Id="rId292" Type="http://schemas.openxmlformats.org/officeDocument/2006/relationships/image" Target="../media/image654.png"/><Relationship Id="rId306" Type="http://schemas.openxmlformats.org/officeDocument/2006/relationships/image" Target="../media/image661.png"/><Relationship Id="rId488" Type="http://schemas.openxmlformats.org/officeDocument/2006/relationships/customXml" Target="../ink/ink2119.xml"/><Relationship Id="rId45" Type="http://schemas.openxmlformats.org/officeDocument/2006/relationships/image" Target="../media/image436.png"/><Relationship Id="rId87" Type="http://schemas.openxmlformats.org/officeDocument/2006/relationships/image" Target="../media/image457.png"/><Relationship Id="rId110" Type="http://schemas.openxmlformats.org/officeDocument/2006/relationships/customXml" Target="../ink/ink1929.xml"/><Relationship Id="rId348" Type="http://schemas.openxmlformats.org/officeDocument/2006/relationships/image" Target="../media/image682.png"/><Relationship Id="rId152" Type="http://schemas.openxmlformats.org/officeDocument/2006/relationships/customXml" Target="../ink/ink1950.xml"/><Relationship Id="rId194" Type="http://schemas.openxmlformats.org/officeDocument/2006/relationships/customXml" Target="../ink/ink1971.xml"/><Relationship Id="rId208" Type="http://schemas.openxmlformats.org/officeDocument/2006/relationships/customXml" Target="../ink/ink1978.xml"/><Relationship Id="rId415" Type="http://schemas.openxmlformats.org/officeDocument/2006/relationships/image" Target="../media/image752.png"/><Relationship Id="rId457" Type="http://schemas.openxmlformats.org/officeDocument/2006/relationships/image" Target="../media/image773.png"/><Relationship Id="rId261" Type="http://schemas.openxmlformats.org/officeDocument/2006/relationships/customXml" Target="../ink/ink2005.xml"/><Relationship Id="rId499" Type="http://schemas.openxmlformats.org/officeDocument/2006/relationships/image" Target="../media/image794.png"/><Relationship Id="rId14" Type="http://schemas.openxmlformats.org/officeDocument/2006/relationships/customXml" Target="../ink/ink1881.xml"/><Relationship Id="rId56" Type="http://schemas.openxmlformats.org/officeDocument/2006/relationships/customXml" Target="../ink/ink1902.xml"/><Relationship Id="rId317" Type="http://schemas.openxmlformats.org/officeDocument/2006/relationships/customXml" Target="../ink/ink2033.xml"/><Relationship Id="rId359" Type="http://schemas.openxmlformats.org/officeDocument/2006/relationships/customXml" Target="../ink/ink2054.xml"/><Relationship Id="rId98" Type="http://schemas.openxmlformats.org/officeDocument/2006/relationships/customXml" Target="../ink/ink1923.xml"/><Relationship Id="rId121" Type="http://schemas.openxmlformats.org/officeDocument/2006/relationships/image" Target="../media/image552.png"/><Relationship Id="rId163" Type="http://schemas.openxmlformats.org/officeDocument/2006/relationships/image" Target="../media/image587.png"/><Relationship Id="rId219" Type="http://schemas.openxmlformats.org/officeDocument/2006/relationships/customXml" Target="../ink/ink1984.xml"/><Relationship Id="rId370" Type="http://schemas.openxmlformats.org/officeDocument/2006/relationships/image" Target="../media/image702.png"/><Relationship Id="rId426" Type="http://schemas.openxmlformats.org/officeDocument/2006/relationships/customXml" Target="../ink/ink2088.xml"/><Relationship Id="rId230" Type="http://schemas.openxmlformats.org/officeDocument/2006/relationships/image" Target="../media/image624.png"/><Relationship Id="rId468" Type="http://schemas.openxmlformats.org/officeDocument/2006/relationships/customXml" Target="../ink/ink2109.xml"/><Relationship Id="rId25" Type="http://schemas.openxmlformats.org/officeDocument/2006/relationships/image" Target="../media/image426.png"/><Relationship Id="rId67" Type="http://schemas.openxmlformats.org/officeDocument/2006/relationships/image" Target="../media/image446.png"/><Relationship Id="rId272" Type="http://schemas.openxmlformats.org/officeDocument/2006/relationships/image" Target="../media/image644.png"/><Relationship Id="rId328" Type="http://schemas.openxmlformats.org/officeDocument/2006/relationships/image" Target="../media/image672.png"/><Relationship Id="rId132" Type="http://schemas.openxmlformats.org/officeDocument/2006/relationships/customXml" Target="../ink/ink1940.xml"/><Relationship Id="rId174" Type="http://schemas.openxmlformats.org/officeDocument/2006/relationships/customXml" Target="../ink/ink1961.xml"/><Relationship Id="rId381" Type="http://schemas.openxmlformats.org/officeDocument/2006/relationships/image" Target="../media/image728.png"/><Relationship Id="rId241" Type="http://schemas.openxmlformats.org/officeDocument/2006/relationships/customXml" Target="../ink/ink1995.xml"/><Relationship Id="rId437" Type="http://schemas.openxmlformats.org/officeDocument/2006/relationships/image" Target="../media/image763.png"/><Relationship Id="rId479" Type="http://schemas.openxmlformats.org/officeDocument/2006/relationships/image" Target="../media/image784.png"/><Relationship Id="rId36" Type="http://schemas.openxmlformats.org/officeDocument/2006/relationships/customXml" Target="../ink/ink1892.xml"/><Relationship Id="rId283" Type="http://schemas.openxmlformats.org/officeDocument/2006/relationships/customXml" Target="../ink/ink2016.xml"/><Relationship Id="rId339" Type="http://schemas.openxmlformats.org/officeDocument/2006/relationships/customXml" Target="../ink/ink2044.xml"/><Relationship Id="rId490" Type="http://schemas.openxmlformats.org/officeDocument/2006/relationships/customXml" Target="../ink/ink2120.xml"/><Relationship Id="rId78" Type="http://schemas.openxmlformats.org/officeDocument/2006/relationships/customXml" Target="../ink/ink1913.xml"/><Relationship Id="rId101" Type="http://schemas.openxmlformats.org/officeDocument/2006/relationships/image" Target="../media/image527.png"/><Relationship Id="rId143" Type="http://schemas.openxmlformats.org/officeDocument/2006/relationships/image" Target="../media/image127.png"/><Relationship Id="rId185" Type="http://schemas.openxmlformats.org/officeDocument/2006/relationships/image" Target="../media/image597.png"/><Relationship Id="rId350" Type="http://schemas.openxmlformats.org/officeDocument/2006/relationships/image" Target="../media/image683.png"/><Relationship Id="rId406" Type="http://schemas.openxmlformats.org/officeDocument/2006/relationships/customXml" Target="../ink/ink2078.xml"/><Relationship Id="rId9" Type="http://schemas.openxmlformats.org/officeDocument/2006/relationships/image" Target="../media/image418.png"/><Relationship Id="rId210" Type="http://schemas.openxmlformats.org/officeDocument/2006/relationships/customXml" Target="../ink/ink1979.xml"/><Relationship Id="rId392" Type="http://schemas.openxmlformats.org/officeDocument/2006/relationships/customXml" Target="../ink/ink2071.xml"/><Relationship Id="rId448" Type="http://schemas.openxmlformats.org/officeDocument/2006/relationships/customXml" Target="../ink/ink2099.xml"/><Relationship Id="rId252" Type="http://schemas.openxmlformats.org/officeDocument/2006/relationships/image" Target="../media/image634.png"/><Relationship Id="rId294" Type="http://schemas.openxmlformats.org/officeDocument/2006/relationships/image" Target="../media/image655.png"/><Relationship Id="rId308" Type="http://schemas.openxmlformats.org/officeDocument/2006/relationships/image" Target="../media/image662.png"/><Relationship Id="rId47" Type="http://schemas.openxmlformats.org/officeDocument/2006/relationships/image" Target="../media/image239.png"/><Relationship Id="rId89" Type="http://schemas.openxmlformats.org/officeDocument/2006/relationships/image" Target="../media/image521.png"/><Relationship Id="rId112" Type="http://schemas.openxmlformats.org/officeDocument/2006/relationships/customXml" Target="../ink/ink1930.xml"/><Relationship Id="rId154" Type="http://schemas.openxmlformats.org/officeDocument/2006/relationships/customXml" Target="../ink/ink1951.xml"/><Relationship Id="rId361" Type="http://schemas.openxmlformats.org/officeDocument/2006/relationships/customXml" Target="../ink/ink2055.xml"/><Relationship Id="rId196" Type="http://schemas.openxmlformats.org/officeDocument/2006/relationships/customXml" Target="../ink/ink1972.xml"/><Relationship Id="rId417" Type="http://schemas.openxmlformats.org/officeDocument/2006/relationships/image" Target="../media/image753.png"/><Relationship Id="rId459" Type="http://schemas.openxmlformats.org/officeDocument/2006/relationships/image" Target="../media/image774.png"/><Relationship Id="rId16" Type="http://schemas.openxmlformats.org/officeDocument/2006/relationships/customXml" Target="../ink/ink1882.xml"/><Relationship Id="rId221" Type="http://schemas.openxmlformats.org/officeDocument/2006/relationships/customXml" Target="../ink/ink1985.xml"/><Relationship Id="rId263" Type="http://schemas.openxmlformats.org/officeDocument/2006/relationships/customXml" Target="../ink/ink2006.xml"/><Relationship Id="rId319" Type="http://schemas.openxmlformats.org/officeDocument/2006/relationships/customXml" Target="../ink/ink2034.xml"/><Relationship Id="rId470" Type="http://schemas.openxmlformats.org/officeDocument/2006/relationships/customXml" Target="../ink/ink2110.xml"/><Relationship Id="rId58" Type="http://schemas.openxmlformats.org/officeDocument/2006/relationships/customXml" Target="../ink/ink1903.xml"/><Relationship Id="rId123" Type="http://schemas.openxmlformats.org/officeDocument/2006/relationships/image" Target="../media/image553.png"/><Relationship Id="rId330" Type="http://schemas.openxmlformats.org/officeDocument/2006/relationships/image" Target="../media/image673.png"/><Relationship Id="rId165" Type="http://schemas.openxmlformats.org/officeDocument/2006/relationships/image" Target="../media/image588.png"/><Relationship Id="rId372" Type="http://schemas.openxmlformats.org/officeDocument/2006/relationships/image" Target="../media/image703.png"/><Relationship Id="rId428" Type="http://schemas.openxmlformats.org/officeDocument/2006/relationships/customXml" Target="../ink/ink2089.xml"/><Relationship Id="rId232" Type="http://schemas.openxmlformats.org/officeDocument/2006/relationships/image" Target="../media/image625.png"/><Relationship Id="rId274" Type="http://schemas.openxmlformats.org/officeDocument/2006/relationships/image" Target="../media/image645.png"/><Relationship Id="rId481" Type="http://schemas.openxmlformats.org/officeDocument/2006/relationships/image" Target="../media/image785.png"/><Relationship Id="rId27" Type="http://schemas.openxmlformats.org/officeDocument/2006/relationships/image" Target="../media/image427.png"/><Relationship Id="rId69" Type="http://schemas.openxmlformats.org/officeDocument/2006/relationships/image" Target="../media/image447.png"/><Relationship Id="rId134" Type="http://schemas.openxmlformats.org/officeDocument/2006/relationships/customXml" Target="../ink/ink1941.xml"/><Relationship Id="rId80" Type="http://schemas.openxmlformats.org/officeDocument/2006/relationships/customXml" Target="../ink/ink1914.xml"/><Relationship Id="rId176" Type="http://schemas.openxmlformats.org/officeDocument/2006/relationships/customXml" Target="../ink/ink1962.xml"/><Relationship Id="rId341" Type="http://schemas.openxmlformats.org/officeDocument/2006/relationships/customXml" Target="../ink/ink2045.xml"/><Relationship Id="rId383" Type="http://schemas.openxmlformats.org/officeDocument/2006/relationships/image" Target="../media/image729.png"/><Relationship Id="rId439" Type="http://schemas.openxmlformats.org/officeDocument/2006/relationships/image" Target="../media/image764.png"/><Relationship Id="rId201" Type="http://schemas.openxmlformats.org/officeDocument/2006/relationships/image" Target="../media/image604.png"/><Relationship Id="rId243" Type="http://schemas.openxmlformats.org/officeDocument/2006/relationships/customXml" Target="../ink/ink1996.xml"/><Relationship Id="rId285" Type="http://schemas.openxmlformats.org/officeDocument/2006/relationships/customXml" Target="../ink/ink2017.xml"/><Relationship Id="rId450" Type="http://schemas.openxmlformats.org/officeDocument/2006/relationships/customXml" Target="../ink/ink2100.xml"/><Relationship Id="rId38" Type="http://schemas.openxmlformats.org/officeDocument/2006/relationships/customXml" Target="../ink/ink1893.xml"/><Relationship Id="rId103" Type="http://schemas.openxmlformats.org/officeDocument/2006/relationships/image" Target="../media/image528.png"/><Relationship Id="rId310" Type="http://schemas.openxmlformats.org/officeDocument/2006/relationships/image" Target="../media/image663.png"/><Relationship Id="rId492" Type="http://schemas.openxmlformats.org/officeDocument/2006/relationships/customXml" Target="../ink/ink2121.xml"/><Relationship Id="rId91" Type="http://schemas.openxmlformats.org/officeDocument/2006/relationships/image" Target="../media/image522.png"/><Relationship Id="rId145" Type="http://schemas.openxmlformats.org/officeDocument/2006/relationships/image" Target="../media/image563.png"/><Relationship Id="rId187" Type="http://schemas.openxmlformats.org/officeDocument/2006/relationships/image" Target="../media/image598.png"/><Relationship Id="rId352" Type="http://schemas.openxmlformats.org/officeDocument/2006/relationships/image" Target="../media/image684.png"/><Relationship Id="rId394" Type="http://schemas.openxmlformats.org/officeDocument/2006/relationships/customXml" Target="../ink/ink2072.xml"/><Relationship Id="rId408" Type="http://schemas.openxmlformats.org/officeDocument/2006/relationships/customXml" Target="../ink/ink2079.xml"/><Relationship Id="rId212" Type="http://schemas.openxmlformats.org/officeDocument/2006/relationships/image" Target="../media/image616.png"/><Relationship Id="rId254" Type="http://schemas.openxmlformats.org/officeDocument/2006/relationships/image" Target="../media/image635.png"/><Relationship Id="rId49" Type="http://schemas.openxmlformats.org/officeDocument/2006/relationships/image" Target="../media/image437.png"/><Relationship Id="rId114" Type="http://schemas.openxmlformats.org/officeDocument/2006/relationships/customXml" Target="../ink/ink1931.xml"/><Relationship Id="rId296" Type="http://schemas.openxmlformats.org/officeDocument/2006/relationships/image" Target="../media/image656.png"/><Relationship Id="rId461" Type="http://schemas.openxmlformats.org/officeDocument/2006/relationships/image" Target="../media/image775.png"/><Relationship Id="rId60" Type="http://schemas.openxmlformats.org/officeDocument/2006/relationships/customXml" Target="../ink/ink1904.xml"/><Relationship Id="rId156" Type="http://schemas.openxmlformats.org/officeDocument/2006/relationships/customXml" Target="../ink/ink1952.xml"/><Relationship Id="rId198" Type="http://schemas.openxmlformats.org/officeDocument/2006/relationships/customXml" Target="../ink/ink1973.xml"/><Relationship Id="rId321" Type="http://schemas.openxmlformats.org/officeDocument/2006/relationships/customXml" Target="../ink/ink2035.xml"/><Relationship Id="rId363" Type="http://schemas.openxmlformats.org/officeDocument/2006/relationships/customXml" Target="../ink/ink2056.xml"/><Relationship Id="rId419" Type="http://schemas.openxmlformats.org/officeDocument/2006/relationships/image" Target="../media/image754.png"/><Relationship Id="rId223" Type="http://schemas.openxmlformats.org/officeDocument/2006/relationships/customXml" Target="../ink/ink1986.xml"/><Relationship Id="rId430" Type="http://schemas.openxmlformats.org/officeDocument/2006/relationships/customXml" Target="../ink/ink2090.xml"/><Relationship Id="rId18" Type="http://schemas.openxmlformats.org/officeDocument/2006/relationships/customXml" Target="../ink/ink1883.xml"/><Relationship Id="rId265" Type="http://schemas.openxmlformats.org/officeDocument/2006/relationships/customXml" Target="../ink/ink2007.xml"/><Relationship Id="rId472" Type="http://schemas.openxmlformats.org/officeDocument/2006/relationships/customXml" Target="../ink/ink2111.xml"/><Relationship Id="rId125" Type="http://schemas.openxmlformats.org/officeDocument/2006/relationships/image" Target="../media/image554.png"/><Relationship Id="rId167" Type="http://schemas.openxmlformats.org/officeDocument/2006/relationships/image" Target="../media/image589.png"/><Relationship Id="rId332" Type="http://schemas.openxmlformats.org/officeDocument/2006/relationships/image" Target="../media/image674.png"/><Relationship Id="rId374" Type="http://schemas.openxmlformats.org/officeDocument/2006/relationships/image" Target="../media/image704.png"/><Relationship Id="rId71" Type="http://schemas.openxmlformats.org/officeDocument/2006/relationships/image" Target="../media/image448.png"/><Relationship Id="rId234" Type="http://schemas.openxmlformats.org/officeDocument/2006/relationships/image" Target="../media/image626.png"/><Relationship Id="rId2" Type="http://schemas.openxmlformats.org/officeDocument/2006/relationships/customXml" Target="../ink/ink1875.xml"/><Relationship Id="rId29" Type="http://schemas.openxmlformats.org/officeDocument/2006/relationships/image" Target="../media/image428.png"/><Relationship Id="rId276" Type="http://schemas.openxmlformats.org/officeDocument/2006/relationships/image" Target="../media/image646.png"/><Relationship Id="rId441" Type="http://schemas.openxmlformats.org/officeDocument/2006/relationships/image" Target="../media/image765.png"/><Relationship Id="rId483" Type="http://schemas.openxmlformats.org/officeDocument/2006/relationships/image" Target="../media/image786.png"/><Relationship Id="rId40" Type="http://schemas.openxmlformats.org/officeDocument/2006/relationships/customXml" Target="../ink/ink1894.xml"/><Relationship Id="rId136" Type="http://schemas.openxmlformats.org/officeDocument/2006/relationships/customXml" Target="../ink/ink1942.xml"/><Relationship Id="rId178" Type="http://schemas.openxmlformats.org/officeDocument/2006/relationships/customXml" Target="../ink/ink1963.xml"/><Relationship Id="rId301" Type="http://schemas.openxmlformats.org/officeDocument/2006/relationships/customXml" Target="../ink/ink2025.xml"/><Relationship Id="rId343" Type="http://schemas.openxmlformats.org/officeDocument/2006/relationships/customXml" Target="../ink/ink2046.xml"/><Relationship Id="rId82" Type="http://schemas.openxmlformats.org/officeDocument/2006/relationships/customXml" Target="../ink/ink1915.xml"/><Relationship Id="rId203" Type="http://schemas.openxmlformats.org/officeDocument/2006/relationships/image" Target="../media/image605.png"/><Relationship Id="rId385" Type="http://schemas.openxmlformats.org/officeDocument/2006/relationships/image" Target="../media/image730.png"/><Relationship Id="rId245" Type="http://schemas.openxmlformats.org/officeDocument/2006/relationships/customXml" Target="../ink/ink1997.xml"/><Relationship Id="rId287" Type="http://schemas.openxmlformats.org/officeDocument/2006/relationships/customXml" Target="../ink/ink2018.xml"/><Relationship Id="rId410" Type="http://schemas.openxmlformats.org/officeDocument/2006/relationships/customXml" Target="../ink/ink2080.xml"/><Relationship Id="rId452" Type="http://schemas.openxmlformats.org/officeDocument/2006/relationships/customXml" Target="../ink/ink2101.xml"/><Relationship Id="rId494" Type="http://schemas.openxmlformats.org/officeDocument/2006/relationships/customXml" Target="../ink/ink2122.xml"/><Relationship Id="rId105" Type="http://schemas.openxmlformats.org/officeDocument/2006/relationships/image" Target="../media/image529.png"/><Relationship Id="rId147" Type="http://schemas.openxmlformats.org/officeDocument/2006/relationships/image" Target="../media/image564.png"/><Relationship Id="rId312" Type="http://schemas.openxmlformats.org/officeDocument/2006/relationships/image" Target="../media/image664.png"/><Relationship Id="rId354" Type="http://schemas.openxmlformats.org/officeDocument/2006/relationships/image" Target="../media/image685.png"/><Relationship Id="rId51" Type="http://schemas.openxmlformats.org/officeDocument/2006/relationships/image" Target="../media/image438.png"/><Relationship Id="rId93" Type="http://schemas.openxmlformats.org/officeDocument/2006/relationships/image" Target="../media/image523.png"/><Relationship Id="rId189" Type="http://schemas.openxmlformats.org/officeDocument/2006/relationships/image" Target="../media/image599.png"/><Relationship Id="rId396" Type="http://schemas.openxmlformats.org/officeDocument/2006/relationships/customXml" Target="../ink/ink2073.xml"/><Relationship Id="rId214" Type="http://schemas.openxmlformats.org/officeDocument/2006/relationships/image" Target="../media/image617.png"/><Relationship Id="rId256" Type="http://schemas.openxmlformats.org/officeDocument/2006/relationships/image" Target="../media/image636.png"/><Relationship Id="rId298" Type="http://schemas.openxmlformats.org/officeDocument/2006/relationships/image" Target="../media/image657.png"/><Relationship Id="rId421" Type="http://schemas.openxmlformats.org/officeDocument/2006/relationships/image" Target="../media/image755.png"/><Relationship Id="rId463" Type="http://schemas.openxmlformats.org/officeDocument/2006/relationships/image" Target="../media/image776.png"/><Relationship Id="rId116" Type="http://schemas.openxmlformats.org/officeDocument/2006/relationships/customXml" Target="../ink/ink1932.xml"/><Relationship Id="rId158" Type="http://schemas.openxmlformats.org/officeDocument/2006/relationships/customXml" Target="../ink/ink1953.xml"/><Relationship Id="rId323" Type="http://schemas.openxmlformats.org/officeDocument/2006/relationships/customXml" Target="../ink/ink2036.xml"/><Relationship Id="rId20" Type="http://schemas.openxmlformats.org/officeDocument/2006/relationships/customXml" Target="../ink/ink1884.xml"/><Relationship Id="rId62" Type="http://schemas.openxmlformats.org/officeDocument/2006/relationships/customXml" Target="../ink/ink1905.xml"/><Relationship Id="rId365" Type="http://schemas.openxmlformats.org/officeDocument/2006/relationships/customXml" Target="../ink/ink2057.xml"/><Relationship Id="rId225" Type="http://schemas.openxmlformats.org/officeDocument/2006/relationships/customXml" Target="../ink/ink1987.xml"/><Relationship Id="rId267" Type="http://schemas.openxmlformats.org/officeDocument/2006/relationships/customXml" Target="../ink/ink2008.xml"/><Relationship Id="rId432" Type="http://schemas.openxmlformats.org/officeDocument/2006/relationships/customXml" Target="../ink/ink2091.xml"/><Relationship Id="rId474" Type="http://schemas.openxmlformats.org/officeDocument/2006/relationships/customXml" Target="../ink/ink2112.xml"/><Relationship Id="rId127" Type="http://schemas.openxmlformats.org/officeDocument/2006/relationships/image" Target="../media/image555.png"/><Relationship Id="rId10" Type="http://schemas.openxmlformats.org/officeDocument/2006/relationships/customXml" Target="../ink/ink1879.xml"/><Relationship Id="rId31" Type="http://schemas.openxmlformats.org/officeDocument/2006/relationships/image" Target="../media/image429.png"/><Relationship Id="rId52" Type="http://schemas.openxmlformats.org/officeDocument/2006/relationships/customXml" Target="../ink/ink1900.xml"/><Relationship Id="rId73" Type="http://schemas.openxmlformats.org/officeDocument/2006/relationships/image" Target="../media/image449.png"/><Relationship Id="rId94" Type="http://schemas.openxmlformats.org/officeDocument/2006/relationships/customXml" Target="../ink/ink1921.xml"/><Relationship Id="rId148" Type="http://schemas.openxmlformats.org/officeDocument/2006/relationships/customXml" Target="../ink/ink1948.xml"/><Relationship Id="rId169" Type="http://schemas.openxmlformats.org/officeDocument/2006/relationships/image" Target="../media/image590.png"/><Relationship Id="rId334" Type="http://schemas.openxmlformats.org/officeDocument/2006/relationships/image" Target="../media/image675.png"/><Relationship Id="rId355" Type="http://schemas.openxmlformats.org/officeDocument/2006/relationships/customXml" Target="../ink/ink2052.xml"/><Relationship Id="rId376" Type="http://schemas.openxmlformats.org/officeDocument/2006/relationships/image" Target="../media/image705.png"/><Relationship Id="rId397" Type="http://schemas.openxmlformats.org/officeDocument/2006/relationships/image" Target="../media/image736.png"/><Relationship Id="rId4" Type="http://schemas.openxmlformats.org/officeDocument/2006/relationships/customXml" Target="../ink/ink1876.xml"/><Relationship Id="rId180" Type="http://schemas.openxmlformats.org/officeDocument/2006/relationships/customXml" Target="../ink/ink1964.xml"/><Relationship Id="rId215" Type="http://schemas.openxmlformats.org/officeDocument/2006/relationships/customXml" Target="../ink/ink1982.xml"/><Relationship Id="rId236" Type="http://schemas.openxmlformats.org/officeDocument/2006/relationships/image" Target="../media/image627.png"/><Relationship Id="rId257" Type="http://schemas.openxmlformats.org/officeDocument/2006/relationships/customXml" Target="../ink/ink2003.xml"/><Relationship Id="rId278" Type="http://schemas.openxmlformats.org/officeDocument/2006/relationships/image" Target="../media/image647.png"/><Relationship Id="rId401" Type="http://schemas.openxmlformats.org/officeDocument/2006/relationships/image" Target="../media/image738.png"/><Relationship Id="rId422" Type="http://schemas.openxmlformats.org/officeDocument/2006/relationships/customXml" Target="../ink/ink2086.xml"/><Relationship Id="rId443" Type="http://schemas.openxmlformats.org/officeDocument/2006/relationships/image" Target="../media/image766.png"/><Relationship Id="rId464" Type="http://schemas.openxmlformats.org/officeDocument/2006/relationships/customXml" Target="../ink/ink2107.xml"/><Relationship Id="rId303" Type="http://schemas.openxmlformats.org/officeDocument/2006/relationships/customXml" Target="../ink/ink2026.xml"/><Relationship Id="rId485" Type="http://schemas.openxmlformats.org/officeDocument/2006/relationships/image" Target="../media/image787.png"/><Relationship Id="rId42" Type="http://schemas.openxmlformats.org/officeDocument/2006/relationships/customXml" Target="../ink/ink1895.xml"/><Relationship Id="rId84" Type="http://schemas.openxmlformats.org/officeDocument/2006/relationships/customXml" Target="../ink/ink1916.xml"/><Relationship Id="rId138" Type="http://schemas.openxmlformats.org/officeDocument/2006/relationships/customXml" Target="../ink/ink1943.xml"/><Relationship Id="rId345" Type="http://schemas.openxmlformats.org/officeDocument/2006/relationships/customXml" Target="../ink/ink2047.xml"/><Relationship Id="rId387" Type="http://schemas.openxmlformats.org/officeDocument/2006/relationships/image" Target="../media/image731.png"/><Relationship Id="rId191" Type="http://schemas.openxmlformats.org/officeDocument/2006/relationships/image" Target="../media/image600.png"/><Relationship Id="rId205" Type="http://schemas.openxmlformats.org/officeDocument/2006/relationships/image" Target="../media/image606.png"/><Relationship Id="rId247" Type="http://schemas.openxmlformats.org/officeDocument/2006/relationships/customXml" Target="../ink/ink1998.xml"/><Relationship Id="rId412" Type="http://schemas.openxmlformats.org/officeDocument/2006/relationships/customXml" Target="../ink/ink2081.xml"/><Relationship Id="rId107" Type="http://schemas.openxmlformats.org/officeDocument/2006/relationships/image" Target="../media/image530.png"/><Relationship Id="rId289" Type="http://schemas.openxmlformats.org/officeDocument/2006/relationships/customXml" Target="../ink/ink2019.xml"/><Relationship Id="rId454" Type="http://schemas.openxmlformats.org/officeDocument/2006/relationships/customXml" Target="../ink/ink2102.xml"/><Relationship Id="rId496" Type="http://schemas.openxmlformats.org/officeDocument/2006/relationships/customXml" Target="../ink/ink2123.xml"/><Relationship Id="rId11" Type="http://schemas.openxmlformats.org/officeDocument/2006/relationships/image" Target="../media/image419.png"/><Relationship Id="rId53" Type="http://schemas.openxmlformats.org/officeDocument/2006/relationships/image" Target="../media/image439.png"/><Relationship Id="rId149" Type="http://schemas.openxmlformats.org/officeDocument/2006/relationships/image" Target="../media/image565.png"/><Relationship Id="rId314" Type="http://schemas.openxmlformats.org/officeDocument/2006/relationships/image" Target="../media/image665.png"/><Relationship Id="rId356" Type="http://schemas.openxmlformats.org/officeDocument/2006/relationships/image" Target="../media/image686.png"/><Relationship Id="rId398" Type="http://schemas.openxmlformats.org/officeDocument/2006/relationships/customXml" Target="../ink/ink2074.xml"/><Relationship Id="rId95" Type="http://schemas.openxmlformats.org/officeDocument/2006/relationships/image" Target="../media/image524.png"/><Relationship Id="rId160" Type="http://schemas.openxmlformats.org/officeDocument/2006/relationships/customXml" Target="../ink/ink1954.xml"/><Relationship Id="rId216" Type="http://schemas.openxmlformats.org/officeDocument/2006/relationships/image" Target="../media/image618.png"/><Relationship Id="rId423" Type="http://schemas.openxmlformats.org/officeDocument/2006/relationships/image" Target="../media/image756.png"/><Relationship Id="rId258" Type="http://schemas.openxmlformats.org/officeDocument/2006/relationships/image" Target="../media/image637.png"/><Relationship Id="rId465" Type="http://schemas.openxmlformats.org/officeDocument/2006/relationships/image" Target="../media/image777.png"/><Relationship Id="rId22" Type="http://schemas.openxmlformats.org/officeDocument/2006/relationships/customXml" Target="../ink/ink1885.xml"/><Relationship Id="rId64" Type="http://schemas.openxmlformats.org/officeDocument/2006/relationships/customXml" Target="../ink/ink1906.xml"/><Relationship Id="rId118" Type="http://schemas.openxmlformats.org/officeDocument/2006/relationships/customXml" Target="../ink/ink1933.xml"/><Relationship Id="rId325" Type="http://schemas.openxmlformats.org/officeDocument/2006/relationships/customXml" Target="../ink/ink2037.xml"/><Relationship Id="rId367" Type="http://schemas.openxmlformats.org/officeDocument/2006/relationships/customXml" Target="../ink/ink2058.xml"/><Relationship Id="rId171" Type="http://schemas.openxmlformats.org/officeDocument/2006/relationships/image" Target="../media/image591.png"/><Relationship Id="rId227" Type="http://schemas.openxmlformats.org/officeDocument/2006/relationships/customXml" Target="../ink/ink1988.xml"/><Relationship Id="rId269" Type="http://schemas.openxmlformats.org/officeDocument/2006/relationships/customXml" Target="../ink/ink2009.xml"/><Relationship Id="rId434" Type="http://schemas.openxmlformats.org/officeDocument/2006/relationships/customXml" Target="../ink/ink2092.xml"/><Relationship Id="rId476" Type="http://schemas.openxmlformats.org/officeDocument/2006/relationships/customXml" Target="../ink/ink2113.xml"/><Relationship Id="rId33" Type="http://schemas.openxmlformats.org/officeDocument/2006/relationships/image" Target="../media/image430.png"/><Relationship Id="rId129" Type="http://schemas.openxmlformats.org/officeDocument/2006/relationships/image" Target="../media/image556.png"/><Relationship Id="rId280" Type="http://schemas.openxmlformats.org/officeDocument/2006/relationships/image" Target="../media/image648.png"/><Relationship Id="rId336" Type="http://schemas.openxmlformats.org/officeDocument/2006/relationships/image" Target="../media/image676.png"/><Relationship Id="rId501" Type="http://schemas.openxmlformats.org/officeDocument/2006/relationships/image" Target="../media/image795.png"/><Relationship Id="rId75" Type="http://schemas.openxmlformats.org/officeDocument/2006/relationships/image" Target="../media/image450.png"/><Relationship Id="rId140" Type="http://schemas.openxmlformats.org/officeDocument/2006/relationships/customXml" Target="../ink/ink1944.xml"/><Relationship Id="rId182" Type="http://schemas.openxmlformats.org/officeDocument/2006/relationships/customXml" Target="../ink/ink1965.xml"/><Relationship Id="rId378" Type="http://schemas.openxmlformats.org/officeDocument/2006/relationships/image" Target="../media/image706.png"/><Relationship Id="rId403" Type="http://schemas.openxmlformats.org/officeDocument/2006/relationships/image" Target="../media/image739.png"/><Relationship Id="rId6" Type="http://schemas.openxmlformats.org/officeDocument/2006/relationships/customXml" Target="../ink/ink1877.xml"/><Relationship Id="rId238" Type="http://schemas.openxmlformats.org/officeDocument/2006/relationships/image" Target="../media/image628.png"/><Relationship Id="rId445" Type="http://schemas.openxmlformats.org/officeDocument/2006/relationships/image" Target="../media/image767.png"/><Relationship Id="rId487" Type="http://schemas.openxmlformats.org/officeDocument/2006/relationships/image" Target="../media/image788.png"/><Relationship Id="rId291" Type="http://schemas.openxmlformats.org/officeDocument/2006/relationships/customXml" Target="../ink/ink2020.xml"/><Relationship Id="rId305" Type="http://schemas.openxmlformats.org/officeDocument/2006/relationships/customXml" Target="../ink/ink2027.xml"/><Relationship Id="rId347" Type="http://schemas.openxmlformats.org/officeDocument/2006/relationships/customXml" Target="../ink/ink2048.xml"/><Relationship Id="rId44" Type="http://schemas.openxmlformats.org/officeDocument/2006/relationships/customXml" Target="../ink/ink1896.xml"/><Relationship Id="rId86" Type="http://schemas.openxmlformats.org/officeDocument/2006/relationships/customXml" Target="../ink/ink1917.xml"/><Relationship Id="rId151" Type="http://schemas.openxmlformats.org/officeDocument/2006/relationships/image" Target="../media/image566.png"/><Relationship Id="rId389" Type="http://schemas.openxmlformats.org/officeDocument/2006/relationships/image" Target="../media/image732.png"/><Relationship Id="rId193" Type="http://schemas.openxmlformats.org/officeDocument/2006/relationships/image" Target="../media/image601.png"/><Relationship Id="rId207" Type="http://schemas.openxmlformats.org/officeDocument/2006/relationships/image" Target="../media/image607.png"/><Relationship Id="rId249" Type="http://schemas.openxmlformats.org/officeDocument/2006/relationships/customXml" Target="../ink/ink1999.xml"/><Relationship Id="rId414" Type="http://schemas.openxmlformats.org/officeDocument/2006/relationships/customXml" Target="../ink/ink2082.xml"/><Relationship Id="rId456" Type="http://schemas.openxmlformats.org/officeDocument/2006/relationships/customXml" Target="../ink/ink2103.xml"/><Relationship Id="rId498" Type="http://schemas.openxmlformats.org/officeDocument/2006/relationships/customXml" Target="../ink/ink2124.xml"/><Relationship Id="rId13" Type="http://schemas.openxmlformats.org/officeDocument/2006/relationships/image" Target="../media/image420.png"/><Relationship Id="rId109" Type="http://schemas.openxmlformats.org/officeDocument/2006/relationships/image" Target="../media/image531.png"/><Relationship Id="rId260" Type="http://schemas.openxmlformats.org/officeDocument/2006/relationships/image" Target="../media/image638.png"/><Relationship Id="rId316" Type="http://schemas.openxmlformats.org/officeDocument/2006/relationships/image" Target="../media/image666.png"/><Relationship Id="rId55" Type="http://schemas.openxmlformats.org/officeDocument/2006/relationships/image" Target="../media/image440.png"/><Relationship Id="rId97" Type="http://schemas.openxmlformats.org/officeDocument/2006/relationships/image" Target="../media/image525.png"/><Relationship Id="rId120" Type="http://schemas.openxmlformats.org/officeDocument/2006/relationships/customXml" Target="../ink/ink1934.xml"/><Relationship Id="rId358" Type="http://schemas.openxmlformats.org/officeDocument/2006/relationships/image" Target="../media/image687.png"/><Relationship Id="rId162" Type="http://schemas.openxmlformats.org/officeDocument/2006/relationships/customXml" Target="../ink/ink1955.xml"/><Relationship Id="rId218" Type="http://schemas.openxmlformats.org/officeDocument/2006/relationships/image" Target="../media/image619.png"/><Relationship Id="rId425" Type="http://schemas.openxmlformats.org/officeDocument/2006/relationships/image" Target="../media/image757.png"/><Relationship Id="rId467" Type="http://schemas.openxmlformats.org/officeDocument/2006/relationships/image" Target="../media/image778.png"/><Relationship Id="rId271" Type="http://schemas.openxmlformats.org/officeDocument/2006/relationships/customXml" Target="../ink/ink2010.xml"/><Relationship Id="rId24" Type="http://schemas.openxmlformats.org/officeDocument/2006/relationships/customXml" Target="../ink/ink1886.xml"/><Relationship Id="rId66" Type="http://schemas.openxmlformats.org/officeDocument/2006/relationships/customXml" Target="../ink/ink1907.xml"/><Relationship Id="rId131" Type="http://schemas.openxmlformats.org/officeDocument/2006/relationships/image" Target="../media/image557.png"/><Relationship Id="rId327" Type="http://schemas.openxmlformats.org/officeDocument/2006/relationships/customXml" Target="../ink/ink2038.xml"/><Relationship Id="rId369" Type="http://schemas.openxmlformats.org/officeDocument/2006/relationships/customXml" Target="../ink/ink2059.xml"/><Relationship Id="rId173" Type="http://schemas.openxmlformats.org/officeDocument/2006/relationships/image" Target="../media/image592.png"/><Relationship Id="rId229" Type="http://schemas.openxmlformats.org/officeDocument/2006/relationships/customXml" Target="../ink/ink1989.xml"/><Relationship Id="rId380" Type="http://schemas.openxmlformats.org/officeDocument/2006/relationships/customXml" Target="../ink/ink2065.xml"/><Relationship Id="rId436" Type="http://schemas.openxmlformats.org/officeDocument/2006/relationships/customXml" Target="../ink/ink2093.xml"/><Relationship Id="rId240" Type="http://schemas.openxmlformats.org/officeDocument/2006/relationships/image" Target="../media/image629.png"/><Relationship Id="rId478" Type="http://schemas.openxmlformats.org/officeDocument/2006/relationships/customXml" Target="../ink/ink2114.xml"/><Relationship Id="rId35" Type="http://schemas.openxmlformats.org/officeDocument/2006/relationships/image" Target="../media/image431.png"/><Relationship Id="rId77" Type="http://schemas.openxmlformats.org/officeDocument/2006/relationships/image" Target="../media/image451.png"/><Relationship Id="rId100" Type="http://schemas.openxmlformats.org/officeDocument/2006/relationships/customXml" Target="../ink/ink1924.xml"/><Relationship Id="rId282" Type="http://schemas.openxmlformats.org/officeDocument/2006/relationships/image" Target="../media/image649.png"/><Relationship Id="rId338" Type="http://schemas.openxmlformats.org/officeDocument/2006/relationships/image" Target="../media/image677.png"/><Relationship Id="rId8" Type="http://schemas.openxmlformats.org/officeDocument/2006/relationships/customXml" Target="../ink/ink1878.xml"/><Relationship Id="rId142" Type="http://schemas.openxmlformats.org/officeDocument/2006/relationships/customXml" Target="../ink/ink1945.xml"/><Relationship Id="rId184" Type="http://schemas.openxmlformats.org/officeDocument/2006/relationships/customXml" Target="../ink/ink1966.xml"/><Relationship Id="rId391" Type="http://schemas.openxmlformats.org/officeDocument/2006/relationships/image" Target="../media/image733.png"/><Relationship Id="rId405" Type="http://schemas.openxmlformats.org/officeDocument/2006/relationships/image" Target="../media/image740.png"/><Relationship Id="rId447" Type="http://schemas.openxmlformats.org/officeDocument/2006/relationships/image" Target="../media/image768.png"/><Relationship Id="rId251" Type="http://schemas.openxmlformats.org/officeDocument/2006/relationships/customXml" Target="../ink/ink2000.xml"/><Relationship Id="rId489" Type="http://schemas.openxmlformats.org/officeDocument/2006/relationships/image" Target="../media/image789.png"/><Relationship Id="rId46" Type="http://schemas.openxmlformats.org/officeDocument/2006/relationships/customXml" Target="../ink/ink1897.xml"/><Relationship Id="rId293" Type="http://schemas.openxmlformats.org/officeDocument/2006/relationships/customXml" Target="../ink/ink2021.xml"/><Relationship Id="rId307" Type="http://schemas.openxmlformats.org/officeDocument/2006/relationships/customXml" Target="../ink/ink2028.xml"/><Relationship Id="rId349" Type="http://schemas.openxmlformats.org/officeDocument/2006/relationships/customXml" Target="../ink/ink2049.xml"/><Relationship Id="rId88" Type="http://schemas.openxmlformats.org/officeDocument/2006/relationships/customXml" Target="../ink/ink1918.xml"/><Relationship Id="rId111" Type="http://schemas.openxmlformats.org/officeDocument/2006/relationships/image" Target="../media/image71.png"/><Relationship Id="rId153" Type="http://schemas.openxmlformats.org/officeDocument/2006/relationships/image" Target="../media/image567.png"/><Relationship Id="rId195" Type="http://schemas.openxmlformats.org/officeDocument/2006/relationships/image" Target="../media/image602.png"/><Relationship Id="rId209" Type="http://schemas.openxmlformats.org/officeDocument/2006/relationships/image" Target="../media/image615.png"/><Relationship Id="rId360" Type="http://schemas.openxmlformats.org/officeDocument/2006/relationships/image" Target="../media/image688.png"/><Relationship Id="rId416" Type="http://schemas.openxmlformats.org/officeDocument/2006/relationships/customXml" Target="../ink/ink2083.xml"/><Relationship Id="rId220" Type="http://schemas.openxmlformats.org/officeDocument/2006/relationships/image" Target="../media/image620.png"/><Relationship Id="rId458" Type="http://schemas.openxmlformats.org/officeDocument/2006/relationships/customXml" Target="../ink/ink2104.xml"/><Relationship Id="rId15" Type="http://schemas.openxmlformats.org/officeDocument/2006/relationships/image" Target="../media/image421.png"/><Relationship Id="rId57" Type="http://schemas.openxmlformats.org/officeDocument/2006/relationships/image" Target="../media/image441.png"/><Relationship Id="rId262" Type="http://schemas.openxmlformats.org/officeDocument/2006/relationships/image" Target="../media/image639.png"/><Relationship Id="rId318" Type="http://schemas.openxmlformats.org/officeDocument/2006/relationships/image" Target="../media/image667.png"/><Relationship Id="rId99" Type="http://schemas.openxmlformats.org/officeDocument/2006/relationships/image" Target="../media/image526.png"/><Relationship Id="rId122" Type="http://schemas.openxmlformats.org/officeDocument/2006/relationships/customXml" Target="../ink/ink1935.xml"/><Relationship Id="rId164" Type="http://schemas.openxmlformats.org/officeDocument/2006/relationships/customXml" Target="../ink/ink1956.xml"/><Relationship Id="rId371" Type="http://schemas.openxmlformats.org/officeDocument/2006/relationships/customXml" Target="../ink/ink2060.xml"/><Relationship Id="rId427" Type="http://schemas.openxmlformats.org/officeDocument/2006/relationships/image" Target="../media/image758.png"/><Relationship Id="rId469" Type="http://schemas.openxmlformats.org/officeDocument/2006/relationships/image" Target="../media/image779.png"/><Relationship Id="rId26" Type="http://schemas.openxmlformats.org/officeDocument/2006/relationships/customXml" Target="../ink/ink1887.xml"/><Relationship Id="rId231" Type="http://schemas.openxmlformats.org/officeDocument/2006/relationships/customXml" Target="../ink/ink1990.xml"/><Relationship Id="rId273" Type="http://schemas.openxmlformats.org/officeDocument/2006/relationships/customXml" Target="../ink/ink2011.xml"/><Relationship Id="rId329" Type="http://schemas.openxmlformats.org/officeDocument/2006/relationships/customXml" Target="../ink/ink2039.xml"/><Relationship Id="rId480" Type="http://schemas.openxmlformats.org/officeDocument/2006/relationships/customXml" Target="../ink/ink2115.xml"/><Relationship Id="rId68" Type="http://schemas.openxmlformats.org/officeDocument/2006/relationships/customXml" Target="../ink/ink1908.xml"/><Relationship Id="rId133" Type="http://schemas.openxmlformats.org/officeDocument/2006/relationships/image" Target="../media/image558.png"/><Relationship Id="rId175" Type="http://schemas.openxmlformats.org/officeDocument/2006/relationships/image" Target="../media/image593.png"/><Relationship Id="rId340" Type="http://schemas.openxmlformats.org/officeDocument/2006/relationships/image" Target="../media/image678.png"/><Relationship Id="rId200" Type="http://schemas.openxmlformats.org/officeDocument/2006/relationships/customXml" Target="../ink/ink1974.xml"/><Relationship Id="rId382" Type="http://schemas.openxmlformats.org/officeDocument/2006/relationships/customXml" Target="../ink/ink2066.xml"/><Relationship Id="rId438" Type="http://schemas.openxmlformats.org/officeDocument/2006/relationships/customXml" Target="../ink/ink2094.xml"/><Relationship Id="rId242" Type="http://schemas.openxmlformats.org/officeDocument/2006/relationships/image" Target="../media/image377.png"/><Relationship Id="rId284" Type="http://schemas.openxmlformats.org/officeDocument/2006/relationships/image" Target="../media/image650.png"/><Relationship Id="rId491" Type="http://schemas.openxmlformats.org/officeDocument/2006/relationships/image" Target="../media/image790.png"/><Relationship Id="rId37" Type="http://schemas.openxmlformats.org/officeDocument/2006/relationships/image" Target="../media/image432.png"/><Relationship Id="rId79" Type="http://schemas.openxmlformats.org/officeDocument/2006/relationships/image" Target="../media/image453.png"/><Relationship Id="rId102" Type="http://schemas.openxmlformats.org/officeDocument/2006/relationships/customXml" Target="../ink/ink1925.xml"/><Relationship Id="rId144" Type="http://schemas.openxmlformats.org/officeDocument/2006/relationships/customXml" Target="../ink/ink1946.xml"/><Relationship Id="rId90" Type="http://schemas.openxmlformats.org/officeDocument/2006/relationships/customXml" Target="../ink/ink1919.xml"/><Relationship Id="rId186" Type="http://schemas.openxmlformats.org/officeDocument/2006/relationships/customXml" Target="../ink/ink1967.xml"/><Relationship Id="rId351" Type="http://schemas.openxmlformats.org/officeDocument/2006/relationships/customXml" Target="../ink/ink2050.xml"/><Relationship Id="rId393" Type="http://schemas.openxmlformats.org/officeDocument/2006/relationships/image" Target="../media/image734.png"/><Relationship Id="rId407" Type="http://schemas.openxmlformats.org/officeDocument/2006/relationships/image" Target="../media/image741.png"/><Relationship Id="rId449" Type="http://schemas.openxmlformats.org/officeDocument/2006/relationships/image" Target="../media/image769.png"/><Relationship Id="rId211" Type="http://schemas.openxmlformats.org/officeDocument/2006/relationships/customXml" Target="../ink/ink1980.xml"/><Relationship Id="rId253" Type="http://schemas.openxmlformats.org/officeDocument/2006/relationships/customXml" Target="../ink/ink2001.xml"/><Relationship Id="rId295" Type="http://schemas.openxmlformats.org/officeDocument/2006/relationships/customXml" Target="../ink/ink2022.xml"/><Relationship Id="rId309" Type="http://schemas.openxmlformats.org/officeDocument/2006/relationships/customXml" Target="../ink/ink2029.xml"/><Relationship Id="rId460" Type="http://schemas.openxmlformats.org/officeDocument/2006/relationships/customXml" Target="../ink/ink2105.xml"/><Relationship Id="rId48" Type="http://schemas.openxmlformats.org/officeDocument/2006/relationships/customXml" Target="../ink/ink1898.xml"/><Relationship Id="rId113" Type="http://schemas.openxmlformats.org/officeDocument/2006/relationships/image" Target="../media/image532.png"/><Relationship Id="rId320" Type="http://schemas.openxmlformats.org/officeDocument/2006/relationships/image" Target="../media/image668.png"/><Relationship Id="rId155" Type="http://schemas.openxmlformats.org/officeDocument/2006/relationships/image" Target="../media/image583.png"/><Relationship Id="rId197" Type="http://schemas.openxmlformats.org/officeDocument/2006/relationships/image" Target="../media/image603.png"/><Relationship Id="rId362" Type="http://schemas.openxmlformats.org/officeDocument/2006/relationships/image" Target="../media/image689.png"/><Relationship Id="rId418" Type="http://schemas.openxmlformats.org/officeDocument/2006/relationships/customXml" Target="../ink/ink2084.xml"/><Relationship Id="rId222" Type="http://schemas.openxmlformats.org/officeDocument/2006/relationships/image" Target="../media/image621.png"/><Relationship Id="rId264" Type="http://schemas.openxmlformats.org/officeDocument/2006/relationships/image" Target="../media/image640.png"/><Relationship Id="rId471" Type="http://schemas.openxmlformats.org/officeDocument/2006/relationships/image" Target="../media/image780.png"/><Relationship Id="rId17" Type="http://schemas.openxmlformats.org/officeDocument/2006/relationships/image" Target="../media/image422.png"/><Relationship Id="rId59" Type="http://schemas.openxmlformats.org/officeDocument/2006/relationships/image" Target="../media/image442.png"/><Relationship Id="rId124" Type="http://schemas.openxmlformats.org/officeDocument/2006/relationships/customXml" Target="../ink/ink1936.xml"/><Relationship Id="rId70" Type="http://schemas.openxmlformats.org/officeDocument/2006/relationships/customXml" Target="../ink/ink1909.xml"/><Relationship Id="rId166" Type="http://schemas.openxmlformats.org/officeDocument/2006/relationships/customXml" Target="../ink/ink1957.xml"/><Relationship Id="rId331" Type="http://schemas.openxmlformats.org/officeDocument/2006/relationships/customXml" Target="../ink/ink2040.xml"/><Relationship Id="rId373" Type="http://schemas.openxmlformats.org/officeDocument/2006/relationships/customXml" Target="../ink/ink2061.xml"/><Relationship Id="rId429" Type="http://schemas.openxmlformats.org/officeDocument/2006/relationships/image" Target="../media/image759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991.xml"/><Relationship Id="rId440" Type="http://schemas.openxmlformats.org/officeDocument/2006/relationships/customXml" Target="../ink/ink2095.xml"/><Relationship Id="rId28" Type="http://schemas.openxmlformats.org/officeDocument/2006/relationships/customXml" Target="../ink/ink1888.xml"/><Relationship Id="rId275" Type="http://schemas.openxmlformats.org/officeDocument/2006/relationships/customXml" Target="../ink/ink2012.xml"/><Relationship Id="rId300" Type="http://schemas.openxmlformats.org/officeDocument/2006/relationships/image" Target="../media/image658.png"/><Relationship Id="rId482" Type="http://schemas.openxmlformats.org/officeDocument/2006/relationships/customXml" Target="../ink/ink2116.xml"/><Relationship Id="rId81" Type="http://schemas.openxmlformats.org/officeDocument/2006/relationships/image" Target="../media/image454.png"/><Relationship Id="rId135" Type="http://schemas.openxmlformats.org/officeDocument/2006/relationships/image" Target="../media/image559.png"/><Relationship Id="rId177" Type="http://schemas.openxmlformats.org/officeDocument/2006/relationships/image" Target="../media/image594.png"/><Relationship Id="rId342" Type="http://schemas.openxmlformats.org/officeDocument/2006/relationships/image" Target="../media/image679.png"/><Relationship Id="rId384" Type="http://schemas.openxmlformats.org/officeDocument/2006/relationships/customXml" Target="../ink/ink2067.xml"/><Relationship Id="rId202" Type="http://schemas.openxmlformats.org/officeDocument/2006/relationships/customXml" Target="../ink/ink1975.xml"/><Relationship Id="rId244" Type="http://schemas.openxmlformats.org/officeDocument/2006/relationships/image" Target="../media/image630.png"/><Relationship Id="rId39" Type="http://schemas.openxmlformats.org/officeDocument/2006/relationships/image" Target="../media/image433.png"/><Relationship Id="rId286" Type="http://schemas.openxmlformats.org/officeDocument/2006/relationships/image" Target="../media/image651.png"/><Relationship Id="rId451" Type="http://schemas.openxmlformats.org/officeDocument/2006/relationships/image" Target="../media/image770.png"/><Relationship Id="rId493" Type="http://schemas.openxmlformats.org/officeDocument/2006/relationships/image" Target="../media/image791.png"/><Relationship Id="rId50" Type="http://schemas.openxmlformats.org/officeDocument/2006/relationships/customXml" Target="../ink/ink1899.xml"/><Relationship Id="rId104" Type="http://schemas.openxmlformats.org/officeDocument/2006/relationships/customXml" Target="../ink/ink1926.xml"/><Relationship Id="rId146" Type="http://schemas.openxmlformats.org/officeDocument/2006/relationships/customXml" Target="../ink/ink1947.xml"/><Relationship Id="rId188" Type="http://schemas.openxmlformats.org/officeDocument/2006/relationships/customXml" Target="../ink/ink1968.xml"/><Relationship Id="rId311" Type="http://schemas.openxmlformats.org/officeDocument/2006/relationships/customXml" Target="../ink/ink2030.xml"/><Relationship Id="rId353" Type="http://schemas.openxmlformats.org/officeDocument/2006/relationships/customXml" Target="../ink/ink2051.xml"/><Relationship Id="rId395" Type="http://schemas.openxmlformats.org/officeDocument/2006/relationships/image" Target="../media/image735.png"/><Relationship Id="rId409" Type="http://schemas.openxmlformats.org/officeDocument/2006/relationships/image" Target="../media/image749.png"/><Relationship Id="rId92" Type="http://schemas.openxmlformats.org/officeDocument/2006/relationships/customXml" Target="../ink/ink1920.xml"/><Relationship Id="rId213" Type="http://schemas.openxmlformats.org/officeDocument/2006/relationships/customXml" Target="../ink/ink1981.xml"/><Relationship Id="rId420" Type="http://schemas.openxmlformats.org/officeDocument/2006/relationships/customXml" Target="../ink/ink2085.xml"/><Relationship Id="rId255" Type="http://schemas.openxmlformats.org/officeDocument/2006/relationships/customXml" Target="../ink/ink2002.xml"/><Relationship Id="rId297" Type="http://schemas.openxmlformats.org/officeDocument/2006/relationships/customXml" Target="../ink/ink2023.xml"/><Relationship Id="rId462" Type="http://schemas.openxmlformats.org/officeDocument/2006/relationships/customXml" Target="../ink/ink2106.xml"/><Relationship Id="rId115" Type="http://schemas.openxmlformats.org/officeDocument/2006/relationships/image" Target="../media/image533.png"/><Relationship Id="rId157" Type="http://schemas.openxmlformats.org/officeDocument/2006/relationships/image" Target="../media/image584.png"/><Relationship Id="rId322" Type="http://schemas.openxmlformats.org/officeDocument/2006/relationships/image" Target="../media/image669.png"/><Relationship Id="rId364" Type="http://schemas.openxmlformats.org/officeDocument/2006/relationships/image" Target="../media/image690.png"/><Relationship Id="rId61" Type="http://schemas.openxmlformats.org/officeDocument/2006/relationships/image" Target="../media/image443.png"/><Relationship Id="rId199" Type="http://schemas.openxmlformats.org/officeDocument/2006/relationships/image" Target="../media/image505.png"/><Relationship Id="rId19" Type="http://schemas.openxmlformats.org/officeDocument/2006/relationships/image" Target="../media/image423.png"/><Relationship Id="rId224" Type="http://schemas.openxmlformats.org/officeDocument/2006/relationships/image" Target="../media/image191.png"/><Relationship Id="rId266" Type="http://schemas.openxmlformats.org/officeDocument/2006/relationships/image" Target="../media/image641.png"/><Relationship Id="rId431" Type="http://schemas.openxmlformats.org/officeDocument/2006/relationships/image" Target="../media/image760.png"/><Relationship Id="rId473" Type="http://schemas.openxmlformats.org/officeDocument/2006/relationships/image" Target="../media/image781.png"/><Relationship Id="rId30" Type="http://schemas.openxmlformats.org/officeDocument/2006/relationships/customXml" Target="../ink/ink1889.xml"/><Relationship Id="rId126" Type="http://schemas.openxmlformats.org/officeDocument/2006/relationships/customXml" Target="../ink/ink1937.xml"/><Relationship Id="rId168" Type="http://schemas.openxmlformats.org/officeDocument/2006/relationships/customXml" Target="../ink/ink1958.xml"/><Relationship Id="rId333" Type="http://schemas.openxmlformats.org/officeDocument/2006/relationships/customXml" Target="../ink/ink2041.xml"/><Relationship Id="rId72" Type="http://schemas.openxmlformats.org/officeDocument/2006/relationships/customXml" Target="../ink/ink1910.xml"/><Relationship Id="rId375" Type="http://schemas.openxmlformats.org/officeDocument/2006/relationships/customXml" Target="../ink/ink2062.xml"/><Relationship Id="rId3" Type="http://schemas.openxmlformats.org/officeDocument/2006/relationships/image" Target="../media/image413.png"/><Relationship Id="rId235" Type="http://schemas.openxmlformats.org/officeDocument/2006/relationships/customXml" Target="../ink/ink1992.xml"/><Relationship Id="rId277" Type="http://schemas.openxmlformats.org/officeDocument/2006/relationships/customXml" Target="../ink/ink2013.xml"/><Relationship Id="rId400" Type="http://schemas.openxmlformats.org/officeDocument/2006/relationships/customXml" Target="../ink/ink2075.xml"/><Relationship Id="rId442" Type="http://schemas.openxmlformats.org/officeDocument/2006/relationships/customXml" Target="../ink/ink2096.xml"/><Relationship Id="rId484" Type="http://schemas.openxmlformats.org/officeDocument/2006/relationships/customXml" Target="../ink/ink2117.xml"/><Relationship Id="rId137" Type="http://schemas.openxmlformats.org/officeDocument/2006/relationships/image" Target="../media/image560.png"/><Relationship Id="rId302" Type="http://schemas.openxmlformats.org/officeDocument/2006/relationships/image" Target="../media/image659.png"/><Relationship Id="rId344" Type="http://schemas.openxmlformats.org/officeDocument/2006/relationships/image" Target="../media/image680.png"/><Relationship Id="rId41" Type="http://schemas.openxmlformats.org/officeDocument/2006/relationships/image" Target="../media/image434.png"/><Relationship Id="rId83" Type="http://schemas.openxmlformats.org/officeDocument/2006/relationships/image" Target="../media/image455.png"/><Relationship Id="rId179" Type="http://schemas.openxmlformats.org/officeDocument/2006/relationships/image" Target="../media/image166.png"/><Relationship Id="rId386" Type="http://schemas.openxmlformats.org/officeDocument/2006/relationships/customXml" Target="../ink/ink2068.xml"/><Relationship Id="rId190" Type="http://schemas.openxmlformats.org/officeDocument/2006/relationships/customXml" Target="../ink/ink1969.xml"/><Relationship Id="rId204" Type="http://schemas.openxmlformats.org/officeDocument/2006/relationships/customXml" Target="../ink/ink1976.xml"/><Relationship Id="rId246" Type="http://schemas.openxmlformats.org/officeDocument/2006/relationships/image" Target="../media/image631.png"/><Relationship Id="rId288" Type="http://schemas.openxmlformats.org/officeDocument/2006/relationships/image" Target="../media/image652.png"/><Relationship Id="rId411" Type="http://schemas.openxmlformats.org/officeDocument/2006/relationships/image" Target="../media/image750.png"/><Relationship Id="rId453" Type="http://schemas.openxmlformats.org/officeDocument/2006/relationships/image" Target="../media/image771.png"/><Relationship Id="rId106" Type="http://schemas.openxmlformats.org/officeDocument/2006/relationships/customXml" Target="../ink/ink1927.xml"/><Relationship Id="rId313" Type="http://schemas.openxmlformats.org/officeDocument/2006/relationships/customXml" Target="../ink/ink2031.xml"/><Relationship Id="rId495" Type="http://schemas.openxmlformats.org/officeDocument/2006/relationships/image" Target="../media/image792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52.png"/><Relationship Id="rId21" Type="http://schemas.openxmlformats.org/officeDocument/2006/relationships/image" Target="../media/image805.png"/><Relationship Id="rId42" Type="http://schemas.openxmlformats.org/officeDocument/2006/relationships/customXml" Target="../ink/ink2146.xml"/><Relationship Id="rId63" Type="http://schemas.openxmlformats.org/officeDocument/2006/relationships/image" Target="../media/image825.png"/><Relationship Id="rId84" Type="http://schemas.openxmlformats.org/officeDocument/2006/relationships/customXml" Target="../ink/ink2167.xml"/><Relationship Id="rId138" Type="http://schemas.openxmlformats.org/officeDocument/2006/relationships/customXml" Target="../ink/ink2194.xml"/><Relationship Id="rId159" Type="http://schemas.openxmlformats.org/officeDocument/2006/relationships/image" Target="../media/image873.png"/><Relationship Id="rId170" Type="http://schemas.openxmlformats.org/officeDocument/2006/relationships/customXml" Target="../ink/ink2210.xml"/><Relationship Id="rId191" Type="http://schemas.openxmlformats.org/officeDocument/2006/relationships/image" Target="../media/image885.png"/><Relationship Id="rId205" Type="http://schemas.openxmlformats.org/officeDocument/2006/relationships/image" Target="../media/image892.png"/><Relationship Id="rId107" Type="http://schemas.openxmlformats.org/officeDocument/2006/relationships/image" Target="../media/image847.png"/><Relationship Id="rId11" Type="http://schemas.openxmlformats.org/officeDocument/2006/relationships/image" Target="../media/image800.png"/><Relationship Id="rId32" Type="http://schemas.openxmlformats.org/officeDocument/2006/relationships/customXml" Target="../ink/ink2141.xml"/><Relationship Id="rId53" Type="http://schemas.openxmlformats.org/officeDocument/2006/relationships/image" Target="../media/image820.png"/><Relationship Id="rId74" Type="http://schemas.openxmlformats.org/officeDocument/2006/relationships/customXml" Target="../ink/ink2162.xml"/><Relationship Id="rId128" Type="http://schemas.openxmlformats.org/officeDocument/2006/relationships/customXml" Target="../ink/ink2189.xml"/><Relationship Id="rId149" Type="http://schemas.openxmlformats.org/officeDocument/2006/relationships/image" Target="../media/image868.png"/><Relationship Id="rId5" Type="http://schemas.openxmlformats.org/officeDocument/2006/relationships/image" Target="../media/image797.png"/><Relationship Id="rId95" Type="http://schemas.openxmlformats.org/officeDocument/2006/relationships/image" Target="../media/image841.png"/><Relationship Id="rId160" Type="http://schemas.openxmlformats.org/officeDocument/2006/relationships/customXml" Target="../ink/ink2205.xml"/><Relationship Id="rId181" Type="http://schemas.openxmlformats.org/officeDocument/2006/relationships/image" Target="../media/image572.png"/><Relationship Id="rId22" Type="http://schemas.openxmlformats.org/officeDocument/2006/relationships/customXml" Target="../ink/ink2136.xml"/><Relationship Id="rId43" Type="http://schemas.openxmlformats.org/officeDocument/2006/relationships/image" Target="../media/image761.png"/><Relationship Id="rId64" Type="http://schemas.openxmlformats.org/officeDocument/2006/relationships/customXml" Target="../ink/ink2157.xml"/><Relationship Id="rId118" Type="http://schemas.openxmlformats.org/officeDocument/2006/relationships/customXml" Target="../ink/ink2184.xml"/><Relationship Id="rId139" Type="http://schemas.openxmlformats.org/officeDocument/2006/relationships/image" Target="../media/image863.png"/><Relationship Id="rId85" Type="http://schemas.openxmlformats.org/officeDocument/2006/relationships/image" Target="../media/image836.png"/><Relationship Id="rId150" Type="http://schemas.openxmlformats.org/officeDocument/2006/relationships/customXml" Target="../ink/ink2200.xml"/><Relationship Id="rId171" Type="http://schemas.openxmlformats.org/officeDocument/2006/relationships/image" Target="../media/image503.png"/><Relationship Id="rId192" Type="http://schemas.openxmlformats.org/officeDocument/2006/relationships/customXml" Target="../ink/ink2221.xml"/><Relationship Id="rId206" Type="http://schemas.openxmlformats.org/officeDocument/2006/relationships/customXml" Target="../ink/ink2228.xml"/><Relationship Id="rId12" Type="http://schemas.openxmlformats.org/officeDocument/2006/relationships/customXml" Target="../ink/ink2131.xml"/><Relationship Id="rId33" Type="http://schemas.openxmlformats.org/officeDocument/2006/relationships/image" Target="../media/image811.png"/><Relationship Id="rId108" Type="http://schemas.openxmlformats.org/officeDocument/2006/relationships/customXml" Target="../ink/ink2179.xml"/><Relationship Id="rId129" Type="http://schemas.openxmlformats.org/officeDocument/2006/relationships/image" Target="../media/image858.png"/><Relationship Id="rId54" Type="http://schemas.openxmlformats.org/officeDocument/2006/relationships/customXml" Target="../ink/ink2152.xml"/><Relationship Id="rId75" Type="http://schemas.openxmlformats.org/officeDocument/2006/relationships/image" Target="../media/image831.png"/><Relationship Id="rId96" Type="http://schemas.openxmlformats.org/officeDocument/2006/relationships/customXml" Target="../ink/ink2173.xml"/><Relationship Id="rId140" Type="http://schemas.openxmlformats.org/officeDocument/2006/relationships/customXml" Target="../ink/ink2195.xml"/><Relationship Id="rId161" Type="http://schemas.openxmlformats.org/officeDocument/2006/relationships/image" Target="../media/image874.png"/><Relationship Id="rId182" Type="http://schemas.openxmlformats.org/officeDocument/2006/relationships/customXml" Target="../ink/ink2216.xml"/><Relationship Id="rId6" Type="http://schemas.openxmlformats.org/officeDocument/2006/relationships/customXml" Target="../ink/ink2128.xml"/><Relationship Id="rId23" Type="http://schemas.openxmlformats.org/officeDocument/2006/relationships/image" Target="../media/image806.png"/><Relationship Id="rId119" Type="http://schemas.openxmlformats.org/officeDocument/2006/relationships/image" Target="../media/image853.png"/><Relationship Id="rId44" Type="http://schemas.openxmlformats.org/officeDocument/2006/relationships/customXml" Target="../ink/ink2147.xml"/><Relationship Id="rId65" Type="http://schemas.openxmlformats.org/officeDocument/2006/relationships/image" Target="../media/image826.png"/><Relationship Id="rId86" Type="http://schemas.openxmlformats.org/officeDocument/2006/relationships/customXml" Target="../ink/ink2168.xml"/><Relationship Id="rId130" Type="http://schemas.openxmlformats.org/officeDocument/2006/relationships/customXml" Target="../ink/ink2190.xml"/><Relationship Id="rId151" Type="http://schemas.openxmlformats.org/officeDocument/2006/relationships/image" Target="../media/image869.png"/><Relationship Id="rId172" Type="http://schemas.openxmlformats.org/officeDocument/2006/relationships/customXml" Target="../ink/ink2211.xml"/><Relationship Id="rId193" Type="http://schemas.openxmlformats.org/officeDocument/2006/relationships/image" Target="../media/image886.png"/><Relationship Id="rId207" Type="http://schemas.openxmlformats.org/officeDocument/2006/relationships/image" Target="../media/image893.png"/><Relationship Id="rId13" Type="http://schemas.openxmlformats.org/officeDocument/2006/relationships/image" Target="../media/image801.png"/><Relationship Id="rId109" Type="http://schemas.openxmlformats.org/officeDocument/2006/relationships/image" Target="../media/image848.png"/><Relationship Id="rId34" Type="http://schemas.openxmlformats.org/officeDocument/2006/relationships/customXml" Target="../ink/ink2142.xml"/><Relationship Id="rId55" Type="http://schemas.openxmlformats.org/officeDocument/2006/relationships/image" Target="../media/image821.png"/><Relationship Id="rId76" Type="http://schemas.openxmlformats.org/officeDocument/2006/relationships/customXml" Target="../ink/ink2163.xml"/><Relationship Id="rId97" Type="http://schemas.openxmlformats.org/officeDocument/2006/relationships/image" Target="../media/image842.png"/><Relationship Id="rId120" Type="http://schemas.openxmlformats.org/officeDocument/2006/relationships/customXml" Target="../ink/ink2185.xml"/><Relationship Id="rId141" Type="http://schemas.openxmlformats.org/officeDocument/2006/relationships/image" Target="../media/image864.png"/><Relationship Id="rId7" Type="http://schemas.openxmlformats.org/officeDocument/2006/relationships/image" Target="../media/image798.png"/><Relationship Id="rId162" Type="http://schemas.openxmlformats.org/officeDocument/2006/relationships/customXml" Target="../ink/ink2206.xml"/><Relationship Id="rId183" Type="http://schemas.openxmlformats.org/officeDocument/2006/relationships/image" Target="../media/image881.png"/><Relationship Id="rId24" Type="http://schemas.openxmlformats.org/officeDocument/2006/relationships/customXml" Target="../ink/ink2137.xml"/><Relationship Id="rId40" Type="http://schemas.openxmlformats.org/officeDocument/2006/relationships/customXml" Target="../ink/ink2145.xml"/><Relationship Id="rId45" Type="http://schemas.openxmlformats.org/officeDocument/2006/relationships/image" Target="../media/image816.png"/><Relationship Id="rId66" Type="http://schemas.openxmlformats.org/officeDocument/2006/relationships/customXml" Target="../ink/ink2158.xml"/><Relationship Id="rId87" Type="http://schemas.openxmlformats.org/officeDocument/2006/relationships/image" Target="../media/image837.png"/><Relationship Id="rId110" Type="http://schemas.openxmlformats.org/officeDocument/2006/relationships/customXml" Target="../ink/ink2180.xml"/><Relationship Id="rId115" Type="http://schemas.openxmlformats.org/officeDocument/2006/relationships/image" Target="../media/image851.png"/><Relationship Id="rId131" Type="http://schemas.openxmlformats.org/officeDocument/2006/relationships/image" Target="../media/image859.png"/><Relationship Id="rId136" Type="http://schemas.openxmlformats.org/officeDocument/2006/relationships/customXml" Target="../ink/ink2193.xml"/><Relationship Id="rId157" Type="http://schemas.openxmlformats.org/officeDocument/2006/relationships/image" Target="../media/image872.png"/><Relationship Id="rId178" Type="http://schemas.openxmlformats.org/officeDocument/2006/relationships/customXml" Target="../ink/ink2214.xml"/><Relationship Id="rId61" Type="http://schemas.openxmlformats.org/officeDocument/2006/relationships/image" Target="../media/image824.png"/><Relationship Id="rId82" Type="http://schemas.openxmlformats.org/officeDocument/2006/relationships/customXml" Target="../ink/ink2166.xml"/><Relationship Id="rId152" Type="http://schemas.openxmlformats.org/officeDocument/2006/relationships/customXml" Target="../ink/ink2201.xml"/><Relationship Id="rId173" Type="http://schemas.openxmlformats.org/officeDocument/2006/relationships/image" Target="../media/image877.png"/><Relationship Id="rId194" Type="http://schemas.openxmlformats.org/officeDocument/2006/relationships/customXml" Target="../ink/ink2222.xml"/><Relationship Id="rId199" Type="http://schemas.openxmlformats.org/officeDocument/2006/relationships/image" Target="../media/image889.png"/><Relationship Id="rId203" Type="http://schemas.openxmlformats.org/officeDocument/2006/relationships/image" Target="../media/image891.png"/><Relationship Id="rId19" Type="http://schemas.openxmlformats.org/officeDocument/2006/relationships/image" Target="../media/image804.png"/><Relationship Id="rId14" Type="http://schemas.openxmlformats.org/officeDocument/2006/relationships/customXml" Target="../ink/ink2132.xml"/><Relationship Id="rId30" Type="http://schemas.openxmlformats.org/officeDocument/2006/relationships/customXml" Target="../ink/ink2140.xml"/><Relationship Id="rId35" Type="http://schemas.openxmlformats.org/officeDocument/2006/relationships/image" Target="../media/image812.png"/><Relationship Id="rId56" Type="http://schemas.openxmlformats.org/officeDocument/2006/relationships/customXml" Target="../ink/ink2153.xml"/><Relationship Id="rId77" Type="http://schemas.openxmlformats.org/officeDocument/2006/relationships/image" Target="../media/image832.png"/><Relationship Id="rId100" Type="http://schemas.openxmlformats.org/officeDocument/2006/relationships/customXml" Target="../ink/ink2175.xml"/><Relationship Id="rId105" Type="http://schemas.openxmlformats.org/officeDocument/2006/relationships/image" Target="../media/image846.png"/><Relationship Id="rId126" Type="http://schemas.openxmlformats.org/officeDocument/2006/relationships/customXml" Target="../ink/ink2188.xml"/><Relationship Id="rId147" Type="http://schemas.openxmlformats.org/officeDocument/2006/relationships/image" Target="../media/image867.png"/><Relationship Id="rId168" Type="http://schemas.openxmlformats.org/officeDocument/2006/relationships/customXml" Target="../ink/ink2209.xml"/><Relationship Id="rId8" Type="http://schemas.openxmlformats.org/officeDocument/2006/relationships/customXml" Target="../ink/ink2129.xml"/><Relationship Id="rId51" Type="http://schemas.openxmlformats.org/officeDocument/2006/relationships/image" Target="../media/image819.png"/><Relationship Id="rId72" Type="http://schemas.openxmlformats.org/officeDocument/2006/relationships/customXml" Target="../ink/ink2161.xml"/><Relationship Id="rId93" Type="http://schemas.openxmlformats.org/officeDocument/2006/relationships/image" Target="../media/image840.png"/><Relationship Id="rId98" Type="http://schemas.openxmlformats.org/officeDocument/2006/relationships/customXml" Target="../ink/ink2174.xml"/><Relationship Id="rId121" Type="http://schemas.openxmlformats.org/officeDocument/2006/relationships/image" Target="../media/image854.png"/><Relationship Id="rId142" Type="http://schemas.openxmlformats.org/officeDocument/2006/relationships/customXml" Target="../ink/ink2196.xml"/><Relationship Id="rId163" Type="http://schemas.openxmlformats.org/officeDocument/2006/relationships/image" Target="../media/image875.png"/><Relationship Id="rId184" Type="http://schemas.openxmlformats.org/officeDocument/2006/relationships/customXml" Target="../ink/ink2217.xml"/><Relationship Id="rId189" Type="http://schemas.openxmlformats.org/officeDocument/2006/relationships/image" Target="../media/image884.png"/><Relationship Id="rId3" Type="http://schemas.openxmlformats.org/officeDocument/2006/relationships/image" Target="../media/image796.png"/><Relationship Id="rId25" Type="http://schemas.openxmlformats.org/officeDocument/2006/relationships/image" Target="../media/image807.png"/><Relationship Id="rId46" Type="http://schemas.openxmlformats.org/officeDocument/2006/relationships/customXml" Target="../ink/ink2148.xml"/><Relationship Id="rId67" Type="http://schemas.openxmlformats.org/officeDocument/2006/relationships/image" Target="../media/image827.png"/><Relationship Id="rId116" Type="http://schemas.openxmlformats.org/officeDocument/2006/relationships/customXml" Target="../ink/ink2183.xml"/><Relationship Id="rId137" Type="http://schemas.openxmlformats.org/officeDocument/2006/relationships/image" Target="../media/image862.png"/><Relationship Id="rId158" Type="http://schemas.openxmlformats.org/officeDocument/2006/relationships/customXml" Target="../ink/ink2204.xml"/><Relationship Id="rId20" Type="http://schemas.openxmlformats.org/officeDocument/2006/relationships/customXml" Target="../ink/ink2135.xml"/><Relationship Id="rId41" Type="http://schemas.openxmlformats.org/officeDocument/2006/relationships/image" Target="../media/image815.png"/><Relationship Id="rId62" Type="http://schemas.openxmlformats.org/officeDocument/2006/relationships/customXml" Target="../ink/ink2156.xml"/><Relationship Id="rId83" Type="http://schemas.openxmlformats.org/officeDocument/2006/relationships/image" Target="../media/image835.png"/><Relationship Id="rId88" Type="http://schemas.openxmlformats.org/officeDocument/2006/relationships/customXml" Target="../ink/ink2169.xml"/><Relationship Id="rId111" Type="http://schemas.openxmlformats.org/officeDocument/2006/relationships/image" Target="../media/image849.png"/><Relationship Id="rId132" Type="http://schemas.openxmlformats.org/officeDocument/2006/relationships/customXml" Target="../ink/ink2191.xml"/><Relationship Id="rId153" Type="http://schemas.openxmlformats.org/officeDocument/2006/relationships/image" Target="../media/image870.png"/><Relationship Id="rId174" Type="http://schemas.openxmlformats.org/officeDocument/2006/relationships/customXml" Target="../ink/ink2212.xml"/><Relationship Id="rId179" Type="http://schemas.openxmlformats.org/officeDocument/2006/relationships/image" Target="../media/image880.png"/><Relationship Id="rId195" Type="http://schemas.openxmlformats.org/officeDocument/2006/relationships/image" Target="../media/image887.png"/><Relationship Id="rId190" Type="http://schemas.openxmlformats.org/officeDocument/2006/relationships/customXml" Target="../ink/ink2220.xml"/><Relationship Id="rId204" Type="http://schemas.openxmlformats.org/officeDocument/2006/relationships/customXml" Target="../ink/ink2227.xml"/><Relationship Id="rId15" Type="http://schemas.openxmlformats.org/officeDocument/2006/relationships/image" Target="../media/image802.png"/><Relationship Id="rId36" Type="http://schemas.openxmlformats.org/officeDocument/2006/relationships/customXml" Target="../ink/ink2143.xml"/><Relationship Id="rId57" Type="http://schemas.openxmlformats.org/officeDocument/2006/relationships/image" Target="../media/image822.png"/><Relationship Id="rId106" Type="http://schemas.openxmlformats.org/officeDocument/2006/relationships/customXml" Target="../ink/ink2178.xml"/><Relationship Id="rId127" Type="http://schemas.openxmlformats.org/officeDocument/2006/relationships/image" Target="../media/image857.png"/><Relationship Id="rId10" Type="http://schemas.openxmlformats.org/officeDocument/2006/relationships/customXml" Target="../ink/ink2130.xml"/><Relationship Id="rId31" Type="http://schemas.openxmlformats.org/officeDocument/2006/relationships/image" Target="../media/image810.png"/><Relationship Id="rId52" Type="http://schemas.openxmlformats.org/officeDocument/2006/relationships/customXml" Target="../ink/ink2151.xml"/><Relationship Id="rId73" Type="http://schemas.openxmlformats.org/officeDocument/2006/relationships/image" Target="../media/image830.png"/><Relationship Id="rId78" Type="http://schemas.openxmlformats.org/officeDocument/2006/relationships/customXml" Target="../ink/ink2164.xml"/><Relationship Id="rId94" Type="http://schemas.openxmlformats.org/officeDocument/2006/relationships/customXml" Target="../ink/ink2172.xml"/><Relationship Id="rId99" Type="http://schemas.openxmlformats.org/officeDocument/2006/relationships/image" Target="../media/image843.png"/><Relationship Id="rId101" Type="http://schemas.openxmlformats.org/officeDocument/2006/relationships/image" Target="../media/image844.png"/><Relationship Id="rId122" Type="http://schemas.openxmlformats.org/officeDocument/2006/relationships/customXml" Target="../ink/ink2186.xml"/><Relationship Id="rId143" Type="http://schemas.openxmlformats.org/officeDocument/2006/relationships/image" Target="../media/image865.png"/><Relationship Id="rId148" Type="http://schemas.openxmlformats.org/officeDocument/2006/relationships/customXml" Target="../ink/ink2199.xml"/><Relationship Id="rId164" Type="http://schemas.openxmlformats.org/officeDocument/2006/relationships/customXml" Target="../ink/ink2207.xml"/><Relationship Id="rId169" Type="http://schemas.openxmlformats.org/officeDocument/2006/relationships/image" Target="../media/image746.png"/><Relationship Id="rId185" Type="http://schemas.openxmlformats.org/officeDocument/2006/relationships/image" Target="../media/image882.png"/><Relationship Id="rId4" Type="http://schemas.openxmlformats.org/officeDocument/2006/relationships/customXml" Target="../ink/ink2127.xml"/><Relationship Id="rId9" Type="http://schemas.openxmlformats.org/officeDocument/2006/relationships/image" Target="../media/image799.png"/><Relationship Id="rId180" Type="http://schemas.openxmlformats.org/officeDocument/2006/relationships/customXml" Target="../ink/ink2215.xml"/><Relationship Id="rId26" Type="http://schemas.openxmlformats.org/officeDocument/2006/relationships/customXml" Target="../ink/ink2138.xml"/><Relationship Id="rId47" Type="http://schemas.openxmlformats.org/officeDocument/2006/relationships/image" Target="../media/image817.png"/><Relationship Id="rId68" Type="http://schemas.openxmlformats.org/officeDocument/2006/relationships/customXml" Target="../ink/ink2159.xml"/><Relationship Id="rId89" Type="http://schemas.openxmlformats.org/officeDocument/2006/relationships/image" Target="../media/image838.png"/><Relationship Id="rId112" Type="http://schemas.openxmlformats.org/officeDocument/2006/relationships/customXml" Target="../ink/ink2181.xml"/><Relationship Id="rId133" Type="http://schemas.openxmlformats.org/officeDocument/2006/relationships/image" Target="../media/image860.png"/><Relationship Id="rId154" Type="http://schemas.openxmlformats.org/officeDocument/2006/relationships/customXml" Target="../ink/ink2202.xml"/><Relationship Id="rId175" Type="http://schemas.openxmlformats.org/officeDocument/2006/relationships/image" Target="../media/image878.png"/><Relationship Id="rId196" Type="http://schemas.openxmlformats.org/officeDocument/2006/relationships/customXml" Target="../ink/ink2223.xml"/><Relationship Id="rId200" Type="http://schemas.openxmlformats.org/officeDocument/2006/relationships/customXml" Target="../ink/ink2225.xml"/><Relationship Id="rId16" Type="http://schemas.openxmlformats.org/officeDocument/2006/relationships/customXml" Target="../ink/ink2133.xml"/><Relationship Id="rId37" Type="http://schemas.openxmlformats.org/officeDocument/2006/relationships/image" Target="../media/image813.png"/><Relationship Id="rId58" Type="http://schemas.openxmlformats.org/officeDocument/2006/relationships/customXml" Target="../ink/ink2154.xml"/><Relationship Id="rId79" Type="http://schemas.openxmlformats.org/officeDocument/2006/relationships/image" Target="../media/image833.png"/><Relationship Id="rId102" Type="http://schemas.openxmlformats.org/officeDocument/2006/relationships/customXml" Target="../ink/ink2176.xml"/><Relationship Id="rId123" Type="http://schemas.openxmlformats.org/officeDocument/2006/relationships/image" Target="../media/image855.png"/><Relationship Id="rId144" Type="http://schemas.openxmlformats.org/officeDocument/2006/relationships/customXml" Target="../ink/ink2197.xml"/><Relationship Id="rId90" Type="http://schemas.openxmlformats.org/officeDocument/2006/relationships/customXml" Target="../ink/ink2170.xml"/><Relationship Id="rId165" Type="http://schemas.openxmlformats.org/officeDocument/2006/relationships/image" Target="../media/image727.png"/><Relationship Id="rId186" Type="http://schemas.openxmlformats.org/officeDocument/2006/relationships/customXml" Target="../ink/ink2218.xml"/><Relationship Id="rId27" Type="http://schemas.openxmlformats.org/officeDocument/2006/relationships/image" Target="../media/image808.png"/><Relationship Id="rId48" Type="http://schemas.openxmlformats.org/officeDocument/2006/relationships/customXml" Target="../ink/ink2149.xml"/><Relationship Id="rId69" Type="http://schemas.openxmlformats.org/officeDocument/2006/relationships/image" Target="../media/image828.png"/><Relationship Id="rId113" Type="http://schemas.openxmlformats.org/officeDocument/2006/relationships/image" Target="../media/image850.png"/><Relationship Id="rId134" Type="http://schemas.openxmlformats.org/officeDocument/2006/relationships/customXml" Target="../ink/ink2192.xml"/><Relationship Id="rId80" Type="http://schemas.openxmlformats.org/officeDocument/2006/relationships/customXml" Target="../ink/ink2165.xml"/><Relationship Id="rId155" Type="http://schemas.openxmlformats.org/officeDocument/2006/relationships/image" Target="../media/image871.png"/><Relationship Id="rId176" Type="http://schemas.openxmlformats.org/officeDocument/2006/relationships/customXml" Target="../ink/ink2213.xml"/><Relationship Id="rId197" Type="http://schemas.openxmlformats.org/officeDocument/2006/relationships/image" Target="../media/image888.png"/><Relationship Id="rId201" Type="http://schemas.openxmlformats.org/officeDocument/2006/relationships/image" Target="../media/image890.png"/><Relationship Id="rId17" Type="http://schemas.openxmlformats.org/officeDocument/2006/relationships/image" Target="../media/image803.png"/><Relationship Id="rId38" Type="http://schemas.openxmlformats.org/officeDocument/2006/relationships/customXml" Target="../ink/ink2144.xml"/><Relationship Id="rId59" Type="http://schemas.openxmlformats.org/officeDocument/2006/relationships/image" Target="../media/image823.png"/><Relationship Id="rId103" Type="http://schemas.openxmlformats.org/officeDocument/2006/relationships/image" Target="../media/image845.png"/><Relationship Id="rId124" Type="http://schemas.openxmlformats.org/officeDocument/2006/relationships/customXml" Target="../ink/ink2187.xml"/><Relationship Id="rId70" Type="http://schemas.openxmlformats.org/officeDocument/2006/relationships/customXml" Target="../ink/ink2160.xml"/><Relationship Id="rId91" Type="http://schemas.openxmlformats.org/officeDocument/2006/relationships/image" Target="../media/image839.png"/><Relationship Id="rId145" Type="http://schemas.openxmlformats.org/officeDocument/2006/relationships/image" Target="../media/image866.png"/><Relationship Id="rId166" Type="http://schemas.openxmlformats.org/officeDocument/2006/relationships/customXml" Target="../ink/ink2208.xml"/><Relationship Id="rId187" Type="http://schemas.openxmlformats.org/officeDocument/2006/relationships/image" Target="../media/image883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139.xml"/><Relationship Id="rId49" Type="http://schemas.openxmlformats.org/officeDocument/2006/relationships/image" Target="../media/image818.png"/><Relationship Id="rId114" Type="http://schemas.openxmlformats.org/officeDocument/2006/relationships/customXml" Target="../ink/ink2182.xml"/><Relationship Id="rId60" Type="http://schemas.openxmlformats.org/officeDocument/2006/relationships/customXml" Target="../ink/ink2155.xml"/><Relationship Id="rId81" Type="http://schemas.openxmlformats.org/officeDocument/2006/relationships/image" Target="../media/image834.png"/><Relationship Id="rId135" Type="http://schemas.openxmlformats.org/officeDocument/2006/relationships/image" Target="../media/image861.png"/><Relationship Id="rId156" Type="http://schemas.openxmlformats.org/officeDocument/2006/relationships/customXml" Target="../ink/ink2203.xml"/><Relationship Id="rId177" Type="http://schemas.openxmlformats.org/officeDocument/2006/relationships/image" Target="../media/image879.png"/><Relationship Id="rId198" Type="http://schemas.openxmlformats.org/officeDocument/2006/relationships/customXml" Target="../ink/ink2224.xml"/><Relationship Id="rId202" Type="http://schemas.openxmlformats.org/officeDocument/2006/relationships/customXml" Target="../ink/ink2226.xml"/><Relationship Id="rId18" Type="http://schemas.openxmlformats.org/officeDocument/2006/relationships/customXml" Target="../ink/ink2134.xml"/><Relationship Id="rId39" Type="http://schemas.openxmlformats.org/officeDocument/2006/relationships/image" Target="../media/image814.png"/><Relationship Id="rId50" Type="http://schemas.openxmlformats.org/officeDocument/2006/relationships/customXml" Target="../ink/ink2150.xml"/><Relationship Id="rId104" Type="http://schemas.openxmlformats.org/officeDocument/2006/relationships/customXml" Target="../ink/ink2177.xml"/><Relationship Id="rId125" Type="http://schemas.openxmlformats.org/officeDocument/2006/relationships/image" Target="../media/image856.png"/><Relationship Id="rId146" Type="http://schemas.openxmlformats.org/officeDocument/2006/relationships/customXml" Target="../ink/ink2198.xml"/><Relationship Id="rId167" Type="http://schemas.openxmlformats.org/officeDocument/2006/relationships/image" Target="../media/image876.png"/><Relationship Id="rId188" Type="http://schemas.openxmlformats.org/officeDocument/2006/relationships/customXml" Target="../ink/ink2219.xml"/><Relationship Id="rId71" Type="http://schemas.openxmlformats.org/officeDocument/2006/relationships/image" Target="../media/image829.png"/><Relationship Id="rId92" Type="http://schemas.openxmlformats.org/officeDocument/2006/relationships/customXml" Target="../ink/ink2171.xml"/><Relationship Id="rId2" Type="http://schemas.openxmlformats.org/officeDocument/2006/relationships/customXml" Target="../ink/ink2126.xml"/><Relationship Id="rId29" Type="http://schemas.openxmlformats.org/officeDocument/2006/relationships/image" Target="../media/image809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52.png"/><Relationship Id="rId299" Type="http://schemas.openxmlformats.org/officeDocument/2006/relationships/customXml" Target="../ink/ink2378.xml"/><Relationship Id="rId21" Type="http://schemas.openxmlformats.org/officeDocument/2006/relationships/image" Target="../media/image805.png"/><Relationship Id="rId63" Type="http://schemas.openxmlformats.org/officeDocument/2006/relationships/image" Target="../media/image825.png"/><Relationship Id="rId159" Type="http://schemas.openxmlformats.org/officeDocument/2006/relationships/image" Target="../media/image873.png"/><Relationship Id="rId324" Type="http://schemas.openxmlformats.org/officeDocument/2006/relationships/customXml" Target="../ink/ink2391.xml"/><Relationship Id="rId366" Type="http://schemas.openxmlformats.org/officeDocument/2006/relationships/customXml" Target="../ink/ink2412.xml"/><Relationship Id="rId170" Type="http://schemas.openxmlformats.org/officeDocument/2006/relationships/customXml" Target="../ink/ink2313.xml"/><Relationship Id="rId226" Type="http://schemas.openxmlformats.org/officeDocument/2006/relationships/customXml" Target="../ink/ink2341.xml"/><Relationship Id="rId268" Type="http://schemas.openxmlformats.org/officeDocument/2006/relationships/image" Target="../media/image128.png"/><Relationship Id="rId32" Type="http://schemas.openxmlformats.org/officeDocument/2006/relationships/customXml" Target="../ink/ink2244.xml"/><Relationship Id="rId74" Type="http://schemas.openxmlformats.org/officeDocument/2006/relationships/customXml" Target="../ink/ink2265.xml"/><Relationship Id="rId128" Type="http://schemas.openxmlformats.org/officeDocument/2006/relationships/customXml" Target="../ink/ink2292.xml"/><Relationship Id="rId335" Type="http://schemas.openxmlformats.org/officeDocument/2006/relationships/image" Target="../media/image919.png"/><Relationship Id="rId377" Type="http://schemas.openxmlformats.org/officeDocument/2006/relationships/image" Target="../media/image939.png"/><Relationship Id="rId5" Type="http://schemas.openxmlformats.org/officeDocument/2006/relationships/image" Target="../media/image797.png"/><Relationship Id="rId181" Type="http://schemas.openxmlformats.org/officeDocument/2006/relationships/image" Target="../media/image887.png"/><Relationship Id="rId237" Type="http://schemas.openxmlformats.org/officeDocument/2006/relationships/image" Target="../media/image914.png"/><Relationship Id="rId402" Type="http://schemas.openxmlformats.org/officeDocument/2006/relationships/customXml" Target="../ink/ink2430.xml"/><Relationship Id="rId279" Type="http://schemas.openxmlformats.org/officeDocument/2006/relationships/customXml" Target="../ink/ink2368.xml"/><Relationship Id="rId43" Type="http://schemas.openxmlformats.org/officeDocument/2006/relationships/image" Target="../media/image761.png"/><Relationship Id="rId139" Type="http://schemas.openxmlformats.org/officeDocument/2006/relationships/image" Target="../media/image863.png"/><Relationship Id="rId290" Type="http://schemas.openxmlformats.org/officeDocument/2006/relationships/image" Target="../media/image139.png"/><Relationship Id="rId304" Type="http://schemas.openxmlformats.org/officeDocument/2006/relationships/image" Target="../media/image146.png"/><Relationship Id="rId346" Type="http://schemas.openxmlformats.org/officeDocument/2006/relationships/customXml" Target="../ink/ink2402.xml"/><Relationship Id="rId388" Type="http://schemas.openxmlformats.org/officeDocument/2006/relationships/customXml" Target="../ink/ink2423.xml"/><Relationship Id="rId85" Type="http://schemas.openxmlformats.org/officeDocument/2006/relationships/image" Target="../media/image836.png"/><Relationship Id="rId150" Type="http://schemas.openxmlformats.org/officeDocument/2006/relationships/customXml" Target="../ink/ink2303.xml"/><Relationship Id="rId192" Type="http://schemas.openxmlformats.org/officeDocument/2006/relationships/customXml" Target="../ink/ink2324.xml"/><Relationship Id="rId206" Type="http://schemas.openxmlformats.org/officeDocument/2006/relationships/customXml" Target="../ink/ink2331.xml"/><Relationship Id="rId413" Type="http://schemas.openxmlformats.org/officeDocument/2006/relationships/image" Target="../media/image957.png"/><Relationship Id="rId248" Type="http://schemas.openxmlformats.org/officeDocument/2006/relationships/customXml" Target="../ink/ink2352.xml"/><Relationship Id="rId12" Type="http://schemas.openxmlformats.org/officeDocument/2006/relationships/customXml" Target="../ink/ink2234.xml"/><Relationship Id="rId108" Type="http://schemas.openxmlformats.org/officeDocument/2006/relationships/customXml" Target="../ink/ink2282.xml"/><Relationship Id="rId315" Type="http://schemas.openxmlformats.org/officeDocument/2006/relationships/customXml" Target="../ink/ink2386.xml"/><Relationship Id="rId357" Type="http://schemas.openxmlformats.org/officeDocument/2006/relationships/image" Target="../media/image930.png"/><Relationship Id="rId54" Type="http://schemas.openxmlformats.org/officeDocument/2006/relationships/customXml" Target="../ink/ink2255.xml"/><Relationship Id="rId96" Type="http://schemas.openxmlformats.org/officeDocument/2006/relationships/customXml" Target="../ink/ink2276.xml"/><Relationship Id="rId161" Type="http://schemas.openxmlformats.org/officeDocument/2006/relationships/image" Target="../media/image874.png"/><Relationship Id="rId217" Type="http://schemas.openxmlformats.org/officeDocument/2006/relationships/image" Target="../media/image905.png"/><Relationship Id="rId399" Type="http://schemas.openxmlformats.org/officeDocument/2006/relationships/image" Target="../media/image950.png"/><Relationship Id="rId259" Type="http://schemas.openxmlformats.org/officeDocument/2006/relationships/image" Target="../media/image123.png"/><Relationship Id="rId23" Type="http://schemas.openxmlformats.org/officeDocument/2006/relationships/image" Target="../media/image806.png"/><Relationship Id="rId119" Type="http://schemas.openxmlformats.org/officeDocument/2006/relationships/image" Target="../media/image853.png"/><Relationship Id="rId270" Type="http://schemas.openxmlformats.org/officeDocument/2006/relationships/image" Target="../media/image129.png"/><Relationship Id="rId326" Type="http://schemas.openxmlformats.org/officeDocument/2006/relationships/customXml" Target="../ink/ink2392.xml"/><Relationship Id="rId65" Type="http://schemas.openxmlformats.org/officeDocument/2006/relationships/image" Target="../media/image826.png"/><Relationship Id="rId130" Type="http://schemas.openxmlformats.org/officeDocument/2006/relationships/customXml" Target="../ink/ink2293.xml"/><Relationship Id="rId368" Type="http://schemas.openxmlformats.org/officeDocument/2006/relationships/customXml" Target="../ink/ink2413.xml"/><Relationship Id="rId172" Type="http://schemas.openxmlformats.org/officeDocument/2006/relationships/customXml" Target="../ink/ink2314.xml"/><Relationship Id="rId228" Type="http://schemas.openxmlformats.org/officeDocument/2006/relationships/customXml" Target="../ink/ink2342.xml"/><Relationship Id="rId281" Type="http://schemas.openxmlformats.org/officeDocument/2006/relationships/customXml" Target="../ink/ink2369.xml"/><Relationship Id="rId337" Type="http://schemas.openxmlformats.org/officeDocument/2006/relationships/image" Target="../media/image920.png"/><Relationship Id="rId34" Type="http://schemas.openxmlformats.org/officeDocument/2006/relationships/customXml" Target="../ink/ink2245.xml"/><Relationship Id="rId76" Type="http://schemas.openxmlformats.org/officeDocument/2006/relationships/customXml" Target="../ink/ink2266.xml"/><Relationship Id="rId141" Type="http://schemas.openxmlformats.org/officeDocument/2006/relationships/image" Target="../media/image864.png"/><Relationship Id="rId379" Type="http://schemas.openxmlformats.org/officeDocument/2006/relationships/image" Target="../media/image940.png"/><Relationship Id="rId7" Type="http://schemas.openxmlformats.org/officeDocument/2006/relationships/image" Target="../media/image798.png"/><Relationship Id="rId183" Type="http://schemas.openxmlformats.org/officeDocument/2006/relationships/image" Target="../media/image888.png"/><Relationship Id="rId239" Type="http://schemas.openxmlformats.org/officeDocument/2006/relationships/image" Target="../media/image915.png"/><Relationship Id="rId390" Type="http://schemas.openxmlformats.org/officeDocument/2006/relationships/customXml" Target="../ink/ink2424.xml"/><Relationship Id="rId404" Type="http://schemas.openxmlformats.org/officeDocument/2006/relationships/customXml" Target="../ink/ink2431.xml"/><Relationship Id="rId250" Type="http://schemas.openxmlformats.org/officeDocument/2006/relationships/customXml" Target="../ink/ink2353.xml"/><Relationship Id="rId292" Type="http://schemas.openxmlformats.org/officeDocument/2006/relationships/image" Target="../media/image140.png"/><Relationship Id="rId306" Type="http://schemas.openxmlformats.org/officeDocument/2006/relationships/image" Target="../media/image147.png"/><Relationship Id="rId45" Type="http://schemas.openxmlformats.org/officeDocument/2006/relationships/image" Target="../media/image816.png"/><Relationship Id="rId87" Type="http://schemas.openxmlformats.org/officeDocument/2006/relationships/image" Target="../media/image837.png"/><Relationship Id="rId110" Type="http://schemas.openxmlformats.org/officeDocument/2006/relationships/customXml" Target="../ink/ink2283.xml"/><Relationship Id="rId348" Type="http://schemas.openxmlformats.org/officeDocument/2006/relationships/customXml" Target="../ink/ink2403.xml"/><Relationship Id="rId152" Type="http://schemas.openxmlformats.org/officeDocument/2006/relationships/customXml" Target="../ink/ink2304.xml"/><Relationship Id="rId194" Type="http://schemas.openxmlformats.org/officeDocument/2006/relationships/customXml" Target="../ink/ink2325.xml"/><Relationship Id="rId208" Type="http://schemas.openxmlformats.org/officeDocument/2006/relationships/customXml" Target="../ink/ink2332.xml"/><Relationship Id="rId415" Type="http://schemas.openxmlformats.org/officeDocument/2006/relationships/image" Target="../media/image958.png"/><Relationship Id="rId261" Type="http://schemas.openxmlformats.org/officeDocument/2006/relationships/image" Target="../media/image124.png"/><Relationship Id="rId14" Type="http://schemas.openxmlformats.org/officeDocument/2006/relationships/customXml" Target="../ink/ink2235.xml"/><Relationship Id="rId56" Type="http://schemas.openxmlformats.org/officeDocument/2006/relationships/customXml" Target="../ink/ink2256.xml"/><Relationship Id="rId317" Type="http://schemas.openxmlformats.org/officeDocument/2006/relationships/customXml" Target="../ink/ink2387.xml"/><Relationship Id="rId359" Type="http://schemas.openxmlformats.org/officeDocument/2006/relationships/image" Target="../media/image931.png"/><Relationship Id="rId98" Type="http://schemas.openxmlformats.org/officeDocument/2006/relationships/customXml" Target="../ink/ink2277.xml"/><Relationship Id="rId121" Type="http://schemas.openxmlformats.org/officeDocument/2006/relationships/image" Target="../media/image854.png"/><Relationship Id="rId163" Type="http://schemas.openxmlformats.org/officeDocument/2006/relationships/image" Target="../media/image875.png"/><Relationship Id="rId219" Type="http://schemas.openxmlformats.org/officeDocument/2006/relationships/image" Target="../media/image906.png"/><Relationship Id="rId370" Type="http://schemas.openxmlformats.org/officeDocument/2006/relationships/customXml" Target="../ink/ink2414.xml"/><Relationship Id="rId230" Type="http://schemas.openxmlformats.org/officeDocument/2006/relationships/customXml" Target="../ink/ink2343.xml"/><Relationship Id="rId25" Type="http://schemas.openxmlformats.org/officeDocument/2006/relationships/image" Target="../media/image807.png"/><Relationship Id="rId67" Type="http://schemas.openxmlformats.org/officeDocument/2006/relationships/image" Target="../media/image827.png"/><Relationship Id="rId272" Type="http://schemas.openxmlformats.org/officeDocument/2006/relationships/image" Target="../media/image130.png"/><Relationship Id="rId328" Type="http://schemas.openxmlformats.org/officeDocument/2006/relationships/customXml" Target="../ink/ink2393.xml"/><Relationship Id="rId132" Type="http://schemas.openxmlformats.org/officeDocument/2006/relationships/customXml" Target="../ink/ink2294.xml"/><Relationship Id="rId174" Type="http://schemas.openxmlformats.org/officeDocument/2006/relationships/customXml" Target="../ink/ink2315.xml"/><Relationship Id="rId381" Type="http://schemas.openxmlformats.org/officeDocument/2006/relationships/image" Target="../media/image941.png"/><Relationship Id="rId241" Type="http://schemas.openxmlformats.org/officeDocument/2006/relationships/image" Target="../media/image166.png"/><Relationship Id="rId36" Type="http://schemas.openxmlformats.org/officeDocument/2006/relationships/customXml" Target="../ink/ink2246.xml"/><Relationship Id="rId283" Type="http://schemas.openxmlformats.org/officeDocument/2006/relationships/customXml" Target="../ink/ink2370.xml"/><Relationship Id="rId339" Type="http://schemas.openxmlformats.org/officeDocument/2006/relationships/image" Target="../media/image921.png"/><Relationship Id="rId78" Type="http://schemas.openxmlformats.org/officeDocument/2006/relationships/customXml" Target="../ink/ink2267.xml"/><Relationship Id="rId101" Type="http://schemas.openxmlformats.org/officeDocument/2006/relationships/image" Target="../media/image844.png"/><Relationship Id="rId143" Type="http://schemas.openxmlformats.org/officeDocument/2006/relationships/image" Target="../media/image865.png"/><Relationship Id="rId185" Type="http://schemas.openxmlformats.org/officeDocument/2006/relationships/image" Target="../media/image889.png"/><Relationship Id="rId350" Type="http://schemas.openxmlformats.org/officeDocument/2006/relationships/customXml" Target="../ink/ink2404.xml"/><Relationship Id="rId406" Type="http://schemas.openxmlformats.org/officeDocument/2006/relationships/customXml" Target="../ink/ink2432.xml"/><Relationship Id="rId9" Type="http://schemas.openxmlformats.org/officeDocument/2006/relationships/image" Target="../media/image799.png"/><Relationship Id="rId210" Type="http://schemas.openxmlformats.org/officeDocument/2006/relationships/customXml" Target="../ink/ink2333.xml"/><Relationship Id="rId392" Type="http://schemas.openxmlformats.org/officeDocument/2006/relationships/customXml" Target="../ink/ink2425.xml"/><Relationship Id="rId252" Type="http://schemas.openxmlformats.org/officeDocument/2006/relationships/customXml" Target="../ink/ink2354.xml"/><Relationship Id="rId294" Type="http://schemas.openxmlformats.org/officeDocument/2006/relationships/image" Target="../media/image141.png"/><Relationship Id="rId308" Type="http://schemas.openxmlformats.org/officeDocument/2006/relationships/image" Target="../media/image148.png"/><Relationship Id="rId47" Type="http://schemas.openxmlformats.org/officeDocument/2006/relationships/image" Target="../media/image817.png"/><Relationship Id="rId89" Type="http://schemas.openxmlformats.org/officeDocument/2006/relationships/image" Target="../media/image838.png"/><Relationship Id="rId112" Type="http://schemas.openxmlformats.org/officeDocument/2006/relationships/customXml" Target="../ink/ink2284.xml"/><Relationship Id="rId154" Type="http://schemas.openxmlformats.org/officeDocument/2006/relationships/customXml" Target="../ink/ink2305.xml"/><Relationship Id="rId361" Type="http://schemas.openxmlformats.org/officeDocument/2006/relationships/image" Target="../media/image932.png"/><Relationship Id="rId196" Type="http://schemas.openxmlformats.org/officeDocument/2006/relationships/customXml" Target="../ink/ink2326.xml"/><Relationship Id="rId417" Type="http://schemas.openxmlformats.org/officeDocument/2006/relationships/image" Target="../media/image959.png"/><Relationship Id="rId16" Type="http://schemas.openxmlformats.org/officeDocument/2006/relationships/customXml" Target="../ink/ink2236.xml"/><Relationship Id="rId221" Type="http://schemas.openxmlformats.org/officeDocument/2006/relationships/image" Target="../media/image907.png"/><Relationship Id="rId263" Type="http://schemas.openxmlformats.org/officeDocument/2006/relationships/image" Target="../media/image125.png"/><Relationship Id="rId319" Type="http://schemas.openxmlformats.org/officeDocument/2006/relationships/customXml" Target="../ink/ink2388.xml"/><Relationship Id="rId58" Type="http://schemas.openxmlformats.org/officeDocument/2006/relationships/customXml" Target="../ink/ink2257.xml"/><Relationship Id="rId123" Type="http://schemas.openxmlformats.org/officeDocument/2006/relationships/image" Target="../media/image855.png"/><Relationship Id="rId330" Type="http://schemas.openxmlformats.org/officeDocument/2006/relationships/customXml" Target="../ink/ink2394.xml"/><Relationship Id="rId165" Type="http://schemas.openxmlformats.org/officeDocument/2006/relationships/image" Target="../media/image727.png"/><Relationship Id="rId372" Type="http://schemas.openxmlformats.org/officeDocument/2006/relationships/customXml" Target="../ink/ink2415.xml"/><Relationship Id="rId232" Type="http://schemas.openxmlformats.org/officeDocument/2006/relationships/customXml" Target="../ink/ink2344.xml"/><Relationship Id="rId274" Type="http://schemas.openxmlformats.org/officeDocument/2006/relationships/image" Target="../media/image131.png"/><Relationship Id="rId27" Type="http://schemas.openxmlformats.org/officeDocument/2006/relationships/image" Target="../media/image808.png"/><Relationship Id="rId69" Type="http://schemas.openxmlformats.org/officeDocument/2006/relationships/image" Target="../media/image828.png"/><Relationship Id="rId134" Type="http://schemas.openxmlformats.org/officeDocument/2006/relationships/customXml" Target="../ink/ink2295.xml"/><Relationship Id="rId80" Type="http://schemas.openxmlformats.org/officeDocument/2006/relationships/customXml" Target="../ink/ink2268.xml"/><Relationship Id="rId176" Type="http://schemas.openxmlformats.org/officeDocument/2006/relationships/customXml" Target="../ink/ink2316.xml"/><Relationship Id="rId341" Type="http://schemas.openxmlformats.org/officeDocument/2006/relationships/image" Target="../media/image922.png"/><Relationship Id="rId383" Type="http://schemas.openxmlformats.org/officeDocument/2006/relationships/image" Target="../media/image942.png"/><Relationship Id="rId201" Type="http://schemas.openxmlformats.org/officeDocument/2006/relationships/image" Target="../media/image897.png"/><Relationship Id="rId222" Type="http://schemas.openxmlformats.org/officeDocument/2006/relationships/customXml" Target="../ink/ink2339.xml"/><Relationship Id="rId243" Type="http://schemas.openxmlformats.org/officeDocument/2006/relationships/image" Target="../media/image916.png"/><Relationship Id="rId264" Type="http://schemas.openxmlformats.org/officeDocument/2006/relationships/customXml" Target="../ink/ink2360.xml"/><Relationship Id="rId285" Type="http://schemas.openxmlformats.org/officeDocument/2006/relationships/customXml" Target="../ink/ink2371.xml"/><Relationship Id="rId17" Type="http://schemas.openxmlformats.org/officeDocument/2006/relationships/image" Target="../media/image803.png"/><Relationship Id="rId38" Type="http://schemas.openxmlformats.org/officeDocument/2006/relationships/customXml" Target="../ink/ink2247.xml"/><Relationship Id="rId59" Type="http://schemas.openxmlformats.org/officeDocument/2006/relationships/image" Target="../media/image823.png"/><Relationship Id="rId103" Type="http://schemas.openxmlformats.org/officeDocument/2006/relationships/image" Target="../media/image845.png"/><Relationship Id="rId124" Type="http://schemas.openxmlformats.org/officeDocument/2006/relationships/customXml" Target="../ink/ink2290.xml"/><Relationship Id="rId310" Type="http://schemas.openxmlformats.org/officeDocument/2006/relationships/image" Target="../media/image149.png"/><Relationship Id="rId70" Type="http://schemas.openxmlformats.org/officeDocument/2006/relationships/customXml" Target="../ink/ink2263.xml"/><Relationship Id="rId91" Type="http://schemas.openxmlformats.org/officeDocument/2006/relationships/image" Target="../media/image839.png"/><Relationship Id="rId145" Type="http://schemas.openxmlformats.org/officeDocument/2006/relationships/image" Target="../media/image866.png"/><Relationship Id="rId166" Type="http://schemas.openxmlformats.org/officeDocument/2006/relationships/customXml" Target="../ink/ink2311.xml"/><Relationship Id="rId187" Type="http://schemas.openxmlformats.org/officeDocument/2006/relationships/image" Target="../media/image890.png"/><Relationship Id="rId331" Type="http://schemas.openxmlformats.org/officeDocument/2006/relationships/image" Target="../media/image171.png"/><Relationship Id="rId352" Type="http://schemas.openxmlformats.org/officeDocument/2006/relationships/customXml" Target="../ink/ink2405.xml"/><Relationship Id="rId373" Type="http://schemas.openxmlformats.org/officeDocument/2006/relationships/image" Target="../media/image937.png"/><Relationship Id="rId394" Type="http://schemas.openxmlformats.org/officeDocument/2006/relationships/customXml" Target="../ink/ink2426.xml"/><Relationship Id="rId408" Type="http://schemas.openxmlformats.org/officeDocument/2006/relationships/customXml" Target="../ink/ink2433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334.xml"/><Relationship Id="rId233" Type="http://schemas.openxmlformats.org/officeDocument/2006/relationships/image" Target="../media/image913.png"/><Relationship Id="rId254" Type="http://schemas.openxmlformats.org/officeDocument/2006/relationships/customXml" Target="../ink/ink2355.xml"/><Relationship Id="rId28" Type="http://schemas.openxmlformats.org/officeDocument/2006/relationships/customXml" Target="../ink/ink2242.xml"/><Relationship Id="rId49" Type="http://schemas.openxmlformats.org/officeDocument/2006/relationships/image" Target="../media/image818.png"/><Relationship Id="rId114" Type="http://schemas.openxmlformats.org/officeDocument/2006/relationships/customXml" Target="../ink/ink2285.xml"/><Relationship Id="rId275" Type="http://schemas.openxmlformats.org/officeDocument/2006/relationships/customXml" Target="../ink/ink2366.xml"/><Relationship Id="rId296" Type="http://schemas.openxmlformats.org/officeDocument/2006/relationships/image" Target="../media/image142.png"/><Relationship Id="rId300" Type="http://schemas.openxmlformats.org/officeDocument/2006/relationships/image" Target="../media/image144.png"/><Relationship Id="rId60" Type="http://schemas.openxmlformats.org/officeDocument/2006/relationships/customXml" Target="../ink/ink2258.xml"/><Relationship Id="rId81" Type="http://schemas.openxmlformats.org/officeDocument/2006/relationships/image" Target="../media/image834.png"/><Relationship Id="rId135" Type="http://schemas.openxmlformats.org/officeDocument/2006/relationships/image" Target="../media/image861.png"/><Relationship Id="rId156" Type="http://schemas.openxmlformats.org/officeDocument/2006/relationships/customXml" Target="../ink/ink2306.xml"/><Relationship Id="rId177" Type="http://schemas.openxmlformats.org/officeDocument/2006/relationships/image" Target="../media/image885.png"/><Relationship Id="rId198" Type="http://schemas.openxmlformats.org/officeDocument/2006/relationships/customXml" Target="../ink/ink2327.xml"/><Relationship Id="rId321" Type="http://schemas.openxmlformats.org/officeDocument/2006/relationships/customXml" Target="../ink/ink2389.xml"/><Relationship Id="rId342" Type="http://schemas.openxmlformats.org/officeDocument/2006/relationships/customXml" Target="../ink/ink2400.xml"/><Relationship Id="rId363" Type="http://schemas.openxmlformats.org/officeDocument/2006/relationships/image" Target="../media/image933.png"/><Relationship Id="rId384" Type="http://schemas.openxmlformats.org/officeDocument/2006/relationships/customXml" Target="../ink/ink2421.xml"/><Relationship Id="rId202" Type="http://schemas.openxmlformats.org/officeDocument/2006/relationships/customXml" Target="../ink/ink2329.xml"/><Relationship Id="rId223" Type="http://schemas.openxmlformats.org/officeDocument/2006/relationships/image" Target="../media/image908.png"/><Relationship Id="rId244" Type="http://schemas.openxmlformats.org/officeDocument/2006/relationships/customXml" Target="../ink/ink2350.xml"/><Relationship Id="rId18" Type="http://schemas.openxmlformats.org/officeDocument/2006/relationships/customXml" Target="../ink/ink2237.xml"/><Relationship Id="rId39" Type="http://schemas.openxmlformats.org/officeDocument/2006/relationships/image" Target="../media/image814.png"/><Relationship Id="rId265" Type="http://schemas.openxmlformats.org/officeDocument/2006/relationships/image" Target="../media/image126.png"/><Relationship Id="rId286" Type="http://schemas.openxmlformats.org/officeDocument/2006/relationships/image" Target="../media/image137.png"/><Relationship Id="rId50" Type="http://schemas.openxmlformats.org/officeDocument/2006/relationships/customXml" Target="../ink/ink2253.xml"/><Relationship Id="rId104" Type="http://schemas.openxmlformats.org/officeDocument/2006/relationships/customXml" Target="../ink/ink2280.xml"/><Relationship Id="rId125" Type="http://schemas.openxmlformats.org/officeDocument/2006/relationships/image" Target="../media/image856.png"/><Relationship Id="rId146" Type="http://schemas.openxmlformats.org/officeDocument/2006/relationships/customXml" Target="../ink/ink2301.xml"/><Relationship Id="rId167" Type="http://schemas.openxmlformats.org/officeDocument/2006/relationships/image" Target="../media/image876.png"/><Relationship Id="rId188" Type="http://schemas.openxmlformats.org/officeDocument/2006/relationships/customXml" Target="../ink/ink2322.xml"/><Relationship Id="rId311" Type="http://schemas.openxmlformats.org/officeDocument/2006/relationships/customXml" Target="../ink/ink2384.xml"/><Relationship Id="rId332" Type="http://schemas.openxmlformats.org/officeDocument/2006/relationships/customXml" Target="../ink/ink2395.xml"/><Relationship Id="rId353" Type="http://schemas.openxmlformats.org/officeDocument/2006/relationships/image" Target="../media/image928.png"/><Relationship Id="rId374" Type="http://schemas.openxmlformats.org/officeDocument/2006/relationships/customXml" Target="../ink/ink2416.xml"/><Relationship Id="rId395" Type="http://schemas.openxmlformats.org/officeDocument/2006/relationships/image" Target="../media/image948.png"/><Relationship Id="rId409" Type="http://schemas.openxmlformats.org/officeDocument/2006/relationships/image" Target="../media/image955.png"/><Relationship Id="rId71" Type="http://schemas.openxmlformats.org/officeDocument/2006/relationships/image" Target="../media/image829.png"/><Relationship Id="rId92" Type="http://schemas.openxmlformats.org/officeDocument/2006/relationships/customXml" Target="../ink/ink2274.xml"/><Relationship Id="rId213" Type="http://schemas.openxmlformats.org/officeDocument/2006/relationships/image" Target="../media/image903.png"/><Relationship Id="rId234" Type="http://schemas.openxmlformats.org/officeDocument/2006/relationships/customXml" Target="../ink/ink2345.xml"/><Relationship Id="rId2" Type="http://schemas.openxmlformats.org/officeDocument/2006/relationships/customXml" Target="../ink/ink2229.xml"/><Relationship Id="rId29" Type="http://schemas.openxmlformats.org/officeDocument/2006/relationships/image" Target="../media/image809.png"/><Relationship Id="rId255" Type="http://schemas.openxmlformats.org/officeDocument/2006/relationships/image" Target="../media/image121.png"/><Relationship Id="rId276" Type="http://schemas.openxmlformats.org/officeDocument/2006/relationships/image" Target="../media/image132.png"/><Relationship Id="rId297" Type="http://schemas.openxmlformats.org/officeDocument/2006/relationships/customXml" Target="../ink/ink2377.xml"/><Relationship Id="rId40" Type="http://schemas.openxmlformats.org/officeDocument/2006/relationships/customXml" Target="../ink/ink2248.xml"/><Relationship Id="rId115" Type="http://schemas.openxmlformats.org/officeDocument/2006/relationships/image" Target="../media/image851.png"/><Relationship Id="rId136" Type="http://schemas.openxmlformats.org/officeDocument/2006/relationships/customXml" Target="../ink/ink2296.xml"/><Relationship Id="rId157" Type="http://schemas.openxmlformats.org/officeDocument/2006/relationships/image" Target="../media/image872.png"/><Relationship Id="rId178" Type="http://schemas.openxmlformats.org/officeDocument/2006/relationships/customXml" Target="../ink/ink2317.xml"/><Relationship Id="rId301" Type="http://schemas.openxmlformats.org/officeDocument/2006/relationships/customXml" Target="../ink/ink2379.xml"/><Relationship Id="rId322" Type="http://schemas.openxmlformats.org/officeDocument/2006/relationships/customXml" Target="../ink/ink2390.xml"/><Relationship Id="rId343" Type="http://schemas.openxmlformats.org/officeDocument/2006/relationships/image" Target="../media/image923.png"/><Relationship Id="rId364" Type="http://schemas.openxmlformats.org/officeDocument/2006/relationships/customXml" Target="../ink/ink2411.xml"/><Relationship Id="rId61" Type="http://schemas.openxmlformats.org/officeDocument/2006/relationships/image" Target="../media/image824.png"/><Relationship Id="rId82" Type="http://schemas.openxmlformats.org/officeDocument/2006/relationships/customXml" Target="../ink/ink2269.xml"/><Relationship Id="rId199" Type="http://schemas.openxmlformats.org/officeDocument/2006/relationships/image" Target="../media/image896.png"/><Relationship Id="rId203" Type="http://schemas.openxmlformats.org/officeDocument/2006/relationships/image" Target="../media/image898.png"/><Relationship Id="rId385" Type="http://schemas.openxmlformats.org/officeDocument/2006/relationships/image" Target="../media/image943.png"/><Relationship Id="rId19" Type="http://schemas.openxmlformats.org/officeDocument/2006/relationships/image" Target="../media/image804.png"/><Relationship Id="rId224" Type="http://schemas.openxmlformats.org/officeDocument/2006/relationships/customXml" Target="../ink/ink2340.xml"/><Relationship Id="rId245" Type="http://schemas.openxmlformats.org/officeDocument/2006/relationships/image" Target="../media/image917.png"/><Relationship Id="rId266" Type="http://schemas.openxmlformats.org/officeDocument/2006/relationships/customXml" Target="../ink/ink2361.xml"/><Relationship Id="rId287" Type="http://schemas.openxmlformats.org/officeDocument/2006/relationships/customXml" Target="../ink/ink2372.xml"/><Relationship Id="rId410" Type="http://schemas.openxmlformats.org/officeDocument/2006/relationships/customXml" Target="../ink/ink2434.xml"/><Relationship Id="rId30" Type="http://schemas.openxmlformats.org/officeDocument/2006/relationships/customXml" Target="../ink/ink2243.xml"/><Relationship Id="rId105" Type="http://schemas.openxmlformats.org/officeDocument/2006/relationships/image" Target="../media/image846.png"/><Relationship Id="rId126" Type="http://schemas.openxmlformats.org/officeDocument/2006/relationships/customXml" Target="../ink/ink2291.xml"/><Relationship Id="rId147" Type="http://schemas.openxmlformats.org/officeDocument/2006/relationships/image" Target="../media/image867.png"/><Relationship Id="rId168" Type="http://schemas.openxmlformats.org/officeDocument/2006/relationships/customXml" Target="../ink/ink2312.xml"/><Relationship Id="rId312" Type="http://schemas.openxmlformats.org/officeDocument/2006/relationships/image" Target="../media/image150.png"/><Relationship Id="rId333" Type="http://schemas.openxmlformats.org/officeDocument/2006/relationships/image" Target="../media/image172.png"/><Relationship Id="rId354" Type="http://schemas.openxmlformats.org/officeDocument/2006/relationships/customXml" Target="../ink/ink2406.xml"/><Relationship Id="rId51" Type="http://schemas.openxmlformats.org/officeDocument/2006/relationships/image" Target="../media/image819.png"/><Relationship Id="rId72" Type="http://schemas.openxmlformats.org/officeDocument/2006/relationships/customXml" Target="../ink/ink2264.xml"/><Relationship Id="rId93" Type="http://schemas.openxmlformats.org/officeDocument/2006/relationships/image" Target="../media/image840.png"/><Relationship Id="rId189" Type="http://schemas.openxmlformats.org/officeDocument/2006/relationships/image" Target="../media/image891.png"/><Relationship Id="rId375" Type="http://schemas.openxmlformats.org/officeDocument/2006/relationships/image" Target="../media/image938.png"/><Relationship Id="rId396" Type="http://schemas.openxmlformats.org/officeDocument/2006/relationships/customXml" Target="../ink/ink2427.xml"/><Relationship Id="rId3" Type="http://schemas.openxmlformats.org/officeDocument/2006/relationships/image" Target="../media/image796.png"/><Relationship Id="rId214" Type="http://schemas.openxmlformats.org/officeDocument/2006/relationships/customXml" Target="../ink/ink2335.xml"/><Relationship Id="rId235" Type="http://schemas.openxmlformats.org/officeDocument/2006/relationships/image" Target="../media/image127.png"/><Relationship Id="rId256" Type="http://schemas.openxmlformats.org/officeDocument/2006/relationships/customXml" Target="../ink/ink2356.xml"/><Relationship Id="rId277" Type="http://schemas.openxmlformats.org/officeDocument/2006/relationships/customXml" Target="../ink/ink2367.xml"/><Relationship Id="rId298" Type="http://schemas.openxmlformats.org/officeDocument/2006/relationships/image" Target="../media/image143.png"/><Relationship Id="rId400" Type="http://schemas.openxmlformats.org/officeDocument/2006/relationships/customXml" Target="../ink/ink2429.xml"/><Relationship Id="rId116" Type="http://schemas.openxmlformats.org/officeDocument/2006/relationships/customXml" Target="../ink/ink2286.xml"/><Relationship Id="rId137" Type="http://schemas.openxmlformats.org/officeDocument/2006/relationships/image" Target="../media/image862.png"/><Relationship Id="rId158" Type="http://schemas.openxmlformats.org/officeDocument/2006/relationships/customXml" Target="../ink/ink2307.xml"/><Relationship Id="rId302" Type="http://schemas.openxmlformats.org/officeDocument/2006/relationships/image" Target="../media/image145.png"/><Relationship Id="rId323" Type="http://schemas.openxmlformats.org/officeDocument/2006/relationships/image" Target="../media/image167.png"/><Relationship Id="rId344" Type="http://schemas.openxmlformats.org/officeDocument/2006/relationships/customXml" Target="../ink/ink2401.xml"/><Relationship Id="rId20" Type="http://schemas.openxmlformats.org/officeDocument/2006/relationships/customXml" Target="../ink/ink2238.xml"/><Relationship Id="rId41" Type="http://schemas.openxmlformats.org/officeDocument/2006/relationships/image" Target="../media/image815.png"/><Relationship Id="rId62" Type="http://schemas.openxmlformats.org/officeDocument/2006/relationships/customXml" Target="../ink/ink2259.xml"/><Relationship Id="rId83" Type="http://schemas.openxmlformats.org/officeDocument/2006/relationships/image" Target="../media/image835.png"/><Relationship Id="rId179" Type="http://schemas.openxmlformats.org/officeDocument/2006/relationships/image" Target="../media/image886.png"/><Relationship Id="rId365" Type="http://schemas.openxmlformats.org/officeDocument/2006/relationships/image" Target="../media/image934.png"/><Relationship Id="rId386" Type="http://schemas.openxmlformats.org/officeDocument/2006/relationships/customXml" Target="../ink/ink2422.xml"/><Relationship Id="rId190" Type="http://schemas.openxmlformats.org/officeDocument/2006/relationships/customXml" Target="../ink/ink2323.xml"/><Relationship Id="rId204" Type="http://schemas.openxmlformats.org/officeDocument/2006/relationships/customXml" Target="../ink/ink2330.xml"/><Relationship Id="rId225" Type="http://schemas.openxmlformats.org/officeDocument/2006/relationships/image" Target="../media/image909.png"/><Relationship Id="rId246" Type="http://schemas.openxmlformats.org/officeDocument/2006/relationships/customXml" Target="../ink/ink2351.xml"/><Relationship Id="rId267" Type="http://schemas.openxmlformats.org/officeDocument/2006/relationships/customXml" Target="../ink/ink2362.xml"/><Relationship Id="rId288" Type="http://schemas.openxmlformats.org/officeDocument/2006/relationships/image" Target="../media/image138.png"/><Relationship Id="rId411" Type="http://schemas.openxmlformats.org/officeDocument/2006/relationships/image" Target="../media/image956.png"/><Relationship Id="rId106" Type="http://schemas.openxmlformats.org/officeDocument/2006/relationships/customXml" Target="../ink/ink2281.xml"/><Relationship Id="rId127" Type="http://schemas.openxmlformats.org/officeDocument/2006/relationships/image" Target="../media/image857.png"/><Relationship Id="rId313" Type="http://schemas.openxmlformats.org/officeDocument/2006/relationships/customXml" Target="../ink/ink2385.xml"/><Relationship Id="rId10" Type="http://schemas.openxmlformats.org/officeDocument/2006/relationships/customXml" Target="../ink/ink2233.xml"/><Relationship Id="rId31" Type="http://schemas.openxmlformats.org/officeDocument/2006/relationships/image" Target="../media/image810.png"/><Relationship Id="rId52" Type="http://schemas.openxmlformats.org/officeDocument/2006/relationships/customXml" Target="../ink/ink2254.xml"/><Relationship Id="rId73" Type="http://schemas.openxmlformats.org/officeDocument/2006/relationships/image" Target="../media/image830.png"/><Relationship Id="rId94" Type="http://schemas.openxmlformats.org/officeDocument/2006/relationships/customXml" Target="../ink/ink2275.xml"/><Relationship Id="rId148" Type="http://schemas.openxmlformats.org/officeDocument/2006/relationships/customXml" Target="../ink/ink2302.xml"/><Relationship Id="rId169" Type="http://schemas.openxmlformats.org/officeDocument/2006/relationships/image" Target="../media/image746.png"/><Relationship Id="rId334" Type="http://schemas.openxmlformats.org/officeDocument/2006/relationships/customXml" Target="../ink/ink2396.xml"/><Relationship Id="rId355" Type="http://schemas.openxmlformats.org/officeDocument/2006/relationships/image" Target="../media/image929.png"/><Relationship Id="rId376" Type="http://schemas.openxmlformats.org/officeDocument/2006/relationships/customXml" Target="../ink/ink2417.xml"/><Relationship Id="rId397" Type="http://schemas.openxmlformats.org/officeDocument/2006/relationships/image" Target="../media/image949.png"/><Relationship Id="rId4" Type="http://schemas.openxmlformats.org/officeDocument/2006/relationships/customXml" Target="../ink/ink2230.xml"/><Relationship Id="rId180" Type="http://schemas.openxmlformats.org/officeDocument/2006/relationships/customXml" Target="../ink/ink2318.xml"/><Relationship Id="rId215" Type="http://schemas.openxmlformats.org/officeDocument/2006/relationships/image" Target="../media/image904.png"/><Relationship Id="rId236" Type="http://schemas.openxmlformats.org/officeDocument/2006/relationships/customXml" Target="../ink/ink2346.xml"/><Relationship Id="rId257" Type="http://schemas.openxmlformats.org/officeDocument/2006/relationships/image" Target="../media/image122.png"/><Relationship Id="rId278" Type="http://schemas.openxmlformats.org/officeDocument/2006/relationships/image" Target="../media/image133.png"/><Relationship Id="rId401" Type="http://schemas.openxmlformats.org/officeDocument/2006/relationships/image" Target="../media/image951.png"/><Relationship Id="rId303" Type="http://schemas.openxmlformats.org/officeDocument/2006/relationships/customXml" Target="../ink/ink2380.xml"/><Relationship Id="rId42" Type="http://schemas.openxmlformats.org/officeDocument/2006/relationships/customXml" Target="../ink/ink2249.xml"/><Relationship Id="rId84" Type="http://schemas.openxmlformats.org/officeDocument/2006/relationships/customXml" Target="../ink/ink2270.xml"/><Relationship Id="rId138" Type="http://schemas.openxmlformats.org/officeDocument/2006/relationships/customXml" Target="../ink/ink2297.xml"/><Relationship Id="rId345" Type="http://schemas.openxmlformats.org/officeDocument/2006/relationships/image" Target="../media/image924.png"/><Relationship Id="rId387" Type="http://schemas.openxmlformats.org/officeDocument/2006/relationships/image" Target="../media/image944.png"/><Relationship Id="rId191" Type="http://schemas.openxmlformats.org/officeDocument/2006/relationships/image" Target="../media/image892.png"/><Relationship Id="rId205" Type="http://schemas.openxmlformats.org/officeDocument/2006/relationships/image" Target="../media/image899.png"/><Relationship Id="rId247" Type="http://schemas.openxmlformats.org/officeDocument/2006/relationships/image" Target="../media/image918.png"/><Relationship Id="rId412" Type="http://schemas.openxmlformats.org/officeDocument/2006/relationships/customXml" Target="../ink/ink2435.xml"/><Relationship Id="rId107" Type="http://schemas.openxmlformats.org/officeDocument/2006/relationships/image" Target="../media/image847.png"/><Relationship Id="rId289" Type="http://schemas.openxmlformats.org/officeDocument/2006/relationships/customXml" Target="../ink/ink2373.xml"/><Relationship Id="rId11" Type="http://schemas.openxmlformats.org/officeDocument/2006/relationships/image" Target="../media/image800.png"/><Relationship Id="rId53" Type="http://schemas.openxmlformats.org/officeDocument/2006/relationships/image" Target="../media/image820.png"/><Relationship Id="rId149" Type="http://schemas.openxmlformats.org/officeDocument/2006/relationships/image" Target="../media/image868.png"/><Relationship Id="rId314" Type="http://schemas.openxmlformats.org/officeDocument/2006/relationships/image" Target="../media/image151.png"/><Relationship Id="rId356" Type="http://schemas.openxmlformats.org/officeDocument/2006/relationships/customXml" Target="../ink/ink2407.xml"/><Relationship Id="rId398" Type="http://schemas.openxmlformats.org/officeDocument/2006/relationships/customXml" Target="../ink/ink2428.xml"/><Relationship Id="rId95" Type="http://schemas.openxmlformats.org/officeDocument/2006/relationships/image" Target="../media/image841.png"/><Relationship Id="rId160" Type="http://schemas.openxmlformats.org/officeDocument/2006/relationships/customXml" Target="../ink/ink2308.xml"/><Relationship Id="rId216" Type="http://schemas.openxmlformats.org/officeDocument/2006/relationships/customXml" Target="../ink/ink2336.xml"/><Relationship Id="rId258" Type="http://schemas.openxmlformats.org/officeDocument/2006/relationships/customXml" Target="../ink/ink2357.xml"/><Relationship Id="rId22" Type="http://schemas.openxmlformats.org/officeDocument/2006/relationships/customXml" Target="../ink/ink2239.xml"/><Relationship Id="rId64" Type="http://schemas.openxmlformats.org/officeDocument/2006/relationships/customXml" Target="../ink/ink2260.xml"/><Relationship Id="rId118" Type="http://schemas.openxmlformats.org/officeDocument/2006/relationships/customXml" Target="../ink/ink2287.xml"/><Relationship Id="rId325" Type="http://schemas.openxmlformats.org/officeDocument/2006/relationships/image" Target="../media/image168.png"/><Relationship Id="rId367" Type="http://schemas.openxmlformats.org/officeDocument/2006/relationships/image" Target="../media/image935.png"/><Relationship Id="rId171" Type="http://schemas.openxmlformats.org/officeDocument/2006/relationships/image" Target="../media/image503.png"/><Relationship Id="rId227" Type="http://schemas.openxmlformats.org/officeDocument/2006/relationships/image" Target="../media/image910.png"/><Relationship Id="rId269" Type="http://schemas.openxmlformats.org/officeDocument/2006/relationships/customXml" Target="../ink/ink2363.xml"/><Relationship Id="rId33" Type="http://schemas.openxmlformats.org/officeDocument/2006/relationships/image" Target="../media/image811.png"/><Relationship Id="rId129" Type="http://schemas.openxmlformats.org/officeDocument/2006/relationships/image" Target="../media/image858.png"/><Relationship Id="rId280" Type="http://schemas.openxmlformats.org/officeDocument/2006/relationships/image" Target="../media/image134.png"/><Relationship Id="rId336" Type="http://schemas.openxmlformats.org/officeDocument/2006/relationships/customXml" Target="../ink/ink2397.xml"/><Relationship Id="rId75" Type="http://schemas.openxmlformats.org/officeDocument/2006/relationships/image" Target="../media/image831.png"/><Relationship Id="rId140" Type="http://schemas.openxmlformats.org/officeDocument/2006/relationships/customXml" Target="../ink/ink2298.xml"/><Relationship Id="rId182" Type="http://schemas.openxmlformats.org/officeDocument/2006/relationships/customXml" Target="../ink/ink2319.xml"/><Relationship Id="rId378" Type="http://schemas.openxmlformats.org/officeDocument/2006/relationships/customXml" Target="../ink/ink2418.xml"/><Relationship Id="rId403" Type="http://schemas.openxmlformats.org/officeDocument/2006/relationships/image" Target="../media/image952.png"/><Relationship Id="rId6" Type="http://schemas.openxmlformats.org/officeDocument/2006/relationships/customXml" Target="../ink/ink2231.xml"/><Relationship Id="rId238" Type="http://schemas.openxmlformats.org/officeDocument/2006/relationships/customXml" Target="../ink/ink2347.xml"/><Relationship Id="rId291" Type="http://schemas.openxmlformats.org/officeDocument/2006/relationships/customXml" Target="../ink/ink2374.xml"/><Relationship Id="rId305" Type="http://schemas.openxmlformats.org/officeDocument/2006/relationships/customXml" Target="../ink/ink2381.xml"/><Relationship Id="rId347" Type="http://schemas.openxmlformats.org/officeDocument/2006/relationships/image" Target="../media/image925.png"/><Relationship Id="rId44" Type="http://schemas.openxmlformats.org/officeDocument/2006/relationships/customXml" Target="../ink/ink2250.xml"/><Relationship Id="rId86" Type="http://schemas.openxmlformats.org/officeDocument/2006/relationships/customXml" Target="../ink/ink2271.xml"/><Relationship Id="rId151" Type="http://schemas.openxmlformats.org/officeDocument/2006/relationships/image" Target="../media/image869.png"/><Relationship Id="rId389" Type="http://schemas.openxmlformats.org/officeDocument/2006/relationships/image" Target="../media/image945.png"/><Relationship Id="rId193" Type="http://schemas.openxmlformats.org/officeDocument/2006/relationships/image" Target="../media/image893.png"/><Relationship Id="rId207" Type="http://schemas.openxmlformats.org/officeDocument/2006/relationships/image" Target="../media/image900.png"/><Relationship Id="rId249" Type="http://schemas.openxmlformats.org/officeDocument/2006/relationships/image" Target="../media/image118.png"/><Relationship Id="rId414" Type="http://schemas.openxmlformats.org/officeDocument/2006/relationships/customXml" Target="../ink/ink2436.xml"/><Relationship Id="rId13" Type="http://schemas.openxmlformats.org/officeDocument/2006/relationships/image" Target="../media/image801.png"/><Relationship Id="rId109" Type="http://schemas.openxmlformats.org/officeDocument/2006/relationships/image" Target="../media/image848.png"/><Relationship Id="rId260" Type="http://schemas.openxmlformats.org/officeDocument/2006/relationships/customXml" Target="../ink/ink2358.xml"/><Relationship Id="rId316" Type="http://schemas.openxmlformats.org/officeDocument/2006/relationships/image" Target="../media/image152.png"/><Relationship Id="rId55" Type="http://schemas.openxmlformats.org/officeDocument/2006/relationships/image" Target="../media/image821.png"/><Relationship Id="rId97" Type="http://schemas.openxmlformats.org/officeDocument/2006/relationships/image" Target="../media/image842.png"/><Relationship Id="rId120" Type="http://schemas.openxmlformats.org/officeDocument/2006/relationships/customXml" Target="../ink/ink2288.xml"/><Relationship Id="rId358" Type="http://schemas.openxmlformats.org/officeDocument/2006/relationships/customXml" Target="../ink/ink2408.xml"/><Relationship Id="rId162" Type="http://schemas.openxmlformats.org/officeDocument/2006/relationships/customXml" Target="../ink/ink2309.xml"/><Relationship Id="rId218" Type="http://schemas.openxmlformats.org/officeDocument/2006/relationships/customXml" Target="../ink/ink2337.xml"/><Relationship Id="rId271" Type="http://schemas.openxmlformats.org/officeDocument/2006/relationships/customXml" Target="../ink/ink2364.xml"/><Relationship Id="rId24" Type="http://schemas.openxmlformats.org/officeDocument/2006/relationships/customXml" Target="../ink/ink2240.xml"/><Relationship Id="rId66" Type="http://schemas.openxmlformats.org/officeDocument/2006/relationships/customXml" Target="../ink/ink2261.xml"/><Relationship Id="rId131" Type="http://schemas.openxmlformats.org/officeDocument/2006/relationships/image" Target="../media/image859.png"/><Relationship Id="rId327" Type="http://schemas.openxmlformats.org/officeDocument/2006/relationships/image" Target="../media/image169.png"/><Relationship Id="rId369" Type="http://schemas.openxmlformats.org/officeDocument/2006/relationships/image" Target="../media/image936.png"/><Relationship Id="rId173" Type="http://schemas.openxmlformats.org/officeDocument/2006/relationships/image" Target="../media/image883.png"/><Relationship Id="rId229" Type="http://schemas.openxmlformats.org/officeDocument/2006/relationships/image" Target="../media/image911.png"/><Relationship Id="rId380" Type="http://schemas.openxmlformats.org/officeDocument/2006/relationships/customXml" Target="../ink/ink2419.xml"/><Relationship Id="rId240" Type="http://schemas.openxmlformats.org/officeDocument/2006/relationships/customXml" Target="../ink/ink2348.xml"/><Relationship Id="rId35" Type="http://schemas.openxmlformats.org/officeDocument/2006/relationships/image" Target="../media/image812.png"/><Relationship Id="rId77" Type="http://schemas.openxmlformats.org/officeDocument/2006/relationships/image" Target="../media/image832.png"/><Relationship Id="rId100" Type="http://schemas.openxmlformats.org/officeDocument/2006/relationships/customXml" Target="../ink/ink2278.xml"/><Relationship Id="rId282" Type="http://schemas.openxmlformats.org/officeDocument/2006/relationships/image" Target="../media/image135.png"/><Relationship Id="rId338" Type="http://schemas.openxmlformats.org/officeDocument/2006/relationships/customXml" Target="../ink/ink2398.xml"/><Relationship Id="rId8" Type="http://schemas.openxmlformats.org/officeDocument/2006/relationships/customXml" Target="../ink/ink2232.xml"/><Relationship Id="rId142" Type="http://schemas.openxmlformats.org/officeDocument/2006/relationships/customXml" Target="../ink/ink2299.xml"/><Relationship Id="rId184" Type="http://schemas.openxmlformats.org/officeDocument/2006/relationships/customXml" Target="../ink/ink2320.xml"/><Relationship Id="rId391" Type="http://schemas.openxmlformats.org/officeDocument/2006/relationships/image" Target="../media/image946.png"/><Relationship Id="rId405" Type="http://schemas.openxmlformats.org/officeDocument/2006/relationships/image" Target="../media/image953.png"/><Relationship Id="rId251" Type="http://schemas.openxmlformats.org/officeDocument/2006/relationships/image" Target="../media/image119.png"/><Relationship Id="rId46" Type="http://schemas.openxmlformats.org/officeDocument/2006/relationships/customXml" Target="../ink/ink2251.xml"/><Relationship Id="rId293" Type="http://schemas.openxmlformats.org/officeDocument/2006/relationships/customXml" Target="../ink/ink2375.xml"/><Relationship Id="rId307" Type="http://schemas.openxmlformats.org/officeDocument/2006/relationships/customXml" Target="../ink/ink2382.xml"/><Relationship Id="rId349" Type="http://schemas.openxmlformats.org/officeDocument/2006/relationships/image" Target="../media/image926.png"/><Relationship Id="rId88" Type="http://schemas.openxmlformats.org/officeDocument/2006/relationships/customXml" Target="../ink/ink2272.xml"/><Relationship Id="rId111" Type="http://schemas.openxmlformats.org/officeDocument/2006/relationships/image" Target="../media/image849.png"/><Relationship Id="rId153" Type="http://schemas.openxmlformats.org/officeDocument/2006/relationships/image" Target="../media/image870.png"/><Relationship Id="rId195" Type="http://schemas.openxmlformats.org/officeDocument/2006/relationships/image" Target="../media/image894.png"/><Relationship Id="rId209" Type="http://schemas.openxmlformats.org/officeDocument/2006/relationships/image" Target="../media/image901.png"/><Relationship Id="rId360" Type="http://schemas.openxmlformats.org/officeDocument/2006/relationships/customXml" Target="../ink/ink2409.xml"/><Relationship Id="rId416" Type="http://schemas.openxmlformats.org/officeDocument/2006/relationships/customXml" Target="../ink/ink2437.xml"/><Relationship Id="rId220" Type="http://schemas.openxmlformats.org/officeDocument/2006/relationships/customXml" Target="../ink/ink2338.xml"/><Relationship Id="rId15" Type="http://schemas.openxmlformats.org/officeDocument/2006/relationships/image" Target="../media/image802.png"/><Relationship Id="rId57" Type="http://schemas.openxmlformats.org/officeDocument/2006/relationships/image" Target="../media/image822.png"/><Relationship Id="rId262" Type="http://schemas.openxmlformats.org/officeDocument/2006/relationships/customXml" Target="../ink/ink2359.xml"/><Relationship Id="rId318" Type="http://schemas.openxmlformats.org/officeDocument/2006/relationships/image" Target="../media/image153.png"/><Relationship Id="rId99" Type="http://schemas.openxmlformats.org/officeDocument/2006/relationships/image" Target="../media/image843.png"/><Relationship Id="rId122" Type="http://schemas.openxmlformats.org/officeDocument/2006/relationships/customXml" Target="../ink/ink2289.xml"/><Relationship Id="rId164" Type="http://schemas.openxmlformats.org/officeDocument/2006/relationships/customXml" Target="../ink/ink2310.xml"/><Relationship Id="rId371" Type="http://schemas.openxmlformats.org/officeDocument/2006/relationships/image" Target="../media/image247.png"/><Relationship Id="rId26" Type="http://schemas.openxmlformats.org/officeDocument/2006/relationships/customXml" Target="../ink/ink2241.xml"/><Relationship Id="rId231" Type="http://schemas.openxmlformats.org/officeDocument/2006/relationships/image" Target="../media/image912.png"/><Relationship Id="rId273" Type="http://schemas.openxmlformats.org/officeDocument/2006/relationships/customXml" Target="../ink/ink2365.xml"/><Relationship Id="rId329" Type="http://schemas.openxmlformats.org/officeDocument/2006/relationships/image" Target="../media/image170.png"/><Relationship Id="rId68" Type="http://schemas.openxmlformats.org/officeDocument/2006/relationships/customXml" Target="../ink/ink2262.xml"/><Relationship Id="rId133" Type="http://schemas.openxmlformats.org/officeDocument/2006/relationships/image" Target="../media/image860.png"/><Relationship Id="rId175" Type="http://schemas.openxmlformats.org/officeDocument/2006/relationships/image" Target="../media/image884.png"/><Relationship Id="rId340" Type="http://schemas.openxmlformats.org/officeDocument/2006/relationships/customXml" Target="../ink/ink2399.xml"/><Relationship Id="rId200" Type="http://schemas.openxmlformats.org/officeDocument/2006/relationships/customXml" Target="../ink/ink2328.xml"/><Relationship Id="rId382" Type="http://schemas.openxmlformats.org/officeDocument/2006/relationships/customXml" Target="../ink/ink2420.xml"/><Relationship Id="rId242" Type="http://schemas.openxmlformats.org/officeDocument/2006/relationships/customXml" Target="../ink/ink2349.xml"/><Relationship Id="rId284" Type="http://schemas.openxmlformats.org/officeDocument/2006/relationships/image" Target="../media/image136.png"/><Relationship Id="rId37" Type="http://schemas.openxmlformats.org/officeDocument/2006/relationships/image" Target="../media/image813.png"/><Relationship Id="rId79" Type="http://schemas.openxmlformats.org/officeDocument/2006/relationships/image" Target="../media/image833.png"/><Relationship Id="rId102" Type="http://schemas.openxmlformats.org/officeDocument/2006/relationships/customXml" Target="../ink/ink2279.xml"/><Relationship Id="rId144" Type="http://schemas.openxmlformats.org/officeDocument/2006/relationships/customXml" Target="../ink/ink2300.xml"/><Relationship Id="rId90" Type="http://schemas.openxmlformats.org/officeDocument/2006/relationships/customXml" Target="../ink/ink2273.xml"/><Relationship Id="rId186" Type="http://schemas.openxmlformats.org/officeDocument/2006/relationships/customXml" Target="../ink/ink2321.xml"/><Relationship Id="rId351" Type="http://schemas.openxmlformats.org/officeDocument/2006/relationships/image" Target="../media/image927.png"/><Relationship Id="rId393" Type="http://schemas.openxmlformats.org/officeDocument/2006/relationships/image" Target="../media/image947.png"/><Relationship Id="rId407" Type="http://schemas.openxmlformats.org/officeDocument/2006/relationships/image" Target="../media/image954.png"/><Relationship Id="rId211" Type="http://schemas.openxmlformats.org/officeDocument/2006/relationships/image" Target="../media/image902.png"/><Relationship Id="rId253" Type="http://schemas.openxmlformats.org/officeDocument/2006/relationships/image" Target="../media/image120.png"/><Relationship Id="rId295" Type="http://schemas.openxmlformats.org/officeDocument/2006/relationships/customXml" Target="../ink/ink2376.xml"/><Relationship Id="rId309" Type="http://schemas.openxmlformats.org/officeDocument/2006/relationships/customXml" Target="../ink/ink2383.xml"/><Relationship Id="rId48" Type="http://schemas.openxmlformats.org/officeDocument/2006/relationships/customXml" Target="../ink/ink2252.xml"/><Relationship Id="rId113" Type="http://schemas.openxmlformats.org/officeDocument/2006/relationships/image" Target="../media/image850.png"/><Relationship Id="rId320" Type="http://schemas.openxmlformats.org/officeDocument/2006/relationships/image" Target="../media/image154.png"/><Relationship Id="rId155" Type="http://schemas.openxmlformats.org/officeDocument/2006/relationships/image" Target="../media/image871.png"/><Relationship Id="rId197" Type="http://schemas.openxmlformats.org/officeDocument/2006/relationships/image" Target="../media/image895.png"/><Relationship Id="rId362" Type="http://schemas.openxmlformats.org/officeDocument/2006/relationships/customXml" Target="../ink/ink2410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62.png"/><Relationship Id="rId299" Type="http://schemas.openxmlformats.org/officeDocument/2006/relationships/image" Target="../media/image1050.png"/><Relationship Id="rId21" Type="http://schemas.openxmlformats.org/officeDocument/2006/relationships/image" Target="../media/image640.png"/><Relationship Id="rId63" Type="http://schemas.openxmlformats.org/officeDocument/2006/relationships/image" Target="../media/image661.png"/><Relationship Id="rId159" Type="http://schemas.openxmlformats.org/officeDocument/2006/relationships/image" Target="../media/image983.png"/><Relationship Id="rId170" Type="http://schemas.openxmlformats.org/officeDocument/2006/relationships/customXml" Target="../ink/ink2522.xml"/><Relationship Id="rId226" Type="http://schemas.openxmlformats.org/officeDocument/2006/relationships/customXml" Target="../ink/ink2550.xml"/><Relationship Id="rId268" Type="http://schemas.openxmlformats.org/officeDocument/2006/relationships/customXml" Target="../ink/ink2571.xml"/><Relationship Id="rId32" Type="http://schemas.openxmlformats.org/officeDocument/2006/relationships/customXml" Target="../ink/ink2453.xml"/><Relationship Id="rId74" Type="http://schemas.openxmlformats.org/officeDocument/2006/relationships/customXml" Target="../ink/ink2474.xml"/><Relationship Id="rId128" Type="http://schemas.openxmlformats.org/officeDocument/2006/relationships/customXml" Target="../ink/ink2501.xml"/><Relationship Id="rId5" Type="http://schemas.openxmlformats.org/officeDocument/2006/relationships/image" Target="../media/image632.png"/><Relationship Id="rId181" Type="http://schemas.openxmlformats.org/officeDocument/2006/relationships/image" Target="../media/image994.png"/><Relationship Id="rId237" Type="http://schemas.openxmlformats.org/officeDocument/2006/relationships/image" Target="../media/image1020.png"/><Relationship Id="rId279" Type="http://schemas.openxmlformats.org/officeDocument/2006/relationships/image" Target="../media/image1040.png"/><Relationship Id="rId43" Type="http://schemas.openxmlformats.org/officeDocument/2006/relationships/image" Target="../media/image651.png"/><Relationship Id="rId139" Type="http://schemas.openxmlformats.org/officeDocument/2006/relationships/image" Target="../media/image973.png"/><Relationship Id="rId290" Type="http://schemas.openxmlformats.org/officeDocument/2006/relationships/customXml" Target="../ink/ink2582.xml"/><Relationship Id="rId304" Type="http://schemas.openxmlformats.org/officeDocument/2006/relationships/customXml" Target="../ink/ink2589.xml"/><Relationship Id="rId85" Type="http://schemas.openxmlformats.org/officeDocument/2006/relationships/image" Target="../media/image682.png"/><Relationship Id="rId150" Type="http://schemas.openxmlformats.org/officeDocument/2006/relationships/customXml" Target="../ink/ink2512.xml"/><Relationship Id="rId192" Type="http://schemas.openxmlformats.org/officeDocument/2006/relationships/customXml" Target="../ink/ink2533.xml"/><Relationship Id="rId206" Type="http://schemas.openxmlformats.org/officeDocument/2006/relationships/customXml" Target="../ink/ink2540.xml"/><Relationship Id="rId248" Type="http://schemas.openxmlformats.org/officeDocument/2006/relationships/customXml" Target="../ink/ink2561.xml"/><Relationship Id="rId12" Type="http://schemas.openxmlformats.org/officeDocument/2006/relationships/customXml" Target="../ink/ink2443.xml"/><Relationship Id="rId108" Type="http://schemas.openxmlformats.org/officeDocument/2006/relationships/customXml" Target="../ink/ink2491.xml"/><Relationship Id="rId315" Type="http://schemas.openxmlformats.org/officeDocument/2006/relationships/image" Target="../media/image1058.png"/><Relationship Id="rId54" Type="http://schemas.openxmlformats.org/officeDocument/2006/relationships/customXml" Target="../ink/ink2464.xml"/><Relationship Id="rId96" Type="http://schemas.openxmlformats.org/officeDocument/2006/relationships/customXml" Target="../ink/ink2485.xml"/><Relationship Id="rId161" Type="http://schemas.openxmlformats.org/officeDocument/2006/relationships/image" Target="../media/image984.png"/><Relationship Id="rId217" Type="http://schemas.openxmlformats.org/officeDocument/2006/relationships/image" Target="../media/image1010.png"/><Relationship Id="rId259" Type="http://schemas.openxmlformats.org/officeDocument/2006/relationships/image" Target="../media/image1030.png"/><Relationship Id="rId23" Type="http://schemas.openxmlformats.org/officeDocument/2006/relationships/image" Target="../media/image641.png"/><Relationship Id="rId119" Type="http://schemas.openxmlformats.org/officeDocument/2006/relationships/image" Target="../media/image963.png"/><Relationship Id="rId270" Type="http://schemas.openxmlformats.org/officeDocument/2006/relationships/customXml" Target="../ink/ink2572.xml"/><Relationship Id="rId65" Type="http://schemas.openxmlformats.org/officeDocument/2006/relationships/image" Target="../media/image662.png"/><Relationship Id="rId130" Type="http://schemas.openxmlformats.org/officeDocument/2006/relationships/customXml" Target="../ink/ink2502.xml"/><Relationship Id="rId172" Type="http://schemas.openxmlformats.org/officeDocument/2006/relationships/customXml" Target="../ink/ink2523.xml"/><Relationship Id="rId228" Type="http://schemas.openxmlformats.org/officeDocument/2006/relationships/customXml" Target="../ink/ink2551.xml"/><Relationship Id="rId13" Type="http://schemas.openxmlformats.org/officeDocument/2006/relationships/image" Target="../media/image636.png"/><Relationship Id="rId109" Type="http://schemas.openxmlformats.org/officeDocument/2006/relationships/image" Target="../media/image705.png"/><Relationship Id="rId260" Type="http://schemas.openxmlformats.org/officeDocument/2006/relationships/customXml" Target="../ink/ink2567.xml"/><Relationship Id="rId281" Type="http://schemas.openxmlformats.org/officeDocument/2006/relationships/image" Target="../media/image1041.png"/><Relationship Id="rId316" Type="http://schemas.openxmlformats.org/officeDocument/2006/relationships/customXml" Target="../ink/ink2595.xml"/><Relationship Id="rId34" Type="http://schemas.openxmlformats.org/officeDocument/2006/relationships/customXml" Target="../ink/ink2454.xml"/><Relationship Id="rId55" Type="http://schemas.openxmlformats.org/officeDocument/2006/relationships/image" Target="../media/image657.png"/><Relationship Id="rId76" Type="http://schemas.openxmlformats.org/officeDocument/2006/relationships/customXml" Target="../ink/ink2475.xml"/><Relationship Id="rId97" Type="http://schemas.openxmlformats.org/officeDocument/2006/relationships/image" Target="../media/image688.png"/><Relationship Id="rId120" Type="http://schemas.openxmlformats.org/officeDocument/2006/relationships/customXml" Target="../ink/ink2497.xml"/><Relationship Id="rId141" Type="http://schemas.openxmlformats.org/officeDocument/2006/relationships/image" Target="../media/image974.png"/><Relationship Id="rId7" Type="http://schemas.openxmlformats.org/officeDocument/2006/relationships/image" Target="../media/image633.png"/><Relationship Id="rId162" Type="http://schemas.openxmlformats.org/officeDocument/2006/relationships/customXml" Target="../ink/ink2518.xml"/><Relationship Id="rId183" Type="http://schemas.openxmlformats.org/officeDocument/2006/relationships/image" Target="../media/image995.png"/><Relationship Id="rId218" Type="http://schemas.openxmlformats.org/officeDocument/2006/relationships/customXml" Target="../ink/ink2546.xml"/><Relationship Id="rId239" Type="http://schemas.openxmlformats.org/officeDocument/2006/relationships/image" Target="../media/image1021.png"/><Relationship Id="rId250" Type="http://schemas.openxmlformats.org/officeDocument/2006/relationships/customXml" Target="../ink/ink2562.xml"/><Relationship Id="rId271" Type="http://schemas.openxmlformats.org/officeDocument/2006/relationships/image" Target="../media/image1036.png"/><Relationship Id="rId292" Type="http://schemas.openxmlformats.org/officeDocument/2006/relationships/customXml" Target="../ink/ink2583.xml"/><Relationship Id="rId306" Type="http://schemas.openxmlformats.org/officeDocument/2006/relationships/customXml" Target="../ink/ink2590.xml"/><Relationship Id="rId24" Type="http://schemas.openxmlformats.org/officeDocument/2006/relationships/customXml" Target="../ink/ink2449.xml"/><Relationship Id="rId45" Type="http://schemas.openxmlformats.org/officeDocument/2006/relationships/image" Target="../media/image652.png"/><Relationship Id="rId66" Type="http://schemas.openxmlformats.org/officeDocument/2006/relationships/customXml" Target="../ink/ink2470.xml"/><Relationship Id="rId87" Type="http://schemas.openxmlformats.org/officeDocument/2006/relationships/image" Target="../media/image683.png"/><Relationship Id="rId110" Type="http://schemas.openxmlformats.org/officeDocument/2006/relationships/customXml" Target="../ink/ink2492.xml"/><Relationship Id="rId131" Type="http://schemas.openxmlformats.org/officeDocument/2006/relationships/image" Target="../media/image969.png"/><Relationship Id="rId152" Type="http://schemas.openxmlformats.org/officeDocument/2006/relationships/customXml" Target="../ink/ink2513.xml"/><Relationship Id="rId173" Type="http://schemas.openxmlformats.org/officeDocument/2006/relationships/image" Target="../media/image990.png"/><Relationship Id="rId194" Type="http://schemas.openxmlformats.org/officeDocument/2006/relationships/customXml" Target="../ink/ink2534.xml"/><Relationship Id="rId208" Type="http://schemas.openxmlformats.org/officeDocument/2006/relationships/customXml" Target="../ink/ink2541.xml"/><Relationship Id="rId229" Type="http://schemas.openxmlformats.org/officeDocument/2006/relationships/image" Target="../media/image1016.png"/><Relationship Id="rId240" Type="http://schemas.openxmlformats.org/officeDocument/2006/relationships/customXml" Target="../ink/ink2557.xml"/><Relationship Id="rId261" Type="http://schemas.openxmlformats.org/officeDocument/2006/relationships/image" Target="../media/image1031.png"/><Relationship Id="rId14" Type="http://schemas.openxmlformats.org/officeDocument/2006/relationships/customXml" Target="../ink/ink2444.xml"/><Relationship Id="rId35" Type="http://schemas.openxmlformats.org/officeDocument/2006/relationships/image" Target="../media/image647.png"/><Relationship Id="rId56" Type="http://schemas.openxmlformats.org/officeDocument/2006/relationships/customXml" Target="../ink/ink2465.xml"/><Relationship Id="rId77" Type="http://schemas.openxmlformats.org/officeDocument/2006/relationships/image" Target="../media/image678.png"/><Relationship Id="rId100" Type="http://schemas.openxmlformats.org/officeDocument/2006/relationships/customXml" Target="../ink/ink2487.xml"/><Relationship Id="rId282" Type="http://schemas.openxmlformats.org/officeDocument/2006/relationships/customXml" Target="../ink/ink2578.xml"/><Relationship Id="rId317" Type="http://schemas.openxmlformats.org/officeDocument/2006/relationships/image" Target="../media/image1059.png"/><Relationship Id="rId8" Type="http://schemas.openxmlformats.org/officeDocument/2006/relationships/customXml" Target="../ink/ink2441.xml"/><Relationship Id="rId98" Type="http://schemas.openxmlformats.org/officeDocument/2006/relationships/customXml" Target="../ink/ink2486.xml"/><Relationship Id="rId121" Type="http://schemas.openxmlformats.org/officeDocument/2006/relationships/image" Target="../media/image964.png"/><Relationship Id="rId142" Type="http://schemas.openxmlformats.org/officeDocument/2006/relationships/customXml" Target="../ink/ink2508.xml"/><Relationship Id="rId163" Type="http://schemas.openxmlformats.org/officeDocument/2006/relationships/image" Target="../media/image985.png"/><Relationship Id="rId184" Type="http://schemas.openxmlformats.org/officeDocument/2006/relationships/customXml" Target="../ink/ink2529.xml"/><Relationship Id="rId219" Type="http://schemas.openxmlformats.org/officeDocument/2006/relationships/image" Target="../media/image1011.png"/><Relationship Id="rId230" Type="http://schemas.openxmlformats.org/officeDocument/2006/relationships/customXml" Target="../ink/ink2552.xml"/><Relationship Id="rId251" Type="http://schemas.openxmlformats.org/officeDocument/2006/relationships/image" Target="../media/image1026.png"/><Relationship Id="rId25" Type="http://schemas.openxmlformats.org/officeDocument/2006/relationships/image" Target="../media/image642.png"/><Relationship Id="rId46" Type="http://schemas.openxmlformats.org/officeDocument/2006/relationships/customXml" Target="../ink/ink2460.xml"/><Relationship Id="rId67" Type="http://schemas.openxmlformats.org/officeDocument/2006/relationships/image" Target="../media/image663.png"/><Relationship Id="rId272" Type="http://schemas.openxmlformats.org/officeDocument/2006/relationships/customXml" Target="../ink/ink2573.xml"/><Relationship Id="rId293" Type="http://schemas.openxmlformats.org/officeDocument/2006/relationships/image" Target="../media/image1047.png"/><Relationship Id="rId307" Type="http://schemas.openxmlformats.org/officeDocument/2006/relationships/image" Target="../media/image1054.png"/><Relationship Id="rId88" Type="http://schemas.openxmlformats.org/officeDocument/2006/relationships/customXml" Target="../ink/ink2481.xml"/><Relationship Id="rId111" Type="http://schemas.openxmlformats.org/officeDocument/2006/relationships/image" Target="../media/image706.png"/><Relationship Id="rId132" Type="http://schemas.openxmlformats.org/officeDocument/2006/relationships/customXml" Target="../ink/ink2503.xml"/><Relationship Id="rId153" Type="http://schemas.openxmlformats.org/officeDocument/2006/relationships/image" Target="../media/image980.png"/><Relationship Id="rId174" Type="http://schemas.openxmlformats.org/officeDocument/2006/relationships/customXml" Target="../ink/ink2524.xml"/><Relationship Id="rId195" Type="http://schemas.openxmlformats.org/officeDocument/2006/relationships/image" Target="../media/image1000.png"/><Relationship Id="rId209" Type="http://schemas.openxmlformats.org/officeDocument/2006/relationships/image" Target="../media/image414.png"/><Relationship Id="rId220" Type="http://schemas.openxmlformats.org/officeDocument/2006/relationships/customXml" Target="../ink/ink2547.xml"/><Relationship Id="rId241" Type="http://schemas.openxmlformats.org/officeDocument/2006/relationships/image" Target="../media/image1022.png"/><Relationship Id="rId15" Type="http://schemas.openxmlformats.org/officeDocument/2006/relationships/image" Target="../media/image637.png"/><Relationship Id="rId36" Type="http://schemas.openxmlformats.org/officeDocument/2006/relationships/customXml" Target="../ink/ink2455.xml"/><Relationship Id="rId57" Type="http://schemas.openxmlformats.org/officeDocument/2006/relationships/image" Target="../media/image658.png"/><Relationship Id="rId262" Type="http://schemas.openxmlformats.org/officeDocument/2006/relationships/customXml" Target="../ink/ink2568.xml"/><Relationship Id="rId283" Type="http://schemas.openxmlformats.org/officeDocument/2006/relationships/image" Target="../media/image1042.png"/><Relationship Id="rId78" Type="http://schemas.openxmlformats.org/officeDocument/2006/relationships/customXml" Target="../ink/ink2476.xml"/><Relationship Id="rId99" Type="http://schemas.openxmlformats.org/officeDocument/2006/relationships/image" Target="../media/image689.png"/><Relationship Id="rId101" Type="http://schemas.openxmlformats.org/officeDocument/2006/relationships/image" Target="../media/image701.png"/><Relationship Id="rId122" Type="http://schemas.openxmlformats.org/officeDocument/2006/relationships/customXml" Target="../ink/ink2498.xml"/><Relationship Id="rId143" Type="http://schemas.openxmlformats.org/officeDocument/2006/relationships/image" Target="../media/image975.png"/><Relationship Id="rId164" Type="http://schemas.openxmlformats.org/officeDocument/2006/relationships/customXml" Target="../ink/ink2519.xml"/><Relationship Id="rId185" Type="http://schemas.openxmlformats.org/officeDocument/2006/relationships/image" Target="../media/image381.png"/><Relationship Id="rId9" Type="http://schemas.openxmlformats.org/officeDocument/2006/relationships/image" Target="../media/image634.png"/><Relationship Id="rId210" Type="http://schemas.openxmlformats.org/officeDocument/2006/relationships/customXml" Target="../ink/ink2542.xml"/><Relationship Id="rId26" Type="http://schemas.openxmlformats.org/officeDocument/2006/relationships/customXml" Target="../ink/ink2450.xml"/><Relationship Id="rId231" Type="http://schemas.openxmlformats.org/officeDocument/2006/relationships/image" Target="../media/image1017.png"/><Relationship Id="rId252" Type="http://schemas.openxmlformats.org/officeDocument/2006/relationships/customXml" Target="../ink/ink2563.xml"/><Relationship Id="rId273" Type="http://schemas.openxmlformats.org/officeDocument/2006/relationships/image" Target="../media/image1037.png"/><Relationship Id="rId294" Type="http://schemas.openxmlformats.org/officeDocument/2006/relationships/customXml" Target="../ink/ink2584.xml"/><Relationship Id="rId308" Type="http://schemas.openxmlformats.org/officeDocument/2006/relationships/customXml" Target="../ink/ink2591.xml"/><Relationship Id="rId47" Type="http://schemas.openxmlformats.org/officeDocument/2006/relationships/image" Target="../media/image653.png"/><Relationship Id="rId68" Type="http://schemas.openxmlformats.org/officeDocument/2006/relationships/customXml" Target="../ink/ink2471.xml"/><Relationship Id="rId89" Type="http://schemas.openxmlformats.org/officeDocument/2006/relationships/image" Target="../media/image684.png"/><Relationship Id="rId112" Type="http://schemas.openxmlformats.org/officeDocument/2006/relationships/customXml" Target="../ink/ink2493.xml"/><Relationship Id="rId133" Type="http://schemas.openxmlformats.org/officeDocument/2006/relationships/image" Target="../media/image970.png"/><Relationship Id="rId154" Type="http://schemas.openxmlformats.org/officeDocument/2006/relationships/customXml" Target="../ink/ink2514.xml"/><Relationship Id="rId175" Type="http://schemas.openxmlformats.org/officeDocument/2006/relationships/image" Target="../media/image991.png"/><Relationship Id="rId196" Type="http://schemas.openxmlformats.org/officeDocument/2006/relationships/customXml" Target="../ink/ink2535.xml"/><Relationship Id="rId200" Type="http://schemas.openxmlformats.org/officeDocument/2006/relationships/customXml" Target="../ink/ink2537.xml"/><Relationship Id="rId16" Type="http://schemas.openxmlformats.org/officeDocument/2006/relationships/customXml" Target="../ink/ink2445.xml"/><Relationship Id="rId221" Type="http://schemas.openxmlformats.org/officeDocument/2006/relationships/image" Target="../media/image1012.png"/><Relationship Id="rId242" Type="http://schemas.openxmlformats.org/officeDocument/2006/relationships/customXml" Target="../ink/ink2558.xml"/><Relationship Id="rId263" Type="http://schemas.openxmlformats.org/officeDocument/2006/relationships/image" Target="../media/image1032.png"/><Relationship Id="rId284" Type="http://schemas.openxmlformats.org/officeDocument/2006/relationships/customXml" Target="../ink/ink2579.xml"/><Relationship Id="rId37" Type="http://schemas.openxmlformats.org/officeDocument/2006/relationships/image" Target="../media/image648.png"/><Relationship Id="rId58" Type="http://schemas.openxmlformats.org/officeDocument/2006/relationships/customXml" Target="../ink/ink2466.xml"/><Relationship Id="rId79" Type="http://schemas.openxmlformats.org/officeDocument/2006/relationships/image" Target="../media/image679.png"/><Relationship Id="rId102" Type="http://schemas.openxmlformats.org/officeDocument/2006/relationships/customXml" Target="../ink/ink2488.xml"/><Relationship Id="rId123" Type="http://schemas.openxmlformats.org/officeDocument/2006/relationships/image" Target="../media/image965.png"/><Relationship Id="rId144" Type="http://schemas.openxmlformats.org/officeDocument/2006/relationships/customXml" Target="../ink/ink2509.xml"/><Relationship Id="rId90" Type="http://schemas.openxmlformats.org/officeDocument/2006/relationships/customXml" Target="../ink/ink2482.xml"/><Relationship Id="rId165" Type="http://schemas.openxmlformats.org/officeDocument/2006/relationships/image" Target="../media/image986.png"/><Relationship Id="rId186" Type="http://schemas.openxmlformats.org/officeDocument/2006/relationships/customXml" Target="../ink/ink2530.xml"/><Relationship Id="rId211" Type="http://schemas.openxmlformats.org/officeDocument/2006/relationships/image" Target="../media/image1007.png"/><Relationship Id="rId232" Type="http://schemas.openxmlformats.org/officeDocument/2006/relationships/customXml" Target="../ink/ink2553.xml"/><Relationship Id="rId253" Type="http://schemas.openxmlformats.org/officeDocument/2006/relationships/image" Target="../media/image1027.png"/><Relationship Id="rId274" Type="http://schemas.openxmlformats.org/officeDocument/2006/relationships/customXml" Target="../ink/ink2574.xml"/><Relationship Id="rId295" Type="http://schemas.openxmlformats.org/officeDocument/2006/relationships/image" Target="../media/image1048.png"/><Relationship Id="rId309" Type="http://schemas.openxmlformats.org/officeDocument/2006/relationships/image" Target="../media/image1055.png"/><Relationship Id="rId27" Type="http://schemas.openxmlformats.org/officeDocument/2006/relationships/image" Target="../media/image643.png"/><Relationship Id="rId48" Type="http://schemas.openxmlformats.org/officeDocument/2006/relationships/customXml" Target="../ink/ink2461.xml"/><Relationship Id="rId69" Type="http://schemas.openxmlformats.org/officeDocument/2006/relationships/image" Target="../media/image674.png"/><Relationship Id="rId113" Type="http://schemas.openxmlformats.org/officeDocument/2006/relationships/image" Target="../media/image960.png"/><Relationship Id="rId134" Type="http://schemas.openxmlformats.org/officeDocument/2006/relationships/customXml" Target="../ink/ink2504.xml"/><Relationship Id="rId80" Type="http://schemas.openxmlformats.org/officeDocument/2006/relationships/customXml" Target="../ink/ink2477.xml"/><Relationship Id="rId155" Type="http://schemas.openxmlformats.org/officeDocument/2006/relationships/image" Target="../media/image981.png"/><Relationship Id="rId176" Type="http://schemas.openxmlformats.org/officeDocument/2006/relationships/customXml" Target="../ink/ink2525.xml"/><Relationship Id="rId197" Type="http://schemas.openxmlformats.org/officeDocument/2006/relationships/image" Target="../media/image1001.png"/><Relationship Id="rId201" Type="http://schemas.openxmlformats.org/officeDocument/2006/relationships/image" Target="../media/image1003.png"/><Relationship Id="rId222" Type="http://schemas.openxmlformats.org/officeDocument/2006/relationships/customXml" Target="../ink/ink2548.xml"/><Relationship Id="rId243" Type="http://schemas.openxmlformats.org/officeDocument/2006/relationships/image" Target="../media/image697.png"/><Relationship Id="rId264" Type="http://schemas.openxmlformats.org/officeDocument/2006/relationships/customXml" Target="../ink/ink2569.xml"/><Relationship Id="rId285" Type="http://schemas.openxmlformats.org/officeDocument/2006/relationships/image" Target="../media/image1043.png"/><Relationship Id="rId17" Type="http://schemas.openxmlformats.org/officeDocument/2006/relationships/image" Target="../media/image638.png"/><Relationship Id="rId38" Type="http://schemas.openxmlformats.org/officeDocument/2006/relationships/customXml" Target="../ink/ink2456.xml"/><Relationship Id="rId59" Type="http://schemas.openxmlformats.org/officeDocument/2006/relationships/image" Target="../media/image659.png"/><Relationship Id="rId103" Type="http://schemas.openxmlformats.org/officeDocument/2006/relationships/image" Target="../media/image702.png"/><Relationship Id="rId124" Type="http://schemas.openxmlformats.org/officeDocument/2006/relationships/customXml" Target="../ink/ink2499.xml"/><Relationship Id="rId310" Type="http://schemas.openxmlformats.org/officeDocument/2006/relationships/customXml" Target="../ink/ink2592.xml"/><Relationship Id="rId70" Type="http://schemas.openxmlformats.org/officeDocument/2006/relationships/customXml" Target="../ink/ink2472.xml"/><Relationship Id="rId91" Type="http://schemas.openxmlformats.org/officeDocument/2006/relationships/image" Target="../media/image685.png"/><Relationship Id="rId145" Type="http://schemas.openxmlformats.org/officeDocument/2006/relationships/image" Target="../media/image976.png"/><Relationship Id="rId166" Type="http://schemas.openxmlformats.org/officeDocument/2006/relationships/customXml" Target="../ink/ink2520.xml"/><Relationship Id="rId187" Type="http://schemas.openxmlformats.org/officeDocument/2006/relationships/image" Target="../media/image99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543.xml"/><Relationship Id="rId233" Type="http://schemas.openxmlformats.org/officeDocument/2006/relationships/image" Target="../media/image1018.png"/><Relationship Id="rId254" Type="http://schemas.openxmlformats.org/officeDocument/2006/relationships/customXml" Target="../ink/ink2564.xml"/><Relationship Id="rId28" Type="http://schemas.openxmlformats.org/officeDocument/2006/relationships/customXml" Target="../ink/ink2451.xml"/><Relationship Id="rId49" Type="http://schemas.openxmlformats.org/officeDocument/2006/relationships/image" Target="../media/image654.png"/><Relationship Id="rId114" Type="http://schemas.openxmlformats.org/officeDocument/2006/relationships/customXml" Target="../ink/ink2494.xml"/><Relationship Id="rId275" Type="http://schemas.openxmlformats.org/officeDocument/2006/relationships/image" Target="../media/image1038.png"/><Relationship Id="rId296" Type="http://schemas.openxmlformats.org/officeDocument/2006/relationships/customXml" Target="../ink/ink2585.xml"/><Relationship Id="rId300" Type="http://schemas.openxmlformats.org/officeDocument/2006/relationships/customXml" Target="../ink/ink2587.xml"/><Relationship Id="rId60" Type="http://schemas.openxmlformats.org/officeDocument/2006/relationships/customXml" Target="../ink/ink2467.xml"/><Relationship Id="rId81" Type="http://schemas.openxmlformats.org/officeDocument/2006/relationships/image" Target="../media/image680.png"/><Relationship Id="rId135" Type="http://schemas.openxmlformats.org/officeDocument/2006/relationships/image" Target="../media/image971.png"/><Relationship Id="rId156" Type="http://schemas.openxmlformats.org/officeDocument/2006/relationships/customXml" Target="../ink/ink2515.xml"/><Relationship Id="rId177" Type="http://schemas.openxmlformats.org/officeDocument/2006/relationships/image" Target="../media/image992.png"/><Relationship Id="rId198" Type="http://schemas.openxmlformats.org/officeDocument/2006/relationships/customXml" Target="../ink/ink2536.xml"/><Relationship Id="rId202" Type="http://schemas.openxmlformats.org/officeDocument/2006/relationships/customXml" Target="../ink/ink2538.xml"/><Relationship Id="rId223" Type="http://schemas.openxmlformats.org/officeDocument/2006/relationships/image" Target="../media/image1013.png"/><Relationship Id="rId244" Type="http://schemas.openxmlformats.org/officeDocument/2006/relationships/customXml" Target="../ink/ink2559.xml"/><Relationship Id="rId18" Type="http://schemas.openxmlformats.org/officeDocument/2006/relationships/customXml" Target="../ink/ink2446.xml"/><Relationship Id="rId39" Type="http://schemas.openxmlformats.org/officeDocument/2006/relationships/image" Target="../media/image649.png"/><Relationship Id="rId265" Type="http://schemas.openxmlformats.org/officeDocument/2006/relationships/image" Target="../media/image1033.png"/><Relationship Id="rId286" Type="http://schemas.openxmlformats.org/officeDocument/2006/relationships/customXml" Target="../ink/ink2580.xml"/><Relationship Id="rId50" Type="http://schemas.openxmlformats.org/officeDocument/2006/relationships/customXml" Target="../ink/ink2462.xml"/><Relationship Id="rId104" Type="http://schemas.openxmlformats.org/officeDocument/2006/relationships/customXml" Target="../ink/ink2489.xml"/><Relationship Id="rId125" Type="http://schemas.openxmlformats.org/officeDocument/2006/relationships/image" Target="../media/image966.png"/><Relationship Id="rId146" Type="http://schemas.openxmlformats.org/officeDocument/2006/relationships/customXml" Target="../ink/ink2510.xml"/><Relationship Id="rId167" Type="http://schemas.openxmlformats.org/officeDocument/2006/relationships/image" Target="../media/image987.png"/><Relationship Id="rId188" Type="http://schemas.openxmlformats.org/officeDocument/2006/relationships/customXml" Target="../ink/ink2531.xml"/><Relationship Id="rId311" Type="http://schemas.openxmlformats.org/officeDocument/2006/relationships/image" Target="../media/image1056.png"/><Relationship Id="rId71" Type="http://schemas.openxmlformats.org/officeDocument/2006/relationships/image" Target="../media/image675.png"/><Relationship Id="rId92" Type="http://schemas.openxmlformats.org/officeDocument/2006/relationships/customXml" Target="../ink/ink2483.xml"/><Relationship Id="rId213" Type="http://schemas.openxmlformats.org/officeDocument/2006/relationships/image" Target="../media/image1008.png"/><Relationship Id="rId234" Type="http://schemas.openxmlformats.org/officeDocument/2006/relationships/customXml" Target="../ink/ink2554.xml"/><Relationship Id="rId2" Type="http://schemas.openxmlformats.org/officeDocument/2006/relationships/customXml" Target="../ink/ink2438.xml"/><Relationship Id="rId29" Type="http://schemas.openxmlformats.org/officeDocument/2006/relationships/image" Target="../media/image644.png"/><Relationship Id="rId255" Type="http://schemas.openxmlformats.org/officeDocument/2006/relationships/image" Target="../media/image1028.png"/><Relationship Id="rId276" Type="http://schemas.openxmlformats.org/officeDocument/2006/relationships/customXml" Target="../ink/ink2575.xml"/><Relationship Id="rId297" Type="http://schemas.openxmlformats.org/officeDocument/2006/relationships/image" Target="../media/image1049.png"/><Relationship Id="rId40" Type="http://schemas.openxmlformats.org/officeDocument/2006/relationships/customXml" Target="../ink/ink2457.xml"/><Relationship Id="rId115" Type="http://schemas.openxmlformats.org/officeDocument/2006/relationships/image" Target="../media/image961.png"/><Relationship Id="rId136" Type="http://schemas.openxmlformats.org/officeDocument/2006/relationships/customXml" Target="../ink/ink2505.xml"/><Relationship Id="rId157" Type="http://schemas.openxmlformats.org/officeDocument/2006/relationships/image" Target="../media/image982.png"/><Relationship Id="rId178" Type="http://schemas.openxmlformats.org/officeDocument/2006/relationships/customXml" Target="../ink/ink2526.xml"/><Relationship Id="rId301" Type="http://schemas.openxmlformats.org/officeDocument/2006/relationships/image" Target="../media/image1051.png"/><Relationship Id="rId61" Type="http://schemas.openxmlformats.org/officeDocument/2006/relationships/image" Target="../media/image660.png"/><Relationship Id="rId82" Type="http://schemas.openxmlformats.org/officeDocument/2006/relationships/customXml" Target="../ink/ink2478.xml"/><Relationship Id="rId199" Type="http://schemas.openxmlformats.org/officeDocument/2006/relationships/image" Target="../media/image1002.png"/><Relationship Id="rId203" Type="http://schemas.openxmlformats.org/officeDocument/2006/relationships/image" Target="../media/image1004.png"/><Relationship Id="rId19" Type="http://schemas.openxmlformats.org/officeDocument/2006/relationships/image" Target="../media/image639.png"/><Relationship Id="rId224" Type="http://schemas.openxmlformats.org/officeDocument/2006/relationships/customXml" Target="../ink/ink2549.xml"/><Relationship Id="rId245" Type="http://schemas.openxmlformats.org/officeDocument/2006/relationships/image" Target="../media/image1023.png"/><Relationship Id="rId266" Type="http://schemas.openxmlformats.org/officeDocument/2006/relationships/customXml" Target="../ink/ink2570.xml"/><Relationship Id="rId287" Type="http://schemas.openxmlformats.org/officeDocument/2006/relationships/image" Target="../media/image1044.png"/><Relationship Id="rId30" Type="http://schemas.openxmlformats.org/officeDocument/2006/relationships/customXml" Target="../ink/ink2452.xml"/><Relationship Id="rId105" Type="http://schemas.openxmlformats.org/officeDocument/2006/relationships/image" Target="../media/image703.png"/><Relationship Id="rId126" Type="http://schemas.openxmlformats.org/officeDocument/2006/relationships/customXml" Target="../ink/ink2500.xml"/><Relationship Id="rId147" Type="http://schemas.openxmlformats.org/officeDocument/2006/relationships/image" Target="../media/image977.png"/><Relationship Id="rId168" Type="http://schemas.openxmlformats.org/officeDocument/2006/relationships/customXml" Target="../ink/ink2521.xml"/><Relationship Id="rId312" Type="http://schemas.openxmlformats.org/officeDocument/2006/relationships/customXml" Target="../ink/ink2593.xml"/><Relationship Id="rId51" Type="http://schemas.openxmlformats.org/officeDocument/2006/relationships/image" Target="../media/image655.png"/><Relationship Id="rId72" Type="http://schemas.openxmlformats.org/officeDocument/2006/relationships/customXml" Target="../ink/ink2473.xml"/><Relationship Id="rId93" Type="http://schemas.openxmlformats.org/officeDocument/2006/relationships/image" Target="../media/image686.png"/><Relationship Id="rId189" Type="http://schemas.openxmlformats.org/officeDocument/2006/relationships/image" Target="../media/image997.png"/><Relationship Id="rId3" Type="http://schemas.openxmlformats.org/officeDocument/2006/relationships/image" Target="../media/image631.png"/><Relationship Id="rId214" Type="http://schemas.openxmlformats.org/officeDocument/2006/relationships/customXml" Target="../ink/ink2544.xml"/><Relationship Id="rId235" Type="http://schemas.openxmlformats.org/officeDocument/2006/relationships/image" Target="../media/image1019.png"/><Relationship Id="rId256" Type="http://schemas.openxmlformats.org/officeDocument/2006/relationships/customXml" Target="../ink/ink2565.xml"/><Relationship Id="rId277" Type="http://schemas.openxmlformats.org/officeDocument/2006/relationships/image" Target="../media/image1039.png"/><Relationship Id="rId298" Type="http://schemas.openxmlformats.org/officeDocument/2006/relationships/customXml" Target="../ink/ink2586.xml"/><Relationship Id="rId116" Type="http://schemas.openxmlformats.org/officeDocument/2006/relationships/customXml" Target="../ink/ink2495.xml"/><Relationship Id="rId137" Type="http://schemas.openxmlformats.org/officeDocument/2006/relationships/image" Target="../media/image972.png"/><Relationship Id="rId158" Type="http://schemas.openxmlformats.org/officeDocument/2006/relationships/customXml" Target="../ink/ink2516.xml"/><Relationship Id="rId302" Type="http://schemas.openxmlformats.org/officeDocument/2006/relationships/customXml" Target="../ink/ink2588.xml"/><Relationship Id="rId20" Type="http://schemas.openxmlformats.org/officeDocument/2006/relationships/customXml" Target="../ink/ink2447.xml"/><Relationship Id="rId41" Type="http://schemas.openxmlformats.org/officeDocument/2006/relationships/image" Target="../media/image650.png"/><Relationship Id="rId62" Type="http://schemas.openxmlformats.org/officeDocument/2006/relationships/customXml" Target="../ink/ink2468.xml"/><Relationship Id="rId83" Type="http://schemas.openxmlformats.org/officeDocument/2006/relationships/image" Target="../media/image681.png"/><Relationship Id="rId179" Type="http://schemas.openxmlformats.org/officeDocument/2006/relationships/image" Target="../media/image993.png"/><Relationship Id="rId190" Type="http://schemas.openxmlformats.org/officeDocument/2006/relationships/customXml" Target="../ink/ink2532.xml"/><Relationship Id="rId204" Type="http://schemas.openxmlformats.org/officeDocument/2006/relationships/customXml" Target="../ink/ink2539.xml"/><Relationship Id="rId225" Type="http://schemas.openxmlformats.org/officeDocument/2006/relationships/image" Target="../media/image1014.png"/><Relationship Id="rId246" Type="http://schemas.openxmlformats.org/officeDocument/2006/relationships/customXml" Target="../ink/ink2560.xml"/><Relationship Id="rId267" Type="http://schemas.openxmlformats.org/officeDocument/2006/relationships/image" Target="../media/image1034.png"/><Relationship Id="rId288" Type="http://schemas.openxmlformats.org/officeDocument/2006/relationships/customXml" Target="../ink/ink2581.xml"/><Relationship Id="rId106" Type="http://schemas.openxmlformats.org/officeDocument/2006/relationships/customXml" Target="../ink/ink2490.xml"/><Relationship Id="rId127" Type="http://schemas.openxmlformats.org/officeDocument/2006/relationships/image" Target="../media/image967.png"/><Relationship Id="rId313" Type="http://schemas.openxmlformats.org/officeDocument/2006/relationships/image" Target="../media/image1057.png"/><Relationship Id="rId10" Type="http://schemas.openxmlformats.org/officeDocument/2006/relationships/customXml" Target="../ink/ink2442.xml"/><Relationship Id="rId31" Type="http://schemas.openxmlformats.org/officeDocument/2006/relationships/image" Target="../media/image645.png"/><Relationship Id="rId52" Type="http://schemas.openxmlformats.org/officeDocument/2006/relationships/customXml" Target="../ink/ink2463.xml"/><Relationship Id="rId73" Type="http://schemas.openxmlformats.org/officeDocument/2006/relationships/image" Target="../media/image676.png"/><Relationship Id="rId94" Type="http://schemas.openxmlformats.org/officeDocument/2006/relationships/customXml" Target="../ink/ink2484.xml"/><Relationship Id="rId148" Type="http://schemas.openxmlformats.org/officeDocument/2006/relationships/customXml" Target="../ink/ink2511.xml"/><Relationship Id="rId169" Type="http://schemas.openxmlformats.org/officeDocument/2006/relationships/image" Target="../media/image988.png"/><Relationship Id="rId4" Type="http://schemas.openxmlformats.org/officeDocument/2006/relationships/customXml" Target="../ink/ink2439.xml"/><Relationship Id="rId180" Type="http://schemas.openxmlformats.org/officeDocument/2006/relationships/customXml" Target="../ink/ink2527.xml"/><Relationship Id="rId215" Type="http://schemas.openxmlformats.org/officeDocument/2006/relationships/image" Target="../media/image1009.png"/><Relationship Id="rId236" Type="http://schemas.openxmlformats.org/officeDocument/2006/relationships/customXml" Target="../ink/ink2555.xml"/><Relationship Id="rId257" Type="http://schemas.openxmlformats.org/officeDocument/2006/relationships/image" Target="../media/image1029.png"/><Relationship Id="rId278" Type="http://schemas.openxmlformats.org/officeDocument/2006/relationships/customXml" Target="../ink/ink2576.xml"/><Relationship Id="rId303" Type="http://schemas.openxmlformats.org/officeDocument/2006/relationships/image" Target="../media/image1052.png"/><Relationship Id="rId42" Type="http://schemas.openxmlformats.org/officeDocument/2006/relationships/customXml" Target="../ink/ink2458.xml"/><Relationship Id="rId84" Type="http://schemas.openxmlformats.org/officeDocument/2006/relationships/customXml" Target="../ink/ink2479.xml"/><Relationship Id="rId138" Type="http://schemas.openxmlformats.org/officeDocument/2006/relationships/customXml" Target="../ink/ink2506.xml"/><Relationship Id="rId191" Type="http://schemas.openxmlformats.org/officeDocument/2006/relationships/image" Target="../media/image998.png"/><Relationship Id="rId205" Type="http://schemas.openxmlformats.org/officeDocument/2006/relationships/image" Target="../media/image1005.png"/><Relationship Id="rId247" Type="http://schemas.openxmlformats.org/officeDocument/2006/relationships/image" Target="../media/image1024.png"/><Relationship Id="rId107" Type="http://schemas.openxmlformats.org/officeDocument/2006/relationships/image" Target="../media/image704.png"/><Relationship Id="rId289" Type="http://schemas.openxmlformats.org/officeDocument/2006/relationships/image" Target="../media/image1045.png"/><Relationship Id="rId11" Type="http://schemas.openxmlformats.org/officeDocument/2006/relationships/image" Target="../media/image635.png"/><Relationship Id="rId53" Type="http://schemas.openxmlformats.org/officeDocument/2006/relationships/image" Target="../media/image656.png"/><Relationship Id="rId149" Type="http://schemas.openxmlformats.org/officeDocument/2006/relationships/image" Target="../media/image978.png"/><Relationship Id="rId314" Type="http://schemas.openxmlformats.org/officeDocument/2006/relationships/customXml" Target="../ink/ink2594.xml"/><Relationship Id="rId95" Type="http://schemas.openxmlformats.org/officeDocument/2006/relationships/image" Target="../media/image687.png"/><Relationship Id="rId160" Type="http://schemas.openxmlformats.org/officeDocument/2006/relationships/customXml" Target="../ink/ink2517.xml"/><Relationship Id="rId216" Type="http://schemas.openxmlformats.org/officeDocument/2006/relationships/customXml" Target="../ink/ink2545.xml"/><Relationship Id="rId258" Type="http://schemas.openxmlformats.org/officeDocument/2006/relationships/customXml" Target="../ink/ink2566.xml"/><Relationship Id="rId22" Type="http://schemas.openxmlformats.org/officeDocument/2006/relationships/customXml" Target="../ink/ink2448.xml"/><Relationship Id="rId64" Type="http://schemas.openxmlformats.org/officeDocument/2006/relationships/customXml" Target="../ink/ink2469.xml"/><Relationship Id="rId118" Type="http://schemas.openxmlformats.org/officeDocument/2006/relationships/customXml" Target="../ink/ink2496.xml"/><Relationship Id="rId171" Type="http://schemas.openxmlformats.org/officeDocument/2006/relationships/image" Target="../media/image989.png"/><Relationship Id="rId227" Type="http://schemas.openxmlformats.org/officeDocument/2006/relationships/image" Target="../media/image1015.png"/><Relationship Id="rId269" Type="http://schemas.openxmlformats.org/officeDocument/2006/relationships/image" Target="../media/image1035.png"/><Relationship Id="rId33" Type="http://schemas.openxmlformats.org/officeDocument/2006/relationships/image" Target="../media/image646.png"/><Relationship Id="rId129" Type="http://schemas.openxmlformats.org/officeDocument/2006/relationships/image" Target="../media/image968.png"/><Relationship Id="rId280" Type="http://schemas.openxmlformats.org/officeDocument/2006/relationships/customXml" Target="../ink/ink2577.xml"/><Relationship Id="rId75" Type="http://schemas.openxmlformats.org/officeDocument/2006/relationships/image" Target="../media/image677.png"/><Relationship Id="rId140" Type="http://schemas.openxmlformats.org/officeDocument/2006/relationships/customXml" Target="../ink/ink2507.xml"/><Relationship Id="rId182" Type="http://schemas.openxmlformats.org/officeDocument/2006/relationships/customXml" Target="../ink/ink2528.xml"/><Relationship Id="rId6" Type="http://schemas.openxmlformats.org/officeDocument/2006/relationships/customXml" Target="../ink/ink2440.xml"/><Relationship Id="rId238" Type="http://schemas.openxmlformats.org/officeDocument/2006/relationships/customXml" Target="../ink/ink2556.xml"/><Relationship Id="rId291" Type="http://schemas.openxmlformats.org/officeDocument/2006/relationships/image" Target="../media/image1046.png"/><Relationship Id="rId305" Type="http://schemas.openxmlformats.org/officeDocument/2006/relationships/image" Target="../media/image1053.png"/><Relationship Id="rId44" Type="http://schemas.openxmlformats.org/officeDocument/2006/relationships/customXml" Target="../ink/ink2459.xml"/><Relationship Id="rId86" Type="http://schemas.openxmlformats.org/officeDocument/2006/relationships/customXml" Target="../ink/ink2480.xml"/><Relationship Id="rId151" Type="http://schemas.openxmlformats.org/officeDocument/2006/relationships/image" Target="../media/image979.png"/><Relationship Id="rId193" Type="http://schemas.openxmlformats.org/officeDocument/2006/relationships/image" Target="../media/image999.png"/><Relationship Id="rId207" Type="http://schemas.openxmlformats.org/officeDocument/2006/relationships/image" Target="../media/image1006.png"/><Relationship Id="rId249" Type="http://schemas.openxmlformats.org/officeDocument/2006/relationships/image" Target="../media/image1025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5.png"/><Relationship Id="rId18" Type="http://schemas.openxmlformats.org/officeDocument/2006/relationships/customXml" Target="../ink/ink2604.xml"/><Relationship Id="rId26" Type="http://schemas.openxmlformats.org/officeDocument/2006/relationships/customXml" Target="../ink/ink2608.xml"/><Relationship Id="rId39" Type="http://schemas.openxmlformats.org/officeDocument/2006/relationships/image" Target="../media/image1078.png"/><Relationship Id="rId21" Type="http://schemas.openxmlformats.org/officeDocument/2006/relationships/image" Target="../media/image1069.png"/><Relationship Id="rId34" Type="http://schemas.openxmlformats.org/officeDocument/2006/relationships/customXml" Target="../ink/ink2612.xml"/><Relationship Id="rId42" Type="http://schemas.openxmlformats.org/officeDocument/2006/relationships/customXml" Target="../ink/ink2616.xml"/><Relationship Id="rId47" Type="http://schemas.openxmlformats.org/officeDocument/2006/relationships/image" Target="../media/image1082.png"/><Relationship Id="rId50" Type="http://schemas.openxmlformats.org/officeDocument/2006/relationships/customXml" Target="../ink/ink2620.xml"/><Relationship Id="rId7" Type="http://schemas.openxmlformats.org/officeDocument/2006/relationships/image" Target="../media/image1062.png"/><Relationship Id="rId2" Type="http://schemas.openxmlformats.org/officeDocument/2006/relationships/customXml" Target="../ink/ink2596.xml"/><Relationship Id="rId16" Type="http://schemas.openxmlformats.org/officeDocument/2006/relationships/customXml" Target="../ink/ink2603.xml"/><Relationship Id="rId29" Type="http://schemas.openxmlformats.org/officeDocument/2006/relationships/image" Target="../media/image1073.png"/><Relationship Id="rId11" Type="http://schemas.openxmlformats.org/officeDocument/2006/relationships/image" Target="../media/image1064.png"/><Relationship Id="rId24" Type="http://schemas.openxmlformats.org/officeDocument/2006/relationships/customXml" Target="../ink/ink2607.xml"/><Relationship Id="rId32" Type="http://schemas.openxmlformats.org/officeDocument/2006/relationships/customXml" Target="../ink/ink2611.xml"/><Relationship Id="rId37" Type="http://schemas.openxmlformats.org/officeDocument/2006/relationships/image" Target="../media/image1077.png"/><Relationship Id="rId40" Type="http://schemas.openxmlformats.org/officeDocument/2006/relationships/customXml" Target="../ink/ink2615.xml"/><Relationship Id="rId45" Type="http://schemas.openxmlformats.org/officeDocument/2006/relationships/image" Target="../media/image1081.png"/><Relationship Id="rId5" Type="http://schemas.openxmlformats.org/officeDocument/2006/relationships/image" Target="../media/image1061.png"/><Relationship Id="rId15" Type="http://schemas.openxmlformats.org/officeDocument/2006/relationships/image" Target="../media/image1066.png"/><Relationship Id="rId23" Type="http://schemas.openxmlformats.org/officeDocument/2006/relationships/image" Target="../media/image1070.png"/><Relationship Id="rId28" Type="http://schemas.openxmlformats.org/officeDocument/2006/relationships/customXml" Target="../ink/ink2609.xml"/><Relationship Id="rId36" Type="http://schemas.openxmlformats.org/officeDocument/2006/relationships/customXml" Target="../ink/ink2613.xml"/><Relationship Id="rId49" Type="http://schemas.openxmlformats.org/officeDocument/2006/relationships/image" Target="../media/image1083.png"/><Relationship Id="rId10" Type="http://schemas.openxmlformats.org/officeDocument/2006/relationships/customXml" Target="../ink/ink2600.xml"/><Relationship Id="rId19" Type="http://schemas.openxmlformats.org/officeDocument/2006/relationships/image" Target="../media/image1068.png"/><Relationship Id="rId31" Type="http://schemas.openxmlformats.org/officeDocument/2006/relationships/image" Target="../media/image1074.png"/><Relationship Id="rId44" Type="http://schemas.openxmlformats.org/officeDocument/2006/relationships/customXml" Target="../ink/ink2617.xml"/><Relationship Id="rId4" Type="http://schemas.openxmlformats.org/officeDocument/2006/relationships/customXml" Target="../ink/ink2597.xml"/><Relationship Id="rId9" Type="http://schemas.openxmlformats.org/officeDocument/2006/relationships/image" Target="../media/image1063.png"/><Relationship Id="rId14" Type="http://schemas.openxmlformats.org/officeDocument/2006/relationships/customXml" Target="../ink/ink2602.xml"/><Relationship Id="rId22" Type="http://schemas.openxmlformats.org/officeDocument/2006/relationships/customXml" Target="../ink/ink2606.xml"/><Relationship Id="rId27" Type="http://schemas.openxmlformats.org/officeDocument/2006/relationships/image" Target="../media/image1072.png"/><Relationship Id="rId30" Type="http://schemas.openxmlformats.org/officeDocument/2006/relationships/customXml" Target="../ink/ink2610.xml"/><Relationship Id="rId35" Type="http://schemas.openxmlformats.org/officeDocument/2006/relationships/image" Target="../media/image1076.png"/><Relationship Id="rId43" Type="http://schemas.openxmlformats.org/officeDocument/2006/relationships/image" Target="../media/image1080.png"/><Relationship Id="rId48" Type="http://schemas.openxmlformats.org/officeDocument/2006/relationships/customXml" Target="../ink/ink2619.xml"/><Relationship Id="rId8" Type="http://schemas.openxmlformats.org/officeDocument/2006/relationships/customXml" Target="../ink/ink2599.xml"/><Relationship Id="rId51" Type="http://schemas.openxmlformats.org/officeDocument/2006/relationships/image" Target="../media/image1084.png"/><Relationship Id="rId3" Type="http://schemas.openxmlformats.org/officeDocument/2006/relationships/image" Target="../media/image1060.png"/><Relationship Id="rId12" Type="http://schemas.openxmlformats.org/officeDocument/2006/relationships/customXml" Target="../ink/ink2601.xml"/><Relationship Id="rId17" Type="http://schemas.openxmlformats.org/officeDocument/2006/relationships/image" Target="../media/image1067.png"/><Relationship Id="rId25" Type="http://schemas.openxmlformats.org/officeDocument/2006/relationships/image" Target="../media/image1071.png"/><Relationship Id="rId33" Type="http://schemas.openxmlformats.org/officeDocument/2006/relationships/image" Target="../media/image1075.png"/><Relationship Id="rId38" Type="http://schemas.openxmlformats.org/officeDocument/2006/relationships/customXml" Target="../ink/ink2614.xml"/><Relationship Id="rId46" Type="http://schemas.openxmlformats.org/officeDocument/2006/relationships/customXml" Target="../ink/ink2618.xml"/><Relationship Id="rId20" Type="http://schemas.openxmlformats.org/officeDocument/2006/relationships/customXml" Target="../ink/ink2605.xml"/><Relationship Id="rId41" Type="http://schemas.openxmlformats.org/officeDocument/2006/relationships/image" Target="../media/image107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98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90.png"/><Relationship Id="rId18" Type="http://schemas.openxmlformats.org/officeDocument/2006/relationships/customXml" Target="../ink/ink2629.xml"/><Relationship Id="rId26" Type="http://schemas.openxmlformats.org/officeDocument/2006/relationships/customXml" Target="../ink/ink2633.xml"/><Relationship Id="rId39" Type="http://schemas.openxmlformats.org/officeDocument/2006/relationships/image" Target="../media/image1103.png"/><Relationship Id="rId21" Type="http://schemas.openxmlformats.org/officeDocument/2006/relationships/image" Target="../media/image1094.png"/><Relationship Id="rId34" Type="http://schemas.openxmlformats.org/officeDocument/2006/relationships/customXml" Target="../ink/ink2637.xml"/><Relationship Id="rId42" Type="http://schemas.openxmlformats.org/officeDocument/2006/relationships/customXml" Target="../ink/ink2641.xml"/><Relationship Id="rId47" Type="http://schemas.openxmlformats.org/officeDocument/2006/relationships/image" Target="../media/image1107.png"/><Relationship Id="rId50" Type="http://schemas.openxmlformats.org/officeDocument/2006/relationships/customXml" Target="../ink/ink2645.xml"/><Relationship Id="rId55" Type="http://schemas.openxmlformats.org/officeDocument/2006/relationships/image" Target="../media/image1111.png"/><Relationship Id="rId7" Type="http://schemas.openxmlformats.org/officeDocument/2006/relationships/image" Target="../media/image1087.png"/><Relationship Id="rId2" Type="http://schemas.openxmlformats.org/officeDocument/2006/relationships/customXml" Target="../ink/ink2621.xml"/><Relationship Id="rId16" Type="http://schemas.openxmlformats.org/officeDocument/2006/relationships/customXml" Target="../ink/ink2628.xml"/><Relationship Id="rId29" Type="http://schemas.openxmlformats.org/officeDocument/2006/relationships/image" Target="../media/image1098.png"/><Relationship Id="rId11" Type="http://schemas.openxmlformats.org/officeDocument/2006/relationships/image" Target="../media/image1089.png"/><Relationship Id="rId24" Type="http://schemas.openxmlformats.org/officeDocument/2006/relationships/customXml" Target="../ink/ink2632.xml"/><Relationship Id="rId32" Type="http://schemas.openxmlformats.org/officeDocument/2006/relationships/customXml" Target="../ink/ink2636.xml"/><Relationship Id="rId37" Type="http://schemas.openxmlformats.org/officeDocument/2006/relationships/image" Target="../media/image1102.png"/><Relationship Id="rId40" Type="http://schemas.openxmlformats.org/officeDocument/2006/relationships/customXml" Target="../ink/ink2640.xml"/><Relationship Id="rId45" Type="http://schemas.openxmlformats.org/officeDocument/2006/relationships/image" Target="../media/image1106.png"/><Relationship Id="rId53" Type="http://schemas.openxmlformats.org/officeDocument/2006/relationships/image" Target="../media/image1110.png"/><Relationship Id="rId5" Type="http://schemas.openxmlformats.org/officeDocument/2006/relationships/image" Target="../media/image1086.png"/><Relationship Id="rId10" Type="http://schemas.openxmlformats.org/officeDocument/2006/relationships/customXml" Target="../ink/ink2625.xml"/><Relationship Id="rId19" Type="http://schemas.openxmlformats.org/officeDocument/2006/relationships/image" Target="../media/image1093.png"/><Relationship Id="rId31" Type="http://schemas.openxmlformats.org/officeDocument/2006/relationships/image" Target="../media/image1099.png"/><Relationship Id="rId44" Type="http://schemas.openxmlformats.org/officeDocument/2006/relationships/customXml" Target="../ink/ink2642.xml"/><Relationship Id="rId52" Type="http://schemas.openxmlformats.org/officeDocument/2006/relationships/customXml" Target="../ink/ink2646.xml"/><Relationship Id="rId4" Type="http://schemas.openxmlformats.org/officeDocument/2006/relationships/customXml" Target="../ink/ink2622.xml"/><Relationship Id="rId9" Type="http://schemas.openxmlformats.org/officeDocument/2006/relationships/image" Target="../media/image1088.png"/><Relationship Id="rId14" Type="http://schemas.openxmlformats.org/officeDocument/2006/relationships/customXml" Target="../ink/ink2627.xml"/><Relationship Id="rId22" Type="http://schemas.openxmlformats.org/officeDocument/2006/relationships/customXml" Target="../ink/ink2631.xml"/><Relationship Id="rId27" Type="http://schemas.openxmlformats.org/officeDocument/2006/relationships/image" Target="../media/image1097.png"/><Relationship Id="rId30" Type="http://schemas.openxmlformats.org/officeDocument/2006/relationships/customXml" Target="../ink/ink2635.xml"/><Relationship Id="rId35" Type="http://schemas.openxmlformats.org/officeDocument/2006/relationships/image" Target="../media/image1101.png"/><Relationship Id="rId43" Type="http://schemas.openxmlformats.org/officeDocument/2006/relationships/image" Target="../media/image1105.png"/><Relationship Id="rId48" Type="http://schemas.openxmlformats.org/officeDocument/2006/relationships/customXml" Target="../ink/ink2644.xml"/><Relationship Id="rId8" Type="http://schemas.openxmlformats.org/officeDocument/2006/relationships/customXml" Target="../ink/ink2624.xml"/><Relationship Id="rId51" Type="http://schemas.openxmlformats.org/officeDocument/2006/relationships/image" Target="../media/image1109.png"/><Relationship Id="rId3" Type="http://schemas.openxmlformats.org/officeDocument/2006/relationships/image" Target="../media/image1085.png"/><Relationship Id="rId12" Type="http://schemas.openxmlformats.org/officeDocument/2006/relationships/customXml" Target="../ink/ink2626.xml"/><Relationship Id="rId17" Type="http://schemas.openxmlformats.org/officeDocument/2006/relationships/image" Target="../media/image1092.png"/><Relationship Id="rId25" Type="http://schemas.openxmlformats.org/officeDocument/2006/relationships/image" Target="../media/image1096.png"/><Relationship Id="rId33" Type="http://schemas.openxmlformats.org/officeDocument/2006/relationships/image" Target="../media/image1100.png"/><Relationship Id="rId38" Type="http://schemas.openxmlformats.org/officeDocument/2006/relationships/customXml" Target="../ink/ink2639.xml"/><Relationship Id="rId46" Type="http://schemas.openxmlformats.org/officeDocument/2006/relationships/customXml" Target="../ink/ink2643.xml"/><Relationship Id="rId20" Type="http://schemas.openxmlformats.org/officeDocument/2006/relationships/customXml" Target="../ink/ink2630.xml"/><Relationship Id="rId41" Type="http://schemas.openxmlformats.org/officeDocument/2006/relationships/image" Target="../media/image1104.png"/><Relationship Id="rId54" Type="http://schemas.openxmlformats.org/officeDocument/2006/relationships/customXml" Target="../ink/ink264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23.xml"/><Relationship Id="rId15" Type="http://schemas.openxmlformats.org/officeDocument/2006/relationships/image" Target="../media/image1091.png"/><Relationship Id="rId23" Type="http://schemas.openxmlformats.org/officeDocument/2006/relationships/image" Target="../media/image1095.png"/><Relationship Id="rId28" Type="http://schemas.openxmlformats.org/officeDocument/2006/relationships/customXml" Target="../ink/ink2634.xml"/><Relationship Id="rId36" Type="http://schemas.openxmlformats.org/officeDocument/2006/relationships/customXml" Target="../ink/ink2638.xml"/><Relationship Id="rId49" Type="http://schemas.openxmlformats.org/officeDocument/2006/relationships/image" Target="../media/image1108.png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660.xml"/><Relationship Id="rId21" Type="http://schemas.openxmlformats.org/officeDocument/2006/relationships/image" Target="../media/image1095.png"/><Relationship Id="rId42" Type="http://schemas.openxmlformats.org/officeDocument/2006/relationships/customXml" Target="../ink/ink2668.xml"/><Relationship Id="rId47" Type="http://schemas.openxmlformats.org/officeDocument/2006/relationships/image" Target="../media/image1120.png"/><Relationship Id="rId63" Type="http://schemas.openxmlformats.org/officeDocument/2006/relationships/image" Target="../media/image1128.png"/><Relationship Id="rId68" Type="http://schemas.openxmlformats.org/officeDocument/2006/relationships/customXml" Target="../ink/ink2681.xml"/><Relationship Id="rId2" Type="http://schemas.openxmlformats.org/officeDocument/2006/relationships/customXml" Target="../ink/ink2648.xml"/><Relationship Id="rId16" Type="http://schemas.openxmlformats.org/officeDocument/2006/relationships/customXml" Target="../ink/ink2655.xml"/><Relationship Id="rId29" Type="http://schemas.openxmlformats.org/officeDocument/2006/relationships/image" Target="../media/image192.png"/><Relationship Id="rId11" Type="http://schemas.openxmlformats.org/officeDocument/2006/relationships/image" Target="../media/image1089.png"/><Relationship Id="rId24" Type="http://schemas.openxmlformats.org/officeDocument/2006/relationships/customXml" Target="../ink/ink2659.xml"/><Relationship Id="rId32" Type="http://schemas.openxmlformats.org/officeDocument/2006/relationships/customXml" Target="../ink/ink2663.xml"/><Relationship Id="rId37" Type="http://schemas.openxmlformats.org/officeDocument/2006/relationships/image" Target="../media/image1115.png"/><Relationship Id="rId40" Type="http://schemas.openxmlformats.org/officeDocument/2006/relationships/customXml" Target="../ink/ink2667.xml"/><Relationship Id="rId45" Type="http://schemas.openxmlformats.org/officeDocument/2006/relationships/image" Target="../media/image1119.png"/><Relationship Id="rId53" Type="http://schemas.openxmlformats.org/officeDocument/2006/relationships/image" Target="../media/image1123.png"/><Relationship Id="rId58" Type="http://schemas.openxmlformats.org/officeDocument/2006/relationships/customXml" Target="../ink/ink2676.xml"/><Relationship Id="rId66" Type="http://schemas.openxmlformats.org/officeDocument/2006/relationships/customXml" Target="../ink/ink2680.xml"/><Relationship Id="rId74" Type="http://schemas.openxmlformats.org/officeDocument/2006/relationships/customXml" Target="../ink/ink2684.xml"/><Relationship Id="rId5" Type="http://schemas.openxmlformats.org/officeDocument/2006/relationships/image" Target="../media/image1086.png"/><Relationship Id="rId61" Type="http://schemas.openxmlformats.org/officeDocument/2006/relationships/image" Target="../media/image1127.png"/><Relationship Id="rId19" Type="http://schemas.openxmlformats.org/officeDocument/2006/relationships/image" Target="../media/image1094.png"/><Relationship Id="rId14" Type="http://schemas.openxmlformats.org/officeDocument/2006/relationships/customXml" Target="../ink/ink2654.xml"/><Relationship Id="rId22" Type="http://schemas.openxmlformats.org/officeDocument/2006/relationships/customXml" Target="../ink/ink2658.xml"/><Relationship Id="rId27" Type="http://schemas.openxmlformats.org/officeDocument/2006/relationships/image" Target="../media/image1098.png"/><Relationship Id="rId30" Type="http://schemas.openxmlformats.org/officeDocument/2006/relationships/customXml" Target="../ink/ink2662.xml"/><Relationship Id="rId35" Type="http://schemas.openxmlformats.org/officeDocument/2006/relationships/image" Target="../media/image1114.png"/><Relationship Id="rId43" Type="http://schemas.openxmlformats.org/officeDocument/2006/relationships/image" Target="../media/image1118.png"/><Relationship Id="rId48" Type="http://schemas.openxmlformats.org/officeDocument/2006/relationships/customXml" Target="../ink/ink2671.xml"/><Relationship Id="rId56" Type="http://schemas.openxmlformats.org/officeDocument/2006/relationships/customXml" Target="../ink/ink2675.xml"/><Relationship Id="rId64" Type="http://schemas.openxmlformats.org/officeDocument/2006/relationships/customXml" Target="../ink/ink2679.xml"/><Relationship Id="rId69" Type="http://schemas.openxmlformats.org/officeDocument/2006/relationships/image" Target="../media/image1131.png"/><Relationship Id="rId8" Type="http://schemas.openxmlformats.org/officeDocument/2006/relationships/customXml" Target="../ink/ink2651.xml"/><Relationship Id="rId51" Type="http://schemas.openxmlformats.org/officeDocument/2006/relationships/image" Target="../media/image1122.png"/><Relationship Id="rId72" Type="http://schemas.openxmlformats.org/officeDocument/2006/relationships/customXml" Target="../ink/ink2683.xml"/><Relationship Id="rId3" Type="http://schemas.openxmlformats.org/officeDocument/2006/relationships/image" Target="../media/image1085.png"/><Relationship Id="rId12" Type="http://schemas.openxmlformats.org/officeDocument/2006/relationships/customXml" Target="../ink/ink2653.xml"/><Relationship Id="rId17" Type="http://schemas.openxmlformats.org/officeDocument/2006/relationships/image" Target="../media/image1092.png"/><Relationship Id="rId25" Type="http://schemas.openxmlformats.org/officeDocument/2006/relationships/image" Target="../media/image1097.png"/><Relationship Id="rId33" Type="http://schemas.openxmlformats.org/officeDocument/2006/relationships/image" Target="../media/image1113.png"/><Relationship Id="rId38" Type="http://schemas.openxmlformats.org/officeDocument/2006/relationships/customXml" Target="../ink/ink2666.xml"/><Relationship Id="rId46" Type="http://schemas.openxmlformats.org/officeDocument/2006/relationships/customXml" Target="../ink/ink2670.xml"/><Relationship Id="rId59" Type="http://schemas.openxmlformats.org/officeDocument/2006/relationships/image" Target="../media/image1126.png"/><Relationship Id="rId67" Type="http://schemas.openxmlformats.org/officeDocument/2006/relationships/image" Target="../media/image1130.png"/><Relationship Id="rId20" Type="http://schemas.openxmlformats.org/officeDocument/2006/relationships/customXml" Target="../ink/ink2657.xml"/><Relationship Id="rId41" Type="http://schemas.openxmlformats.org/officeDocument/2006/relationships/image" Target="../media/image1117.png"/><Relationship Id="rId54" Type="http://schemas.openxmlformats.org/officeDocument/2006/relationships/customXml" Target="../ink/ink2674.xml"/><Relationship Id="rId62" Type="http://schemas.openxmlformats.org/officeDocument/2006/relationships/customXml" Target="../ink/ink2678.xml"/><Relationship Id="rId70" Type="http://schemas.openxmlformats.org/officeDocument/2006/relationships/customXml" Target="../ink/ink2682.xml"/><Relationship Id="rId75" Type="http://schemas.openxmlformats.org/officeDocument/2006/relationships/image" Target="../media/image113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650.xml"/><Relationship Id="rId15" Type="http://schemas.openxmlformats.org/officeDocument/2006/relationships/image" Target="../media/image1091.png"/><Relationship Id="rId23" Type="http://schemas.openxmlformats.org/officeDocument/2006/relationships/image" Target="../media/image1096.png"/><Relationship Id="rId28" Type="http://schemas.openxmlformats.org/officeDocument/2006/relationships/customXml" Target="../ink/ink2661.xml"/><Relationship Id="rId36" Type="http://schemas.openxmlformats.org/officeDocument/2006/relationships/customXml" Target="../ink/ink2665.xml"/><Relationship Id="rId49" Type="http://schemas.openxmlformats.org/officeDocument/2006/relationships/image" Target="../media/image1121.png"/><Relationship Id="rId57" Type="http://schemas.openxmlformats.org/officeDocument/2006/relationships/image" Target="../media/image1125.png"/><Relationship Id="rId10" Type="http://schemas.openxmlformats.org/officeDocument/2006/relationships/customXml" Target="../ink/ink2652.xml"/><Relationship Id="rId31" Type="http://schemas.openxmlformats.org/officeDocument/2006/relationships/image" Target="../media/image1112.png"/><Relationship Id="rId44" Type="http://schemas.openxmlformats.org/officeDocument/2006/relationships/customXml" Target="../ink/ink2669.xml"/><Relationship Id="rId52" Type="http://schemas.openxmlformats.org/officeDocument/2006/relationships/customXml" Target="../ink/ink2673.xml"/><Relationship Id="rId60" Type="http://schemas.openxmlformats.org/officeDocument/2006/relationships/customXml" Target="../ink/ink2677.xml"/><Relationship Id="rId65" Type="http://schemas.openxmlformats.org/officeDocument/2006/relationships/image" Target="../media/image1129.png"/><Relationship Id="rId73" Type="http://schemas.openxmlformats.org/officeDocument/2006/relationships/image" Target="../media/image1133.png"/><Relationship Id="rId4" Type="http://schemas.openxmlformats.org/officeDocument/2006/relationships/customXml" Target="../ink/ink2649.xml"/><Relationship Id="rId9" Type="http://schemas.openxmlformats.org/officeDocument/2006/relationships/image" Target="../media/image1088.png"/><Relationship Id="rId13" Type="http://schemas.openxmlformats.org/officeDocument/2006/relationships/image" Target="../media/image1090.png"/><Relationship Id="rId18" Type="http://schemas.openxmlformats.org/officeDocument/2006/relationships/customXml" Target="../ink/ink2656.xml"/><Relationship Id="rId39" Type="http://schemas.openxmlformats.org/officeDocument/2006/relationships/image" Target="../media/image1116.png"/><Relationship Id="rId34" Type="http://schemas.openxmlformats.org/officeDocument/2006/relationships/customXml" Target="../ink/ink2664.xml"/><Relationship Id="rId50" Type="http://schemas.openxmlformats.org/officeDocument/2006/relationships/customXml" Target="../ink/ink2672.xml"/><Relationship Id="rId55" Type="http://schemas.openxmlformats.org/officeDocument/2006/relationships/image" Target="../media/image1124.png"/><Relationship Id="rId7" Type="http://schemas.openxmlformats.org/officeDocument/2006/relationships/image" Target="../media/image1087.png"/><Relationship Id="rId71" Type="http://schemas.openxmlformats.org/officeDocument/2006/relationships/image" Target="../media/image1132.png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697.xml"/><Relationship Id="rId21" Type="http://schemas.openxmlformats.org/officeDocument/2006/relationships/image" Target="../media/image1095.png"/><Relationship Id="rId42" Type="http://schemas.openxmlformats.org/officeDocument/2006/relationships/customXml" Target="../ink/ink2705.xml"/><Relationship Id="rId47" Type="http://schemas.openxmlformats.org/officeDocument/2006/relationships/image" Target="../media/image1138.png"/><Relationship Id="rId63" Type="http://schemas.openxmlformats.org/officeDocument/2006/relationships/image" Target="../media/image1146.png"/><Relationship Id="rId68" Type="http://schemas.openxmlformats.org/officeDocument/2006/relationships/customXml" Target="../ink/ink2718.xml"/><Relationship Id="rId84" Type="http://schemas.openxmlformats.org/officeDocument/2006/relationships/customXml" Target="../ink/ink2726.xml"/><Relationship Id="rId89" Type="http://schemas.openxmlformats.org/officeDocument/2006/relationships/image" Target="../media/image1158.png"/><Relationship Id="rId112" Type="http://schemas.openxmlformats.org/officeDocument/2006/relationships/customXml" Target="../ink/ink2740.xml"/><Relationship Id="rId16" Type="http://schemas.openxmlformats.org/officeDocument/2006/relationships/customXml" Target="../ink/ink2692.xml"/><Relationship Id="rId107" Type="http://schemas.openxmlformats.org/officeDocument/2006/relationships/image" Target="../media/image1167.png"/><Relationship Id="rId11" Type="http://schemas.openxmlformats.org/officeDocument/2006/relationships/image" Target="../media/image1089.png"/><Relationship Id="rId32" Type="http://schemas.openxmlformats.org/officeDocument/2006/relationships/customXml" Target="../ink/ink2700.xml"/><Relationship Id="rId37" Type="http://schemas.openxmlformats.org/officeDocument/2006/relationships/image" Target="../media/image1131.png"/><Relationship Id="rId53" Type="http://schemas.openxmlformats.org/officeDocument/2006/relationships/image" Target="../media/image1141.png"/><Relationship Id="rId58" Type="http://schemas.openxmlformats.org/officeDocument/2006/relationships/customXml" Target="../ink/ink2713.xml"/><Relationship Id="rId74" Type="http://schemas.openxmlformats.org/officeDocument/2006/relationships/customXml" Target="../ink/ink2721.xml"/><Relationship Id="rId79" Type="http://schemas.openxmlformats.org/officeDocument/2006/relationships/image" Target="../media/image1153.png"/><Relationship Id="rId102" Type="http://schemas.openxmlformats.org/officeDocument/2006/relationships/customXml" Target="../ink/ink2735.xml"/><Relationship Id="rId5" Type="http://schemas.openxmlformats.org/officeDocument/2006/relationships/image" Target="../media/image1086.png"/><Relationship Id="rId90" Type="http://schemas.openxmlformats.org/officeDocument/2006/relationships/customXml" Target="../ink/ink2729.xml"/><Relationship Id="rId95" Type="http://schemas.openxmlformats.org/officeDocument/2006/relationships/image" Target="../media/image1161.png"/><Relationship Id="rId22" Type="http://schemas.openxmlformats.org/officeDocument/2006/relationships/customXml" Target="../ink/ink2695.xml"/><Relationship Id="rId27" Type="http://schemas.openxmlformats.org/officeDocument/2006/relationships/image" Target="../media/image1098.png"/><Relationship Id="rId43" Type="http://schemas.openxmlformats.org/officeDocument/2006/relationships/image" Target="../media/image1136.png"/><Relationship Id="rId48" Type="http://schemas.openxmlformats.org/officeDocument/2006/relationships/customXml" Target="../ink/ink2708.xml"/><Relationship Id="rId64" Type="http://schemas.openxmlformats.org/officeDocument/2006/relationships/customXml" Target="../ink/ink2716.xml"/><Relationship Id="rId69" Type="http://schemas.openxmlformats.org/officeDocument/2006/relationships/image" Target="../media/image1148.png"/><Relationship Id="rId113" Type="http://schemas.openxmlformats.org/officeDocument/2006/relationships/image" Target="../media/image1170.png"/><Relationship Id="rId80" Type="http://schemas.openxmlformats.org/officeDocument/2006/relationships/customXml" Target="../ink/ink2724.xml"/><Relationship Id="rId85" Type="http://schemas.openxmlformats.org/officeDocument/2006/relationships/image" Target="../media/image1156.png"/><Relationship Id="rId12" Type="http://schemas.openxmlformats.org/officeDocument/2006/relationships/customXml" Target="../ink/ink2690.xml"/><Relationship Id="rId17" Type="http://schemas.openxmlformats.org/officeDocument/2006/relationships/image" Target="../media/image1092.png"/><Relationship Id="rId33" Type="http://schemas.openxmlformats.org/officeDocument/2006/relationships/image" Target="../media/image1128.png"/><Relationship Id="rId38" Type="http://schemas.openxmlformats.org/officeDocument/2006/relationships/customXml" Target="../ink/ink2703.xml"/><Relationship Id="rId59" Type="http://schemas.openxmlformats.org/officeDocument/2006/relationships/image" Target="../media/image1144.png"/><Relationship Id="rId103" Type="http://schemas.openxmlformats.org/officeDocument/2006/relationships/image" Target="../media/image1165.png"/><Relationship Id="rId108" Type="http://schemas.openxmlformats.org/officeDocument/2006/relationships/customXml" Target="../ink/ink2738.xml"/><Relationship Id="rId54" Type="http://schemas.openxmlformats.org/officeDocument/2006/relationships/customXml" Target="../ink/ink2711.xml"/><Relationship Id="rId70" Type="http://schemas.openxmlformats.org/officeDocument/2006/relationships/customXml" Target="../ink/ink2719.xml"/><Relationship Id="rId75" Type="http://schemas.openxmlformats.org/officeDocument/2006/relationships/image" Target="../media/image1151.png"/><Relationship Id="rId91" Type="http://schemas.openxmlformats.org/officeDocument/2006/relationships/image" Target="../media/image1159.png"/><Relationship Id="rId96" Type="http://schemas.openxmlformats.org/officeDocument/2006/relationships/customXml" Target="../ink/ink273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687.xml"/><Relationship Id="rId15" Type="http://schemas.openxmlformats.org/officeDocument/2006/relationships/image" Target="../media/image1091.png"/><Relationship Id="rId23" Type="http://schemas.openxmlformats.org/officeDocument/2006/relationships/image" Target="../media/image1096.png"/><Relationship Id="rId28" Type="http://schemas.openxmlformats.org/officeDocument/2006/relationships/customXml" Target="../ink/ink2698.xml"/><Relationship Id="rId36" Type="http://schemas.openxmlformats.org/officeDocument/2006/relationships/customXml" Target="../ink/ink2702.xml"/><Relationship Id="rId49" Type="http://schemas.openxmlformats.org/officeDocument/2006/relationships/image" Target="../media/image1139.png"/><Relationship Id="rId57" Type="http://schemas.openxmlformats.org/officeDocument/2006/relationships/image" Target="../media/image1143.png"/><Relationship Id="rId106" Type="http://schemas.openxmlformats.org/officeDocument/2006/relationships/customXml" Target="../ink/ink2737.xml"/><Relationship Id="rId10" Type="http://schemas.openxmlformats.org/officeDocument/2006/relationships/customXml" Target="../ink/ink2689.xml"/><Relationship Id="rId31" Type="http://schemas.openxmlformats.org/officeDocument/2006/relationships/image" Target="../media/image1127.png"/><Relationship Id="rId44" Type="http://schemas.openxmlformats.org/officeDocument/2006/relationships/customXml" Target="../ink/ink2706.xml"/><Relationship Id="rId52" Type="http://schemas.openxmlformats.org/officeDocument/2006/relationships/customXml" Target="../ink/ink2710.xml"/><Relationship Id="rId60" Type="http://schemas.openxmlformats.org/officeDocument/2006/relationships/customXml" Target="../ink/ink2714.xml"/><Relationship Id="rId65" Type="http://schemas.openxmlformats.org/officeDocument/2006/relationships/image" Target="../media/image76.png"/><Relationship Id="rId73" Type="http://schemas.openxmlformats.org/officeDocument/2006/relationships/image" Target="../media/image1150.png"/><Relationship Id="rId78" Type="http://schemas.openxmlformats.org/officeDocument/2006/relationships/customXml" Target="../ink/ink2723.xml"/><Relationship Id="rId81" Type="http://schemas.openxmlformats.org/officeDocument/2006/relationships/image" Target="../media/image1154.png"/><Relationship Id="rId86" Type="http://schemas.openxmlformats.org/officeDocument/2006/relationships/customXml" Target="../ink/ink2727.xml"/><Relationship Id="rId94" Type="http://schemas.openxmlformats.org/officeDocument/2006/relationships/customXml" Target="../ink/ink2731.xml"/><Relationship Id="rId99" Type="http://schemas.openxmlformats.org/officeDocument/2006/relationships/image" Target="../media/image1163.png"/><Relationship Id="rId101" Type="http://schemas.openxmlformats.org/officeDocument/2006/relationships/image" Target="../media/image1164.png"/><Relationship Id="rId4" Type="http://schemas.openxmlformats.org/officeDocument/2006/relationships/customXml" Target="../ink/ink2686.xml"/><Relationship Id="rId9" Type="http://schemas.openxmlformats.org/officeDocument/2006/relationships/image" Target="../media/image1088.png"/><Relationship Id="rId13" Type="http://schemas.openxmlformats.org/officeDocument/2006/relationships/image" Target="../media/image1090.png"/><Relationship Id="rId18" Type="http://schemas.openxmlformats.org/officeDocument/2006/relationships/customXml" Target="../ink/ink2693.xml"/><Relationship Id="rId39" Type="http://schemas.openxmlformats.org/officeDocument/2006/relationships/image" Target="../media/image1132.png"/><Relationship Id="rId109" Type="http://schemas.openxmlformats.org/officeDocument/2006/relationships/image" Target="../media/image1168.png"/><Relationship Id="rId34" Type="http://schemas.openxmlformats.org/officeDocument/2006/relationships/customXml" Target="../ink/ink2701.xml"/><Relationship Id="rId50" Type="http://schemas.openxmlformats.org/officeDocument/2006/relationships/customXml" Target="../ink/ink2709.xml"/><Relationship Id="rId55" Type="http://schemas.openxmlformats.org/officeDocument/2006/relationships/image" Target="../media/image1142.png"/><Relationship Id="rId76" Type="http://schemas.openxmlformats.org/officeDocument/2006/relationships/customXml" Target="../ink/ink2722.xml"/><Relationship Id="rId97" Type="http://schemas.openxmlformats.org/officeDocument/2006/relationships/image" Target="../media/image1162.png"/><Relationship Id="rId104" Type="http://schemas.openxmlformats.org/officeDocument/2006/relationships/customXml" Target="../ink/ink2736.xml"/><Relationship Id="rId7" Type="http://schemas.openxmlformats.org/officeDocument/2006/relationships/image" Target="../media/image1087.png"/><Relationship Id="rId71" Type="http://schemas.openxmlformats.org/officeDocument/2006/relationships/image" Target="../media/image1149.png"/><Relationship Id="rId92" Type="http://schemas.openxmlformats.org/officeDocument/2006/relationships/customXml" Target="../ink/ink2730.xml"/><Relationship Id="rId2" Type="http://schemas.openxmlformats.org/officeDocument/2006/relationships/customXml" Target="../ink/ink2685.xml"/><Relationship Id="rId29" Type="http://schemas.openxmlformats.org/officeDocument/2006/relationships/image" Target="../media/image1126.png"/><Relationship Id="rId24" Type="http://schemas.openxmlformats.org/officeDocument/2006/relationships/customXml" Target="../ink/ink2696.xml"/><Relationship Id="rId40" Type="http://schemas.openxmlformats.org/officeDocument/2006/relationships/customXml" Target="../ink/ink2704.xml"/><Relationship Id="rId45" Type="http://schemas.openxmlformats.org/officeDocument/2006/relationships/image" Target="../media/image1137.png"/><Relationship Id="rId66" Type="http://schemas.openxmlformats.org/officeDocument/2006/relationships/customXml" Target="../ink/ink2717.xml"/><Relationship Id="rId87" Type="http://schemas.openxmlformats.org/officeDocument/2006/relationships/image" Target="../media/image1157.png"/><Relationship Id="rId110" Type="http://schemas.openxmlformats.org/officeDocument/2006/relationships/customXml" Target="../ink/ink2739.xml"/><Relationship Id="rId61" Type="http://schemas.openxmlformats.org/officeDocument/2006/relationships/image" Target="../media/image1145.png"/><Relationship Id="rId82" Type="http://schemas.openxmlformats.org/officeDocument/2006/relationships/customXml" Target="../ink/ink2725.xml"/><Relationship Id="rId19" Type="http://schemas.openxmlformats.org/officeDocument/2006/relationships/image" Target="../media/image1094.png"/><Relationship Id="rId14" Type="http://schemas.openxmlformats.org/officeDocument/2006/relationships/customXml" Target="../ink/ink2691.xml"/><Relationship Id="rId30" Type="http://schemas.openxmlformats.org/officeDocument/2006/relationships/customXml" Target="../ink/ink2699.xml"/><Relationship Id="rId35" Type="http://schemas.openxmlformats.org/officeDocument/2006/relationships/image" Target="../media/image1130.png"/><Relationship Id="rId56" Type="http://schemas.openxmlformats.org/officeDocument/2006/relationships/customXml" Target="../ink/ink2712.xml"/><Relationship Id="rId77" Type="http://schemas.openxmlformats.org/officeDocument/2006/relationships/image" Target="../media/image1152.png"/><Relationship Id="rId100" Type="http://schemas.openxmlformats.org/officeDocument/2006/relationships/customXml" Target="../ink/ink2734.xml"/><Relationship Id="rId105" Type="http://schemas.openxmlformats.org/officeDocument/2006/relationships/image" Target="../media/image1166.png"/><Relationship Id="rId8" Type="http://schemas.openxmlformats.org/officeDocument/2006/relationships/customXml" Target="../ink/ink2688.xml"/><Relationship Id="rId51" Type="http://schemas.openxmlformats.org/officeDocument/2006/relationships/image" Target="../media/image1140.png"/><Relationship Id="rId72" Type="http://schemas.openxmlformats.org/officeDocument/2006/relationships/customXml" Target="../ink/ink2720.xml"/><Relationship Id="rId93" Type="http://schemas.openxmlformats.org/officeDocument/2006/relationships/image" Target="../media/image1160.png"/><Relationship Id="rId98" Type="http://schemas.openxmlformats.org/officeDocument/2006/relationships/customXml" Target="../ink/ink2733.xml"/><Relationship Id="rId3" Type="http://schemas.openxmlformats.org/officeDocument/2006/relationships/image" Target="../media/image1085.png"/><Relationship Id="rId25" Type="http://schemas.openxmlformats.org/officeDocument/2006/relationships/image" Target="../media/image1097.png"/><Relationship Id="rId46" Type="http://schemas.openxmlformats.org/officeDocument/2006/relationships/customXml" Target="../ink/ink2707.xml"/><Relationship Id="rId67" Type="http://schemas.openxmlformats.org/officeDocument/2006/relationships/image" Target="../media/image1147.png"/><Relationship Id="rId20" Type="http://schemas.openxmlformats.org/officeDocument/2006/relationships/customXml" Target="../ink/ink2694.xml"/><Relationship Id="rId41" Type="http://schemas.openxmlformats.org/officeDocument/2006/relationships/image" Target="../media/image1135.png"/><Relationship Id="rId62" Type="http://schemas.openxmlformats.org/officeDocument/2006/relationships/customXml" Target="../ink/ink2715.xml"/><Relationship Id="rId83" Type="http://schemas.openxmlformats.org/officeDocument/2006/relationships/image" Target="../media/image1155.png"/><Relationship Id="rId88" Type="http://schemas.openxmlformats.org/officeDocument/2006/relationships/customXml" Target="../ink/ink2728.xml"/><Relationship Id="rId111" Type="http://schemas.openxmlformats.org/officeDocument/2006/relationships/image" Target="../media/image1169.png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75.png"/><Relationship Id="rId21" Type="http://schemas.openxmlformats.org/officeDocument/2006/relationships/image" Target="../media/image1095.png"/><Relationship Id="rId42" Type="http://schemas.openxmlformats.org/officeDocument/2006/relationships/customXml" Target="../ink/ink2761.xml"/><Relationship Id="rId63" Type="http://schemas.openxmlformats.org/officeDocument/2006/relationships/image" Target="../media/image1147.png"/><Relationship Id="rId84" Type="http://schemas.openxmlformats.org/officeDocument/2006/relationships/customXml" Target="../ink/ink2782.xml"/><Relationship Id="rId138" Type="http://schemas.openxmlformats.org/officeDocument/2006/relationships/customXml" Target="../ink/ink2809.xml"/><Relationship Id="rId107" Type="http://schemas.openxmlformats.org/officeDocument/2006/relationships/image" Target="../media/image1170.png"/><Relationship Id="rId11" Type="http://schemas.openxmlformats.org/officeDocument/2006/relationships/image" Target="../media/image1089.png"/><Relationship Id="rId32" Type="http://schemas.openxmlformats.org/officeDocument/2006/relationships/customXml" Target="../ink/ink2756.xml"/><Relationship Id="rId37" Type="http://schemas.openxmlformats.org/officeDocument/2006/relationships/image" Target="../media/image1131.png"/><Relationship Id="rId53" Type="http://schemas.openxmlformats.org/officeDocument/2006/relationships/image" Target="../media/image1143.png"/><Relationship Id="rId58" Type="http://schemas.openxmlformats.org/officeDocument/2006/relationships/customXml" Target="../ink/ink2769.xml"/><Relationship Id="rId74" Type="http://schemas.openxmlformats.org/officeDocument/2006/relationships/customXml" Target="../ink/ink2777.xml"/><Relationship Id="rId79" Type="http://schemas.openxmlformats.org/officeDocument/2006/relationships/image" Target="../media/image1155.png"/><Relationship Id="rId102" Type="http://schemas.openxmlformats.org/officeDocument/2006/relationships/customXml" Target="../ink/ink2791.xml"/><Relationship Id="rId123" Type="http://schemas.openxmlformats.org/officeDocument/2006/relationships/image" Target="../media/image1178.png"/><Relationship Id="rId128" Type="http://schemas.openxmlformats.org/officeDocument/2006/relationships/customXml" Target="../ink/ink2804.xml"/><Relationship Id="rId5" Type="http://schemas.openxmlformats.org/officeDocument/2006/relationships/image" Target="../media/image1086.png"/><Relationship Id="rId90" Type="http://schemas.openxmlformats.org/officeDocument/2006/relationships/customXml" Target="../ink/ink2785.xml"/><Relationship Id="rId95" Type="http://schemas.openxmlformats.org/officeDocument/2006/relationships/image" Target="../media/image1163.png"/><Relationship Id="rId22" Type="http://schemas.openxmlformats.org/officeDocument/2006/relationships/customXml" Target="../ink/ink2751.xml"/><Relationship Id="rId27" Type="http://schemas.openxmlformats.org/officeDocument/2006/relationships/image" Target="../media/image1098.png"/><Relationship Id="rId43" Type="http://schemas.openxmlformats.org/officeDocument/2006/relationships/image" Target="../media/image1138.png"/><Relationship Id="rId48" Type="http://schemas.openxmlformats.org/officeDocument/2006/relationships/customXml" Target="../ink/ink2764.xml"/><Relationship Id="rId64" Type="http://schemas.openxmlformats.org/officeDocument/2006/relationships/customXml" Target="../ink/ink2772.xml"/><Relationship Id="rId69" Type="http://schemas.openxmlformats.org/officeDocument/2006/relationships/image" Target="../media/image1150.png"/><Relationship Id="rId113" Type="http://schemas.openxmlformats.org/officeDocument/2006/relationships/image" Target="../media/image1173.png"/><Relationship Id="rId118" Type="http://schemas.openxmlformats.org/officeDocument/2006/relationships/customXml" Target="../ink/ink2799.xml"/><Relationship Id="rId134" Type="http://schemas.openxmlformats.org/officeDocument/2006/relationships/customXml" Target="../ink/ink2807.xml"/><Relationship Id="rId139" Type="http://schemas.openxmlformats.org/officeDocument/2006/relationships/image" Target="../media/image1186.png"/><Relationship Id="rId80" Type="http://schemas.openxmlformats.org/officeDocument/2006/relationships/customXml" Target="../ink/ink2780.xml"/><Relationship Id="rId85" Type="http://schemas.openxmlformats.org/officeDocument/2006/relationships/image" Target="../media/image1158.png"/><Relationship Id="rId12" Type="http://schemas.openxmlformats.org/officeDocument/2006/relationships/customXml" Target="../ink/ink2746.xml"/><Relationship Id="rId17" Type="http://schemas.openxmlformats.org/officeDocument/2006/relationships/image" Target="../media/image1092.png"/><Relationship Id="rId33" Type="http://schemas.openxmlformats.org/officeDocument/2006/relationships/image" Target="../media/image1128.png"/><Relationship Id="rId38" Type="http://schemas.openxmlformats.org/officeDocument/2006/relationships/customXml" Target="../ink/ink2759.xml"/><Relationship Id="rId59" Type="http://schemas.openxmlformats.org/officeDocument/2006/relationships/image" Target="../media/image1146.png"/><Relationship Id="rId103" Type="http://schemas.openxmlformats.org/officeDocument/2006/relationships/image" Target="../media/image1168.png"/><Relationship Id="rId108" Type="http://schemas.openxmlformats.org/officeDocument/2006/relationships/customXml" Target="../ink/ink2794.xml"/><Relationship Id="rId124" Type="http://schemas.openxmlformats.org/officeDocument/2006/relationships/customXml" Target="../ink/ink2802.xml"/><Relationship Id="rId129" Type="http://schemas.openxmlformats.org/officeDocument/2006/relationships/image" Target="../media/image1181.png"/><Relationship Id="rId54" Type="http://schemas.openxmlformats.org/officeDocument/2006/relationships/customXml" Target="../ink/ink2767.xml"/><Relationship Id="rId70" Type="http://schemas.openxmlformats.org/officeDocument/2006/relationships/customXml" Target="../ink/ink2775.xml"/><Relationship Id="rId75" Type="http://schemas.openxmlformats.org/officeDocument/2006/relationships/image" Target="../media/image1153.png"/><Relationship Id="rId91" Type="http://schemas.openxmlformats.org/officeDocument/2006/relationships/image" Target="../media/image1161.png"/><Relationship Id="rId96" Type="http://schemas.openxmlformats.org/officeDocument/2006/relationships/customXml" Target="../ink/ink2788.xml"/><Relationship Id="rId140" Type="http://schemas.openxmlformats.org/officeDocument/2006/relationships/customXml" Target="../ink/ink28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743.xml"/><Relationship Id="rId23" Type="http://schemas.openxmlformats.org/officeDocument/2006/relationships/image" Target="../media/image1096.png"/><Relationship Id="rId28" Type="http://schemas.openxmlformats.org/officeDocument/2006/relationships/customXml" Target="../ink/ink2754.xml"/><Relationship Id="rId49" Type="http://schemas.openxmlformats.org/officeDocument/2006/relationships/image" Target="../media/image1141.png"/><Relationship Id="rId114" Type="http://schemas.openxmlformats.org/officeDocument/2006/relationships/customXml" Target="../ink/ink2797.xml"/><Relationship Id="rId119" Type="http://schemas.openxmlformats.org/officeDocument/2006/relationships/image" Target="../media/image1176.png"/><Relationship Id="rId44" Type="http://schemas.openxmlformats.org/officeDocument/2006/relationships/customXml" Target="../ink/ink2762.xml"/><Relationship Id="rId60" Type="http://schemas.openxmlformats.org/officeDocument/2006/relationships/customXml" Target="../ink/ink2770.xml"/><Relationship Id="rId65" Type="http://schemas.openxmlformats.org/officeDocument/2006/relationships/image" Target="../media/image1148.png"/><Relationship Id="rId81" Type="http://schemas.openxmlformats.org/officeDocument/2006/relationships/image" Target="../media/image1156.png"/><Relationship Id="rId86" Type="http://schemas.openxmlformats.org/officeDocument/2006/relationships/customXml" Target="../ink/ink2783.xml"/><Relationship Id="rId130" Type="http://schemas.openxmlformats.org/officeDocument/2006/relationships/customXml" Target="../ink/ink2805.xml"/><Relationship Id="rId135" Type="http://schemas.openxmlformats.org/officeDocument/2006/relationships/image" Target="../media/image1184.png"/><Relationship Id="rId13" Type="http://schemas.openxmlformats.org/officeDocument/2006/relationships/image" Target="../media/image1090.png"/><Relationship Id="rId18" Type="http://schemas.openxmlformats.org/officeDocument/2006/relationships/customXml" Target="../ink/ink2749.xml"/><Relationship Id="rId39" Type="http://schemas.openxmlformats.org/officeDocument/2006/relationships/image" Target="../media/image1132.png"/><Relationship Id="rId109" Type="http://schemas.openxmlformats.org/officeDocument/2006/relationships/image" Target="../media/image1171.png"/><Relationship Id="rId34" Type="http://schemas.openxmlformats.org/officeDocument/2006/relationships/customXml" Target="../ink/ink2757.xml"/><Relationship Id="rId50" Type="http://schemas.openxmlformats.org/officeDocument/2006/relationships/customXml" Target="../ink/ink2765.xml"/><Relationship Id="rId55" Type="http://schemas.openxmlformats.org/officeDocument/2006/relationships/image" Target="../media/image1144.png"/><Relationship Id="rId76" Type="http://schemas.openxmlformats.org/officeDocument/2006/relationships/customXml" Target="../ink/ink2778.xml"/><Relationship Id="rId97" Type="http://schemas.openxmlformats.org/officeDocument/2006/relationships/image" Target="../media/image1164.png"/><Relationship Id="rId104" Type="http://schemas.openxmlformats.org/officeDocument/2006/relationships/customXml" Target="../ink/ink2792.xml"/><Relationship Id="rId120" Type="http://schemas.openxmlformats.org/officeDocument/2006/relationships/customXml" Target="../ink/ink2800.xml"/><Relationship Id="rId125" Type="http://schemas.openxmlformats.org/officeDocument/2006/relationships/image" Target="../media/image1179.png"/><Relationship Id="rId141" Type="http://schemas.openxmlformats.org/officeDocument/2006/relationships/image" Target="../media/image1187.png"/><Relationship Id="rId7" Type="http://schemas.openxmlformats.org/officeDocument/2006/relationships/image" Target="../media/image1087.png"/><Relationship Id="rId71" Type="http://schemas.openxmlformats.org/officeDocument/2006/relationships/image" Target="../media/image1151.png"/><Relationship Id="rId92" Type="http://schemas.openxmlformats.org/officeDocument/2006/relationships/customXml" Target="../ink/ink2786.xml"/><Relationship Id="rId2" Type="http://schemas.openxmlformats.org/officeDocument/2006/relationships/customXml" Target="../ink/ink2741.xml"/><Relationship Id="rId29" Type="http://schemas.openxmlformats.org/officeDocument/2006/relationships/image" Target="../media/image1126.png"/><Relationship Id="rId24" Type="http://schemas.openxmlformats.org/officeDocument/2006/relationships/customXml" Target="../ink/ink2752.xml"/><Relationship Id="rId40" Type="http://schemas.openxmlformats.org/officeDocument/2006/relationships/customXml" Target="../ink/ink2760.xml"/><Relationship Id="rId45" Type="http://schemas.openxmlformats.org/officeDocument/2006/relationships/image" Target="../media/image1139.png"/><Relationship Id="rId66" Type="http://schemas.openxmlformats.org/officeDocument/2006/relationships/customXml" Target="../ink/ink2773.xml"/><Relationship Id="rId87" Type="http://schemas.openxmlformats.org/officeDocument/2006/relationships/image" Target="../media/image1159.png"/><Relationship Id="rId110" Type="http://schemas.openxmlformats.org/officeDocument/2006/relationships/customXml" Target="../ink/ink2795.xml"/><Relationship Id="rId115" Type="http://schemas.openxmlformats.org/officeDocument/2006/relationships/image" Target="../media/image1174.png"/><Relationship Id="rId131" Type="http://schemas.openxmlformats.org/officeDocument/2006/relationships/image" Target="../media/image1182.png"/><Relationship Id="rId136" Type="http://schemas.openxmlformats.org/officeDocument/2006/relationships/customXml" Target="../ink/ink2808.xml"/><Relationship Id="rId61" Type="http://schemas.openxmlformats.org/officeDocument/2006/relationships/image" Target="../media/image76.png"/><Relationship Id="rId82" Type="http://schemas.openxmlformats.org/officeDocument/2006/relationships/customXml" Target="../ink/ink2781.xml"/><Relationship Id="rId19" Type="http://schemas.openxmlformats.org/officeDocument/2006/relationships/image" Target="../media/image1094.png"/><Relationship Id="rId14" Type="http://schemas.openxmlformats.org/officeDocument/2006/relationships/customXml" Target="../ink/ink2747.xml"/><Relationship Id="rId30" Type="http://schemas.openxmlformats.org/officeDocument/2006/relationships/customXml" Target="../ink/ink2755.xml"/><Relationship Id="rId35" Type="http://schemas.openxmlformats.org/officeDocument/2006/relationships/image" Target="../media/image1130.png"/><Relationship Id="rId56" Type="http://schemas.openxmlformats.org/officeDocument/2006/relationships/customXml" Target="../ink/ink2768.xml"/><Relationship Id="rId77" Type="http://schemas.openxmlformats.org/officeDocument/2006/relationships/image" Target="../media/image1154.png"/><Relationship Id="rId100" Type="http://schemas.openxmlformats.org/officeDocument/2006/relationships/customXml" Target="../ink/ink2790.xml"/><Relationship Id="rId105" Type="http://schemas.openxmlformats.org/officeDocument/2006/relationships/image" Target="../media/image1169.png"/><Relationship Id="rId126" Type="http://schemas.openxmlformats.org/officeDocument/2006/relationships/customXml" Target="../ink/ink2803.xml"/><Relationship Id="rId8" Type="http://schemas.openxmlformats.org/officeDocument/2006/relationships/customXml" Target="../ink/ink2744.xml"/><Relationship Id="rId51" Type="http://schemas.openxmlformats.org/officeDocument/2006/relationships/image" Target="../media/image1142.png"/><Relationship Id="rId72" Type="http://schemas.openxmlformats.org/officeDocument/2006/relationships/customXml" Target="../ink/ink2776.xml"/><Relationship Id="rId93" Type="http://schemas.openxmlformats.org/officeDocument/2006/relationships/image" Target="../media/image1162.png"/><Relationship Id="rId98" Type="http://schemas.openxmlformats.org/officeDocument/2006/relationships/customXml" Target="../ink/ink2789.xml"/><Relationship Id="rId121" Type="http://schemas.openxmlformats.org/officeDocument/2006/relationships/image" Target="../media/image1177.png"/><Relationship Id="rId142" Type="http://schemas.openxmlformats.org/officeDocument/2006/relationships/customXml" Target="../ink/ink2811.xml"/><Relationship Id="rId3" Type="http://schemas.openxmlformats.org/officeDocument/2006/relationships/image" Target="../media/image1085.png"/><Relationship Id="rId25" Type="http://schemas.openxmlformats.org/officeDocument/2006/relationships/image" Target="../media/image1097.png"/><Relationship Id="rId46" Type="http://schemas.openxmlformats.org/officeDocument/2006/relationships/customXml" Target="../ink/ink2763.xml"/><Relationship Id="rId67" Type="http://schemas.openxmlformats.org/officeDocument/2006/relationships/image" Target="../media/image1149.png"/><Relationship Id="rId116" Type="http://schemas.openxmlformats.org/officeDocument/2006/relationships/customXml" Target="../ink/ink2798.xml"/><Relationship Id="rId137" Type="http://schemas.openxmlformats.org/officeDocument/2006/relationships/image" Target="../media/image1185.png"/><Relationship Id="rId20" Type="http://schemas.openxmlformats.org/officeDocument/2006/relationships/customXml" Target="../ink/ink2750.xml"/><Relationship Id="rId41" Type="http://schemas.openxmlformats.org/officeDocument/2006/relationships/image" Target="../media/image1137.png"/><Relationship Id="rId62" Type="http://schemas.openxmlformats.org/officeDocument/2006/relationships/customXml" Target="../ink/ink2771.xml"/><Relationship Id="rId83" Type="http://schemas.openxmlformats.org/officeDocument/2006/relationships/image" Target="../media/image1157.png"/><Relationship Id="rId88" Type="http://schemas.openxmlformats.org/officeDocument/2006/relationships/customXml" Target="../ink/ink2784.xml"/><Relationship Id="rId111" Type="http://schemas.openxmlformats.org/officeDocument/2006/relationships/image" Target="../media/image1172.png"/><Relationship Id="rId132" Type="http://schemas.openxmlformats.org/officeDocument/2006/relationships/customXml" Target="../ink/ink2806.xml"/><Relationship Id="rId15" Type="http://schemas.openxmlformats.org/officeDocument/2006/relationships/image" Target="../media/image1091.png"/><Relationship Id="rId36" Type="http://schemas.openxmlformats.org/officeDocument/2006/relationships/customXml" Target="../ink/ink2758.xml"/><Relationship Id="rId57" Type="http://schemas.openxmlformats.org/officeDocument/2006/relationships/image" Target="../media/image1145.png"/><Relationship Id="rId106" Type="http://schemas.openxmlformats.org/officeDocument/2006/relationships/customXml" Target="../ink/ink2793.xml"/><Relationship Id="rId127" Type="http://schemas.openxmlformats.org/officeDocument/2006/relationships/image" Target="../media/image1180.png"/><Relationship Id="rId10" Type="http://schemas.openxmlformats.org/officeDocument/2006/relationships/customXml" Target="../ink/ink2745.xml"/><Relationship Id="rId31" Type="http://schemas.openxmlformats.org/officeDocument/2006/relationships/image" Target="../media/image1127.png"/><Relationship Id="rId52" Type="http://schemas.openxmlformats.org/officeDocument/2006/relationships/customXml" Target="../ink/ink2766.xml"/><Relationship Id="rId73" Type="http://schemas.openxmlformats.org/officeDocument/2006/relationships/image" Target="../media/image1152.png"/><Relationship Id="rId78" Type="http://schemas.openxmlformats.org/officeDocument/2006/relationships/customXml" Target="../ink/ink2779.xml"/><Relationship Id="rId94" Type="http://schemas.openxmlformats.org/officeDocument/2006/relationships/customXml" Target="../ink/ink2787.xml"/><Relationship Id="rId99" Type="http://schemas.openxmlformats.org/officeDocument/2006/relationships/image" Target="../media/image1165.png"/><Relationship Id="rId101" Type="http://schemas.openxmlformats.org/officeDocument/2006/relationships/image" Target="../media/image1167.png"/><Relationship Id="rId122" Type="http://schemas.openxmlformats.org/officeDocument/2006/relationships/customXml" Target="../ink/ink2801.xml"/><Relationship Id="rId143" Type="http://schemas.openxmlformats.org/officeDocument/2006/relationships/image" Target="../media/image1188.png"/><Relationship Id="rId4" Type="http://schemas.openxmlformats.org/officeDocument/2006/relationships/customXml" Target="../ink/ink2742.xml"/><Relationship Id="rId9" Type="http://schemas.openxmlformats.org/officeDocument/2006/relationships/image" Target="../media/image1088.png"/><Relationship Id="rId26" Type="http://schemas.openxmlformats.org/officeDocument/2006/relationships/customXml" Target="../ink/ink2753.xml"/><Relationship Id="rId47" Type="http://schemas.openxmlformats.org/officeDocument/2006/relationships/image" Target="../media/image1140.png"/><Relationship Id="rId68" Type="http://schemas.openxmlformats.org/officeDocument/2006/relationships/customXml" Target="../ink/ink2774.xml"/><Relationship Id="rId89" Type="http://schemas.openxmlformats.org/officeDocument/2006/relationships/image" Target="../media/image1160.png"/><Relationship Id="rId112" Type="http://schemas.openxmlformats.org/officeDocument/2006/relationships/customXml" Target="../ink/ink2796.xml"/><Relationship Id="rId133" Type="http://schemas.openxmlformats.org/officeDocument/2006/relationships/image" Target="../media/image1183.png"/><Relationship Id="rId16" Type="http://schemas.openxmlformats.org/officeDocument/2006/relationships/customXml" Target="../ink/ink2748.xml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42.png"/><Relationship Id="rId299" Type="http://schemas.openxmlformats.org/officeDocument/2006/relationships/customXml" Target="../ink/ink2961.xml"/><Relationship Id="rId21" Type="http://schemas.openxmlformats.org/officeDocument/2006/relationships/image" Target="../media/image1197.png"/><Relationship Id="rId63" Type="http://schemas.openxmlformats.org/officeDocument/2006/relationships/image" Target="../media/image1218.png"/><Relationship Id="rId159" Type="http://schemas.openxmlformats.org/officeDocument/2006/relationships/image" Target="../media/image1263.png"/><Relationship Id="rId324" Type="http://schemas.openxmlformats.org/officeDocument/2006/relationships/image" Target="../media/image1343.png"/><Relationship Id="rId366" Type="http://schemas.openxmlformats.org/officeDocument/2006/relationships/image" Target="../media/image1364.png"/><Relationship Id="rId170" Type="http://schemas.openxmlformats.org/officeDocument/2006/relationships/customXml" Target="../ink/ink2896.xml"/><Relationship Id="rId226" Type="http://schemas.openxmlformats.org/officeDocument/2006/relationships/customXml" Target="../ink/ink2924.xml"/><Relationship Id="rId268" Type="http://schemas.openxmlformats.org/officeDocument/2006/relationships/image" Target="../media/image1315.png"/><Relationship Id="rId32" Type="http://schemas.openxmlformats.org/officeDocument/2006/relationships/customXml" Target="../ink/ink2827.xml"/><Relationship Id="rId74" Type="http://schemas.openxmlformats.org/officeDocument/2006/relationships/customXml" Target="../ink/ink2848.xml"/><Relationship Id="rId128" Type="http://schemas.openxmlformats.org/officeDocument/2006/relationships/customXml" Target="../ink/ink2875.xml"/><Relationship Id="rId335" Type="http://schemas.openxmlformats.org/officeDocument/2006/relationships/customXml" Target="../ink/ink2979.xml"/><Relationship Id="rId377" Type="http://schemas.openxmlformats.org/officeDocument/2006/relationships/customXml" Target="../ink/ink3000.xml"/><Relationship Id="rId5" Type="http://schemas.openxmlformats.org/officeDocument/2006/relationships/image" Target="../media/image1189.png"/><Relationship Id="rId181" Type="http://schemas.openxmlformats.org/officeDocument/2006/relationships/image" Target="../media/image1274.png"/><Relationship Id="rId237" Type="http://schemas.openxmlformats.org/officeDocument/2006/relationships/image" Target="../media/image1300.png"/><Relationship Id="rId402" Type="http://schemas.openxmlformats.org/officeDocument/2006/relationships/image" Target="../media/image1382.png"/><Relationship Id="rId279" Type="http://schemas.openxmlformats.org/officeDocument/2006/relationships/customXml" Target="../ink/ink2951.xml"/><Relationship Id="rId43" Type="http://schemas.openxmlformats.org/officeDocument/2006/relationships/image" Target="../media/image1208.png"/><Relationship Id="rId139" Type="http://schemas.openxmlformats.org/officeDocument/2006/relationships/image" Target="../media/image1253.png"/><Relationship Id="rId290" Type="http://schemas.openxmlformats.org/officeDocument/2006/relationships/image" Target="../media/image1326.png"/><Relationship Id="rId304" Type="http://schemas.openxmlformats.org/officeDocument/2006/relationships/image" Target="../media/image1333.png"/><Relationship Id="rId346" Type="http://schemas.openxmlformats.org/officeDocument/2006/relationships/image" Target="../media/image1354.png"/><Relationship Id="rId388" Type="http://schemas.openxmlformats.org/officeDocument/2006/relationships/image" Target="../media/image1375.png"/><Relationship Id="rId85" Type="http://schemas.openxmlformats.org/officeDocument/2006/relationships/image" Target="../media/image127.png"/><Relationship Id="rId150" Type="http://schemas.openxmlformats.org/officeDocument/2006/relationships/customXml" Target="../ink/ink2886.xml"/><Relationship Id="rId192" Type="http://schemas.openxmlformats.org/officeDocument/2006/relationships/customXml" Target="../ink/ink2907.xml"/><Relationship Id="rId206" Type="http://schemas.openxmlformats.org/officeDocument/2006/relationships/customXml" Target="../ink/ink2914.xml"/><Relationship Id="rId413" Type="http://schemas.openxmlformats.org/officeDocument/2006/relationships/customXml" Target="../ink/ink3018.xml"/><Relationship Id="rId248" Type="http://schemas.openxmlformats.org/officeDocument/2006/relationships/image" Target="../media/image1305.png"/><Relationship Id="rId12" Type="http://schemas.openxmlformats.org/officeDocument/2006/relationships/customXml" Target="../ink/ink2817.xml"/><Relationship Id="rId108" Type="http://schemas.openxmlformats.org/officeDocument/2006/relationships/customXml" Target="../ink/ink2865.xml"/><Relationship Id="rId315" Type="http://schemas.openxmlformats.org/officeDocument/2006/relationships/customXml" Target="../ink/ink2969.xml"/><Relationship Id="rId357" Type="http://schemas.openxmlformats.org/officeDocument/2006/relationships/customXml" Target="../ink/ink2990.xml"/><Relationship Id="rId54" Type="http://schemas.openxmlformats.org/officeDocument/2006/relationships/customXml" Target="../ink/ink2838.xml"/><Relationship Id="rId96" Type="http://schemas.openxmlformats.org/officeDocument/2006/relationships/customXml" Target="../ink/ink2859.xml"/><Relationship Id="rId161" Type="http://schemas.openxmlformats.org/officeDocument/2006/relationships/image" Target="../media/image1264.png"/><Relationship Id="rId217" Type="http://schemas.openxmlformats.org/officeDocument/2006/relationships/image" Target="../media/image1291.png"/><Relationship Id="rId399" Type="http://schemas.openxmlformats.org/officeDocument/2006/relationships/customXml" Target="../ink/ink3011.xml"/><Relationship Id="rId259" Type="http://schemas.openxmlformats.org/officeDocument/2006/relationships/customXml" Target="../ink/ink2941.xml"/><Relationship Id="rId23" Type="http://schemas.openxmlformats.org/officeDocument/2006/relationships/image" Target="../media/image1198.png"/><Relationship Id="rId119" Type="http://schemas.openxmlformats.org/officeDocument/2006/relationships/image" Target="../media/image1243.png"/><Relationship Id="rId270" Type="http://schemas.openxmlformats.org/officeDocument/2006/relationships/image" Target="../media/image1316.png"/><Relationship Id="rId326" Type="http://schemas.openxmlformats.org/officeDocument/2006/relationships/image" Target="../media/image1344.png"/><Relationship Id="rId65" Type="http://schemas.openxmlformats.org/officeDocument/2006/relationships/image" Target="../media/image1219.png"/><Relationship Id="rId130" Type="http://schemas.openxmlformats.org/officeDocument/2006/relationships/customXml" Target="../ink/ink2876.xml"/><Relationship Id="rId368" Type="http://schemas.openxmlformats.org/officeDocument/2006/relationships/image" Target="../media/image1365.png"/><Relationship Id="rId172" Type="http://schemas.openxmlformats.org/officeDocument/2006/relationships/customXml" Target="../ink/ink2897.xml"/><Relationship Id="rId228" Type="http://schemas.openxmlformats.org/officeDocument/2006/relationships/customXml" Target="../ink/ink2925.xml"/><Relationship Id="rId281" Type="http://schemas.openxmlformats.org/officeDocument/2006/relationships/customXml" Target="../ink/ink2952.xml"/><Relationship Id="rId337" Type="http://schemas.openxmlformats.org/officeDocument/2006/relationships/customXml" Target="../ink/ink2980.xml"/><Relationship Id="rId34" Type="http://schemas.openxmlformats.org/officeDocument/2006/relationships/customXml" Target="../ink/ink2828.xml"/><Relationship Id="rId76" Type="http://schemas.openxmlformats.org/officeDocument/2006/relationships/customXml" Target="../ink/ink2849.xml"/><Relationship Id="rId141" Type="http://schemas.openxmlformats.org/officeDocument/2006/relationships/image" Target="../media/image1254.png"/><Relationship Id="rId379" Type="http://schemas.openxmlformats.org/officeDocument/2006/relationships/customXml" Target="../ink/ink3001.xml"/><Relationship Id="rId7" Type="http://schemas.openxmlformats.org/officeDocument/2006/relationships/image" Target="../media/image1190.png"/><Relationship Id="rId183" Type="http://schemas.openxmlformats.org/officeDocument/2006/relationships/image" Target="../media/image1275.png"/><Relationship Id="rId239" Type="http://schemas.openxmlformats.org/officeDocument/2006/relationships/image" Target="../media/image1301.png"/><Relationship Id="rId390" Type="http://schemas.openxmlformats.org/officeDocument/2006/relationships/image" Target="../media/image1376.png"/><Relationship Id="rId404" Type="http://schemas.openxmlformats.org/officeDocument/2006/relationships/image" Target="../media/image1383.png"/><Relationship Id="rId250" Type="http://schemas.openxmlformats.org/officeDocument/2006/relationships/image" Target="../media/image1306.png"/><Relationship Id="rId292" Type="http://schemas.openxmlformats.org/officeDocument/2006/relationships/image" Target="../media/image1327.png"/><Relationship Id="rId306" Type="http://schemas.openxmlformats.org/officeDocument/2006/relationships/image" Target="../media/image1334.png"/><Relationship Id="rId45" Type="http://schemas.openxmlformats.org/officeDocument/2006/relationships/image" Target="../media/image1209.png"/><Relationship Id="rId87" Type="http://schemas.openxmlformats.org/officeDocument/2006/relationships/image" Target="../media/image1229.png"/><Relationship Id="rId110" Type="http://schemas.openxmlformats.org/officeDocument/2006/relationships/customXml" Target="../ink/ink2866.xml"/><Relationship Id="rId348" Type="http://schemas.openxmlformats.org/officeDocument/2006/relationships/image" Target="../media/image1355.png"/><Relationship Id="rId152" Type="http://schemas.openxmlformats.org/officeDocument/2006/relationships/customXml" Target="../ink/ink2887.xml"/><Relationship Id="rId194" Type="http://schemas.openxmlformats.org/officeDocument/2006/relationships/customXml" Target="../ink/ink2908.xml"/><Relationship Id="rId208" Type="http://schemas.openxmlformats.org/officeDocument/2006/relationships/customXml" Target="../ink/ink2915.xml"/><Relationship Id="rId415" Type="http://schemas.openxmlformats.org/officeDocument/2006/relationships/customXml" Target="../ink/ink3019.xml"/><Relationship Id="rId261" Type="http://schemas.openxmlformats.org/officeDocument/2006/relationships/customXml" Target="../ink/ink2942.xml"/><Relationship Id="rId14" Type="http://schemas.openxmlformats.org/officeDocument/2006/relationships/customXml" Target="../ink/ink2818.xml"/><Relationship Id="rId56" Type="http://schemas.openxmlformats.org/officeDocument/2006/relationships/customXml" Target="../ink/ink2839.xml"/><Relationship Id="rId317" Type="http://schemas.openxmlformats.org/officeDocument/2006/relationships/customXml" Target="../ink/ink2970.xml"/><Relationship Id="rId359" Type="http://schemas.openxmlformats.org/officeDocument/2006/relationships/customXml" Target="../ink/ink2991.xml"/><Relationship Id="rId98" Type="http://schemas.openxmlformats.org/officeDocument/2006/relationships/customXml" Target="../ink/ink2860.xml"/><Relationship Id="rId121" Type="http://schemas.openxmlformats.org/officeDocument/2006/relationships/image" Target="../media/image1244.png"/><Relationship Id="rId163" Type="http://schemas.openxmlformats.org/officeDocument/2006/relationships/image" Target="../media/image1265.png"/><Relationship Id="rId219" Type="http://schemas.openxmlformats.org/officeDocument/2006/relationships/image" Target="../media/image1292.png"/><Relationship Id="rId370" Type="http://schemas.openxmlformats.org/officeDocument/2006/relationships/image" Target="../media/image1366.png"/><Relationship Id="rId230" Type="http://schemas.openxmlformats.org/officeDocument/2006/relationships/customXml" Target="../ink/ink2926.xml"/><Relationship Id="rId25" Type="http://schemas.openxmlformats.org/officeDocument/2006/relationships/image" Target="../media/image1199.png"/><Relationship Id="rId67" Type="http://schemas.openxmlformats.org/officeDocument/2006/relationships/image" Target="../media/image1220.png"/><Relationship Id="rId272" Type="http://schemas.openxmlformats.org/officeDocument/2006/relationships/image" Target="../media/image1317.png"/><Relationship Id="rId328" Type="http://schemas.openxmlformats.org/officeDocument/2006/relationships/image" Target="../media/image1345.png"/><Relationship Id="rId132" Type="http://schemas.openxmlformats.org/officeDocument/2006/relationships/customXml" Target="../ink/ink2877.xml"/><Relationship Id="rId174" Type="http://schemas.openxmlformats.org/officeDocument/2006/relationships/customXml" Target="../ink/ink2898.xml"/><Relationship Id="rId381" Type="http://schemas.openxmlformats.org/officeDocument/2006/relationships/customXml" Target="../ink/ink3002.xml"/><Relationship Id="rId241" Type="http://schemas.openxmlformats.org/officeDocument/2006/relationships/image" Target="../media/image1302.png"/><Relationship Id="rId36" Type="http://schemas.openxmlformats.org/officeDocument/2006/relationships/customXml" Target="../ink/ink2829.xml"/><Relationship Id="rId283" Type="http://schemas.openxmlformats.org/officeDocument/2006/relationships/customXml" Target="../ink/ink2953.xml"/><Relationship Id="rId339" Type="http://schemas.openxmlformats.org/officeDocument/2006/relationships/customXml" Target="../ink/ink2981.xml"/><Relationship Id="rId78" Type="http://schemas.openxmlformats.org/officeDocument/2006/relationships/customXml" Target="../ink/ink2850.xml"/><Relationship Id="rId101" Type="http://schemas.openxmlformats.org/officeDocument/2006/relationships/image" Target="../media/image1235.png"/><Relationship Id="rId143" Type="http://schemas.openxmlformats.org/officeDocument/2006/relationships/image" Target="../media/image1255.png"/><Relationship Id="rId185" Type="http://schemas.openxmlformats.org/officeDocument/2006/relationships/image" Target="../media/image1276.png"/><Relationship Id="rId350" Type="http://schemas.openxmlformats.org/officeDocument/2006/relationships/image" Target="../media/image1356.png"/><Relationship Id="rId406" Type="http://schemas.openxmlformats.org/officeDocument/2006/relationships/image" Target="../media/image1384.png"/><Relationship Id="rId9" Type="http://schemas.openxmlformats.org/officeDocument/2006/relationships/image" Target="../media/image1191.png"/><Relationship Id="rId210" Type="http://schemas.openxmlformats.org/officeDocument/2006/relationships/customXml" Target="../ink/ink2916.xml"/><Relationship Id="rId392" Type="http://schemas.openxmlformats.org/officeDocument/2006/relationships/image" Target="../media/image1377.png"/><Relationship Id="rId252" Type="http://schemas.openxmlformats.org/officeDocument/2006/relationships/image" Target="../media/image1307.png"/><Relationship Id="rId294" Type="http://schemas.openxmlformats.org/officeDocument/2006/relationships/image" Target="../media/image1328.png"/><Relationship Id="rId308" Type="http://schemas.openxmlformats.org/officeDocument/2006/relationships/image" Target="../media/image1335.png"/><Relationship Id="rId47" Type="http://schemas.openxmlformats.org/officeDocument/2006/relationships/image" Target="../media/image1210.png"/><Relationship Id="rId89" Type="http://schemas.openxmlformats.org/officeDocument/2006/relationships/image" Target="../media/image1230.png"/><Relationship Id="rId112" Type="http://schemas.openxmlformats.org/officeDocument/2006/relationships/customXml" Target="../ink/ink2867.xml"/><Relationship Id="rId154" Type="http://schemas.openxmlformats.org/officeDocument/2006/relationships/customXml" Target="../ink/ink2888.xml"/><Relationship Id="rId361" Type="http://schemas.openxmlformats.org/officeDocument/2006/relationships/customXml" Target="../ink/ink2992.xml"/><Relationship Id="rId196" Type="http://schemas.openxmlformats.org/officeDocument/2006/relationships/customXml" Target="../ink/ink2909.xml"/><Relationship Id="rId16" Type="http://schemas.openxmlformats.org/officeDocument/2006/relationships/customXml" Target="../ink/ink2819.xml"/><Relationship Id="rId221" Type="http://schemas.openxmlformats.org/officeDocument/2006/relationships/image" Target="../media/image1293.png"/><Relationship Id="rId263" Type="http://schemas.openxmlformats.org/officeDocument/2006/relationships/customXml" Target="../ink/ink2943.xml"/><Relationship Id="rId319" Type="http://schemas.openxmlformats.org/officeDocument/2006/relationships/customXml" Target="../ink/ink2971.xml"/><Relationship Id="rId58" Type="http://schemas.openxmlformats.org/officeDocument/2006/relationships/customXml" Target="../ink/ink2840.xml"/><Relationship Id="rId123" Type="http://schemas.openxmlformats.org/officeDocument/2006/relationships/image" Target="../media/image1245.png"/><Relationship Id="rId330" Type="http://schemas.openxmlformats.org/officeDocument/2006/relationships/image" Target="../media/image1346.png"/><Relationship Id="rId165" Type="http://schemas.openxmlformats.org/officeDocument/2006/relationships/image" Target="../media/image1266.png"/><Relationship Id="rId372" Type="http://schemas.openxmlformats.org/officeDocument/2006/relationships/image" Target="../media/image1367.png"/><Relationship Id="rId232" Type="http://schemas.openxmlformats.org/officeDocument/2006/relationships/customXml" Target="../ink/ink2927.xml"/><Relationship Id="rId274" Type="http://schemas.openxmlformats.org/officeDocument/2006/relationships/image" Target="../media/image1318.png"/><Relationship Id="rId27" Type="http://schemas.openxmlformats.org/officeDocument/2006/relationships/image" Target="../media/image1200.png"/><Relationship Id="rId69" Type="http://schemas.openxmlformats.org/officeDocument/2006/relationships/image" Target="../media/image1221.png"/><Relationship Id="rId134" Type="http://schemas.openxmlformats.org/officeDocument/2006/relationships/customXml" Target="../ink/ink2878.xml"/><Relationship Id="rId80" Type="http://schemas.openxmlformats.org/officeDocument/2006/relationships/customXml" Target="../ink/ink2851.xml"/><Relationship Id="rId155" Type="http://schemas.openxmlformats.org/officeDocument/2006/relationships/image" Target="../media/image1261.png"/><Relationship Id="rId176" Type="http://schemas.openxmlformats.org/officeDocument/2006/relationships/customXml" Target="../ink/ink2899.xml"/><Relationship Id="rId197" Type="http://schemas.openxmlformats.org/officeDocument/2006/relationships/image" Target="../media/image166.png"/><Relationship Id="rId341" Type="http://schemas.openxmlformats.org/officeDocument/2006/relationships/customXml" Target="../ink/ink2982.xml"/><Relationship Id="rId362" Type="http://schemas.openxmlformats.org/officeDocument/2006/relationships/image" Target="../media/image1362.png"/><Relationship Id="rId383" Type="http://schemas.openxmlformats.org/officeDocument/2006/relationships/customXml" Target="../ink/ink3003.xml"/><Relationship Id="rId201" Type="http://schemas.openxmlformats.org/officeDocument/2006/relationships/image" Target="../media/image1283.png"/><Relationship Id="rId222" Type="http://schemas.openxmlformats.org/officeDocument/2006/relationships/customXml" Target="../ink/ink2922.xml"/><Relationship Id="rId243" Type="http://schemas.openxmlformats.org/officeDocument/2006/relationships/image" Target="../media/image1303.png"/><Relationship Id="rId264" Type="http://schemas.openxmlformats.org/officeDocument/2006/relationships/image" Target="../media/image1313.png"/><Relationship Id="rId285" Type="http://schemas.openxmlformats.org/officeDocument/2006/relationships/customXml" Target="../ink/ink2954.xml"/><Relationship Id="rId17" Type="http://schemas.openxmlformats.org/officeDocument/2006/relationships/image" Target="../media/image1195.png"/><Relationship Id="rId38" Type="http://schemas.openxmlformats.org/officeDocument/2006/relationships/customXml" Target="../ink/ink2830.xml"/><Relationship Id="rId59" Type="http://schemas.openxmlformats.org/officeDocument/2006/relationships/image" Target="../media/image1216.png"/><Relationship Id="rId103" Type="http://schemas.openxmlformats.org/officeDocument/2006/relationships/image" Target="../media/image1236.png"/><Relationship Id="rId124" Type="http://schemas.openxmlformats.org/officeDocument/2006/relationships/customXml" Target="../ink/ink2873.xml"/><Relationship Id="rId310" Type="http://schemas.openxmlformats.org/officeDocument/2006/relationships/image" Target="../media/image1336.png"/><Relationship Id="rId70" Type="http://schemas.openxmlformats.org/officeDocument/2006/relationships/customXml" Target="../ink/ink2846.xml"/><Relationship Id="rId91" Type="http://schemas.openxmlformats.org/officeDocument/2006/relationships/image" Target="../media/image1231.png"/><Relationship Id="rId145" Type="http://schemas.openxmlformats.org/officeDocument/2006/relationships/image" Target="../media/image1256.png"/><Relationship Id="rId166" Type="http://schemas.openxmlformats.org/officeDocument/2006/relationships/customXml" Target="../ink/ink2894.xml"/><Relationship Id="rId187" Type="http://schemas.openxmlformats.org/officeDocument/2006/relationships/image" Target="../media/image1277.png"/><Relationship Id="rId331" Type="http://schemas.openxmlformats.org/officeDocument/2006/relationships/customXml" Target="../ink/ink2977.xml"/><Relationship Id="rId352" Type="http://schemas.openxmlformats.org/officeDocument/2006/relationships/image" Target="../media/image1357.png"/><Relationship Id="rId373" Type="http://schemas.openxmlformats.org/officeDocument/2006/relationships/customXml" Target="../ink/ink2998.xml"/><Relationship Id="rId394" Type="http://schemas.openxmlformats.org/officeDocument/2006/relationships/image" Target="../media/image1378.png"/><Relationship Id="rId408" Type="http://schemas.openxmlformats.org/officeDocument/2006/relationships/image" Target="../media/image138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917.xml"/><Relationship Id="rId233" Type="http://schemas.openxmlformats.org/officeDocument/2006/relationships/image" Target="../media/image1298.png"/><Relationship Id="rId254" Type="http://schemas.openxmlformats.org/officeDocument/2006/relationships/image" Target="../media/image1308.png"/><Relationship Id="rId28" Type="http://schemas.openxmlformats.org/officeDocument/2006/relationships/customXml" Target="../ink/ink2825.xml"/><Relationship Id="rId49" Type="http://schemas.openxmlformats.org/officeDocument/2006/relationships/image" Target="../media/image1211.png"/><Relationship Id="rId114" Type="http://schemas.openxmlformats.org/officeDocument/2006/relationships/customXml" Target="../ink/ink2868.xml"/><Relationship Id="rId275" Type="http://schemas.openxmlformats.org/officeDocument/2006/relationships/customXml" Target="../ink/ink2949.xml"/><Relationship Id="rId296" Type="http://schemas.openxmlformats.org/officeDocument/2006/relationships/image" Target="../media/image1329.png"/><Relationship Id="rId300" Type="http://schemas.openxmlformats.org/officeDocument/2006/relationships/image" Target="../media/image1331.png"/><Relationship Id="rId60" Type="http://schemas.openxmlformats.org/officeDocument/2006/relationships/customXml" Target="../ink/ink2841.xml"/><Relationship Id="rId81" Type="http://schemas.openxmlformats.org/officeDocument/2006/relationships/image" Target="../media/image1227.png"/><Relationship Id="rId135" Type="http://schemas.openxmlformats.org/officeDocument/2006/relationships/image" Target="../media/image1251.png"/><Relationship Id="rId156" Type="http://schemas.openxmlformats.org/officeDocument/2006/relationships/customXml" Target="../ink/ink2889.xml"/><Relationship Id="rId177" Type="http://schemas.openxmlformats.org/officeDocument/2006/relationships/image" Target="../media/image1272.png"/><Relationship Id="rId198" Type="http://schemas.openxmlformats.org/officeDocument/2006/relationships/customXml" Target="../ink/ink2910.xml"/><Relationship Id="rId321" Type="http://schemas.openxmlformats.org/officeDocument/2006/relationships/customXml" Target="../ink/ink2972.xml"/><Relationship Id="rId342" Type="http://schemas.openxmlformats.org/officeDocument/2006/relationships/image" Target="../media/image1352.png"/><Relationship Id="rId363" Type="http://schemas.openxmlformats.org/officeDocument/2006/relationships/customXml" Target="../ink/ink2993.xml"/><Relationship Id="rId384" Type="http://schemas.openxmlformats.org/officeDocument/2006/relationships/image" Target="../media/image1373.png"/><Relationship Id="rId202" Type="http://schemas.openxmlformats.org/officeDocument/2006/relationships/customXml" Target="../ink/ink2912.xml"/><Relationship Id="rId223" Type="http://schemas.openxmlformats.org/officeDocument/2006/relationships/image" Target="../media/image1294.png"/><Relationship Id="rId244" Type="http://schemas.openxmlformats.org/officeDocument/2006/relationships/customXml" Target="../ink/ink2933.xml"/><Relationship Id="rId18" Type="http://schemas.openxmlformats.org/officeDocument/2006/relationships/customXml" Target="../ink/ink2820.xml"/><Relationship Id="rId39" Type="http://schemas.openxmlformats.org/officeDocument/2006/relationships/image" Target="../media/image1206.png"/><Relationship Id="rId265" Type="http://schemas.openxmlformats.org/officeDocument/2006/relationships/customXml" Target="../ink/ink2944.xml"/><Relationship Id="rId286" Type="http://schemas.openxmlformats.org/officeDocument/2006/relationships/image" Target="../media/image1324.png"/><Relationship Id="rId50" Type="http://schemas.openxmlformats.org/officeDocument/2006/relationships/customXml" Target="../ink/ink2836.xml"/><Relationship Id="rId104" Type="http://schemas.openxmlformats.org/officeDocument/2006/relationships/customXml" Target="../ink/ink2863.xml"/><Relationship Id="rId125" Type="http://schemas.openxmlformats.org/officeDocument/2006/relationships/image" Target="../media/image1246.png"/><Relationship Id="rId146" Type="http://schemas.openxmlformats.org/officeDocument/2006/relationships/customXml" Target="../ink/ink2884.xml"/><Relationship Id="rId167" Type="http://schemas.openxmlformats.org/officeDocument/2006/relationships/image" Target="../media/image1267.png"/><Relationship Id="rId188" Type="http://schemas.openxmlformats.org/officeDocument/2006/relationships/customXml" Target="../ink/ink2905.xml"/><Relationship Id="rId311" Type="http://schemas.openxmlformats.org/officeDocument/2006/relationships/customXml" Target="../ink/ink2967.xml"/><Relationship Id="rId332" Type="http://schemas.openxmlformats.org/officeDocument/2006/relationships/image" Target="../media/image1347.png"/><Relationship Id="rId353" Type="http://schemas.openxmlformats.org/officeDocument/2006/relationships/customXml" Target="../ink/ink2988.xml"/><Relationship Id="rId374" Type="http://schemas.openxmlformats.org/officeDocument/2006/relationships/image" Target="../media/image1368.png"/><Relationship Id="rId395" Type="http://schemas.openxmlformats.org/officeDocument/2006/relationships/customXml" Target="../ink/ink3009.xml"/><Relationship Id="rId409" Type="http://schemas.openxmlformats.org/officeDocument/2006/relationships/customXml" Target="../ink/ink3016.xml"/><Relationship Id="rId71" Type="http://schemas.openxmlformats.org/officeDocument/2006/relationships/image" Target="../media/image1222.png"/><Relationship Id="rId92" Type="http://schemas.openxmlformats.org/officeDocument/2006/relationships/customXml" Target="../ink/ink2857.xml"/><Relationship Id="rId213" Type="http://schemas.openxmlformats.org/officeDocument/2006/relationships/image" Target="../media/image1289.png"/><Relationship Id="rId234" Type="http://schemas.openxmlformats.org/officeDocument/2006/relationships/customXml" Target="../ink/ink2928.xml"/><Relationship Id="rId2" Type="http://schemas.openxmlformats.org/officeDocument/2006/relationships/customXml" Target="../ink/ink2812.xml"/><Relationship Id="rId29" Type="http://schemas.openxmlformats.org/officeDocument/2006/relationships/image" Target="../media/image1201.png"/><Relationship Id="rId255" Type="http://schemas.openxmlformats.org/officeDocument/2006/relationships/customXml" Target="../ink/ink2939.xml"/><Relationship Id="rId276" Type="http://schemas.openxmlformats.org/officeDocument/2006/relationships/image" Target="../media/image1319.png"/><Relationship Id="rId297" Type="http://schemas.openxmlformats.org/officeDocument/2006/relationships/customXml" Target="../ink/ink2960.xml"/><Relationship Id="rId40" Type="http://schemas.openxmlformats.org/officeDocument/2006/relationships/customXml" Target="../ink/ink2831.xml"/><Relationship Id="rId115" Type="http://schemas.openxmlformats.org/officeDocument/2006/relationships/image" Target="../media/image1241.png"/><Relationship Id="rId136" Type="http://schemas.openxmlformats.org/officeDocument/2006/relationships/customXml" Target="../ink/ink2879.xml"/><Relationship Id="rId157" Type="http://schemas.openxmlformats.org/officeDocument/2006/relationships/image" Target="../media/image1262.png"/><Relationship Id="rId178" Type="http://schemas.openxmlformats.org/officeDocument/2006/relationships/customXml" Target="../ink/ink2900.xml"/><Relationship Id="rId301" Type="http://schemas.openxmlformats.org/officeDocument/2006/relationships/customXml" Target="../ink/ink2962.xml"/><Relationship Id="rId322" Type="http://schemas.openxmlformats.org/officeDocument/2006/relationships/image" Target="../media/image1342.png"/><Relationship Id="rId343" Type="http://schemas.openxmlformats.org/officeDocument/2006/relationships/customXml" Target="../ink/ink2983.xml"/><Relationship Id="rId364" Type="http://schemas.openxmlformats.org/officeDocument/2006/relationships/image" Target="../media/image1363.png"/><Relationship Id="rId61" Type="http://schemas.openxmlformats.org/officeDocument/2006/relationships/image" Target="../media/image1217.png"/><Relationship Id="rId82" Type="http://schemas.openxmlformats.org/officeDocument/2006/relationships/customXml" Target="../ink/ink2852.xml"/><Relationship Id="rId199" Type="http://schemas.openxmlformats.org/officeDocument/2006/relationships/image" Target="../media/image1282.png"/><Relationship Id="rId203" Type="http://schemas.openxmlformats.org/officeDocument/2006/relationships/image" Target="../media/image1284.png"/><Relationship Id="rId385" Type="http://schemas.openxmlformats.org/officeDocument/2006/relationships/customXml" Target="../ink/ink3004.xml"/><Relationship Id="rId19" Type="http://schemas.openxmlformats.org/officeDocument/2006/relationships/image" Target="../media/image1196.png"/><Relationship Id="rId224" Type="http://schemas.openxmlformats.org/officeDocument/2006/relationships/customXml" Target="../ink/ink2923.xml"/><Relationship Id="rId245" Type="http://schemas.openxmlformats.org/officeDocument/2006/relationships/customXml" Target="../ink/ink2934.xml"/><Relationship Id="rId266" Type="http://schemas.openxmlformats.org/officeDocument/2006/relationships/image" Target="../media/image1314.png"/><Relationship Id="rId287" Type="http://schemas.openxmlformats.org/officeDocument/2006/relationships/customXml" Target="../ink/ink2955.xml"/><Relationship Id="rId410" Type="http://schemas.openxmlformats.org/officeDocument/2006/relationships/image" Target="../media/image1386.png"/><Relationship Id="rId30" Type="http://schemas.openxmlformats.org/officeDocument/2006/relationships/customXml" Target="../ink/ink2826.xml"/><Relationship Id="rId105" Type="http://schemas.openxmlformats.org/officeDocument/2006/relationships/image" Target="../media/image1237.png"/><Relationship Id="rId126" Type="http://schemas.openxmlformats.org/officeDocument/2006/relationships/customXml" Target="../ink/ink2874.xml"/><Relationship Id="rId147" Type="http://schemas.openxmlformats.org/officeDocument/2006/relationships/image" Target="../media/image1257.png"/><Relationship Id="rId168" Type="http://schemas.openxmlformats.org/officeDocument/2006/relationships/customXml" Target="../ink/ink2895.xml"/><Relationship Id="rId312" Type="http://schemas.openxmlformats.org/officeDocument/2006/relationships/image" Target="../media/image1337.png"/><Relationship Id="rId333" Type="http://schemas.openxmlformats.org/officeDocument/2006/relationships/customXml" Target="../ink/ink2978.xml"/><Relationship Id="rId354" Type="http://schemas.openxmlformats.org/officeDocument/2006/relationships/image" Target="../media/image1358.png"/><Relationship Id="rId51" Type="http://schemas.openxmlformats.org/officeDocument/2006/relationships/image" Target="../media/image1212.png"/><Relationship Id="rId72" Type="http://schemas.openxmlformats.org/officeDocument/2006/relationships/customXml" Target="../ink/ink2847.xml"/><Relationship Id="rId93" Type="http://schemas.openxmlformats.org/officeDocument/2006/relationships/image" Target="../media/image1232.png"/><Relationship Id="rId189" Type="http://schemas.openxmlformats.org/officeDocument/2006/relationships/image" Target="../media/image1278.png"/><Relationship Id="rId375" Type="http://schemas.openxmlformats.org/officeDocument/2006/relationships/customXml" Target="../ink/ink2999.xml"/><Relationship Id="rId396" Type="http://schemas.openxmlformats.org/officeDocument/2006/relationships/image" Target="../media/image1379.png"/><Relationship Id="rId3" Type="http://schemas.openxmlformats.org/officeDocument/2006/relationships/image" Target="../media/image1135.png"/><Relationship Id="rId214" Type="http://schemas.openxmlformats.org/officeDocument/2006/relationships/customXml" Target="../ink/ink2918.xml"/><Relationship Id="rId235" Type="http://schemas.openxmlformats.org/officeDocument/2006/relationships/image" Target="../media/image1299.png"/><Relationship Id="rId256" Type="http://schemas.openxmlformats.org/officeDocument/2006/relationships/image" Target="../media/image1309.png"/><Relationship Id="rId277" Type="http://schemas.openxmlformats.org/officeDocument/2006/relationships/customXml" Target="../ink/ink2950.xml"/><Relationship Id="rId298" Type="http://schemas.openxmlformats.org/officeDocument/2006/relationships/image" Target="../media/image1330.png"/><Relationship Id="rId400" Type="http://schemas.openxmlformats.org/officeDocument/2006/relationships/image" Target="../media/image1381.png"/><Relationship Id="rId116" Type="http://schemas.openxmlformats.org/officeDocument/2006/relationships/customXml" Target="../ink/ink2869.xml"/><Relationship Id="rId137" Type="http://schemas.openxmlformats.org/officeDocument/2006/relationships/image" Target="../media/image1252.png"/><Relationship Id="rId158" Type="http://schemas.openxmlformats.org/officeDocument/2006/relationships/customXml" Target="../ink/ink2890.xml"/><Relationship Id="rId302" Type="http://schemas.openxmlformats.org/officeDocument/2006/relationships/image" Target="../media/image1332.png"/><Relationship Id="rId323" Type="http://schemas.openxmlformats.org/officeDocument/2006/relationships/customXml" Target="../ink/ink2973.xml"/><Relationship Id="rId344" Type="http://schemas.openxmlformats.org/officeDocument/2006/relationships/image" Target="../media/image1353.png"/><Relationship Id="rId20" Type="http://schemas.openxmlformats.org/officeDocument/2006/relationships/customXml" Target="../ink/ink2821.xml"/><Relationship Id="rId41" Type="http://schemas.openxmlformats.org/officeDocument/2006/relationships/image" Target="../media/image1207.png"/><Relationship Id="rId62" Type="http://schemas.openxmlformats.org/officeDocument/2006/relationships/customXml" Target="../ink/ink2842.xml"/><Relationship Id="rId83" Type="http://schemas.openxmlformats.org/officeDocument/2006/relationships/image" Target="../media/image1228.png"/><Relationship Id="rId179" Type="http://schemas.openxmlformats.org/officeDocument/2006/relationships/image" Target="../media/image1273.png"/><Relationship Id="rId365" Type="http://schemas.openxmlformats.org/officeDocument/2006/relationships/customXml" Target="../ink/ink2994.xml"/><Relationship Id="rId386" Type="http://schemas.openxmlformats.org/officeDocument/2006/relationships/image" Target="../media/image1374.png"/><Relationship Id="rId190" Type="http://schemas.openxmlformats.org/officeDocument/2006/relationships/customXml" Target="../ink/ink2906.xml"/><Relationship Id="rId204" Type="http://schemas.openxmlformats.org/officeDocument/2006/relationships/customXml" Target="../ink/ink2913.xml"/><Relationship Id="rId225" Type="http://schemas.openxmlformats.org/officeDocument/2006/relationships/image" Target="../media/image1295.png"/><Relationship Id="rId246" Type="http://schemas.openxmlformats.org/officeDocument/2006/relationships/image" Target="../media/image1304.png"/><Relationship Id="rId267" Type="http://schemas.openxmlformats.org/officeDocument/2006/relationships/customXml" Target="../ink/ink2945.xml"/><Relationship Id="rId288" Type="http://schemas.openxmlformats.org/officeDocument/2006/relationships/image" Target="../media/image1325.png"/><Relationship Id="rId411" Type="http://schemas.openxmlformats.org/officeDocument/2006/relationships/customXml" Target="../ink/ink3017.xml"/><Relationship Id="rId106" Type="http://schemas.openxmlformats.org/officeDocument/2006/relationships/customXml" Target="../ink/ink2864.xml"/><Relationship Id="rId127" Type="http://schemas.openxmlformats.org/officeDocument/2006/relationships/image" Target="../media/image1247.png"/><Relationship Id="rId313" Type="http://schemas.openxmlformats.org/officeDocument/2006/relationships/customXml" Target="../ink/ink2968.xml"/><Relationship Id="rId10" Type="http://schemas.openxmlformats.org/officeDocument/2006/relationships/customXml" Target="../ink/ink2816.xml"/><Relationship Id="rId31" Type="http://schemas.openxmlformats.org/officeDocument/2006/relationships/image" Target="../media/image1202.png"/><Relationship Id="rId52" Type="http://schemas.openxmlformats.org/officeDocument/2006/relationships/customXml" Target="../ink/ink2837.xml"/><Relationship Id="rId73" Type="http://schemas.openxmlformats.org/officeDocument/2006/relationships/image" Target="../media/image1223.png"/><Relationship Id="rId94" Type="http://schemas.openxmlformats.org/officeDocument/2006/relationships/customXml" Target="../ink/ink2858.xml"/><Relationship Id="rId148" Type="http://schemas.openxmlformats.org/officeDocument/2006/relationships/customXml" Target="../ink/ink2885.xml"/><Relationship Id="rId169" Type="http://schemas.openxmlformats.org/officeDocument/2006/relationships/image" Target="../media/image1268.png"/><Relationship Id="rId334" Type="http://schemas.openxmlformats.org/officeDocument/2006/relationships/image" Target="../media/image1348.png"/><Relationship Id="rId355" Type="http://schemas.openxmlformats.org/officeDocument/2006/relationships/customXml" Target="../ink/ink2989.xml"/><Relationship Id="rId376" Type="http://schemas.openxmlformats.org/officeDocument/2006/relationships/image" Target="../media/image1369.png"/><Relationship Id="rId397" Type="http://schemas.openxmlformats.org/officeDocument/2006/relationships/customXml" Target="../ink/ink3010.xml"/><Relationship Id="rId4" Type="http://schemas.openxmlformats.org/officeDocument/2006/relationships/customXml" Target="../ink/ink2813.xml"/><Relationship Id="rId180" Type="http://schemas.openxmlformats.org/officeDocument/2006/relationships/customXml" Target="../ink/ink2901.xml"/><Relationship Id="rId215" Type="http://schemas.openxmlformats.org/officeDocument/2006/relationships/image" Target="../media/image1290.png"/><Relationship Id="rId236" Type="http://schemas.openxmlformats.org/officeDocument/2006/relationships/customXml" Target="../ink/ink2929.xml"/><Relationship Id="rId257" Type="http://schemas.openxmlformats.org/officeDocument/2006/relationships/customXml" Target="../ink/ink2940.xml"/><Relationship Id="rId278" Type="http://schemas.openxmlformats.org/officeDocument/2006/relationships/image" Target="../media/image1320.png"/><Relationship Id="rId401" Type="http://schemas.openxmlformats.org/officeDocument/2006/relationships/customXml" Target="../ink/ink3012.xml"/><Relationship Id="rId303" Type="http://schemas.openxmlformats.org/officeDocument/2006/relationships/customXml" Target="../ink/ink2963.xml"/><Relationship Id="rId42" Type="http://schemas.openxmlformats.org/officeDocument/2006/relationships/customXml" Target="../ink/ink2832.xml"/><Relationship Id="rId84" Type="http://schemas.openxmlformats.org/officeDocument/2006/relationships/customXml" Target="../ink/ink2853.xml"/><Relationship Id="rId138" Type="http://schemas.openxmlformats.org/officeDocument/2006/relationships/customXml" Target="../ink/ink2880.xml"/><Relationship Id="rId345" Type="http://schemas.openxmlformats.org/officeDocument/2006/relationships/customXml" Target="../ink/ink2984.xml"/><Relationship Id="rId387" Type="http://schemas.openxmlformats.org/officeDocument/2006/relationships/customXml" Target="../ink/ink3005.xml"/><Relationship Id="rId191" Type="http://schemas.openxmlformats.org/officeDocument/2006/relationships/image" Target="../media/image1279.png"/><Relationship Id="rId205" Type="http://schemas.openxmlformats.org/officeDocument/2006/relationships/image" Target="../media/image1285.png"/><Relationship Id="rId247" Type="http://schemas.openxmlformats.org/officeDocument/2006/relationships/customXml" Target="../ink/ink2935.xml"/><Relationship Id="rId412" Type="http://schemas.openxmlformats.org/officeDocument/2006/relationships/image" Target="../media/image1387.png"/><Relationship Id="rId107" Type="http://schemas.openxmlformats.org/officeDocument/2006/relationships/image" Target="../media/image1238.png"/><Relationship Id="rId289" Type="http://schemas.openxmlformats.org/officeDocument/2006/relationships/customXml" Target="../ink/ink2956.xml"/><Relationship Id="rId11" Type="http://schemas.openxmlformats.org/officeDocument/2006/relationships/image" Target="../media/image1192.png"/><Relationship Id="rId53" Type="http://schemas.openxmlformats.org/officeDocument/2006/relationships/image" Target="../media/image1213.png"/><Relationship Id="rId149" Type="http://schemas.openxmlformats.org/officeDocument/2006/relationships/image" Target="../media/image1258.png"/><Relationship Id="rId314" Type="http://schemas.openxmlformats.org/officeDocument/2006/relationships/image" Target="../media/image1338.png"/><Relationship Id="rId356" Type="http://schemas.openxmlformats.org/officeDocument/2006/relationships/image" Target="../media/image1359.png"/><Relationship Id="rId398" Type="http://schemas.openxmlformats.org/officeDocument/2006/relationships/image" Target="../media/image1380.png"/><Relationship Id="rId95" Type="http://schemas.openxmlformats.org/officeDocument/2006/relationships/image" Target="../media/image1233.png"/><Relationship Id="rId160" Type="http://schemas.openxmlformats.org/officeDocument/2006/relationships/customXml" Target="../ink/ink2891.xml"/><Relationship Id="rId216" Type="http://schemas.openxmlformats.org/officeDocument/2006/relationships/customXml" Target="../ink/ink2919.xml"/><Relationship Id="rId258" Type="http://schemas.openxmlformats.org/officeDocument/2006/relationships/image" Target="../media/image1310.png"/><Relationship Id="rId22" Type="http://schemas.openxmlformats.org/officeDocument/2006/relationships/customXml" Target="../ink/ink2822.xml"/><Relationship Id="rId64" Type="http://schemas.openxmlformats.org/officeDocument/2006/relationships/customXml" Target="../ink/ink2843.xml"/><Relationship Id="rId118" Type="http://schemas.openxmlformats.org/officeDocument/2006/relationships/customXml" Target="../ink/ink2870.xml"/><Relationship Id="rId325" Type="http://schemas.openxmlformats.org/officeDocument/2006/relationships/customXml" Target="../ink/ink2974.xml"/><Relationship Id="rId367" Type="http://schemas.openxmlformats.org/officeDocument/2006/relationships/customXml" Target="../ink/ink2995.xml"/><Relationship Id="rId171" Type="http://schemas.openxmlformats.org/officeDocument/2006/relationships/image" Target="../media/image1269.png"/><Relationship Id="rId227" Type="http://schemas.openxmlformats.org/officeDocument/2006/relationships/image" Target="../media/image71.png"/><Relationship Id="rId269" Type="http://schemas.openxmlformats.org/officeDocument/2006/relationships/customXml" Target="../ink/ink2946.xml"/><Relationship Id="rId33" Type="http://schemas.openxmlformats.org/officeDocument/2006/relationships/image" Target="../media/image1203.png"/><Relationship Id="rId129" Type="http://schemas.openxmlformats.org/officeDocument/2006/relationships/image" Target="../media/image1248.png"/><Relationship Id="rId280" Type="http://schemas.openxmlformats.org/officeDocument/2006/relationships/image" Target="../media/image1321.png"/><Relationship Id="rId336" Type="http://schemas.openxmlformats.org/officeDocument/2006/relationships/image" Target="../media/image1349.png"/><Relationship Id="rId75" Type="http://schemas.openxmlformats.org/officeDocument/2006/relationships/image" Target="../media/image1224.png"/><Relationship Id="rId140" Type="http://schemas.openxmlformats.org/officeDocument/2006/relationships/customXml" Target="../ink/ink2881.xml"/><Relationship Id="rId182" Type="http://schemas.openxmlformats.org/officeDocument/2006/relationships/customXml" Target="../ink/ink2902.xml"/><Relationship Id="rId378" Type="http://schemas.openxmlformats.org/officeDocument/2006/relationships/image" Target="../media/image1370.png"/><Relationship Id="rId403" Type="http://schemas.openxmlformats.org/officeDocument/2006/relationships/customXml" Target="../ink/ink3013.xml"/><Relationship Id="rId6" Type="http://schemas.openxmlformats.org/officeDocument/2006/relationships/customXml" Target="../ink/ink2814.xml"/><Relationship Id="rId238" Type="http://schemas.openxmlformats.org/officeDocument/2006/relationships/customXml" Target="../ink/ink2930.xml"/><Relationship Id="rId291" Type="http://schemas.openxmlformats.org/officeDocument/2006/relationships/customXml" Target="../ink/ink2957.xml"/><Relationship Id="rId305" Type="http://schemas.openxmlformats.org/officeDocument/2006/relationships/customXml" Target="../ink/ink2964.xml"/><Relationship Id="rId347" Type="http://schemas.openxmlformats.org/officeDocument/2006/relationships/customXml" Target="../ink/ink2985.xml"/><Relationship Id="rId44" Type="http://schemas.openxmlformats.org/officeDocument/2006/relationships/customXml" Target="../ink/ink2833.xml"/><Relationship Id="rId86" Type="http://schemas.openxmlformats.org/officeDocument/2006/relationships/customXml" Target="../ink/ink2854.xml"/><Relationship Id="rId151" Type="http://schemas.openxmlformats.org/officeDocument/2006/relationships/image" Target="../media/image1259.png"/><Relationship Id="rId389" Type="http://schemas.openxmlformats.org/officeDocument/2006/relationships/customXml" Target="../ink/ink3006.xml"/><Relationship Id="rId193" Type="http://schemas.openxmlformats.org/officeDocument/2006/relationships/image" Target="../media/image1280.png"/><Relationship Id="rId207" Type="http://schemas.openxmlformats.org/officeDocument/2006/relationships/image" Target="../media/image1286.png"/><Relationship Id="rId249" Type="http://schemas.openxmlformats.org/officeDocument/2006/relationships/customXml" Target="../ink/ink2936.xml"/><Relationship Id="rId414" Type="http://schemas.openxmlformats.org/officeDocument/2006/relationships/image" Target="../media/image1388.png"/><Relationship Id="rId13" Type="http://schemas.openxmlformats.org/officeDocument/2006/relationships/image" Target="../media/image1193.png"/><Relationship Id="rId109" Type="http://schemas.openxmlformats.org/officeDocument/2006/relationships/image" Target="../media/image965.png"/><Relationship Id="rId260" Type="http://schemas.openxmlformats.org/officeDocument/2006/relationships/image" Target="../media/image1311.png"/><Relationship Id="rId316" Type="http://schemas.openxmlformats.org/officeDocument/2006/relationships/image" Target="../media/image1339.png"/><Relationship Id="rId55" Type="http://schemas.openxmlformats.org/officeDocument/2006/relationships/image" Target="../media/image1214.png"/><Relationship Id="rId97" Type="http://schemas.openxmlformats.org/officeDocument/2006/relationships/image" Target="../media/image740.png"/><Relationship Id="rId120" Type="http://schemas.openxmlformats.org/officeDocument/2006/relationships/customXml" Target="../ink/ink2871.xml"/><Relationship Id="rId358" Type="http://schemas.openxmlformats.org/officeDocument/2006/relationships/image" Target="../media/image1360.png"/><Relationship Id="rId162" Type="http://schemas.openxmlformats.org/officeDocument/2006/relationships/customXml" Target="../ink/ink2892.xml"/><Relationship Id="rId218" Type="http://schemas.openxmlformats.org/officeDocument/2006/relationships/customXml" Target="../ink/ink2920.xml"/><Relationship Id="rId271" Type="http://schemas.openxmlformats.org/officeDocument/2006/relationships/customXml" Target="../ink/ink2947.xml"/><Relationship Id="rId24" Type="http://schemas.openxmlformats.org/officeDocument/2006/relationships/customXml" Target="../ink/ink2823.xml"/><Relationship Id="rId66" Type="http://schemas.openxmlformats.org/officeDocument/2006/relationships/customXml" Target="../ink/ink2844.xml"/><Relationship Id="rId131" Type="http://schemas.openxmlformats.org/officeDocument/2006/relationships/image" Target="../media/image1249.png"/><Relationship Id="rId327" Type="http://schemas.openxmlformats.org/officeDocument/2006/relationships/customXml" Target="../ink/ink2975.xml"/><Relationship Id="rId369" Type="http://schemas.openxmlformats.org/officeDocument/2006/relationships/customXml" Target="../ink/ink2996.xml"/><Relationship Id="rId173" Type="http://schemas.openxmlformats.org/officeDocument/2006/relationships/image" Target="../media/image1270.png"/><Relationship Id="rId229" Type="http://schemas.openxmlformats.org/officeDocument/2006/relationships/image" Target="../media/image1296.png"/><Relationship Id="rId380" Type="http://schemas.openxmlformats.org/officeDocument/2006/relationships/image" Target="../media/image1371.png"/><Relationship Id="rId240" Type="http://schemas.openxmlformats.org/officeDocument/2006/relationships/customXml" Target="../ink/ink2931.xml"/><Relationship Id="rId35" Type="http://schemas.openxmlformats.org/officeDocument/2006/relationships/image" Target="../media/image1204.png"/><Relationship Id="rId77" Type="http://schemas.openxmlformats.org/officeDocument/2006/relationships/image" Target="../media/image1225.png"/><Relationship Id="rId100" Type="http://schemas.openxmlformats.org/officeDocument/2006/relationships/customXml" Target="../ink/ink2861.xml"/><Relationship Id="rId282" Type="http://schemas.openxmlformats.org/officeDocument/2006/relationships/image" Target="../media/image1322.png"/><Relationship Id="rId338" Type="http://schemas.openxmlformats.org/officeDocument/2006/relationships/image" Target="../media/image1350.png"/><Relationship Id="rId8" Type="http://schemas.openxmlformats.org/officeDocument/2006/relationships/customXml" Target="../ink/ink2815.xml"/><Relationship Id="rId142" Type="http://schemas.openxmlformats.org/officeDocument/2006/relationships/customXml" Target="../ink/ink2882.xml"/><Relationship Id="rId184" Type="http://schemas.openxmlformats.org/officeDocument/2006/relationships/customXml" Target="../ink/ink2903.xml"/><Relationship Id="rId391" Type="http://schemas.openxmlformats.org/officeDocument/2006/relationships/customXml" Target="../ink/ink3007.xml"/><Relationship Id="rId405" Type="http://schemas.openxmlformats.org/officeDocument/2006/relationships/customXml" Target="../ink/ink3014.xml"/><Relationship Id="rId251" Type="http://schemas.openxmlformats.org/officeDocument/2006/relationships/customXml" Target="../ink/ink2937.xml"/><Relationship Id="rId46" Type="http://schemas.openxmlformats.org/officeDocument/2006/relationships/customXml" Target="../ink/ink2834.xml"/><Relationship Id="rId293" Type="http://schemas.openxmlformats.org/officeDocument/2006/relationships/customXml" Target="../ink/ink2958.xml"/><Relationship Id="rId307" Type="http://schemas.openxmlformats.org/officeDocument/2006/relationships/customXml" Target="../ink/ink2965.xml"/><Relationship Id="rId349" Type="http://schemas.openxmlformats.org/officeDocument/2006/relationships/customXml" Target="../ink/ink2986.xml"/><Relationship Id="rId88" Type="http://schemas.openxmlformats.org/officeDocument/2006/relationships/customXml" Target="../ink/ink2855.xml"/><Relationship Id="rId111" Type="http://schemas.openxmlformats.org/officeDocument/2006/relationships/image" Target="../media/image1239.png"/><Relationship Id="rId153" Type="http://schemas.openxmlformats.org/officeDocument/2006/relationships/image" Target="../media/image1260.png"/><Relationship Id="rId195" Type="http://schemas.openxmlformats.org/officeDocument/2006/relationships/image" Target="../media/image1281.png"/><Relationship Id="rId209" Type="http://schemas.openxmlformats.org/officeDocument/2006/relationships/image" Target="../media/image1287.png"/><Relationship Id="rId360" Type="http://schemas.openxmlformats.org/officeDocument/2006/relationships/image" Target="../media/image1361.png"/><Relationship Id="rId416" Type="http://schemas.openxmlformats.org/officeDocument/2006/relationships/image" Target="../media/image1389.png"/><Relationship Id="rId220" Type="http://schemas.openxmlformats.org/officeDocument/2006/relationships/customXml" Target="../ink/ink2921.xml"/><Relationship Id="rId15" Type="http://schemas.openxmlformats.org/officeDocument/2006/relationships/image" Target="../media/image1194.png"/><Relationship Id="rId57" Type="http://schemas.openxmlformats.org/officeDocument/2006/relationships/image" Target="../media/image1215.png"/><Relationship Id="rId262" Type="http://schemas.openxmlformats.org/officeDocument/2006/relationships/image" Target="../media/image1312.png"/><Relationship Id="rId318" Type="http://schemas.openxmlformats.org/officeDocument/2006/relationships/image" Target="../media/image1340.png"/><Relationship Id="rId99" Type="http://schemas.openxmlformats.org/officeDocument/2006/relationships/image" Target="../media/image1234.png"/><Relationship Id="rId122" Type="http://schemas.openxmlformats.org/officeDocument/2006/relationships/customXml" Target="../ink/ink2872.xml"/><Relationship Id="rId164" Type="http://schemas.openxmlformats.org/officeDocument/2006/relationships/customXml" Target="../ink/ink2893.xml"/><Relationship Id="rId371" Type="http://schemas.openxmlformats.org/officeDocument/2006/relationships/customXml" Target="../ink/ink2997.xml"/><Relationship Id="rId26" Type="http://schemas.openxmlformats.org/officeDocument/2006/relationships/customXml" Target="../ink/ink2824.xml"/><Relationship Id="rId231" Type="http://schemas.openxmlformats.org/officeDocument/2006/relationships/image" Target="../media/image1297.png"/><Relationship Id="rId273" Type="http://schemas.openxmlformats.org/officeDocument/2006/relationships/customXml" Target="../ink/ink2948.xml"/><Relationship Id="rId329" Type="http://schemas.openxmlformats.org/officeDocument/2006/relationships/customXml" Target="../ink/ink2976.xml"/><Relationship Id="rId68" Type="http://schemas.openxmlformats.org/officeDocument/2006/relationships/customXml" Target="../ink/ink2845.xml"/><Relationship Id="rId133" Type="http://schemas.openxmlformats.org/officeDocument/2006/relationships/image" Target="../media/image1250.png"/><Relationship Id="rId175" Type="http://schemas.openxmlformats.org/officeDocument/2006/relationships/image" Target="../media/image1271.png"/><Relationship Id="rId340" Type="http://schemas.openxmlformats.org/officeDocument/2006/relationships/image" Target="../media/image1351.png"/><Relationship Id="rId200" Type="http://schemas.openxmlformats.org/officeDocument/2006/relationships/customXml" Target="../ink/ink2911.xml"/><Relationship Id="rId382" Type="http://schemas.openxmlformats.org/officeDocument/2006/relationships/image" Target="../media/image1372.png"/><Relationship Id="rId242" Type="http://schemas.openxmlformats.org/officeDocument/2006/relationships/customXml" Target="../ink/ink2932.xml"/><Relationship Id="rId284" Type="http://schemas.openxmlformats.org/officeDocument/2006/relationships/image" Target="../media/image1323.png"/><Relationship Id="rId37" Type="http://schemas.openxmlformats.org/officeDocument/2006/relationships/image" Target="../media/image1205.png"/><Relationship Id="rId79" Type="http://schemas.openxmlformats.org/officeDocument/2006/relationships/image" Target="../media/image1226.png"/><Relationship Id="rId102" Type="http://schemas.openxmlformats.org/officeDocument/2006/relationships/customXml" Target="../ink/ink2862.xml"/><Relationship Id="rId144" Type="http://schemas.openxmlformats.org/officeDocument/2006/relationships/customXml" Target="../ink/ink2883.xml"/><Relationship Id="rId90" Type="http://schemas.openxmlformats.org/officeDocument/2006/relationships/customXml" Target="../ink/ink2856.xml"/><Relationship Id="rId186" Type="http://schemas.openxmlformats.org/officeDocument/2006/relationships/customXml" Target="../ink/ink2904.xml"/><Relationship Id="rId351" Type="http://schemas.openxmlformats.org/officeDocument/2006/relationships/customXml" Target="../ink/ink2987.xml"/><Relationship Id="rId393" Type="http://schemas.openxmlformats.org/officeDocument/2006/relationships/customXml" Target="../ink/ink3008.xml"/><Relationship Id="rId407" Type="http://schemas.openxmlformats.org/officeDocument/2006/relationships/customXml" Target="../ink/ink3015.xml"/><Relationship Id="rId211" Type="http://schemas.openxmlformats.org/officeDocument/2006/relationships/image" Target="../media/image1288.png"/><Relationship Id="rId253" Type="http://schemas.openxmlformats.org/officeDocument/2006/relationships/customXml" Target="../ink/ink2938.xml"/><Relationship Id="rId295" Type="http://schemas.openxmlformats.org/officeDocument/2006/relationships/customXml" Target="../ink/ink2959.xml"/><Relationship Id="rId309" Type="http://schemas.openxmlformats.org/officeDocument/2006/relationships/customXml" Target="../ink/ink2966.xml"/><Relationship Id="rId48" Type="http://schemas.openxmlformats.org/officeDocument/2006/relationships/customXml" Target="../ink/ink2835.xml"/><Relationship Id="rId113" Type="http://schemas.openxmlformats.org/officeDocument/2006/relationships/image" Target="../media/image1240.png"/><Relationship Id="rId320" Type="http://schemas.openxmlformats.org/officeDocument/2006/relationships/image" Target="../media/image1341.png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20.png"/><Relationship Id="rId21" Type="http://schemas.openxmlformats.org/officeDocument/2006/relationships/image" Target="../media/image1095.png"/><Relationship Id="rId42" Type="http://schemas.openxmlformats.org/officeDocument/2006/relationships/customXml" Target="../ink/ink3040.xml"/><Relationship Id="rId63" Type="http://schemas.openxmlformats.org/officeDocument/2006/relationships/image" Target="../media/image1393.png"/><Relationship Id="rId84" Type="http://schemas.openxmlformats.org/officeDocument/2006/relationships/customXml" Target="../ink/ink3061.xml"/><Relationship Id="rId138" Type="http://schemas.openxmlformats.org/officeDocument/2006/relationships/customXml" Target="../ink/ink3088.xml"/><Relationship Id="rId159" Type="http://schemas.openxmlformats.org/officeDocument/2006/relationships/image" Target="../media/image1440.png"/><Relationship Id="rId170" Type="http://schemas.openxmlformats.org/officeDocument/2006/relationships/customXml" Target="../ink/ink3104.xml"/><Relationship Id="rId191" Type="http://schemas.openxmlformats.org/officeDocument/2006/relationships/image" Target="../media/image1456.png"/><Relationship Id="rId205" Type="http://schemas.openxmlformats.org/officeDocument/2006/relationships/image" Target="../media/image1463.png"/><Relationship Id="rId107" Type="http://schemas.openxmlformats.org/officeDocument/2006/relationships/image" Target="../media/image1415.png"/><Relationship Id="rId11" Type="http://schemas.openxmlformats.org/officeDocument/2006/relationships/image" Target="../media/image1089.png"/><Relationship Id="rId32" Type="http://schemas.openxmlformats.org/officeDocument/2006/relationships/customXml" Target="../ink/ink3035.xml"/><Relationship Id="rId53" Type="http://schemas.openxmlformats.org/officeDocument/2006/relationships/image" Target="../media/image1188.png"/><Relationship Id="rId74" Type="http://schemas.openxmlformats.org/officeDocument/2006/relationships/customXml" Target="../ink/ink3056.xml"/><Relationship Id="rId128" Type="http://schemas.openxmlformats.org/officeDocument/2006/relationships/customXml" Target="../ink/ink3083.xml"/><Relationship Id="rId149" Type="http://schemas.openxmlformats.org/officeDocument/2006/relationships/image" Target="../media/image1435.png"/><Relationship Id="rId5" Type="http://schemas.openxmlformats.org/officeDocument/2006/relationships/image" Target="../media/image1086.png"/><Relationship Id="rId95" Type="http://schemas.openxmlformats.org/officeDocument/2006/relationships/image" Target="../media/image1409.png"/><Relationship Id="rId160" Type="http://schemas.openxmlformats.org/officeDocument/2006/relationships/customXml" Target="../ink/ink3099.xml"/><Relationship Id="rId181" Type="http://schemas.openxmlformats.org/officeDocument/2006/relationships/image" Target="../media/image1451.png"/><Relationship Id="rId22" Type="http://schemas.openxmlformats.org/officeDocument/2006/relationships/customXml" Target="../ink/ink3030.xml"/><Relationship Id="rId43" Type="http://schemas.openxmlformats.org/officeDocument/2006/relationships/image" Target="../media/image1183.png"/><Relationship Id="rId64" Type="http://schemas.openxmlformats.org/officeDocument/2006/relationships/customXml" Target="../ink/ink3051.xml"/><Relationship Id="rId118" Type="http://schemas.openxmlformats.org/officeDocument/2006/relationships/customXml" Target="../ink/ink3078.xml"/><Relationship Id="rId139" Type="http://schemas.openxmlformats.org/officeDocument/2006/relationships/image" Target="../media/image877.png"/><Relationship Id="rId85" Type="http://schemas.openxmlformats.org/officeDocument/2006/relationships/image" Target="../media/image1404.png"/><Relationship Id="rId150" Type="http://schemas.openxmlformats.org/officeDocument/2006/relationships/customXml" Target="../ink/ink3094.xml"/><Relationship Id="rId171" Type="http://schemas.openxmlformats.org/officeDocument/2006/relationships/image" Target="../media/image1446.png"/><Relationship Id="rId192" Type="http://schemas.openxmlformats.org/officeDocument/2006/relationships/customXml" Target="../ink/ink3115.xml"/><Relationship Id="rId206" Type="http://schemas.openxmlformats.org/officeDocument/2006/relationships/customXml" Target="../ink/ink3122.xml"/><Relationship Id="rId12" Type="http://schemas.openxmlformats.org/officeDocument/2006/relationships/customXml" Target="../ink/ink3025.xml"/><Relationship Id="rId33" Type="http://schemas.openxmlformats.org/officeDocument/2006/relationships/image" Target="../media/image1165.png"/><Relationship Id="rId108" Type="http://schemas.openxmlformats.org/officeDocument/2006/relationships/customXml" Target="../ink/ink3073.xml"/><Relationship Id="rId129" Type="http://schemas.openxmlformats.org/officeDocument/2006/relationships/image" Target="../media/image1426.png"/><Relationship Id="rId54" Type="http://schemas.openxmlformats.org/officeDocument/2006/relationships/customXml" Target="../ink/ink3046.xml"/><Relationship Id="rId75" Type="http://schemas.openxmlformats.org/officeDocument/2006/relationships/image" Target="../media/image1399.png"/><Relationship Id="rId96" Type="http://schemas.openxmlformats.org/officeDocument/2006/relationships/customXml" Target="../ink/ink3067.xml"/><Relationship Id="rId140" Type="http://schemas.openxmlformats.org/officeDocument/2006/relationships/customXml" Target="../ink/ink3089.xml"/><Relationship Id="rId161" Type="http://schemas.openxmlformats.org/officeDocument/2006/relationships/image" Target="../media/image1441.png"/><Relationship Id="rId182" Type="http://schemas.openxmlformats.org/officeDocument/2006/relationships/customXml" Target="../ink/ink3110.xml"/><Relationship Id="rId6" Type="http://schemas.openxmlformats.org/officeDocument/2006/relationships/customXml" Target="../ink/ink3022.xml"/><Relationship Id="rId23" Type="http://schemas.openxmlformats.org/officeDocument/2006/relationships/image" Target="../media/image1096.png"/><Relationship Id="rId119" Type="http://schemas.openxmlformats.org/officeDocument/2006/relationships/image" Target="../media/image1421.png"/><Relationship Id="rId44" Type="http://schemas.openxmlformats.org/officeDocument/2006/relationships/customXml" Target="../ink/ink3041.xml"/><Relationship Id="rId65" Type="http://schemas.openxmlformats.org/officeDocument/2006/relationships/image" Target="../media/image1394.png"/><Relationship Id="rId86" Type="http://schemas.openxmlformats.org/officeDocument/2006/relationships/customXml" Target="../ink/ink3062.xml"/><Relationship Id="rId130" Type="http://schemas.openxmlformats.org/officeDocument/2006/relationships/customXml" Target="../ink/ink3084.xml"/><Relationship Id="rId151" Type="http://schemas.openxmlformats.org/officeDocument/2006/relationships/image" Target="../media/image1436.png"/><Relationship Id="rId172" Type="http://schemas.openxmlformats.org/officeDocument/2006/relationships/customXml" Target="../ink/ink3105.xml"/><Relationship Id="rId193" Type="http://schemas.openxmlformats.org/officeDocument/2006/relationships/image" Target="../media/image1457.png"/><Relationship Id="rId207" Type="http://schemas.openxmlformats.org/officeDocument/2006/relationships/image" Target="../media/image1464.png"/><Relationship Id="rId13" Type="http://schemas.openxmlformats.org/officeDocument/2006/relationships/image" Target="../media/image1090.png"/><Relationship Id="rId109" Type="http://schemas.openxmlformats.org/officeDocument/2006/relationships/image" Target="../media/image1416.png"/><Relationship Id="rId34" Type="http://schemas.openxmlformats.org/officeDocument/2006/relationships/customXml" Target="../ink/ink3036.xml"/><Relationship Id="rId55" Type="http://schemas.openxmlformats.org/officeDocument/2006/relationships/image" Target="../media/image482.png"/><Relationship Id="rId76" Type="http://schemas.openxmlformats.org/officeDocument/2006/relationships/customXml" Target="../ink/ink3057.xml"/><Relationship Id="rId97" Type="http://schemas.openxmlformats.org/officeDocument/2006/relationships/image" Target="../media/image1410.png"/><Relationship Id="rId120" Type="http://schemas.openxmlformats.org/officeDocument/2006/relationships/customXml" Target="../ink/ink3079.xml"/><Relationship Id="rId141" Type="http://schemas.openxmlformats.org/officeDocument/2006/relationships/image" Target="../media/image1431.png"/><Relationship Id="rId7" Type="http://schemas.openxmlformats.org/officeDocument/2006/relationships/image" Target="../media/image1087.png"/><Relationship Id="rId162" Type="http://schemas.openxmlformats.org/officeDocument/2006/relationships/customXml" Target="../ink/ink3100.xml"/><Relationship Id="rId183" Type="http://schemas.openxmlformats.org/officeDocument/2006/relationships/image" Target="../media/image1452.png"/><Relationship Id="rId24" Type="http://schemas.openxmlformats.org/officeDocument/2006/relationships/customXml" Target="../ink/ink3031.xml"/><Relationship Id="rId45" Type="http://schemas.openxmlformats.org/officeDocument/2006/relationships/image" Target="../media/image1184.png"/><Relationship Id="rId66" Type="http://schemas.openxmlformats.org/officeDocument/2006/relationships/customXml" Target="../ink/ink3052.xml"/><Relationship Id="rId87" Type="http://schemas.openxmlformats.org/officeDocument/2006/relationships/image" Target="../media/image1405.png"/><Relationship Id="rId110" Type="http://schemas.openxmlformats.org/officeDocument/2006/relationships/customXml" Target="../ink/ink3074.xml"/><Relationship Id="rId131" Type="http://schemas.openxmlformats.org/officeDocument/2006/relationships/image" Target="../media/image1427.png"/><Relationship Id="rId152" Type="http://schemas.openxmlformats.org/officeDocument/2006/relationships/customXml" Target="../ink/ink3095.xml"/><Relationship Id="rId173" Type="http://schemas.openxmlformats.org/officeDocument/2006/relationships/image" Target="../media/image1447.png"/><Relationship Id="rId194" Type="http://schemas.openxmlformats.org/officeDocument/2006/relationships/customXml" Target="../ink/ink3116.xml"/><Relationship Id="rId208" Type="http://schemas.openxmlformats.org/officeDocument/2006/relationships/customXml" Target="../ink/ink3123.xml"/><Relationship Id="rId19" Type="http://schemas.openxmlformats.org/officeDocument/2006/relationships/image" Target="../media/image1094.png"/><Relationship Id="rId14" Type="http://schemas.openxmlformats.org/officeDocument/2006/relationships/customXml" Target="../ink/ink3026.xml"/><Relationship Id="rId30" Type="http://schemas.openxmlformats.org/officeDocument/2006/relationships/customXml" Target="../ink/ink3034.xml"/><Relationship Id="rId35" Type="http://schemas.openxmlformats.org/officeDocument/2006/relationships/image" Target="../media/image1169.png"/><Relationship Id="rId56" Type="http://schemas.openxmlformats.org/officeDocument/2006/relationships/customXml" Target="../ink/ink3047.xml"/><Relationship Id="rId77" Type="http://schemas.openxmlformats.org/officeDocument/2006/relationships/image" Target="../media/image1400.png"/><Relationship Id="rId100" Type="http://schemas.openxmlformats.org/officeDocument/2006/relationships/customXml" Target="../ink/ink3069.xml"/><Relationship Id="rId105" Type="http://schemas.openxmlformats.org/officeDocument/2006/relationships/image" Target="../media/image1414.png"/><Relationship Id="rId126" Type="http://schemas.openxmlformats.org/officeDocument/2006/relationships/customXml" Target="../ink/ink3082.xml"/><Relationship Id="rId147" Type="http://schemas.openxmlformats.org/officeDocument/2006/relationships/image" Target="../media/image1434.png"/><Relationship Id="rId168" Type="http://schemas.openxmlformats.org/officeDocument/2006/relationships/customXml" Target="../ink/ink3103.xml"/><Relationship Id="rId8" Type="http://schemas.openxmlformats.org/officeDocument/2006/relationships/customXml" Target="../ink/ink3023.xml"/><Relationship Id="rId51" Type="http://schemas.openxmlformats.org/officeDocument/2006/relationships/image" Target="../media/image1187.png"/><Relationship Id="rId72" Type="http://schemas.openxmlformats.org/officeDocument/2006/relationships/customXml" Target="../ink/ink3055.xml"/><Relationship Id="rId93" Type="http://schemas.openxmlformats.org/officeDocument/2006/relationships/image" Target="../media/image1408.png"/><Relationship Id="rId98" Type="http://schemas.openxmlformats.org/officeDocument/2006/relationships/customXml" Target="../ink/ink3068.xml"/><Relationship Id="rId121" Type="http://schemas.openxmlformats.org/officeDocument/2006/relationships/image" Target="../media/image1422.png"/><Relationship Id="rId142" Type="http://schemas.openxmlformats.org/officeDocument/2006/relationships/customXml" Target="../ink/ink3090.xml"/><Relationship Id="rId163" Type="http://schemas.openxmlformats.org/officeDocument/2006/relationships/image" Target="../media/image1442.png"/><Relationship Id="rId184" Type="http://schemas.openxmlformats.org/officeDocument/2006/relationships/customXml" Target="../ink/ink3111.xml"/><Relationship Id="rId189" Type="http://schemas.openxmlformats.org/officeDocument/2006/relationships/image" Target="../media/image1455.png"/><Relationship Id="rId3" Type="http://schemas.openxmlformats.org/officeDocument/2006/relationships/image" Target="../media/image1085.png"/><Relationship Id="rId214" Type="http://schemas.openxmlformats.org/officeDocument/2006/relationships/customXml" Target="../ink/ink3126.xml"/><Relationship Id="rId25" Type="http://schemas.openxmlformats.org/officeDocument/2006/relationships/image" Target="../media/image1097.png"/><Relationship Id="rId46" Type="http://schemas.openxmlformats.org/officeDocument/2006/relationships/customXml" Target="../ink/ink3042.xml"/><Relationship Id="rId67" Type="http://schemas.openxmlformats.org/officeDocument/2006/relationships/image" Target="../media/image1395.png"/><Relationship Id="rId116" Type="http://schemas.openxmlformats.org/officeDocument/2006/relationships/customXml" Target="../ink/ink3077.xml"/><Relationship Id="rId137" Type="http://schemas.openxmlformats.org/officeDocument/2006/relationships/image" Target="../media/image1430.png"/><Relationship Id="rId158" Type="http://schemas.openxmlformats.org/officeDocument/2006/relationships/customXml" Target="../ink/ink3098.xml"/><Relationship Id="rId20" Type="http://schemas.openxmlformats.org/officeDocument/2006/relationships/customXml" Target="../ink/ink3029.xml"/><Relationship Id="rId41" Type="http://schemas.openxmlformats.org/officeDocument/2006/relationships/image" Target="../media/image1182.png"/><Relationship Id="rId62" Type="http://schemas.openxmlformats.org/officeDocument/2006/relationships/customXml" Target="../ink/ink3050.xml"/><Relationship Id="rId83" Type="http://schemas.openxmlformats.org/officeDocument/2006/relationships/image" Target="../media/image1403.png"/><Relationship Id="rId88" Type="http://schemas.openxmlformats.org/officeDocument/2006/relationships/customXml" Target="../ink/ink3063.xml"/><Relationship Id="rId111" Type="http://schemas.openxmlformats.org/officeDocument/2006/relationships/image" Target="../media/image1417.png"/><Relationship Id="rId132" Type="http://schemas.openxmlformats.org/officeDocument/2006/relationships/customXml" Target="../ink/ink3085.xml"/><Relationship Id="rId153" Type="http://schemas.openxmlformats.org/officeDocument/2006/relationships/image" Target="../media/image1437.png"/><Relationship Id="rId174" Type="http://schemas.openxmlformats.org/officeDocument/2006/relationships/customXml" Target="../ink/ink3106.xml"/><Relationship Id="rId179" Type="http://schemas.openxmlformats.org/officeDocument/2006/relationships/image" Target="../media/image1450.png"/><Relationship Id="rId195" Type="http://schemas.openxmlformats.org/officeDocument/2006/relationships/image" Target="../media/image1458.png"/><Relationship Id="rId209" Type="http://schemas.openxmlformats.org/officeDocument/2006/relationships/image" Target="../media/image1465.png"/><Relationship Id="rId190" Type="http://schemas.openxmlformats.org/officeDocument/2006/relationships/customXml" Target="../ink/ink3114.xml"/><Relationship Id="rId204" Type="http://schemas.openxmlformats.org/officeDocument/2006/relationships/customXml" Target="../ink/ink3121.xml"/><Relationship Id="rId15" Type="http://schemas.openxmlformats.org/officeDocument/2006/relationships/image" Target="../media/image1091.png"/><Relationship Id="rId36" Type="http://schemas.openxmlformats.org/officeDocument/2006/relationships/customXml" Target="../ink/ink3037.xml"/><Relationship Id="rId57" Type="http://schemas.openxmlformats.org/officeDocument/2006/relationships/image" Target="../media/image1390.png"/><Relationship Id="rId106" Type="http://schemas.openxmlformats.org/officeDocument/2006/relationships/customXml" Target="../ink/ink3072.xml"/><Relationship Id="rId127" Type="http://schemas.openxmlformats.org/officeDocument/2006/relationships/image" Target="../media/image1425.png"/><Relationship Id="rId10" Type="http://schemas.openxmlformats.org/officeDocument/2006/relationships/customXml" Target="../ink/ink3024.xml"/><Relationship Id="rId31" Type="http://schemas.openxmlformats.org/officeDocument/2006/relationships/image" Target="../media/image1164.png"/><Relationship Id="rId52" Type="http://schemas.openxmlformats.org/officeDocument/2006/relationships/customXml" Target="../ink/ink3045.xml"/><Relationship Id="rId73" Type="http://schemas.openxmlformats.org/officeDocument/2006/relationships/image" Target="../media/image1398.png"/><Relationship Id="rId78" Type="http://schemas.openxmlformats.org/officeDocument/2006/relationships/customXml" Target="../ink/ink3058.xml"/><Relationship Id="rId94" Type="http://schemas.openxmlformats.org/officeDocument/2006/relationships/customXml" Target="../ink/ink3066.xml"/><Relationship Id="rId99" Type="http://schemas.openxmlformats.org/officeDocument/2006/relationships/image" Target="../media/image1411.png"/><Relationship Id="rId101" Type="http://schemas.openxmlformats.org/officeDocument/2006/relationships/image" Target="../media/image1412.png"/><Relationship Id="rId122" Type="http://schemas.openxmlformats.org/officeDocument/2006/relationships/customXml" Target="../ink/ink3080.xml"/><Relationship Id="rId143" Type="http://schemas.openxmlformats.org/officeDocument/2006/relationships/image" Target="../media/image1432.png"/><Relationship Id="rId148" Type="http://schemas.openxmlformats.org/officeDocument/2006/relationships/customXml" Target="../ink/ink3093.xml"/><Relationship Id="rId164" Type="http://schemas.openxmlformats.org/officeDocument/2006/relationships/customXml" Target="../ink/ink3101.xml"/><Relationship Id="rId169" Type="http://schemas.openxmlformats.org/officeDocument/2006/relationships/image" Target="../media/image1445.png"/><Relationship Id="rId185" Type="http://schemas.openxmlformats.org/officeDocument/2006/relationships/image" Target="../media/image1453.png"/><Relationship Id="rId4" Type="http://schemas.openxmlformats.org/officeDocument/2006/relationships/customXml" Target="../ink/ink3021.xml"/><Relationship Id="rId9" Type="http://schemas.openxmlformats.org/officeDocument/2006/relationships/image" Target="../media/image1088.png"/><Relationship Id="rId180" Type="http://schemas.openxmlformats.org/officeDocument/2006/relationships/customXml" Target="../ink/ink3109.xml"/><Relationship Id="rId210" Type="http://schemas.openxmlformats.org/officeDocument/2006/relationships/customXml" Target="../ink/ink3124.xml"/><Relationship Id="rId215" Type="http://schemas.openxmlformats.org/officeDocument/2006/relationships/image" Target="../media/image1468.png"/><Relationship Id="rId26" Type="http://schemas.openxmlformats.org/officeDocument/2006/relationships/customXml" Target="../ink/ink3032.xml"/><Relationship Id="rId47" Type="http://schemas.openxmlformats.org/officeDocument/2006/relationships/image" Target="../media/image1185.png"/><Relationship Id="rId68" Type="http://schemas.openxmlformats.org/officeDocument/2006/relationships/customXml" Target="../ink/ink3053.xml"/><Relationship Id="rId89" Type="http://schemas.openxmlformats.org/officeDocument/2006/relationships/image" Target="../media/image1406.png"/><Relationship Id="rId112" Type="http://schemas.openxmlformats.org/officeDocument/2006/relationships/customXml" Target="../ink/ink3075.xml"/><Relationship Id="rId133" Type="http://schemas.openxmlformats.org/officeDocument/2006/relationships/image" Target="../media/image1428.png"/><Relationship Id="rId154" Type="http://schemas.openxmlformats.org/officeDocument/2006/relationships/customXml" Target="../ink/ink3096.xml"/><Relationship Id="rId175" Type="http://schemas.openxmlformats.org/officeDocument/2006/relationships/image" Target="../media/image1448.png"/><Relationship Id="rId196" Type="http://schemas.openxmlformats.org/officeDocument/2006/relationships/customXml" Target="../ink/ink3117.xml"/><Relationship Id="rId200" Type="http://schemas.openxmlformats.org/officeDocument/2006/relationships/customXml" Target="../ink/ink3119.xml"/><Relationship Id="rId16" Type="http://schemas.openxmlformats.org/officeDocument/2006/relationships/customXml" Target="../ink/ink3027.xml"/><Relationship Id="rId37" Type="http://schemas.openxmlformats.org/officeDocument/2006/relationships/image" Target="../media/image1170.png"/><Relationship Id="rId58" Type="http://schemas.openxmlformats.org/officeDocument/2006/relationships/customXml" Target="../ink/ink3048.xml"/><Relationship Id="rId79" Type="http://schemas.openxmlformats.org/officeDocument/2006/relationships/image" Target="../media/image1401.png"/><Relationship Id="rId102" Type="http://schemas.openxmlformats.org/officeDocument/2006/relationships/customXml" Target="../ink/ink3070.xml"/><Relationship Id="rId123" Type="http://schemas.openxmlformats.org/officeDocument/2006/relationships/image" Target="../media/image1423.png"/><Relationship Id="rId144" Type="http://schemas.openxmlformats.org/officeDocument/2006/relationships/customXml" Target="../ink/ink3091.xml"/><Relationship Id="rId90" Type="http://schemas.openxmlformats.org/officeDocument/2006/relationships/customXml" Target="../ink/ink3064.xml"/><Relationship Id="rId165" Type="http://schemas.openxmlformats.org/officeDocument/2006/relationships/image" Target="../media/image1443.png"/><Relationship Id="rId186" Type="http://schemas.openxmlformats.org/officeDocument/2006/relationships/customXml" Target="../ink/ink3112.xml"/><Relationship Id="rId211" Type="http://schemas.openxmlformats.org/officeDocument/2006/relationships/image" Target="../media/image1466.png"/><Relationship Id="rId27" Type="http://schemas.openxmlformats.org/officeDocument/2006/relationships/image" Target="../media/image1098.png"/><Relationship Id="rId48" Type="http://schemas.openxmlformats.org/officeDocument/2006/relationships/customXml" Target="../ink/ink3043.xml"/><Relationship Id="rId69" Type="http://schemas.openxmlformats.org/officeDocument/2006/relationships/image" Target="../media/image1396.png"/><Relationship Id="rId113" Type="http://schemas.openxmlformats.org/officeDocument/2006/relationships/image" Target="../media/image1418.png"/><Relationship Id="rId134" Type="http://schemas.openxmlformats.org/officeDocument/2006/relationships/customXml" Target="../ink/ink3086.xml"/><Relationship Id="rId80" Type="http://schemas.openxmlformats.org/officeDocument/2006/relationships/customXml" Target="../ink/ink3059.xml"/><Relationship Id="rId155" Type="http://schemas.openxmlformats.org/officeDocument/2006/relationships/image" Target="../media/image1438.png"/><Relationship Id="rId176" Type="http://schemas.openxmlformats.org/officeDocument/2006/relationships/customXml" Target="../ink/ink3107.xml"/><Relationship Id="rId197" Type="http://schemas.openxmlformats.org/officeDocument/2006/relationships/image" Target="../media/image1459.png"/><Relationship Id="rId201" Type="http://schemas.openxmlformats.org/officeDocument/2006/relationships/image" Target="../media/image1461.png"/><Relationship Id="rId17" Type="http://schemas.openxmlformats.org/officeDocument/2006/relationships/image" Target="../media/image1092.png"/><Relationship Id="rId38" Type="http://schemas.openxmlformats.org/officeDocument/2006/relationships/customXml" Target="../ink/ink3038.xml"/><Relationship Id="rId59" Type="http://schemas.openxmlformats.org/officeDocument/2006/relationships/image" Target="../media/image1391.png"/><Relationship Id="rId103" Type="http://schemas.openxmlformats.org/officeDocument/2006/relationships/image" Target="../media/image1413.png"/><Relationship Id="rId124" Type="http://schemas.openxmlformats.org/officeDocument/2006/relationships/customXml" Target="../ink/ink3081.xml"/><Relationship Id="rId70" Type="http://schemas.openxmlformats.org/officeDocument/2006/relationships/customXml" Target="../ink/ink3054.xml"/><Relationship Id="rId91" Type="http://schemas.openxmlformats.org/officeDocument/2006/relationships/image" Target="../media/image1407.png"/><Relationship Id="rId145" Type="http://schemas.openxmlformats.org/officeDocument/2006/relationships/image" Target="../media/image1433.png"/><Relationship Id="rId166" Type="http://schemas.openxmlformats.org/officeDocument/2006/relationships/customXml" Target="../ink/ink3102.xml"/><Relationship Id="rId187" Type="http://schemas.openxmlformats.org/officeDocument/2006/relationships/image" Target="../media/image145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125.xml"/><Relationship Id="rId28" Type="http://schemas.openxmlformats.org/officeDocument/2006/relationships/customXml" Target="../ink/ink3033.xml"/><Relationship Id="rId49" Type="http://schemas.openxmlformats.org/officeDocument/2006/relationships/image" Target="../media/image1186.png"/><Relationship Id="rId114" Type="http://schemas.openxmlformats.org/officeDocument/2006/relationships/customXml" Target="../ink/ink3076.xml"/><Relationship Id="rId60" Type="http://schemas.openxmlformats.org/officeDocument/2006/relationships/customXml" Target="../ink/ink3049.xml"/><Relationship Id="rId81" Type="http://schemas.openxmlformats.org/officeDocument/2006/relationships/image" Target="../media/image1402.png"/><Relationship Id="rId135" Type="http://schemas.openxmlformats.org/officeDocument/2006/relationships/image" Target="../media/image1429.png"/><Relationship Id="rId156" Type="http://schemas.openxmlformats.org/officeDocument/2006/relationships/customXml" Target="../ink/ink3097.xml"/><Relationship Id="rId177" Type="http://schemas.openxmlformats.org/officeDocument/2006/relationships/image" Target="../media/image1449.png"/><Relationship Id="rId198" Type="http://schemas.openxmlformats.org/officeDocument/2006/relationships/customXml" Target="../ink/ink3118.xml"/><Relationship Id="rId202" Type="http://schemas.openxmlformats.org/officeDocument/2006/relationships/customXml" Target="../ink/ink3120.xml"/><Relationship Id="rId18" Type="http://schemas.openxmlformats.org/officeDocument/2006/relationships/customXml" Target="../ink/ink3028.xml"/><Relationship Id="rId39" Type="http://schemas.openxmlformats.org/officeDocument/2006/relationships/image" Target="../media/image1181.png"/><Relationship Id="rId50" Type="http://schemas.openxmlformats.org/officeDocument/2006/relationships/customXml" Target="../ink/ink3044.xml"/><Relationship Id="rId104" Type="http://schemas.openxmlformats.org/officeDocument/2006/relationships/customXml" Target="../ink/ink3071.xml"/><Relationship Id="rId125" Type="http://schemas.openxmlformats.org/officeDocument/2006/relationships/image" Target="../media/image1424.png"/><Relationship Id="rId146" Type="http://schemas.openxmlformats.org/officeDocument/2006/relationships/customXml" Target="../ink/ink3092.xml"/><Relationship Id="rId167" Type="http://schemas.openxmlformats.org/officeDocument/2006/relationships/image" Target="../media/image1444.png"/><Relationship Id="rId188" Type="http://schemas.openxmlformats.org/officeDocument/2006/relationships/customXml" Target="../ink/ink3113.xml"/><Relationship Id="rId71" Type="http://schemas.openxmlformats.org/officeDocument/2006/relationships/image" Target="../media/image1397.png"/><Relationship Id="rId92" Type="http://schemas.openxmlformats.org/officeDocument/2006/relationships/customXml" Target="../ink/ink3065.xml"/><Relationship Id="rId213" Type="http://schemas.openxmlformats.org/officeDocument/2006/relationships/image" Target="../media/image1467.png"/><Relationship Id="rId2" Type="http://schemas.openxmlformats.org/officeDocument/2006/relationships/customXml" Target="../ink/ink3020.xml"/><Relationship Id="rId29" Type="http://schemas.openxmlformats.org/officeDocument/2006/relationships/image" Target="../media/image1163.png"/><Relationship Id="rId40" Type="http://schemas.openxmlformats.org/officeDocument/2006/relationships/customXml" Target="../ink/ink3039.xml"/><Relationship Id="rId115" Type="http://schemas.openxmlformats.org/officeDocument/2006/relationships/image" Target="../media/image1419.png"/><Relationship Id="rId136" Type="http://schemas.openxmlformats.org/officeDocument/2006/relationships/customXml" Target="../ink/ink3087.xml"/><Relationship Id="rId157" Type="http://schemas.openxmlformats.org/officeDocument/2006/relationships/image" Target="../media/image1439.png"/><Relationship Id="rId178" Type="http://schemas.openxmlformats.org/officeDocument/2006/relationships/customXml" Target="../ink/ink3108.xml"/><Relationship Id="rId61" Type="http://schemas.openxmlformats.org/officeDocument/2006/relationships/image" Target="../media/image1392.png"/><Relationship Id="rId82" Type="http://schemas.openxmlformats.org/officeDocument/2006/relationships/customXml" Target="../ink/ink3060.xml"/><Relationship Id="rId199" Type="http://schemas.openxmlformats.org/officeDocument/2006/relationships/image" Target="../media/image1460.png"/><Relationship Id="rId203" Type="http://schemas.openxmlformats.org/officeDocument/2006/relationships/image" Target="../media/image1462.png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27.png"/><Relationship Id="rId21" Type="http://schemas.openxmlformats.org/officeDocument/2006/relationships/image" Target="../media/image1095.png"/><Relationship Id="rId42" Type="http://schemas.openxmlformats.org/officeDocument/2006/relationships/customXml" Target="../ink/ink3147.xml"/><Relationship Id="rId63" Type="http://schemas.openxmlformats.org/officeDocument/2006/relationships/image" Target="../media/image1400.png"/><Relationship Id="rId84" Type="http://schemas.openxmlformats.org/officeDocument/2006/relationships/customXml" Target="../ink/ink3168.xml"/><Relationship Id="rId138" Type="http://schemas.openxmlformats.org/officeDocument/2006/relationships/customXml" Target="../ink/ink3195.xml"/><Relationship Id="rId159" Type="http://schemas.openxmlformats.org/officeDocument/2006/relationships/image" Target="../media/image1447.png"/><Relationship Id="rId170" Type="http://schemas.openxmlformats.org/officeDocument/2006/relationships/customXml" Target="../ink/ink3211.xml"/><Relationship Id="rId191" Type="http://schemas.openxmlformats.org/officeDocument/2006/relationships/image" Target="../media/image1466.png"/><Relationship Id="rId107" Type="http://schemas.openxmlformats.org/officeDocument/2006/relationships/image" Target="../media/image1422.png"/><Relationship Id="rId11" Type="http://schemas.openxmlformats.org/officeDocument/2006/relationships/image" Target="../media/image1089.png"/><Relationship Id="rId32" Type="http://schemas.openxmlformats.org/officeDocument/2006/relationships/customXml" Target="../ink/ink3142.xml"/><Relationship Id="rId53" Type="http://schemas.openxmlformats.org/officeDocument/2006/relationships/image" Target="../media/image1395.png"/><Relationship Id="rId74" Type="http://schemas.openxmlformats.org/officeDocument/2006/relationships/customXml" Target="../ink/ink3163.xml"/><Relationship Id="rId128" Type="http://schemas.openxmlformats.org/officeDocument/2006/relationships/customXml" Target="../ink/ink3190.xml"/><Relationship Id="rId149" Type="http://schemas.openxmlformats.org/officeDocument/2006/relationships/image" Target="../media/image1442.png"/><Relationship Id="rId5" Type="http://schemas.openxmlformats.org/officeDocument/2006/relationships/image" Target="../media/image1086.png"/><Relationship Id="rId95" Type="http://schemas.openxmlformats.org/officeDocument/2006/relationships/image" Target="../media/image1416.png"/><Relationship Id="rId160" Type="http://schemas.openxmlformats.org/officeDocument/2006/relationships/customXml" Target="../ink/ink3206.xml"/><Relationship Id="rId181" Type="http://schemas.openxmlformats.org/officeDocument/2006/relationships/image" Target="../media/image1461.png"/><Relationship Id="rId22" Type="http://schemas.openxmlformats.org/officeDocument/2006/relationships/customXml" Target="../ink/ink3137.xml"/><Relationship Id="rId43" Type="http://schemas.openxmlformats.org/officeDocument/2006/relationships/image" Target="../media/image1390.png"/><Relationship Id="rId64" Type="http://schemas.openxmlformats.org/officeDocument/2006/relationships/customXml" Target="../ink/ink3158.xml"/><Relationship Id="rId118" Type="http://schemas.openxmlformats.org/officeDocument/2006/relationships/customXml" Target="../ink/ink3185.xml"/><Relationship Id="rId139" Type="http://schemas.openxmlformats.org/officeDocument/2006/relationships/image" Target="../media/image1437.png"/><Relationship Id="rId85" Type="http://schemas.openxmlformats.org/officeDocument/2006/relationships/image" Target="../media/image1411.png"/><Relationship Id="rId150" Type="http://schemas.openxmlformats.org/officeDocument/2006/relationships/customXml" Target="../ink/ink3201.xml"/><Relationship Id="rId171" Type="http://schemas.openxmlformats.org/officeDocument/2006/relationships/image" Target="../media/image1453.png"/><Relationship Id="rId192" Type="http://schemas.openxmlformats.org/officeDocument/2006/relationships/customXml" Target="../ink/ink3222.xml"/><Relationship Id="rId12" Type="http://schemas.openxmlformats.org/officeDocument/2006/relationships/customXml" Target="../ink/ink3132.xml"/><Relationship Id="rId33" Type="http://schemas.openxmlformats.org/officeDocument/2006/relationships/image" Target="../media/image1183.png"/><Relationship Id="rId108" Type="http://schemas.openxmlformats.org/officeDocument/2006/relationships/customXml" Target="../ink/ink3180.xml"/><Relationship Id="rId129" Type="http://schemas.openxmlformats.org/officeDocument/2006/relationships/image" Target="../media/image1432.png"/><Relationship Id="rId54" Type="http://schemas.openxmlformats.org/officeDocument/2006/relationships/customXml" Target="../ink/ink3153.xml"/><Relationship Id="rId75" Type="http://schemas.openxmlformats.org/officeDocument/2006/relationships/image" Target="../media/image1406.png"/><Relationship Id="rId96" Type="http://schemas.openxmlformats.org/officeDocument/2006/relationships/customXml" Target="../ink/ink3174.xml"/><Relationship Id="rId140" Type="http://schemas.openxmlformats.org/officeDocument/2006/relationships/customXml" Target="../ink/ink3196.xml"/><Relationship Id="rId161" Type="http://schemas.openxmlformats.org/officeDocument/2006/relationships/image" Target="../media/image1448.png"/><Relationship Id="rId182" Type="http://schemas.openxmlformats.org/officeDocument/2006/relationships/customXml" Target="../ink/ink3217.xml"/><Relationship Id="rId6" Type="http://schemas.openxmlformats.org/officeDocument/2006/relationships/customXml" Target="../ink/ink3129.xml"/><Relationship Id="rId23" Type="http://schemas.openxmlformats.org/officeDocument/2006/relationships/image" Target="../media/image1096.png"/><Relationship Id="rId119" Type="http://schemas.openxmlformats.org/officeDocument/2006/relationships/image" Target="../media/image1428.png"/><Relationship Id="rId44" Type="http://schemas.openxmlformats.org/officeDocument/2006/relationships/customXml" Target="../ink/ink3148.xml"/><Relationship Id="rId65" Type="http://schemas.openxmlformats.org/officeDocument/2006/relationships/image" Target="../media/image1401.png"/><Relationship Id="rId86" Type="http://schemas.openxmlformats.org/officeDocument/2006/relationships/customXml" Target="../ink/ink3169.xml"/><Relationship Id="rId130" Type="http://schemas.openxmlformats.org/officeDocument/2006/relationships/customXml" Target="../ink/ink3191.xml"/><Relationship Id="rId151" Type="http://schemas.openxmlformats.org/officeDocument/2006/relationships/image" Target="../media/image1443.png"/><Relationship Id="rId172" Type="http://schemas.openxmlformats.org/officeDocument/2006/relationships/customXml" Target="../ink/ink3212.xml"/><Relationship Id="rId193" Type="http://schemas.openxmlformats.org/officeDocument/2006/relationships/image" Target="../media/image1467.png"/><Relationship Id="rId13" Type="http://schemas.openxmlformats.org/officeDocument/2006/relationships/image" Target="../media/image1090.png"/><Relationship Id="rId109" Type="http://schemas.openxmlformats.org/officeDocument/2006/relationships/image" Target="../media/image1423.png"/><Relationship Id="rId34" Type="http://schemas.openxmlformats.org/officeDocument/2006/relationships/customXml" Target="../ink/ink3143.xml"/><Relationship Id="rId55" Type="http://schemas.openxmlformats.org/officeDocument/2006/relationships/image" Target="../media/image1396.png"/><Relationship Id="rId76" Type="http://schemas.openxmlformats.org/officeDocument/2006/relationships/customXml" Target="../ink/ink3164.xml"/><Relationship Id="rId97" Type="http://schemas.openxmlformats.org/officeDocument/2006/relationships/image" Target="../media/image1417.png"/><Relationship Id="rId120" Type="http://schemas.openxmlformats.org/officeDocument/2006/relationships/customXml" Target="../ink/ink3186.xml"/><Relationship Id="rId141" Type="http://schemas.openxmlformats.org/officeDocument/2006/relationships/image" Target="../media/image1438.png"/><Relationship Id="rId7" Type="http://schemas.openxmlformats.org/officeDocument/2006/relationships/image" Target="../media/image1087.png"/><Relationship Id="rId162" Type="http://schemas.openxmlformats.org/officeDocument/2006/relationships/customXml" Target="../ink/ink3207.xml"/><Relationship Id="rId183" Type="http://schemas.openxmlformats.org/officeDocument/2006/relationships/image" Target="../media/image1462.png"/><Relationship Id="rId2" Type="http://schemas.openxmlformats.org/officeDocument/2006/relationships/customXml" Target="../ink/ink3127.xml"/><Relationship Id="rId29" Type="http://schemas.openxmlformats.org/officeDocument/2006/relationships/image" Target="../media/image1181.png"/><Relationship Id="rId24" Type="http://schemas.openxmlformats.org/officeDocument/2006/relationships/customXml" Target="../ink/ink3138.xml"/><Relationship Id="rId40" Type="http://schemas.openxmlformats.org/officeDocument/2006/relationships/customXml" Target="../ink/ink3146.xml"/><Relationship Id="rId45" Type="http://schemas.openxmlformats.org/officeDocument/2006/relationships/image" Target="../media/image1391.png"/><Relationship Id="rId66" Type="http://schemas.openxmlformats.org/officeDocument/2006/relationships/customXml" Target="../ink/ink3159.xml"/><Relationship Id="rId87" Type="http://schemas.openxmlformats.org/officeDocument/2006/relationships/image" Target="../media/image1412.png"/><Relationship Id="rId110" Type="http://schemas.openxmlformats.org/officeDocument/2006/relationships/customXml" Target="../ink/ink3181.xml"/><Relationship Id="rId115" Type="http://schemas.openxmlformats.org/officeDocument/2006/relationships/image" Target="../media/image1426.png"/><Relationship Id="rId131" Type="http://schemas.openxmlformats.org/officeDocument/2006/relationships/image" Target="../media/image1433.png"/><Relationship Id="rId136" Type="http://schemas.openxmlformats.org/officeDocument/2006/relationships/customXml" Target="../ink/ink3194.xml"/><Relationship Id="rId157" Type="http://schemas.openxmlformats.org/officeDocument/2006/relationships/image" Target="../media/image1446.png"/><Relationship Id="rId178" Type="http://schemas.openxmlformats.org/officeDocument/2006/relationships/customXml" Target="../ink/ink3215.xml"/><Relationship Id="rId61" Type="http://schemas.openxmlformats.org/officeDocument/2006/relationships/image" Target="../media/image1399.png"/><Relationship Id="rId82" Type="http://schemas.openxmlformats.org/officeDocument/2006/relationships/customXml" Target="../ink/ink3167.xml"/><Relationship Id="rId152" Type="http://schemas.openxmlformats.org/officeDocument/2006/relationships/customXml" Target="../ink/ink3202.xml"/><Relationship Id="rId173" Type="http://schemas.openxmlformats.org/officeDocument/2006/relationships/image" Target="../media/image1457.png"/><Relationship Id="rId194" Type="http://schemas.openxmlformats.org/officeDocument/2006/relationships/customXml" Target="../ink/ink3223.xml"/><Relationship Id="rId199" Type="http://schemas.openxmlformats.org/officeDocument/2006/relationships/image" Target="../media/image1470.png"/><Relationship Id="rId19" Type="http://schemas.openxmlformats.org/officeDocument/2006/relationships/image" Target="../media/image1094.png"/><Relationship Id="rId14" Type="http://schemas.openxmlformats.org/officeDocument/2006/relationships/customXml" Target="../ink/ink3133.xml"/><Relationship Id="rId30" Type="http://schemas.openxmlformats.org/officeDocument/2006/relationships/customXml" Target="../ink/ink3141.xml"/><Relationship Id="rId35" Type="http://schemas.openxmlformats.org/officeDocument/2006/relationships/image" Target="../media/image1184.png"/><Relationship Id="rId56" Type="http://schemas.openxmlformats.org/officeDocument/2006/relationships/customXml" Target="../ink/ink3154.xml"/><Relationship Id="rId77" Type="http://schemas.openxmlformats.org/officeDocument/2006/relationships/image" Target="../media/image1407.png"/><Relationship Id="rId100" Type="http://schemas.openxmlformats.org/officeDocument/2006/relationships/customXml" Target="../ink/ink3176.xml"/><Relationship Id="rId105" Type="http://schemas.openxmlformats.org/officeDocument/2006/relationships/image" Target="../media/image1421.png"/><Relationship Id="rId126" Type="http://schemas.openxmlformats.org/officeDocument/2006/relationships/customXml" Target="../ink/ink3189.xml"/><Relationship Id="rId147" Type="http://schemas.openxmlformats.org/officeDocument/2006/relationships/image" Target="../media/image1441.png"/><Relationship Id="rId168" Type="http://schemas.openxmlformats.org/officeDocument/2006/relationships/customXml" Target="../ink/ink3210.xml"/><Relationship Id="rId8" Type="http://schemas.openxmlformats.org/officeDocument/2006/relationships/customXml" Target="../ink/ink3130.xml"/><Relationship Id="rId51" Type="http://schemas.openxmlformats.org/officeDocument/2006/relationships/image" Target="../media/image1394.png"/><Relationship Id="rId72" Type="http://schemas.openxmlformats.org/officeDocument/2006/relationships/customXml" Target="../ink/ink3162.xml"/><Relationship Id="rId93" Type="http://schemas.openxmlformats.org/officeDocument/2006/relationships/image" Target="../media/image1415.png"/><Relationship Id="rId98" Type="http://schemas.openxmlformats.org/officeDocument/2006/relationships/customXml" Target="../ink/ink3175.xml"/><Relationship Id="rId121" Type="http://schemas.openxmlformats.org/officeDocument/2006/relationships/image" Target="../media/image1429.png"/><Relationship Id="rId142" Type="http://schemas.openxmlformats.org/officeDocument/2006/relationships/customXml" Target="../ink/ink3197.xml"/><Relationship Id="rId163" Type="http://schemas.openxmlformats.org/officeDocument/2006/relationships/image" Target="../media/image1449.png"/><Relationship Id="rId184" Type="http://schemas.openxmlformats.org/officeDocument/2006/relationships/customXml" Target="../ink/ink3218.xml"/><Relationship Id="rId189" Type="http://schemas.openxmlformats.org/officeDocument/2006/relationships/image" Target="../media/image1465.png"/><Relationship Id="rId3" Type="http://schemas.openxmlformats.org/officeDocument/2006/relationships/image" Target="../media/image1085.png"/><Relationship Id="rId25" Type="http://schemas.openxmlformats.org/officeDocument/2006/relationships/image" Target="../media/image1097.png"/><Relationship Id="rId46" Type="http://schemas.openxmlformats.org/officeDocument/2006/relationships/customXml" Target="../ink/ink3149.xml"/><Relationship Id="rId67" Type="http://schemas.openxmlformats.org/officeDocument/2006/relationships/image" Target="../media/image1402.png"/><Relationship Id="rId116" Type="http://schemas.openxmlformats.org/officeDocument/2006/relationships/customXml" Target="../ink/ink3184.xml"/><Relationship Id="rId137" Type="http://schemas.openxmlformats.org/officeDocument/2006/relationships/image" Target="../media/image1436.png"/><Relationship Id="rId158" Type="http://schemas.openxmlformats.org/officeDocument/2006/relationships/customXml" Target="../ink/ink3205.xml"/><Relationship Id="rId20" Type="http://schemas.openxmlformats.org/officeDocument/2006/relationships/customXml" Target="../ink/ink3136.xml"/><Relationship Id="rId41" Type="http://schemas.openxmlformats.org/officeDocument/2006/relationships/image" Target="../media/image482.png"/><Relationship Id="rId62" Type="http://schemas.openxmlformats.org/officeDocument/2006/relationships/customXml" Target="../ink/ink3157.xml"/><Relationship Id="rId83" Type="http://schemas.openxmlformats.org/officeDocument/2006/relationships/image" Target="../media/image1410.png"/><Relationship Id="rId88" Type="http://schemas.openxmlformats.org/officeDocument/2006/relationships/customXml" Target="../ink/ink3170.xml"/><Relationship Id="rId111" Type="http://schemas.openxmlformats.org/officeDocument/2006/relationships/image" Target="../media/image1424.png"/><Relationship Id="rId132" Type="http://schemas.openxmlformats.org/officeDocument/2006/relationships/customXml" Target="../ink/ink3192.xml"/><Relationship Id="rId153" Type="http://schemas.openxmlformats.org/officeDocument/2006/relationships/image" Target="../media/image1444.png"/><Relationship Id="rId174" Type="http://schemas.openxmlformats.org/officeDocument/2006/relationships/customXml" Target="../ink/ink3213.xml"/><Relationship Id="rId179" Type="http://schemas.openxmlformats.org/officeDocument/2006/relationships/image" Target="../media/image1460.png"/><Relationship Id="rId195" Type="http://schemas.openxmlformats.org/officeDocument/2006/relationships/image" Target="../media/image1468.png"/><Relationship Id="rId190" Type="http://schemas.openxmlformats.org/officeDocument/2006/relationships/customXml" Target="../ink/ink3221.xml"/><Relationship Id="rId15" Type="http://schemas.openxmlformats.org/officeDocument/2006/relationships/image" Target="../media/image1091.png"/><Relationship Id="rId36" Type="http://schemas.openxmlformats.org/officeDocument/2006/relationships/customXml" Target="../ink/ink3144.xml"/><Relationship Id="rId57" Type="http://schemas.openxmlformats.org/officeDocument/2006/relationships/image" Target="../media/image1397.png"/><Relationship Id="rId106" Type="http://schemas.openxmlformats.org/officeDocument/2006/relationships/customXml" Target="../ink/ink3179.xml"/><Relationship Id="rId127" Type="http://schemas.openxmlformats.org/officeDocument/2006/relationships/image" Target="../media/image1431.png"/><Relationship Id="rId10" Type="http://schemas.openxmlformats.org/officeDocument/2006/relationships/customXml" Target="../ink/ink3131.xml"/><Relationship Id="rId31" Type="http://schemas.openxmlformats.org/officeDocument/2006/relationships/image" Target="../media/image1182.png"/><Relationship Id="rId52" Type="http://schemas.openxmlformats.org/officeDocument/2006/relationships/customXml" Target="../ink/ink3152.xml"/><Relationship Id="rId73" Type="http://schemas.openxmlformats.org/officeDocument/2006/relationships/image" Target="../media/image1405.png"/><Relationship Id="rId78" Type="http://schemas.openxmlformats.org/officeDocument/2006/relationships/customXml" Target="../ink/ink3165.xml"/><Relationship Id="rId94" Type="http://schemas.openxmlformats.org/officeDocument/2006/relationships/customXml" Target="../ink/ink3173.xml"/><Relationship Id="rId99" Type="http://schemas.openxmlformats.org/officeDocument/2006/relationships/image" Target="../media/image1418.png"/><Relationship Id="rId101" Type="http://schemas.openxmlformats.org/officeDocument/2006/relationships/image" Target="../media/image1419.png"/><Relationship Id="rId122" Type="http://schemas.openxmlformats.org/officeDocument/2006/relationships/customXml" Target="../ink/ink3187.xml"/><Relationship Id="rId143" Type="http://schemas.openxmlformats.org/officeDocument/2006/relationships/image" Target="../media/image1439.png"/><Relationship Id="rId148" Type="http://schemas.openxmlformats.org/officeDocument/2006/relationships/customXml" Target="../ink/ink3200.xml"/><Relationship Id="rId164" Type="http://schemas.openxmlformats.org/officeDocument/2006/relationships/customXml" Target="../ink/ink3208.xml"/><Relationship Id="rId169" Type="http://schemas.openxmlformats.org/officeDocument/2006/relationships/image" Target="../media/image1452.png"/><Relationship Id="rId185" Type="http://schemas.openxmlformats.org/officeDocument/2006/relationships/image" Target="../media/image1463.png"/><Relationship Id="rId4" Type="http://schemas.openxmlformats.org/officeDocument/2006/relationships/customXml" Target="../ink/ink3128.xml"/><Relationship Id="rId9" Type="http://schemas.openxmlformats.org/officeDocument/2006/relationships/image" Target="../media/image1088.png"/><Relationship Id="rId180" Type="http://schemas.openxmlformats.org/officeDocument/2006/relationships/customXml" Target="../ink/ink3216.xml"/><Relationship Id="rId26" Type="http://schemas.openxmlformats.org/officeDocument/2006/relationships/customXml" Target="../ink/ink3139.xml"/><Relationship Id="rId47" Type="http://schemas.openxmlformats.org/officeDocument/2006/relationships/image" Target="../media/image1392.png"/><Relationship Id="rId68" Type="http://schemas.openxmlformats.org/officeDocument/2006/relationships/customXml" Target="../ink/ink3160.xml"/><Relationship Id="rId89" Type="http://schemas.openxmlformats.org/officeDocument/2006/relationships/image" Target="../media/image1413.png"/><Relationship Id="rId112" Type="http://schemas.openxmlformats.org/officeDocument/2006/relationships/customXml" Target="../ink/ink3182.xml"/><Relationship Id="rId133" Type="http://schemas.openxmlformats.org/officeDocument/2006/relationships/image" Target="../media/image1434.png"/><Relationship Id="rId154" Type="http://schemas.openxmlformats.org/officeDocument/2006/relationships/customXml" Target="../ink/ink3203.xml"/><Relationship Id="rId175" Type="http://schemas.openxmlformats.org/officeDocument/2006/relationships/image" Target="../media/image1458.png"/><Relationship Id="rId196" Type="http://schemas.openxmlformats.org/officeDocument/2006/relationships/customXml" Target="../ink/ink3224.xml"/><Relationship Id="rId200" Type="http://schemas.openxmlformats.org/officeDocument/2006/relationships/customXml" Target="../ink/ink3226.xml"/><Relationship Id="rId16" Type="http://schemas.openxmlformats.org/officeDocument/2006/relationships/customXml" Target="../ink/ink3134.xml"/><Relationship Id="rId37" Type="http://schemas.openxmlformats.org/officeDocument/2006/relationships/image" Target="../media/image1185.png"/><Relationship Id="rId58" Type="http://schemas.openxmlformats.org/officeDocument/2006/relationships/customXml" Target="../ink/ink3155.xml"/><Relationship Id="rId79" Type="http://schemas.openxmlformats.org/officeDocument/2006/relationships/image" Target="../media/image1408.png"/><Relationship Id="rId102" Type="http://schemas.openxmlformats.org/officeDocument/2006/relationships/customXml" Target="../ink/ink3177.xml"/><Relationship Id="rId123" Type="http://schemas.openxmlformats.org/officeDocument/2006/relationships/image" Target="../media/image1430.png"/><Relationship Id="rId144" Type="http://schemas.openxmlformats.org/officeDocument/2006/relationships/customXml" Target="../ink/ink3198.xml"/><Relationship Id="rId90" Type="http://schemas.openxmlformats.org/officeDocument/2006/relationships/customXml" Target="../ink/ink3171.xml"/><Relationship Id="rId165" Type="http://schemas.openxmlformats.org/officeDocument/2006/relationships/image" Target="../media/image1450.png"/><Relationship Id="rId186" Type="http://schemas.openxmlformats.org/officeDocument/2006/relationships/customXml" Target="../ink/ink3219.xml"/><Relationship Id="rId27" Type="http://schemas.openxmlformats.org/officeDocument/2006/relationships/image" Target="../media/image1098.png"/><Relationship Id="rId48" Type="http://schemas.openxmlformats.org/officeDocument/2006/relationships/customXml" Target="../ink/ink3150.xml"/><Relationship Id="rId69" Type="http://schemas.openxmlformats.org/officeDocument/2006/relationships/image" Target="../media/image1403.png"/><Relationship Id="rId113" Type="http://schemas.openxmlformats.org/officeDocument/2006/relationships/image" Target="../media/image1425.png"/><Relationship Id="rId134" Type="http://schemas.openxmlformats.org/officeDocument/2006/relationships/customXml" Target="../ink/ink3193.xml"/><Relationship Id="rId80" Type="http://schemas.openxmlformats.org/officeDocument/2006/relationships/customXml" Target="../ink/ink3166.xml"/><Relationship Id="rId155" Type="http://schemas.openxmlformats.org/officeDocument/2006/relationships/image" Target="../media/image1445.png"/><Relationship Id="rId176" Type="http://schemas.openxmlformats.org/officeDocument/2006/relationships/customXml" Target="../ink/ink3214.xml"/><Relationship Id="rId197" Type="http://schemas.openxmlformats.org/officeDocument/2006/relationships/image" Target="../media/image1469.png"/><Relationship Id="rId201" Type="http://schemas.openxmlformats.org/officeDocument/2006/relationships/image" Target="../media/image1471.png"/><Relationship Id="rId17" Type="http://schemas.openxmlformats.org/officeDocument/2006/relationships/image" Target="../media/image1092.png"/><Relationship Id="rId38" Type="http://schemas.openxmlformats.org/officeDocument/2006/relationships/customXml" Target="../ink/ink3145.xml"/><Relationship Id="rId59" Type="http://schemas.openxmlformats.org/officeDocument/2006/relationships/image" Target="../media/image1398.png"/><Relationship Id="rId103" Type="http://schemas.openxmlformats.org/officeDocument/2006/relationships/image" Target="../media/image1420.png"/><Relationship Id="rId124" Type="http://schemas.openxmlformats.org/officeDocument/2006/relationships/customXml" Target="../ink/ink3188.xml"/><Relationship Id="rId70" Type="http://schemas.openxmlformats.org/officeDocument/2006/relationships/customXml" Target="../ink/ink3161.xml"/><Relationship Id="rId91" Type="http://schemas.openxmlformats.org/officeDocument/2006/relationships/image" Target="../media/image1414.png"/><Relationship Id="rId145" Type="http://schemas.openxmlformats.org/officeDocument/2006/relationships/image" Target="../media/image1440.png"/><Relationship Id="rId166" Type="http://schemas.openxmlformats.org/officeDocument/2006/relationships/customXml" Target="../ink/ink3209.xml"/><Relationship Id="rId187" Type="http://schemas.openxmlformats.org/officeDocument/2006/relationships/image" Target="../media/image1464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3140.xml"/><Relationship Id="rId49" Type="http://schemas.openxmlformats.org/officeDocument/2006/relationships/image" Target="../media/image1393.png"/><Relationship Id="rId114" Type="http://schemas.openxmlformats.org/officeDocument/2006/relationships/customXml" Target="../ink/ink3183.xml"/><Relationship Id="rId60" Type="http://schemas.openxmlformats.org/officeDocument/2006/relationships/customXml" Target="../ink/ink3156.xml"/><Relationship Id="rId81" Type="http://schemas.openxmlformats.org/officeDocument/2006/relationships/image" Target="../media/image1409.png"/><Relationship Id="rId135" Type="http://schemas.openxmlformats.org/officeDocument/2006/relationships/image" Target="../media/image1435.png"/><Relationship Id="rId156" Type="http://schemas.openxmlformats.org/officeDocument/2006/relationships/customXml" Target="../ink/ink3204.xml"/><Relationship Id="rId177" Type="http://schemas.openxmlformats.org/officeDocument/2006/relationships/image" Target="../media/image1459.png"/><Relationship Id="rId198" Type="http://schemas.openxmlformats.org/officeDocument/2006/relationships/customXml" Target="../ink/ink3225.xml"/><Relationship Id="rId18" Type="http://schemas.openxmlformats.org/officeDocument/2006/relationships/customXml" Target="../ink/ink3135.xml"/><Relationship Id="rId39" Type="http://schemas.openxmlformats.org/officeDocument/2006/relationships/image" Target="../media/image1188.png"/><Relationship Id="rId50" Type="http://schemas.openxmlformats.org/officeDocument/2006/relationships/customXml" Target="../ink/ink3151.xml"/><Relationship Id="rId104" Type="http://schemas.openxmlformats.org/officeDocument/2006/relationships/customXml" Target="../ink/ink3178.xml"/><Relationship Id="rId125" Type="http://schemas.openxmlformats.org/officeDocument/2006/relationships/image" Target="../media/image877.png"/><Relationship Id="rId146" Type="http://schemas.openxmlformats.org/officeDocument/2006/relationships/customXml" Target="../ink/ink3199.xml"/><Relationship Id="rId167" Type="http://schemas.openxmlformats.org/officeDocument/2006/relationships/image" Target="../media/image1451.png"/><Relationship Id="rId188" Type="http://schemas.openxmlformats.org/officeDocument/2006/relationships/customXml" Target="../ink/ink3220.xml"/><Relationship Id="rId71" Type="http://schemas.openxmlformats.org/officeDocument/2006/relationships/image" Target="../media/image1404.png"/><Relationship Id="rId92" Type="http://schemas.openxmlformats.org/officeDocument/2006/relationships/customXml" Target="../ink/ink3172.xml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27.png"/><Relationship Id="rId21" Type="http://schemas.openxmlformats.org/officeDocument/2006/relationships/image" Target="../media/image1095.png"/><Relationship Id="rId63" Type="http://schemas.openxmlformats.org/officeDocument/2006/relationships/image" Target="../media/image1400.png"/><Relationship Id="rId159" Type="http://schemas.openxmlformats.org/officeDocument/2006/relationships/image" Target="../media/image1447.png"/><Relationship Id="rId170" Type="http://schemas.openxmlformats.org/officeDocument/2006/relationships/customXml" Target="../ink/ink3311.xml"/><Relationship Id="rId226" Type="http://schemas.openxmlformats.org/officeDocument/2006/relationships/customXml" Target="../ink/ink3339.xml"/><Relationship Id="rId107" Type="http://schemas.openxmlformats.org/officeDocument/2006/relationships/image" Target="../media/image1422.png"/><Relationship Id="rId11" Type="http://schemas.openxmlformats.org/officeDocument/2006/relationships/image" Target="../media/image1089.png"/><Relationship Id="rId32" Type="http://schemas.openxmlformats.org/officeDocument/2006/relationships/customXml" Target="../ink/ink3242.xml"/><Relationship Id="rId53" Type="http://schemas.openxmlformats.org/officeDocument/2006/relationships/image" Target="../media/image1395.png"/><Relationship Id="rId74" Type="http://schemas.openxmlformats.org/officeDocument/2006/relationships/customXml" Target="../ink/ink3263.xml"/><Relationship Id="rId128" Type="http://schemas.openxmlformats.org/officeDocument/2006/relationships/customXml" Target="../ink/ink3290.xml"/><Relationship Id="rId149" Type="http://schemas.openxmlformats.org/officeDocument/2006/relationships/image" Target="../media/image1442.png"/><Relationship Id="rId5" Type="http://schemas.openxmlformats.org/officeDocument/2006/relationships/image" Target="../media/image1086.png"/><Relationship Id="rId95" Type="http://schemas.openxmlformats.org/officeDocument/2006/relationships/image" Target="../media/image1416.png"/><Relationship Id="rId160" Type="http://schemas.openxmlformats.org/officeDocument/2006/relationships/customXml" Target="../ink/ink3306.xml"/><Relationship Id="rId181" Type="http://schemas.openxmlformats.org/officeDocument/2006/relationships/image" Target="../media/image1471.png"/><Relationship Id="rId216" Type="http://schemas.openxmlformats.org/officeDocument/2006/relationships/customXml" Target="../ink/ink3334.xml"/><Relationship Id="rId237" Type="http://schemas.openxmlformats.org/officeDocument/2006/relationships/image" Target="../media/image1499.png"/><Relationship Id="rId258" Type="http://schemas.openxmlformats.org/officeDocument/2006/relationships/customXml" Target="../ink/ink3355.xml"/><Relationship Id="rId22" Type="http://schemas.openxmlformats.org/officeDocument/2006/relationships/customXml" Target="../ink/ink3237.xml"/><Relationship Id="rId43" Type="http://schemas.openxmlformats.org/officeDocument/2006/relationships/image" Target="../media/image1390.png"/><Relationship Id="rId64" Type="http://schemas.openxmlformats.org/officeDocument/2006/relationships/customXml" Target="../ink/ink3258.xml"/><Relationship Id="rId118" Type="http://schemas.openxmlformats.org/officeDocument/2006/relationships/customXml" Target="../ink/ink3285.xml"/><Relationship Id="rId139" Type="http://schemas.openxmlformats.org/officeDocument/2006/relationships/image" Target="../media/image1437.png"/><Relationship Id="rId85" Type="http://schemas.openxmlformats.org/officeDocument/2006/relationships/image" Target="../media/image1411.png"/><Relationship Id="rId150" Type="http://schemas.openxmlformats.org/officeDocument/2006/relationships/customXml" Target="../ink/ink3301.xml"/><Relationship Id="rId171" Type="http://schemas.openxmlformats.org/officeDocument/2006/relationships/image" Target="../media/image1453.png"/><Relationship Id="rId192" Type="http://schemas.openxmlformats.org/officeDocument/2006/relationships/customXml" Target="../ink/ink3322.xml"/><Relationship Id="rId206" Type="http://schemas.openxmlformats.org/officeDocument/2006/relationships/customXml" Target="../ink/ink3329.xml"/><Relationship Id="rId227" Type="http://schemas.openxmlformats.org/officeDocument/2006/relationships/image" Target="../media/image1494.png"/><Relationship Id="rId248" Type="http://schemas.openxmlformats.org/officeDocument/2006/relationships/customXml" Target="../ink/ink3350.xml"/><Relationship Id="rId12" Type="http://schemas.openxmlformats.org/officeDocument/2006/relationships/customXml" Target="../ink/ink3232.xml"/><Relationship Id="rId33" Type="http://schemas.openxmlformats.org/officeDocument/2006/relationships/image" Target="../media/image1183.png"/><Relationship Id="rId108" Type="http://schemas.openxmlformats.org/officeDocument/2006/relationships/customXml" Target="../ink/ink3280.xml"/><Relationship Id="rId129" Type="http://schemas.openxmlformats.org/officeDocument/2006/relationships/image" Target="../media/image1432.png"/><Relationship Id="rId54" Type="http://schemas.openxmlformats.org/officeDocument/2006/relationships/customXml" Target="../ink/ink3253.xml"/><Relationship Id="rId75" Type="http://schemas.openxmlformats.org/officeDocument/2006/relationships/image" Target="../media/image1406.png"/><Relationship Id="rId96" Type="http://schemas.openxmlformats.org/officeDocument/2006/relationships/customXml" Target="../ink/ink3274.xml"/><Relationship Id="rId140" Type="http://schemas.openxmlformats.org/officeDocument/2006/relationships/customXml" Target="../ink/ink3296.xml"/><Relationship Id="rId161" Type="http://schemas.openxmlformats.org/officeDocument/2006/relationships/image" Target="../media/image1448.png"/><Relationship Id="rId182" Type="http://schemas.openxmlformats.org/officeDocument/2006/relationships/customXml" Target="../ink/ink3317.xml"/><Relationship Id="rId217" Type="http://schemas.openxmlformats.org/officeDocument/2006/relationships/image" Target="../media/image1489.png"/><Relationship Id="rId6" Type="http://schemas.openxmlformats.org/officeDocument/2006/relationships/customXml" Target="../ink/ink3229.xml"/><Relationship Id="rId238" Type="http://schemas.openxmlformats.org/officeDocument/2006/relationships/customXml" Target="../ink/ink3345.xml"/><Relationship Id="rId259" Type="http://schemas.openxmlformats.org/officeDocument/2006/relationships/image" Target="../media/image1510.png"/><Relationship Id="rId23" Type="http://schemas.openxmlformats.org/officeDocument/2006/relationships/image" Target="../media/image1096.png"/><Relationship Id="rId119" Type="http://schemas.openxmlformats.org/officeDocument/2006/relationships/image" Target="../media/image1428.png"/><Relationship Id="rId44" Type="http://schemas.openxmlformats.org/officeDocument/2006/relationships/customXml" Target="../ink/ink3248.xml"/><Relationship Id="rId65" Type="http://schemas.openxmlformats.org/officeDocument/2006/relationships/image" Target="../media/image1401.png"/><Relationship Id="rId86" Type="http://schemas.openxmlformats.org/officeDocument/2006/relationships/customXml" Target="../ink/ink3269.xml"/><Relationship Id="rId130" Type="http://schemas.openxmlformats.org/officeDocument/2006/relationships/customXml" Target="../ink/ink3291.xml"/><Relationship Id="rId151" Type="http://schemas.openxmlformats.org/officeDocument/2006/relationships/image" Target="../media/image1443.png"/><Relationship Id="rId172" Type="http://schemas.openxmlformats.org/officeDocument/2006/relationships/customXml" Target="../ink/ink3312.xml"/><Relationship Id="rId193" Type="http://schemas.openxmlformats.org/officeDocument/2006/relationships/image" Target="../media/image1477.png"/><Relationship Id="rId207" Type="http://schemas.openxmlformats.org/officeDocument/2006/relationships/image" Target="../media/image1484.png"/><Relationship Id="rId228" Type="http://schemas.openxmlformats.org/officeDocument/2006/relationships/customXml" Target="../ink/ink3340.xml"/><Relationship Id="rId249" Type="http://schemas.openxmlformats.org/officeDocument/2006/relationships/image" Target="../media/image1505.png"/><Relationship Id="rId13" Type="http://schemas.openxmlformats.org/officeDocument/2006/relationships/image" Target="../media/image1090.png"/><Relationship Id="rId109" Type="http://schemas.openxmlformats.org/officeDocument/2006/relationships/image" Target="../media/image1423.png"/><Relationship Id="rId260" Type="http://schemas.openxmlformats.org/officeDocument/2006/relationships/customXml" Target="../ink/ink3356.xml"/><Relationship Id="rId34" Type="http://schemas.openxmlformats.org/officeDocument/2006/relationships/customXml" Target="../ink/ink3243.xml"/><Relationship Id="rId55" Type="http://schemas.openxmlformats.org/officeDocument/2006/relationships/image" Target="../media/image1396.png"/><Relationship Id="rId76" Type="http://schemas.openxmlformats.org/officeDocument/2006/relationships/customXml" Target="../ink/ink3264.xml"/><Relationship Id="rId97" Type="http://schemas.openxmlformats.org/officeDocument/2006/relationships/image" Target="../media/image1417.png"/><Relationship Id="rId120" Type="http://schemas.openxmlformats.org/officeDocument/2006/relationships/customXml" Target="../ink/ink3286.xml"/><Relationship Id="rId141" Type="http://schemas.openxmlformats.org/officeDocument/2006/relationships/image" Target="../media/image1438.png"/><Relationship Id="rId7" Type="http://schemas.openxmlformats.org/officeDocument/2006/relationships/image" Target="../media/image1087.png"/><Relationship Id="rId162" Type="http://schemas.openxmlformats.org/officeDocument/2006/relationships/customXml" Target="../ink/ink3307.xml"/><Relationship Id="rId183" Type="http://schemas.openxmlformats.org/officeDocument/2006/relationships/image" Target="../media/image1472.png"/><Relationship Id="rId218" Type="http://schemas.openxmlformats.org/officeDocument/2006/relationships/customXml" Target="../ink/ink3335.xml"/><Relationship Id="rId239" Type="http://schemas.openxmlformats.org/officeDocument/2006/relationships/image" Target="../media/image1500.png"/><Relationship Id="rId250" Type="http://schemas.openxmlformats.org/officeDocument/2006/relationships/customXml" Target="../ink/ink3351.xml"/><Relationship Id="rId24" Type="http://schemas.openxmlformats.org/officeDocument/2006/relationships/customXml" Target="../ink/ink3238.xml"/><Relationship Id="rId45" Type="http://schemas.openxmlformats.org/officeDocument/2006/relationships/image" Target="../media/image1391.png"/><Relationship Id="rId66" Type="http://schemas.openxmlformats.org/officeDocument/2006/relationships/customXml" Target="../ink/ink3259.xml"/><Relationship Id="rId87" Type="http://schemas.openxmlformats.org/officeDocument/2006/relationships/image" Target="../media/image1412.png"/><Relationship Id="rId110" Type="http://schemas.openxmlformats.org/officeDocument/2006/relationships/customXml" Target="../ink/ink3281.xml"/><Relationship Id="rId131" Type="http://schemas.openxmlformats.org/officeDocument/2006/relationships/image" Target="../media/image1433.png"/><Relationship Id="rId152" Type="http://schemas.openxmlformats.org/officeDocument/2006/relationships/customXml" Target="../ink/ink3302.xml"/><Relationship Id="rId173" Type="http://schemas.openxmlformats.org/officeDocument/2006/relationships/image" Target="../media/image1457.png"/><Relationship Id="rId194" Type="http://schemas.openxmlformats.org/officeDocument/2006/relationships/customXml" Target="../ink/ink3323.xml"/><Relationship Id="rId208" Type="http://schemas.openxmlformats.org/officeDocument/2006/relationships/customXml" Target="../ink/ink3330.xml"/><Relationship Id="rId229" Type="http://schemas.openxmlformats.org/officeDocument/2006/relationships/image" Target="../media/image1495.png"/><Relationship Id="rId240" Type="http://schemas.openxmlformats.org/officeDocument/2006/relationships/customXml" Target="../ink/ink3346.xml"/><Relationship Id="rId261" Type="http://schemas.openxmlformats.org/officeDocument/2006/relationships/image" Target="../media/image1511.png"/><Relationship Id="rId14" Type="http://schemas.openxmlformats.org/officeDocument/2006/relationships/customXml" Target="../ink/ink3233.xml"/><Relationship Id="rId35" Type="http://schemas.openxmlformats.org/officeDocument/2006/relationships/image" Target="../media/image1184.png"/><Relationship Id="rId56" Type="http://schemas.openxmlformats.org/officeDocument/2006/relationships/customXml" Target="../ink/ink3254.xml"/><Relationship Id="rId77" Type="http://schemas.openxmlformats.org/officeDocument/2006/relationships/image" Target="../media/image1407.png"/><Relationship Id="rId100" Type="http://schemas.openxmlformats.org/officeDocument/2006/relationships/customXml" Target="../ink/ink3276.xml"/><Relationship Id="rId8" Type="http://schemas.openxmlformats.org/officeDocument/2006/relationships/customXml" Target="../ink/ink3230.xml"/><Relationship Id="rId98" Type="http://schemas.openxmlformats.org/officeDocument/2006/relationships/customXml" Target="../ink/ink3275.xml"/><Relationship Id="rId121" Type="http://schemas.openxmlformats.org/officeDocument/2006/relationships/image" Target="../media/image1429.png"/><Relationship Id="rId142" Type="http://schemas.openxmlformats.org/officeDocument/2006/relationships/customXml" Target="../ink/ink3297.xml"/><Relationship Id="rId163" Type="http://schemas.openxmlformats.org/officeDocument/2006/relationships/image" Target="../media/image1449.png"/><Relationship Id="rId184" Type="http://schemas.openxmlformats.org/officeDocument/2006/relationships/customXml" Target="../ink/ink3318.xml"/><Relationship Id="rId219" Type="http://schemas.openxmlformats.org/officeDocument/2006/relationships/image" Target="../media/image1490.png"/><Relationship Id="rId230" Type="http://schemas.openxmlformats.org/officeDocument/2006/relationships/customXml" Target="../ink/ink3341.xml"/><Relationship Id="rId251" Type="http://schemas.openxmlformats.org/officeDocument/2006/relationships/image" Target="../media/image1506.png"/><Relationship Id="rId25" Type="http://schemas.openxmlformats.org/officeDocument/2006/relationships/image" Target="../media/image1097.png"/><Relationship Id="rId46" Type="http://schemas.openxmlformats.org/officeDocument/2006/relationships/customXml" Target="../ink/ink3249.xml"/><Relationship Id="rId67" Type="http://schemas.openxmlformats.org/officeDocument/2006/relationships/image" Target="../media/image1402.png"/><Relationship Id="rId88" Type="http://schemas.openxmlformats.org/officeDocument/2006/relationships/customXml" Target="../ink/ink3270.xml"/><Relationship Id="rId111" Type="http://schemas.openxmlformats.org/officeDocument/2006/relationships/image" Target="../media/image1424.png"/><Relationship Id="rId132" Type="http://schemas.openxmlformats.org/officeDocument/2006/relationships/customXml" Target="../ink/ink3292.xml"/><Relationship Id="rId153" Type="http://schemas.openxmlformats.org/officeDocument/2006/relationships/image" Target="../media/image1444.png"/><Relationship Id="rId174" Type="http://schemas.openxmlformats.org/officeDocument/2006/relationships/customXml" Target="../ink/ink3313.xml"/><Relationship Id="rId195" Type="http://schemas.openxmlformats.org/officeDocument/2006/relationships/image" Target="../media/image1478.png"/><Relationship Id="rId209" Type="http://schemas.openxmlformats.org/officeDocument/2006/relationships/image" Target="../media/image1485.png"/><Relationship Id="rId220" Type="http://schemas.openxmlformats.org/officeDocument/2006/relationships/customXml" Target="../ink/ink3336.xml"/><Relationship Id="rId241" Type="http://schemas.openxmlformats.org/officeDocument/2006/relationships/image" Target="../media/image1501.png"/><Relationship Id="rId15" Type="http://schemas.openxmlformats.org/officeDocument/2006/relationships/image" Target="../media/image1091.png"/><Relationship Id="rId36" Type="http://schemas.openxmlformats.org/officeDocument/2006/relationships/customXml" Target="../ink/ink3244.xml"/><Relationship Id="rId57" Type="http://schemas.openxmlformats.org/officeDocument/2006/relationships/image" Target="../media/image1397.png"/><Relationship Id="rId262" Type="http://schemas.openxmlformats.org/officeDocument/2006/relationships/customXml" Target="../ink/ink3357.xml"/><Relationship Id="rId78" Type="http://schemas.openxmlformats.org/officeDocument/2006/relationships/customXml" Target="../ink/ink3265.xml"/><Relationship Id="rId99" Type="http://schemas.openxmlformats.org/officeDocument/2006/relationships/image" Target="../media/image1418.png"/><Relationship Id="rId101" Type="http://schemas.openxmlformats.org/officeDocument/2006/relationships/image" Target="../media/image1419.png"/><Relationship Id="rId122" Type="http://schemas.openxmlformats.org/officeDocument/2006/relationships/customXml" Target="../ink/ink3287.xml"/><Relationship Id="rId143" Type="http://schemas.openxmlformats.org/officeDocument/2006/relationships/image" Target="../media/image1439.png"/><Relationship Id="rId164" Type="http://schemas.openxmlformats.org/officeDocument/2006/relationships/customXml" Target="../ink/ink3308.xml"/><Relationship Id="rId185" Type="http://schemas.openxmlformats.org/officeDocument/2006/relationships/image" Target="../media/image1473.png"/><Relationship Id="rId9" Type="http://schemas.openxmlformats.org/officeDocument/2006/relationships/image" Target="../media/image1088.png"/><Relationship Id="rId210" Type="http://schemas.openxmlformats.org/officeDocument/2006/relationships/customXml" Target="../ink/ink3331.xml"/><Relationship Id="rId26" Type="http://schemas.openxmlformats.org/officeDocument/2006/relationships/customXml" Target="../ink/ink3239.xml"/><Relationship Id="rId231" Type="http://schemas.openxmlformats.org/officeDocument/2006/relationships/image" Target="../media/image1496.png"/><Relationship Id="rId252" Type="http://schemas.openxmlformats.org/officeDocument/2006/relationships/customXml" Target="../ink/ink3352.xml"/><Relationship Id="rId47" Type="http://schemas.openxmlformats.org/officeDocument/2006/relationships/image" Target="../media/image1392.png"/><Relationship Id="rId68" Type="http://schemas.openxmlformats.org/officeDocument/2006/relationships/customXml" Target="../ink/ink3260.xml"/><Relationship Id="rId89" Type="http://schemas.openxmlformats.org/officeDocument/2006/relationships/image" Target="../media/image1413.png"/><Relationship Id="rId112" Type="http://schemas.openxmlformats.org/officeDocument/2006/relationships/customXml" Target="../ink/ink3282.xml"/><Relationship Id="rId133" Type="http://schemas.openxmlformats.org/officeDocument/2006/relationships/image" Target="../media/image1434.png"/><Relationship Id="rId154" Type="http://schemas.openxmlformats.org/officeDocument/2006/relationships/customXml" Target="../ink/ink3303.xml"/><Relationship Id="rId175" Type="http://schemas.openxmlformats.org/officeDocument/2006/relationships/image" Target="../media/image1458.png"/><Relationship Id="rId196" Type="http://schemas.openxmlformats.org/officeDocument/2006/relationships/customXml" Target="../ink/ink3324.xml"/><Relationship Id="rId200" Type="http://schemas.openxmlformats.org/officeDocument/2006/relationships/customXml" Target="../ink/ink3326.xml"/><Relationship Id="rId16" Type="http://schemas.openxmlformats.org/officeDocument/2006/relationships/customXml" Target="../ink/ink3234.xml"/><Relationship Id="rId221" Type="http://schemas.openxmlformats.org/officeDocument/2006/relationships/image" Target="../media/image1491.png"/><Relationship Id="rId242" Type="http://schemas.openxmlformats.org/officeDocument/2006/relationships/customXml" Target="../ink/ink3347.xml"/><Relationship Id="rId263" Type="http://schemas.openxmlformats.org/officeDocument/2006/relationships/image" Target="../media/image1512.png"/><Relationship Id="rId37" Type="http://schemas.openxmlformats.org/officeDocument/2006/relationships/image" Target="../media/image1185.png"/><Relationship Id="rId58" Type="http://schemas.openxmlformats.org/officeDocument/2006/relationships/customXml" Target="../ink/ink3255.xml"/><Relationship Id="rId79" Type="http://schemas.openxmlformats.org/officeDocument/2006/relationships/image" Target="../media/image1408.png"/><Relationship Id="rId102" Type="http://schemas.openxmlformats.org/officeDocument/2006/relationships/customXml" Target="../ink/ink3277.xml"/><Relationship Id="rId123" Type="http://schemas.openxmlformats.org/officeDocument/2006/relationships/image" Target="../media/image1430.png"/><Relationship Id="rId144" Type="http://schemas.openxmlformats.org/officeDocument/2006/relationships/customXml" Target="../ink/ink3298.xml"/><Relationship Id="rId90" Type="http://schemas.openxmlformats.org/officeDocument/2006/relationships/customXml" Target="../ink/ink3271.xml"/><Relationship Id="rId165" Type="http://schemas.openxmlformats.org/officeDocument/2006/relationships/image" Target="../media/image1450.png"/><Relationship Id="rId186" Type="http://schemas.openxmlformats.org/officeDocument/2006/relationships/customXml" Target="../ink/ink3319.xml"/><Relationship Id="rId211" Type="http://schemas.openxmlformats.org/officeDocument/2006/relationships/image" Target="../media/image1486.png"/><Relationship Id="rId232" Type="http://schemas.openxmlformats.org/officeDocument/2006/relationships/customXml" Target="../ink/ink3342.xml"/><Relationship Id="rId253" Type="http://schemas.openxmlformats.org/officeDocument/2006/relationships/image" Target="../media/image1507.png"/><Relationship Id="rId27" Type="http://schemas.openxmlformats.org/officeDocument/2006/relationships/image" Target="../media/image1098.png"/><Relationship Id="rId48" Type="http://schemas.openxmlformats.org/officeDocument/2006/relationships/customXml" Target="../ink/ink3250.xml"/><Relationship Id="rId69" Type="http://schemas.openxmlformats.org/officeDocument/2006/relationships/image" Target="../media/image1403.png"/><Relationship Id="rId113" Type="http://schemas.openxmlformats.org/officeDocument/2006/relationships/image" Target="../media/image1425.png"/><Relationship Id="rId134" Type="http://schemas.openxmlformats.org/officeDocument/2006/relationships/customXml" Target="../ink/ink3293.xml"/><Relationship Id="rId80" Type="http://schemas.openxmlformats.org/officeDocument/2006/relationships/customXml" Target="../ink/ink3266.xml"/><Relationship Id="rId155" Type="http://schemas.openxmlformats.org/officeDocument/2006/relationships/image" Target="../media/image1445.png"/><Relationship Id="rId176" Type="http://schemas.openxmlformats.org/officeDocument/2006/relationships/customXml" Target="../ink/ink3314.xml"/><Relationship Id="rId197" Type="http://schemas.openxmlformats.org/officeDocument/2006/relationships/image" Target="../media/image1479.png"/><Relationship Id="rId201" Type="http://schemas.openxmlformats.org/officeDocument/2006/relationships/image" Target="../media/image1481.png"/><Relationship Id="rId222" Type="http://schemas.openxmlformats.org/officeDocument/2006/relationships/customXml" Target="../ink/ink3337.xml"/><Relationship Id="rId243" Type="http://schemas.openxmlformats.org/officeDocument/2006/relationships/image" Target="../media/image1502.png"/><Relationship Id="rId264" Type="http://schemas.openxmlformats.org/officeDocument/2006/relationships/customXml" Target="../ink/ink3358.xml"/><Relationship Id="rId17" Type="http://schemas.openxmlformats.org/officeDocument/2006/relationships/image" Target="../media/image1092.png"/><Relationship Id="rId38" Type="http://schemas.openxmlformats.org/officeDocument/2006/relationships/customXml" Target="../ink/ink3245.xml"/><Relationship Id="rId59" Type="http://schemas.openxmlformats.org/officeDocument/2006/relationships/image" Target="../media/image1398.png"/><Relationship Id="rId103" Type="http://schemas.openxmlformats.org/officeDocument/2006/relationships/image" Target="../media/image1420.png"/><Relationship Id="rId124" Type="http://schemas.openxmlformats.org/officeDocument/2006/relationships/customXml" Target="../ink/ink3288.xml"/><Relationship Id="rId70" Type="http://schemas.openxmlformats.org/officeDocument/2006/relationships/customXml" Target="../ink/ink3261.xml"/><Relationship Id="rId91" Type="http://schemas.openxmlformats.org/officeDocument/2006/relationships/image" Target="../media/image1414.png"/><Relationship Id="rId145" Type="http://schemas.openxmlformats.org/officeDocument/2006/relationships/image" Target="../media/image1440.png"/><Relationship Id="rId166" Type="http://schemas.openxmlformats.org/officeDocument/2006/relationships/customXml" Target="../ink/ink3309.xml"/><Relationship Id="rId187" Type="http://schemas.openxmlformats.org/officeDocument/2006/relationships/image" Target="../media/image147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332.xml"/><Relationship Id="rId233" Type="http://schemas.openxmlformats.org/officeDocument/2006/relationships/image" Target="../media/image1497.png"/><Relationship Id="rId254" Type="http://schemas.openxmlformats.org/officeDocument/2006/relationships/customXml" Target="../ink/ink3353.xml"/><Relationship Id="rId28" Type="http://schemas.openxmlformats.org/officeDocument/2006/relationships/customXml" Target="../ink/ink3240.xml"/><Relationship Id="rId49" Type="http://schemas.openxmlformats.org/officeDocument/2006/relationships/image" Target="../media/image1393.png"/><Relationship Id="rId114" Type="http://schemas.openxmlformats.org/officeDocument/2006/relationships/customXml" Target="../ink/ink3283.xml"/><Relationship Id="rId60" Type="http://schemas.openxmlformats.org/officeDocument/2006/relationships/customXml" Target="../ink/ink3256.xml"/><Relationship Id="rId81" Type="http://schemas.openxmlformats.org/officeDocument/2006/relationships/image" Target="../media/image1409.png"/><Relationship Id="rId135" Type="http://schemas.openxmlformats.org/officeDocument/2006/relationships/image" Target="../media/image1435.png"/><Relationship Id="rId156" Type="http://schemas.openxmlformats.org/officeDocument/2006/relationships/customXml" Target="../ink/ink3304.xml"/><Relationship Id="rId177" Type="http://schemas.openxmlformats.org/officeDocument/2006/relationships/image" Target="../media/image1469.png"/><Relationship Id="rId198" Type="http://schemas.openxmlformats.org/officeDocument/2006/relationships/customXml" Target="../ink/ink3325.xml"/><Relationship Id="rId202" Type="http://schemas.openxmlformats.org/officeDocument/2006/relationships/customXml" Target="../ink/ink3327.xml"/><Relationship Id="rId223" Type="http://schemas.openxmlformats.org/officeDocument/2006/relationships/image" Target="../media/image1492.png"/><Relationship Id="rId244" Type="http://schemas.openxmlformats.org/officeDocument/2006/relationships/customXml" Target="../ink/ink3348.xml"/><Relationship Id="rId18" Type="http://schemas.openxmlformats.org/officeDocument/2006/relationships/customXml" Target="../ink/ink3235.xml"/><Relationship Id="rId39" Type="http://schemas.openxmlformats.org/officeDocument/2006/relationships/image" Target="../media/image1188.png"/><Relationship Id="rId265" Type="http://schemas.openxmlformats.org/officeDocument/2006/relationships/image" Target="../media/image1513.png"/><Relationship Id="rId50" Type="http://schemas.openxmlformats.org/officeDocument/2006/relationships/customXml" Target="../ink/ink3251.xml"/><Relationship Id="rId104" Type="http://schemas.openxmlformats.org/officeDocument/2006/relationships/customXml" Target="../ink/ink3278.xml"/><Relationship Id="rId125" Type="http://schemas.openxmlformats.org/officeDocument/2006/relationships/image" Target="../media/image877.png"/><Relationship Id="rId146" Type="http://schemas.openxmlformats.org/officeDocument/2006/relationships/customXml" Target="../ink/ink3299.xml"/><Relationship Id="rId167" Type="http://schemas.openxmlformats.org/officeDocument/2006/relationships/image" Target="../media/image1451.png"/><Relationship Id="rId188" Type="http://schemas.openxmlformats.org/officeDocument/2006/relationships/customXml" Target="../ink/ink3320.xml"/><Relationship Id="rId71" Type="http://schemas.openxmlformats.org/officeDocument/2006/relationships/image" Target="../media/image1404.png"/><Relationship Id="rId92" Type="http://schemas.openxmlformats.org/officeDocument/2006/relationships/customXml" Target="../ink/ink3272.xml"/><Relationship Id="rId213" Type="http://schemas.openxmlformats.org/officeDocument/2006/relationships/image" Target="../media/image1487.png"/><Relationship Id="rId234" Type="http://schemas.openxmlformats.org/officeDocument/2006/relationships/customXml" Target="../ink/ink3343.xml"/><Relationship Id="rId2" Type="http://schemas.openxmlformats.org/officeDocument/2006/relationships/customXml" Target="../ink/ink3227.xml"/><Relationship Id="rId29" Type="http://schemas.openxmlformats.org/officeDocument/2006/relationships/image" Target="../media/image1181.png"/><Relationship Id="rId255" Type="http://schemas.openxmlformats.org/officeDocument/2006/relationships/image" Target="../media/image1508.png"/><Relationship Id="rId40" Type="http://schemas.openxmlformats.org/officeDocument/2006/relationships/customXml" Target="../ink/ink3246.xml"/><Relationship Id="rId115" Type="http://schemas.openxmlformats.org/officeDocument/2006/relationships/image" Target="../media/image1426.png"/><Relationship Id="rId136" Type="http://schemas.openxmlformats.org/officeDocument/2006/relationships/customXml" Target="../ink/ink3294.xml"/><Relationship Id="rId157" Type="http://schemas.openxmlformats.org/officeDocument/2006/relationships/image" Target="../media/image1446.png"/><Relationship Id="rId178" Type="http://schemas.openxmlformats.org/officeDocument/2006/relationships/customXml" Target="../ink/ink3315.xml"/><Relationship Id="rId61" Type="http://schemas.openxmlformats.org/officeDocument/2006/relationships/image" Target="../media/image1399.png"/><Relationship Id="rId82" Type="http://schemas.openxmlformats.org/officeDocument/2006/relationships/customXml" Target="../ink/ink3267.xml"/><Relationship Id="rId199" Type="http://schemas.openxmlformats.org/officeDocument/2006/relationships/image" Target="../media/image1480.png"/><Relationship Id="rId203" Type="http://schemas.openxmlformats.org/officeDocument/2006/relationships/image" Target="../media/image1482.png"/><Relationship Id="rId19" Type="http://schemas.openxmlformats.org/officeDocument/2006/relationships/image" Target="../media/image1094.png"/><Relationship Id="rId224" Type="http://schemas.openxmlformats.org/officeDocument/2006/relationships/customXml" Target="../ink/ink3338.xml"/><Relationship Id="rId245" Type="http://schemas.openxmlformats.org/officeDocument/2006/relationships/image" Target="../media/image1503.png"/><Relationship Id="rId30" Type="http://schemas.openxmlformats.org/officeDocument/2006/relationships/customXml" Target="../ink/ink3241.xml"/><Relationship Id="rId105" Type="http://schemas.openxmlformats.org/officeDocument/2006/relationships/image" Target="../media/image1421.png"/><Relationship Id="rId126" Type="http://schemas.openxmlformats.org/officeDocument/2006/relationships/customXml" Target="../ink/ink3289.xml"/><Relationship Id="rId147" Type="http://schemas.openxmlformats.org/officeDocument/2006/relationships/image" Target="../media/image1441.png"/><Relationship Id="rId168" Type="http://schemas.openxmlformats.org/officeDocument/2006/relationships/customXml" Target="../ink/ink3310.xml"/><Relationship Id="rId51" Type="http://schemas.openxmlformats.org/officeDocument/2006/relationships/image" Target="../media/image1394.png"/><Relationship Id="rId72" Type="http://schemas.openxmlformats.org/officeDocument/2006/relationships/customXml" Target="../ink/ink3262.xml"/><Relationship Id="rId93" Type="http://schemas.openxmlformats.org/officeDocument/2006/relationships/image" Target="../media/image1415.png"/><Relationship Id="rId189" Type="http://schemas.openxmlformats.org/officeDocument/2006/relationships/image" Target="../media/image1475.png"/><Relationship Id="rId3" Type="http://schemas.openxmlformats.org/officeDocument/2006/relationships/image" Target="../media/image1085.png"/><Relationship Id="rId214" Type="http://schemas.openxmlformats.org/officeDocument/2006/relationships/customXml" Target="../ink/ink3333.xml"/><Relationship Id="rId235" Type="http://schemas.openxmlformats.org/officeDocument/2006/relationships/image" Target="../media/image1498.png"/><Relationship Id="rId256" Type="http://schemas.openxmlformats.org/officeDocument/2006/relationships/customXml" Target="../ink/ink3354.xml"/><Relationship Id="rId116" Type="http://schemas.openxmlformats.org/officeDocument/2006/relationships/customXml" Target="../ink/ink3284.xml"/><Relationship Id="rId137" Type="http://schemas.openxmlformats.org/officeDocument/2006/relationships/image" Target="../media/image1436.png"/><Relationship Id="rId158" Type="http://schemas.openxmlformats.org/officeDocument/2006/relationships/customXml" Target="../ink/ink3305.xml"/><Relationship Id="rId20" Type="http://schemas.openxmlformats.org/officeDocument/2006/relationships/customXml" Target="../ink/ink3236.xml"/><Relationship Id="rId41" Type="http://schemas.openxmlformats.org/officeDocument/2006/relationships/image" Target="../media/image482.png"/><Relationship Id="rId62" Type="http://schemas.openxmlformats.org/officeDocument/2006/relationships/customXml" Target="../ink/ink3257.xml"/><Relationship Id="rId83" Type="http://schemas.openxmlformats.org/officeDocument/2006/relationships/image" Target="../media/image1410.png"/><Relationship Id="rId179" Type="http://schemas.openxmlformats.org/officeDocument/2006/relationships/image" Target="../media/image1470.png"/><Relationship Id="rId190" Type="http://schemas.openxmlformats.org/officeDocument/2006/relationships/customXml" Target="../ink/ink3321.xml"/><Relationship Id="rId204" Type="http://schemas.openxmlformats.org/officeDocument/2006/relationships/customXml" Target="../ink/ink3328.xml"/><Relationship Id="rId225" Type="http://schemas.openxmlformats.org/officeDocument/2006/relationships/image" Target="../media/image1493.png"/><Relationship Id="rId246" Type="http://schemas.openxmlformats.org/officeDocument/2006/relationships/customXml" Target="../ink/ink3349.xml"/><Relationship Id="rId106" Type="http://schemas.openxmlformats.org/officeDocument/2006/relationships/customXml" Target="../ink/ink3279.xml"/><Relationship Id="rId127" Type="http://schemas.openxmlformats.org/officeDocument/2006/relationships/image" Target="../media/image1431.png"/><Relationship Id="rId10" Type="http://schemas.openxmlformats.org/officeDocument/2006/relationships/customXml" Target="../ink/ink3231.xml"/><Relationship Id="rId31" Type="http://schemas.openxmlformats.org/officeDocument/2006/relationships/image" Target="../media/image1182.png"/><Relationship Id="rId52" Type="http://schemas.openxmlformats.org/officeDocument/2006/relationships/customXml" Target="../ink/ink3252.xml"/><Relationship Id="rId73" Type="http://schemas.openxmlformats.org/officeDocument/2006/relationships/image" Target="../media/image1405.png"/><Relationship Id="rId94" Type="http://schemas.openxmlformats.org/officeDocument/2006/relationships/customXml" Target="../ink/ink3273.xml"/><Relationship Id="rId148" Type="http://schemas.openxmlformats.org/officeDocument/2006/relationships/customXml" Target="../ink/ink3300.xml"/><Relationship Id="rId169" Type="http://schemas.openxmlformats.org/officeDocument/2006/relationships/image" Target="../media/image1452.png"/><Relationship Id="rId4" Type="http://schemas.openxmlformats.org/officeDocument/2006/relationships/customXml" Target="../ink/ink3228.xml"/><Relationship Id="rId180" Type="http://schemas.openxmlformats.org/officeDocument/2006/relationships/customXml" Target="../ink/ink3316.xml"/><Relationship Id="rId215" Type="http://schemas.openxmlformats.org/officeDocument/2006/relationships/image" Target="../media/image1488.png"/><Relationship Id="rId236" Type="http://schemas.openxmlformats.org/officeDocument/2006/relationships/customXml" Target="../ink/ink3344.xml"/><Relationship Id="rId257" Type="http://schemas.openxmlformats.org/officeDocument/2006/relationships/image" Target="../media/image1509.png"/><Relationship Id="rId42" Type="http://schemas.openxmlformats.org/officeDocument/2006/relationships/customXml" Target="../ink/ink3247.xml"/><Relationship Id="rId84" Type="http://schemas.openxmlformats.org/officeDocument/2006/relationships/customXml" Target="../ink/ink3268.xml"/><Relationship Id="rId138" Type="http://schemas.openxmlformats.org/officeDocument/2006/relationships/customXml" Target="../ink/ink3295.xml"/><Relationship Id="rId191" Type="http://schemas.openxmlformats.org/officeDocument/2006/relationships/image" Target="../media/image1476.png"/><Relationship Id="rId205" Type="http://schemas.openxmlformats.org/officeDocument/2006/relationships/image" Target="../media/image1483.png"/><Relationship Id="rId247" Type="http://schemas.openxmlformats.org/officeDocument/2006/relationships/image" Target="../media/image15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35CB-0CF2-7975-CE74-0A425CE8E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Queue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3B526-37FC-0D10-DB7F-72E4CE92FE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0522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70413-D288-098B-DEF0-799B8A40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Queue Abstract Datatype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1CE7E-DA5C-8567-65F7-B5211A770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It is a sequence of objects collected into a queue with a First-in First Out (FIFO) discipline</a:t>
            </a:r>
          </a:p>
          <a:p>
            <a:pPr marL="0" indent="0">
              <a:buNone/>
            </a:pPr>
            <a:r>
              <a:rPr lang="en-ZA" dirty="0"/>
              <a:t>Operations:</a:t>
            </a:r>
          </a:p>
          <a:p>
            <a:pPr marL="0" indent="0">
              <a:buNone/>
            </a:pPr>
            <a:r>
              <a:rPr lang="en-ZA" dirty="0"/>
              <a:t>	enqueue: add an object to the end of the queue</a:t>
            </a:r>
          </a:p>
          <a:p>
            <a:pPr marL="0" indent="0">
              <a:buNone/>
            </a:pPr>
            <a:r>
              <a:rPr lang="en-ZA" dirty="0"/>
              <a:t>	dequeue: remove an object from the front of the queue</a:t>
            </a:r>
          </a:p>
        </p:txBody>
      </p:sp>
    </p:spTree>
    <p:extLst>
      <p:ext uri="{BB962C8B-B14F-4D97-AF65-F5344CB8AC3E}">
        <p14:creationId xmlns:p14="http://schemas.microsoft.com/office/powerpoint/2010/main" val="1743806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9D52-31C4-A471-5682-6D55D4967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Queue using a static array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8EB805-08F6-FDE8-3FBA-7C93EC48E88E}"/>
                  </a:ext>
                </a:extLst>
              </p14:cNvPr>
              <p14:cNvContentPartPr/>
              <p14:nvPr/>
            </p14:nvContentPartPr>
            <p14:xfrm>
              <a:off x="1670760" y="2115936"/>
              <a:ext cx="12600" cy="355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8EB805-08F6-FDE8-3FBA-7C93EC48E8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6440" y="2111616"/>
                <a:ext cx="2124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C717083-2C8B-5EB7-E867-B6A459D7DBDC}"/>
                  </a:ext>
                </a:extLst>
              </p14:cNvPr>
              <p14:cNvContentPartPr/>
              <p14:nvPr/>
            </p14:nvContentPartPr>
            <p14:xfrm>
              <a:off x="1668600" y="2022696"/>
              <a:ext cx="2689200" cy="97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C717083-2C8B-5EB7-E867-B6A459D7DB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4280" y="2018376"/>
                <a:ext cx="26978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434AFF8-8FCB-C216-C95F-034C3806CEAA}"/>
                  </a:ext>
                </a:extLst>
              </p14:cNvPr>
              <p14:cNvContentPartPr/>
              <p14:nvPr/>
            </p14:nvContentPartPr>
            <p14:xfrm>
              <a:off x="1690200" y="2361456"/>
              <a:ext cx="2690280" cy="109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434AFF8-8FCB-C216-C95F-034C3806CE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85880" y="2357136"/>
                <a:ext cx="26989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B39ED22-B548-3FBE-B7BC-5E987C974ADB}"/>
                  </a:ext>
                </a:extLst>
              </p14:cNvPr>
              <p14:cNvContentPartPr/>
              <p14:nvPr/>
            </p14:nvContentPartPr>
            <p14:xfrm>
              <a:off x="4360320" y="2001456"/>
              <a:ext cx="25560" cy="397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B39ED22-B548-3FBE-B7BC-5E987C974AD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56000" y="1997136"/>
                <a:ext cx="3420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7E024CD-8CA9-0F22-1475-4BF17155E045}"/>
                  </a:ext>
                </a:extLst>
              </p14:cNvPr>
              <p14:cNvContentPartPr/>
              <p14:nvPr/>
            </p14:nvContentPartPr>
            <p14:xfrm>
              <a:off x="537120" y="1715256"/>
              <a:ext cx="144360" cy="219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7E024CD-8CA9-0F22-1475-4BF17155E04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2800" y="1710936"/>
                <a:ext cx="1530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8A250FB-2801-72DC-8F1A-D2A32E807D8A}"/>
                  </a:ext>
                </a:extLst>
              </p14:cNvPr>
              <p14:cNvContentPartPr/>
              <p14:nvPr/>
            </p14:nvContentPartPr>
            <p14:xfrm>
              <a:off x="714960" y="1730736"/>
              <a:ext cx="129600" cy="48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8A250FB-2801-72DC-8F1A-D2A32E807D8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0640" y="1726416"/>
                <a:ext cx="1382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F0D5419-F7B4-8052-F7D2-89AC568C3AC6}"/>
                  </a:ext>
                </a:extLst>
              </p14:cNvPr>
              <p14:cNvContentPartPr/>
              <p14:nvPr/>
            </p14:nvContentPartPr>
            <p14:xfrm>
              <a:off x="868680" y="1703016"/>
              <a:ext cx="75960" cy="88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F0D5419-F7B4-8052-F7D2-89AC568C3AC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4360" y="1698696"/>
                <a:ext cx="846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4D6C17F-34B7-BFCD-12E4-AC3C3E5C8DAB}"/>
                  </a:ext>
                </a:extLst>
              </p14:cNvPr>
              <p14:cNvContentPartPr/>
              <p14:nvPr/>
            </p14:nvContentPartPr>
            <p14:xfrm>
              <a:off x="975960" y="1724256"/>
              <a:ext cx="112680" cy="331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4D6C17F-34B7-BFCD-12E4-AC3C3E5C8DA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1640" y="1719936"/>
                <a:ext cx="1213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A781826-092C-B24F-2848-6534B0356655}"/>
                  </a:ext>
                </a:extLst>
              </p14:cNvPr>
              <p14:cNvContentPartPr/>
              <p14:nvPr/>
            </p14:nvContentPartPr>
            <p14:xfrm>
              <a:off x="1122120" y="1686456"/>
              <a:ext cx="63720" cy="83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A781826-092C-B24F-2848-6534B035665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17800" y="1682136"/>
                <a:ext cx="723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1EF52FE-2CAE-1FAD-2C41-BB1A1EF1F1E1}"/>
                  </a:ext>
                </a:extLst>
              </p14:cNvPr>
              <p14:cNvContentPartPr/>
              <p14:nvPr/>
            </p14:nvContentPartPr>
            <p14:xfrm>
              <a:off x="829800" y="1905696"/>
              <a:ext cx="3240" cy="1854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1EF52FE-2CAE-1FAD-2C41-BB1A1EF1F1E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5480" y="1901376"/>
                <a:ext cx="118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4E2F5A0-E120-6677-2293-0D467AD93734}"/>
                  </a:ext>
                </a:extLst>
              </p14:cNvPr>
              <p14:cNvContentPartPr/>
              <p14:nvPr/>
            </p14:nvContentPartPr>
            <p14:xfrm>
              <a:off x="839520" y="1830096"/>
              <a:ext cx="342000" cy="2854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4E2F5A0-E120-6677-2293-0D467AD9373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5200" y="1825776"/>
                <a:ext cx="3506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E1454EF-00DE-2258-9E70-ABE5526A1304}"/>
                  </a:ext>
                </a:extLst>
              </p14:cNvPr>
              <p14:cNvContentPartPr/>
              <p14:nvPr/>
            </p14:nvContentPartPr>
            <p14:xfrm>
              <a:off x="985320" y="2002896"/>
              <a:ext cx="683280" cy="402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E1454EF-00DE-2258-9E70-ABE5526A130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1000" y="1998576"/>
                <a:ext cx="69192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DE499BF-FB04-D6C2-C7C4-70BC81F9B393}"/>
                  </a:ext>
                </a:extLst>
              </p14:cNvPr>
              <p14:cNvContentPartPr/>
              <p14:nvPr/>
            </p14:nvContentPartPr>
            <p14:xfrm>
              <a:off x="1624680" y="2241216"/>
              <a:ext cx="72000" cy="1191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DE499BF-FB04-D6C2-C7C4-70BC81F9B39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20360" y="2236896"/>
                <a:ext cx="806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AEFF664-F434-4080-AA88-74B80B742060}"/>
                  </a:ext>
                </a:extLst>
              </p14:cNvPr>
              <p14:cNvContentPartPr/>
              <p14:nvPr/>
            </p14:nvContentPartPr>
            <p14:xfrm>
              <a:off x="1969920" y="2120976"/>
              <a:ext cx="23040" cy="3229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AEFF664-F434-4080-AA88-74B80B74206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65600" y="2116656"/>
                <a:ext cx="316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A194E66-49FD-0FFE-B8D3-D9DEE1792740}"/>
                  </a:ext>
                </a:extLst>
              </p14:cNvPr>
              <p14:cNvContentPartPr/>
              <p14:nvPr/>
            </p14:nvContentPartPr>
            <p14:xfrm>
              <a:off x="2363400" y="2112696"/>
              <a:ext cx="44280" cy="2865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A194E66-49FD-0FFE-B8D3-D9DEE179274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359080" y="2108376"/>
                <a:ext cx="5292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FE1CDD9-D201-C2A8-CE22-5C319BD12004}"/>
                  </a:ext>
                </a:extLst>
              </p14:cNvPr>
              <p14:cNvContentPartPr/>
              <p14:nvPr/>
            </p14:nvContentPartPr>
            <p14:xfrm>
              <a:off x="2743560" y="2097216"/>
              <a:ext cx="24840" cy="2944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FE1CDD9-D201-C2A8-CE22-5C319BD1200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39240" y="2092896"/>
                <a:ext cx="3348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24C6660-7038-053F-EE3C-DCBE030A0E3D}"/>
                  </a:ext>
                </a:extLst>
              </p14:cNvPr>
              <p14:cNvContentPartPr/>
              <p14:nvPr/>
            </p14:nvContentPartPr>
            <p14:xfrm>
              <a:off x="3197160" y="2082456"/>
              <a:ext cx="34560" cy="3006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24C6660-7038-053F-EE3C-DCBE030A0E3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92840" y="2078136"/>
                <a:ext cx="432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5C7CCD8-FBC2-054F-CA16-37A271CB91EC}"/>
                  </a:ext>
                </a:extLst>
              </p14:cNvPr>
              <p14:cNvContentPartPr/>
              <p14:nvPr/>
            </p14:nvContentPartPr>
            <p14:xfrm>
              <a:off x="4082400" y="2051136"/>
              <a:ext cx="29520" cy="3448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5C7CCD8-FBC2-054F-CA16-37A271CB91E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78080" y="2046816"/>
                <a:ext cx="3816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975D7E4-9D77-A353-9EB2-198A2AAAE639}"/>
                  </a:ext>
                </a:extLst>
              </p14:cNvPr>
              <p14:cNvContentPartPr/>
              <p14:nvPr/>
            </p14:nvContentPartPr>
            <p14:xfrm>
              <a:off x="1729440" y="2576016"/>
              <a:ext cx="71280" cy="67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975D7E4-9D77-A353-9EB2-198A2AAAE63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25120" y="2571696"/>
                <a:ext cx="799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EA884A4-F153-9199-9EDC-57504933A890}"/>
                  </a:ext>
                </a:extLst>
              </p14:cNvPr>
              <p14:cNvContentPartPr/>
              <p14:nvPr/>
            </p14:nvContentPartPr>
            <p14:xfrm>
              <a:off x="2170800" y="2541816"/>
              <a:ext cx="29520" cy="864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EA884A4-F153-9199-9EDC-57504933A89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66480" y="2537496"/>
                <a:ext cx="381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BDA303B-D18E-F3FE-1FDA-6AF94592C0C9}"/>
                  </a:ext>
                </a:extLst>
              </p14:cNvPr>
              <p14:cNvContentPartPr/>
              <p14:nvPr/>
            </p14:nvContentPartPr>
            <p14:xfrm>
              <a:off x="4075200" y="2558376"/>
              <a:ext cx="97920" cy="579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BDA303B-D18E-F3FE-1FDA-6AF94592C0C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70880" y="2554056"/>
                <a:ext cx="1065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4125D2C-8444-FEAE-F909-6356E7A2FAF5}"/>
                  </a:ext>
                </a:extLst>
              </p14:cNvPr>
              <p14:cNvContentPartPr/>
              <p14:nvPr/>
            </p14:nvContentPartPr>
            <p14:xfrm>
              <a:off x="4238280" y="2563776"/>
              <a:ext cx="85680" cy="126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4125D2C-8444-FEAE-F909-6356E7A2FAF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33960" y="2559456"/>
                <a:ext cx="943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6F748DE-AD22-53E5-32FE-ECE749FFD11E}"/>
                  </a:ext>
                </a:extLst>
              </p14:cNvPr>
              <p14:cNvContentPartPr/>
              <p14:nvPr/>
            </p14:nvContentPartPr>
            <p14:xfrm>
              <a:off x="4440600" y="2518416"/>
              <a:ext cx="360" cy="1126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6F748DE-AD22-53E5-32FE-ECE749FFD11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436280" y="2514096"/>
                <a:ext cx="9000" cy="12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5F0C7E90-909A-9332-B44E-5E226B747A2D}"/>
              </a:ext>
            </a:extLst>
          </p:cNvPr>
          <p:cNvGrpSpPr/>
          <p:nvPr/>
        </p:nvGrpSpPr>
        <p:grpSpPr>
          <a:xfrm>
            <a:off x="629640" y="2708136"/>
            <a:ext cx="1234440" cy="790200"/>
            <a:chOff x="629640" y="2708136"/>
            <a:chExt cx="1234440" cy="79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9F3C784-7ED4-14C5-D355-88504992E127}"/>
                    </a:ext>
                  </a:extLst>
                </p14:cNvPr>
                <p14:cNvContentPartPr/>
                <p14:nvPr/>
              </p14:nvContentPartPr>
              <p14:xfrm>
                <a:off x="795600" y="3241656"/>
                <a:ext cx="5400" cy="256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9F3C784-7ED4-14C5-D355-88504992E12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1280" y="3237336"/>
                  <a:ext cx="140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A0B23D4-F057-2611-4C62-59C2CA4F54DD}"/>
                    </a:ext>
                  </a:extLst>
                </p14:cNvPr>
                <p14:cNvContentPartPr/>
                <p14:nvPr/>
              </p14:nvContentPartPr>
              <p14:xfrm>
                <a:off x="758880" y="3156336"/>
                <a:ext cx="461160" cy="331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A0B23D4-F057-2611-4C62-59C2CA4F54D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4560" y="3152016"/>
                  <a:ext cx="4698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2249F00-B536-F4BE-30BF-B7D03529EB83}"/>
                    </a:ext>
                  </a:extLst>
                </p14:cNvPr>
                <p14:cNvContentPartPr/>
                <p14:nvPr/>
              </p14:nvContentPartPr>
              <p14:xfrm>
                <a:off x="707760" y="2811816"/>
                <a:ext cx="173520" cy="353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2249F00-B536-F4BE-30BF-B7D03529EB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3440" y="2807496"/>
                  <a:ext cx="1821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BFEAE92-72A2-DBB0-D5A5-91DA0B34F834}"/>
                    </a:ext>
                  </a:extLst>
                </p14:cNvPr>
                <p14:cNvContentPartPr/>
                <p14:nvPr/>
              </p14:nvContentPartPr>
              <p14:xfrm>
                <a:off x="629640" y="3000456"/>
                <a:ext cx="200160" cy="51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BFEAE92-72A2-DBB0-D5A5-91DA0B34F83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5320" y="2996136"/>
                  <a:ext cx="208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B0E3A3D-F18A-81BF-A8F8-5C8FCA50B5AE}"/>
                    </a:ext>
                  </a:extLst>
                </p14:cNvPr>
                <p14:cNvContentPartPr/>
                <p14:nvPr/>
              </p14:nvContentPartPr>
              <p14:xfrm>
                <a:off x="839520" y="2970936"/>
                <a:ext cx="59040" cy="97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B0E3A3D-F18A-81BF-A8F8-5C8FCA50B5A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5200" y="2966616"/>
                  <a:ext cx="676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1310278-46D9-4034-5813-4D48EE9D35A9}"/>
                    </a:ext>
                  </a:extLst>
                </p14:cNvPr>
                <p14:cNvContentPartPr/>
                <p14:nvPr/>
              </p14:nvContentPartPr>
              <p14:xfrm>
                <a:off x="947520" y="2980296"/>
                <a:ext cx="43920" cy="54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1310278-46D9-4034-5813-4D48EE9D35A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3200" y="2975976"/>
                  <a:ext cx="525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F603E04-1C3B-3BE2-A849-73242E28812C}"/>
                    </a:ext>
                  </a:extLst>
                </p14:cNvPr>
                <p14:cNvContentPartPr/>
                <p14:nvPr/>
              </p14:nvContentPartPr>
              <p14:xfrm>
                <a:off x="981000" y="3000456"/>
                <a:ext cx="360" cy="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F603E04-1C3B-3BE2-A849-73242E28812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6680" y="299613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D8DE337-5E28-B1C5-0298-8C777973CFD7}"/>
                    </a:ext>
                  </a:extLst>
                </p14:cNvPr>
                <p14:cNvContentPartPr/>
                <p14:nvPr/>
              </p14:nvContentPartPr>
              <p14:xfrm>
                <a:off x="981000" y="2993616"/>
                <a:ext cx="154080" cy="39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D8DE337-5E28-B1C5-0298-8C777973CFD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6680" y="2989296"/>
                  <a:ext cx="1627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4EA51C8-2D25-4F55-8010-8C7B4190B5CB}"/>
                    </a:ext>
                  </a:extLst>
                </p14:cNvPr>
                <p14:cNvContentPartPr/>
                <p14:nvPr/>
              </p14:nvContentPartPr>
              <p14:xfrm>
                <a:off x="1217520" y="2858976"/>
                <a:ext cx="63720" cy="155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4EA51C8-2D25-4F55-8010-8C7B4190B5C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13200" y="2854656"/>
                  <a:ext cx="72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9B075B0-5A74-826B-5337-DCB7271D2A38}"/>
                    </a:ext>
                  </a:extLst>
                </p14:cNvPr>
                <p14:cNvContentPartPr/>
                <p14:nvPr/>
              </p14:nvContentPartPr>
              <p14:xfrm>
                <a:off x="1158840" y="2926296"/>
                <a:ext cx="144360" cy="15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9B075B0-5A74-826B-5337-DCB7271D2A3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54520" y="2921976"/>
                  <a:ext cx="153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26770D1-7817-0B98-EDF9-29E0ECEC092C}"/>
                    </a:ext>
                  </a:extLst>
                </p14:cNvPr>
                <p14:cNvContentPartPr/>
                <p14:nvPr/>
              </p14:nvContentPartPr>
              <p14:xfrm>
                <a:off x="1061280" y="3310776"/>
                <a:ext cx="48960" cy="1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26770D1-7817-0B98-EDF9-29E0ECEC092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56960" y="3306456"/>
                  <a:ext cx="5760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07E0CA0-7D8E-3F8D-2A4E-A3082FDB2F27}"/>
                    </a:ext>
                  </a:extLst>
                </p14:cNvPr>
                <p14:cNvContentPartPr/>
                <p14:nvPr/>
              </p14:nvContentPartPr>
              <p14:xfrm>
                <a:off x="1305000" y="3279816"/>
                <a:ext cx="51480" cy="1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07E0CA0-7D8E-3F8D-2A4E-A3082FDB2F2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300680" y="3275496"/>
                  <a:ext cx="6012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30CBBF7-1E00-BB6F-EA36-7D489DA1F2F0}"/>
                    </a:ext>
                  </a:extLst>
                </p14:cNvPr>
                <p14:cNvContentPartPr/>
                <p14:nvPr/>
              </p14:nvContentPartPr>
              <p14:xfrm>
                <a:off x="1470960" y="3268656"/>
                <a:ext cx="63720" cy="3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30CBBF7-1E00-BB6F-EA36-7D489DA1F2F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466640" y="3264336"/>
                  <a:ext cx="7236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3B435D0-740A-3E0B-F158-A3E51A598378}"/>
                    </a:ext>
                  </a:extLst>
                </p14:cNvPr>
                <p14:cNvContentPartPr/>
                <p14:nvPr/>
              </p14:nvContentPartPr>
              <p14:xfrm>
                <a:off x="1636560" y="3243456"/>
                <a:ext cx="105120" cy="8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3B435D0-740A-3E0B-F158-A3E51A59837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632240" y="3239136"/>
                  <a:ext cx="1137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EAC762C-35F2-4817-5299-60BD021D5B31}"/>
                    </a:ext>
                  </a:extLst>
                </p14:cNvPr>
                <p14:cNvContentPartPr/>
                <p14:nvPr/>
              </p14:nvContentPartPr>
              <p14:xfrm>
                <a:off x="1807560" y="3215016"/>
                <a:ext cx="2880" cy="19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EAC762C-35F2-4817-5299-60BD021D5B3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803240" y="3210696"/>
                  <a:ext cx="11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AB01EE7-09C8-DE20-9A4C-2639D48C129A}"/>
                    </a:ext>
                  </a:extLst>
                </p14:cNvPr>
                <p14:cNvContentPartPr/>
                <p14:nvPr/>
              </p14:nvContentPartPr>
              <p14:xfrm>
                <a:off x="1821960" y="3055536"/>
                <a:ext cx="360" cy="66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AB01EE7-09C8-DE20-9A4C-2639D48C129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817640" y="3051216"/>
                  <a:ext cx="90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417BE04-522C-67EF-F497-D32930504CFC}"/>
                    </a:ext>
                  </a:extLst>
                </p14:cNvPr>
                <p14:cNvContentPartPr/>
                <p14:nvPr/>
              </p14:nvContentPartPr>
              <p14:xfrm>
                <a:off x="1809720" y="2899656"/>
                <a:ext cx="7560" cy="59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417BE04-522C-67EF-F497-D32930504CF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805400" y="2895336"/>
                  <a:ext cx="162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3FA3A14-3A03-24B5-9C4B-E34CB961AB47}"/>
                    </a:ext>
                  </a:extLst>
                </p14:cNvPr>
                <p14:cNvContentPartPr/>
                <p14:nvPr/>
              </p14:nvContentPartPr>
              <p14:xfrm>
                <a:off x="1807560" y="2788056"/>
                <a:ext cx="2880" cy="34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3FA3A14-3A03-24B5-9C4B-E34CB961AB4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803240" y="2783736"/>
                  <a:ext cx="115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5D2E0C4-B132-337D-4372-42DBB9C52FFA}"/>
                    </a:ext>
                  </a:extLst>
                </p14:cNvPr>
                <p14:cNvContentPartPr/>
                <p14:nvPr/>
              </p14:nvContentPartPr>
              <p14:xfrm>
                <a:off x="1729440" y="2708136"/>
                <a:ext cx="134640" cy="71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5D2E0C4-B132-337D-4372-42DBB9C52FF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725120" y="2703816"/>
                  <a:ext cx="14328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6FEF2BE-4719-3B47-1E3F-024ECF098EBD}"/>
              </a:ext>
            </a:extLst>
          </p:cNvPr>
          <p:cNvGrpSpPr/>
          <p:nvPr/>
        </p:nvGrpSpPr>
        <p:grpSpPr>
          <a:xfrm>
            <a:off x="690840" y="3798576"/>
            <a:ext cx="821880" cy="629280"/>
            <a:chOff x="690840" y="3798576"/>
            <a:chExt cx="821880" cy="62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2171524-6AC5-5CBA-C49B-57DBFEDBD68B}"/>
                    </a:ext>
                  </a:extLst>
                </p14:cNvPr>
                <p14:cNvContentPartPr/>
                <p14:nvPr/>
              </p14:nvContentPartPr>
              <p14:xfrm>
                <a:off x="712800" y="3891096"/>
                <a:ext cx="107640" cy="74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2171524-6AC5-5CBA-C49B-57DBFEDBD68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08480" y="3886776"/>
                  <a:ext cx="1162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16443A4-FA82-36C0-80BC-FF94D16C0099}"/>
                    </a:ext>
                  </a:extLst>
                </p14:cNvPr>
                <p14:cNvContentPartPr/>
                <p14:nvPr/>
              </p14:nvContentPartPr>
              <p14:xfrm>
                <a:off x="868680" y="3843216"/>
                <a:ext cx="105120" cy="96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16443A4-FA82-36C0-80BC-FF94D16C009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64360" y="3838896"/>
                  <a:ext cx="113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9394E79-2602-8869-2C9A-9D5F7A8B2A02}"/>
                    </a:ext>
                  </a:extLst>
                </p14:cNvPr>
                <p14:cNvContentPartPr/>
                <p14:nvPr/>
              </p14:nvContentPartPr>
              <p14:xfrm>
                <a:off x="983160" y="3864096"/>
                <a:ext cx="117720" cy="66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9394E79-2602-8869-2C9A-9D5F7A8B2A0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78840" y="3859776"/>
                  <a:ext cx="126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3B37FB1-277D-A268-5012-D89E54666888}"/>
                    </a:ext>
                  </a:extLst>
                </p14:cNvPr>
                <p14:cNvContentPartPr/>
                <p14:nvPr/>
              </p14:nvContentPartPr>
              <p14:xfrm>
                <a:off x="1133640" y="3798576"/>
                <a:ext cx="101160" cy="117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3B37FB1-277D-A268-5012-D89E5466688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29320" y="3794256"/>
                  <a:ext cx="1098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5966E54-74B3-BDA0-9584-A612870A5DD2}"/>
                    </a:ext>
                  </a:extLst>
                </p14:cNvPr>
                <p14:cNvContentPartPr/>
                <p14:nvPr/>
              </p14:nvContentPartPr>
              <p14:xfrm>
                <a:off x="866160" y="4143096"/>
                <a:ext cx="15480" cy="237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5966E54-74B3-BDA0-9584-A612870A5DD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61840" y="4138776"/>
                  <a:ext cx="241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5EFE454-C444-6195-F93C-BF26B733AEB9}"/>
                    </a:ext>
                  </a:extLst>
                </p14:cNvPr>
                <p14:cNvContentPartPr/>
                <p14:nvPr/>
              </p14:nvContentPartPr>
              <p14:xfrm>
                <a:off x="690840" y="4019616"/>
                <a:ext cx="783000" cy="408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5EFE454-C444-6195-F93C-BF26B733AEB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86520" y="4015296"/>
                  <a:ext cx="79164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7E6F855-B1AB-E851-56D6-6B7A0CA00502}"/>
                    </a:ext>
                  </a:extLst>
                </p14:cNvPr>
                <p14:cNvContentPartPr/>
                <p14:nvPr/>
              </p14:nvContentPartPr>
              <p14:xfrm>
                <a:off x="1302840" y="4260816"/>
                <a:ext cx="209880" cy="23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7E6F855-B1AB-E851-56D6-6B7A0CA0050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298520" y="4256496"/>
                  <a:ext cx="21852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1B5090D-D8F8-90D1-EB17-C5A9BAD4B324}"/>
              </a:ext>
            </a:extLst>
          </p:cNvPr>
          <p:cNvGrpSpPr/>
          <p:nvPr/>
        </p:nvGrpSpPr>
        <p:grpSpPr>
          <a:xfrm>
            <a:off x="1839240" y="4194936"/>
            <a:ext cx="446400" cy="25560"/>
            <a:chOff x="1839240" y="4194936"/>
            <a:chExt cx="446400" cy="2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22FA9CE-AE92-F327-5BC2-72D9B51CBCF6}"/>
                    </a:ext>
                  </a:extLst>
                </p14:cNvPr>
                <p14:cNvContentPartPr/>
                <p14:nvPr/>
              </p14:nvContentPartPr>
              <p14:xfrm>
                <a:off x="1839240" y="4217616"/>
                <a:ext cx="171000" cy="2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22FA9CE-AE92-F327-5BC2-72D9B51CBCF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834920" y="4213296"/>
                  <a:ext cx="17964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F66E962-4315-6156-41E7-778CBE74883A}"/>
                    </a:ext>
                  </a:extLst>
                </p14:cNvPr>
                <p14:cNvContentPartPr/>
                <p14:nvPr/>
              </p14:nvContentPartPr>
              <p14:xfrm>
                <a:off x="2178000" y="4194936"/>
                <a:ext cx="107640" cy="8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F66E962-4315-6156-41E7-778CBE74883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173680" y="4190616"/>
                  <a:ext cx="116280" cy="1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0462445-FFAF-9616-9A01-568857D9CB48}"/>
                  </a:ext>
                </a:extLst>
              </p14:cNvPr>
              <p14:cNvContentPartPr/>
              <p14:nvPr/>
            </p14:nvContentPartPr>
            <p14:xfrm>
              <a:off x="2558520" y="4159296"/>
              <a:ext cx="68760" cy="86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0462445-FFAF-9616-9A01-568857D9CB48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554200" y="4154976"/>
                <a:ext cx="77400" cy="1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1502F38E-46AC-208B-DE4A-C5C48C0AA88F}"/>
              </a:ext>
            </a:extLst>
          </p:cNvPr>
          <p:cNvGrpSpPr/>
          <p:nvPr/>
        </p:nvGrpSpPr>
        <p:grpSpPr>
          <a:xfrm>
            <a:off x="2902320" y="4116816"/>
            <a:ext cx="205200" cy="21600"/>
            <a:chOff x="2902320" y="4116816"/>
            <a:chExt cx="205200" cy="2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666BC7F-E954-9A25-AC4C-109BDE7C4555}"/>
                    </a:ext>
                  </a:extLst>
                </p14:cNvPr>
                <p14:cNvContentPartPr/>
                <p14:nvPr/>
              </p14:nvContentPartPr>
              <p14:xfrm>
                <a:off x="2902320" y="4129056"/>
                <a:ext cx="105120" cy="9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666BC7F-E954-9A25-AC4C-109BDE7C455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898000" y="4124736"/>
                  <a:ext cx="113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5A13269-BA9F-E84D-23E2-9571966B7808}"/>
                    </a:ext>
                  </a:extLst>
                </p14:cNvPr>
                <p14:cNvContentPartPr/>
                <p14:nvPr/>
              </p14:nvContentPartPr>
              <p14:xfrm>
                <a:off x="3097440" y="4116816"/>
                <a:ext cx="10080" cy="118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5A13269-BA9F-E84D-23E2-9571966B780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093120" y="4112496"/>
                  <a:ext cx="1872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2A21B6E-E10D-0636-3284-0DA23268D68B}"/>
                  </a:ext>
                </a:extLst>
              </p14:cNvPr>
              <p14:cNvContentPartPr/>
              <p14:nvPr/>
            </p14:nvContentPartPr>
            <p14:xfrm>
              <a:off x="3058200" y="3794256"/>
              <a:ext cx="2880" cy="986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2A21B6E-E10D-0636-3284-0DA23268D68B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3053880" y="3789936"/>
                <a:ext cx="115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96961D5-3136-5D5E-A9BC-9DFF0D7E75E2}"/>
                  </a:ext>
                </a:extLst>
              </p14:cNvPr>
              <p14:cNvContentPartPr/>
              <p14:nvPr/>
            </p14:nvContentPartPr>
            <p14:xfrm>
              <a:off x="3029040" y="3445776"/>
              <a:ext cx="22320" cy="1206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96961D5-3136-5D5E-A9BC-9DFF0D7E75E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024720" y="3441456"/>
                <a:ext cx="309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A02F4E0-34C1-7B53-58E3-21D667AF2D7F}"/>
                  </a:ext>
                </a:extLst>
              </p14:cNvPr>
              <p14:cNvContentPartPr/>
              <p14:nvPr/>
            </p14:nvContentPartPr>
            <p14:xfrm>
              <a:off x="2985120" y="3109176"/>
              <a:ext cx="32040" cy="1630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A02F4E0-34C1-7B53-58E3-21D667AF2D7F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980800" y="3104856"/>
                <a:ext cx="40680" cy="17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7DDEF420-3529-8211-1FEF-8C67C850BB6B}"/>
              </a:ext>
            </a:extLst>
          </p:cNvPr>
          <p:cNvGrpSpPr/>
          <p:nvPr/>
        </p:nvGrpSpPr>
        <p:grpSpPr>
          <a:xfrm>
            <a:off x="2553480" y="2491416"/>
            <a:ext cx="534600" cy="510840"/>
            <a:chOff x="2553480" y="2491416"/>
            <a:chExt cx="534600" cy="51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F1D7CA7-7704-4D8B-D5A3-C20985604276}"/>
                    </a:ext>
                  </a:extLst>
                </p14:cNvPr>
                <p14:cNvContentPartPr/>
                <p14:nvPr/>
              </p14:nvContentPartPr>
              <p14:xfrm>
                <a:off x="2553480" y="2556576"/>
                <a:ext cx="97920" cy="91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F1D7CA7-7704-4D8B-D5A3-C2098560427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549160" y="2552256"/>
                  <a:ext cx="1065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5393D1C-BEF7-FB71-4292-5B8B08FFEEF0}"/>
                    </a:ext>
                  </a:extLst>
                </p14:cNvPr>
                <p14:cNvContentPartPr/>
                <p14:nvPr/>
              </p14:nvContentPartPr>
              <p14:xfrm>
                <a:off x="2997720" y="2491416"/>
                <a:ext cx="68400" cy="139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5393D1C-BEF7-FB71-4292-5B8B08FFEEF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993400" y="2487096"/>
                  <a:ext cx="770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E0DF6DF-C178-03FE-E370-A75C253FEFC7}"/>
                    </a:ext>
                  </a:extLst>
                </p14:cNvPr>
                <p14:cNvContentPartPr/>
                <p14:nvPr/>
              </p14:nvContentPartPr>
              <p14:xfrm>
                <a:off x="2970360" y="2889576"/>
                <a:ext cx="17280" cy="112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E0DF6DF-C178-03FE-E370-A75C253FEFC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966040" y="2885256"/>
                  <a:ext cx="25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2B0BC13-BC98-EF9E-26BB-DEB528F3F8C1}"/>
                    </a:ext>
                  </a:extLst>
                </p14:cNvPr>
                <p14:cNvContentPartPr/>
                <p14:nvPr/>
              </p14:nvContentPartPr>
              <p14:xfrm>
                <a:off x="2987640" y="2749176"/>
                <a:ext cx="10080" cy="62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2B0BC13-BC98-EF9E-26BB-DEB528F3F8C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983320" y="2744856"/>
                  <a:ext cx="187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653B3A1-7A65-4369-1619-5D48BBFCA209}"/>
                    </a:ext>
                  </a:extLst>
                </p14:cNvPr>
                <p14:cNvContentPartPr/>
                <p14:nvPr/>
              </p14:nvContentPartPr>
              <p14:xfrm>
                <a:off x="2897640" y="2701296"/>
                <a:ext cx="190440" cy="141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653B3A1-7A65-4369-1619-5D48BBFCA20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893320" y="2696976"/>
                  <a:ext cx="199080" cy="150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31920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AF24B0-30D5-1E52-3AEE-E84926FF8167}"/>
                  </a:ext>
                </a:extLst>
              </p14:cNvPr>
              <p14:cNvContentPartPr/>
              <p14:nvPr/>
            </p14:nvContentPartPr>
            <p14:xfrm>
              <a:off x="1670760" y="2115936"/>
              <a:ext cx="12600" cy="355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AF24B0-30D5-1E52-3AEE-E84926FF81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6440" y="2111616"/>
                <a:ext cx="2124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9ED7DAF-D796-7F02-4496-046CCC7458BF}"/>
                  </a:ext>
                </a:extLst>
              </p14:cNvPr>
              <p14:cNvContentPartPr/>
              <p14:nvPr/>
            </p14:nvContentPartPr>
            <p14:xfrm>
              <a:off x="1668600" y="2022696"/>
              <a:ext cx="2689200" cy="97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9ED7DAF-D796-7F02-4496-046CCC7458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4280" y="2018376"/>
                <a:ext cx="26978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E874FAB-F3C7-6A57-E63F-ED22146D59AC}"/>
                  </a:ext>
                </a:extLst>
              </p14:cNvPr>
              <p14:cNvContentPartPr/>
              <p14:nvPr/>
            </p14:nvContentPartPr>
            <p14:xfrm>
              <a:off x="1690200" y="2361456"/>
              <a:ext cx="2690280" cy="109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E874FAB-F3C7-6A57-E63F-ED22146D59A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85880" y="2357136"/>
                <a:ext cx="26989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BB457F5-F4CA-6F21-4ACF-38EC076E029D}"/>
                  </a:ext>
                </a:extLst>
              </p14:cNvPr>
              <p14:cNvContentPartPr/>
              <p14:nvPr/>
            </p14:nvContentPartPr>
            <p14:xfrm>
              <a:off x="4360320" y="2001456"/>
              <a:ext cx="25560" cy="397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BB457F5-F4CA-6F21-4ACF-38EC076E029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56000" y="1997136"/>
                <a:ext cx="3420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50BF2D8-F387-D52D-B26C-BA2354977216}"/>
                  </a:ext>
                </a:extLst>
              </p14:cNvPr>
              <p14:cNvContentPartPr/>
              <p14:nvPr/>
            </p14:nvContentPartPr>
            <p14:xfrm>
              <a:off x="537120" y="1715256"/>
              <a:ext cx="144360" cy="219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50BF2D8-F387-D52D-B26C-BA235497721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2800" y="1710936"/>
                <a:ext cx="1530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1265678-0CFF-4DB8-D1AE-C7C2535F281E}"/>
                  </a:ext>
                </a:extLst>
              </p14:cNvPr>
              <p14:cNvContentPartPr/>
              <p14:nvPr/>
            </p14:nvContentPartPr>
            <p14:xfrm>
              <a:off x="714960" y="1730736"/>
              <a:ext cx="129600" cy="48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1265678-0CFF-4DB8-D1AE-C7C2535F28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0640" y="1726416"/>
                <a:ext cx="1382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1C77C67-B833-3DC8-4436-60F629168403}"/>
                  </a:ext>
                </a:extLst>
              </p14:cNvPr>
              <p14:cNvContentPartPr/>
              <p14:nvPr/>
            </p14:nvContentPartPr>
            <p14:xfrm>
              <a:off x="868680" y="1703016"/>
              <a:ext cx="75960" cy="88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1C77C67-B833-3DC8-4436-60F62916840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4360" y="1698696"/>
                <a:ext cx="846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8A96AB5-F4FD-9450-734E-4E5BB8A27B2D}"/>
                  </a:ext>
                </a:extLst>
              </p14:cNvPr>
              <p14:cNvContentPartPr/>
              <p14:nvPr/>
            </p14:nvContentPartPr>
            <p14:xfrm>
              <a:off x="975960" y="1724256"/>
              <a:ext cx="112680" cy="33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8A96AB5-F4FD-9450-734E-4E5BB8A27B2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1640" y="1719936"/>
                <a:ext cx="1213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9430935-87EA-32F1-C983-8511DC973AC3}"/>
                  </a:ext>
                </a:extLst>
              </p14:cNvPr>
              <p14:cNvContentPartPr/>
              <p14:nvPr/>
            </p14:nvContentPartPr>
            <p14:xfrm>
              <a:off x="1122120" y="1686456"/>
              <a:ext cx="63720" cy="83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9430935-87EA-32F1-C983-8511DC973AC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17800" y="1682136"/>
                <a:ext cx="723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90DE95C-49B8-037B-ADFE-52F15F7F49C3}"/>
                  </a:ext>
                </a:extLst>
              </p14:cNvPr>
              <p14:cNvContentPartPr/>
              <p14:nvPr/>
            </p14:nvContentPartPr>
            <p14:xfrm>
              <a:off x="829800" y="1905696"/>
              <a:ext cx="3240" cy="1854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90DE95C-49B8-037B-ADFE-52F15F7F49C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5480" y="1901376"/>
                <a:ext cx="118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59998B2-51F5-F750-D49F-9AA670C99EFB}"/>
                  </a:ext>
                </a:extLst>
              </p14:cNvPr>
              <p14:cNvContentPartPr/>
              <p14:nvPr/>
            </p14:nvContentPartPr>
            <p14:xfrm>
              <a:off x="839520" y="1830096"/>
              <a:ext cx="342000" cy="285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59998B2-51F5-F750-D49F-9AA670C99EF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5200" y="1825776"/>
                <a:ext cx="3506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7C9539B-344D-8539-7BC5-133ED2D42D5C}"/>
                  </a:ext>
                </a:extLst>
              </p14:cNvPr>
              <p14:cNvContentPartPr/>
              <p14:nvPr/>
            </p14:nvContentPartPr>
            <p14:xfrm>
              <a:off x="985320" y="2002896"/>
              <a:ext cx="683280" cy="402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7C9539B-344D-8539-7BC5-133ED2D42D5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1000" y="1998576"/>
                <a:ext cx="69192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4403206-71D6-814C-77D1-39DF1B59F890}"/>
                  </a:ext>
                </a:extLst>
              </p14:cNvPr>
              <p14:cNvContentPartPr/>
              <p14:nvPr/>
            </p14:nvContentPartPr>
            <p14:xfrm>
              <a:off x="1624680" y="2241216"/>
              <a:ext cx="72000" cy="119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4403206-71D6-814C-77D1-39DF1B59F89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20360" y="2236896"/>
                <a:ext cx="806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8F87816-7463-A9D8-BE9B-579C6D7A04D2}"/>
                  </a:ext>
                </a:extLst>
              </p14:cNvPr>
              <p14:cNvContentPartPr/>
              <p14:nvPr/>
            </p14:nvContentPartPr>
            <p14:xfrm>
              <a:off x="1969920" y="2120976"/>
              <a:ext cx="23040" cy="322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8F87816-7463-A9D8-BE9B-579C6D7A04D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65600" y="2116656"/>
                <a:ext cx="316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5457B74-6C40-F848-39A4-BBF8144D2950}"/>
                  </a:ext>
                </a:extLst>
              </p14:cNvPr>
              <p14:cNvContentPartPr/>
              <p14:nvPr/>
            </p14:nvContentPartPr>
            <p14:xfrm>
              <a:off x="2363400" y="2112696"/>
              <a:ext cx="44280" cy="2865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5457B74-6C40-F848-39A4-BBF8144D295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359080" y="2108376"/>
                <a:ext cx="5292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E84A23C-1945-9AB2-8875-46A192AA212B}"/>
                  </a:ext>
                </a:extLst>
              </p14:cNvPr>
              <p14:cNvContentPartPr/>
              <p14:nvPr/>
            </p14:nvContentPartPr>
            <p14:xfrm>
              <a:off x="2743560" y="2097216"/>
              <a:ext cx="24840" cy="294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E84A23C-1945-9AB2-8875-46A192AA212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39240" y="2092896"/>
                <a:ext cx="3348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CBA68FB-29F0-3C93-0A5C-EADF52DAC953}"/>
                  </a:ext>
                </a:extLst>
              </p14:cNvPr>
              <p14:cNvContentPartPr/>
              <p14:nvPr/>
            </p14:nvContentPartPr>
            <p14:xfrm>
              <a:off x="3197160" y="2082456"/>
              <a:ext cx="34560" cy="300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CBA68FB-29F0-3C93-0A5C-EADF52DAC95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92840" y="2078136"/>
                <a:ext cx="432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3263691-6F0D-E3DE-DCC0-B4EF93A8CA31}"/>
                  </a:ext>
                </a:extLst>
              </p14:cNvPr>
              <p14:cNvContentPartPr/>
              <p14:nvPr/>
            </p14:nvContentPartPr>
            <p14:xfrm>
              <a:off x="4082400" y="2051136"/>
              <a:ext cx="29520" cy="3448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3263691-6F0D-E3DE-DCC0-B4EF93A8CA3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78080" y="2046816"/>
                <a:ext cx="3816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11078AA-523B-917F-A3EE-10AA4B962584}"/>
                  </a:ext>
                </a:extLst>
              </p14:cNvPr>
              <p14:cNvContentPartPr/>
              <p14:nvPr/>
            </p14:nvContentPartPr>
            <p14:xfrm>
              <a:off x="1729440" y="2576016"/>
              <a:ext cx="71280" cy="67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11078AA-523B-917F-A3EE-10AA4B96258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25120" y="2571696"/>
                <a:ext cx="799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0514C5B-5D79-46D6-AE5A-82D98B6408C3}"/>
                  </a:ext>
                </a:extLst>
              </p14:cNvPr>
              <p14:cNvContentPartPr/>
              <p14:nvPr/>
            </p14:nvContentPartPr>
            <p14:xfrm>
              <a:off x="2170800" y="2541816"/>
              <a:ext cx="29520" cy="864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0514C5B-5D79-46D6-AE5A-82D98B6408C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66480" y="2537496"/>
                <a:ext cx="381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5106257-39D5-2A7F-1D19-F9AF5257F0EE}"/>
                  </a:ext>
                </a:extLst>
              </p14:cNvPr>
              <p14:cNvContentPartPr/>
              <p14:nvPr/>
            </p14:nvContentPartPr>
            <p14:xfrm>
              <a:off x="4075200" y="2558376"/>
              <a:ext cx="97920" cy="579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5106257-39D5-2A7F-1D19-F9AF5257F0E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70880" y="2554056"/>
                <a:ext cx="1065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ED17AB7-1184-656E-4621-0F2C895E12CD}"/>
                  </a:ext>
                </a:extLst>
              </p14:cNvPr>
              <p14:cNvContentPartPr/>
              <p14:nvPr/>
            </p14:nvContentPartPr>
            <p14:xfrm>
              <a:off x="4238280" y="2563776"/>
              <a:ext cx="85680" cy="12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ED17AB7-1184-656E-4621-0F2C895E12C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33960" y="2559456"/>
                <a:ext cx="943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67DA5E7-3D54-C1BB-9006-FEE35A6BE495}"/>
                  </a:ext>
                </a:extLst>
              </p14:cNvPr>
              <p14:cNvContentPartPr/>
              <p14:nvPr/>
            </p14:nvContentPartPr>
            <p14:xfrm>
              <a:off x="4440600" y="2518416"/>
              <a:ext cx="360" cy="1126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67DA5E7-3D54-C1BB-9006-FEE35A6BE49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436280" y="2514096"/>
                <a:ext cx="90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BF8D526-BF85-66BF-BAC5-9C69F9943D13}"/>
                  </a:ext>
                </a:extLst>
              </p14:cNvPr>
              <p14:cNvContentPartPr/>
              <p14:nvPr/>
            </p14:nvContentPartPr>
            <p14:xfrm>
              <a:off x="795600" y="3241656"/>
              <a:ext cx="5400" cy="256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BF8D526-BF85-66BF-BAC5-9C69F9943D1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1280" y="3237336"/>
                <a:ext cx="140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ADFA090-D34B-7467-0DE3-980FDD662DA9}"/>
                  </a:ext>
                </a:extLst>
              </p14:cNvPr>
              <p14:cNvContentPartPr/>
              <p14:nvPr/>
            </p14:nvContentPartPr>
            <p14:xfrm>
              <a:off x="758880" y="3156336"/>
              <a:ext cx="461160" cy="3312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ADFA090-D34B-7467-0DE3-980FDD662DA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54560" y="3152016"/>
                <a:ext cx="46980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1A09270-B1C8-711F-14CF-CFA512489DD6}"/>
                  </a:ext>
                </a:extLst>
              </p14:cNvPr>
              <p14:cNvContentPartPr/>
              <p14:nvPr/>
            </p14:nvContentPartPr>
            <p14:xfrm>
              <a:off x="707760" y="2811816"/>
              <a:ext cx="173520" cy="3531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1A09270-B1C8-711F-14CF-CFA512489DD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3440" y="2807496"/>
                <a:ext cx="18216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CC712C2-2DFF-A062-F86A-72D80DA0ACE3}"/>
                  </a:ext>
                </a:extLst>
              </p14:cNvPr>
              <p14:cNvContentPartPr/>
              <p14:nvPr/>
            </p14:nvContentPartPr>
            <p14:xfrm>
              <a:off x="629640" y="3000456"/>
              <a:ext cx="200160" cy="51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CC712C2-2DFF-A062-F86A-72D80DA0ACE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25320" y="2996136"/>
                <a:ext cx="2088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23B685A-46C2-7969-3CA5-5A17AB9DBC52}"/>
                  </a:ext>
                </a:extLst>
              </p14:cNvPr>
              <p14:cNvContentPartPr/>
              <p14:nvPr/>
            </p14:nvContentPartPr>
            <p14:xfrm>
              <a:off x="839520" y="2970936"/>
              <a:ext cx="59040" cy="972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23B685A-46C2-7969-3CA5-5A17AB9DBC5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5200" y="2966616"/>
                <a:ext cx="6768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696A66D-80C1-A039-53E3-D9AD1221C61B}"/>
                  </a:ext>
                </a:extLst>
              </p14:cNvPr>
              <p14:cNvContentPartPr/>
              <p14:nvPr/>
            </p14:nvContentPartPr>
            <p14:xfrm>
              <a:off x="947520" y="2980296"/>
              <a:ext cx="43920" cy="54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696A66D-80C1-A039-53E3-D9AD1221C61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43200" y="2975976"/>
                <a:ext cx="525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CC9B531-B1C0-7B75-4487-5A7EB29042EF}"/>
                  </a:ext>
                </a:extLst>
              </p14:cNvPr>
              <p14:cNvContentPartPr/>
              <p14:nvPr/>
            </p14:nvContentPartPr>
            <p14:xfrm>
              <a:off x="981000" y="3000456"/>
              <a:ext cx="36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CC9B531-B1C0-7B75-4487-5A7EB29042E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76680" y="299613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3D50AFD-9E75-7FBE-76E0-3FA0E7D3D4EF}"/>
                  </a:ext>
                </a:extLst>
              </p14:cNvPr>
              <p14:cNvContentPartPr/>
              <p14:nvPr/>
            </p14:nvContentPartPr>
            <p14:xfrm>
              <a:off x="981000" y="2993616"/>
              <a:ext cx="154080" cy="392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3D50AFD-9E75-7FBE-76E0-3FA0E7D3D4E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76680" y="2989296"/>
                <a:ext cx="162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FD996A9-4453-4260-A721-D7A8AC56E8CE}"/>
                  </a:ext>
                </a:extLst>
              </p14:cNvPr>
              <p14:cNvContentPartPr/>
              <p14:nvPr/>
            </p14:nvContentPartPr>
            <p14:xfrm>
              <a:off x="1217520" y="2858976"/>
              <a:ext cx="63720" cy="1558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FD996A9-4453-4260-A721-D7A8AC56E8C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213200" y="2854656"/>
                <a:ext cx="7236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BDE7C2B-CC0F-BD98-8B5D-0DFEE3B60E27}"/>
                  </a:ext>
                </a:extLst>
              </p14:cNvPr>
              <p14:cNvContentPartPr/>
              <p14:nvPr/>
            </p14:nvContentPartPr>
            <p14:xfrm>
              <a:off x="1158840" y="2926296"/>
              <a:ext cx="144360" cy="158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BDE7C2B-CC0F-BD98-8B5D-0DFEE3B60E2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54520" y="2921976"/>
                <a:ext cx="1530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3A04B82-F2B5-1131-0662-F51E3BD757FD}"/>
                  </a:ext>
                </a:extLst>
              </p14:cNvPr>
              <p14:cNvContentPartPr/>
              <p14:nvPr/>
            </p14:nvContentPartPr>
            <p14:xfrm>
              <a:off x="1061280" y="3310776"/>
              <a:ext cx="48960" cy="10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3A04B82-F2B5-1131-0662-F51E3BD757F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56960" y="3306456"/>
                <a:ext cx="5760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17EC071-FC7A-6D00-E42A-6AF21209221F}"/>
                  </a:ext>
                </a:extLst>
              </p14:cNvPr>
              <p14:cNvContentPartPr/>
              <p14:nvPr/>
            </p14:nvContentPartPr>
            <p14:xfrm>
              <a:off x="1305000" y="3279816"/>
              <a:ext cx="51480" cy="10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17EC071-FC7A-6D00-E42A-6AF21209221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300680" y="3275496"/>
                <a:ext cx="6012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F00B79E-0BB4-C518-BCEF-4F2F0A117A46}"/>
                  </a:ext>
                </a:extLst>
              </p14:cNvPr>
              <p14:cNvContentPartPr/>
              <p14:nvPr/>
            </p14:nvContentPartPr>
            <p14:xfrm>
              <a:off x="1470960" y="3268656"/>
              <a:ext cx="63720" cy="36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F00B79E-0BB4-C518-BCEF-4F2F0A117A46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466640" y="3264336"/>
                <a:ext cx="7236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0C3513B-9E50-0AE1-C3A4-3B564B75ADBA}"/>
                  </a:ext>
                </a:extLst>
              </p14:cNvPr>
              <p14:cNvContentPartPr/>
              <p14:nvPr/>
            </p14:nvContentPartPr>
            <p14:xfrm>
              <a:off x="1636560" y="3243456"/>
              <a:ext cx="105120" cy="86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0C3513B-9E50-0AE1-C3A4-3B564B75ADB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632240" y="3239136"/>
                <a:ext cx="11376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A245B49-C17C-C8CD-7C5C-E46523927DB9}"/>
                  </a:ext>
                </a:extLst>
              </p14:cNvPr>
              <p14:cNvContentPartPr/>
              <p14:nvPr/>
            </p14:nvContentPartPr>
            <p14:xfrm>
              <a:off x="1807560" y="3215016"/>
              <a:ext cx="2880" cy="19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A245B49-C17C-C8CD-7C5C-E46523927DB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803240" y="3210696"/>
                <a:ext cx="115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842C59A-5E8E-45C7-8DAA-4701AF496B59}"/>
                  </a:ext>
                </a:extLst>
              </p14:cNvPr>
              <p14:cNvContentPartPr/>
              <p14:nvPr/>
            </p14:nvContentPartPr>
            <p14:xfrm>
              <a:off x="1821960" y="3055536"/>
              <a:ext cx="360" cy="669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842C59A-5E8E-45C7-8DAA-4701AF496B5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817640" y="3051216"/>
                <a:ext cx="90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6603141-6AF0-4F53-FCED-16621D955CDE}"/>
                  </a:ext>
                </a:extLst>
              </p14:cNvPr>
              <p14:cNvContentPartPr/>
              <p14:nvPr/>
            </p14:nvContentPartPr>
            <p14:xfrm>
              <a:off x="1809720" y="2899656"/>
              <a:ext cx="7560" cy="597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6603141-6AF0-4F53-FCED-16621D955CD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805400" y="2895336"/>
                <a:ext cx="162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6ACA412-607B-54B6-2785-28AD7D815BD6}"/>
                  </a:ext>
                </a:extLst>
              </p14:cNvPr>
              <p14:cNvContentPartPr/>
              <p14:nvPr/>
            </p14:nvContentPartPr>
            <p14:xfrm>
              <a:off x="1807560" y="2788056"/>
              <a:ext cx="2880" cy="345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6ACA412-607B-54B6-2785-28AD7D815BD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803240" y="2783736"/>
                <a:ext cx="115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916D4CB-6133-276F-F81C-BBB1046C1914}"/>
                  </a:ext>
                </a:extLst>
              </p14:cNvPr>
              <p14:cNvContentPartPr/>
              <p14:nvPr/>
            </p14:nvContentPartPr>
            <p14:xfrm>
              <a:off x="1729440" y="2708136"/>
              <a:ext cx="134640" cy="716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916D4CB-6133-276F-F81C-BBB1046C1914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725120" y="2703816"/>
                <a:ext cx="14328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55C7471-59AA-D459-ACE0-985444661B2E}"/>
                  </a:ext>
                </a:extLst>
              </p14:cNvPr>
              <p14:cNvContentPartPr/>
              <p14:nvPr/>
            </p14:nvContentPartPr>
            <p14:xfrm>
              <a:off x="2902320" y="4129056"/>
              <a:ext cx="105120" cy="9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55C7471-59AA-D459-ACE0-985444661B2E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898000" y="4124736"/>
                <a:ext cx="11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277E377-4BE7-738E-10D2-6E75F6C7C53D}"/>
                  </a:ext>
                </a:extLst>
              </p14:cNvPr>
              <p14:cNvContentPartPr/>
              <p14:nvPr/>
            </p14:nvContentPartPr>
            <p14:xfrm>
              <a:off x="3097440" y="4116816"/>
              <a:ext cx="10080" cy="118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277E377-4BE7-738E-10D2-6E75F6C7C53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093120" y="4112496"/>
                <a:ext cx="187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033B2DC-33DC-C648-C3E4-1CC3D1802F91}"/>
                  </a:ext>
                </a:extLst>
              </p14:cNvPr>
              <p14:cNvContentPartPr/>
              <p14:nvPr/>
            </p14:nvContentPartPr>
            <p14:xfrm>
              <a:off x="2553480" y="2556576"/>
              <a:ext cx="97920" cy="91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033B2DC-33DC-C648-C3E4-1CC3D1802F91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2549160" y="2552256"/>
                <a:ext cx="10656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21D9081-4521-905B-44AC-AABDF2CC006A}"/>
                  </a:ext>
                </a:extLst>
              </p14:cNvPr>
              <p14:cNvContentPartPr/>
              <p14:nvPr/>
            </p14:nvContentPartPr>
            <p14:xfrm>
              <a:off x="2997720" y="2491416"/>
              <a:ext cx="68400" cy="1393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21D9081-4521-905B-44AC-AABDF2CC006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993400" y="2487096"/>
                <a:ext cx="77040" cy="14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F6E19DDA-1073-3D1A-9E8A-B918D01AD934}"/>
              </a:ext>
            </a:extLst>
          </p:cNvPr>
          <p:cNvGrpSpPr/>
          <p:nvPr/>
        </p:nvGrpSpPr>
        <p:grpSpPr>
          <a:xfrm>
            <a:off x="497880" y="619056"/>
            <a:ext cx="580320" cy="624960"/>
            <a:chOff x="497880" y="619056"/>
            <a:chExt cx="580320" cy="62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BC1BC3B-AD7C-8D5A-E0FE-A2F2A0A27F11}"/>
                    </a:ext>
                  </a:extLst>
                </p14:cNvPr>
                <p14:cNvContentPartPr/>
                <p14:nvPr/>
              </p14:nvContentPartPr>
              <p14:xfrm>
                <a:off x="661320" y="987696"/>
                <a:ext cx="29520" cy="217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BC1BC3B-AD7C-8D5A-E0FE-A2F2A0A27F1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52680" y="978696"/>
                  <a:ext cx="471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1995090-4AB2-0EEF-B251-96129309175F}"/>
                    </a:ext>
                  </a:extLst>
                </p14:cNvPr>
                <p14:cNvContentPartPr/>
                <p14:nvPr/>
              </p14:nvContentPartPr>
              <p14:xfrm>
                <a:off x="629640" y="858456"/>
                <a:ext cx="448560" cy="385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1995090-4AB2-0EEF-B251-96129309175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21000" y="849816"/>
                  <a:ext cx="4662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25907C2-2521-754E-2993-8757B5404F40}"/>
                    </a:ext>
                  </a:extLst>
                </p14:cNvPr>
                <p14:cNvContentPartPr/>
                <p14:nvPr/>
              </p14:nvContentPartPr>
              <p14:xfrm>
                <a:off x="497880" y="712656"/>
                <a:ext cx="66240" cy="142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25907C2-2521-754E-2993-8757B5404F4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89240" y="704016"/>
                  <a:ext cx="838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7EB3DD1-2703-E1B1-DAA7-6BA426185FEF}"/>
                    </a:ext>
                  </a:extLst>
                </p14:cNvPr>
                <p14:cNvContentPartPr/>
                <p14:nvPr/>
              </p14:nvContentPartPr>
              <p14:xfrm>
                <a:off x="612720" y="699336"/>
                <a:ext cx="99000" cy="73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7EB3DD1-2703-E1B1-DAA7-6BA426185FE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03720" y="690696"/>
                  <a:ext cx="116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B25BBD9-B0A7-D30C-4D28-32ED86B36615}"/>
                    </a:ext>
                  </a:extLst>
                </p14:cNvPr>
                <p14:cNvContentPartPr/>
                <p14:nvPr/>
              </p14:nvContentPartPr>
              <p14:xfrm>
                <a:off x="728640" y="673416"/>
                <a:ext cx="133200" cy="83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B25BBD9-B0A7-D30C-4D28-32ED86B3661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0000" y="664416"/>
                  <a:ext cx="150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A366A38-2797-CAD4-F337-6F943BB528A7}"/>
                    </a:ext>
                  </a:extLst>
                </p14:cNvPr>
                <p14:cNvContentPartPr/>
                <p14:nvPr/>
              </p14:nvContentPartPr>
              <p14:xfrm>
                <a:off x="911160" y="619056"/>
                <a:ext cx="82080" cy="127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A366A38-2797-CAD4-F337-6F943BB528A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02520" y="610056"/>
                  <a:ext cx="9972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9535FBC-7BD8-C901-3BB0-00363300DE8A}"/>
              </a:ext>
            </a:extLst>
          </p:cNvPr>
          <p:cNvGrpSpPr/>
          <p:nvPr/>
        </p:nvGrpSpPr>
        <p:grpSpPr>
          <a:xfrm>
            <a:off x="1068480" y="932616"/>
            <a:ext cx="346680" cy="65520"/>
            <a:chOff x="1068480" y="932616"/>
            <a:chExt cx="346680" cy="6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5520175-FA1B-4D74-6E20-99F6DE5DFD48}"/>
                    </a:ext>
                  </a:extLst>
                </p14:cNvPr>
                <p14:cNvContentPartPr/>
                <p14:nvPr/>
              </p14:nvContentPartPr>
              <p14:xfrm>
                <a:off x="1068480" y="951336"/>
                <a:ext cx="176040" cy="46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5520175-FA1B-4D74-6E20-99F6DE5DFD4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59840" y="942696"/>
                  <a:ext cx="193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BD7BBF5-0361-51FD-5D29-1E9CAA158002}"/>
                    </a:ext>
                  </a:extLst>
                </p14:cNvPr>
                <p14:cNvContentPartPr/>
                <p14:nvPr/>
              </p14:nvContentPartPr>
              <p14:xfrm>
                <a:off x="1344240" y="932616"/>
                <a:ext cx="70920" cy="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BD7BBF5-0361-51FD-5D29-1E9CAA15800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335240" y="923976"/>
                  <a:ext cx="8856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2E38957-A8BF-A208-D4A4-34D57059A544}"/>
              </a:ext>
            </a:extLst>
          </p:cNvPr>
          <p:cNvGrpSpPr/>
          <p:nvPr/>
        </p:nvGrpSpPr>
        <p:grpSpPr>
          <a:xfrm>
            <a:off x="1644120" y="871776"/>
            <a:ext cx="205200" cy="44280"/>
            <a:chOff x="1644120" y="871776"/>
            <a:chExt cx="205200" cy="4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7910A48-3D86-5810-71E2-6115D1B57A0B}"/>
                    </a:ext>
                  </a:extLst>
                </p14:cNvPr>
                <p14:cNvContentPartPr/>
                <p14:nvPr/>
              </p14:nvContentPartPr>
              <p14:xfrm>
                <a:off x="1644120" y="882936"/>
                <a:ext cx="83160" cy="3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7910A48-3D86-5810-71E2-6115D1B57A0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635120" y="874296"/>
                  <a:ext cx="100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C85D536-7166-766D-7125-27B1DC354138}"/>
                    </a:ext>
                  </a:extLst>
                </p14:cNvPr>
                <p14:cNvContentPartPr/>
                <p14:nvPr/>
              </p14:nvContentPartPr>
              <p14:xfrm>
                <a:off x="1843920" y="871776"/>
                <a:ext cx="5400" cy="44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C85D536-7166-766D-7125-27B1DC35413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835280" y="862776"/>
                  <a:ext cx="2304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2FF5A95-A30E-9978-B761-B6E0047530F0}"/>
                  </a:ext>
                </a:extLst>
              </p14:cNvPr>
              <p14:cNvContentPartPr/>
              <p14:nvPr/>
            </p14:nvContentPartPr>
            <p14:xfrm>
              <a:off x="1885320" y="1090296"/>
              <a:ext cx="12600" cy="1677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2FF5A95-A30E-9978-B761-B6E0047530F0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876680" y="1081656"/>
                <a:ext cx="302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A06A9DE-BD8B-3517-553B-ED976CA18CBD}"/>
                  </a:ext>
                </a:extLst>
              </p14:cNvPr>
              <p14:cNvContentPartPr/>
              <p14:nvPr/>
            </p14:nvContentPartPr>
            <p14:xfrm>
              <a:off x="1858680" y="1560816"/>
              <a:ext cx="15120" cy="1036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A06A9DE-BD8B-3517-553B-ED976CA18CBD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849680" y="1552176"/>
                <a:ext cx="3276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424825E-A649-4C27-384F-509DFC0B999F}"/>
                  </a:ext>
                </a:extLst>
              </p14:cNvPr>
              <p14:cNvContentPartPr/>
              <p14:nvPr/>
            </p14:nvContentPartPr>
            <p14:xfrm>
              <a:off x="1856160" y="1810296"/>
              <a:ext cx="2880" cy="7740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4424825E-A649-4C27-384F-509DFC0B999F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847520" y="1801656"/>
                <a:ext cx="20520" cy="9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B2B65F9E-A0BF-E163-7F27-737CB50B5EB7}"/>
              </a:ext>
            </a:extLst>
          </p:cNvPr>
          <p:cNvGrpSpPr/>
          <p:nvPr/>
        </p:nvGrpSpPr>
        <p:grpSpPr>
          <a:xfrm>
            <a:off x="1762200" y="1973376"/>
            <a:ext cx="169920" cy="104760"/>
            <a:chOff x="1762200" y="1973376"/>
            <a:chExt cx="169920" cy="10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92B4938-5031-C4EC-F436-E47FB5006DC5}"/>
                    </a:ext>
                  </a:extLst>
                </p14:cNvPr>
                <p14:cNvContentPartPr/>
                <p14:nvPr/>
              </p14:nvContentPartPr>
              <p14:xfrm>
                <a:off x="1829520" y="2004696"/>
                <a:ext cx="5400" cy="19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92B4938-5031-C4EC-F436-E47FB5006DC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820520" y="1995696"/>
                  <a:ext cx="23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6148E66-BA80-1CDB-5501-40DE74445395}"/>
                    </a:ext>
                  </a:extLst>
                </p14:cNvPr>
                <p14:cNvContentPartPr/>
                <p14:nvPr/>
              </p14:nvContentPartPr>
              <p14:xfrm>
                <a:off x="1834200" y="2004696"/>
                <a:ext cx="2880" cy="36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6148E66-BA80-1CDB-5501-40DE7444539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825560" y="1995696"/>
                  <a:ext cx="205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D1B37B1-F3C4-48DF-9F69-F11EE41EEEA3}"/>
                    </a:ext>
                  </a:extLst>
                </p14:cNvPr>
                <p14:cNvContentPartPr/>
                <p14:nvPr/>
              </p14:nvContentPartPr>
              <p14:xfrm>
                <a:off x="1762200" y="1985256"/>
                <a:ext cx="97200" cy="65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D1B37B1-F3C4-48DF-9F69-F11EE41EEEA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753560" y="1976256"/>
                  <a:ext cx="1148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1380512-F8F7-7E82-4762-0C239D7CF5DC}"/>
                    </a:ext>
                  </a:extLst>
                </p14:cNvPr>
                <p14:cNvContentPartPr/>
                <p14:nvPr/>
              </p14:nvContentPartPr>
              <p14:xfrm>
                <a:off x="1839240" y="1973376"/>
                <a:ext cx="92880" cy="104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1380512-F8F7-7E82-4762-0C239D7CF5D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830240" y="1964376"/>
                  <a:ext cx="11052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7E3C4A1-C3FB-E2C3-1E98-C9997DB3AF85}"/>
              </a:ext>
            </a:extLst>
          </p:cNvPr>
          <p:cNvGrpSpPr/>
          <p:nvPr/>
        </p:nvGrpSpPr>
        <p:grpSpPr>
          <a:xfrm>
            <a:off x="6181560" y="970776"/>
            <a:ext cx="895320" cy="432000"/>
            <a:chOff x="6181560" y="970776"/>
            <a:chExt cx="89532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3C203BD-0F6D-4426-D793-FA367FDD4C2D}"/>
                    </a:ext>
                  </a:extLst>
                </p14:cNvPr>
                <p14:cNvContentPartPr/>
                <p14:nvPr/>
              </p14:nvContentPartPr>
              <p14:xfrm>
                <a:off x="6181560" y="984816"/>
                <a:ext cx="200520" cy="264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3C203BD-0F6D-4426-D793-FA367FDD4C2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172560" y="975816"/>
                  <a:ext cx="2181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F1CAC65-24CC-4B07-659A-1BB027C67662}"/>
                    </a:ext>
                  </a:extLst>
                </p14:cNvPr>
                <p14:cNvContentPartPr/>
                <p14:nvPr/>
              </p14:nvContentPartPr>
              <p14:xfrm>
                <a:off x="6386400" y="1146456"/>
                <a:ext cx="198000" cy="55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F1CAC65-24CC-4B07-659A-1BB027C6766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377760" y="1137816"/>
                  <a:ext cx="2156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94A3F35-ED44-F636-E704-F406490E4BAC}"/>
                    </a:ext>
                  </a:extLst>
                </p14:cNvPr>
                <p14:cNvContentPartPr/>
                <p14:nvPr/>
              </p14:nvContentPartPr>
              <p14:xfrm>
                <a:off x="6615720" y="1153656"/>
                <a:ext cx="41760" cy="2491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94A3F35-ED44-F636-E704-F406490E4BA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606720" y="1145016"/>
                  <a:ext cx="594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21DAE46-8975-E59A-C98A-0E26642E7F2D}"/>
                    </a:ext>
                  </a:extLst>
                </p14:cNvPr>
                <p14:cNvContentPartPr/>
                <p14:nvPr/>
              </p14:nvContentPartPr>
              <p14:xfrm>
                <a:off x="6677640" y="1132776"/>
                <a:ext cx="60840" cy="61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21DAE46-8975-E59A-C98A-0E26642E7F2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669000" y="1123776"/>
                  <a:ext cx="78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F542E31-6E5F-CE1B-D252-E12F793D9DB3}"/>
                    </a:ext>
                  </a:extLst>
                </p14:cNvPr>
                <p14:cNvContentPartPr/>
                <p14:nvPr/>
              </p14:nvContentPartPr>
              <p14:xfrm>
                <a:off x="6832080" y="970776"/>
                <a:ext cx="71640" cy="2052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F542E31-6E5F-CE1B-D252-E12F793D9DB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823440" y="962136"/>
                  <a:ext cx="892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34D9195-5FBC-2944-0271-43DE330039C6}"/>
                    </a:ext>
                  </a:extLst>
                </p14:cNvPr>
                <p14:cNvContentPartPr/>
                <p14:nvPr/>
              </p14:nvContentPartPr>
              <p14:xfrm>
                <a:off x="6793560" y="1107576"/>
                <a:ext cx="136800" cy="16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34D9195-5FBC-2944-0271-43DE330039C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784920" y="1098576"/>
                  <a:ext cx="154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F808CB5-6598-3071-C3DC-6BE146F1DF1F}"/>
                    </a:ext>
                  </a:extLst>
                </p14:cNvPr>
                <p14:cNvContentPartPr/>
                <p14:nvPr/>
              </p14:nvContentPartPr>
              <p14:xfrm>
                <a:off x="6957000" y="1118016"/>
                <a:ext cx="95400" cy="35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F808CB5-6598-3071-C3DC-6BE146F1DF1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948360" y="1109016"/>
                  <a:ext cx="113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26A0F1C-21F7-3B72-AAEC-274592FF57B5}"/>
                    </a:ext>
                  </a:extLst>
                </p14:cNvPr>
                <p14:cNvContentPartPr/>
                <p14:nvPr/>
              </p14:nvContentPartPr>
              <p14:xfrm>
                <a:off x="6883920" y="1119456"/>
                <a:ext cx="192960" cy="2383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26A0F1C-21F7-3B72-AAEC-274592FF57B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875280" y="1110816"/>
                  <a:ext cx="21060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191D0B4-E4F2-B241-035B-9F06562C188C}"/>
              </a:ext>
            </a:extLst>
          </p:cNvPr>
          <p:cNvGrpSpPr/>
          <p:nvPr/>
        </p:nvGrpSpPr>
        <p:grpSpPr>
          <a:xfrm>
            <a:off x="7264080" y="924696"/>
            <a:ext cx="783360" cy="201600"/>
            <a:chOff x="7264080" y="924696"/>
            <a:chExt cx="783360" cy="20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FCC5196-315C-4548-9195-8AA67C48686D}"/>
                    </a:ext>
                  </a:extLst>
                </p14:cNvPr>
                <p14:cNvContentPartPr/>
                <p14:nvPr/>
              </p14:nvContentPartPr>
              <p14:xfrm>
                <a:off x="7264080" y="924696"/>
                <a:ext cx="159480" cy="201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FCC5196-315C-4548-9195-8AA67C48686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255440" y="915696"/>
                  <a:ext cx="1771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CF3C1D3-3A15-F393-2A4D-A6CC372BA4B8}"/>
                    </a:ext>
                  </a:extLst>
                </p14:cNvPr>
                <p14:cNvContentPartPr/>
                <p14:nvPr/>
              </p14:nvContentPartPr>
              <p14:xfrm>
                <a:off x="7305840" y="1045656"/>
                <a:ext cx="129600" cy="64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CF3C1D3-3A15-F393-2A4D-A6CC372BA4B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296840" y="1036656"/>
                  <a:ext cx="1472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CADA2B5-3C8B-AD15-0FE0-CE16073B341D}"/>
                    </a:ext>
                  </a:extLst>
                </p14:cNvPr>
                <p14:cNvContentPartPr/>
                <p14:nvPr/>
              </p14:nvContentPartPr>
              <p14:xfrm>
                <a:off x="7478640" y="1071576"/>
                <a:ext cx="93240" cy="33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CADA2B5-3C8B-AD15-0FE0-CE16073B341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469640" y="1062936"/>
                  <a:ext cx="1108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3CD4B80-6F62-7670-733B-B780467C8447}"/>
                    </a:ext>
                  </a:extLst>
                </p14:cNvPr>
                <p14:cNvContentPartPr/>
                <p14:nvPr/>
              </p14:nvContentPartPr>
              <p14:xfrm>
                <a:off x="7588080" y="1030896"/>
                <a:ext cx="79560" cy="72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3CD4B80-6F62-7670-733B-B780467C844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579440" y="1021896"/>
                  <a:ext cx="97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402164B-6173-48FA-84CB-0266C75DC7FA}"/>
                    </a:ext>
                  </a:extLst>
                </p14:cNvPr>
                <p14:cNvContentPartPr/>
                <p14:nvPr/>
              </p14:nvContentPartPr>
              <p14:xfrm>
                <a:off x="7710480" y="1061856"/>
                <a:ext cx="127080" cy="43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402164B-6173-48FA-84CB-0266C75DC7F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701840" y="1053216"/>
                  <a:ext cx="1447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AA9AEC3-6553-7D61-0A87-B266BB77D8DC}"/>
                    </a:ext>
                  </a:extLst>
                </p14:cNvPr>
                <p14:cNvContentPartPr/>
                <p14:nvPr/>
              </p14:nvContentPartPr>
              <p14:xfrm>
                <a:off x="7881120" y="1012176"/>
                <a:ext cx="166320" cy="85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AA9AEC3-6553-7D61-0A87-B266BB77D8D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872480" y="1003536"/>
                  <a:ext cx="183960" cy="103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24649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909F-D0AB-B841-49C5-8EF417B3A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8AB9FB-6C2D-FC80-B554-1259101B5423}"/>
                  </a:ext>
                </a:extLst>
              </p14:cNvPr>
              <p14:cNvContentPartPr/>
              <p14:nvPr/>
            </p14:nvContentPartPr>
            <p14:xfrm>
              <a:off x="1670760" y="2115936"/>
              <a:ext cx="12600" cy="355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8AB9FB-6C2D-FC80-B554-1259101B54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6440" y="2111616"/>
                <a:ext cx="2124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F0CA6BF-5CD2-8062-66AA-3D7CD4EE54A9}"/>
                  </a:ext>
                </a:extLst>
              </p14:cNvPr>
              <p14:cNvContentPartPr/>
              <p14:nvPr/>
            </p14:nvContentPartPr>
            <p14:xfrm>
              <a:off x="1668600" y="2022696"/>
              <a:ext cx="2689200" cy="97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F0CA6BF-5CD2-8062-66AA-3D7CD4EE54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4280" y="2018376"/>
                <a:ext cx="26978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C1FA494-C0FC-6991-E5F0-B2E5BDA8E634}"/>
                  </a:ext>
                </a:extLst>
              </p14:cNvPr>
              <p14:cNvContentPartPr/>
              <p14:nvPr/>
            </p14:nvContentPartPr>
            <p14:xfrm>
              <a:off x="1690200" y="2361456"/>
              <a:ext cx="2690280" cy="109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C1FA494-C0FC-6991-E5F0-B2E5BDA8E63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85880" y="2357136"/>
                <a:ext cx="26989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9016B9E-E9B4-D70A-A48F-E6BCB2A883F6}"/>
                  </a:ext>
                </a:extLst>
              </p14:cNvPr>
              <p14:cNvContentPartPr/>
              <p14:nvPr/>
            </p14:nvContentPartPr>
            <p14:xfrm>
              <a:off x="4360320" y="2001456"/>
              <a:ext cx="25560" cy="397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9016B9E-E9B4-D70A-A48F-E6BCB2A883F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56000" y="1997136"/>
                <a:ext cx="3420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544F02B-CC0A-769B-984E-454411554DF2}"/>
                  </a:ext>
                </a:extLst>
              </p14:cNvPr>
              <p14:cNvContentPartPr/>
              <p14:nvPr/>
            </p14:nvContentPartPr>
            <p14:xfrm>
              <a:off x="537120" y="1715256"/>
              <a:ext cx="144360" cy="219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544F02B-CC0A-769B-984E-454411554DF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2800" y="1710936"/>
                <a:ext cx="1530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506DA23-1A92-B2FB-D294-A3B240A17C46}"/>
                  </a:ext>
                </a:extLst>
              </p14:cNvPr>
              <p14:cNvContentPartPr/>
              <p14:nvPr/>
            </p14:nvContentPartPr>
            <p14:xfrm>
              <a:off x="714960" y="1730736"/>
              <a:ext cx="129600" cy="48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506DA23-1A92-B2FB-D294-A3B240A17C4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0640" y="1726416"/>
                <a:ext cx="1382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D05FC2A-4AC1-0F5F-3431-98AA929E1C91}"/>
                  </a:ext>
                </a:extLst>
              </p14:cNvPr>
              <p14:cNvContentPartPr/>
              <p14:nvPr/>
            </p14:nvContentPartPr>
            <p14:xfrm>
              <a:off x="868680" y="1703016"/>
              <a:ext cx="75960" cy="88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D05FC2A-4AC1-0F5F-3431-98AA929E1C9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4360" y="1698696"/>
                <a:ext cx="846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0C574C1-6C03-8348-17E8-AECB4B997D34}"/>
                  </a:ext>
                </a:extLst>
              </p14:cNvPr>
              <p14:cNvContentPartPr/>
              <p14:nvPr/>
            </p14:nvContentPartPr>
            <p14:xfrm>
              <a:off x="975960" y="1724256"/>
              <a:ext cx="112680" cy="33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0C574C1-6C03-8348-17E8-AECB4B997D3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1640" y="1719936"/>
                <a:ext cx="1213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C8373EE-3FB1-B794-88DF-9E4A8E50AF12}"/>
                  </a:ext>
                </a:extLst>
              </p14:cNvPr>
              <p14:cNvContentPartPr/>
              <p14:nvPr/>
            </p14:nvContentPartPr>
            <p14:xfrm>
              <a:off x="1122120" y="1686456"/>
              <a:ext cx="63720" cy="83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C8373EE-3FB1-B794-88DF-9E4A8E50AF1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17800" y="1682136"/>
                <a:ext cx="723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FD89DB5-AC88-EF6F-77FD-AFFB793AB595}"/>
                  </a:ext>
                </a:extLst>
              </p14:cNvPr>
              <p14:cNvContentPartPr/>
              <p14:nvPr/>
            </p14:nvContentPartPr>
            <p14:xfrm>
              <a:off x="829800" y="1905696"/>
              <a:ext cx="3240" cy="1854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FD89DB5-AC88-EF6F-77FD-AFFB793AB59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5480" y="1901376"/>
                <a:ext cx="118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7066B1D-8107-31BB-CB41-CFC3DC024ADA}"/>
                  </a:ext>
                </a:extLst>
              </p14:cNvPr>
              <p14:cNvContentPartPr/>
              <p14:nvPr/>
            </p14:nvContentPartPr>
            <p14:xfrm>
              <a:off x="839520" y="1830096"/>
              <a:ext cx="342000" cy="285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7066B1D-8107-31BB-CB41-CFC3DC024AD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5200" y="1825776"/>
                <a:ext cx="3506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2613214-805E-0710-E35E-80B4FADC3413}"/>
                  </a:ext>
                </a:extLst>
              </p14:cNvPr>
              <p14:cNvContentPartPr/>
              <p14:nvPr/>
            </p14:nvContentPartPr>
            <p14:xfrm>
              <a:off x="985320" y="2002896"/>
              <a:ext cx="683280" cy="402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2613214-805E-0710-E35E-80B4FADC341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1000" y="1998576"/>
                <a:ext cx="69192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2B5AAAD-8FCD-3731-7ACE-E3E1730ED3DF}"/>
                  </a:ext>
                </a:extLst>
              </p14:cNvPr>
              <p14:cNvContentPartPr/>
              <p14:nvPr/>
            </p14:nvContentPartPr>
            <p14:xfrm>
              <a:off x="1624680" y="2241216"/>
              <a:ext cx="72000" cy="119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2B5AAAD-8FCD-3731-7ACE-E3E1730ED3D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20360" y="2236896"/>
                <a:ext cx="806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62A8BB7-2BE6-9D9D-C919-AD6D56F03EC2}"/>
                  </a:ext>
                </a:extLst>
              </p14:cNvPr>
              <p14:cNvContentPartPr/>
              <p14:nvPr/>
            </p14:nvContentPartPr>
            <p14:xfrm>
              <a:off x="1969920" y="2120976"/>
              <a:ext cx="23040" cy="322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62A8BB7-2BE6-9D9D-C919-AD6D56F03EC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65600" y="2116656"/>
                <a:ext cx="316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13AA59C-64E2-06EB-E268-458C99333799}"/>
                  </a:ext>
                </a:extLst>
              </p14:cNvPr>
              <p14:cNvContentPartPr/>
              <p14:nvPr/>
            </p14:nvContentPartPr>
            <p14:xfrm>
              <a:off x="2363400" y="2112696"/>
              <a:ext cx="44280" cy="2865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13AA59C-64E2-06EB-E268-458C9933379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359080" y="2108376"/>
                <a:ext cx="5292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D1FF5EF-0BFC-73AC-4659-9986E9DFA2DF}"/>
                  </a:ext>
                </a:extLst>
              </p14:cNvPr>
              <p14:cNvContentPartPr/>
              <p14:nvPr/>
            </p14:nvContentPartPr>
            <p14:xfrm>
              <a:off x="2743560" y="2097216"/>
              <a:ext cx="24840" cy="294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D1FF5EF-0BFC-73AC-4659-9986E9DFA2D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39240" y="2092896"/>
                <a:ext cx="3348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FBA7308-CC98-EB7A-264C-01A59A7639F3}"/>
                  </a:ext>
                </a:extLst>
              </p14:cNvPr>
              <p14:cNvContentPartPr/>
              <p14:nvPr/>
            </p14:nvContentPartPr>
            <p14:xfrm>
              <a:off x="3197160" y="2082456"/>
              <a:ext cx="34560" cy="300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FBA7308-CC98-EB7A-264C-01A59A7639F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92840" y="2078136"/>
                <a:ext cx="432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D447262-EFEA-68A5-7DEC-AF7529B44B5E}"/>
                  </a:ext>
                </a:extLst>
              </p14:cNvPr>
              <p14:cNvContentPartPr/>
              <p14:nvPr/>
            </p14:nvContentPartPr>
            <p14:xfrm>
              <a:off x="4082400" y="2051136"/>
              <a:ext cx="29520" cy="3448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D447262-EFEA-68A5-7DEC-AF7529B44B5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78080" y="2046816"/>
                <a:ext cx="3816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7BF16B5-2F27-0222-40FB-A1A79CAA9D1E}"/>
                  </a:ext>
                </a:extLst>
              </p14:cNvPr>
              <p14:cNvContentPartPr/>
              <p14:nvPr/>
            </p14:nvContentPartPr>
            <p14:xfrm>
              <a:off x="1729440" y="2576016"/>
              <a:ext cx="71280" cy="67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7BF16B5-2F27-0222-40FB-A1A79CAA9D1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25120" y="2571696"/>
                <a:ext cx="799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8466C3D-1824-79FD-6EF6-1BB85FF8F78B}"/>
                  </a:ext>
                </a:extLst>
              </p14:cNvPr>
              <p14:cNvContentPartPr/>
              <p14:nvPr/>
            </p14:nvContentPartPr>
            <p14:xfrm>
              <a:off x="2170800" y="2541816"/>
              <a:ext cx="29520" cy="864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8466C3D-1824-79FD-6EF6-1BB85FF8F78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66480" y="2537496"/>
                <a:ext cx="381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8F0253B-2051-289F-F0CA-D19BDF42336E}"/>
                  </a:ext>
                </a:extLst>
              </p14:cNvPr>
              <p14:cNvContentPartPr/>
              <p14:nvPr/>
            </p14:nvContentPartPr>
            <p14:xfrm>
              <a:off x="4075200" y="2558376"/>
              <a:ext cx="97920" cy="579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8F0253B-2051-289F-F0CA-D19BDF42336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70880" y="2554056"/>
                <a:ext cx="1065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DAA0EDB-7759-CB68-3FDC-29C46A281937}"/>
                  </a:ext>
                </a:extLst>
              </p14:cNvPr>
              <p14:cNvContentPartPr/>
              <p14:nvPr/>
            </p14:nvContentPartPr>
            <p14:xfrm>
              <a:off x="4238280" y="2563776"/>
              <a:ext cx="85680" cy="12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DAA0EDB-7759-CB68-3FDC-29C46A28193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33960" y="2559456"/>
                <a:ext cx="943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D0A7FC4-77D1-FF23-803F-775BFB37E20B}"/>
                  </a:ext>
                </a:extLst>
              </p14:cNvPr>
              <p14:cNvContentPartPr/>
              <p14:nvPr/>
            </p14:nvContentPartPr>
            <p14:xfrm>
              <a:off x="4440600" y="2518416"/>
              <a:ext cx="360" cy="1126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D0A7FC4-77D1-FF23-803F-775BFB37E20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436280" y="2514096"/>
                <a:ext cx="90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73A5034-CBB2-1AB1-20F5-A9EA2CAF13CC}"/>
                  </a:ext>
                </a:extLst>
              </p14:cNvPr>
              <p14:cNvContentPartPr/>
              <p14:nvPr/>
            </p14:nvContentPartPr>
            <p14:xfrm>
              <a:off x="795600" y="3241656"/>
              <a:ext cx="5400" cy="256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73A5034-CBB2-1AB1-20F5-A9EA2CAF13C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1280" y="3237336"/>
                <a:ext cx="140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D734252-D6F2-6795-A7BB-14A41C641383}"/>
                  </a:ext>
                </a:extLst>
              </p14:cNvPr>
              <p14:cNvContentPartPr/>
              <p14:nvPr/>
            </p14:nvContentPartPr>
            <p14:xfrm>
              <a:off x="758880" y="3156336"/>
              <a:ext cx="461160" cy="3312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D734252-D6F2-6795-A7BB-14A41C64138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54560" y="3152016"/>
                <a:ext cx="46980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9EC2040-FDD7-F307-8FB4-25114EE24DA3}"/>
                  </a:ext>
                </a:extLst>
              </p14:cNvPr>
              <p14:cNvContentPartPr/>
              <p14:nvPr/>
            </p14:nvContentPartPr>
            <p14:xfrm>
              <a:off x="707760" y="2811816"/>
              <a:ext cx="173520" cy="3531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9EC2040-FDD7-F307-8FB4-25114EE24DA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3440" y="2807496"/>
                <a:ext cx="18216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9A71C66-70DD-D7F8-488C-EC18BC1A14A5}"/>
                  </a:ext>
                </a:extLst>
              </p14:cNvPr>
              <p14:cNvContentPartPr/>
              <p14:nvPr/>
            </p14:nvContentPartPr>
            <p14:xfrm>
              <a:off x="629640" y="3000456"/>
              <a:ext cx="200160" cy="51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9A71C66-70DD-D7F8-488C-EC18BC1A14A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25320" y="2996136"/>
                <a:ext cx="2088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3CCAECD-3529-9D97-B6A6-611134BCB00F}"/>
                  </a:ext>
                </a:extLst>
              </p14:cNvPr>
              <p14:cNvContentPartPr/>
              <p14:nvPr/>
            </p14:nvContentPartPr>
            <p14:xfrm>
              <a:off x="839520" y="2970936"/>
              <a:ext cx="59040" cy="972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3CCAECD-3529-9D97-B6A6-611134BCB00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5200" y="2966616"/>
                <a:ext cx="6768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0C28B1D-7DAB-9697-DBE9-5BD113986007}"/>
                  </a:ext>
                </a:extLst>
              </p14:cNvPr>
              <p14:cNvContentPartPr/>
              <p14:nvPr/>
            </p14:nvContentPartPr>
            <p14:xfrm>
              <a:off x="947520" y="2980296"/>
              <a:ext cx="43920" cy="54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0C28B1D-7DAB-9697-DBE9-5BD11398600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43200" y="2975976"/>
                <a:ext cx="525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12D1EB4-5A24-DDBB-EFEA-E60B13783EF2}"/>
                  </a:ext>
                </a:extLst>
              </p14:cNvPr>
              <p14:cNvContentPartPr/>
              <p14:nvPr/>
            </p14:nvContentPartPr>
            <p14:xfrm>
              <a:off x="981000" y="3000456"/>
              <a:ext cx="36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12D1EB4-5A24-DDBB-EFEA-E60B13783EF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76680" y="299613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B332A9F-4C66-6498-687C-E61B400648DF}"/>
                  </a:ext>
                </a:extLst>
              </p14:cNvPr>
              <p14:cNvContentPartPr/>
              <p14:nvPr/>
            </p14:nvContentPartPr>
            <p14:xfrm>
              <a:off x="981000" y="2993616"/>
              <a:ext cx="154080" cy="392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B332A9F-4C66-6498-687C-E61B400648D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76680" y="2989296"/>
                <a:ext cx="162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6CEACA2-5354-825D-00FF-2ED62985BDA0}"/>
                  </a:ext>
                </a:extLst>
              </p14:cNvPr>
              <p14:cNvContentPartPr/>
              <p14:nvPr/>
            </p14:nvContentPartPr>
            <p14:xfrm>
              <a:off x="1217520" y="2858976"/>
              <a:ext cx="63720" cy="1558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6CEACA2-5354-825D-00FF-2ED62985BDA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213200" y="2854656"/>
                <a:ext cx="7236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819721D-5FA0-92E9-D2B3-97D483D82441}"/>
                  </a:ext>
                </a:extLst>
              </p14:cNvPr>
              <p14:cNvContentPartPr/>
              <p14:nvPr/>
            </p14:nvContentPartPr>
            <p14:xfrm>
              <a:off x="1158840" y="2926296"/>
              <a:ext cx="144360" cy="158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819721D-5FA0-92E9-D2B3-97D483D8244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54520" y="2921976"/>
                <a:ext cx="1530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FB99408-9A41-60A3-1F49-40A524251A2A}"/>
                  </a:ext>
                </a:extLst>
              </p14:cNvPr>
              <p14:cNvContentPartPr/>
              <p14:nvPr/>
            </p14:nvContentPartPr>
            <p14:xfrm>
              <a:off x="1061280" y="3310776"/>
              <a:ext cx="48960" cy="10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FB99408-9A41-60A3-1F49-40A524251A2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56960" y="3306456"/>
                <a:ext cx="5760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DAD717E-9B87-5CB1-C81C-3C80C8C78A8F}"/>
                  </a:ext>
                </a:extLst>
              </p14:cNvPr>
              <p14:cNvContentPartPr/>
              <p14:nvPr/>
            </p14:nvContentPartPr>
            <p14:xfrm>
              <a:off x="1305000" y="3279816"/>
              <a:ext cx="51480" cy="10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DAD717E-9B87-5CB1-C81C-3C80C8C78A8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300680" y="3275496"/>
                <a:ext cx="6012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E41E955-BE34-8ADF-5366-375471FE6998}"/>
                  </a:ext>
                </a:extLst>
              </p14:cNvPr>
              <p14:cNvContentPartPr/>
              <p14:nvPr/>
            </p14:nvContentPartPr>
            <p14:xfrm>
              <a:off x="1470960" y="3268656"/>
              <a:ext cx="63720" cy="36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E41E955-BE34-8ADF-5366-375471FE6998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466640" y="3264336"/>
                <a:ext cx="7236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BE729FA-1A77-5333-4BFB-369501AB433A}"/>
                  </a:ext>
                </a:extLst>
              </p14:cNvPr>
              <p14:cNvContentPartPr/>
              <p14:nvPr/>
            </p14:nvContentPartPr>
            <p14:xfrm>
              <a:off x="1636560" y="3243456"/>
              <a:ext cx="105120" cy="86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BE729FA-1A77-5333-4BFB-369501AB433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632240" y="3239136"/>
                <a:ext cx="11376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0B5EDB4-8FB6-7212-6D3D-7DCAB6C40E89}"/>
                  </a:ext>
                </a:extLst>
              </p14:cNvPr>
              <p14:cNvContentPartPr/>
              <p14:nvPr/>
            </p14:nvContentPartPr>
            <p14:xfrm>
              <a:off x="1807560" y="3215016"/>
              <a:ext cx="2880" cy="19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0B5EDB4-8FB6-7212-6D3D-7DCAB6C40E8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803240" y="3210696"/>
                <a:ext cx="115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715E9E3-1A5C-D9F8-1C76-5EBA00D8F259}"/>
                  </a:ext>
                </a:extLst>
              </p14:cNvPr>
              <p14:cNvContentPartPr/>
              <p14:nvPr/>
            </p14:nvContentPartPr>
            <p14:xfrm>
              <a:off x="1821960" y="3055536"/>
              <a:ext cx="360" cy="669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715E9E3-1A5C-D9F8-1C76-5EBA00D8F25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817640" y="3051216"/>
                <a:ext cx="90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72618DB-136D-264D-815B-F241DB46A25B}"/>
                  </a:ext>
                </a:extLst>
              </p14:cNvPr>
              <p14:cNvContentPartPr/>
              <p14:nvPr/>
            </p14:nvContentPartPr>
            <p14:xfrm>
              <a:off x="1809720" y="2899656"/>
              <a:ext cx="7560" cy="597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72618DB-136D-264D-815B-F241DB46A25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805400" y="2895336"/>
                <a:ext cx="162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509F8DF-3118-27D2-4898-AFF1E58A8B3B}"/>
                  </a:ext>
                </a:extLst>
              </p14:cNvPr>
              <p14:cNvContentPartPr/>
              <p14:nvPr/>
            </p14:nvContentPartPr>
            <p14:xfrm>
              <a:off x="1807560" y="2788056"/>
              <a:ext cx="2880" cy="345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509F8DF-3118-27D2-4898-AFF1E58A8B3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803240" y="2783736"/>
                <a:ext cx="115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3FCA1AF-9FEA-2D27-249A-D617CD7BB9F3}"/>
                  </a:ext>
                </a:extLst>
              </p14:cNvPr>
              <p14:cNvContentPartPr/>
              <p14:nvPr/>
            </p14:nvContentPartPr>
            <p14:xfrm>
              <a:off x="1729440" y="2708136"/>
              <a:ext cx="134640" cy="716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3FCA1AF-9FEA-2D27-249A-D617CD7BB9F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725120" y="2703816"/>
                <a:ext cx="14328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3E6B2FF-6D00-87D1-4C1E-0CA51DB96371}"/>
                  </a:ext>
                </a:extLst>
              </p14:cNvPr>
              <p14:cNvContentPartPr/>
              <p14:nvPr/>
            </p14:nvContentPartPr>
            <p14:xfrm>
              <a:off x="2902320" y="4129056"/>
              <a:ext cx="105120" cy="9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3E6B2FF-6D00-87D1-4C1E-0CA51DB9637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898000" y="4124736"/>
                <a:ext cx="11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63547AF-FCBF-C14A-AF0A-4810ADA77F60}"/>
                  </a:ext>
                </a:extLst>
              </p14:cNvPr>
              <p14:cNvContentPartPr/>
              <p14:nvPr/>
            </p14:nvContentPartPr>
            <p14:xfrm>
              <a:off x="3097440" y="4116816"/>
              <a:ext cx="10080" cy="118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63547AF-FCBF-C14A-AF0A-4810ADA77F6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093120" y="4112496"/>
                <a:ext cx="187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10AF9F7-5BCA-84EA-805E-00FB94CB190B}"/>
                  </a:ext>
                </a:extLst>
              </p14:cNvPr>
              <p14:cNvContentPartPr/>
              <p14:nvPr/>
            </p14:nvContentPartPr>
            <p14:xfrm>
              <a:off x="2553480" y="2556576"/>
              <a:ext cx="97920" cy="91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10AF9F7-5BCA-84EA-805E-00FB94CB190B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2549160" y="2552256"/>
                <a:ext cx="10656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B2777D56-B694-1F63-2CF9-746D314AF12E}"/>
                  </a:ext>
                </a:extLst>
              </p14:cNvPr>
              <p14:cNvContentPartPr/>
              <p14:nvPr/>
            </p14:nvContentPartPr>
            <p14:xfrm>
              <a:off x="2997720" y="2491416"/>
              <a:ext cx="68400" cy="1393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B2777D56-B694-1F63-2CF9-746D314AF12E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993400" y="2487096"/>
                <a:ext cx="77040" cy="14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0BED9E4A-94E8-0F0A-BC81-911044F76205}"/>
              </a:ext>
            </a:extLst>
          </p:cNvPr>
          <p:cNvGrpSpPr/>
          <p:nvPr/>
        </p:nvGrpSpPr>
        <p:grpSpPr>
          <a:xfrm>
            <a:off x="497880" y="619056"/>
            <a:ext cx="580320" cy="624960"/>
            <a:chOff x="497880" y="619056"/>
            <a:chExt cx="580320" cy="62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AEDED29-C89F-9FFB-A1B5-3DF914F54D57}"/>
                    </a:ext>
                  </a:extLst>
                </p14:cNvPr>
                <p14:cNvContentPartPr/>
                <p14:nvPr/>
              </p14:nvContentPartPr>
              <p14:xfrm>
                <a:off x="661320" y="987696"/>
                <a:ext cx="29520" cy="217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AEDED29-C89F-9FFB-A1B5-3DF914F54D5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52680" y="978696"/>
                  <a:ext cx="471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1746038-EE88-3925-3B0E-453EC76CEA6B}"/>
                    </a:ext>
                  </a:extLst>
                </p14:cNvPr>
                <p14:cNvContentPartPr/>
                <p14:nvPr/>
              </p14:nvContentPartPr>
              <p14:xfrm>
                <a:off x="629640" y="858456"/>
                <a:ext cx="448560" cy="385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1746038-EE88-3925-3B0E-453EC76CEA6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21000" y="849816"/>
                  <a:ext cx="4662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770C4E9-8410-4AD2-9F53-BF7E0FCD0B92}"/>
                    </a:ext>
                  </a:extLst>
                </p14:cNvPr>
                <p14:cNvContentPartPr/>
                <p14:nvPr/>
              </p14:nvContentPartPr>
              <p14:xfrm>
                <a:off x="497880" y="712656"/>
                <a:ext cx="66240" cy="142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770C4E9-8410-4AD2-9F53-BF7E0FCD0B9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89240" y="704016"/>
                  <a:ext cx="838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C37DD2D-0708-E8C1-68EA-DA32DC2E1638}"/>
                    </a:ext>
                  </a:extLst>
                </p14:cNvPr>
                <p14:cNvContentPartPr/>
                <p14:nvPr/>
              </p14:nvContentPartPr>
              <p14:xfrm>
                <a:off x="612720" y="699336"/>
                <a:ext cx="99000" cy="73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C37DD2D-0708-E8C1-68EA-DA32DC2E163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03720" y="690696"/>
                  <a:ext cx="116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4F4249E-0CB0-C52B-F80C-23B4825565FE}"/>
                    </a:ext>
                  </a:extLst>
                </p14:cNvPr>
                <p14:cNvContentPartPr/>
                <p14:nvPr/>
              </p14:nvContentPartPr>
              <p14:xfrm>
                <a:off x="728640" y="673416"/>
                <a:ext cx="133200" cy="83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4F4249E-0CB0-C52B-F80C-23B4825565F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0000" y="664416"/>
                  <a:ext cx="150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5BA0269-BE11-D4A4-87C0-43901ECC8F8B}"/>
                    </a:ext>
                  </a:extLst>
                </p14:cNvPr>
                <p14:cNvContentPartPr/>
                <p14:nvPr/>
              </p14:nvContentPartPr>
              <p14:xfrm>
                <a:off x="911160" y="619056"/>
                <a:ext cx="82080" cy="127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5BA0269-BE11-D4A4-87C0-43901ECC8F8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02520" y="610056"/>
                  <a:ext cx="9972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DBCC4B8-77AF-2F0B-7D9F-9BA3F5D2DE64}"/>
              </a:ext>
            </a:extLst>
          </p:cNvPr>
          <p:cNvGrpSpPr/>
          <p:nvPr/>
        </p:nvGrpSpPr>
        <p:grpSpPr>
          <a:xfrm>
            <a:off x="6791400" y="881496"/>
            <a:ext cx="1807200" cy="550800"/>
            <a:chOff x="6791400" y="881496"/>
            <a:chExt cx="1807200" cy="55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2734F1B-2417-6207-86C3-60F4372371B5}"/>
                    </a:ext>
                  </a:extLst>
                </p14:cNvPr>
                <p14:cNvContentPartPr/>
                <p14:nvPr/>
              </p14:nvContentPartPr>
              <p14:xfrm>
                <a:off x="6791400" y="1129896"/>
                <a:ext cx="139320" cy="75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2734F1B-2417-6207-86C3-60F4372371B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782400" y="1121256"/>
                  <a:ext cx="1569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44E0A1D-D4ED-2153-88AF-636AE3873403}"/>
                    </a:ext>
                  </a:extLst>
                </p14:cNvPr>
                <p14:cNvContentPartPr/>
                <p14:nvPr/>
              </p14:nvContentPartPr>
              <p14:xfrm>
                <a:off x="6969240" y="1141416"/>
                <a:ext cx="141840" cy="31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44E0A1D-D4ED-2153-88AF-636AE387340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960600" y="1132776"/>
                  <a:ext cx="159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9241711-3416-FFDD-EE63-3F9D17582657}"/>
                    </a:ext>
                  </a:extLst>
                </p14:cNvPr>
                <p14:cNvContentPartPr/>
                <p14:nvPr/>
              </p14:nvContentPartPr>
              <p14:xfrm>
                <a:off x="7079040" y="1105416"/>
                <a:ext cx="205200" cy="326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9241711-3416-FFDD-EE63-3F9D1758265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070040" y="1096416"/>
                  <a:ext cx="2228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14C54D9-2BE5-A31B-D027-CD27B491E098}"/>
                    </a:ext>
                  </a:extLst>
                </p14:cNvPr>
                <p14:cNvContentPartPr/>
                <p14:nvPr/>
              </p14:nvContentPartPr>
              <p14:xfrm>
                <a:off x="7332480" y="1126296"/>
                <a:ext cx="151560" cy="65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14C54D9-2BE5-A31B-D027-CD27B491E09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323840" y="1117296"/>
                  <a:ext cx="169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A75AE7D-FF77-F7BB-6957-B03D8A9BD9FD}"/>
                    </a:ext>
                  </a:extLst>
                </p14:cNvPr>
                <p14:cNvContentPartPr/>
                <p14:nvPr/>
              </p14:nvContentPartPr>
              <p14:xfrm>
                <a:off x="7522560" y="1087056"/>
                <a:ext cx="110160" cy="68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A75AE7D-FF77-F7BB-6957-B03D8A9BD9F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513920" y="1078416"/>
                  <a:ext cx="127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E36A687-615D-07EE-02EA-669F96E97473}"/>
                    </a:ext>
                  </a:extLst>
                </p14:cNvPr>
                <p14:cNvContentPartPr/>
                <p14:nvPr/>
              </p14:nvContentPartPr>
              <p14:xfrm>
                <a:off x="7681320" y="1096416"/>
                <a:ext cx="114840" cy="41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E36A687-615D-07EE-02EA-669F96E9747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672320" y="1087416"/>
                  <a:ext cx="132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656930B-DB93-39AF-D9F3-8F45C312C8FE}"/>
                    </a:ext>
                  </a:extLst>
                </p14:cNvPr>
                <p14:cNvContentPartPr/>
                <p14:nvPr/>
              </p14:nvContentPartPr>
              <p14:xfrm>
                <a:off x="7841880" y="1060776"/>
                <a:ext cx="139320" cy="58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656930B-DB93-39AF-D9F3-8F45C312C8F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833240" y="1051776"/>
                  <a:ext cx="1569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EB95007-C40F-ACE5-C1A2-5E2F2C146D52}"/>
                    </a:ext>
                  </a:extLst>
                </p14:cNvPr>
                <p14:cNvContentPartPr/>
                <p14:nvPr/>
              </p14:nvContentPartPr>
              <p14:xfrm>
                <a:off x="8032320" y="905976"/>
                <a:ext cx="151560" cy="239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EB95007-C40F-ACE5-C1A2-5E2F2C146D5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023320" y="896976"/>
                  <a:ext cx="1692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3171743-AE90-EDAB-40EF-94BB5E0EC174}"/>
                    </a:ext>
                  </a:extLst>
                </p14:cNvPr>
                <p14:cNvContentPartPr/>
                <p14:nvPr/>
              </p14:nvContentPartPr>
              <p14:xfrm>
                <a:off x="8268840" y="961776"/>
                <a:ext cx="95040" cy="149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3171743-AE90-EDAB-40EF-94BB5E0EC17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260200" y="953136"/>
                  <a:ext cx="112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D5F941B-CC4A-BA33-FD7F-1EF6CF05A3F4}"/>
                    </a:ext>
                  </a:extLst>
                </p14:cNvPr>
                <p14:cNvContentPartPr/>
                <p14:nvPr/>
              </p14:nvContentPartPr>
              <p14:xfrm>
                <a:off x="8346960" y="926856"/>
                <a:ext cx="114840" cy="16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D5F941B-CC4A-BA33-FD7F-1EF6CF05A3F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337960" y="918216"/>
                  <a:ext cx="132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A2AD4C3-5730-8FE0-2A0D-002E4A826DBB}"/>
                    </a:ext>
                  </a:extLst>
                </p14:cNvPr>
                <p14:cNvContentPartPr/>
                <p14:nvPr/>
              </p14:nvContentPartPr>
              <p14:xfrm>
                <a:off x="8482680" y="881496"/>
                <a:ext cx="115920" cy="290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A2AD4C3-5730-8FE0-2A0D-002E4A826DB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474040" y="872496"/>
                  <a:ext cx="13356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96A40F0-D7D8-EBE2-3CEE-7E6F19BC9554}"/>
              </a:ext>
            </a:extLst>
          </p:cNvPr>
          <p:cNvGrpSpPr/>
          <p:nvPr/>
        </p:nvGrpSpPr>
        <p:grpSpPr>
          <a:xfrm>
            <a:off x="1797480" y="2197296"/>
            <a:ext cx="102240" cy="209880"/>
            <a:chOff x="1797480" y="2197296"/>
            <a:chExt cx="10224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1ED1566-209E-1CD6-80BB-A54769A5BF9F}"/>
                    </a:ext>
                  </a:extLst>
                </p14:cNvPr>
                <p14:cNvContentPartPr/>
                <p14:nvPr/>
              </p14:nvContentPartPr>
              <p14:xfrm>
                <a:off x="1797480" y="2214216"/>
                <a:ext cx="72000" cy="192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1ED1566-209E-1CD6-80BB-A54769A5BF9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788840" y="2205576"/>
                  <a:ext cx="896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389E8DE-3146-5FF8-B375-844A128425AC}"/>
                    </a:ext>
                  </a:extLst>
                </p14:cNvPr>
                <p14:cNvContentPartPr/>
                <p14:nvPr/>
              </p14:nvContentPartPr>
              <p14:xfrm>
                <a:off x="1829520" y="2197296"/>
                <a:ext cx="70200" cy="29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389E8DE-3146-5FF8-B375-844A128425A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820520" y="2188656"/>
                  <a:ext cx="8784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A561DAA-7BAF-9CCD-C5E5-DFAD70E32241}"/>
                  </a:ext>
                </a:extLst>
              </p14:cNvPr>
              <p14:cNvContentPartPr/>
              <p14:nvPr/>
            </p14:nvContentPartPr>
            <p14:xfrm>
              <a:off x="1131840" y="1029456"/>
              <a:ext cx="51480" cy="20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A561DAA-7BAF-9CCD-C5E5-DFAD70E32241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123200" y="1020456"/>
                <a:ext cx="691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35509F3-2813-E6BC-1EE5-B949BBC5E4FF}"/>
                  </a:ext>
                </a:extLst>
              </p14:cNvPr>
              <p14:cNvContentPartPr/>
              <p14:nvPr/>
            </p14:nvContentPartPr>
            <p14:xfrm>
              <a:off x="1348920" y="1039896"/>
              <a:ext cx="141840" cy="10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35509F3-2813-E6BC-1EE5-B949BBC5E4FF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340280" y="1031256"/>
                <a:ext cx="1594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BC141B4-8A4C-8927-4ED2-59FA0F16A843}"/>
                  </a:ext>
                </a:extLst>
              </p14:cNvPr>
              <p14:cNvContentPartPr/>
              <p14:nvPr/>
            </p14:nvContentPartPr>
            <p14:xfrm>
              <a:off x="1653840" y="1003536"/>
              <a:ext cx="114840" cy="140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BC141B4-8A4C-8927-4ED2-59FA0F16A843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644840" y="994536"/>
                <a:ext cx="132480" cy="3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DDC71BB9-BDE8-E7C8-3E44-0A3389181165}"/>
              </a:ext>
            </a:extLst>
          </p:cNvPr>
          <p:cNvGrpSpPr/>
          <p:nvPr/>
        </p:nvGrpSpPr>
        <p:grpSpPr>
          <a:xfrm>
            <a:off x="1922040" y="972576"/>
            <a:ext cx="271080" cy="66960"/>
            <a:chOff x="1922040" y="972576"/>
            <a:chExt cx="271080" cy="6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BEBFAE5-2B01-0F96-5332-97F230907FB0}"/>
                    </a:ext>
                  </a:extLst>
                </p14:cNvPr>
                <p14:cNvContentPartPr/>
                <p14:nvPr/>
              </p14:nvContentPartPr>
              <p14:xfrm>
                <a:off x="1922040" y="975816"/>
                <a:ext cx="95400" cy="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BEBFAE5-2B01-0F96-5332-97F230907FB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913040" y="966816"/>
                  <a:ext cx="113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9E566A6-B0CC-6D2B-6BB3-789570161062}"/>
                    </a:ext>
                  </a:extLst>
                </p14:cNvPr>
                <p14:cNvContentPartPr/>
                <p14:nvPr/>
              </p14:nvContentPartPr>
              <p14:xfrm>
                <a:off x="2114640" y="972576"/>
                <a:ext cx="34560" cy="1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9E566A6-B0CC-6D2B-6BB3-78957016106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106000" y="963576"/>
                  <a:ext cx="52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136299E-6DD5-05E0-C7B9-C7063DF4330B}"/>
                    </a:ext>
                  </a:extLst>
                </p14:cNvPr>
                <p14:cNvContentPartPr/>
                <p14:nvPr/>
              </p14:nvContentPartPr>
              <p14:xfrm>
                <a:off x="2183040" y="983736"/>
                <a:ext cx="10080" cy="55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136299E-6DD5-05E0-C7B9-C7063DF4330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174040" y="975096"/>
                  <a:ext cx="27720" cy="7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7C3F8BF-0B78-9BFE-B1CE-7143675B8357}"/>
                  </a:ext>
                </a:extLst>
              </p14:cNvPr>
              <p14:cNvContentPartPr/>
              <p14:nvPr/>
            </p14:nvContentPartPr>
            <p14:xfrm>
              <a:off x="2180520" y="1233216"/>
              <a:ext cx="10080" cy="889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7C3F8BF-0B78-9BFE-B1CE-7143675B8357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2171520" y="1224576"/>
                <a:ext cx="2772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372DF1D-2E99-B58B-D58B-21624251396F}"/>
                  </a:ext>
                </a:extLst>
              </p14:cNvPr>
              <p14:cNvContentPartPr/>
              <p14:nvPr/>
            </p14:nvContentPartPr>
            <p14:xfrm>
              <a:off x="2207160" y="1522656"/>
              <a:ext cx="360" cy="759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372DF1D-2E99-B58B-D58B-21624251396F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2198520" y="1514016"/>
                <a:ext cx="1800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51728B6-6475-4DB3-0371-57006D912DDB}"/>
                  </a:ext>
                </a:extLst>
              </p14:cNvPr>
              <p14:cNvContentPartPr/>
              <p14:nvPr/>
            </p14:nvContentPartPr>
            <p14:xfrm>
              <a:off x="2185200" y="1775376"/>
              <a:ext cx="10080" cy="540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51728B6-6475-4DB3-0371-57006D912DDB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2176560" y="1766736"/>
                <a:ext cx="27720" cy="7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41236F15-F9CC-B2C7-701F-7659A5C973F8}"/>
              </a:ext>
            </a:extLst>
          </p:cNvPr>
          <p:cNvGrpSpPr/>
          <p:nvPr/>
        </p:nvGrpSpPr>
        <p:grpSpPr>
          <a:xfrm>
            <a:off x="2090160" y="1909656"/>
            <a:ext cx="194040" cy="168480"/>
            <a:chOff x="2090160" y="1909656"/>
            <a:chExt cx="194040" cy="16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91A920F-19ED-7693-FB12-C30F59333C24}"/>
                    </a:ext>
                  </a:extLst>
                </p14:cNvPr>
                <p14:cNvContentPartPr/>
                <p14:nvPr/>
              </p14:nvContentPartPr>
              <p14:xfrm>
                <a:off x="2190240" y="1992456"/>
                <a:ext cx="2880" cy="23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91A920F-19ED-7693-FB12-C30F59333C2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181240" y="1983816"/>
                  <a:ext cx="20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5E48677-2D71-7C7E-5837-4D1812911A55}"/>
                    </a:ext>
                  </a:extLst>
                </p14:cNvPr>
                <p14:cNvContentPartPr/>
                <p14:nvPr/>
              </p14:nvContentPartPr>
              <p14:xfrm>
                <a:off x="2192760" y="1992456"/>
                <a:ext cx="2880" cy="46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5E48677-2D71-7C7E-5837-4D1812911A5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183760" y="1983816"/>
                  <a:ext cx="205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03E15BD-C081-5EAA-8C56-24C95F7C2AEE}"/>
                    </a:ext>
                  </a:extLst>
                </p14:cNvPr>
                <p14:cNvContentPartPr/>
                <p14:nvPr/>
              </p14:nvContentPartPr>
              <p14:xfrm>
                <a:off x="2090160" y="1954296"/>
                <a:ext cx="117360" cy="107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03E15BD-C081-5EAA-8C56-24C95F7C2AE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081520" y="1945296"/>
                  <a:ext cx="1350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20DFE78-9B09-8BA6-AD47-9F25F167031B}"/>
                    </a:ext>
                  </a:extLst>
                </p14:cNvPr>
                <p14:cNvContentPartPr/>
                <p14:nvPr/>
              </p14:nvContentPartPr>
              <p14:xfrm>
                <a:off x="2173680" y="1909656"/>
                <a:ext cx="110520" cy="168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20DFE78-9B09-8BA6-AD47-9F25F167031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164680" y="1900656"/>
                  <a:ext cx="12816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A258934-F431-2B24-21FA-78F3C0F529C9}"/>
              </a:ext>
            </a:extLst>
          </p:cNvPr>
          <p:cNvGrpSpPr/>
          <p:nvPr/>
        </p:nvGrpSpPr>
        <p:grpSpPr>
          <a:xfrm>
            <a:off x="4716360" y="3492216"/>
            <a:ext cx="1116720" cy="319320"/>
            <a:chOff x="4716360" y="3492216"/>
            <a:chExt cx="111672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E53D53C-3F57-53A5-79FC-BFC2A54591F6}"/>
                    </a:ext>
                  </a:extLst>
                </p14:cNvPr>
                <p14:cNvContentPartPr/>
                <p14:nvPr/>
              </p14:nvContentPartPr>
              <p14:xfrm>
                <a:off x="4716360" y="3553056"/>
                <a:ext cx="110160" cy="134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E53D53C-3F57-53A5-79FC-BFC2A54591F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707360" y="3544416"/>
                  <a:ext cx="127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E731A94-6D46-5C7B-DF1C-718EFB19B533}"/>
                    </a:ext>
                  </a:extLst>
                </p14:cNvPr>
                <p14:cNvContentPartPr/>
                <p14:nvPr/>
              </p14:nvContentPartPr>
              <p14:xfrm>
                <a:off x="4901760" y="3592296"/>
                <a:ext cx="141840" cy="57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E731A94-6D46-5C7B-DF1C-718EFB19B53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892760" y="3583296"/>
                  <a:ext cx="1594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1DFB1CF-F34C-472C-7A4F-BF1295A7766B}"/>
                    </a:ext>
                  </a:extLst>
                </p14:cNvPr>
                <p14:cNvContentPartPr/>
                <p14:nvPr/>
              </p14:nvContentPartPr>
              <p14:xfrm>
                <a:off x="5016960" y="3566736"/>
                <a:ext cx="155880" cy="244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1DFB1CF-F34C-472C-7A4F-BF1295A7766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007960" y="3557736"/>
                  <a:ext cx="1735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F3D8460-B540-9E5F-436C-70D5AA080DB0}"/>
                    </a:ext>
                  </a:extLst>
                </p14:cNvPr>
                <p14:cNvContentPartPr/>
                <p14:nvPr/>
              </p14:nvContentPartPr>
              <p14:xfrm>
                <a:off x="5209560" y="3582216"/>
                <a:ext cx="106920" cy="561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F3D8460-B540-9E5F-436C-70D5AA080DB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200560" y="3573576"/>
                  <a:ext cx="124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8C1EE8F-FD83-1F26-17E2-300367D1B613}"/>
                    </a:ext>
                  </a:extLst>
                </p14:cNvPr>
                <p14:cNvContentPartPr/>
                <p14:nvPr/>
              </p14:nvContentPartPr>
              <p14:xfrm>
                <a:off x="5367240" y="3524976"/>
                <a:ext cx="102600" cy="89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8C1EE8F-FD83-1F26-17E2-300367D1B61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358600" y="3516336"/>
                  <a:ext cx="1202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024F700-F748-764A-4AEF-9DDA623FF168}"/>
                    </a:ext>
                  </a:extLst>
                </p14:cNvPr>
                <p14:cNvContentPartPr/>
                <p14:nvPr/>
              </p14:nvContentPartPr>
              <p14:xfrm>
                <a:off x="5530680" y="3525336"/>
                <a:ext cx="112680" cy="45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024F700-F748-764A-4AEF-9DDA623FF16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522040" y="3516696"/>
                  <a:ext cx="1303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1980B85-245C-7F58-73B6-5584F5232633}"/>
                    </a:ext>
                  </a:extLst>
                </p14:cNvPr>
                <p14:cNvContentPartPr/>
                <p14:nvPr/>
              </p14:nvContentPartPr>
              <p14:xfrm>
                <a:off x="5686560" y="3492216"/>
                <a:ext cx="146520" cy="76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1980B85-245C-7F58-73B6-5584F523263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677920" y="3483216"/>
                  <a:ext cx="16416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60A0E939-3B61-3F37-E351-3C8A879C0F1A}"/>
              </a:ext>
            </a:extLst>
          </p:cNvPr>
          <p:cNvGrpSpPr/>
          <p:nvPr/>
        </p:nvGrpSpPr>
        <p:grpSpPr>
          <a:xfrm>
            <a:off x="3794760" y="3414456"/>
            <a:ext cx="622080" cy="334800"/>
            <a:chOff x="3794760" y="3414456"/>
            <a:chExt cx="62208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D6C5672-881C-0D6A-9426-2FF050784BB8}"/>
                    </a:ext>
                  </a:extLst>
                </p14:cNvPr>
                <p14:cNvContentPartPr/>
                <p14:nvPr/>
              </p14:nvContentPartPr>
              <p14:xfrm>
                <a:off x="3794760" y="3585456"/>
                <a:ext cx="158760" cy="163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D6C5672-881C-0D6A-9426-2FF050784BB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785760" y="3576816"/>
                  <a:ext cx="1764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7B6B9C2-CDB4-441A-D5FC-12FCD220D675}"/>
                    </a:ext>
                  </a:extLst>
                </p14:cNvPr>
                <p14:cNvContentPartPr/>
                <p14:nvPr/>
              </p14:nvContentPartPr>
              <p14:xfrm>
                <a:off x="3986640" y="3596976"/>
                <a:ext cx="59400" cy="950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7B6B9C2-CDB4-441A-D5FC-12FCD220D67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977640" y="3587976"/>
                  <a:ext cx="77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85DD3BC-AD28-39E7-367D-6203155C2B7F}"/>
                    </a:ext>
                  </a:extLst>
                </p14:cNvPr>
                <p14:cNvContentPartPr/>
                <p14:nvPr/>
              </p14:nvContentPartPr>
              <p14:xfrm>
                <a:off x="4160520" y="3608136"/>
                <a:ext cx="2880" cy="655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85DD3BC-AD28-39E7-367D-6203155C2B7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151520" y="3599496"/>
                  <a:ext cx="20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978EE99-4362-FC16-4695-DACE81C1646D}"/>
                    </a:ext>
                  </a:extLst>
                </p14:cNvPr>
                <p14:cNvContentPartPr/>
                <p14:nvPr/>
              </p14:nvContentPartPr>
              <p14:xfrm>
                <a:off x="4174920" y="3470976"/>
                <a:ext cx="29520" cy="54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978EE99-4362-FC16-4695-DACE81C1646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166280" y="3461976"/>
                  <a:ext cx="471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F4607CE-AAB9-31AB-AA4E-E84D63461D32}"/>
                    </a:ext>
                  </a:extLst>
                </p14:cNvPr>
                <p14:cNvContentPartPr/>
                <p14:nvPr/>
              </p14:nvContentPartPr>
              <p14:xfrm>
                <a:off x="4230720" y="3414456"/>
                <a:ext cx="186120" cy="2556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F4607CE-AAB9-31AB-AA4E-E84D63461D3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221720" y="3405456"/>
                  <a:ext cx="20376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6AC0EC6F-EBD7-2CF2-8E93-0D4B0B5C507A}"/>
              </a:ext>
            </a:extLst>
          </p:cNvPr>
          <p:cNvGrpSpPr/>
          <p:nvPr/>
        </p:nvGrpSpPr>
        <p:grpSpPr>
          <a:xfrm>
            <a:off x="5838480" y="3254976"/>
            <a:ext cx="563040" cy="329400"/>
            <a:chOff x="5838480" y="3254976"/>
            <a:chExt cx="563040" cy="3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62F83B6-C9CC-0612-C41D-170B68628E86}"/>
                    </a:ext>
                  </a:extLst>
                </p14:cNvPr>
                <p14:cNvContentPartPr/>
                <p14:nvPr/>
              </p14:nvContentPartPr>
              <p14:xfrm>
                <a:off x="5838480" y="3254976"/>
                <a:ext cx="173160" cy="329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62F83B6-C9CC-0612-C41D-170B68628E8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829480" y="3246336"/>
                  <a:ext cx="1908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17A5F9D-E653-5EFF-B0FC-743E22BD661B}"/>
                    </a:ext>
                  </a:extLst>
                </p14:cNvPr>
                <p14:cNvContentPartPr/>
                <p14:nvPr/>
              </p14:nvContentPartPr>
              <p14:xfrm>
                <a:off x="6057360" y="3458736"/>
                <a:ext cx="10080" cy="84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17A5F9D-E653-5EFF-B0FC-743E22BD661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048360" y="3449736"/>
                  <a:ext cx="277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C001E42-447A-E7E1-F853-E7DA8004570A}"/>
                    </a:ext>
                  </a:extLst>
                </p14:cNvPr>
                <p14:cNvContentPartPr/>
                <p14:nvPr/>
              </p14:nvContentPartPr>
              <p14:xfrm>
                <a:off x="6105960" y="3323016"/>
                <a:ext cx="10080" cy="1011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C001E42-447A-E7E1-F853-E7DA8004570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097320" y="3314016"/>
                  <a:ext cx="277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85F3490-61D4-DCCC-3FF3-ADA7440DAC3F}"/>
                    </a:ext>
                  </a:extLst>
                </p14:cNvPr>
                <p14:cNvContentPartPr/>
                <p14:nvPr/>
              </p14:nvContentPartPr>
              <p14:xfrm>
                <a:off x="6162120" y="3458736"/>
                <a:ext cx="100440" cy="36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85F3490-61D4-DCCC-3FF3-ADA7440DAC3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153480" y="3449736"/>
                  <a:ext cx="1180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4539274-2E73-FC97-468F-E653039D8F84}"/>
                    </a:ext>
                  </a:extLst>
                </p14:cNvPr>
                <p14:cNvContentPartPr/>
                <p14:nvPr/>
              </p14:nvContentPartPr>
              <p14:xfrm>
                <a:off x="6337800" y="3261816"/>
                <a:ext cx="63720" cy="218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4539274-2E73-FC97-468F-E653039D8F8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328800" y="3253176"/>
                  <a:ext cx="81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4DF3E7E-E4A0-48BD-1654-A61601CB0DC4}"/>
                    </a:ext>
                  </a:extLst>
                </p14:cNvPr>
                <p14:cNvContentPartPr/>
                <p14:nvPr/>
              </p14:nvContentPartPr>
              <p14:xfrm>
                <a:off x="6293880" y="3370896"/>
                <a:ext cx="92880" cy="1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4DF3E7E-E4A0-48BD-1654-A61601CB0DC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284880" y="3362256"/>
                  <a:ext cx="11052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576A546-2D9A-3959-FAB3-5D2B3EFBC3C3}"/>
              </a:ext>
            </a:extLst>
          </p:cNvPr>
          <p:cNvGrpSpPr/>
          <p:nvPr/>
        </p:nvGrpSpPr>
        <p:grpSpPr>
          <a:xfrm>
            <a:off x="6753960" y="3115656"/>
            <a:ext cx="654480" cy="372960"/>
            <a:chOff x="6753960" y="3115656"/>
            <a:chExt cx="654480" cy="37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5AA790C-D393-9470-3FD5-4712E65324EB}"/>
                    </a:ext>
                  </a:extLst>
                </p14:cNvPr>
                <p14:cNvContentPartPr/>
                <p14:nvPr/>
              </p14:nvContentPartPr>
              <p14:xfrm>
                <a:off x="6753960" y="3332736"/>
                <a:ext cx="137520" cy="108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5AA790C-D393-9470-3FD5-4712E65324E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745320" y="3324096"/>
                  <a:ext cx="1551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218535C-4D3B-1DD3-C099-DD9BCEADB0C9}"/>
                    </a:ext>
                  </a:extLst>
                </p14:cNvPr>
                <p14:cNvContentPartPr/>
                <p14:nvPr/>
              </p14:nvContentPartPr>
              <p14:xfrm>
                <a:off x="6900840" y="3175776"/>
                <a:ext cx="339480" cy="2329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218535C-4D3B-1DD3-C099-DD9BCEADB0C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892200" y="3167136"/>
                  <a:ext cx="3571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27E9494-F48B-6A87-8926-58429CAF4E48}"/>
                    </a:ext>
                  </a:extLst>
                </p14:cNvPr>
                <p14:cNvContentPartPr/>
                <p14:nvPr/>
              </p14:nvContentPartPr>
              <p14:xfrm>
                <a:off x="7299720" y="3115656"/>
                <a:ext cx="108720" cy="372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27E9494-F48B-6A87-8926-58429CAF4E4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291080" y="3107016"/>
                  <a:ext cx="126360" cy="39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0FF40907-6527-77D7-40C5-163542B48A67}"/>
                  </a:ext>
                </a:extLst>
              </p14:cNvPr>
              <p14:cNvContentPartPr/>
              <p14:nvPr/>
            </p14:nvContentPartPr>
            <p14:xfrm>
              <a:off x="7718760" y="3003336"/>
              <a:ext cx="204480" cy="45720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0FF40907-6527-77D7-40C5-163542B48A67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7709760" y="2994696"/>
                <a:ext cx="222120" cy="47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D49F4A8-B07C-8940-2AFF-7406C1CB8C3F}"/>
              </a:ext>
            </a:extLst>
          </p:cNvPr>
          <p:cNvGrpSpPr/>
          <p:nvPr/>
        </p:nvGrpSpPr>
        <p:grpSpPr>
          <a:xfrm>
            <a:off x="4340880" y="3855456"/>
            <a:ext cx="1814400" cy="576720"/>
            <a:chOff x="4340880" y="3855456"/>
            <a:chExt cx="1814400" cy="57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F53133E-C06E-9C44-50B1-DE8352D07DE4}"/>
                    </a:ext>
                  </a:extLst>
                </p14:cNvPr>
                <p14:cNvContentPartPr/>
                <p14:nvPr/>
              </p14:nvContentPartPr>
              <p14:xfrm>
                <a:off x="4340880" y="4118616"/>
                <a:ext cx="195480" cy="313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F53133E-C06E-9C44-50B1-DE8352D07DE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331880" y="4109616"/>
                  <a:ext cx="2131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6A2F2CF-D5D0-0C63-2F7B-5CED6773CAD8}"/>
                    </a:ext>
                  </a:extLst>
                </p14:cNvPr>
                <p14:cNvContentPartPr/>
                <p14:nvPr/>
              </p14:nvContentPartPr>
              <p14:xfrm>
                <a:off x="4609080" y="4138776"/>
                <a:ext cx="114840" cy="565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6A2F2CF-D5D0-0C63-2F7B-5CED6773CAD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600080" y="4130136"/>
                  <a:ext cx="1324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6E875CF-F3B8-C02C-E59A-B7B066B01AF6}"/>
                    </a:ext>
                  </a:extLst>
                </p14:cNvPr>
                <p14:cNvContentPartPr/>
                <p14:nvPr/>
              </p14:nvContentPartPr>
              <p14:xfrm>
                <a:off x="4755240" y="4094856"/>
                <a:ext cx="285480" cy="849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6E875CF-F3B8-C02C-E59A-B7B066B01AF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746600" y="4086216"/>
                  <a:ext cx="3031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265B4EE-39EE-794B-BE63-1E4DCD7B8B60}"/>
                    </a:ext>
                  </a:extLst>
                </p14:cNvPr>
                <p14:cNvContentPartPr/>
                <p14:nvPr/>
              </p14:nvContentPartPr>
              <p14:xfrm>
                <a:off x="5060160" y="4050216"/>
                <a:ext cx="119880" cy="738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265B4EE-39EE-794B-BE63-1E4DCD7B8B6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051160" y="4041216"/>
                  <a:ext cx="137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B11D101-3812-3D6C-4580-70B1A32E8CB0}"/>
                    </a:ext>
                  </a:extLst>
                </p14:cNvPr>
                <p14:cNvContentPartPr/>
                <p14:nvPr/>
              </p14:nvContentPartPr>
              <p14:xfrm>
                <a:off x="5221080" y="3914496"/>
                <a:ext cx="276120" cy="330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B11D101-3812-3D6C-4580-70B1A32E8CB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212080" y="3905856"/>
                  <a:ext cx="29376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D2D4E8E-7E26-8601-E7B7-B0561E2036F3}"/>
                    </a:ext>
                  </a:extLst>
                </p14:cNvPr>
                <p14:cNvContentPartPr/>
                <p14:nvPr/>
              </p14:nvContentPartPr>
              <p14:xfrm>
                <a:off x="5428440" y="4004136"/>
                <a:ext cx="158760" cy="161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D2D4E8E-7E26-8601-E7B7-B0561E2036F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419440" y="3995136"/>
                  <a:ext cx="1764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DCFBA86-39B2-C975-D4B6-BDF956396281}"/>
                    </a:ext>
                  </a:extLst>
                </p14:cNvPr>
                <p14:cNvContentPartPr/>
                <p14:nvPr/>
              </p14:nvContentPartPr>
              <p14:xfrm>
                <a:off x="5608800" y="4017816"/>
                <a:ext cx="114840" cy="900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DCFBA86-39B2-C975-D4B6-BDF95639628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599800" y="4008816"/>
                  <a:ext cx="132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B75535F-AB1B-15B8-EC92-7C2E152A252F}"/>
                    </a:ext>
                  </a:extLst>
                </p14:cNvPr>
                <p14:cNvContentPartPr/>
                <p14:nvPr/>
              </p14:nvContentPartPr>
              <p14:xfrm>
                <a:off x="5742720" y="4015296"/>
                <a:ext cx="95400" cy="62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B75535F-AB1B-15B8-EC92-7C2E152A252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734080" y="4006656"/>
                  <a:ext cx="1130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2CC96C7-662E-0051-341B-C50786EF9C24}"/>
                    </a:ext>
                  </a:extLst>
                </p14:cNvPr>
                <p14:cNvContentPartPr/>
                <p14:nvPr/>
              </p14:nvContentPartPr>
              <p14:xfrm>
                <a:off x="5872320" y="3963816"/>
                <a:ext cx="78120" cy="1119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2CC96C7-662E-0051-341B-C50786EF9C2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863320" y="3955176"/>
                  <a:ext cx="95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DAB4283-275A-7FDB-5C90-D979BC546A4E}"/>
                    </a:ext>
                  </a:extLst>
                </p14:cNvPr>
                <p14:cNvContentPartPr/>
                <p14:nvPr/>
              </p14:nvContentPartPr>
              <p14:xfrm>
                <a:off x="5976720" y="3855456"/>
                <a:ext cx="178560" cy="2394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DAB4283-275A-7FDB-5C90-D979BC546A4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968080" y="3846456"/>
                  <a:ext cx="19620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9E1A6FC-61BE-0B7B-D1A9-1769008DE320}"/>
              </a:ext>
            </a:extLst>
          </p:cNvPr>
          <p:cNvGrpSpPr/>
          <p:nvPr/>
        </p:nvGrpSpPr>
        <p:grpSpPr>
          <a:xfrm>
            <a:off x="6347520" y="3585456"/>
            <a:ext cx="880560" cy="411840"/>
            <a:chOff x="6347520" y="3585456"/>
            <a:chExt cx="880560" cy="41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51B9D7F-86C4-1BC9-7944-014AC79FDCE4}"/>
                    </a:ext>
                  </a:extLst>
                </p14:cNvPr>
                <p14:cNvContentPartPr/>
                <p14:nvPr/>
              </p14:nvContentPartPr>
              <p14:xfrm>
                <a:off x="6347520" y="3916296"/>
                <a:ext cx="95400" cy="86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51B9D7F-86C4-1BC9-7944-014AC79FDCE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338520" y="3907296"/>
                  <a:ext cx="113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88C5663-3C44-7F0C-1547-76377AE7ACD2}"/>
                    </a:ext>
                  </a:extLst>
                </p14:cNvPr>
                <p14:cNvContentPartPr/>
                <p14:nvPr/>
              </p14:nvContentPartPr>
              <p14:xfrm>
                <a:off x="6357240" y="3951936"/>
                <a:ext cx="132120" cy="306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88C5663-3C44-7F0C-1547-76377AE7ACD2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348600" y="3943296"/>
                  <a:ext cx="149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BB6B6C6-EBE3-B62B-054B-41901C27E053}"/>
                    </a:ext>
                  </a:extLst>
                </p14:cNvPr>
                <p14:cNvContentPartPr/>
                <p14:nvPr/>
              </p14:nvContentPartPr>
              <p14:xfrm>
                <a:off x="6615720" y="3585456"/>
                <a:ext cx="512280" cy="3772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BB6B6C6-EBE3-B62B-054B-41901C27E05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606720" y="3576816"/>
                  <a:ext cx="52992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7FE3583-3161-9EA3-2237-D722302BD7F1}"/>
                    </a:ext>
                  </a:extLst>
                </p14:cNvPr>
                <p14:cNvContentPartPr/>
                <p14:nvPr/>
              </p14:nvContentPartPr>
              <p14:xfrm>
                <a:off x="7210800" y="3777336"/>
                <a:ext cx="17280" cy="255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7FE3583-3161-9EA3-2237-D722302BD7F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201800" y="3768336"/>
                  <a:ext cx="34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F77CB5A-70C6-0377-2CA9-A16CA1DD3684}"/>
                    </a:ext>
                  </a:extLst>
                </p14:cNvPr>
                <p14:cNvContentPartPr/>
                <p14:nvPr/>
              </p14:nvContentPartPr>
              <p14:xfrm>
                <a:off x="7137360" y="3887856"/>
                <a:ext cx="83160" cy="1094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F77CB5A-70C6-0377-2CA9-A16CA1DD3684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128720" y="3878856"/>
                  <a:ext cx="10080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62CE373A-D0EB-C20A-817E-C4F5F9A5DD80}"/>
              </a:ext>
            </a:extLst>
          </p:cNvPr>
          <p:cNvGrpSpPr/>
          <p:nvPr/>
        </p:nvGrpSpPr>
        <p:grpSpPr>
          <a:xfrm>
            <a:off x="4416480" y="4564656"/>
            <a:ext cx="600120" cy="176760"/>
            <a:chOff x="4416480" y="4564656"/>
            <a:chExt cx="600120" cy="17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D10DF95-68A9-1738-450F-EAEE620192E1}"/>
                    </a:ext>
                  </a:extLst>
                </p14:cNvPr>
                <p14:cNvContentPartPr/>
                <p14:nvPr/>
              </p14:nvContentPartPr>
              <p14:xfrm>
                <a:off x="4416480" y="4602816"/>
                <a:ext cx="166320" cy="138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D10DF95-68A9-1738-450F-EAEE620192E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407480" y="4593816"/>
                  <a:ext cx="1839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6BC74A6-480A-5C04-B827-77BDD73B5FCD}"/>
                    </a:ext>
                  </a:extLst>
                </p14:cNvPr>
                <p14:cNvContentPartPr/>
                <p14:nvPr/>
              </p14:nvContentPartPr>
              <p14:xfrm>
                <a:off x="4568400" y="4610016"/>
                <a:ext cx="133560" cy="982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6BC74A6-480A-5C04-B827-77BDD73B5FC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559760" y="4601376"/>
                  <a:ext cx="1512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6B54F8D-E54F-01F3-7020-B5B811F9015F}"/>
                    </a:ext>
                  </a:extLst>
                </p14:cNvPr>
                <p14:cNvContentPartPr/>
                <p14:nvPr/>
              </p14:nvContentPartPr>
              <p14:xfrm>
                <a:off x="4725360" y="4598136"/>
                <a:ext cx="137520" cy="799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6B54F8D-E54F-01F3-7020-B5B811F9015F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716720" y="4589136"/>
                  <a:ext cx="1551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455B555-F075-4605-AC7D-74F9D3AFE722}"/>
                    </a:ext>
                  </a:extLst>
                </p14:cNvPr>
                <p14:cNvContentPartPr/>
                <p14:nvPr/>
              </p14:nvContentPartPr>
              <p14:xfrm>
                <a:off x="4917240" y="4564656"/>
                <a:ext cx="99360" cy="1180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455B555-F075-4605-AC7D-74F9D3AFE72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908600" y="4556016"/>
                  <a:ext cx="11700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0DF3A98-5D51-9519-8C92-61DBF7FC57F2}"/>
              </a:ext>
            </a:extLst>
          </p:cNvPr>
          <p:cNvGrpSpPr/>
          <p:nvPr/>
        </p:nvGrpSpPr>
        <p:grpSpPr>
          <a:xfrm>
            <a:off x="5177160" y="4508856"/>
            <a:ext cx="500040" cy="227880"/>
            <a:chOff x="5177160" y="4508856"/>
            <a:chExt cx="500040" cy="2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C259294-E634-999F-C611-157F4ED5E824}"/>
                    </a:ext>
                  </a:extLst>
                </p14:cNvPr>
                <p14:cNvContentPartPr/>
                <p14:nvPr/>
              </p14:nvContentPartPr>
              <p14:xfrm>
                <a:off x="5218560" y="4530816"/>
                <a:ext cx="10080" cy="1296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C259294-E634-999F-C611-157F4ED5E82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209920" y="4521816"/>
                  <a:ext cx="27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0C04659-C927-9918-49ED-DF8B910A85A6}"/>
                    </a:ext>
                  </a:extLst>
                </p14:cNvPr>
                <p14:cNvContentPartPr/>
                <p14:nvPr/>
              </p14:nvContentPartPr>
              <p14:xfrm>
                <a:off x="5177160" y="4591656"/>
                <a:ext cx="124560" cy="378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0C04659-C927-9918-49ED-DF8B910A85A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168160" y="4582656"/>
                  <a:ext cx="1422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8CD1B25-4127-A8D3-11CD-E048E9B0621E}"/>
                    </a:ext>
                  </a:extLst>
                </p14:cNvPr>
                <p14:cNvContentPartPr/>
                <p14:nvPr/>
              </p14:nvContentPartPr>
              <p14:xfrm>
                <a:off x="5391720" y="4534776"/>
                <a:ext cx="10080" cy="921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8CD1B25-4127-A8D3-11CD-E048E9B0621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382720" y="4525776"/>
                  <a:ext cx="27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458C817-1877-CE71-AE05-B0C7D4875300}"/>
                    </a:ext>
                  </a:extLst>
                </p14:cNvPr>
                <p14:cNvContentPartPr/>
                <p14:nvPr/>
              </p14:nvContentPartPr>
              <p14:xfrm>
                <a:off x="5333040" y="4581936"/>
                <a:ext cx="117360" cy="216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458C817-1877-CE71-AE05-B0C7D4875300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324400" y="4572936"/>
                  <a:ext cx="135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8B91485-C35D-F6E6-08A4-99844224F11D}"/>
                    </a:ext>
                  </a:extLst>
                </p14:cNvPr>
                <p14:cNvContentPartPr/>
                <p14:nvPr/>
              </p14:nvContentPartPr>
              <p14:xfrm>
                <a:off x="5635440" y="4508856"/>
                <a:ext cx="360" cy="327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8B91485-C35D-F6E6-08A4-99844224F11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626800" y="4499856"/>
                  <a:ext cx="18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4EC17D6-E424-3DBF-5D5B-229C1697016C}"/>
                    </a:ext>
                  </a:extLst>
                </p14:cNvPr>
                <p14:cNvContentPartPr/>
                <p14:nvPr/>
              </p14:nvContentPartPr>
              <p14:xfrm>
                <a:off x="5581800" y="4644576"/>
                <a:ext cx="95400" cy="921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4EC17D6-E424-3DBF-5D5B-229C1697016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573160" y="4635576"/>
                  <a:ext cx="113040" cy="10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5A93A376-3CA9-C428-426A-FCA92D3EDB64}"/>
                  </a:ext>
                </a:extLst>
              </p14:cNvPr>
              <p14:cNvContentPartPr/>
              <p14:nvPr/>
            </p14:nvContentPartPr>
            <p14:xfrm>
              <a:off x="3858120" y="4967856"/>
              <a:ext cx="144720" cy="4269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5A93A376-3CA9-C428-426A-FCA92D3EDB64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3849120" y="4959216"/>
                <a:ext cx="16236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5CFF06C5-9512-FEFF-BA32-ED463E5C2963}"/>
                  </a:ext>
                </a:extLst>
              </p14:cNvPr>
              <p14:cNvContentPartPr/>
              <p14:nvPr/>
            </p14:nvContentPartPr>
            <p14:xfrm>
              <a:off x="9139320" y="3736656"/>
              <a:ext cx="360" cy="36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5CFF06C5-9512-FEFF-BA32-ED463E5C2963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9130680" y="372765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oup 175">
            <a:extLst>
              <a:ext uri="{FF2B5EF4-FFF2-40B4-BE49-F238E27FC236}">
                <a16:creationId xmlns:a16="http://schemas.microsoft.com/office/drawing/2014/main" id="{20025B05-DCAA-D097-E59A-724BD32AE514}"/>
              </a:ext>
            </a:extLst>
          </p:cNvPr>
          <p:cNvGrpSpPr/>
          <p:nvPr/>
        </p:nvGrpSpPr>
        <p:grpSpPr>
          <a:xfrm>
            <a:off x="8600400" y="3439296"/>
            <a:ext cx="309960" cy="370440"/>
            <a:chOff x="8600400" y="3439296"/>
            <a:chExt cx="309960" cy="37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5E3C75C-C31E-3E16-B197-D18DAD799742}"/>
                    </a:ext>
                  </a:extLst>
                </p14:cNvPr>
                <p14:cNvContentPartPr/>
                <p14:nvPr/>
              </p14:nvContentPartPr>
              <p14:xfrm>
                <a:off x="8600400" y="3446496"/>
                <a:ext cx="188280" cy="3632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5E3C75C-C31E-3E16-B197-D18DAD799742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591760" y="3437856"/>
                  <a:ext cx="2059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464BF21-BB40-D219-FAC6-9D5CEB518F7C}"/>
                    </a:ext>
                  </a:extLst>
                </p14:cNvPr>
                <p14:cNvContentPartPr/>
                <p14:nvPr/>
              </p14:nvContentPartPr>
              <p14:xfrm>
                <a:off x="8741520" y="3439296"/>
                <a:ext cx="168840" cy="3492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464BF21-BB40-D219-FAC6-9D5CEB518F7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732880" y="3430296"/>
                  <a:ext cx="186480" cy="36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8FBE8F80-0DCF-20A8-F43C-231257E98CAD}"/>
              </a:ext>
            </a:extLst>
          </p:cNvPr>
          <p:cNvGrpSpPr/>
          <p:nvPr/>
        </p:nvGrpSpPr>
        <p:grpSpPr>
          <a:xfrm>
            <a:off x="9319320" y="3370896"/>
            <a:ext cx="777600" cy="313200"/>
            <a:chOff x="9319320" y="3370896"/>
            <a:chExt cx="777600" cy="31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3EB4DF9-3F30-6543-6157-BF63CF9A55AD}"/>
                    </a:ext>
                  </a:extLst>
                </p14:cNvPr>
                <p14:cNvContentPartPr/>
                <p14:nvPr/>
              </p14:nvContentPartPr>
              <p14:xfrm>
                <a:off x="9319320" y="3431736"/>
                <a:ext cx="232920" cy="2523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3EB4DF9-3F30-6543-6157-BF63CF9A55A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310680" y="3423096"/>
                  <a:ext cx="2505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238E0C8-31F7-DCDC-CDCA-B649317E5D92}"/>
                    </a:ext>
                  </a:extLst>
                </p14:cNvPr>
                <p14:cNvContentPartPr/>
                <p14:nvPr/>
              </p14:nvContentPartPr>
              <p14:xfrm>
                <a:off x="9579600" y="3374496"/>
                <a:ext cx="257400" cy="2991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238E0C8-31F7-DCDC-CDCA-B649317E5D9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570960" y="3365496"/>
                  <a:ext cx="2750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1BC7B74-04F7-61F8-AB2B-5F4EC135A6CB}"/>
                    </a:ext>
                  </a:extLst>
                </p14:cNvPr>
                <p14:cNvContentPartPr/>
                <p14:nvPr/>
              </p14:nvContentPartPr>
              <p14:xfrm>
                <a:off x="9865800" y="3467376"/>
                <a:ext cx="51480" cy="1447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1BC7B74-04F7-61F8-AB2B-5F4EC135A6C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857160" y="3458376"/>
                  <a:ext cx="69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B2F1BCF-AABC-1C7B-7F39-EE7795C47552}"/>
                    </a:ext>
                  </a:extLst>
                </p14:cNvPr>
                <p14:cNvContentPartPr/>
                <p14:nvPr/>
              </p14:nvContentPartPr>
              <p14:xfrm>
                <a:off x="9991080" y="3370896"/>
                <a:ext cx="105840" cy="3121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B2F1BCF-AABC-1C7B-7F39-EE7795C4755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982080" y="3361896"/>
                  <a:ext cx="123480" cy="329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46754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91C7-BC63-218B-2E67-52DD9B46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688ECBE-AC1F-DC19-5A79-26A0C7B2BB2A}"/>
                  </a:ext>
                </a:extLst>
              </p14:cNvPr>
              <p14:cNvContentPartPr/>
              <p14:nvPr/>
            </p14:nvContentPartPr>
            <p14:xfrm>
              <a:off x="1670760" y="2115936"/>
              <a:ext cx="12600" cy="355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688ECBE-AC1F-DC19-5A79-26A0C7B2BB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6440" y="2111616"/>
                <a:ext cx="2124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C50F60D-81C5-5E58-DE69-A3AC7C3BA8FC}"/>
                  </a:ext>
                </a:extLst>
              </p14:cNvPr>
              <p14:cNvContentPartPr/>
              <p14:nvPr/>
            </p14:nvContentPartPr>
            <p14:xfrm>
              <a:off x="1668600" y="2022696"/>
              <a:ext cx="2689200" cy="97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C50F60D-81C5-5E58-DE69-A3AC7C3BA8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4280" y="2018376"/>
                <a:ext cx="26978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359A8CB-2D3C-03CD-E6BE-BF9BA906EAA7}"/>
                  </a:ext>
                </a:extLst>
              </p14:cNvPr>
              <p14:cNvContentPartPr/>
              <p14:nvPr/>
            </p14:nvContentPartPr>
            <p14:xfrm>
              <a:off x="1690200" y="2361456"/>
              <a:ext cx="2690280" cy="109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359A8CB-2D3C-03CD-E6BE-BF9BA906EA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85880" y="2357136"/>
                <a:ext cx="26989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9660BCD-1BBD-CBED-78BA-CC960DADC573}"/>
                  </a:ext>
                </a:extLst>
              </p14:cNvPr>
              <p14:cNvContentPartPr/>
              <p14:nvPr/>
            </p14:nvContentPartPr>
            <p14:xfrm>
              <a:off x="4360320" y="2001456"/>
              <a:ext cx="25560" cy="397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9660BCD-1BBD-CBED-78BA-CC960DADC57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56000" y="1997136"/>
                <a:ext cx="3420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6C4DEBE-C325-623F-F514-4DB1D8FAE3BF}"/>
                  </a:ext>
                </a:extLst>
              </p14:cNvPr>
              <p14:cNvContentPartPr/>
              <p14:nvPr/>
            </p14:nvContentPartPr>
            <p14:xfrm>
              <a:off x="537120" y="1715256"/>
              <a:ext cx="144360" cy="219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6C4DEBE-C325-623F-F514-4DB1D8FAE3B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2800" y="1710936"/>
                <a:ext cx="1530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68FB0F7-5EED-52E3-30C3-A2569717A2D4}"/>
                  </a:ext>
                </a:extLst>
              </p14:cNvPr>
              <p14:cNvContentPartPr/>
              <p14:nvPr/>
            </p14:nvContentPartPr>
            <p14:xfrm>
              <a:off x="714960" y="1730736"/>
              <a:ext cx="129600" cy="48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68FB0F7-5EED-52E3-30C3-A2569717A2D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0640" y="1726416"/>
                <a:ext cx="1382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FD98DA4-447B-D8ED-ED71-9272ECB5C064}"/>
                  </a:ext>
                </a:extLst>
              </p14:cNvPr>
              <p14:cNvContentPartPr/>
              <p14:nvPr/>
            </p14:nvContentPartPr>
            <p14:xfrm>
              <a:off x="868680" y="1703016"/>
              <a:ext cx="75960" cy="88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FD98DA4-447B-D8ED-ED71-9272ECB5C06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4360" y="1698696"/>
                <a:ext cx="846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7CD0DDC-2706-1492-7E2D-AA9D892C679A}"/>
                  </a:ext>
                </a:extLst>
              </p14:cNvPr>
              <p14:cNvContentPartPr/>
              <p14:nvPr/>
            </p14:nvContentPartPr>
            <p14:xfrm>
              <a:off x="975960" y="1724256"/>
              <a:ext cx="112680" cy="33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7CD0DDC-2706-1492-7E2D-AA9D892C679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1640" y="1719936"/>
                <a:ext cx="1213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B9D26E9-0790-F0DA-40DE-B7E9C88B5EB8}"/>
                  </a:ext>
                </a:extLst>
              </p14:cNvPr>
              <p14:cNvContentPartPr/>
              <p14:nvPr/>
            </p14:nvContentPartPr>
            <p14:xfrm>
              <a:off x="1122120" y="1686456"/>
              <a:ext cx="63720" cy="83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B9D26E9-0790-F0DA-40DE-B7E9C88B5EB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17800" y="1682136"/>
                <a:ext cx="723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DD713D0-96D2-467C-0BF4-6D27965EED6A}"/>
                  </a:ext>
                </a:extLst>
              </p14:cNvPr>
              <p14:cNvContentPartPr/>
              <p14:nvPr/>
            </p14:nvContentPartPr>
            <p14:xfrm>
              <a:off x="829800" y="1905696"/>
              <a:ext cx="3240" cy="1854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DD713D0-96D2-467C-0BF4-6D27965EED6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5480" y="1901376"/>
                <a:ext cx="118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6D09CB1-0BDF-C63A-5020-ACC964970888}"/>
                  </a:ext>
                </a:extLst>
              </p14:cNvPr>
              <p14:cNvContentPartPr/>
              <p14:nvPr/>
            </p14:nvContentPartPr>
            <p14:xfrm>
              <a:off x="839520" y="1830096"/>
              <a:ext cx="342000" cy="285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6D09CB1-0BDF-C63A-5020-ACC96497088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5200" y="1825776"/>
                <a:ext cx="3506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283CAA7-D757-17DD-77AE-56F8A04A3064}"/>
                  </a:ext>
                </a:extLst>
              </p14:cNvPr>
              <p14:cNvContentPartPr/>
              <p14:nvPr/>
            </p14:nvContentPartPr>
            <p14:xfrm>
              <a:off x="985320" y="2002896"/>
              <a:ext cx="683280" cy="402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283CAA7-D757-17DD-77AE-56F8A04A306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1000" y="1998576"/>
                <a:ext cx="69192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76CC4EC-4BE4-67BC-FF6F-B7E8188B7FD7}"/>
                  </a:ext>
                </a:extLst>
              </p14:cNvPr>
              <p14:cNvContentPartPr/>
              <p14:nvPr/>
            </p14:nvContentPartPr>
            <p14:xfrm>
              <a:off x="1624680" y="2241216"/>
              <a:ext cx="72000" cy="119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76CC4EC-4BE4-67BC-FF6F-B7E8188B7FD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20360" y="2236896"/>
                <a:ext cx="806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EBE95DF-B2C6-750E-D15E-9993605FEF75}"/>
                  </a:ext>
                </a:extLst>
              </p14:cNvPr>
              <p14:cNvContentPartPr/>
              <p14:nvPr/>
            </p14:nvContentPartPr>
            <p14:xfrm>
              <a:off x="1969920" y="2120976"/>
              <a:ext cx="23040" cy="322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EBE95DF-B2C6-750E-D15E-9993605FEF7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65600" y="2116656"/>
                <a:ext cx="316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3B7407A-E0CA-1059-24D6-A6C934CF319A}"/>
                  </a:ext>
                </a:extLst>
              </p14:cNvPr>
              <p14:cNvContentPartPr/>
              <p14:nvPr/>
            </p14:nvContentPartPr>
            <p14:xfrm>
              <a:off x="2363400" y="2112696"/>
              <a:ext cx="44280" cy="2865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3B7407A-E0CA-1059-24D6-A6C934CF319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359080" y="2108376"/>
                <a:ext cx="5292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91247E0-03A9-8C0C-6311-0015C7156EE6}"/>
                  </a:ext>
                </a:extLst>
              </p14:cNvPr>
              <p14:cNvContentPartPr/>
              <p14:nvPr/>
            </p14:nvContentPartPr>
            <p14:xfrm>
              <a:off x="2743560" y="2097216"/>
              <a:ext cx="24840" cy="294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91247E0-03A9-8C0C-6311-0015C7156EE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39240" y="2092896"/>
                <a:ext cx="3348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097C5E9-6319-653F-17C3-104BDD6AE4B9}"/>
                  </a:ext>
                </a:extLst>
              </p14:cNvPr>
              <p14:cNvContentPartPr/>
              <p14:nvPr/>
            </p14:nvContentPartPr>
            <p14:xfrm>
              <a:off x="3197160" y="2082456"/>
              <a:ext cx="34560" cy="300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097C5E9-6319-653F-17C3-104BDD6AE4B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92840" y="2078136"/>
                <a:ext cx="432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3801A44-82F3-85D6-1FD3-22D2C4F6304D}"/>
                  </a:ext>
                </a:extLst>
              </p14:cNvPr>
              <p14:cNvContentPartPr/>
              <p14:nvPr/>
            </p14:nvContentPartPr>
            <p14:xfrm>
              <a:off x="4082400" y="2051136"/>
              <a:ext cx="29520" cy="3448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3801A44-82F3-85D6-1FD3-22D2C4F6304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78080" y="2046816"/>
                <a:ext cx="3816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1477944-2F90-8DEF-028D-5D9DBE1986F4}"/>
                  </a:ext>
                </a:extLst>
              </p14:cNvPr>
              <p14:cNvContentPartPr/>
              <p14:nvPr/>
            </p14:nvContentPartPr>
            <p14:xfrm>
              <a:off x="1729440" y="2576016"/>
              <a:ext cx="71280" cy="67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1477944-2F90-8DEF-028D-5D9DBE1986F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25120" y="2571696"/>
                <a:ext cx="799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3F830D9-1C1C-EB76-5F51-829DCBC9E322}"/>
                  </a:ext>
                </a:extLst>
              </p14:cNvPr>
              <p14:cNvContentPartPr/>
              <p14:nvPr/>
            </p14:nvContentPartPr>
            <p14:xfrm>
              <a:off x="2170800" y="2541816"/>
              <a:ext cx="29520" cy="864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3F830D9-1C1C-EB76-5F51-829DCBC9E32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66480" y="2537496"/>
                <a:ext cx="381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8E488A2-CABE-7C3A-9525-45E412B6BC7F}"/>
                  </a:ext>
                </a:extLst>
              </p14:cNvPr>
              <p14:cNvContentPartPr/>
              <p14:nvPr/>
            </p14:nvContentPartPr>
            <p14:xfrm>
              <a:off x="4075200" y="2558376"/>
              <a:ext cx="97920" cy="579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8E488A2-CABE-7C3A-9525-45E412B6BC7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70880" y="2554056"/>
                <a:ext cx="1065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EACFBA8-C6A2-F682-5BB4-635B334CBFE7}"/>
                  </a:ext>
                </a:extLst>
              </p14:cNvPr>
              <p14:cNvContentPartPr/>
              <p14:nvPr/>
            </p14:nvContentPartPr>
            <p14:xfrm>
              <a:off x="4238280" y="2563776"/>
              <a:ext cx="85680" cy="12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EACFBA8-C6A2-F682-5BB4-635B334CBFE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33960" y="2559456"/>
                <a:ext cx="943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E16107F-8C63-709D-F49C-6B33E566EF2B}"/>
                  </a:ext>
                </a:extLst>
              </p14:cNvPr>
              <p14:cNvContentPartPr/>
              <p14:nvPr/>
            </p14:nvContentPartPr>
            <p14:xfrm>
              <a:off x="4440600" y="2518416"/>
              <a:ext cx="360" cy="1126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E16107F-8C63-709D-F49C-6B33E566EF2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436280" y="2514096"/>
                <a:ext cx="90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4246906-E92D-9E87-44DA-32EC02A57675}"/>
                  </a:ext>
                </a:extLst>
              </p14:cNvPr>
              <p14:cNvContentPartPr/>
              <p14:nvPr/>
            </p14:nvContentPartPr>
            <p14:xfrm>
              <a:off x="795600" y="3241656"/>
              <a:ext cx="5400" cy="256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4246906-E92D-9E87-44DA-32EC02A5767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1280" y="3237336"/>
                <a:ext cx="140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FD66136-CE98-0BAB-A545-106602E10F30}"/>
                  </a:ext>
                </a:extLst>
              </p14:cNvPr>
              <p14:cNvContentPartPr/>
              <p14:nvPr/>
            </p14:nvContentPartPr>
            <p14:xfrm>
              <a:off x="758880" y="3156336"/>
              <a:ext cx="461160" cy="3312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FD66136-CE98-0BAB-A545-106602E10F3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54560" y="3152016"/>
                <a:ext cx="46980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A46F47D-3336-3547-EE42-14B0120361BC}"/>
                  </a:ext>
                </a:extLst>
              </p14:cNvPr>
              <p14:cNvContentPartPr/>
              <p14:nvPr/>
            </p14:nvContentPartPr>
            <p14:xfrm>
              <a:off x="707760" y="2811816"/>
              <a:ext cx="173520" cy="3531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A46F47D-3336-3547-EE42-14B0120361B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3440" y="2807496"/>
                <a:ext cx="18216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D448CA0-EB22-A6F9-3B48-E920441BED06}"/>
                  </a:ext>
                </a:extLst>
              </p14:cNvPr>
              <p14:cNvContentPartPr/>
              <p14:nvPr/>
            </p14:nvContentPartPr>
            <p14:xfrm>
              <a:off x="629640" y="3000456"/>
              <a:ext cx="200160" cy="51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D448CA0-EB22-A6F9-3B48-E920441BED0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25320" y="2996136"/>
                <a:ext cx="2088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E169018-477D-DAF5-60EE-FFFB6D5032C7}"/>
                  </a:ext>
                </a:extLst>
              </p14:cNvPr>
              <p14:cNvContentPartPr/>
              <p14:nvPr/>
            </p14:nvContentPartPr>
            <p14:xfrm>
              <a:off x="839520" y="2970936"/>
              <a:ext cx="59040" cy="972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E169018-477D-DAF5-60EE-FFFB6D5032C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5200" y="2966616"/>
                <a:ext cx="6768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21F30B2-FCA2-AF01-19C5-7BA71336F3B2}"/>
                  </a:ext>
                </a:extLst>
              </p14:cNvPr>
              <p14:cNvContentPartPr/>
              <p14:nvPr/>
            </p14:nvContentPartPr>
            <p14:xfrm>
              <a:off x="947520" y="2980296"/>
              <a:ext cx="43920" cy="54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21F30B2-FCA2-AF01-19C5-7BA71336F3B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43200" y="2975976"/>
                <a:ext cx="525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49D0A5A-8B79-09D9-955D-47DF864D1ECE}"/>
                  </a:ext>
                </a:extLst>
              </p14:cNvPr>
              <p14:cNvContentPartPr/>
              <p14:nvPr/>
            </p14:nvContentPartPr>
            <p14:xfrm>
              <a:off x="981000" y="3000456"/>
              <a:ext cx="36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49D0A5A-8B79-09D9-955D-47DF864D1EC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76680" y="299613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9434292-F747-D128-3F97-B1947FFF1000}"/>
                  </a:ext>
                </a:extLst>
              </p14:cNvPr>
              <p14:cNvContentPartPr/>
              <p14:nvPr/>
            </p14:nvContentPartPr>
            <p14:xfrm>
              <a:off x="981000" y="2993616"/>
              <a:ext cx="154080" cy="392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9434292-F747-D128-3F97-B1947FFF100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76680" y="2989296"/>
                <a:ext cx="162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F3A4D4F-D5E6-14F0-D2FA-D7C36CD29181}"/>
                  </a:ext>
                </a:extLst>
              </p14:cNvPr>
              <p14:cNvContentPartPr/>
              <p14:nvPr/>
            </p14:nvContentPartPr>
            <p14:xfrm>
              <a:off x="1217520" y="2858976"/>
              <a:ext cx="63720" cy="1558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F3A4D4F-D5E6-14F0-D2FA-D7C36CD2918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213200" y="2854656"/>
                <a:ext cx="7236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130847F-A275-8D49-D7A5-4BCD3D54B541}"/>
                  </a:ext>
                </a:extLst>
              </p14:cNvPr>
              <p14:cNvContentPartPr/>
              <p14:nvPr/>
            </p14:nvContentPartPr>
            <p14:xfrm>
              <a:off x="1158840" y="2926296"/>
              <a:ext cx="144360" cy="158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130847F-A275-8D49-D7A5-4BCD3D54B54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54520" y="2921976"/>
                <a:ext cx="1530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FCD4C2C-E559-5128-1FAD-3E6919422BEB}"/>
                  </a:ext>
                </a:extLst>
              </p14:cNvPr>
              <p14:cNvContentPartPr/>
              <p14:nvPr/>
            </p14:nvContentPartPr>
            <p14:xfrm>
              <a:off x="1061280" y="3310776"/>
              <a:ext cx="48960" cy="10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FCD4C2C-E559-5128-1FAD-3E6919422BE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56960" y="3306456"/>
                <a:ext cx="5760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8A3DF6C-E99F-0A70-1A5C-77ED7B18703D}"/>
                  </a:ext>
                </a:extLst>
              </p14:cNvPr>
              <p14:cNvContentPartPr/>
              <p14:nvPr/>
            </p14:nvContentPartPr>
            <p14:xfrm>
              <a:off x="1305000" y="3279816"/>
              <a:ext cx="51480" cy="10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8A3DF6C-E99F-0A70-1A5C-77ED7B18703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300680" y="3275496"/>
                <a:ext cx="6012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87E34A5-DA7C-42D8-28D3-43F1182A7806}"/>
                  </a:ext>
                </a:extLst>
              </p14:cNvPr>
              <p14:cNvContentPartPr/>
              <p14:nvPr/>
            </p14:nvContentPartPr>
            <p14:xfrm>
              <a:off x="1470960" y="3268656"/>
              <a:ext cx="63720" cy="36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87E34A5-DA7C-42D8-28D3-43F1182A7806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466640" y="3264336"/>
                <a:ext cx="7236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EFAC4EF-F959-D352-9C3D-4018AA975072}"/>
                  </a:ext>
                </a:extLst>
              </p14:cNvPr>
              <p14:cNvContentPartPr/>
              <p14:nvPr/>
            </p14:nvContentPartPr>
            <p14:xfrm>
              <a:off x="1636560" y="3243456"/>
              <a:ext cx="105120" cy="86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EFAC4EF-F959-D352-9C3D-4018AA97507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632240" y="3239136"/>
                <a:ext cx="11376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A88796C-780E-ACBC-AE17-2CFA0CCF822F}"/>
                  </a:ext>
                </a:extLst>
              </p14:cNvPr>
              <p14:cNvContentPartPr/>
              <p14:nvPr/>
            </p14:nvContentPartPr>
            <p14:xfrm>
              <a:off x="1807560" y="3215016"/>
              <a:ext cx="2880" cy="19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A88796C-780E-ACBC-AE17-2CFA0CCF822F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803240" y="3210696"/>
                <a:ext cx="115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36AC79F-B178-4C26-CE2B-125F815A46AC}"/>
                  </a:ext>
                </a:extLst>
              </p14:cNvPr>
              <p14:cNvContentPartPr/>
              <p14:nvPr/>
            </p14:nvContentPartPr>
            <p14:xfrm>
              <a:off x="1821960" y="3055536"/>
              <a:ext cx="360" cy="669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36AC79F-B178-4C26-CE2B-125F815A46AC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817640" y="3051216"/>
                <a:ext cx="90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5544921-A8CB-2003-3EE7-A91CD08FBC98}"/>
                  </a:ext>
                </a:extLst>
              </p14:cNvPr>
              <p14:cNvContentPartPr/>
              <p14:nvPr/>
            </p14:nvContentPartPr>
            <p14:xfrm>
              <a:off x="1809720" y="2899656"/>
              <a:ext cx="7560" cy="597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5544921-A8CB-2003-3EE7-A91CD08FBC9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805400" y="2895336"/>
                <a:ext cx="162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6A347A3-764B-5E79-B4FB-62CFFE48B09F}"/>
                  </a:ext>
                </a:extLst>
              </p14:cNvPr>
              <p14:cNvContentPartPr/>
              <p14:nvPr/>
            </p14:nvContentPartPr>
            <p14:xfrm>
              <a:off x="1807560" y="2788056"/>
              <a:ext cx="2880" cy="345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6A347A3-764B-5E79-B4FB-62CFFE48B09F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803240" y="2783736"/>
                <a:ext cx="115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9AB2B7B-D87C-5950-B714-8CC56C69855B}"/>
                  </a:ext>
                </a:extLst>
              </p14:cNvPr>
              <p14:cNvContentPartPr/>
              <p14:nvPr/>
            </p14:nvContentPartPr>
            <p14:xfrm>
              <a:off x="1729440" y="2708136"/>
              <a:ext cx="134640" cy="716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9AB2B7B-D87C-5950-B714-8CC56C69855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725120" y="2703816"/>
                <a:ext cx="14328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84AC541-D1CE-3186-BC63-0F6B1FA1F8A5}"/>
                  </a:ext>
                </a:extLst>
              </p14:cNvPr>
              <p14:cNvContentPartPr/>
              <p14:nvPr/>
            </p14:nvContentPartPr>
            <p14:xfrm>
              <a:off x="2902320" y="4129056"/>
              <a:ext cx="105120" cy="9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84AC541-D1CE-3186-BC63-0F6B1FA1F8A5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898000" y="4124736"/>
                <a:ext cx="11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3DE17F4-05BB-A295-A7AE-3C40895DA489}"/>
                  </a:ext>
                </a:extLst>
              </p14:cNvPr>
              <p14:cNvContentPartPr/>
              <p14:nvPr/>
            </p14:nvContentPartPr>
            <p14:xfrm>
              <a:off x="3097440" y="4116816"/>
              <a:ext cx="10080" cy="118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3DE17F4-05BB-A295-A7AE-3C40895DA489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093120" y="4112496"/>
                <a:ext cx="187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B0BAAC7-4452-1C92-8D17-F6865383C7DC}"/>
                  </a:ext>
                </a:extLst>
              </p14:cNvPr>
              <p14:cNvContentPartPr/>
              <p14:nvPr/>
            </p14:nvContentPartPr>
            <p14:xfrm>
              <a:off x="2553480" y="2556576"/>
              <a:ext cx="97920" cy="91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B0BAAC7-4452-1C92-8D17-F6865383C7DC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2549160" y="2552256"/>
                <a:ext cx="10656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079C14B-6082-D8D0-CBCF-F44196F500C4}"/>
                  </a:ext>
                </a:extLst>
              </p14:cNvPr>
              <p14:cNvContentPartPr/>
              <p14:nvPr/>
            </p14:nvContentPartPr>
            <p14:xfrm>
              <a:off x="2997720" y="2491416"/>
              <a:ext cx="68400" cy="1393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079C14B-6082-D8D0-CBCF-F44196F500C4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993400" y="2487096"/>
                <a:ext cx="77040" cy="14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A016163D-8579-8986-8574-D0FB42D7349A}"/>
              </a:ext>
            </a:extLst>
          </p:cNvPr>
          <p:cNvGrpSpPr/>
          <p:nvPr/>
        </p:nvGrpSpPr>
        <p:grpSpPr>
          <a:xfrm>
            <a:off x="497880" y="619056"/>
            <a:ext cx="580320" cy="624960"/>
            <a:chOff x="497880" y="619056"/>
            <a:chExt cx="580320" cy="62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4446F42-3CEC-9CBE-8493-F97389859688}"/>
                    </a:ext>
                  </a:extLst>
                </p14:cNvPr>
                <p14:cNvContentPartPr/>
                <p14:nvPr/>
              </p14:nvContentPartPr>
              <p14:xfrm>
                <a:off x="661320" y="987696"/>
                <a:ext cx="29520" cy="217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4446F42-3CEC-9CBE-8493-F9738985968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52680" y="978696"/>
                  <a:ext cx="471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C60708A-E3A7-33D6-9F19-02CDA423D831}"/>
                    </a:ext>
                  </a:extLst>
                </p14:cNvPr>
                <p14:cNvContentPartPr/>
                <p14:nvPr/>
              </p14:nvContentPartPr>
              <p14:xfrm>
                <a:off x="629640" y="858456"/>
                <a:ext cx="448560" cy="385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C60708A-E3A7-33D6-9F19-02CDA423D83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21000" y="849816"/>
                  <a:ext cx="4662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0E3599C-5559-F724-36F9-20549DCF1A88}"/>
                    </a:ext>
                  </a:extLst>
                </p14:cNvPr>
                <p14:cNvContentPartPr/>
                <p14:nvPr/>
              </p14:nvContentPartPr>
              <p14:xfrm>
                <a:off x="497880" y="712656"/>
                <a:ext cx="66240" cy="142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0E3599C-5559-F724-36F9-20549DCF1A8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89240" y="704016"/>
                  <a:ext cx="838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1E95D7C-C0E8-5F73-4A0E-53919A5158F3}"/>
                    </a:ext>
                  </a:extLst>
                </p14:cNvPr>
                <p14:cNvContentPartPr/>
                <p14:nvPr/>
              </p14:nvContentPartPr>
              <p14:xfrm>
                <a:off x="612720" y="699336"/>
                <a:ext cx="99000" cy="73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1E95D7C-C0E8-5F73-4A0E-53919A5158F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03720" y="690696"/>
                  <a:ext cx="116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1C8C0C5-47D8-1AB5-4112-B6ABF9752C79}"/>
                    </a:ext>
                  </a:extLst>
                </p14:cNvPr>
                <p14:cNvContentPartPr/>
                <p14:nvPr/>
              </p14:nvContentPartPr>
              <p14:xfrm>
                <a:off x="728640" y="673416"/>
                <a:ext cx="133200" cy="83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1C8C0C5-47D8-1AB5-4112-B6ABF9752C7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0000" y="664416"/>
                  <a:ext cx="150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442B68B-265A-20F2-E7FF-DE054100343E}"/>
                    </a:ext>
                  </a:extLst>
                </p14:cNvPr>
                <p14:cNvContentPartPr/>
                <p14:nvPr/>
              </p14:nvContentPartPr>
              <p14:xfrm>
                <a:off x="911160" y="619056"/>
                <a:ext cx="82080" cy="127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442B68B-265A-20F2-E7FF-DE054100343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02520" y="610056"/>
                  <a:ext cx="9972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01BFB92-17F5-7874-2DE8-B41E9FDC0804}"/>
              </a:ext>
            </a:extLst>
          </p:cNvPr>
          <p:cNvGrpSpPr/>
          <p:nvPr/>
        </p:nvGrpSpPr>
        <p:grpSpPr>
          <a:xfrm>
            <a:off x="6791400" y="881496"/>
            <a:ext cx="1807200" cy="550800"/>
            <a:chOff x="6791400" y="881496"/>
            <a:chExt cx="1807200" cy="55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8BF487F-38B4-BE5C-A431-33CB3BE2C25E}"/>
                    </a:ext>
                  </a:extLst>
                </p14:cNvPr>
                <p14:cNvContentPartPr/>
                <p14:nvPr/>
              </p14:nvContentPartPr>
              <p14:xfrm>
                <a:off x="6791400" y="1129896"/>
                <a:ext cx="139320" cy="75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8BF487F-38B4-BE5C-A431-33CB3BE2C25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782400" y="1121256"/>
                  <a:ext cx="1569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81F3F26-BEBE-BAFA-C078-0ED18430E32D}"/>
                    </a:ext>
                  </a:extLst>
                </p14:cNvPr>
                <p14:cNvContentPartPr/>
                <p14:nvPr/>
              </p14:nvContentPartPr>
              <p14:xfrm>
                <a:off x="6969240" y="1141416"/>
                <a:ext cx="141840" cy="31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81F3F26-BEBE-BAFA-C078-0ED18430E32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960600" y="1132776"/>
                  <a:ext cx="159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1320C6C-2E39-6DBC-1DE7-73ECAC572E7E}"/>
                    </a:ext>
                  </a:extLst>
                </p14:cNvPr>
                <p14:cNvContentPartPr/>
                <p14:nvPr/>
              </p14:nvContentPartPr>
              <p14:xfrm>
                <a:off x="7079040" y="1105416"/>
                <a:ext cx="205200" cy="326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1320C6C-2E39-6DBC-1DE7-73ECAC572E7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070040" y="1096416"/>
                  <a:ext cx="2228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401634A-1044-3717-D161-C09022DC6536}"/>
                    </a:ext>
                  </a:extLst>
                </p14:cNvPr>
                <p14:cNvContentPartPr/>
                <p14:nvPr/>
              </p14:nvContentPartPr>
              <p14:xfrm>
                <a:off x="7332480" y="1126296"/>
                <a:ext cx="151560" cy="65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401634A-1044-3717-D161-C09022DC653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323840" y="1117296"/>
                  <a:ext cx="169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8F6E68F-0EC5-2312-DD6C-8966D1C53083}"/>
                    </a:ext>
                  </a:extLst>
                </p14:cNvPr>
                <p14:cNvContentPartPr/>
                <p14:nvPr/>
              </p14:nvContentPartPr>
              <p14:xfrm>
                <a:off x="7522560" y="1087056"/>
                <a:ext cx="110160" cy="68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8F6E68F-0EC5-2312-DD6C-8966D1C5308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513920" y="1078416"/>
                  <a:ext cx="127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561BF62-439D-616D-C6D1-5186D573DF65}"/>
                    </a:ext>
                  </a:extLst>
                </p14:cNvPr>
                <p14:cNvContentPartPr/>
                <p14:nvPr/>
              </p14:nvContentPartPr>
              <p14:xfrm>
                <a:off x="7681320" y="1096416"/>
                <a:ext cx="114840" cy="41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561BF62-439D-616D-C6D1-5186D573DF6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672320" y="1087416"/>
                  <a:ext cx="132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AB1A149-279C-12D4-F186-F11F4F22167C}"/>
                    </a:ext>
                  </a:extLst>
                </p14:cNvPr>
                <p14:cNvContentPartPr/>
                <p14:nvPr/>
              </p14:nvContentPartPr>
              <p14:xfrm>
                <a:off x="7841880" y="1060776"/>
                <a:ext cx="139320" cy="58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AB1A149-279C-12D4-F186-F11F4F22167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833240" y="1051776"/>
                  <a:ext cx="1569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F8A1091-46C8-4330-23D1-E62D246CA2AC}"/>
                    </a:ext>
                  </a:extLst>
                </p14:cNvPr>
                <p14:cNvContentPartPr/>
                <p14:nvPr/>
              </p14:nvContentPartPr>
              <p14:xfrm>
                <a:off x="8032320" y="905976"/>
                <a:ext cx="151560" cy="239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F8A1091-46C8-4330-23D1-E62D246CA2A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023320" y="896976"/>
                  <a:ext cx="1692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F7DA1C2-43F5-E588-69E0-023A2E4A1C32}"/>
                    </a:ext>
                  </a:extLst>
                </p14:cNvPr>
                <p14:cNvContentPartPr/>
                <p14:nvPr/>
              </p14:nvContentPartPr>
              <p14:xfrm>
                <a:off x="8268840" y="961776"/>
                <a:ext cx="95040" cy="149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F7DA1C2-43F5-E588-69E0-023A2E4A1C3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260200" y="953136"/>
                  <a:ext cx="112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A38DD22-F559-AF74-FD79-B6A5574DDBDE}"/>
                    </a:ext>
                  </a:extLst>
                </p14:cNvPr>
                <p14:cNvContentPartPr/>
                <p14:nvPr/>
              </p14:nvContentPartPr>
              <p14:xfrm>
                <a:off x="8346960" y="926856"/>
                <a:ext cx="114840" cy="16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A38DD22-F559-AF74-FD79-B6A5574DDBD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337960" y="918216"/>
                  <a:ext cx="132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3C90E2E-F496-010D-3155-7BEBEEB50E6F}"/>
                    </a:ext>
                  </a:extLst>
                </p14:cNvPr>
                <p14:cNvContentPartPr/>
                <p14:nvPr/>
              </p14:nvContentPartPr>
              <p14:xfrm>
                <a:off x="8482680" y="881496"/>
                <a:ext cx="115920" cy="290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3C90E2E-F496-010D-3155-7BEBEEB50E6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474040" y="872496"/>
                  <a:ext cx="13356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31AAAD6-DF43-469E-E36F-EDF78BA9B2D3}"/>
              </a:ext>
            </a:extLst>
          </p:cNvPr>
          <p:cNvGrpSpPr/>
          <p:nvPr/>
        </p:nvGrpSpPr>
        <p:grpSpPr>
          <a:xfrm>
            <a:off x="1797480" y="2197296"/>
            <a:ext cx="102240" cy="209880"/>
            <a:chOff x="1797480" y="2197296"/>
            <a:chExt cx="10224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EFD8915-FC82-EDD8-57DE-33A8C5A94421}"/>
                    </a:ext>
                  </a:extLst>
                </p14:cNvPr>
                <p14:cNvContentPartPr/>
                <p14:nvPr/>
              </p14:nvContentPartPr>
              <p14:xfrm>
                <a:off x="1797480" y="2214216"/>
                <a:ext cx="72000" cy="192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EFD8915-FC82-EDD8-57DE-33A8C5A9442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788840" y="2205576"/>
                  <a:ext cx="896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974C405-4AC7-2F4C-C2CA-126882AF67AF}"/>
                    </a:ext>
                  </a:extLst>
                </p14:cNvPr>
                <p14:cNvContentPartPr/>
                <p14:nvPr/>
              </p14:nvContentPartPr>
              <p14:xfrm>
                <a:off x="1829520" y="2197296"/>
                <a:ext cx="70200" cy="29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974C405-4AC7-2F4C-C2CA-126882AF67A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820520" y="2188656"/>
                  <a:ext cx="8784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7908C5E-0B26-B85D-C1F0-A84A7D5B381B}"/>
                  </a:ext>
                </a:extLst>
              </p14:cNvPr>
              <p14:cNvContentPartPr/>
              <p14:nvPr/>
            </p14:nvContentPartPr>
            <p14:xfrm>
              <a:off x="1131840" y="1029456"/>
              <a:ext cx="51480" cy="20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7908C5E-0B26-B85D-C1F0-A84A7D5B381B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123200" y="1020456"/>
                <a:ext cx="691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4811D43-0044-E197-5BC9-BF49527F1D61}"/>
                  </a:ext>
                </a:extLst>
              </p14:cNvPr>
              <p14:cNvContentPartPr/>
              <p14:nvPr/>
            </p14:nvContentPartPr>
            <p14:xfrm>
              <a:off x="1348920" y="1039896"/>
              <a:ext cx="141840" cy="10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4811D43-0044-E197-5BC9-BF49527F1D61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340280" y="1031256"/>
                <a:ext cx="1594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4453CA9-1748-4214-6CA2-5019F1C2F172}"/>
                  </a:ext>
                </a:extLst>
              </p14:cNvPr>
              <p14:cNvContentPartPr/>
              <p14:nvPr/>
            </p14:nvContentPartPr>
            <p14:xfrm>
              <a:off x="1653840" y="1003536"/>
              <a:ext cx="114840" cy="140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4453CA9-1748-4214-6CA2-5019F1C2F172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644840" y="994536"/>
                <a:ext cx="1324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F32A102-509D-28F0-DDDC-E031625F40C3}"/>
                  </a:ext>
                </a:extLst>
              </p14:cNvPr>
              <p14:cNvContentPartPr/>
              <p14:nvPr/>
            </p14:nvContentPartPr>
            <p14:xfrm>
              <a:off x="1922040" y="975816"/>
              <a:ext cx="95400" cy="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F32A102-509D-28F0-DDDC-E031625F40C3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913040" y="966816"/>
                <a:ext cx="1130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A310DA66-7472-C275-655A-18D510DEEF04}"/>
                  </a:ext>
                </a:extLst>
              </p14:cNvPr>
              <p14:cNvContentPartPr/>
              <p14:nvPr/>
            </p14:nvContentPartPr>
            <p14:xfrm>
              <a:off x="8776080" y="1006776"/>
              <a:ext cx="12600" cy="424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A310DA66-7472-C275-655A-18D510DEEF04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767080" y="997776"/>
                <a:ext cx="3024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62F81FDB-7CE7-9B57-8131-BEA7AB6F4229}"/>
                  </a:ext>
                </a:extLst>
              </p14:cNvPr>
              <p14:cNvContentPartPr/>
              <p14:nvPr/>
            </p14:nvContentPartPr>
            <p14:xfrm>
              <a:off x="8700480" y="1136016"/>
              <a:ext cx="22320" cy="720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62F81FDB-7CE7-9B57-8131-BEA7AB6F4229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8691480" y="1127016"/>
                <a:ext cx="39960" cy="8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804581C4-838D-A503-4E83-A2D3A717B1C6}"/>
              </a:ext>
            </a:extLst>
          </p:cNvPr>
          <p:cNvGrpSpPr/>
          <p:nvPr/>
        </p:nvGrpSpPr>
        <p:grpSpPr>
          <a:xfrm>
            <a:off x="6802200" y="1417176"/>
            <a:ext cx="1925640" cy="528480"/>
            <a:chOff x="6802200" y="1417176"/>
            <a:chExt cx="1925640" cy="52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88700F2-9346-95BD-FCB8-064417813D8B}"/>
                    </a:ext>
                  </a:extLst>
                </p14:cNvPr>
                <p14:cNvContentPartPr/>
                <p14:nvPr/>
              </p14:nvContentPartPr>
              <p14:xfrm>
                <a:off x="6802200" y="1695816"/>
                <a:ext cx="82080" cy="102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88700F2-9346-95BD-FCB8-064417813D8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793560" y="1687176"/>
                  <a:ext cx="997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903D0A2-A0F4-6A35-6568-38F509180D98}"/>
                    </a:ext>
                  </a:extLst>
                </p14:cNvPr>
                <p14:cNvContentPartPr/>
                <p14:nvPr/>
              </p14:nvContentPartPr>
              <p14:xfrm>
                <a:off x="6918120" y="1744416"/>
                <a:ext cx="149040" cy="37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903D0A2-A0F4-6A35-6568-38F509180D9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909120" y="1735416"/>
                  <a:ext cx="166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062E824-BFAC-196F-3400-1C40A0DC7082}"/>
                    </a:ext>
                  </a:extLst>
                </p14:cNvPr>
                <p14:cNvContentPartPr/>
                <p14:nvPr/>
              </p14:nvContentPartPr>
              <p14:xfrm>
                <a:off x="7064280" y="1709136"/>
                <a:ext cx="139680" cy="236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062E824-BFAC-196F-3400-1C40A0DC708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055280" y="1700136"/>
                  <a:ext cx="1573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0BF9730-1FF4-5ACF-7C9E-1D2574DA6D87}"/>
                    </a:ext>
                  </a:extLst>
                </p14:cNvPr>
                <p14:cNvContentPartPr/>
                <p14:nvPr/>
              </p14:nvContentPartPr>
              <p14:xfrm>
                <a:off x="7244640" y="1726056"/>
                <a:ext cx="124920" cy="39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0BF9730-1FF4-5ACF-7C9E-1D2574DA6D8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235640" y="1717056"/>
                  <a:ext cx="142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91E0A65-194A-C23B-3040-9E73907D1027}"/>
                    </a:ext>
                  </a:extLst>
                </p14:cNvPr>
                <p14:cNvContentPartPr/>
                <p14:nvPr/>
              </p14:nvContentPartPr>
              <p14:xfrm>
                <a:off x="7427520" y="1663056"/>
                <a:ext cx="108000" cy="64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91E0A65-194A-C23B-3040-9E73907D102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418520" y="1654416"/>
                  <a:ext cx="1256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A89D505-A4DA-7EA2-AD66-EE22710AFAA0}"/>
                    </a:ext>
                  </a:extLst>
                </p14:cNvPr>
                <p14:cNvContentPartPr/>
                <p14:nvPr/>
              </p14:nvContentPartPr>
              <p14:xfrm>
                <a:off x="7585560" y="1658736"/>
                <a:ext cx="113040" cy="42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A89D505-A4DA-7EA2-AD66-EE22710AFAA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576920" y="1649736"/>
                  <a:ext cx="130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CBBD1B6-0DB0-BBD7-7D85-AECCCEC61722}"/>
                    </a:ext>
                  </a:extLst>
                </p14:cNvPr>
                <p14:cNvContentPartPr/>
                <p14:nvPr/>
              </p14:nvContentPartPr>
              <p14:xfrm>
                <a:off x="7736040" y="1616976"/>
                <a:ext cx="196920" cy="75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CBBD1B6-0DB0-BBD7-7D85-AECCCEC6172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727040" y="1607976"/>
                  <a:ext cx="214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47CF8B1-0A70-EFFD-C8EA-0F7A2DB4888D}"/>
                    </a:ext>
                  </a:extLst>
                </p14:cNvPr>
                <p14:cNvContentPartPr/>
                <p14:nvPr/>
              </p14:nvContentPartPr>
              <p14:xfrm>
                <a:off x="8035200" y="1425096"/>
                <a:ext cx="175680" cy="309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47CF8B1-0A70-EFFD-C8EA-0F7A2DB4888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026200" y="1416456"/>
                  <a:ext cx="1933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7598561-4231-E953-AA6E-9DFFC8BC982C}"/>
                    </a:ext>
                  </a:extLst>
                </p14:cNvPr>
                <p14:cNvContentPartPr/>
                <p14:nvPr/>
              </p14:nvContentPartPr>
              <p14:xfrm>
                <a:off x="8295120" y="1476576"/>
                <a:ext cx="140040" cy="115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7598561-4231-E953-AA6E-9DFFC8BC982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286120" y="1467576"/>
                  <a:ext cx="157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64371B6-0607-224A-304A-8EDBDA8F238B}"/>
                    </a:ext>
                  </a:extLst>
                </p14:cNvPr>
                <p14:cNvContentPartPr/>
                <p14:nvPr/>
              </p14:nvContentPartPr>
              <p14:xfrm>
                <a:off x="8388360" y="1512936"/>
                <a:ext cx="19800" cy="136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64371B6-0607-224A-304A-8EDBDA8F238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379360" y="1504296"/>
                  <a:ext cx="374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B5DFD59-B715-EDD5-F2E4-579B344E9390}"/>
                    </a:ext>
                  </a:extLst>
                </p14:cNvPr>
                <p14:cNvContentPartPr/>
                <p14:nvPr/>
              </p14:nvContentPartPr>
              <p14:xfrm>
                <a:off x="8451000" y="1417176"/>
                <a:ext cx="108720" cy="278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B5DFD59-B715-EDD5-F2E4-579B344E939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442360" y="1408176"/>
                  <a:ext cx="1263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83EB308-717D-01A6-C84A-D35A6F71292C}"/>
                    </a:ext>
                  </a:extLst>
                </p14:cNvPr>
                <p14:cNvContentPartPr/>
                <p14:nvPr/>
              </p14:nvContentPartPr>
              <p14:xfrm>
                <a:off x="8712720" y="1484496"/>
                <a:ext cx="15120" cy="91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83EB308-717D-01A6-C84A-D35A6F71292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703720" y="1475856"/>
                  <a:ext cx="327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8DC32F7-BEF5-A7CB-0AA9-CB1FDA3F2161}"/>
                    </a:ext>
                  </a:extLst>
                </p14:cNvPr>
                <p14:cNvContentPartPr/>
                <p14:nvPr/>
              </p14:nvContentPartPr>
              <p14:xfrm>
                <a:off x="8554320" y="1637496"/>
                <a:ext cx="122400" cy="132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8DC32F7-BEF5-A7CB-0AA9-CB1FDA3F216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545320" y="1628496"/>
                  <a:ext cx="14004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7F7D73B-CA65-CE92-4872-901EF83D015F}"/>
              </a:ext>
            </a:extLst>
          </p:cNvPr>
          <p:cNvGrpSpPr/>
          <p:nvPr/>
        </p:nvGrpSpPr>
        <p:grpSpPr>
          <a:xfrm>
            <a:off x="2102400" y="2197296"/>
            <a:ext cx="190440" cy="229320"/>
            <a:chOff x="2102400" y="2197296"/>
            <a:chExt cx="190440" cy="22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1C07DC1-368F-6E92-97B8-A137E3D2389A}"/>
                    </a:ext>
                  </a:extLst>
                </p14:cNvPr>
                <p14:cNvContentPartPr/>
                <p14:nvPr/>
              </p14:nvContentPartPr>
              <p14:xfrm>
                <a:off x="2102400" y="2197296"/>
                <a:ext cx="190440" cy="1162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1C07DC1-368F-6E92-97B8-A137E3D2389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093760" y="2188296"/>
                  <a:ext cx="208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15897D8-D617-18BA-42B0-257551791CFC}"/>
                    </a:ext>
                  </a:extLst>
                </p14:cNvPr>
                <p14:cNvContentPartPr/>
                <p14:nvPr/>
              </p14:nvContentPartPr>
              <p14:xfrm>
                <a:off x="2195280" y="2248416"/>
                <a:ext cx="39240" cy="178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15897D8-D617-18BA-42B0-257551791CF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186280" y="2239776"/>
                  <a:ext cx="5688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7311168-6CC7-BD43-6A63-6B85DF9575D2}"/>
              </a:ext>
            </a:extLst>
          </p:cNvPr>
          <p:cNvGrpSpPr/>
          <p:nvPr/>
        </p:nvGrpSpPr>
        <p:grpSpPr>
          <a:xfrm>
            <a:off x="2082960" y="979056"/>
            <a:ext cx="309960" cy="19800"/>
            <a:chOff x="2082960" y="979056"/>
            <a:chExt cx="309960" cy="1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D145722-6F45-A796-4908-556E5E7D35A2}"/>
                    </a:ext>
                  </a:extLst>
                </p14:cNvPr>
                <p14:cNvContentPartPr/>
                <p14:nvPr/>
              </p14:nvContentPartPr>
              <p14:xfrm>
                <a:off x="2082960" y="992736"/>
                <a:ext cx="95400" cy="6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D145722-6F45-A796-4908-556E5E7D35A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073960" y="984096"/>
                  <a:ext cx="113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190ABBF-C16E-5F69-AEBC-FBFA5D3AF4DF}"/>
                    </a:ext>
                  </a:extLst>
                </p14:cNvPr>
                <p14:cNvContentPartPr/>
                <p14:nvPr/>
              </p14:nvContentPartPr>
              <p14:xfrm>
                <a:off x="2287800" y="979056"/>
                <a:ext cx="105120" cy="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190ABBF-C16E-5F69-AEBC-FBFA5D3AF4D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278800" y="970056"/>
                  <a:ext cx="12276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DF1D0D7-FC13-8C10-05E0-43B374CB141E}"/>
              </a:ext>
            </a:extLst>
          </p:cNvPr>
          <p:cNvGrpSpPr/>
          <p:nvPr/>
        </p:nvGrpSpPr>
        <p:grpSpPr>
          <a:xfrm>
            <a:off x="2521800" y="968616"/>
            <a:ext cx="24840" cy="102600"/>
            <a:chOff x="2521800" y="968616"/>
            <a:chExt cx="24840" cy="10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AEAB2AE-8B4D-40B4-5F06-5C8FFB655E5F}"/>
                    </a:ext>
                  </a:extLst>
                </p14:cNvPr>
                <p14:cNvContentPartPr/>
                <p14:nvPr/>
              </p14:nvContentPartPr>
              <p14:xfrm>
                <a:off x="2521800" y="968616"/>
                <a:ext cx="12600" cy="5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AEAB2AE-8B4D-40B4-5F06-5C8FFB655E5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513160" y="959616"/>
                  <a:ext cx="30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A4B9239-44C7-13C0-767C-8D5FA9175CB4}"/>
                    </a:ext>
                  </a:extLst>
                </p14:cNvPr>
                <p14:cNvContentPartPr/>
                <p14:nvPr/>
              </p14:nvContentPartPr>
              <p14:xfrm>
                <a:off x="2521800" y="968616"/>
                <a:ext cx="24840" cy="1026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A4B9239-44C7-13C0-767C-8D5FA9175CB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513160" y="959616"/>
                  <a:ext cx="42480" cy="12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C3E266D-D420-1C28-D066-07AC43553C93}"/>
                  </a:ext>
                </a:extLst>
              </p14:cNvPr>
              <p14:cNvContentPartPr/>
              <p14:nvPr/>
            </p14:nvContentPartPr>
            <p14:xfrm>
              <a:off x="2521800" y="1242216"/>
              <a:ext cx="10080" cy="1515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C3E266D-D420-1C28-D066-07AC43553C93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2513160" y="1233576"/>
                <a:ext cx="277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DB8B9A55-18AF-88AF-3E2B-DF3912C54906}"/>
                  </a:ext>
                </a:extLst>
              </p14:cNvPr>
              <p14:cNvContentPartPr/>
              <p14:nvPr/>
            </p14:nvContentPartPr>
            <p14:xfrm>
              <a:off x="2529000" y="1590336"/>
              <a:ext cx="12600" cy="1036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DB8B9A55-18AF-88AF-3E2B-DF3912C54906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2520360" y="1581336"/>
                <a:ext cx="30240" cy="12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E09C6B8-53A6-7D27-EE02-E020840C41DD}"/>
              </a:ext>
            </a:extLst>
          </p:cNvPr>
          <p:cNvGrpSpPr/>
          <p:nvPr/>
        </p:nvGrpSpPr>
        <p:grpSpPr>
          <a:xfrm>
            <a:off x="2490120" y="1799136"/>
            <a:ext cx="176040" cy="266040"/>
            <a:chOff x="2490120" y="1799136"/>
            <a:chExt cx="17604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C24EC9E-1D2B-B00A-4E0F-A54DB7BB8C6B}"/>
                    </a:ext>
                  </a:extLst>
                </p14:cNvPr>
                <p14:cNvContentPartPr/>
                <p14:nvPr/>
              </p14:nvContentPartPr>
              <p14:xfrm>
                <a:off x="2550960" y="1799136"/>
                <a:ext cx="7560" cy="79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C24EC9E-1D2B-B00A-4E0F-A54DB7BB8C6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542320" y="1790136"/>
                  <a:ext cx="25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EC93797-4247-3631-028C-940628F1F610}"/>
                    </a:ext>
                  </a:extLst>
                </p14:cNvPr>
                <p14:cNvContentPartPr/>
                <p14:nvPr/>
              </p14:nvContentPartPr>
              <p14:xfrm>
                <a:off x="2560680" y="1924056"/>
                <a:ext cx="360" cy="140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EC93797-4247-3631-028C-940628F1F61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552040" y="1915416"/>
                  <a:ext cx="18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1386EDC-5201-9685-0D9B-B91A897BB094}"/>
                    </a:ext>
                  </a:extLst>
                </p14:cNvPr>
                <p14:cNvContentPartPr/>
                <p14:nvPr/>
              </p14:nvContentPartPr>
              <p14:xfrm>
                <a:off x="2490120" y="1912896"/>
                <a:ext cx="73080" cy="129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1386EDC-5201-9685-0D9B-B91A897BB09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481480" y="1903896"/>
                  <a:ext cx="90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C40AB13-041D-CF57-D5E4-300E015DEAD7}"/>
                    </a:ext>
                  </a:extLst>
                </p14:cNvPr>
                <p14:cNvContentPartPr/>
                <p14:nvPr/>
              </p14:nvContentPartPr>
              <p14:xfrm>
                <a:off x="2540160" y="1904616"/>
                <a:ext cx="126000" cy="160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C40AB13-041D-CF57-D5E4-300E015DEAD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531160" y="1895976"/>
                  <a:ext cx="143640" cy="178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16063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1A808-157D-0340-6D98-C66C1BC0C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6E50A5C-DF82-8388-A423-48EA0E234086}"/>
                  </a:ext>
                </a:extLst>
              </p14:cNvPr>
              <p14:cNvContentPartPr/>
              <p14:nvPr/>
            </p14:nvContentPartPr>
            <p14:xfrm>
              <a:off x="1670760" y="2115936"/>
              <a:ext cx="12600" cy="355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6E50A5C-DF82-8388-A423-48EA0E2340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6440" y="2111616"/>
                <a:ext cx="2124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B27772-3D76-A1D5-1FE7-281752E98A8F}"/>
                  </a:ext>
                </a:extLst>
              </p14:cNvPr>
              <p14:cNvContentPartPr/>
              <p14:nvPr/>
            </p14:nvContentPartPr>
            <p14:xfrm>
              <a:off x="1668600" y="2022696"/>
              <a:ext cx="2689200" cy="97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B27772-3D76-A1D5-1FE7-281752E98A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4280" y="2018376"/>
                <a:ext cx="26978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6D71AE-9FD2-BCC0-D609-E1CB220AF6B8}"/>
                  </a:ext>
                </a:extLst>
              </p14:cNvPr>
              <p14:cNvContentPartPr/>
              <p14:nvPr/>
            </p14:nvContentPartPr>
            <p14:xfrm>
              <a:off x="1690200" y="2361456"/>
              <a:ext cx="2690280" cy="109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6D71AE-9FD2-BCC0-D609-E1CB220AF6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85880" y="2357136"/>
                <a:ext cx="26989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6064F1A-7794-F01D-635C-FCE167A15928}"/>
                  </a:ext>
                </a:extLst>
              </p14:cNvPr>
              <p14:cNvContentPartPr/>
              <p14:nvPr/>
            </p14:nvContentPartPr>
            <p14:xfrm>
              <a:off x="4360320" y="2001456"/>
              <a:ext cx="25560" cy="397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6064F1A-7794-F01D-635C-FCE167A1592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56000" y="1997136"/>
                <a:ext cx="3420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389A87-F52D-1A11-A553-8BC441F3A0E3}"/>
                  </a:ext>
                </a:extLst>
              </p14:cNvPr>
              <p14:cNvContentPartPr/>
              <p14:nvPr/>
            </p14:nvContentPartPr>
            <p14:xfrm>
              <a:off x="537120" y="1715256"/>
              <a:ext cx="144360" cy="219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389A87-F52D-1A11-A553-8BC441F3A0E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2800" y="1710936"/>
                <a:ext cx="1530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71F684A-4940-A46D-85D1-A2DA2B73D474}"/>
                  </a:ext>
                </a:extLst>
              </p14:cNvPr>
              <p14:cNvContentPartPr/>
              <p14:nvPr/>
            </p14:nvContentPartPr>
            <p14:xfrm>
              <a:off x="714960" y="1730736"/>
              <a:ext cx="129600" cy="48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71F684A-4940-A46D-85D1-A2DA2B73D47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0640" y="1726416"/>
                <a:ext cx="1382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1AC97B6-C121-F8F8-12F4-E7BA9217E3BA}"/>
                  </a:ext>
                </a:extLst>
              </p14:cNvPr>
              <p14:cNvContentPartPr/>
              <p14:nvPr/>
            </p14:nvContentPartPr>
            <p14:xfrm>
              <a:off x="868680" y="1703016"/>
              <a:ext cx="75960" cy="88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1AC97B6-C121-F8F8-12F4-E7BA9217E3B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4360" y="1698696"/>
                <a:ext cx="846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BC0EE13-4664-BE87-74D0-003468BA2E83}"/>
                  </a:ext>
                </a:extLst>
              </p14:cNvPr>
              <p14:cNvContentPartPr/>
              <p14:nvPr/>
            </p14:nvContentPartPr>
            <p14:xfrm>
              <a:off x="975960" y="1724256"/>
              <a:ext cx="112680" cy="33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BC0EE13-4664-BE87-74D0-003468BA2E8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1640" y="1719936"/>
                <a:ext cx="1213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0AF8A2C-D7A5-F04E-A953-1A9A0A86A6F1}"/>
                  </a:ext>
                </a:extLst>
              </p14:cNvPr>
              <p14:cNvContentPartPr/>
              <p14:nvPr/>
            </p14:nvContentPartPr>
            <p14:xfrm>
              <a:off x="1122120" y="1686456"/>
              <a:ext cx="63720" cy="83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0AF8A2C-D7A5-F04E-A953-1A9A0A86A6F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17800" y="1682136"/>
                <a:ext cx="723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C402717-FF4D-8579-7C61-D1944020C27B}"/>
                  </a:ext>
                </a:extLst>
              </p14:cNvPr>
              <p14:cNvContentPartPr/>
              <p14:nvPr/>
            </p14:nvContentPartPr>
            <p14:xfrm>
              <a:off x="829800" y="1905696"/>
              <a:ext cx="3240" cy="1854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C402717-FF4D-8579-7C61-D1944020C27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5480" y="1901376"/>
                <a:ext cx="118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1DFCC8C-A2C2-55D7-76D1-D0C6FB9A063D}"/>
                  </a:ext>
                </a:extLst>
              </p14:cNvPr>
              <p14:cNvContentPartPr/>
              <p14:nvPr/>
            </p14:nvContentPartPr>
            <p14:xfrm>
              <a:off x="839520" y="1830096"/>
              <a:ext cx="342000" cy="285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1DFCC8C-A2C2-55D7-76D1-D0C6FB9A063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5200" y="1825776"/>
                <a:ext cx="3506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68F462E-E073-E55D-8316-7350AF048915}"/>
                  </a:ext>
                </a:extLst>
              </p14:cNvPr>
              <p14:cNvContentPartPr/>
              <p14:nvPr/>
            </p14:nvContentPartPr>
            <p14:xfrm>
              <a:off x="985320" y="2002896"/>
              <a:ext cx="683280" cy="402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68F462E-E073-E55D-8316-7350AF04891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1000" y="1998576"/>
                <a:ext cx="69192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3B2E808-F1CD-8E1A-518E-9711F48DEAA3}"/>
                  </a:ext>
                </a:extLst>
              </p14:cNvPr>
              <p14:cNvContentPartPr/>
              <p14:nvPr/>
            </p14:nvContentPartPr>
            <p14:xfrm>
              <a:off x="1624680" y="2241216"/>
              <a:ext cx="72000" cy="119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3B2E808-F1CD-8E1A-518E-9711F48DEAA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20360" y="2236896"/>
                <a:ext cx="806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F946036-5B4F-69AD-3BC9-08B00BD6EB39}"/>
                  </a:ext>
                </a:extLst>
              </p14:cNvPr>
              <p14:cNvContentPartPr/>
              <p14:nvPr/>
            </p14:nvContentPartPr>
            <p14:xfrm>
              <a:off x="1969920" y="2120976"/>
              <a:ext cx="23040" cy="322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F946036-5B4F-69AD-3BC9-08B00BD6EB3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65600" y="2116656"/>
                <a:ext cx="316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AA24070-261A-407C-A2FF-AE7D585861A3}"/>
                  </a:ext>
                </a:extLst>
              </p14:cNvPr>
              <p14:cNvContentPartPr/>
              <p14:nvPr/>
            </p14:nvContentPartPr>
            <p14:xfrm>
              <a:off x="2363400" y="2112696"/>
              <a:ext cx="44280" cy="2865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AA24070-261A-407C-A2FF-AE7D585861A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359080" y="2108376"/>
                <a:ext cx="5292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56E6116-82A6-4B44-A327-CD48B3470E73}"/>
                  </a:ext>
                </a:extLst>
              </p14:cNvPr>
              <p14:cNvContentPartPr/>
              <p14:nvPr/>
            </p14:nvContentPartPr>
            <p14:xfrm>
              <a:off x="2743560" y="2097216"/>
              <a:ext cx="24840" cy="294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56E6116-82A6-4B44-A327-CD48B3470E7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39240" y="2092896"/>
                <a:ext cx="3348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0620474-D8C4-1DF8-5551-9B20CA515AC3}"/>
                  </a:ext>
                </a:extLst>
              </p14:cNvPr>
              <p14:cNvContentPartPr/>
              <p14:nvPr/>
            </p14:nvContentPartPr>
            <p14:xfrm>
              <a:off x="3197160" y="2082456"/>
              <a:ext cx="34560" cy="300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0620474-D8C4-1DF8-5551-9B20CA515AC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92840" y="2078136"/>
                <a:ext cx="432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AA54FAF-EA85-67F9-A120-D54CF5FBAC9C}"/>
                  </a:ext>
                </a:extLst>
              </p14:cNvPr>
              <p14:cNvContentPartPr/>
              <p14:nvPr/>
            </p14:nvContentPartPr>
            <p14:xfrm>
              <a:off x="4082400" y="2051136"/>
              <a:ext cx="29520" cy="3448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AA54FAF-EA85-67F9-A120-D54CF5FBAC9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78080" y="2046816"/>
                <a:ext cx="3816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5590D01-1650-C121-D05D-9CAE0E1D17E4}"/>
                  </a:ext>
                </a:extLst>
              </p14:cNvPr>
              <p14:cNvContentPartPr/>
              <p14:nvPr/>
            </p14:nvContentPartPr>
            <p14:xfrm>
              <a:off x="1729440" y="2576016"/>
              <a:ext cx="71280" cy="67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5590D01-1650-C121-D05D-9CAE0E1D17E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25120" y="2571696"/>
                <a:ext cx="799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6493CB5-A58F-33F6-A641-35B484ECCCB2}"/>
                  </a:ext>
                </a:extLst>
              </p14:cNvPr>
              <p14:cNvContentPartPr/>
              <p14:nvPr/>
            </p14:nvContentPartPr>
            <p14:xfrm>
              <a:off x="2170800" y="2541816"/>
              <a:ext cx="29520" cy="864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6493CB5-A58F-33F6-A641-35B484ECCCB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66480" y="2537496"/>
                <a:ext cx="381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AF38201-D3E8-BB93-8D9D-DCB824495173}"/>
                  </a:ext>
                </a:extLst>
              </p14:cNvPr>
              <p14:cNvContentPartPr/>
              <p14:nvPr/>
            </p14:nvContentPartPr>
            <p14:xfrm>
              <a:off x="4075200" y="2558376"/>
              <a:ext cx="97920" cy="579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AF38201-D3E8-BB93-8D9D-DCB82449517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70880" y="2554056"/>
                <a:ext cx="1065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54B201F-BFCB-B2D2-D7B4-1E60EA0C7444}"/>
                  </a:ext>
                </a:extLst>
              </p14:cNvPr>
              <p14:cNvContentPartPr/>
              <p14:nvPr/>
            </p14:nvContentPartPr>
            <p14:xfrm>
              <a:off x="4238280" y="2563776"/>
              <a:ext cx="85680" cy="12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54B201F-BFCB-B2D2-D7B4-1E60EA0C744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33960" y="2559456"/>
                <a:ext cx="943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4CEA6E2-81C1-1B19-9CA6-9E88EE2ED0CF}"/>
                  </a:ext>
                </a:extLst>
              </p14:cNvPr>
              <p14:cNvContentPartPr/>
              <p14:nvPr/>
            </p14:nvContentPartPr>
            <p14:xfrm>
              <a:off x="4440600" y="2518416"/>
              <a:ext cx="360" cy="1126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4CEA6E2-81C1-1B19-9CA6-9E88EE2ED0C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436280" y="2514096"/>
                <a:ext cx="90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D7ABD8E-8A0E-6EFE-0382-BB1D33DAE886}"/>
                  </a:ext>
                </a:extLst>
              </p14:cNvPr>
              <p14:cNvContentPartPr/>
              <p14:nvPr/>
            </p14:nvContentPartPr>
            <p14:xfrm>
              <a:off x="795600" y="3241656"/>
              <a:ext cx="5400" cy="256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D7ABD8E-8A0E-6EFE-0382-BB1D33DAE88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1280" y="3237336"/>
                <a:ext cx="140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65E1984-E3C0-AA7E-E6FA-8C6EDC3E0E41}"/>
                  </a:ext>
                </a:extLst>
              </p14:cNvPr>
              <p14:cNvContentPartPr/>
              <p14:nvPr/>
            </p14:nvContentPartPr>
            <p14:xfrm>
              <a:off x="758880" y="3156336"/>
              <a:ext cx="461160" cy="3312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65E1984-E3C0-AA7E-E6FA-8C6EDC3E0E4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54560" y="3152016"/>
                <a:ext cx="46980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66F316D-30D2-F907-B20B-1C72E85961EA}"/>
                  </a:ext>
                </a:extLst>
              </p14:cNvPr>
              <p14:cNvContentPartPr/>
              <p14:nvPr/>
            </p14:nvContentPartPr>
            <p14:xfrm>
              <a:off x="707760" y="2811816"/>
              <a:ext cx="173520" cy="3531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66F316D-30D2-F907-B20B-1C72E85961E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3440" y="2807496"/>
                <a:ext cx="18216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A966F64-F7FF-486E-8EA4-E6269BFB823B}"/>
                  </a:ext>
                </a:extLst>
              </p14:cNvPr>
              <p14:cNvContentPartPr/>
              <p14:nvPr/>
            </p14:nvContentPartPr>
            <p14:xfrm>
              <a:off x="629640" y="3000456"/>
              <a:ext cx="200160" cy="51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A966F64-F7FF-486E-8EA4-E6269BFB823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25320" y="2996136"/>
                <a:ext cx="2088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E2AE903-94AC-D2D1-9649-CB9710E0C641}"/>
                  </a:ext>
                </a:extLst>
              </p14:cNvPr>
              <p14:cNvContentPartPr/>
              <p14:nvPr/>
            </p14:nvContentPartPr>
            <p14:xfrm>
              <a:off x="839520" y="2970936"/>
              <a:ext cx="59040" cy="972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E2AE903-94AC-D2D1-9649-CB9710E0C64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5200" y="2966616"/>
                <a:ext cx="6768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21AFC3B-7D88-6030-6DCC-4B68E52876A1}"/>
                  </a:ext>
                </a:extLst>
              </p14:cNvPr>
              <p14:cNvContentPartPr/>
              <p14:nvPr/>
            </p14:nvContentPartPr>
            <p14:xfrm>
              <a:off x="947520" y="2980296"/>
              <a:ext cx="43920" cy="54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21AFC3B-7D88-6030-6DCC-4B68E52876A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43200" y="2975976"/>
                <a:ext cx="525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D2197C5-2A23-67C6-1900-7898932E7BEF}"/>
                  </a:ext>
                </a:extLst>
              </p14:cNvPr>
              <p14:cNvContentPartPr/>
              <p14:nvPr/>
            </p14:nvContentPartPr>
            <p14:xfrm>
              <a:off x="981000" y="3000456"/>
              <a:ext cx="36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D2197C5-2A23-67C6-1900-7898932E7BE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76680" y="299613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0A078FF-A401-7B59-7068-AFF95E25EDF7}"/>
                  </a:ext>
                </a:extLst>
              </p14:cNvPr>
              <p14:cNvContentPartPr/>
              <p14:nvPr/>
            </p14:nvContentPartPr>
            <p14:xfrm>
              <a:off x="981000" y="2993616"/>
              <a:ext cx="154080" cy="392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0A078FF-A401-7B59-7068-AFF95E25EDF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76680" y="2989296"/>
                <a:ext cx="162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8A74A84-7CA2-39B9-7135-D5BF8DC0A02D}"/>
                  </a:ext>
                </a:extLst>
              </p14:cNvPr>
              <p14:cNvContentPartPr/>
              <p14:nvPr/>
            </p14:nvContentPartPr>
            <p14:xfrm>
              <a:off x="1217520" y="2858976"/>
              <a:ext cx="63720" cy="1558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8A74A84-7CA2-39B9-7135-D5BF8DC0A02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213200" y="2854656"/>
                <a:ext cx="7236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951A8D1-EF0A-9134-1F45-25E4BFE17478}"/>
                  </a:ext>
                </a:extLst>
              </p14:cNvPr>
              <p14:cNvContentPartPr/>
              <p14:nvPr/>
            </p14:nvContentPartPr>
            <p14:xfrm>
              <a:off x="1158840" y="2926296"/>
              <a:ext cx="144360" cy="158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951A8D1-EF0A-9134-1F45-25E4BFE1747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54520" y="2921976"/>
                <a:ext cx="1530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9A5B82D-1875-EC8C-C6B9-3DCACDDBD2A6}"/>
                  </a:ext>
                </a:extLst>
              </p14:cNvPr>
              <p14:cNvContentPartPr/>
              <p14:nvPr/>
            </p14:nvContentPartPr>
            <p14:xfrm>
              <a:off x="1061280" y="3310776"/>
              <a:ext cx="48960" cy="10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9A5B82D-1875-EC8C-C6B9-3DCACDDBD2A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56960" y="3306456"/>
                <a:ext cx="5760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FDF2DEC-DFE0-A099-7304-06E28DEE87EE}"/>
                  </a:ext>
                </a:extLst>
              </p14:cNvPr>
              <p14:cNvContentPartPr/>
              <p14:nvPr/>
            </p14:nvContentPartPr>
            <p14:xfrm>
              <a:off x="1305000" y="3279816"/>
              <a:ext cx="51480" cy="10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FDF2DEC-DFE0-A099-7304-06E28DEE87E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300680" y="3275496"/>
                <a:ext cx="6012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7D3FAB1-9878-3D26-3863-BA10CCE84F3C}"/>
                  </a:ext>
                </a:extLst>
              </p14:cNvPr>
              <p14:cNvContentPartPr/>
              <p14:nvPr/>
            </p14:nvContentPartPr>
            <p14:xfrm>
              <a:off x="1470960" y="3268656"/>
              <a:ext cx="63720" cy="36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7D3FAB1-9878-3D26-3863-BA10CCE84F3C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466640" y="3264336"/>
                <a:ext cx="7236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8FB2414-1084-C041-3323-FFA1A25EEC5D}"/>
                  </a:ext>
                </a:extLst>
              </p14:cNvPr>
              <p14:cNvContentPartPr/>
              <p14:nvPr/>
            </p14:nvContentPartPr>
            <p14:xfrm>
              <a:off x="1636560" y="3243456"/>
              <a:ext cx="105120" cy="86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8FB2414-1084-C041-3323-FFA1A25EEC5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632240" y="3239136"/>
                <a:ext cx="11376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67A2BFC-94F2-9207-DE44-EFD7E739EF82}"/>
                  </a:ext>
                </a:extLst>
              </p14:cNvPr>
              <p14:cNvContentPartPr/>
              <p14:nvPr/>
            </p14:nvContentPartPr>
            <p14:xfrm>
              <a:off x="1807560" y="3215016"/>
              <a:ext cx="2880" cy="19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67A2BFC-94F2-9207-DE44-EFD7E739EF8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803240" y="3210696"/>
                <a:ext cx="115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3247CEE-5584-2482-BAF2-C67FD8770221}"/>
                  </a:ext>
                </a:extLst>
              </p14:cNvPr>
              <p14:cNvContentPartPr/>
              <p14:nvPr/>
            </p14:nvContentPartPr>
            <p14:xfrm>
              <a:off x="1821960" y="3055536"/>
              <a:ext cx="360" cy="669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3247CEE-5584-2482-BAF2-C67FD877022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817640" y="3051216"/>
                <a:ext cx="90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172A8E1-D8BD-246C-657D-291D0557AC58}"/>
                  </a:ext>
                </a:extLst>
              </p14:cNvPr>
              <p14:cNvContentPartPr/>
              <p14:nvPr/>
            </p14:nvContentPartPr>
            <p14:xfrm>
              <a:off x="1809720" y="2899656"/>
              <a:ext cx="7560" cy="597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172A8E1-D8BD-246C-657D-291D0557AC5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805400" y="2895336"/>
                <a:ext cx="162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AE79FF8-F292-D969-1BE3-03903A0E7830}"/>
                  </a:ext>
                </a:extLst>
              </p14:cNvPr>
              <p14:cNvContentPartPr/>
              <p14:nvPr/>
            </p14:nvContentPartPr>
            <p14:xfrm>
              <a:off x="1807560" y="2788056"/>
              <a:ext cx="2880" cy="345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AE79FF8-F292-D969-1BE3-03903A0E7830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803240" y="2783736"/>
                <a:ext cx="115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9BCF29F-7ECD-D271-A9A6-2871AB0D2667}"/>
                  </a:ext>
                </a:extLst>
              </p14:cNvPr>
              <p14:cNvContentPartPr/>
              <p14:nvPr/>
            </p14:nvContentPartPr>
            <p14:xfrm>
              <a:off x="1729440" y="2708136"/>
              <a:ext cx="134640" cy="716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9BCF29F-7ECD-D271-A9A6-2871AB0D2667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725120" y="2703816"/>
                <a:ext cx="14328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A410F33-C6AF-DF6B-8FA6-B6D73419F9EA}"/>
                  </a:ext>
                </a:extLst>
              </p14:cNvPr>
              <p14:cNvContentPartPr/>
              <p14:nvPr/>
            </p14:nvContentPartPr>
            <p14:xfrm>
              <a:off x="2902320" y="4129056"/>
              <a:ext cx="105120" cy="9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A410F33-C6AF-DF6B-8FA6-B6D73419F9EA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898000" y="4124736"/>
                <a:ext cx="11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FEDB1D0-4D14-D0CA-B3D4-88E5486B2AFE}"/>
                  </a:ext>
                </a:extLst>
              </p14:cNvPr>
              <p14:cNvContentPartPr/>
              <p14:nvPr/>
            </p14:nvContentPartPr>
            <p14:xfrm>
              <a:off x="3097440" y="4116816"/>
              <a:ext cx="10080" cy="118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FEDB1D0-4D14-D0CA-B3D4-88E5486B2AFE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093120" y="4112496"/>
                <a:ext cx="187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9902783-23E5-AB66-80C6-8C46F2A29FCF}"/>
                  </a:ext>
                </a:extLst>
              </p14:cNvPr>
              <p14:cNvContentPartPr/>
              <p14:nvPr/>
            </p14:nvContentPartPr>
            <p14:xfrm>
              <a:off x="2553480" y="2556576"/>
              <a:ext cx="97920" cy="91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9902783-23E5-AB66-80C6-8C46F2A29FCF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2549160" y="2552256"/>
                <a:ext cx="10656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50E22BA-D1AF-582C-EC92-E35AC7708273}"/>
                  </a:ext>
                </a:extLst>
              </p14:cNvPr>
              <p14:cNvContentPartPr/>
              <p14:nvPr/>
            </p14:nvContentPartPr>
            <p14:xfrm>
              <a:off x="2997720" y="2491416"/>
              <a:ext cx="68400" cy="1393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50E22BA-D1AF-582C-EC92-E35AC7708273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993400" y="2487096"/>
                <a:ext cx="77040" cy="14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656C32E4-0FBB-586E-7CC4-E60CDE8A88FC}"/>
              </a:ext>
            </a:extLst>
          </p:cNvPr>
          <p:cNvGrpSpPr/>
          <p:nvPr/>
        </p:nvGrpSpPr>
        <p:grpSpPr>
          <a:xfrm>
            <a:off x="497880" y="619056"/>
            <a:ext cx="580320" cy="624960"/>
            <a:chOff x="497880" y="619056"/>
            <a:chExt cx="580320" cy="62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C3D5007-DC5C-5C2A-5ADD-7A995F5C5A15}"/>
                    </a:ext>
                  </a:extLst>
                </p14:cNvPr>
                <p14:cNvContentPartPr/>
                <p14:nvPr/>
              </p14:nvContentPartPr>
              <p14:xfrm>
                <a:off x="661320" y="987696"/>
                <a:ext cx="29520" cy="217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C3D5007-DC5C-5C2A-5ADD-7A995F5C5A1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52680" y="978696"/>
                  <a:ext cx="471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D1A0D27-2DC8-1332-2AA4-B65E240EE1AE}"/>
                    </a:ext>
                  </a:extLst>
                </p14:cNvPr>
                <p14:cNvContentPartPr/>
                <p14:nvPr/>
              </p14:nvContentPartPr>
              <p14:xfrm>
                <a:off x="629640" y="858456"/>
                <a:ext cx="448560" cy="385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D1A0D27-2DC8-1332-2AA4-B65E240EE1A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21000" y="849816"/>
                  <a:ext cx="4662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7ADBDBE-B3A6-65E3-69A0-97C7E0C85E4E}"/>
                    </a:ext>
                  </a:extLst>
                </p14:cNvPr>
                <p14:cNvContentPartPr/>
                <p14:nvPr/>
              </p14:nvContentPartPr>
              <p14:xfrm>
                <a:off x="497880" y="712656"/>
                <a:ext cx="66240" cy="142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7ADBDBE-B3A6-65E3-69A0-97C7E0C85E4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89240" y="704016"/>
                  <a:ext cx="838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390BC2E-8201-75C5-3E70-030B23CE754C}"/>
                    </a:ext>
                  </a:extLst>
                </p14:cNvPr>
                <p14:cNvContentPartPr/>
                <p14:nvPr/>
              </p14:nvContentPartPr>
              <p14:xfrm>
                <a:off x="612720" y="699336"/>
                <a:ext cx="99000" cy="73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390BC2E-8201-75C5-3E70-030B23CE754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03720" y="690696"/>
                  <a:ext cx="116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FA4041D-7F7E-5578-54B2-E83D0A10D8A1}"/>
                    </a:ext>
                  </a:extLst>
                </p14:cNvPr>
                <p14:cNvContentPartPr/>
                <p14:nvPr/>
              </p14:nvContentPartPr>
              <p14:xfrm>
                <a:off x="728640" y="673416"/>
                <a:ext cx="133200" cy="83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FA4041D-7F7E-5578-54B2-E83D0A10D8A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0000" y="664416"/>
                  <a:ext cx="150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08A8016-EAB8-3AAF-760E-B255DF3B9C4C}"/>
                    </a:ext>
                  </a:extLst>
                </p14:cNvPr>
                <p14:cNvContentPartPr/>
                <p14:nvPr/>
              </p14:nvContentPartPr>
              <p14:xfrm>
                <a:off x="911160" y="619056"/>
                <a:ext cx="82080" cy="127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08A8016-EAB8-3AAF-760E-B255DF3B9C4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02520" y="610056"/>
                  <a:ext cx="9972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6FA32AA-A676-25BA-B1C4-81CB43891C6D}"/>
              </a:ext>
            </a:extLst>
          </p:cNvPr>
          <p:cNvGrpSpPr/>
          <p:nvPr/>
        </p:nvGrpSpPr>
        <p:grpSpPr>
          <a:xfrm>
            <a:off x="6791400" y="881496"/>
            <a:ext cx="1807200" cy="550800"/>
            <a:chOff x="6791400" y="881496"/>
            <a:chExt cx="1807200" cy="55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842D44B-8B9E-77AC-4507-970182F96853}"/>
                    </a:ext>
                  </a:extLst>
                </p14:cNvPr>
                <p14:cNvContentPartPr/>
                <p14:nvPr/>
              </p14:nvContentPartPr>
              <p14:xfrm>
                <a:off x="6791400" y="1129896"/>
                <a:ext cx="139320" cy="75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842D44B-8B9E-77AC-4507-970182F9685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782400" y="1121256"/>
                  <a:ext cx="1569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A64C9EE-3760-B446-7E2C-114B44550915}"/>
                    </a:ext>
                  </a:extLst>
                </p14:cNvPr>
                <p14:cNvContentPartPr/>
                <p14:nvPr/>
              </p14:nvContentPartPr>
              <p14:xfrm>
                <a:off x="6969240" y="1141416"/>
                <a:ext cx="141840" cy="31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A64C9EE-3760-B446-7E2C-114B4455091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960600" y="1132776"/>
                  <a:ext cx="159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78EE96C-7E1D-827B-6D3A-1654682A5FA2}"/>
                    </a:ext>
                  </a:extLst>
                </p14:cNvPr>
                <p14:cNvContentPartPr/>
                <p14:nvPr/>
              </p14:nvContentPartPr>
              <p14:xfrm>
                <a:off x="7079040" y="1105416"/>
                <a:ext cx="205200" cy="326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78EE96C-7E1D-827B-6D3A-1654682A5FA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070040" y="1096416"/>
                  <a:ext cx="2228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93C3BB3-DDE3-6A18-564D-F215B345038B}"/>
                    </a:ext>
                  </a:extLst>
                </p14:cNvPr>
                <p14:cNvContentPartPr/>
                <p14:nvPr/>
              </p14:nvContentPartPr>
              <p14:xfrm>
                <a:off x="7332480" y="1126296"/>
                <a:ext cx="151560" cy="65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93C3BB3-DDE3-6A18-564D-F215B345038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323840" y="1117296"/>
                  <a:ext cx="169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8E90E29-D925-D29B-7F0A-9F9E0F68AD93}"/>
                    </a:ext>
                  </a:extLst>
                </p14:cNvPr>
                <p14:cNvContentPartPr/>
                <p14:nvPr/>
              </p14:nvContentPartPr>
              <p14:xfrm>
                <a:off x="7522560" y="1087056"/>
                <a:ext cx="110160" cy="68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8E90E29-D925-D29B-7F0A-9F9E0F68AD9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513920" y="1078416"/>
                  <a:ext cx="127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4E75F3C-FF25-A900-D84E-D7C4ECC45C46}"/>
                    </a:ext>
                  </a:extLst>
                </p14:cNvPr>
                <p14:cNvContentPartPr/>
                <p14:nvPr/>
              </p14:nvContentPartPr>
              <p14:xfrm>
                <a:off x="7681320" y="1096416"/>
                <a:ext cx="114840" cy="41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4E75F3C-FF25-A900-D84E-D7C4ECC45C4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672320" y="1087416"/>
                  <a:ext cx="132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BF91188-E1CD-7EC9-EC22-55DEDC44A658}"/>
                    </a:ext>
                  </a:extLst>
                </p14:cNvPr>
                <p14:cNvContentPartPr/>
                <p14:nvPr/>
              </p14:nvContentPartPr>
              <p14:xfrm>
                <a:off x="7841880" y="1060776"/>
                <a:ext cx="139320" cy="58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BF91188-E1CD-7EC9-EC22-55DEDC44A65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833240" y="1051776"/>
                  <a:ext cx="1569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60B46E7-E2B1-F1E7-157B-C8E2645322F3}"/>
                    </a:ext>
                  </a:extLst>
                </p14:cNvPr>
                <p14:cNvContentPartPr/>
                <p14:nvPr/>
              </p14:nvContentPartPr>
              <p14:xfrm>
                <a:off x="8032320" y="905976"/>
                <a:ext cx="151560" cy="239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60B46E7-E2B1-F1E7-157B-C8E2645322F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023320" y="896976"/>
                  <a:ext cx="1692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A53B292-1F34-E73E-5188-E42CCD84CD61}"/>
                    </a:ext>
                  </a:extLst>
                </p14:cNvPr>
                <p14:cNvContentPartPr/>
                <p14:nvPr/>
              </p14:nvContentPartPr>
              <p14:xfrm>
                <a:off x="8268840" y="961776"/>
                <a:ext cx="95040" cy="149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A53B292-1F34-E73E-5188-E42CCD84CD6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260200" y="953136"/>
                  <a:ext cx="112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24D1134-D476-21E6-401A-828100201F3C}"/>
                    </a:ext>
                  </a:extLst>
                </p14:cNvPr>
                <p14:cNvContentPartPr/>
                <p14:nvPr/>
              </p14:nvContentPartPr>
              <p14:xfrm>
                <a:off x="8346960" y="926856"/>
                <a:ext cx="114840" cy="16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24D1134-D476-21E6-401A-828100201F3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337960" y="918216"/>
                  <a:ext cx="132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28115EF-BE20-8C09-9292-617A4D45AD47}"/>
                    </a:ext>
                  </a:extLst>
                </p14:cNvPr>
                <p14:cNvContentPartPr/>
                <p14:nvPr/>
              </p14:nvContentPartPr>
              <p14:xfrm>
                <a:off x="8482680" y="881496"/>
                <a:ext cx="115920" cy="290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28115EF-BE20-8C09-9292-617A4D45AD4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474040" y="872496"/>
                  <a:ext cx="13356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365B9FD-B6EE-3317-D21B-904E69E24FB0}"/>
              </a:ext>
            </a:extLst>
          </p:cNvPr>
          <p:cNvGrpSpPr/>
          <p:nvPr/>
        </p:nvGrpSpPr>
        <p:grpSpPr>
          <a:xfrm>
            <a:off x="1797480" y="2197296"/>
            <a:ext cx="102240" cy="209880"/>
            <a:chOff x="1797480" y="2197296"/>
            <a:chExt cx="10224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DAC28D2-9BA5-D436-551F-3BE2B5BAFDCB}"/>
                    </a:ext>
                  </a:extLst>
                </p14:cNvPr>
                <p14:cNvContentPartPr/>
                <p14:nvPr/>
              </p14:nvContentPartPr>
              <p14:xfrm>
                <a:off x="1797480" y="2214216"/>
                <a:ext cx="72000" cy="192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DAC28D2-9BA5-D436-551F-3BE2B5BAFDC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788840" y="2205576"/>
                  <a:ext cx="896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C040040-F901-00E9-4584-A1C759A9E88E}"/>
                    </a:ext>
                  </a:extLst>
                </p14:cNvPr>
                <p14:cNvContentPartPr/>
                <p14:nvPr/>
              </p14:nvContentPartPr>
              <p14:xfrm>
                <a:off x="1829520" y="2197296"/>
                <a:ext cx="70200" cy="29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C040040-F901-00E9-4584-A1C759A9E88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820520" y="2188656"/>
                  <a:ext cx="8784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782DD0E-9109-FE47-EDAB-8D23DD54391E}"/>
                  </a:ext>
                </a:extLst>
              </p14:cNvPr>
              <p14:cNvContentPartPr/>
              <p14:nvPr/>
            </p14:nvContentPartPr>
            <p14:xfrm>
              <a:off x="1131840" y="1029456"/>
              <a:ext cx="51480" cy="20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782DD0E-9109-FE47-EDAB-8D23DD54391E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123200" y="1020456"/>
                <a:ext cx="691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CA147D51-DC97-9FEC-DE0D-67411A17C308}"/>
                  </a:ext>
                </a:extLst>
              </p14:cNvPr>
              <p14:cNvContentPartPr/>
              <p14:nvPr/>
            </p14:nvContentPartPr>
            <p14:xfrm>
              <a:off x="1348920" y="1039896"/>
              <a:ext cx="141840" cy="10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CA147D51-DC97-9FEC-DE0D-67411A17C308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340280" y="1031256"/>
                <a:ext cx="1594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6AE54F7-E5D4-9FD2-AC7A-CA879B03A18D}"/>
                  </a:ext>
                </a:extLst>
              </p14:cNvPr>
              <p14:cNvContentPartPr/>
              <p14:nvPr/>
            </p14:nvContentPartPr>
            <p14:xfrm>
              <a:off x="1653840" y="1003536"/>
              <a:ext cx="114840" cy="140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6AE54F7-E5D4-9FD2-AC7A-CA879B03A18D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644840" y="994536"/>
                <a:ext cx="1324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017CBA9-4293-297B-236D-D556DD74C5D1}"/>
                  </a:ext>
                </a:extLst>
              </p14:cNvPr>
              <p14:cNvContentPartPr/>
              <p14:nvPr/>
            </p14:nvContentPartPr>
            <p14:xfrm>
              <a:off x="1922040" y="975816"/>
              <a:ext cx="95400" cy="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017CBA9-4293-297B-236D-D556DD74C5D1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913040" y="966816"/>
                <a:ext cx="1130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1EE8AD6A-EC58-F921-078E-2B99F7BBD975}"/>
                  </a:ext>
                </a:extLst>
              </p14:cNvPr>
              <p14:cNvContentPartPr/>
              <p14:nvPr/>
            </p14:nvContentPartPr>
            <p14:xfrm>
              <a:off x="8776080" y="1006776"/>
              <a:ext cx="12600" cy="424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1EE8AD6A-EC58-F921-078E-2B99F7BBD975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767080" y="997776"/>
                <a:ext cx="3024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EBB6E021-0660-FB6D-84DD-A7CFBA0DEC76}"/>
                  </a:ext>
                </a:extLst>
              </p14:cNvPr>
              <p14:cNvContentPartPr/>
              <p14:nvPr/>
            </p14:nvContentPartPr>
            <p14:xfrm>
              <a:off x="8700480" y="1136016"/>
              <a:ext cx="22320" cy="720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EBB6E021-0660-FB6D-84DD-A7CFBA0DEC76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8691480" y="1127016"/>
                <a:ext cx="39960" cy="8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648C6A51-5373-D723-0D78-841365F7F778}"/>
              </a:ext>
            </a:extLst>
          </p:cNvPr>
          <p:cNvGrpSpPr/>
          <p:nvPr/>
        </p:nvGrpSpPr>
        <p:grpSpPr>
          <a:xfrm>
            <a:off x="6802200" y="1417176"/>
            <a:ext cx="1925640" cy="528480"/>
            <a:chOff x="6802200" y="1417176"/>
            <a:chExt cx="1925640" cy="52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478EE59-643A-2C5C-72E8-CA35D984CB9D}"/>
                    </a:ext>
                  </a:extLst>
                </p14:cNvPr>
                <p14:cNvContentPartPr/>
                <p14:nvPr/>
              </p14:nvContentPartPr>
              <p14:xfrm>
                <a:off x="6802200" y="1695816"/>
                <a:ext cx="82080" cy="102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478EE59-643A-2C5C-72E8-CA35D984CB9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793560" y="1687176"/>
                  <a:ext cx="997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B9B0204-3A0D-3E6A-877C-ECD03F351AAE}"/>
                    </a:ext>
                  </a:extLst>
                </p14:cNvPr>
                <p14:cNvContentPartPr/>
                <p14:nvPr/>
              </p14:nvContentPartPr>
              <p14:xfrm>
                <a:off x="6918120" y="1744416"/>
                <a:ext cx="149040" cy="37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B9B0204-3A0D-3E6A-877C-ECD03F351AA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909120" y="1735416"/>
                  <a:ext cx="166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E963C55-D5CB-EEEC-3A42-5D9ED23A1F80}"/>
                    </a:ext>
                  </a:extLst>
                </p14:cNvPr>
                <p14:cNvContentPartPr/>
                <p14:nvPr/>
              </p14:nvContentPartPr>
              <p14:xfrm>
                <a:off x="7064280" y="1709136"/>
                <a:ext cx="139680" cy="236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E963C55-D5CB-EEEC-3A42-5D9ED23A1F8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055280" y="1700136"/>
                  <a:ext cx="1573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DEB00A8-C8CF-8C20-45F6-D5854A503728}"/>
                    </a:ext>
                  </a:extLst>
                </p14:cNvPr>
                <p14:cNvContentPartPr/>
                <p14:nvPr/>
              </p14:nvContentPartPr>
              <p14:xfrm>
                <a:off x="7244640" y="1726056"/>
                <a:ext cx="124920" cy="39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DEB00A8-C8CF-8C20-45F6-D5854A50372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235640" y="1717056"/>
                  <a:ext cx="142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D2EC133-6DE7-FCC9-1BE8-9A12F3C729FC}"/>
                    </a:ext>
                  </a:extLst>
                </p14:cNvPr>
                <p14:cNvContentPartPr/>
                <p14:nvPr/>
              </p14:nvContentPartPr>
              <p14:xfrm>
                <a:off x="7427520" y="1663056"/>
                <a:ext cx="108000" cy="64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D2EC133-6DE7-FCC9-1BE8-9A12F3C729F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418520" y="1654416"/>
                  <a:ext cx="1256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E0A3EDF-2F22-4321-3293-F522FFFDABD8}"/>
                    </a:ext>
                  </a:extLst>
                </p14:cNvPr>
                <p14:cNvContentPartPr/>
                <p14:nvPr/>
              </p14:nvContentPartPr>
              <p14:xfrm>
                <a:off x="7585560" y="1658736"/>
                <a:ext cx="113040" cy="42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E0A3EDF-2F22-4321-3293-F522FFFDABD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576920" y="1649736"/>
                  <a:ext cx="130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586F5D5-C8EC-D660-E4DD-502DC3FBB302}"/>
                    </a:ext>
                  </a:extLst>
                </p14:cNvPr>
                <p14:cNvContentPartPr/>
                <p14:nvPr/>
              </p14:nvContentPartPr>
              <p14:xfrm>
                <a:off x="7736040" y="1616976"/>
                <a:ext cx="196920" cy="75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586F5D5-C8EC-D660-E4DD-502DC3FBB30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727040" y="1607976"/>
                  <a:ext cx="214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FF24103-9D77-5FAD-C48E-111D81CDE082}"/>
                    </a:ext>
                  </a:extLst>
                </p14:cNvPr>
                <p14:cNvContentPartPr/>
                <p14:nvPr/>
              </p14:nvContentPartPr>
              <p14:xfrm>
                <a:off x="8035200" y="1425096"/>
                <a:ext cx="175680" cy="309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F24103-9D77-5FAD-C48E-111D81CDE08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026200" y="1416456"/>
                  <a:ext cx="1933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524AD4A-054A-21F3-E91B-FBC34401DAA2}"/>
                    </a:ext>
                  </a:extLst>
                </p14:cNvPr>
                <p14:cNvContentPartPr/>
                <p14:nvPr/>
              </p14:nvContentPartPr>
              <p14:xfrm>
                <a:off x="8295120" y="1476576"/>
                <a:ext cx="140040" cy="115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524AD4A-054A-21F3-E91B-FBC34401DAA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286120" y="1467576"/>
                  <a:ext cx="157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F4EF0F3-AF7D-E11B-1830-8AFB79002295}"/>
                    </a:ext>
                  </a:extLst>
                </p14:cNvPr>
                <p14:cNvContentPartPr/>
                <p14:nvPr/>
              </p14:nvContentPartPr>
              <p14:xfrm>
                <a:off x="8388360" y="1512936"/>
                <a:ext cx="19800" cy="136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F4EF0F3-AF7D-E11B-1830-8AFB7900229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379360" y="1504296"/>
                  <a:ext cx="374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3D4B592-1EE7-EC02-6B01-01F0AED09595}"/>
                    </a:ext>
                  </a:extLst>
                </p14:cNvPr>
                <p14:cNvContentPartPr/>
                <p14:nvPr/>
              </p14:nvContentPartPr>
              <p14:xfrm>
                <a:off x="8451000" y="1417176"/>
                <a:ext cx="108720" cy="278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3D4B592-1EE7-EC02-6B01-01F0AED0959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442360" y="1408176"/>
                  <a:ext cx="1263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1FF708D-69D2-FC27-CF67-42DC5D97F412}"/>
                    </a:ext>
                  </a:extLst>
                </p14:cNvPr>
                <p14:cNvContentPartPr/>
                <p14:nvPr/>
              </p14:nvContentPartPr>
              <p14:xfrm>
                <a:off x="8712720" y="1484496"/>
                <a:ext cx="15120" cy="91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1FF708D-69D2-FC27-CF67-42DC5D97F41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703720" y="1475856"/>
                  <a:ext cx="327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E565EBF-D85E-5459-78B0-9E794041D861}"/>
                    </a:ext>
                  </a:extLst>
                </p14:cNvPr>
                <p14:cNvContentPartPr/>
                <p14:nvPr/>
              </p14:nvContentPartPr>
              <p14:xfrm>
                <a:off x="8554320" y="1637496"/>
                <a:ext cx="122400" cy="132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E565EBF-D85E-5459-78B0-9E794041D86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545320" y="1628496"/>
                  <a:ext cx="14004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F4331BC-D97F-B797-E1D5-9A7899801704}"/>
              </a:ext>
            </a:extLst>
          </p:cNvPr>
          <p:cNvGrpSpPr/>
          <p:nvPr/>
        </p:nvGrpSpPr>
        <p:grpSpPr>
          <a:xfrm>
            <a:off x="2102400" y="2197296"/>
            <a:ext cx="190440" cy="229320"/>
            <a:chOff x="2102400" y="2197296"/>
            <a:chExt cx="190440" cy="22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1E31C31-C264-591A-9C44-378043E3F0FD}"/>
                    </a:ext>
                  </a:extLst>
                </p14:cNvPr>
                <p14:cNvContentPartPr/>
                <p14:nvPr/>
              </p14:nvContentPartPr>
              <p14:xfrm>
                <a:off x="2102400" y="2197296"/>
                <a:ext cx="190440" cy="1162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1E31C31-C264-591A-9C44-378043E3F0F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093760" y="2188296"/>
                  <a:ext cx="208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3BB1E0A-96D4-364B-2E06-684C1E15DA17}"/>
                    </a:ext>
                  </a:extLst>
                </p14:cNvPr>
                <p14:cNvContentPartPr/>
                <p14:nvPr/>
              </p14:nvContentPartPr>
              <p14:xfrm>
                <a:off x="2195280" y="2248416"/>
                <a:ext cx="39240" cy="178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3BB1E0A-96D4-364B-2E06-684C1E15DA1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186280" y="2239776"/>
                  <a:ext cx="5688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2844E9B-3129-3D82-6FC6-97C88C98C9D6}"/>
              </a:ext>
            </a:extLst>
          </p:cNvPr>
          <p:cNvGrpSpPr/>
          <p:nvPr/>
        </p:nvGrpSpPr>
        <p:grpSpPr>
          <a:xfrm>
            <a:off x="2082960" y="979056"/>
            <a:ext cx="309960" cy="19800"/>
            <a:chOff x="2082960" y="979056"/>
            <a:chExt cx="309960" cy="1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2473C48-7DDF-B802-1BBF-BAA2D0DC88D1}"/>
                    </a:ext>
                  </a:extLst>
                </p14:cNvPr>
                <p14:cNvContentPartPr/>
                <p14:nvPr/>
              </p14:nvContentPartPr>
              <p14:xfrm>
                <a:off x="2082960" y="992736"/>
                <a:ext cx="95400" cy="6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2473C48-7DDF-B802-1BBF-BAA2D0DC88D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073960" y="984096"/>
                  <a:ext cx="113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61BBA58-C803-BA6C-23AE-F9F321CA3A8F}"/>
                    </a:ext>
                  </a:extLst>
                </p14:cNvPr>
                <p14:cNvContentPartPr/>
                <p14:nvPr/>
              </p14:nvContentPartPr>
              <p14:xfrm>
                <a:off x="2287800" y="979056"/>
                <a:ext cx="105120" cy="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61BBA58-C803-BA6C-23AE-F9F321CA3A8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278800" y="970056"/>
                  <a:ext cx="1227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CEB3B10-6F51-7325-16AD-670B71DA547C}"/>
                  </a:ext>
                </a:extLst>
              </p14:cNvPr>
              <p14:cNvContentPartPr/>
              <p14:nvPr/>
            </p14:nvContentPartPr>
            <p14:xfrm>
              <a:off x="2521800" y="968616"/>
              <a:ext cx="12600" cy="54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CEB3B10-6F51-7325-16AD-670B71DA547C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2513160" y="959616"/>
                <a:ext cx="3024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648A7D6-1F76-57A8-F5BD-354D0BAE39DE}"/>
              </a:ext>
            </a:extLst>
          </p:cNvPr>
          <p:cNvGrpSpPr/>
          <p:nvPr/>
        </p:nvGrpSpPr>
        <p:grpSpPr>
          <a:xfrm>
            <a:off x="6873480" y="1947816"/>
            <a:ext cx="1871280" cy="640440"/>
            <a:chOff x="6873480" y="1947816"/>
            <a:chExt cx="1871280" cy="64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98C8D4E-A57D-E8BA-5B72-A07B60A22F19}"/>
                    </a:ext>
                  </a:extLst>
                </p14:cNvPr>
                <p14:cNvContentPartPr/>
                <p14:nvPr/>
              </p14:nvContentPartPr>
              <p14:xfrm>
                <a:off x="6873480" y="2276136"/>
                <a:ext cx="79200" cy="114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98C8D4E-A57D-E8BA-5B72-A07B60A22F1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864480" y="2267136"/>
                  <a:ext cx="96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B33630E-1E9C-56D2-A6B9-04E3B81485B7}"/>
                    </a:ext>
                  </a:extLst>
                </p14:cNvPr>
                <p14:cNvContentPartPr/>
                <p14:nvPr/>
              </p14:nvContentPartPr>
              <p14:xfrm>
                <a:off x="6974280" y="2297376"/>
                <a:ext cx="146520" cy="34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B33630E-1E9C-56D2-A6B9-04E3B81485B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965280" y="2288736"/>
                  <a:ext cx="164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FFD0789-2D1F-DA5F-1EA5-4CE30AC512B6}"/>
                    </a:ext>
                  </a:extLst>
                </p14:cNvPr>
                <p14:cNvContentPartPr/>
                <p14:nvPr/>
              </p14:nvContentPartPr>
              <p14:xfrm>
                <a:off x="7023240" y="2280816"/>
                <a:ext cx="258480" cy="307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FFD0789-2D1F-DA5F-1EA5-4CE30AC512B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014240" y="2271816"/>
                  <a:ext cx="2761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8B01745-CB91-FBDF-8F5F-3CF0E8FFFE66}"/>
                    </a:ext>
                  </a:extLst>
                </p14:cNvPr>
                <p14:cNvContentPartPr/>
                <p14:nvPr/>
              </p14:nvContentPartPr>
              <p14:xfrm>
                <a:off x="7303320" y="2252016"/>
                <a:ext cx="151560" cy="65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8B01745-CB91-FBDF-8F5F-3CF0E8FFFE6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294320" y="2243016"/>
                  <a:ext cx="169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8DAB18E-1229-D9E9-C5D3-4C09E9E7DC2C}"/>
                    </a:ext>
                  </a:extLst>
                </p14:cNvPr>
                <p14:cNvContentPartPr/>
                <p14:nvPr/>
              </p14:nvContentPartPr>
              <p14:xfrm>
                <a:off x="7464240" y="2220336"/>
                <a:ext cx="86760" cy="73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8DAB18E-1229-D9E9-C5D3-4C09E9E7DC2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455600" y="2211696"/>
                  <a:ext cx="104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76FB62B-D300-8EED-F872-42EF2DDFD995}"/>
                    </a:ext>
                  </a:extLst>
                </p14:cNvPr>
                <p14:cNvContentPartPr/>
                <p14:nvPr/>
              </p14:nvContentPartPr>
              <p14:xfrm>
                <a:off x="7593480" y="2225016"/>
                <a:ext cx="112680" cy="41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76FB62B-D300-8EED-F872-42EF2DDFD99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584480" y="2216016"/>
                  <a:ext cx="130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A165958-E62C-14BB-192A-D0403D4CE682}"/>
                    </a:ext>
                  </a:extLst>
                </p14:cNvPr>
                <p14:cNvContentPartPr/>
                <p14:nvPr/>
              </p14:nvContentPartPr>
              <p14:xfrm>
                <a:off x="7730640" y="2180736"/>
                <a:ext cx="219240" cy="94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A165958-E62C-14BB-192A-D0403D4CE68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722000" y="2171736"/>
                  <a:ext cx="236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5F4C035-9BD7-2DB1-263F-E175B25F8B79}"/>
                    </a:ext>
                  </a:extLst>
                </p14:cNvPr>
                <p14:cNvContentPartPr/>
                <p14:nvPr/>
              </p14:nvContentPartPr>
              <p14:xfrm>
                <a:off x="8061480" y="2021616"/>
                <a:ext cx="173520" cy="181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5F4C035-9BD7-2DB1-263F-E175B25F8B7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052840" y="2012976"/>
                  <a:ext cx="191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7B97A0B-C2EA-9ED7-E8BA-A1A2149A0121}"/>
                    </a:ext>
                  </a:extLst>
                </p14:cNvPr>
                <p14:cNvContentPartPr/>
                <p14:nvPr/>
              </p14:nvContentPartPr>
              <p14:xfrm>
                <a:off x="8288280" y="2017656"/>
                <a:ext cx="117360" cy="114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7B97A0B-C2EA-9ED7-E8BA-A1A2149A012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279640" y="2009016"/>
                  <a:ext cx="1350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137F7BA-678A-453D-82DC-F86CF951D7DD}"/>
                    </a:ext>
                  </a:extLst>
                </p14:cNvPr>
                <p14:cNvContentPartPr/>
                <p14:nvPr/>
              </p14:nvContentPartPr>
              <p14:xfrm>
                <a:off x="8478720" y="1947816"/>
                <a:ext cx="68400" cy="211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137F7BA-678A-453D-82DC-F86CF951D7D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469720" y="1938816"/>
                  <a:ext cx="860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0A88F3F-E5F7-C68C-98BC-375C3076AAC0}"/>
                    </a:ext>
                  </a:extLst>
                </p14:cNvPr>
                <p14:cNvContentPartPr/>
                <p14:nvPr/>
              </p14:nvContentPartPr>
              <p14:xfrm>
                <a:off x="8732160" y="2033856"/>
                <a:ext cx="12600" cy="46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0A88F3F-E5F7-C68C-98BC-375C3076AAC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723160" y="2025216"/>
                  <a:ext cx="30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BA0896B-DE79-8602-6F7C-B603130686D4}"/>
                    </a:ext>
                  </a:extLst>
                </p14:cNvPr>
                <p14:cNvContentPartPr/>
                <p14:nvPr/>
              </p14:nvContentPartPr>
              <p14:xfrm>
                <a:off x="8639640" y="2134656"/>
                <a:ext cx="97920" cy="145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BA0896B-DE79-8602-6F7C-B603130686D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630640" y="2126016"/>
                  <a:ext cx="115560" cy="16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0702EE46-DA02-812C-C28F-C5A82306FDF0}"/>
                  </a:ext>
                </a:extLst>
              </p14:cNvPr>
              <p14:cNvContentPartPr/>
              <p14:nvPr/>
            </p14:nvContentPartPr>
            <p14:xfrm>
              <a:off x="2468160" y="2208816"/>
              <a:ext cx="156960" cy="18180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0702EE46-DA02-812C-C28F-C5A82306FDF0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2459520" y="2199816"/>
                <a:ext cx="1746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4EBD16E2-970F-AD1D-1631-7FCD9AF8C834}"/>
                  </a:ext>
                </a:extLst>
              </p14:cNvPr>
              <p14:cNvContentPartPr/>
              <p14:nvPr/>
            </p14:nvContentPartPr>
            <p14:xfrm>
              <a:off x="2594880" y="953856"/>
              <a:ext cx="110160" cy="237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4EBD16E2-970F-AD1D-1631-7FCD9AF8C834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2586240" y="944856"/>
                <a:ext cx="12780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8FBEB3B-93D7-4309-E942-99432D11C8EA}"/>
              </a:ext>
            </a:extLst>
          </p:cNvPr>
          <p:cNvGrpSpPr/>
          <p:nvPr/>
        </p:nvGrpSpPr>
        <p:grpSpPr>
          <a:xfrm>
            <a:off x="2846160" y="938376"/>
            <a:ext cx="144360" cy="15840"/>
            <a:chOff x="2846160" y="938376"/>
            <a:chExt cx="144360" cy="1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F7C70F2-75CD-1202-7C12-3E508FB4F150}"/>
                    </a:ext>
                  </a:extLst>
                </p14:cNvPr>
                <p14:cNvContentPartPr/>
                <p14:nvPr/>
              </p14:nvContentPartPr>
              <p14:xfrm>
                <a:off x="2846160" y="942336"/>
                <a:ext cx="61200" cy="7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F7C70F2-75CD-1202-7C12-3E508FB4F15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837160" y="933696"/>
                  <a:ext cx="788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3075DF6-F05F-336B-70D3-C6FB70A7A607}"/>
                    </a:ext>
                  </a:extLst>
                </p14:cNvPr>
                <p14:cNvContentPartPr/>
                <p14:nvPr/>
              </p14:nvContentPartPr>
              <p14:xfrm>
                <a:off x="2990160" y="938376"/>
                <a:ext cx="360" cy="15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3075DF6-F05F-336B-70D3-C6FB70A7A60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981160" y="929376"/>
                  <a:ext cx="18000" cy="3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782B3742-F73F-4FE3-9492-800566F4DA39}"/>
                  </a:ext>
                </a:extLst>
              </p14:cNvPr>
              <p14:cNvContentPartPr/>
              <p14:nvPr/>
            </p14:nvContentPartPr>
            <p14:xfrm>
              <a:off x="2970360" y="1117296"/>
              <a:ext cx="10080" cy="1069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782B3742-F73F-4FE3-9492-800566F4DA39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2961720" y="1108296"/>
                <a:ext cx="2772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168CEC91-416C-F26D-A86B-6A75A8B12103}"/>
                  </a:ext>
                </a:extLst>
              </p14:cNvPr>
              <p14:cNvContentPartPr/>
              <p14:nvPr/>
            </p14:nvContentPartPr>
            <p14:xfrm>
              <a:off x="2950920" y="1446336"/>
              <a:ext cx="7560" cy="1036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168CEC91-416C-F26D-A86B-6A75A8B12103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2942280" y="1437336"/>
                <a:ext cx="25200" cy="12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D85D690-8737-B424-D9EA-D183B8970460}"/>
              </a:ext>
            </a:extLst>
          </p:cNvPr>
          <p:cNvGrpSpPr/>
          <p:nvPr/>
        </p:nvGrpSpPr>
        <p:grpSpPr>
          <a:xfrm>
            <a:off x="2890080" y="1675656"/>
            <a:ext cx="199440" cy="369720"/>
            <a:chOff x="2890080" y="1675656"/>
            <a:chExt cx="19944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93147D6-1AB5-9869-1F1A-6A202DDBAC90}"/>
                    </a:ext>
                  </a:extLst>
                </p14:cNvPr>
                <p14:cNvContentPartPr/>
                <p14:nvPr/>
              </p14:nvContentPartPr>
              <p14:xfrm>
                <a:off x="2958120" y="1675656"/>
                <a:ext cx="7560" cy="874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93147D6-1AB5-9869-1F1A-6A202DDBAC9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949480" y="1666656"/>
                  <a:ext cx="252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91F1AE3-65C6-E57C-1033-5D1142FE8D6D}"/>
                    </a:ext>
                  </a:extLst>
                </p14:cNvPr>
                <p14:cNvContentPartPr/>
                <p14:nvPr/>
              </p14:nvContentPartPr>
              <p14:xfrm>
                <a:off x="2970360" y="1825056"/>
                <a:ext cx="2880" cy="74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91F1AE3-65C6-E57C-1033-5D1142FE8D6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961720" y="1816416"/>
                  <a:ext cx="20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CCFD599-930F-95B9-922B-C03D48416889}"/>
                    </a:ext>
                  </a:extLst>
                </p14:cNvPr>
                <p14:cNvContentPartPr/>
                <p14:nvPr/>
              </p14:nvContentPartPr>
              <p14:xfrm>
                <a:off x="2982600" y="1960056"/>
                <a:ext cx="10080" cy="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CCFD599-930F-95B9-922B-C03D4841688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973960" y="1951056"/>
                  <a:ext cx="27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1DCDD40-654B-5435-6075-A5FDDBEA5B72}"/>
                    </a:ext>
                  </a:extLst>
                </p14:cNvPr>
                <p14:cNvContentPartPr/>
                <p14:nvPr/>
              </p14:nvContentPartPr>
              <p14:xfrm>
                <a:off x="2890080" y="1954296"/>
                <a:ext cx="101880" cy="49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1DCDD40-654B-5435-6075-A5FDDBEA5B7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881080" y="1945296"/>
                  <a:ext cx="119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3768CF3-0C31-C59C-FE7F-46A77A469D89}"/>
                    </a:ext>
                  </a:extLst>
                </p14:cNvPr>
                <p14:cNvContentPartPr/>
                <p14:nvPr/>
              </p14:nvContentPartPr>
              <p14:xfrm>
                <a:off x="2969280" y="1917216"/>
                <a:ext cx="120240" cy="128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3768CF3-0C31-C59C-FE7F-46A77A469D8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60640" y="1908216"/>
                  <a:ext cx="137880" cy="145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5575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827C6-A3F3-54C2-B847-3DE72B771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B6D47B-CABE-B42F-695E-367CB61D84E1}"/>
                  </a:ext>
                </a:extLst>
              </p14:cNvPr>
              <p14:cNvContentPartPr/>
              <p14:nvPr/>
            </p14:nvContentPartPr>
            <p14:xfrm>
              <a:off x="1670760" y="2115936"/>
              <a:ext cx="12600" cy="355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B6D47B-CABE-B42F-695E-367CB61D84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6440" y="2111616"/>
                <a:ext cx="2124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C7D9DCC-F01C-D21F-1A35-9AE5A6934F05}"/>
                  </a:ext>
                </a:extLst>
              </p14:cNvPr>
              <p14:cNvContentPartPr/>
              <p14:nvPr/>
            </p14:nvContentPartPr>
            <p14:xfrm>
              <a:off x="1668600" y="2022696"/>
              <a:ext cx="2689200" cy="97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C7D9DCC-F01C-D21F-1A35-9AE5A6934F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4280" y="2018376"/>
                <a:ext cx="26978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BF16C51-C937-F006-AB91-91CF03EB464F}"/>
                  </a:ext>
                </a:extLst>
              </p14:cNvPr>
              <p14:cNvContentPartPr/>
              <p14:nvPr/>
            </p14:nvContentPartPr>
            <p14:xfrm>
              <a:off x="1690200" y="2361456"/>
              <a:ext cx="2690280" cy="109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BF16C51-C937-F006-AB91-91CF03EB464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85880" y="2357136"/>
                <a:ext cx="26989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5CA6657-F24B-9E74-51DE-525D817F3966}"/>
                  </a:ext>
                </a:extLst>
              </p14:cNvPr>
              <p14:cNvContentPartPr/>
              <p14:nvPr/>
            </p14:nvContentPartPr>
            <p14:xfrm>
              <a:off x="4360320" y="2001456"/>
              <a:ext cx="25560" cy="397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5CA6657-F24B-9E74-51DE-525D817F396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56000" y="1997136"/>
                <a:ext cx="3420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D6B43A9-5BE0-7933-7989-5B0CAB5FB5B3}"/>
                  </a:ext>
                </a:extLst>
              </p14:cNvPr>
              <p14:cNvContentPartPr/>
              <p14:nvPr/>
            </p14:nvContentPartPr>
            <p14:xfrm>
              <a:off x="537120" y="1715256"/>
              <a:ext cx="144360" cy="219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D6B43A9-5BE0-7933-7989-5B0CAB5FB5B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2800" y="1710936"/>
                <a:ext cx="1530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A3E554B-B714-78EC-9B42-004CA8A4C944}"/>
                  </a:ext>
                </a:extLst>
              </p14:cNvPr>
              <p14:cNvContentPartPr/>
              <p14:nvPr/>
            </p14:nvContentPartPr>
            <p14:xfrm>
              <a:off x="714960" y="1730736"/>
              <a:ext cx="129600" cy="48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A3E554B-B714-78EC-9B42-004CA8A4C94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0640" y="1726416"/>
                <a:ext cx="1382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5F7150D-4E80-60D9-4134-C160DC8339D2}"/>
                  </a:ext>
                </a:extLst>
              </p14:cNvPr>
              <p14:cNvContentPartPr/>
              <p14:nvPr/>
            </p14:nvContentPartPr>
            <p14:xfrm>
              <a:off x="868680" y="1703016"/>
              <a:ext cx="75960" cy="88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5F7150D-4E80-60D9-4134-C160DC8339D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4360" y="1698696"/>
                <a:ext cx="846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F73E327-5741-84C5-161B-FC1F4BCEAA71}"/>
                  </a:ext>
                </a:extLst>
              </p14:cNvPr>
              <p14:cNvContentPartPr/>
              <p14:nvPr/>
            </p14:nvContentPartPr>
            <p14:xfrm>
              <a:off x="975960" y="1724256"/>
              <a:ext cx="112680" cy="33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F73E327-5741-84C5-161B-FC1F4BCEAA7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1640" y="1719936"/>
                <a:ext cx="1213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45895D6-9624-B65C-50B1-BA84E58B00DE}"/>
                  </a:ext>
                </a:extLst>
              </p14:cNvPr>
              <p14:cNvContentPartPr/>
              <p14:nvPr/>
            </p14:nvContentPartPr>
            <p14:xfrm>
              <a:off x="1122120" y="1686456"/>
              <a:ext cx="63720" cy="83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45895D6-9624-B65C-50B1-BA84E58B00D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17800" y="1682136"/>
                <a:ext cx="723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E55FFF3-5B7A-5BE1-2832-1C6DE8B983B8}"/>
                  </a:ext>
                </a:extLst>
              </p14:cNvPr>
              <p14:cNvContentPartPr/>
              <p14:nvPr/>
            </p14:nvContentPartPr>
            <p14:xfrm>
              <a:off x="829800" y="1905696"/>
              <a:ext cx="3240" cy="1854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E55FFF3-5B7A-5BE1-2832-1C6DE8B983B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5480" y="1901376"/>
                <a:ext cx="118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2312B4F-82FC-B403-F1BA-D8EBB77D4862}"/>
                  </a:ext>
                </a:extLst>
              </p14:cNvPr>
              <p14:cNvContentPartPr/>
              <p14:nvPr/>
            </p14:nvContentPartPr>
            <p14:xfrm>
              <a:off x="839520" y="1830096"/>
              <a:ext cx="342000" cy="285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2312B4F-82FC-B403-F1BA-D8EBB77D486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5200" y="1825776"/>
                <a:ext cx="3506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AA742E2-58F6-A3A2-9807-81B77410EC34}"/>
                  </a:ext>
                </a:extLst>
              </p14:cNvPr>
              <p14:cNvContentPartPr/>
              <p14:nvPr/>
            </p14:nvContentPartPr>
            <p14:xfrm>
              <a:off x="985320" y="2002896"/>
              <a:ext cx="683280" cy="402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AA742E2-58F6-A3A2-9807-81B77410EC3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1000" y="1998576"/>
                <a:ext cx="69192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6BC9A2F-7F38-BF31-A973-DD4157CD5325}"/>
                  </a:ext>
                </a:extLst>
              </p14:cNvPr>
              <p14:cNvContentPartPr/>
              <p14:nvPr/>
            </p14:nvContentPartPr>
            <p14:xfrm>
              <a:off x="1624680" y="2241216"/>
              <a:ext cx="72000" cy="119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6BC9A2F-7F38-BF31-A973-DD4157CD532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20360" y="2236896"/>
                <a:ext cx="806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71BE561-DE76-E226-F560-3A3DEF7F4A58}"/>
                  </a:ext>
                </a:extLst>
              </p14:cNvPr>
              <p14:cNvContentPartPr/>
              <p14:nvPr/>
            </p14:nvContentPartPr>
            <p14:xfrm>
              <a:off x="1969920" y="2120976"/>
              <a:ext cx="23040" cy="322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71BE561-DE76-E226-F560-3A3DEF7F4A5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65600" y="2116656"/>
                <a:ext cx="316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2744733-7C3B-E776-6F59-7E201E83E7A9}"/>
                  </a:ext>
                </a:extLst>
              </p14:cNvPr>
              <p14:cNvContentPartPr/>
              <p14:nvPr/>
            </p14:nvContentPartPr>
            <p14:xfrm>
              <a:off x="2363400" y="2112696"/>
              <a:ext cx="44280" cy="2865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2744733-7C3B-E776-6F59-7E201E83E7A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359080" y="2108376"/>
                <a:ext cx="5292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C140B62-9DE3-D972-43B2-6B0A3B89A305}"/>
                  </a:ext>
                </a:extLst>
              </p14:cNvPr>
              <p14:cNvContentPartPr/>
              <p14:nvPr/>
            </p14:nvContentPartPr>
            <p14:xfrm>
              <a:off x="2743560" y="2097216"/>
              <a:ext cx="24840" cy="294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C140B62-9DE3-D972-43B2-6B0A3B89A30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39240" y="2092896"/>
                <a:ext cx="3348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A4B8897-6A58-06D1-E806-00434549FCB1}"/>
                  </a:ext>
                </a:extLst>
              </p14:cNvPr>
              <p14:cNvContentPartPr/>
              <p14:nvPr/>
            </p14:nvContentPartPr>
            <p14:xfrm>
              <a:off x="3197160" y="2082456"/>
              <a:ext cx="34560" cy="300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A4B8897-6A58-06D1-E806-00434549FCB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92840" y="2078136"/>
                <a:ext cx="432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2052AEB-0985-8F97-8229-426C1EAC5D42}"/>
                  </a:ext>
                </a:extLst>
              </p14:cNvPr>
              <p14:cNvContentPartPr/>
              <p14:nvPr/>
            </p14:nvContentPartPr>
            <p14:xfrm>
              <a:off x="4082400" y="2051136"/>
              <a:ext cx="29520" cy="3448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2052AEB-0985-8F97-8229-426C1EAC5D4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78080" y="2046816"/>
                <a:ext cx="3816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1B9E72E-98BC-685F-D4EF-D1B1552DBBF4}"/>
                  </a:ext>
                </a:extLst>
              </p14:cNvPr>
              <p14:cNvContentPartPr/>
              <p14:nvPr/>
            </p14:nvContentPartPr>
            <p14:xfrm>
              <a:off x="1729440" y="2576016"/>
              <a:ext cx="71280" cy="67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1B9E72E-98BC-685F-D4EF-D1B1552DBBF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25120" y="2571696"/>
                <a:ext cx="799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18F9545-EFA3-91C0-4474-B55840E5A8A9}"/>
                  </a:ext>
                </a:extLst>
              </p14:cNvPr>
              <p14:cNvContentPartPr/>
              <p14:nvPr/>
            </p14:nvContentPartPr>
            <p14:xfrm>
              <a:off x="2170800" y="2541816"/>
              <a:ext cx="29520" cy="864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18F9545-EFA3-91C0-4474-B55840E5A8A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66480" y="2537496"/>
                <a:ext cx="381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C61E3BA-E067-6363-742D-8FE0E9DC52BC}"/>
                  </a:ext>
                </a:extLst>
              </p14:cNvPr>
              <p14:cNvContentPartPr/>
              <p14:nvPr/>
            </p14:nvContentPartPr>
            <p14:xfrm>
              <a:off x="4075200" y="2558376"/>
              <a:ext cx="97920" cy="579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C61E3BA-E067-6363-742D-8FE0E9DC52B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70880" y="2554056"/>
                <a:ext cx="1065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B0BE800-E4D3-4F92-2474-DEDC869642EE}"/>
                  </a:ext>
                </a:extLst>
              </p14:cNvPr>
              <p14:cNvContentPartPr/>
              <p14:nvPr/>
            </p14:nvContentPartPr>
            <p14:xfrm>
              <a:off x="4238280" y="2563776"/>
              <a:ext cx="85680" cy="12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B0BE800-E4D3-4F92-2474-DEDC869642E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33960" y="2559456"/>
                <a:ext cx="943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4406DFC-15D2-EA08-97D6-EB72829D29B9}"/>
                  </a:ext>
                </a:extLst>
              </p14:cNvPr>
              <p14:cNvContentPartPr/>
              <p14:nvPr/>
            </p14:nvContentPartPr>
            <p14:xfrm>
              <a:off x="4440600" y="2518416"/>
              <a:ext cx="360" cy="1126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4406DFC-15D2-EA08-97D6-EB72829D29B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436280" y="2514096"/>
                <a:ext cx="90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D7C38BC-1E67-616F-2DCE-1F5CA5759AA5}"/>
                  </a:ext>
                </a:extLst>
              </p14:cNvPr>
              <p14:cNvContentPartPr/>
              <p14:nvPr/>
            </p14:nvContentPartPr>
            <p14:xfrm>
              <a:off x="795600" y="3241656"/>
              <a:ext cx="5400" cy="256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D7C38BC-1E67-616F-2DCE-1F5CA5759AA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1280" y="3237336"/>
                <a:ext cx="140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D6A66D7-898E-0F95-4C3A-396A7D27D11E}"/>
                  </a:ext>
                </a:extLst>
              </p14:cNvPr>
              <p14:cNvContentPartPr/>
              <p14:nvPr/>
            </p14:nvContentPartPr>
            <p14:xfrm>
              <a:off x="758880" y="3156336"/>
              <a:ext cx="461160" cy="3312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D6A66D7-898E-0F95-4C3A-396A7D27D11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54560" y="3152016"/>
                <a:ext cx="46980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D50A139-3766-7996-E549-9B09F8E63890}"/>
                  </a:ext>
                </a:extLst>
              </p14:cNvPr>
              <p14:cNvContentPartPr/>
              <p14:nvPr/>
            </p14:nvContentPartPr>
            <p14:xfrm>
              <a:off x="707760" y="2811816"/>
              <a:ext cx="173520" cy="3531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D50A139-3766-7996-E549-9B09F8E6389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3440" y="2807496"/>
                <a:ext cx="18216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FBC0BFA-76AE-A8EE-2AAA-06536F5C443B}"/>
                  </a:ext>
                </a:extLst>
              </p14:cNvPr>
              <p14:cNvContentPartPr/>
              <p14:nvPr/>
            </p14:nvContentPartPr>
            <p14:xfrm>
              <a:off x="629640" y="3000456"/>
              <a:ext cx="200160" cy="51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FBC0BFA-76AE-A8EE-2AAA-06536F5C443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25320" y="2996136"/>
                <a:ext cx="2088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DD7B4D1-9D6B-1F60-631D-99B4D1DC2556}"/>
                  </a:ext>
                </a:extLst>
              </p14:cNvPr>
              <p14:cNvContentPartPr/>
              <p14:nvPr/>
            </p14:nvContentPartPr>
            <p14:xfrm>
              <a:off x="839520" y="2970936"/>
              <a:ext cx="59040" cy="972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DD7B4D1-9D6B-1F60-631D-99B4D1DC255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5200" y="2966616"/>
                <a:ext cx="6768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D2CC4AF-C3D0-F127-0505-F63FB05A492D}"/>
                  </a:ext>
                </a:extLst>
              </p14:cNvPr>
              <p14:cNvContentPartPr/>
              <p14:nvPr/>
            </p14:nvContentPartPr>
            <p14:xfrm>
              <a:off x="947520" y="2980296"/>
              <a:ext cx="43920" cy="54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D2CC4AF-C3D0-F127-0505-F63FB05A492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43200" y="2975976"/>
                <a:ext cx="525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D788CA4-CE27-FC31-121E-EDA133FEA0E2}"/>
                  </a:ext>
                </a:extLst>
              </p14:cNvPr>
              <p14:cNvContentPartPr/>
              <p14:nvPr/>
            </p14:nvContentPartPr>
            <p14:xfrm>
              <a:off x="981000" y="3000456"/>
              <a:ext cx="36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D788CA4-CE27-FC31-121E-EDA133FEA0E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76680" y="299613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0B90963-FF74-6DB6-F065-760ECAC111B4}"/>
                  </a:ext>
                </a:extLst>
              </p14:cNvPr>
              <p14:cNvContentPartPr/>
              <p14:nvPr/>
            </p14:nvContentPartPr>
            <p14:xfrm>
              <a:off x="981000" y="2993616"/>
              <a:ext cx="154080" cy="392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0B90963-FF74-6DB6-F065-760ECAC111B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76680" y="2989296"/>
                <a:ext cx="162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2090199-DCF1-C040-67D9-D8FFABD431AD}"/>
                  </a:ext>
                </a:extLst>
              </p14:cNvPr>
              <p14:cNvContentPartPr/>
              <p14:nvPr/>
            </p14:nvContentPartPr>
            <p14:xfrm>
              <a:off x="1217520" y="2858976"/>
              <a:ext cx="63720" cy="1558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2090199-DCF1-C040-67D9-D8FFABD431A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213200" y="2854656"/>
                <a:ext cx="7236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41B304B-4D1D-BA94-F18C-A9AE17DB5453}"/>
                  </a:ext>
                </a:extLst>
              </p14:cNvPr>
              <p14:cNvContentPartPr/>
              <p14:nvPr/>
            </p14:nvContentPartPr>
            <p14:xfrm>
              <a:off x="1158840" y="2926296"/>
              <a:ext cx="144360" cy="158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41B304B-4D1D-BA94-F18C-A9AE17DB545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54520" y="2921976"/>
                <a:ext cx="1530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F170C3E-ACEF-A00D-37F4-B115A29CF9CB}"/>
                  </a:ext>
                </a:extLst>
              </p14:cNvPr>
              <p14:cNvContentPartPr/>
              <p14:nvPr/>
            </p14:nvContentPartPr>
            <p14:xfrm>
              <a:off x="1061280" y="3310776"/>
              <a:ext cx="48960" cy="10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F170C3E-ACEF-A00D-37F4-B115A29CF9C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56960" y="3306456"/>
                <a:ext cx="5760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965D703-6BEA-0720-A48D-29F839E45B93}"/>
                  </a:ext>
                </a:extLst>
              </p14:cNvPr>
              <p14:cNvContentPartPr/>
              <p14:nvPr/>
            </p14:nvContentPartPr>
            <p14:xfrm>
              <a:off x="1305000" y="3279816"/>
              <a:ext cx="51480" cy="10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965D703-6BEA-0720-A48D-29F839E45B9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300680" y="3275496"/>
                <a:ext cx="6012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FD2A705-4A0A-DFED-5A36-CCFC8657207B}"/>
                  </a:ext>
                </a:extLst>
              </p14:cNvPr>
              <p14:cNvContentPartPr/>
              <p14:nvPr/>
            </p14:nvContentPartPr>
            <p14:xfrm>
              <a:off x="1470960" y="3268656"/>
              <a:ext cx="63720" cy="36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FD2A705-4A0A-DFED-5A36-CCFC8657207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466640" y="3264336"/>
                <a:ext cx="7236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6B3E9F0-5D96-7FF7-02BD-D25391C39410}"/>
                  </a:ext>
                </a:extLst>
              </p14:cNvPr>
              <p14:cNvContentPartPr/>
              <p14:nvPr/>
            </p14:nvContentPartPr>
            <p14:xfrm>
              <a:off x="1636560" y="3243456"/>
              <a:ext cx="105120" cy="86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6B3E9F0-5D96-7FF7-02BD-D25391C39410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632240" y="3239136"/>
                <a:ext cx="11376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CA82E30-82C5-69FE-DEAA-21114B4CF854}"/>
                  </a:ext>
                </a:extLst>
              </p14:cNvPr>
              <p14:cNvContentPartPr/>
              <p14:nvPr/>
            </p14:nvContentPartPr>
            <p14:xfrm>
              <a:off x="1807560" y="3215016"/>
              <a:ext cx="2880" cy="19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CA82E30-82C5-69FE-DEAA-21114B4CF85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803240" y="3210696"/>
                <a:ext cx="115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B6CDB2B-A408-AB53-5536-C8161B944089}"/>
                  </a:ext>
                </a:extLst>
              </p14:cNvPr>
              <p14:cNvContentPartPr/>
              <p14:nvPr/>
            </p14:nvContentPartPr>
            <p14:xfrm>
              <a:off x="1821960" y="3055536"/>
              <a:ext cx="360" cy="669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B6CDB2B-A408-AB53-5536-C8161B94408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817640" y="3051216"/>
                <a:ext cx="90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7D2FD8A-3121-75DE-B993-171E27933F6F}"/>
                  </a:ext>
                </a:extLst>
              </p14:cNvPr>
              <p14:cNvContentPartPr/>
              <p14:nvPr/>
            </p14:nvContentPartPr>
            <p14:xfrm>
              <a:off x="1809720" y="2899656"/>
              <a:ext cx="7560" cy="597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7D2FD8A-3121-75DE-B993-171E27933F6F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805400" y="2895336"/>
                <a:ext cx="162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336F471-CCC4-6238-222A-FE3CFF6EEC35}"/>
                  </a:ext>
                </a:extLst>
              </p14:cNvPr>
              <p14:cNvContentPartPr/>
              <p14:nvPr/>
            </p14:nvContentPartPr>
            <p14:xfrm>
              <a:off x="1807560" y="2788056"/>
              <a:ext cx="2880" cy="345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336F471-CCC4-6238-222A-FE3CFF6EEC35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803240" y="2783736"/>
                <a:ext cx="115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CD8AF01-F745-9DCC-F19C-7A0002F93C5A}"/>
                  </a:ext>
                </a:extLst>
              </p14:cNvPr>
              <p14:cNvContentPartPr/>
              <p14:nvPr/>
            </p14:nvContentPartPr>
            <p14:xfrm>
              <a:off x="1729440" y="2708136"/>
              <a:ext cx="134640" cy="716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CD8AF01-F745-9DCC-F19C-7A0002F93C5A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725120" y="2703816"/>
                <a:ext cx="14328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A80D999-79A7-916E-34EE-F4898AE81D62}"/>
                  </a:ext>
                </a:extLst>
              </p14:cNvPr>
              <p14:cNvContentPartPr/>
              <p14:nvPr/>
            </p14:nvContentPartPr>
            <p14:xfrm>
              <a:off x="2902320" y="4129056"/>
              <a:ext cx="105120" cy="9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A80D999-79A7-916E-34EE-F4898AE81D6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898000" y="4124736"/>
                <a:ext cx="11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5FE1E3A7-A43C-B698-1230-C306F250F54D}"/>
                  </a:ext>
                </a:extLst>
              </p14:cNvPr>
              <p14:cNvContentPartPr/>
              <p14:nvPr/>
            </p14:nvContentPartPr>
            <p14:xfrm>
              <a:off x="3097440" y="4116816"/>
              <a:ext cx="10080" cy="118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5FE1E3A7-A43C-B698-1230-C306F250F54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093120" y="4112496"/>
                <a:ext cx="187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A8AEE5E-7B0A-30C4-94AA-0F210B7CCB62}"/>
                  </a:ext>
                </a:extLst>
              </p14:cNvPr>
              <p14:cNvContentPartPr/>
              <p14:nvPr/>
            </p14:nvContentPartPr>
            <p14:xfrm>
              <a:off x="2553480" y="2556576"/>
              <a:ext cx="97920" cy="91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A8AEE5E-7B0A-30C4-94AA-0F210B7CCB62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2549160" y="2552256"/>
                <a:ext cx="10656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2AE3B46-D5D5-BD04-DC81-3FD021EF5755}"/>
                  </a:ext>
                </a:extLst>
              </p14:cNvPr>
              <p14:cNvContentPartPr/>
              <p14:nvPr/>
            </p14:nvContentPartPr>
            <p14:xfrm>
              <a:off x="2997720" y="2491416"/>
              <a:ext cx="68400" cy="1393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2AE3B46-D5D5-BD04-DC81-3FD021EF5755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993400" y="2487096"/>
                <a:ext cx="77040" cy="14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3192BA7D-E587-B6EE-2AFC-A677D5ABD0CC}"/>
              </a:ext>
            </a:extLst>
          </p:cNvPr>
          <p:cNvGrpSpPr/>
          <p:nvPr/>
        </p:nvGrpSpPr>
        <p:grpSpPr>
          <a:xfrm>
            <a:off x="497880" y="619056"/>
            <a:ext cx="580320" cy="624960"/>
            <a:chOff x="497880" y="619056"/>
            <a:chExt cx="580320" cy="62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E57DAC3-F87F-E975-69A3-7F4365AF714B}"/>
                    </a:ext>
                  </a:extLst>
                </p14:cNvPr>
                <p14:cNvContentPartPr/>
                <p14:nvPr/>
              </p14:nvContentPartPr>
              <p14:xfrm>
                <a:off x="661320" y="987696"/>
                <a:ext cx="29520" cy="217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E57DAC3-F87F-E975-69A3-7F4365AF714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52680" y="978696"/>
                  <a:ext cx="471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7D156F6-21BC-1BFA-46E2-006A531899A8}"/>
                    </a:ext>
                  </a:extLst>
                </p14:cNvPr>
                <p14:cNvContentPartPr/>
                <p14:nvPr/>
              </p14:nvContentPartPr>
              <p14:xfrm>
                <a:off x="629640" y="858456"/>
                <a:ext cx="448560" cy="385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7D156F6-21BC-1BFA-46E2-006A531899A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21000" y="849816"/>
                  <a:ext cx="4662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493D2F4-16B7-5D41-44A6-477DEA8A30A1}"/>
                    </a:ext>
                  </a:extLst>
                </p14:cNvPr>
                <p14:cNvContentPartPr/>
                <p14:nvPr/>
              </p14:nvContentPartPr>
              <p14:xfrm>
                <a:off x="497880" y="712656"/>
                <a:ext cx="66240" cy="142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493D2F4-16B7-5D41-44A6-477DEA8A30A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89240" y="704016"/>
                  <a:ext cx="838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65CAC6F-2598-64AE-3F26-73F30F3BE993}"/>
                    </a:ext>
                  </a:extLst>
                </p14:cNvPr>
                <p14:cNvContentPartPr/>
                <p14:nvPr/>
              </p14:nvContentPartPr>
              <p14:xfrm>
                <a:off x="612720" y="699336"/>
                <a:ext cx="99000" cy="73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65CAC6F-2598-64AE-3F26-73F30F3BE99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03720" y="690696"/>
                  <a:ext cx="116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528FEB9-0050-8D35-E2FD-8F74BB6B8BFE}"/>
                    </a:ext>
                  </a:extLst>
                </p14:cNvPr>
                <p14:cNvContentPartPr/>
                <p14:nvPr/>
              </p14:nvContentPartPr>
              <p14:xfrm>
                <a:off x="728640" y="673416"/>
                <a:ext cx="133200" cy="83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528FEB9-0050-8D35-E2FD-8F74BB6B8BF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0000" y="664416"/>
                  <a:ext cx="150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5A8479C-C68D-41BF-226D-BCD81C1CDB86}"/>
                    </a:ext>
                  </a:extLst>
                </p14:cNvPr>
                <p14:cNvContentPartPr/>
                <p14:nvPr/>
              </p14:nvContentPartPr>
              <p14:xfrm>
                <a:off x="911160" y="619056"/>
                <a:ext cx="82080" cy="127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5A8479C-C68D-41BF-226D-BCD81C1CDB8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02520" y="610056"/>
                  <a:ext cx="9972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B7A106E-A81C-A2FB-9649-32A37C8E0B69}"/>
              </a:ext>
            </a:extLst>
          </p:cNvPr>
          <p:cNvGrpSpPr/>
          <p:nvPr/>
        </p:nvGrpSpPr>
        <p:grpSpPr>
          <a:xfrm>
            <a:off x="6791400" y="881496"/>
            <a:ext cx="1807200" cy="550800"/>
            <a:chOff x="6791400" y="881496"/>
            <a:chExt cx="1807200" cy="55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2733F2E-2CE7-D99F-877B-DA9968B13651}"/>
                    </a:ext>
                  </a:extLst>
                </p14:cNvPr>
                <p14:cNvContentPartPr/>
                <p14:nvPr/>
              </p14:nvContentPartPr>
              <p14:xfrm>
                <a:off x="6791400" y="1129896"/>
                <a:ext cx="139320" cy="75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2733F2E-2CE7-D99F-877B-DA9968B1365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782400" y="1121256"/>
                  <a:ext cx="1569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CDE55E-61E9-08BF-3CBB-326D62A8DEC1}"/>
                    </a:ext>
                  </a:extLst>
                </p14:cNvPr>
                <p14:cNvContentPartPr/>
                <p14:nvPr/>
              </p14:nvContentPartPr>
              <p14:xfrm>
                <a:off x="6969240" y="1141416"/>
                <a:ext cx="141840" cy="31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CDE55E-61E9-08BF-3CBB-326D62A8DEC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960600" y="1132776"/>
                  <a:ext cx="159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1757C35-C7E3-75FD-F9E4-3AF34987C129}"/>
                    </a:ext>
                  </a:extLst>
                </p14:cNvPr>
                <p14:cNvContentPartPr/>
                <p14:nvPr/>
              </p14:nvContentPartPr>
              <p14:xfrm>
                <a:off x="7079040" y="1105416"/>
                <a:ext cx="205200" cy="326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1757C35-C7E3-75FD-F9E4-3AF34987C12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070040" y="1096416"/>
                  <a:ext cx="2228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578963D-C8DA-89A5-374E-C6B882E73AC6}"/>
                    </a:ext>
                  </a:extLst>
                </p14:cNvPr>
                <p14:cNvContentPartPr/>
                <p14:nvPr/>
              </p14:nvContentPartPr>
              <p14:xfrm>
                <a:off x="7332480" y="1126296"/>
                <a:ext cx="151560" cy="65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578963D-C8DA-89A5-374E-C6B882E73AC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323840" y="1117296"/>
                  <a:ext cx="169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EB71648-A647-0A60-2EA6-D3186340F5B1}"/>
                    </a:ext>
                  </a:extLst>
                </p14:cNvPr>
                <p14:cNvContentPartPr/>
                <p14:nvPr/>
              </p14:nvContentPartPr>
              <p14:xfrm>
                <a:off x="7522560" y="1087056"/>
                <a:ext cx="110160" cy="68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EB71648-A647-0A60-2EA6-D3186340F5B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513920" y="1078416"/>
                  <a:ext cx="127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ABF5AF3-FDBD-8851-55A7-98725D3899DF}"/>
                    </a:ext>
                  </a:extLst>
                </p14:cNvPr>
                <p14:cNvContentPartPr/>
                <p14:nvPr/>
              </p14:nvContentPartPr>
              <p14:xfrm>
                <a:off x="7681320" y="1096416"/>
                <a:ext cx="114840" cy="41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ABF5AF3-FDBD-8851-55A7-98725D3899D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672320" y="1087416"/>
                  <a:ext cx="132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17A7202-4220-3C90-9E85-EF984410EC5C}"/>
                    </a:ext>
                  </a:extLst>
                </p14:cNvPr>
                <p14:cNvContentPartPr/>
                <p14:nvPr/>
              </p14:nvContentPartPr>
              <p14:xfrm>
                <a:off x="7841880" y="1060776"/>
                <a:ext cx="139320" cy="58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17A7202-4220-3C90-9E85-EF984410EC5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833240" y="1051776"/>
                  <a:ext cx="1569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C3FA0E0-078A-62B5-4023-4D1A1A899444}"/>
                    </a:ext>
                  </a:extLst>
                </p14:cNvPr>
                <p14:cNvContentPartPr/>
                <p14:nvPr/>
              </p14:nvContentPartPr>
              <p14:xfrm>
                <a:off x="8032320" y="905976"/>
                <a:ext cx="151560" cy="239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C3FA0E0-078A-62B5-4023-4D1A1A89944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023320" y="896976"/>
                  <a:ext cx="1692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F0373D8-CE8E-5977-B446-494CD1E6F1C6}"/>
                    </a:ext>
                  </a:extLst>
                </p14:cNvPr>
                <p14:cNvContentPartPr/>
                <p14:nvPr/>
              </p14:nvContentPartPr>
              <p14:xfrm>
                <a:off x="8268840" y="961776"/>
                <a:ext cx="95040" cy="149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F0373D8-CE8E-5977-B446-494CD1E6F1C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260200" y="953136"/>
                  <a:ext cx="112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C6C5190-2001-655D-D99D-BE70C3E77501}"/>
                    </a:ext>
                  </a:extLst>
                </p14:cNvPr>
                <p14:cNvContentPartPr/>
                <p14:nvPr/>
              </p14:nvContentPartPr>
              <p14:xfrm>
                <a:off x="8346960" y="926856"/>
                <a:ext cx="114840" cy="16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C6C5190-2001-655D-D99D-BE70C3E7750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337960" y="918216"/>
                  <a:ext cx="132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932AC4D-AF3A-5DF3-44E8-26F646A75D04}"/>
                    </a:ext>
                  </a:extLst>
                </p14:cNvPr>
                <p14:cNvContentPartPr/>
                <p14:nvPr/>
              </p14:nvContentPartPr>
              <p14:xfrm>
                <a:off x="8482680" y="881496"/>
                <a:ext cx="115920" cy="290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932AC4D-AF3A-5DF3-44E8-26F646A75D0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474040" y="872496"/>
                  <a:ext cx="13356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B5B478A-D508-F8DA-2EF3-12F8EF4D3C05}"/>
              </a:ext>
            </a:extLst>
          </p:cNvPr>
          <p:cNvGrpSpPr/>
          <p:nvPr/>
        </p:nvGrpSpPr>
        <p:grpSpPr>
          <a:xfrm>
            <a:off x="1797480" y="2197296"/>
            <a:ext cx="102240" cy="209880"/>
            <a:chOff x="1797480" y="2197296"/>
            <a:chExt cx="10224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97E996C-C556-6A7A-2E1F-9EB91C26BF15}"/>
                    </a:ext>
                  </a:extLst>
                </p14:cNvPr>
                <p14:cNvContentPartPr/>
                <p14:nvPr/>
              </p14:nvContentPartPr>
              <p14:xfrm>
                <a:off x="1797480" y="2214216"/>
                <a:ext cx="72000" cy="192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97E996C-C556-6A7A-2E1F-9EB91C26BF1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788840" y="2205576"/>
                  <a:ext cx="896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33CF2FD-8729-51CF-8C84-3F597EBF3759}"/>
                    </a:ext>
                  </a:extLst>
                </p14:cNvPr>
                <p14:cNvContentPartPr/>
                <p14:nvPr/>
              </p14:nvContentPartPr>
              <p14:xfrm>
                <a:off x="1829520" y="2197296"/>
                <a:ext cx="70200" cy="29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33CF2FD-8729-51CF-8C84-3F597EBF375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820520" y="2188656"/>
                  <a:ext cx="8784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AD81AF0-8210-8207-77AD-1B523AF25FE9}"/>
                  </a:ext>
                </a:extLst>
              </p14:cNvPr>
              <p14:cNvContentPartPr/>
              <p14:nvPr/>
            </p14:nvContentPartPr>
            <p14:xfrm>
              <a:off x="1131840" y="1029456"/>
              <a:ext cx="51480" cy="20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AD81AF0-8210-8207-77AD-1B523AF25FE9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123200" y="1020456"/>
                <a:ext cx="691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916AF69-4E14-4390-2489-6E9D5A0E52C9}"/>
                  </a:ext>
                </a:extLst>
              </p14:cNvPr>
              <p14:cNvContentPartPr/>
              <p14:nvPr/>
            </p14:nvContentPartPr>
            <p14:xfrm>
              <a:off x="1348920" y="1039896"/>
              <a:ext cx="141840" cy="10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916AF69-4E14-4390-2489-6E9D5A0E52C9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340280" y="1031256"/>
                <a:ext cx="1594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1293DDF-4F12-35F0-48A2-AE1BE6340F18}"/>
                  </a:ext>
                </a:extLst>
              </p14:cNvPr>
              <p14:cNvContentPartPr/>
              <p14:nvPr/>
            </p14:nvContentPartPr>
            <p14:xfrm>
              <a:off x="1653840" y="1003536"/>
              <a:ext cx="114840" cy="140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1293DDF-4F12-35F0-48A2-AE1BE6340F18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644840" y="994536"/>
                <a:ext cx="1324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C494266-AC4A-3387-61CC-D845BD4E4D5B}"/>
                  </a:ext>
                </a:extLst>
              </p14:cNvPr>
              <p14:cNvContentPartPr/>
              <p14:nvPr/>
            </p14:nvContentPartPr>
            <p14:xfrm>
              <a:off x="1922040" y="975816"/>
              <a:ext cx="95400" cy="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C494266-AC4A-3387-61CC-D845BD4E4D5B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913040" y="966816"/>
                <a:ext cx="1130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20ADBE2-8CBD-5145-2ECA-C3B3CE96684D}"/>
                  </a:ext>
                </a:extLst>
              </p14:cNvPr>
              <p14:cNvContentPartPr/>
              <p14:nvPr/>
            </p14:nvContentPartPr>
            <p14:xfrm>
              <a:off x="8776080" y="1006776"/>
              <a:ext cx="12600" cy="424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20ADBE2-8CBD-5145-2ECA-C3B3CE96684D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767080" y="997776"/>
                <a:ext cx="3024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F86B9346-C8AC-C091-9927-8B36192E34CD}"/>
                  </a:ext>
                </a:extLst>
              </p14:cNvPr>
              <p14:cNvContentPartPr/>
              <p14:nvPr/>
            </p14:nvContentPartPr>
            <p14:xfrm>
              <a:off x="8700480" y="1136016"/>
              <a:ext cx="22320" cy="720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F86B9346-C8AC-C091-9927-8B36192E34CD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8691480" y="1127016"/>
                <a:ext cx="39960" cy="8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886CC3DB-31A8-1924-47FF-7D04CD1C37D3}"/>
              </a:ext>
            </a:extLst>
          </p:cNvPr>
          <p:cNvGrpSpPr/>
          <p:nvPr/>
        </p:nvGrpSpPr>
        <p:grpSpPr>
          <a:xfrm>
            <a:off x="6802200" y="1417176"/>
            <a:ext cx="1925640" cy="528480"/>
            <a:chOff x="6802200" y="1417176"/>
            <a:chExt cx="1925640" cy="52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4CF08F3-9E4A-5677-5FDC-08E72817AB4C}"/>
                    </a:ext>
                  </a:extLst>
                </p14:cNvPr>
                <p14:cNvContentPartPr/>
                <p14:nvPr/>
              </p14:nvContentPartPr>
              <p14:xfrm>
                <a:off x="6802200" y="1695816"/>
                <a:ext cx="82080" cy="102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4CF08F3-9E4A-5677-5FDC-08E72817AB4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793560" y="1687176"/>
                  <a:ext cx="997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DB0BFF4-3F77-C01C-CCC3-188288D90F26}"/>
                    </a:ext>
                  </a:extLst>
                </p14:cNvPr>
                <p14:cNvContentPartPr/>
                <p14:nvPr/>
              </p14:nvContentPartPr>
              <p14:xfrm>
                <a:off x="6918120" y="1744416"/>
                <a:ext cx="149040" cy="37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DB0BFF4-3F77-C01C-CCC3-188288D90F2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909120" y="1735416"/>
                  <a:ext cx="166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A3819B1-6C99-3F7B-9332-EA4AC841E988}"/>
                    </a:ext>
                  </a:extLst>
                </p14:cNvPr>
                <p14:cNvContentPartPr/>
                <p14:nvPr/>
              </p14:nvContentPartPr>
              <p14:xfrm>
                <a:off x="7064280" y="1709136"/>
                <a:ext cx="139680" cy="236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A3819B1-6C99-3F7B-9332-EA4AC841E98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055280" y="1700136"/>
                  <a:ext cx="1573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5A4DE3B-A644-542C-22FF-6B606E599593}"/>
                    </a:ext>
                  </a:extLst>
                </p14:cNvPr>
                <p14:cNvContentPartPr/>
                <p14:nvPr/>
              </p14:nvContentPartPr>
              <p14:xfrm>
                <a:off x="7244640" y="1726056"/>
                <a:ext cx="124920" cy="39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5A4DE3B-A644-542C-22FF-6B606E59959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235640" y="1717056"/>
                  <a:ext cx="142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01BAE61-A2CA-A49D-A2BD-745F651E655E}"/>
                    </a:ext>
                  </a:extLst>
                </p14:cNvPr>
                <p14:cNvContentPartPr/>
                <p14:nvPr/>
              </p14:nvContentPartPr>
              <p14:xfrm>
                <a:off x="7427520" y="1663056"/>
                <a:ext cx="108000" cy="64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01BAE61-A2CA-A49D-A2BD-745F651E655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418520" y="1654416"/>
                  <a:ext cx="1256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BF70DED-A702-BF0F-45F9-E3D562D2FD9C}"/>
                    </a:ext>
                  </a:extLst>
                </p14:cNvPr>
                <p14:cNvContentPartPr/>
                <p14:nvPr/>
              </p14:nvContentPartPr>
              <p14:xfrm>
                <a:off x="7585560" y="1658736"/>
                <a:ext cx="113040" cy="42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BF70DED-A702-BF0F-45F9-E3D562D2FD9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576920" y="1649736"/>
                  <a:ext cx="130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CE877D9-6F79-D1C8-BEC6-773735866761}"/>
                    </a:ext>
                  </a:extLst>
                </p14:cNvPr>
                <p14:cNvContentPartPr/>
                <p14:nvPr/>
              </p14:nvContentPartPr>
              <p14:xfrm>
                <a:off x="7736040" y="1616976"/>
                <a:ext cx="196920" cy="75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CE877D9-6F79-D1C8-BEC6-77373586676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727040" y="1607976"/>
                  <a:ext cx="214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E1B4C07-B87A-EB02-D36A-3214A8757F6C}"/>
                    </a:ext>
                  </a:extLst>
                </p14:cNvPr>
                <p14:cNvContentPartPr/>
                <p14:nvPr/>
              </p14:nvContentPartPr>
              <p14:xfrm>
                <a:off x="8035200" y="1425096"/>
                <a:ext cx="175680" cy="309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E1B4C07-B87A-EB02-D36A-3214A8757F6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026200" y="1416456"/>
                  <a:ext cx="1933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3E610C4-6E0A-FFE0-19A0-0660687636F6}"/>
                    </a:ext>
                  </a:extLst>
                </p14:cNvPr>
                <p14:cNvContentPartPr/>
                <p14:nvPr/>
              </p14:nvContentPartPr>
              <p14:xfrm>
                <a:off x="8295120" y="1476576"/>
                <a:ext cx="140040" cy="115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3E610C4-6E0A-FFE0-19A0-0660687636F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286120" y="1467576"/>
                  <a:ext cx="157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45CEBF0-41EE-DEA6-A449-699CD881A3AF}"/>
                    </a:ext>
                  </a:extLst>
                </p14:cNvPr>
                <p14:cNvContentPartPr/>
                <p14:nvPr/>
              </p14:nvContentPartPr>
              <p14:xfrm>
                <a:off x="8388360" y="1512936"/>
                <a:ext cx="19800" cy="136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45CEBF0-41EE-DEA6-A449-699CD881A3A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379360" y="1504296"/>
                  <a:ext cx="374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A1F9F04-648B-FFC4-4CAE-F3D40BA42B9B}"/>
                    </a:ext>
                  </a:extLst>
                </p14:cNvPr>
                <p14:cNvContentPartPr/>
                <p14:nvPr/>
              </p14:nvContentPartPr>
              <p14:xfrm>
                <a:off x="8451000" y="1417176"/>
                <a:ext cx="108720" cy="278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A1F9F04-648B-FFC4-4CAE-F3D40BA42B9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442360" y="1408176"/>
                  <a:ext cx="1263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CF529D5-E51C-6BCD-64BB-1A9D56B5E668}"/>
                    </a:ext>
                  </a:extLst>
                </p14:cNvPr>
                <p14:cNvContentPartPr/>
                <p14:nvPr/>
              </p14:nvContentPartPr>
              <p14:xfrm>
                <a:off x="8712720" y="1484496"/>
                <a:ext cx="15120" cy="91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CF529D5-E51C-6BCD-64BB-1A9D56B5E66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703720" y="1475856"/>
                  <a:ext cx="327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3D3E2CB-87A6-0BC9-0DED-FBD6171D159D}"/>
                    </a:ext>
                  </a:extLst>
                </p14:cNvPr>
                <p14:cNvContentPartPr/>
                <p14:nvPr/>
              </p14:nvContentPartPr>
              <p14:xfrm>
                <a:off x="8554320" y="1637496"/>
                <a:ext cx="122400" cy="132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3D3E2CB-87A6-0BC9-0DED-FBD6171D159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545320" y="1628496"/>
                  <a:ext cx="14004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FCA412F-1597-BADB-655B-29DEEA5D6EEE}"/>
              </a:ext>
            </a:extLst>
          </p:cNvPr>
          <p:cNvGrpSpPr/>
          <p:nvPr/>
        </p:nvGrpSpPr>
        <p:grpSpPr>
          <a:xfrm>
            <a:off x="2102400" y="2197296"/>
            <a:ext cx="190440" cy="229320"/>
            <a:chOff x="2102400" y="2197296"/>
            <a:chExt cx="190440" cy="22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1EA87AE-87A1-EA99-4F8E-2F8E868EE34D}"/>
                    </a:ext>
                  </a:extLst>
                </p14:cNvPr>
                <p14:cNvContentPartPr/>
                <p14:nvPr/>
              </p14:nvContentPartPr>
              <p14:xfrm>
                <a:off x="2102400" y="2197296"/>
                <a:ext cx="190440" cy="1162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1EA87AE-87A1-EA99-4F8E-2F8E868EE34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093760" y="2188296"/>
                  <a:ext cx="208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9E4E382-5CCE-D011-BE6E-0D6123676DA9}"/>
                    </a:ext>
                  </a:extLst>
                </p14:cNvPr>
                <p14:cNvContentPartPr/>
                <p14:nvPr/>
              </p14:nvContentPartPr>
              <p14:xfrm>
                <a:off x="2195280" y="2248416"/>
                <a:ext cx="39240" cy="178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9E4E382-5CCE-D011-BE6E-0D6123676DA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186280" y="2239776"/>
                  <a:ext cx="5688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28D3525-54C4-6404-8329-6213B7044287}"/>
              </a:ext>
            </a:extLst>
          </p:cNvPr>
          <p:cNvGrpSpPr/>
          <p:nvPr/>
        </p:nvGrpSpPr>
        <p:grpSpPr>
          <a:xfrm>
            <a:off x="2082960" y="979056"/>
            <a:ext cx="309960" cy="19800"/>
            <a:chOff x="2082960" y="979056"/>
            <a:chExt cx="309960" cy="1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D94590C-5E6D-1A13-EED5-BFED5BA0C400}"/>
                    </a:ext>
                  </a:extLst>
                </p14:cNvPr>
                <p14:cNvContentPartPr/>
                <p14:nvPr/>
              </p14:nvContentPartPr>
              <p14:xfrm>
                <a:off x="2082960" y="992736"/>
                <a:ext cx="95400" cy="6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D94590C-5E6D-1A13-EED5-BFED5BA0C40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073960" y="984096"/>
                  <a:ext cx="113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88E8D9B-C6B2-4103-5501-C44B85F4B4B7}"/>
                    </a:ext>
                  </a:extLst>
                </p14:cNvPr>
                <p14:cNvContentPartPr/>
                <p14:nvPr/>
              </p14:nvContentPartPr>
              <p14:xfrm>
                <a:off x="2287800" y="979056"/>
                <a:ext cx="105120" cy="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88E8D9B-C6B2-4103-5501-C44B85F4B4B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278800" y="970056"/>
                  <a:ext cx="1227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82F3733D-212A-6276-C848-2AA0B4FECBA5}"/>
                  </a:ext>
                </a:extLst>
              </p14:cNvPr>
              <p14:cNvContentPartPr/>
              <p14:nvPr/>
            </p14:nvContentPartPr>
            <p14:xfrm>
              <a:off x="2521800" y="968616"/>
              <a:ext cx="12600" cy="54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82F3733D-212A-6276-C848-2AA0B4FECBA5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2513160" y="959616"/>
                <a:ext cx="3024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5F59203-0056-82C5-AFCD-E4CDAF1B3495}"/>
              </a:ext>
            </a:extLst>
          </p:cNvPr>
          <p:cNvGrpSpPr/>
          <p:nvPr/>
        </p:nvGrpSpPr>
        <p:grpSpPr>
          <a:xfrm>
            <a:off x="6873480" y="1947816"/>
            <a:ext cx="1871280" cy="640440"/>
            <a:chOff x="6873480" y="1947816"/>
            <a:chExt cx="1871280" cy="64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D5E29AA-E804-D5DE-263E-FC71CC9A7B08}"/>
                    </a:ext>
                  </a:extLst>
                </p14:cNvPr>
                <p14:cNvContentPartPr/>
                <p14:nvPr/>
              </p14:nvContentPartPr>
              <p14:xfrm>
                <a:off x="6873480" y="2276136"/>
                <a:ext cx="79200" cy="114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D5E29AA-E804-D5DE-263E-FC71CC9A7B0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864480" y="2267136"/>
                  <a:ext cx="96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A1A154C-BE59-6CE9-47A8-E5F74623D2B8}"/>
                    </a:ext>
                  </a:extLst>
                </p14:cNvPr>
                <p14:cNvContentPartPr/>
                <p14:nvPr/>
              </p14:nvContentPartPr>
              <p14:xfrm>
                <a:off x="6974280" y="2297376"/>
                <a:ext cx="146520" cy="34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A1A154C-BE59-6CE9-47A8-E5F74623D2B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965280" y="2288736"/>
                  <a:ext cx="164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F2C0911-0B36-C2ED-B981-1D6563AF9C77}"/>
                    </a:ext>
                  </a:extLst>
                </p14:cNvPr>
                <p14:cNvContentPartPr/>
                <p14:nvPr/>
              </p14:nvContentPartPr>
              <p14:xfrm>
                <a:off x="7023240" y="2280816"/>
                <a:ext cx="258480" cy="307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F2C0911-0B36-C2ED-B981-1D6563AF9C7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014240" y="2271816"/>
                  <a:ext cx="2761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A8B1112-982E-EAAA-3B5E-FBC442B1C10C}"/>
                    </a:ext>
                  </a:extLst>
                </p14:cNvPr>
                <p14:cNvContentPartPr/>
                <p14:nvPr/>
              </p14:nvContentPartPr>
              <p14:xfrm>
                <a:off x="7303320" y="2252016"/>
                <a:ext cx="151560" cy="65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A8B1112-982E-EAAA-3B5E-FBC442B1C10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294320" y="2243016"/>
                  <a:ext cx="169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78E0C27-E032-FB85-153E-EC743264F858}"/>
                    </a:ext>
                  </a:extLst>
                </p14:cNvPr>
                <p14:cNvContentPartPr/>
                <p14:nvPr/>
              </p14:nvContentPartPr>
              <p14:xfrm>
                <a:off x="7464240" y="2220336"/>
                <a:ext cx="86760" cy="73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78E0C27-E032-FB85-153E-EC743264F85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455600" y="2211696"/>
                  <a:ext cx="104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6264D69-F43A-062D-032D-8BC4B0143F54}"/>
                    </a:ext>
                  </a:extLst>
                </p14:cNvPr>
                <p14:cNvContentPartPr/>
                <p14:nvPr/>
              </p14:nvContentPartPr>
              <p14:xfrm>
                <a:off x="7593480" y="2225016"/>
                <a:ext cx="112680" cy="41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6264D69-F43A-062D-032D-8BC4B0143F5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584480" y="2216016"/>
                  <a:ext cx="130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B9F5268-2FB5-3F98-5DA4-7B69E7E31ACD}"/>
                    </a:ext>
                  </a:extLst>
                </p14:cNvPr>
                <p14:cNvContentPartPr/>
                <p14:nvPr/>
              </p14:nvContentPartPr>
              <p14:xfrm>
                <a:off x="7730640" y="2180736"/>
                <a:ext cx="219240" cy="94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B9F5268-2FB5-3F98-5DA4-7B69E7E31AC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722000" y="2171736"/>
                  <a:ext cx="236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6206F9E-D689-9748-CF9A-14B9048361E1}"/>
                    </a:ext>
                  </a:extLst>
                </p14:cNvPr>
                <p14:cNvContentPartPr/>
                <p14:nvPr/>
              </p14:nvContentPartPr>
              <p14:xfrm>
                <a:off x="8061480" y="2021616"/>
                <a:ext cx="173520" cy="181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6206F9E-D689-9748-CF9A-14B9048361E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052840" y="2012976"/>
                  <a:ext cx="191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8FF0CC6-2561-9AAB-511D-4396212B1FFB}"/>
                    </a:ext>
                  </a:extLst>
                </p14:cNvPr>
                <p14:cNvContentPartPr/>
                <p14:nvPr/>
              </p14:nvContentPartPr>
              <p14:xfrm>
                <a:off x="8288280" y="2017656"/>
                <a:ext cx="117360" cy="114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8FF0CC6-2561-9AAB-511D-4396212B1FF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279640" y="2009016"/>
                  <a:ext cx="1350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BD86F18-7052-DF6D-5B88-FEEBB46A6F21}"/>
                    </a:ext>
                  </a:extLst>
                </p14:cNvPr>
                <p14:cNvContentPartPr/>
                <p14:nvPr/>
              </p14:nvContentPartPr>
              <p14:xfrm>
                <a:off x="8478720" y="1947816"/>
                <a:ext cx="68400" cy="211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BD86F18-7052-DF6D-5B88-FEEBB46A6F2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469720" y="1938816"/>
                  <a:ext cx="860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26E7ED0-FCEE-9C5A-5E0B-B74D0AF79A80}"/>
                    </a:ext>
                  </a:extLst>
                </p14:cNvPr>
                <p14:cNvContentPartPr/>
                <p14:nvPr/>
              </p14:nvContentPartPr>
              <p14:xfrm>
                <a:off x="8732160" y="2033856"/>
                <a:ext cx="12600" cy="46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26E7ED0-FCEE-9C5A-5E0B-B74D0AF79A8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723160" y="2025216"/>
                  <a:ext cx="30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FC2D546-586E-19D1-8476-D0D3899457A5}"/>
                    </a:ext>
                  </a:extLst>
                </p14:cNvPr>
                <p14:cNvContentPartPr/>
                <p14:nvPr/>
              </p14:nvContentPartPr>
              <p14:xfrm>
                <a:off x="8639640" y="2134656"/>
                <a:ext cx="97920" cy="145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FC2D546-586E-19D1-8476-D0D3899457A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630640" y="2126016"/>
                  <a:ext cx="115560" cy="16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EA80F252-35A6-337E-369A-E47D4D81E114}"/>
                  </a:ext>
                </a:extLst>
              </p14:cNvPr>
              <p14:cNvContentPartPr/>
              <p14:nvPr/>
            </p14:nvContentPartPr>
            <p14:xfrm>
              <a:off x="2468160" y="2208816"/>
              <a:ext cx="156960" cy="18180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EA80F252-35A6-337E-369A-E47D4D81E114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2459520" y="2199816"/>
                <a:ext cx="1746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D5359EAA-0E64-F8B4-3DD6-448300EA1A04}"/>
                  </a:ext>
                </a:extLst>
              </p14:cNvPr>
              <p14:cNvContentPartPr/>
              <p14:nvPr/>
            </p14:nvContentPartPr>
            <p14:xfrm>
              <a:off x="2594880" y="953856"/>
              <a:ext cx="110160" cy="237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D5359EAA-0E64-F8B4-3DD6-448300EA1A04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2586240" y="944856"/>
                <a:ext cx="12780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7C79F21-AF8A-FFB2-3236-6976B2A33E8F}"/>
              </a:ext>
            </a:extLst>
          </p:cNvPr>
          <p:cNvGrpSpPr/>
          <p:nvPr/>
        </p:nvGrpSpPr>
        <p:grpSpPr>
          <a:xfrm>
            <a:off x="2846160" y="938376"/>
            <a:ext cx="144360" cy="15840"/>
            <a:chOff x="2846160" y="938376"/>
            <a:chExt cx="144360" cy="1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6397568-4608-8423-5F37-4B2EBCC494DB}"/>
                    </a:ext>
                  </a:extLst>
                </p14:cNvPr>
                <p14:cNvContentPartPr/>
                <p14:nvPr/>
              </p14:nvContentPartPr>
              <p14:xfrm>
                <a:off x="2846160" y="942336"/>
                <a:ext cx="61200" cy="7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6397568-4608-8423-5F37-4B2EBCC494D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837160" y="933696"/>
                  <a:ext cx="788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3107DF2-8864-9D23-35F5-F393100C7BA4}"/>
                    </a:ext>
                  </a:extLst>
                </p14:cNvPr>
                <p14:cNvContentPartPr/>
                <p14:nvPr/>
              </p14:nvContentPartPr>
              <p14:xfrm>
                <a:off x="2990160" y="938376"/>
                <a:ext cx="360" cy="15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3107DF2-8864-9D23-35F5-F393100C7BA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981160" y="929376"/>
                  <a:ext cx="18000" cy="3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D7DD46C-EA7F-19B3-583F-9F2EEEC911C4}"/>
                  </a:ext>
                </a:extLst>
              </p14:cNvPr>
              <p14:cNvContentPartPr/>
              <p14:nvPr/>
            </p14:nvContentPartPr>
            <p14:xfrm>
              <a:off x="2970360" y="1117296"/>
              <a:ext cx="10080" cy="1069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D7DD46C-EA7F-19B3-583F-9F2EEEC911C4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2961720" y="1108296"/>
                <a:ext cx="2772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CAB5292D-9275-EA34-BF99-1A1E4AA323B6}"/>
                  </a:ext>
                </a:extLst>
              </p14:cNvPr>
              <p14:cNvContentPartPr/>
              <p14:nvPr/>
            </p14:nvContentPartPr>
            <p14:xfrm>
              <a:off x="2950920" y="1446336"/>
              <a:ext cx="7560" cy="1036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CAB5292D-9275-EA34-BF99-1A1E4AA323B6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2942280" y="1437336"/>
                <a:ext cx="25200" cy="12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2A0B6787-4E33-D189-EE4E-97E16AFCED7D}"/>
              </a:ext>
            </a:extLst>
          </p:cNvPr>
          <p:cNvGrpSpPr/>
          <p:nvPr/>
        </p:nvGrpSpPr>
        <p:grpSpPr>
          <a:xfrm>
            <a:off x="2890080" y="1675656"/>
            <a:ext cx="199440" cy="369720"/>
            <a:chOff x="2890080" y="1675656"/>
            <a:chExt cx="19944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FEB0205-B148-A9D5-A2A0-9F22559F0B94}"/>
                    </a:ext>
                  </a:extLst>
                </p14:cNvPr>
                <p14:cNvContentPartPr/>
                <p14:nvPr/>
              </p14:nvContentPartPr>
              <p14:xfrm>
                <a:off x="2958120" y="1675656"/>
                <a:ext cx="7560" cy="874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FEB0205-B148-A9D5-A2A0-9F22559F0B9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949480" y="1666656"/>
                  <a:ext cx="252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9F5075A-8386-7823-8DFC-BB49E37E9E28}"/>
                    </a:ext>
                  </a:extLst>
                </p14:cNvPr>
                <p14:cNvContentPartPr/>
                <p14:nvPr/>
              </p14:nvContentPartPr>
              <p14:xfrm>
                <a:off x="2970360" y="1825056"/>
                <a:ext cx="2880" cy="74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9F5075A-8386-7823-8DFC-BB49E37E9E2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961720" y="1816416"/>
                  <a:ext cx="20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CBD9C81-04BF-F8B1-371E-3558AE4DAF7E}"/>
                    </a:ext>
                  </a:extLst>
                </p14:cNvPr>
                <p14:cNvContentPartPr/>
                <p14:nvPr/>
              </p14:nvContentPartPr>
              <p14:xfrm>
                <a:off x="2982600" y="1960056"/>
                <a:ext cx="10080" cy="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CBD9C81-04BF-F8B1-371E-3558AE4DAF7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973960" y="1951056"/>
                  <a:ext cx="27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9BD4B61-4453-190D-7D86-FA38784A5BC8}"/>
                    </a:ext>
                  </a:extLst>
                </p14:cNvPr>
                <p14:cNvContentPartPr/>
                <p14:nvPr/>
              </p14:nvContentPartPr>
              <p14:xfrm>
                <a:off x="2890080" y="1954296"/>
                <a:ext cx="101880" cy="49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9BD4B61-4453-190D-7D86-FA38784A5BC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881080" y="1945296"/>
                  <a:ext cx="119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5CBED5B-3CF5-0FED-B125-764ECF20C3B7}"/>
                    </a:ext>
                  </a:extLst>
                </p14:cNvPr>
                <p14:cNvContentPartPr/>
                <p14:nvPr/>
              </p14:nvContentPartPr>
              <p14:xfrm>
                <a:off x="2969280" y="1917216"/>
                <a:ext cx="120240" cy="128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5CBED5B-3CF5-0FED-B125-764ECF20C3B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60640" y="1908216"/>
                  <a:ext cx="13788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475A60D-132C-371D-1DBD-2CFD7BA99766}"/>
              </a:ext>
            </a:extLst>
          </p:cNvPr>
          <p:cNvGrpSpPr/>
          <p:nvPr/>
        </p:nvGrpSpPr>
        <p:grpSpPr>
          <a:xfrm>
            <a:off x="5742720" y="2793096"/>
            <a:ext cx="285840" cy="264600"/>
            <a:chOff x="5742720" y="2793096"/>
            <a:chExt cx="285840" cy="2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C9405CE-3F65-42F7-F489-869606214AD1}"/>
                    </a:ext>
                  </a:extLst>
                </p14:cNvPr>
                <p14:cNvContentPartPr/>
                <p14:nvPr/>
              </p14:nvContentPartPr>
              <p14:xfrm>
                <a:off x="5742720" y="2966976"/>
                <a:ext cx="360" cy="90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C9405CE-3F65-42F7-F489-869606214AD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734080" y="2957976"/>
                  <a:ext cx="180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29BF4F8-ADC4-EACA-85EC-057F5F9785C8}"/>
                    </a:ext>
                  </a:extLst>
                </p14:cNvPr>
                <p14:cNvContentPartPr/>
                <p14:nvPr/>
              </p14:nvContentPartPr>
              <p14:xfrm>
                <a:off x="5760000" y="2793096"/>
                <a:ext cx="17280" cy="676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29BF4F8-ADC4-EACA-85EC-057F5F9785C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751000" y="2784096"/>
                  <a:ext cx="349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0DE7101-071B-E299-436E-01B3E333B9C5}"/>
                    </a:ext>
                  </a:extLst>
                </p14:cNvPr>
                <p14:cNvContentPartPr/>
                <p14:nvPr/>
              </p14:nvContentPartPr>
              <p14:xfrm>
                <a:off x="5789160" y="2968056"/>
                <a:ext cx="102600" cy="576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0DE7101-071B-E299-436E-01B3E333B9C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780160" y="2959416"/>
                  <a:ext cx="120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016B113-B235-8625-453B-CFB1DD6003D1}"/>
                    </a:ext>
                  </a:extLst>
                </p14:cNvPr>
                <p14:cNvContentPartPr/>
                <p14:nvPr/>
              </p14:nvContentPartPr>
              <p14:xfrm>
                <a:off x="5957280" y="2837016"/>
                <a:ext cx="51480" cy="1450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016B113-B235-8625-453B-CFB1DD6003D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948640" y="2828016"/>
                  <a:ext cx="691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C4F8127-2F8B-5114-E853-2C9DAC85B90F}"/>
                    </a:ext>
                  </a:extLst>
                </p14:cNvPr>
                <p14:cNvContentPartPr/>
                <p14:nvPr/>
              </p14:nvContentPartPr>
              <p14:xfrm>
                <a:off x="5959800" y="2914056"/>
                <a:ext cx="68760" cy="11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C4F8127-2F8B-5114-E853-2C9DAC85B90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951160" y="2905416"/>
                  <a:ext cx="8640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E7B7C37B-9B7A-AB00-4A50-E0CD00519210}"/>
              </a:ext>
            </a:extLst>
          </p:cNvPr>
          <p:cNvGrpSpPr/>
          <p:nvPr/>
        </p:nvGrpSpPr>
        <p:grpSpPr>
          <a:xfrm>
            <a:off x="6208560" y="2613456"/>
            <a:ext cx="2346120" cy="506880"/>
            <a:chOff x="6208560" y="2613456"/>
            <a:chExt cx="2346120" cy="50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546D1BB-5D5B-68D8-5D88-4332D7A760AB}"/>
                    </a:ext>
                  </a:extLst>
                </p14:cNvPr>
                <p14:cNvContentPartPr/>
                <p14:nvPr/>
              </p14:nvContentPartPr>
              <p14:xfrm>
                <a:off x="6918120" y="2716776"/>
                <a:ext cx="192960" cy="297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546D1BB-5D5B-68D8-5D88-4332D7A760A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909120" y="2707776"/>
                  <a:ext cx="2106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6B7A6C3-3E08-4BF4-1FD3-9D7A0CFA25D8}"/>
                    </a:ext>
                  </a:extLst>
                </p14:cNvPr>
                <p14:cNvContentPartPr/>
                <p14:nvPr/>
              </p14:nvContentPartPr>
              <p14:xfrm>
                <a:off x="7115400" y="2888856"/>
                <a:ext cx="90720" cy="69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6B7A6C3-3E08-4BF4-1FD3-9D7A0CFA25D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106760" y="2879856"/>
                  <a:ext cx="1083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CF721D4-5D54-69B9-C097-7B53151C78AC}"/>
                    </a:ext>
                  </a:extLst>
                </p14:cNvPr>
                <p14:cNvContentPartPr/>
                <p14:nvPr/>
              </p14:nvContentPartPr>
              <p14:xfrm>
                <a:off x="7205760" y="2871216"/>
                <a:ext cx="202680" cy="2430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CF721D4-5D54-69B9-C097-7B53151C78A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197120" y="2862216"/>
                  <a:ext cx="2203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E5227FC-0A69-1EA7-6174-4EAC42B18D8E}"/>
                    </a:ext>
                  </a:extLst>
                </p14:cNvPr>
                <p14:cNvContentPartPr/>
                <p14:nvPr/>
              </p14:nvContentPartPr>
              <p14:xfrm>
                <a:off x="7437600" y="2876976"/>
                <a:ext cx="141840" cy="44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E5227FC-0A69-1EA7-6174-4EAC42B18D8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428600" y="2867976"/>
                  <a:ext cx="159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0F273C8-D9A8-BF30-878E-DFBAB1A4A360}"/>
                    </a:ext>
                  </a:extLst>
                </p14:cNvPr>
                <p14:cNvContentPartPr/>
                <p14:nvPr/>
              </p14:nvContentPartPr>
              <p14:xfrm>
                <a:off x="7593480" y="2819376"/>
                <a:ext cx="92520" cy="1047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0F273C8-D9A8-BF30-878E-DFBAB1A4A36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584480" y="2810376"/>
                  <a:ext cx="1101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D6AA69F-F93F-15EC-D78A-863FABAD691C}"/>
                    </a:ext>
                  </a:extLst>
                </p14:cNvPr>
                <p14:cNvContentPartPr/>
                <p14:nvPr/>
              </p14:nvContentPartPr>
              <p14:xfrm>
                <a:off x="7732440" y="2822976"/>
                <a:ext cx="171000" cy="60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D6AA69F-F93F-15EC-D78A-863FABAD691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723800" y="2814336"/>
                  <a:ext cx="1886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5BADD5D-2F7D-5A0E-18DB-0C55897FE50E}"/>
                    </a:ext>
                  </a:extLst>
                </p14:cNvPr>
                <p14:cNvContentPartPr/>
                <p14:nvPr/>
              </p14:nvContentPartPr>
              <p14:xfrm>
                <a:off x="7929720" y="2789856"/>
                <a:ext cx="115200" cy="77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5BADD5D-2F7D-5A0E-18DB-0C55897FE50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921080" y="2780856"/>
                  <a:ext cx="1328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177C2A8-DD47-C900-409B-EC600F70FAAB}"/>
                    </a:ext>
                  </a:extLst>
                </p14:cNvPr>
                <p14:cNvContentPartPr/>
                <p14:nvPr/>
              </p14:nvContentPartPr>
              <p14:xfrm>
                <a:off x="8177400" y="2616696"/>
                <a:ext cx="211320" cy="1778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177C2A8-DD47-C900-409B-EC600F70FAA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168760" y="2607696"/>
                  <a:ext cx="2289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CB96519-5176-1EE2-F17D-F66B36AF7BDD}"/>
                    </a:ext>
                  </a:extLst>
                </p14:cNvPr>
                <p14:cNvContentPartPr/>
                <p14:nvPr/>
              </p14:nvContentPartPr>
              <p14:xfrm>
                <a:off x="8383320" y="2613456"/>
                <a:ext cx="91440" cy="237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CB96519-5176-1EE2-F17D-F66B36AF7BD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374680" y="2604456"/>
                  <a:ext cx="1090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90E6E17-D547-8F92-3EFB-1C6946AB997E}"/>
                    </a:ext>
                  </a:extLst>
                </p14:cNvPr>
                <p14:cNvContentPartPr/>
                <p14:nvPr/>
              </p14:nvContentPartPr>
              <p14:xfrm>
                <a:off x="6208560" y="2900736"/>
                <a:ext cx="136800" cy="1098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90E6E17-D547-8F92-3EFB-1C6946AB997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199560" y="2891736"/>
                  <a:ext cx="154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27A4DAC-4E45-B172-13AF-85DC2DC96D9D}"/>
                    </a:ext>
                  </a:extLst>
                </p14:cNvPr>
                <p14:cNvContentPartPr/>
                <p14:nvPr/>
              </p14:nvContentPartPr>
              <p14:xfrm>
                <a:off x="6347520" y="2769336"/>
                <a:ext cx="207720" cy="239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27A4DAC-4E45-B172-13AF-85DC2DC96D9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338520" y="2760696"/>
                  <a:ext cx="2253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C3D739C-9808-9EFF-23DA-DE6FA7538632}"/>
                    </a:ext>
                  </a:extLst>
                </p14:cNvPr>
                <p14:cNvContentPartPr/>
                <p14:nvPr/>
              </p14:nvContentPartPr>
              <p14:xfrm>
                <a:off x="6637680" y="2897856"/>
                <a:ext cx="114840" cy="313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C3D739C-9808-9EFF-23DA-DE6FA753863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628680" y="2889216"/>
                  <a:ext cx="132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B9BC77C-2294-FD37-0C66-3429803857B9}"/>
                    </a:ext>
                  </a:extLst>
                </p14:cNvPr>
                <p14:cNvContentPartPr/>
                <p14:nvPr/>
              </p14:nvContentPartPr>
              <p14:xfrm>
                <a:off x="6686280" y="2943216"/>
                <a:ext cx="105120" cy="36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B9BC77C-2294-FD37-0C66-3429803857B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677640" y="2934576"/>
                  <a:ext cx="122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C010DF2-86DA-DA90-18A3-7D5AB4371C23}"/>
                    </a:ext>
                  </a:extLst>
                </p14:cNvPr>
                <p14:cNvContentPartPr/>
                <p14:nvPr/>
              </p14:nvContentPartPr>
              <p14:xfrm>
                <a:off x="8527320" y="2728656"/>
                <a:ext cx="27360" cy="61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C010DF2-86DA-DA90-18A3-7D5AB4371C2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518680" y="2720016"/>
                  <a:ext cx="450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F143CFA-56EB-2F3B-6196-2D9CD7733D61}"/>
                    </a:ext>
                  </a:extLst>
                </p14:cNvPr>
                <p14:cNvContentPartPr/>
                <p14:nvPr/>
              </p14:nvContentPartPr>
              <p14:xfrm>
                <a:off x="8376120" y="2871936"/>
                <a:ext cx="149040" cy="2484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F143CFA-56EB-2F3B-6196-2D9CD7733D6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367480" y="2862936"/>
                  <a:ext cx="166680" cy="26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E1629C8B-354E-B6D5-9901-5423BEB6F9ED}"/>
                  </a:ext>
                </a:extLst>
              </p14:cNvPr>
              <p14:cNvContentPartPr/>
              <p14:nvPr/>
            </p14:nvContentPartPr>
            <p14:xfrm>
              <a:off x="1800000" y="2293056"/>
              <a:ext cx="70920" cy="432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E1629C8B-354E-B6D5-9901-5423BEB6F9ED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710360" y="2113416"/>
                <a:ext cx="250560" cy="36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88DC7BD-904C-9904-D860-A30B2525221B}"/>
              </a:ext>
            </a:extLst>
          </p:cNvPr>
          <p:cNvGrpSpPr/>
          <p:nvPr/>
        </p:nvGrpSpPr>
        <p:grpSpPr>
          <a:xfrm>
            <a:off x="1865880" y="1883016"/>
            <a:ext cx="311760" cy="205920"/>
            <a:chOff x="1865880" y="1883016"/>
            <a:chExt cx="311760" cy="20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2FD22E0-8FA1-C6E8-27A5-10A649382D74}"/>
                    </a:ext>
                  </a:extLst>
                </p14:cNvPr>
                <p14:cNvContentPartPr/>
                <p14:nvPr/>
              </p14:nvContentPartPr>
              <p14:xfrm>
                <a:off x="1895760" y="1883016"/>
                <a:ext cx="281880" cy="1800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2FD22E0-8FA1-C6E8-27A5-10A649382D7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886760" y="1874016"/>
                  <a:ext cx="299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CE9C73A-B53E-1F08-E656-45962AFF3352}"/>
                    </a:ext>
                  </a:extLst>
                </p14:cNvPr>
                <p14:cNvContentPartPr/>
                <p14:nvPr/>
              </p14:nvContentPartPr>
              <p14:xfrm>
                <a:off x="1865880" y="1992456"/>
                <a:ext cx="108000" cy="96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CE9C73A-B53E-1F08-E656-45962AFF335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857240" y="1983816"/>
                  <a:ext cx="12564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59F0DA75-5681-2C78-20B5-14F3649AA680}"/>
              </a:ext>
            </a:extLst>
          </p:cNvPr>
          <p:cNvGrpSpPr/>
          <p:nvPr/>
        </p:nvGrpSpPr>
        <p:grpSpPr>
          <a:xfrm>
            <a:off x="2268360" y="1856376"/>
            <a:ext cx="314640" cy="227520"/>
            <a:chOff x="2268360" y="1856376"/>
            <a:chExt cx="314640" cy="2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A61BD0B-1D55-DD92-92AA-E9BBF6A8077A}"/>
                    </a:ext>
                  </a:extLst>
                </p14:cNvPr>
                <p14:cNvContentPartPr/>
                <p14:nvPr/>
              </p14:nvContentPartPr>
              <p14:xfrm>
                <a:off x="2297520" y="1856376"/>
                <a:ext cx="285480" cy="198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A61BD0B-1D55-DD92-92AA-E9BBF6A8077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288520" y="1847376"/>
                  <a:ext cx="3031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7662147-9D6B-FEEC-BE44-D6218DCF24ED}"/>
                    </a:ext>
                  </a:extLst>
                </p14:cNvPr>
                <p14:cNvContentPartPr/>
                <p14:nvPr/>
              </p14:nvContentPartPr>
              <p14:xfrm>
                <a:off x="2268360" y="1988856"/>
                <a:ext cx="112680" cy="950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7662147-9D6B-FEEC-BE44-D6218DCF24E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259360" y="1979856"/>
                  <a:ext cx="13032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1D3FDAF-CF04-CBB4-7BC8-8A71519E2BF6}"/>
              </a:ext>
            </a:extLst>
          </p:cNvPr>
          <p:cNvGrpSpPr/>
          <p:nvPr/>
        </p:nvGrpSpPr>
        <p:grpSpPr>
          <a:xfrm>
            <a:off x="3399120" y="4185936"/>
            <a:ext cx="469080" cy="277560"/>
            <a:chOff x="3399120" y="4185936"/>
            <a:chExt cx="469080" cy="2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8704609-B971-948E-D48B-3E1E912B4635}"/>
                    </a:ext>
                  </a:extLst>
                </p14:cNvPr>
                <p14:cNvContentPartPr/>
                <p14:nvPr/>
              </p14:nvContentPartPr>
              <p14:xfrm>
                <a:off x="3399120" y="4377816"/>
                <a:ext cx="6480" cy="85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8704609-B971-948E-D48B-3E1E912B463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390480" y="4369176"/>
                  <a:ext cx="241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2CCBC22-89DF-288E-DDF9-BB0BCB97B483}"/>
                    </a:ext>
                  </a:extLst>
                </p14:cNvPr>
                <p14:cNvContentPartPr/>
                <p14:nvPr/>
              </p14:nvContentPartPr>
              <p14:xfrm>
                <a:off x="3431160" y="4185936"/>
                <a:ext cx="2880" cy="280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2CCBC22-89DF-288E-DDF9-BB0BCB97B48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422520" y="4177296"/>
                  <a:ext cx="205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676CE6D-9060-4163-3EE8-8B6E3B9BDF47}"/>
                    </a:ext>
                  </a:extLst>
                </p14:cNvPr>
                <p14:cNvContentPartPr/>
                <p14:nvPr/>
              </p14:nvContentPartPr>
              <p14:xfrm>
                <a:off x="3480120" y="4374936"/>
                <a:ext cx="134640" cy="784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676CE6D-9060-4163-3EE8-8B6E3B9BDF4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471120" y="4365936"/>
                  <a:ext cx="152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6F106D3-5D39-DE2F-042A-96AE66DE6E48}"/>
                    </a:ext>
                  </a:extLst>
                </p14:cNvPr>
                <p14:cNvContentPartPr/>
                <p14:nvPr/>
              </p14:nvContentPartPr>
              <p14:xfrm>
                <a:off x="3721320" y="4222656"/>
                <a:ext cx="81000" cy="2062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6F106D3-5D39-DE2F-042A-96AE66DE6E4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712680" y="4213656"/>
                  <a:ext cx="986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FCE3CBB-5C95-36D5-EA89-C1F3C45C220F}"/>
                    </a:ext>
                  </a:extLst>
                </p14:cNvPr>
                <p14:cNvContentPartPr/>
                <p14:nvPr/>
              </p14:nvContentPartPr>
              <p14:xfrm>
                <a:off x="3697200" y="4302216"/>
                <a:ext cx="171000" cy="288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FCE3CBB-5C95-36D5-EA89-C1F3C45C220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688200" y="4293576"/>
                  <a:ext cx="18864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0F03860F-C2DD-2E26-EECE-AEC0E80F29CD}"/>
              </a:ext>
            </a:extLst>
          </p:cNvPr>
          <p:cNvGrpSpPr/>
          <p:nvPr/>
        </p:nvGrpSpPr>
        <p:grpSpPr>
          <a:xfrm>
            <a:off x="4401720" y="5769216"/>
            <a:ext cx="890280" cy="298800"/>
            <a:chOff x="4401720" y="5769216"/>
            <a:chExt cx="89028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EA050DC-AA62-366C-9EA8-DB186C3A589F}"/>
                    </a:ext>
                  </a:extLst>
                </p14:cNvPr>
                <p14:cNvContentPartPr/>
                <p14:nvPr/>
              </p14:nvContentPartPr>
              <p14:xfrm>
                <a:off x="4401720" y="5918976"/>
                <a:ext cx="200160" cy="1490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EA050DC-AA62-366C-9EA8-DB186C3A589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393080" y="5909976"/>
                  <a:ext cx="2178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3CB6F82-8332-B539-3478-F6EEA5C46A2A}"/>
                    </a:ext>
                  </a:extLst>
                </p14:cNvPr>
                <p14:cNvContentPartPr/>
                <p14:nvPr/>
              </p14:nvContentPartPr>
              <p14:xfrm>
                <a:off x="4743000" y="5769216"/>
                <a:ext cx="22680" cy="2149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3CB6F82-8332-B539-3478-F6EEA5C46A2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734000" y="5760576"/>
                  <a:ext cx="40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D2344BD-0ADA-6970-34FC-40E3F566FF4A}"/>
                    </a:ext>
                  </a:extLst>
                </p14:cNvPr>
                <p14:cNvContentPartPr/>
                <p14:nvPr/>
              </p14:nvContentPartPr>
              <p14:xfrm>
                <a:off x="4672440" y="5893776"/>
                <a:ext cx="309960" cy="511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D2344BD-0ADA-6970-34FC-40E3F566FF4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663440" y="5884776"/>
                  <a:ext cx="3276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CAA8932-472C-F9EC-E9A1-E51D68E41FD4}"/>
                    </a:ext>
                  </a:extLst>
                </p14:cNvPr>
                <p14:cNvContentPartPr/>
                <p14:nvPr/>
              </p14:nvContentPartPr>
              <p14:xfrm>
                <a:off x="5019840" y="5838336"/>
                <a:ext cx="72360" cy="936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CAA8932-472C-F9EC-E9A1-E51D68E41FD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010840" y="5829696"/>
                  <a:ext cx="900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D1F547A-0F99-6878-2A0B-2F450B16E892}"/>
                    </a:ext>
                  </a:extLst>
                </p14:cNvPr>
                <p14:cNvContentPartPr/>
                <p14:nvPr/>
              </p14:nvContentPartPr>
              <p14:xfrm>
                <a:off x="5123520" y="5853096"/>
                <a:ext cx="168480" cy="637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D1F547A-0F99-6878-2A0B-2F450B16E89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114520" y="5844096"/>
                  <a:ext cx="18612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1C08A7D2-6454-1866-0395-1151D946062B}"/>
              </a:ext>
            </a:extLst>
          </p:cNvPr>
          <p:cNvGrpSpPr/>
          <p:nvPr/>
        </p:nvGrpSpPr>
        <p:grpSpPr>
          <a:xfrm>
            <a:off x="5569560" y="5489856"/>
            <a:ext cx="656280" cy="447840"/>
            <a:chOff x="5569560" y="5489856"/>
            <a:chExt cx="656280" cy="44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62316AA-4880-7888-9F53-22C6BC103EC1}"/>
                    </a:ext>
                  </a:extLst>
                </p14:cNvPr>
                <p14:cNvContentPartPr/>
                <p14:nvPr/>
              </p14:nvContentPartPr>
              <p14:xfrm>
                <a:off x="5569560" y="5750136"/>
                <a:ext cx="207720" cy="1054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62316AA-4880-7888-9F53-22C6BC103EC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560920" y="5741496"/>
                  <a:ext cx="2253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95E5614-69DE-8658-76C8-78EDE9BA8FC3}"/>
                    </a:ext>
                  </a:extLst>
                </p14:cNvPr>
                <p14:cNvContentPartPr/>
                <p14:nvPr/>
              </p14:nvContentPartPr>
              <p14:xfrm>
                <a:off x="5727240" y="5489856"/>
                <a:ext cx="325440" cy="3420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95E5614-69DE-8658-76C8-78EDE9BA8FC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718600" y="5480856"/>
                  <a:ext cx="34308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2BF0527-FF06-742A-3C52-989565028803}"/>
                    </a:ext>
                  </a:extLst>
                </p14:cNvPr>
                <p14:cNvContentPartPr/>
                <p14:nvPr/>
              </p14:nvContentPartPr>
              <p14:xfrm>
                <a:off x="6152400" y="5700096"/>
                <a:ext cx="10080" cy="230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2BF0527-FF06-742A-3C52-98956502880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143760" y="5691456"/>
                  <a:ext cx="27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73C664E-7F3D-9A87-F621-B50DDC90A88F}"/>
                    </a:ext>
                  </a:extLst>
                </p14:cNvPr>
                <p14:cNvContentPartPr/>
                <p14:nvPr/>
              </p14:nvContentPartPr>
              <p14:xfrm>
                <a:off x="6084000" y="5785416"/>
                <a:ext cx="141840" cy="1522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73C664E-7F3D-9A87-F621-B50DDC90A88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075360" y="5776776"/>
                  <a:ext cx="159480" cy="16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AA3D931E-309B-ADCE-DC23-A481F4FCB306}"/>
                  </a:ext>
                </a:extLst>
              </p14:cNvPr>
              <p14:cNvContentPartPr/>
              <p14:nvPr/>
            </p14:nvContentPartPr>
            <p14:xfrm>
              <a:off x="3472920" y="6264216"/>
              <a:ext cx="217080" cy="44100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AA3D931E-309B-ADCE-DC23-A481F4FCB306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3463920" y="6255576"/>
                <a:ext cx="23472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DD3FD880-9BE3-B059-AE1A-90CE714CDD60}"/>
                  </a:ext>
                </a:extLst>
              </p14:cNvPr>
              <p14:cNvContentPartPr/>
              <p14:nvPr/>
            </p14:nvContentPartPr>
            <p14:xfrm>
              <a:off x="1800000" y="1367496"/>
              <a:ext cx="85680" cy="7812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DD3FD880-9BE3-B059-AE1A-90CE714CDD60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795680" y="1363176"/>
                <a:ext cx="943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D2C73738-2902-AD66-611F-AA03BDE1540B}"/>
                  </a:ext>
                </a:extLst>
              </p14:cNvPr>
              <p14:cNvContentPartPr/>
              <p14:nvPr/>
            </p14:nvContentPartPr>
            <p14:xfrm>
              <a:off x="1819440" y="1220256"/>
              <a:ext cx="32040" cy="5004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D2C73738-2902-AD66-611F-AA03BDE1540B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815120" y="1215936"/>
                <a:ext cx="4068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88EBF6E9-1BED-494F-A3AA-8488448D1D05}"/>
              </a:ext>
            </a:extLst>
          </p:cNvPr>
          <p:cNvGrpSpPr/>
          <p:nvPr/>
        </p:nvGrpSpPr>
        <p:grpSpPr>
          <a:xfrm>
            <a:off x="1807560" y="1706256"/>
            <a:ext cx="90360" cy="183960"/>
            <a:chOff x="1807560" y="1706256"/>
            <a:chExt cx="90360" cy="18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83F7488-DA35-9940-8894-969CDEA8659E}"/>
                    </a:ext>
                  </a:extLst>
                </p14:cNvPr>
                <p14:cNvContentPartPr/>
                <p14:nvPr/>
              </p14:nvContentPartPr>
              <p14:xfrm>
                <a:off x="1848960" y="1706256"/>
                <a:ext cx="360" cy="500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83F7488-DA35-9940-8894-969CDEA8659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844640" y="1701936"/>
                  <a:ext cx="9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9151158-3F3D-D408-23C6-751F62030FBD}"/>
                    </a:ext>
                  </a:extLst>
                </p14:cNvPr>
                <p14:cNvContentPartPr/>
                <p14:nvPr/>
              </p14:nvContentPartPr>
              <p14:xfrm>
                <a:off x="1846440" y="1806336"/>
                <a:ext cx="5400" cy="327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9151158-3F3D-D408-23C6-751F62030FB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842120" y="1802016"/>
                  <a:ext cx="14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064BDBF-F137-F25E-49E3-082F62269645}"/>
                    </a:ext>
                  </a:extLst>
                </p14:cNvPr>
                <p14:cNvContentPartPr/>
                <p14:nvPr/>
              </p14:nvContentPartPr>
              <p14:xfrm>
                <a:off x="1846440" y="1806336"/>
                <a:ext cx="2880" cy="597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064BDBF-F137-F25E-49E3-082F6226964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842120" y="1802016"/>
                  <a:ext cx="115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4DD6069-4056-3AA9-2D7F-884C926C4D08}"/>
                    </a:ext>
                  </a:extLst>
                </p14:cNvPr>
                <p14:cNvContentPartPr/>
                <p14:nvPr/>
              </p14:nvContentPartPr>
              <p14:xfrm>
                <a:off x="1807560" y="1863216"/>
                <a:ext cx="44280" cy="270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4DD6069-4056-3AA9-2D7F-884C926C4D0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803240" y="1858896"/>
                  <a:ext cx="52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936A53A-4AC6-99D2-8402-5FFDBE476A40}"/>
                    </a:ext>
                  </a:extLst>
                </p14:cNvPr>
                <p14:cNvContentPartPr/>
                <p14:nvPr/>
              </p14:nvContentPartPr>
              <p14:xfrm>
                <a:off x="1873080" y="1833336"/>
                <a:ext cx="24840" cy="558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936A53A-4AC6-99D2-8402-5FFDBE476A4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868760" y="1829016"/>
                  <a:ext cx="3348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B388883D-134F-C29C-1539-ECB52DFD538C}"/>
              </a:ext>
            </a:extLst>
          </p:cNvPr>
          <p:cNvGrpSpPr/>
          <p:nvPr/>
        </p:nvGrpSpPr>
        <p:grpSpPr>
          <a:xfrm>
            <a:off x="4168800" y="3825216"/>
            <a:ext cx="4446720" cy="1665720"/>
            <a:chOff x="4168800" y="3825216"/>
            <a:chExt cx="4446720" cy="166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292FE90-7BF4-6B31-1B11-9856D4980856}"/>
                    </a:ext>
                  </a:extLst>
                </p14:cNvPr>
                <p14:cNvContentPartPr/>
                <p14:nvPr/>
              </p14:nvContentPartPr>
              <p14:xfrm>
                <a:off x="4168800" y="4111776"/>
                <a:ext cx="229320" cy="273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292FE90-7BF4-6B31-1B11-9856D498085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159800" y="4102776"/>
                  <a:ext cx="2469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15F091A-4D62-E587-2897-DA31B1205E46}"/>
                    </a:ext>
                  </a:extLst>
                </p14:cNvPr>
                <p14:cNvContentPartPr/>
                <p14:nvPr/>
              </p14:nvContentPartPr>
              <p14:xfrm>
                <a:off x="4401720" y="4247136"/>
                <a:ext cx="102960" cy="806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15F091A-4D62-E587-2897-DA31B1205E4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392720" y="4238496"/>
                  <a:ext cx="1206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770D3F1-5FA3-33DB-7BD5-EC70E0E20EF3}"/>
                    </a:ext>
                  </a:extLst>
                </p14:cNvPr>
                <p14:cNvContentPartPr/>
                <p14:nvPr/>
              </p14:nvContentPartPr>
              <p14:xfrm>
                <a:off x="4431240" y="4226616"/>
                <a:ext cx="170640" cy="3697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770D3F1-5FA3-33DB-7BD5-EC70E0E20EF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422600" y="4217976"/>
                  <a:ext cx="1882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B8AACBC-705F-74AA-EA5E-CC5402968B18}"/>
                    </a:ext>
                  </a:extLst>
                </p14:cNvPr>
                <p14:cNvContentPartPr/>
                <p14:nvPr/>
              </p14:nvContentPartPr>
              <p14:xfrm>
                <a:off x="4681440" y="4285656"/>
                <a:ext cx="113400" cy="576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B8AACBC-705F-74AA-EA5E-CC5402968B1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672440" y="4276656"/>
                  <a:ext cx="131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D2E0150-84DF-1BCE-5D91-FB9E854DDE21}"/>
                    </a:ext>
                  </a:extLst>
                </p14:cNvPr>
                <p14:cNvContentPartPr/>
                <p14:nvPr/>
              </p14:nvContentPartPr>
              <p14:xfrm>
                <a:off x="4821120" y="4201416"/>
                <a:ext cx="312480" cy="1008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D2E0150-84DF-1BCE-5D91-FB9E854DDE2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812480" y="4192776"/>
                  <a:ext cx="330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5D3ED99-ACC3-E52E-5FCF-DBF2A50956EA}"/>
                    </a:ext>
                  </a:extLst>
                </p14:cNvPr>
                <p14:cNvContentPartPr/>
                <p14:nvPr/>
              </p14:nvContentPartPr>
              <p14:xfrm>
                <a:off x="5162400" y="4156416"/>
                <a:ext cx="156240" cy="1022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5D3ED99-ACC3-E52E-5FCF-DBF2A50956E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153760" y="4147416"/>
                  <a:ext cx="173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03B9127-5A43-3014-60B8-2F8390162106}"/>
                    </a:ext>
                  </a:extLst>
                </p14:cNvPr>
                <p14:cNvContentPartPr/>
                <p14:nvPr/>
              </p14:nvContentPartPr>
              <p14:xfrm>
                <a:off x="5423400" y="3980376"/>
                <a:ext cx="163800" cy="2736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03B9127-5A43-3014-60B8-2F839016210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414400" y="3971736"/>
                  <a:ext cx="1814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DFC655B-EA61-EF6D-2A10-EEF741D7A70D}"/>
                    </a:ext>
                  </a:extLst>
                </p14:cNvPr>
                <p14:cNvContentPartPr/>
                <p14:nvPr/>
              </p14:nvContentPartPr>
              <p14:xfrm>
                <a:off x="5734440" y="3991176"/>
                <a:ext cx="86760" cy="219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DFC655B-EA61-EF6D-2A10-EEF741D7A70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725440" y="3982176"/>
                  <a:ext cx="104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9FC4252-A519-66D4-AAB4-767DA0CC0408}"/>
                    </a:ext>
                  </a:extLst>
                </p14:cNvPr>
                <p14:cNvContentPartPr/>
                <p14:nvPr/>
              </p14:nvContentPartPr>
              <p14:xfrm>
                <a:off x="6117120" y="3825216"/>
                <a:ext cx="152640" cy="4176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9FC4252-A519-66D4-AAB4-767DA0CC040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108480" y="3816216"/>
                  <a:ext cx="17028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4156C85-DE9A-4070-41D6-D43C87DB2B9A}"/>
                    </a:ext>
                  </a:extLst>
                </p14:cNvPr>
                <p14:cNvContentPartPr/>
                <p14:nvPr/>
              </p14:nvContentPartPr>
              <p14:xfrm>
                <a:off x="4214160" y="4659336"/>
                <a:ext cx="122400" cy="1152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4156C85-DE9A-4070-41D6-D43C87DB2B9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205160" y="4650336"/>
                  <a:ext cx="1400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FC03DA7-E2EC-1A4A-35BC-DB7C4596F54D}"/>
                    </a:ext>
                  </a:extLst>
                </p14:cNvPr>
                <p14:cNvContentPartPr/>
                <p14:nvPr/>
              </p14:nvContentPartPr>
              <p14:xfrm>
                <a:off x="4411440" y="4683456"/>
                <a:ext cx="137160" cy="745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FC03DA7-E2EC-1A4A-35BC-DB7C4596F54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402440" y="4674816"/>
                  <a:ext cx="1548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201CD7E-32F6-9333-0D2B-66F08ED1D71E}"/>
                    </a:ext>
                  </a:extLst>
                </p14:cNvPr>
                <p14:cNvContentPartPr/>
                <p14:nvPr/>
              </p14:nvContentPartPr>
              <p14:xfrm>
                <a:off x="4571640" y="4567536"/>
                <a:ext cx="120600" cy="1684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201CD7E-32F6-9333-0D2B-66F08ED1D71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563000" y="4558896"/>
                  <a:ext cx="1382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4FE0F2D-6AB3-22BE-5EBF-8EDB188D9329}"/>
                    </a:ext>
                  </a:extLst>
                </p14:cNvPr>
                <p14:cNvContentPartPr/>
                <p14:nvPr/>
              </p14:nvContentPartPr>
              <p14:xfrm>
                <a:off x="4901760" y="4610376"/>
                <a:ext cx="119880" cy="126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4FE0F2D-6AB3-22BE-5EBF-8EDB188D932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892760" y="4601376"/>
                  <a:ext cx="137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7F16F6D-1F9A-A091-3AEF-E8F86735F749}"/>
                    </a:ext>
                  </a:extLst>
                </p14:cNvPr>
                <p14:cNvContentPartPr/>
                <p14:nvPr/>
              </p14:nvContentPartPr>
              <p14:xfrm>
                <a:off x="4943160" y="4639536"/>
                <a:ext cx="129600" cy="198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7F16F6D-1F9A-A091-3AEF-E8F86735F74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934160" y="4630896"/>
                  <a:ext cx="147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BFF94EB-8346-A2EA-7F20-D80CE963FF86}"/>
                    </a:ext>
                  </a:extLst>
                </p14:cNvPr>
                <p14:cNvContentPartPr/>
                <p14:nvPr/>
              </p14:nvContentPartPr>
              <p14:xfrm>
                <a:off x="5216040" y="4574376"/>
                <a:ext cx="188280" cy="2487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BFF94EB-8346-A2EA-7F20-D80CE963FF8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207400" y="4565376"/>
                  <a:ext cx="2059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057E77-8FA7-9DB9-7BF1-17F742E15426}"/>
                    </a:ext>
                  </a:extLst>
                </p14:cNvPr>
                <p14:cNvContentPartPr/>
                <p14:nvPr/>
              </p14:nvContentPartPr>
              <p14:xfrm>
                <a:off x="5411160" y="4579416"/>
                <a:ext cx="156240" cy="561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057E77-8FA7-9DB9-7BF1-17F742E1542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402520" y="4570776"/>
                  <a:ext cx="173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D95B0D1-E850-C684-97FE-139D33C1A273}"/>
                    </a:ext>
                  </a:extLst>
                </p14:cNvPr>
                <p14:cNvContentPartPr/>
                <p14:nvPr/>
              </p14:nvContentPartPr>
              <p14:xfrm>
                <a:off x="5589360" y="4515336"/>
                <a:ext cx="123480" cy="954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D95B0D1-E850-C684-97FE-139D33C1A27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580360" y="4506696"/>
                  <a:ext cx="1411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C62E93C-D75F-6A05-5540-2C23FD97F1A8}"/>
                    </a:ext>
                  </a:extLst>
                </p14:cNvPr>
                <p14:cNvContentPartPr/>
                <p14:nvPr/>
              </p14:nvContentPartPr>
              <p14:xfrm>
                <a:off x="5762160" y="4520016"/>
                <a:ext cx="136800" cy="522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C62E93C-D75F-6A05-5540-2C23FD97F1A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753520" y="4511376"/>
                  <a:ext cx="1544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20CFEB6-28D0-9403-3554-EC79A3D40AD8}"/>
                    </a:ext>
                  </a:extLst>
                </p14:cNvPr>
                <p14:cNvContentPartPr/>
                <p14:nvPr/>
              </p14:nvContentPartPr>
              <p14:xfrm>
                <a:off x="5923080" y="4504896"/>
                <a:ext cx="154080" cy="62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20CFEB6-28D0-9403-3554-EC79A3D40AD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914080" y="4495896"/>
                  <a:ext cx="171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0D77B00-7396-2D14-6A57-C5A2B3FD614F}"/>
                    </a:ext>
                  </a:extLst>
                </p14:cNvPr>
                <p14:cNvContentPartPr/>
                <p14:nvPr/>
              </p14:nvContentPartPr>
              <p14:xfrm>
                <a:off x="6163560" y="4362696"/>
                <a:ext cx="191160" cy="2379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0D77B00-7396-2D14-6A57-C5A2B3FD614F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154920" y="4353696"/>
                  <a:ext cx="2088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BFE0DCB-4527-E2A0-22CB-03CF25E4725F}"/>
                    </a:ext>
                  </a:extLst>
                </p14:cNvPr>
                <p14:cNvContentPartPr/>
                <p14:nvPr/>
              </p14:nvContentPartPr>
              <p14:xfrm>
                <a:off x="6394320" y="4433256"/>
                <a:ext cx="98280" cy="831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BFE0DCB-4527-E2A0-22CB-03CF25E4725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385680" y="4424256"/>
                  <a:ext cx="115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A0A3793-0634-6AF4-DEEA-3CA3272153CD}"/>
                    </a:ext>
                  </a:extLst>
                </p14:cNvPr>
                <p14:cNvContentPartPr/>
                <p14:nvPr/>
              </p14:nvContentPartPr>
              <p14:xfrm>
                <a:off x="6554880" y="4316256"/>
                <a:ext cx="177840" cy="2023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A0A3793-0634-6AF4-DEEA-3CA3272153C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545880" y="4307256"/>
                  <a:ext cx="1954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6CC2CFF-F910-7249-CA23-D81D21E5360F}"/>
                    </a:ext>
                  </a:extLst>
                </p14:cNvPr>
                <p14:cNvContentPartPr/>
                <p14:nvPr/>
              </p14:nvContentPartPr>
              <p14:xfrm>
                <a:off x="6910920" y="4402296"/>
                <a:ext cx="15120" cy="230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6CC2CFF-F910-7249-CA23-D81D21E5360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901920" y="4393296"/>
                  <a:ext cx="327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8494673-AF1D-2395-5E20-2422B2E7546E}"/>
                    </a:ext>
                  </a:extLst>
                </p14:cNvPr>
                <p14:cNvContentPartPr/>
                <p14:nvPr/>
              </p14:nvContentPartPr>
              <p14:xfrm>
                <a:off x="6776640" y="4506336"/>
                <a:ext cx="154080" cy="1278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8494673-AF1D-2395-5E20-2422B2E7546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768000" y="4497336"/>
                  <a:ext cx="1717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F098599-A0AE-45FF-C393-FB2ABA680679}"/>
                    </a:ext>
                  </a:extLst>
                </p14:cNvPr>
                <p14:cNvContentPartPr/>
                <p14:nvPr/>
              </p14:nvContentPartPr>
              <p14:xfrm>
                <a:off x="5028480" y="5224536"/>
                <a:ext cx="155160" cy="2664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F098599-A0AE-45FF-C393-FB2ABA68067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019480" y="5215536"/>
                  <a:ext cx="1728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AD3A6D0-987D-6E6C-6978-F8CDDDD4BFB4}"/>
                    </a:ext>
                  </a:extLst>
                </p14:cNvPr>
                <p14:cNvContentPartPr/>
                <p14:nvPr/>
              </p14:nvContentPartPr>
              <p14:xfrm>
                <a:off x="5228280" y="5237856"/>
                <a:ext cx="117360" cy="489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AD3A6D0-987D-6E6C-6978-F8CDDDD4BFB4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219640" y="5228856"/>
                  <a:ext cx="1350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683EA31-9D84-A3BF-8547-7DA3BFC6E435}"/>
                    </a:ext>
                  </a:extLst>
                </p14:cNvPr>
                <p14:cNvContentPartPr/>
                <p14:nvPr/>
              </p14:nvContentPartPr>
              <p14:xfrm>
                <a:off x="5364720" y="5185296"/>
                <a:ext cx="273600" cy="831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683EA31-9D84-A3BF-8547-7DA3BFC6E43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356080" y="5176296"/>
                  <a:ext cx="291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FFA4BE3-A849-582C-2355-2C10376FAD62}"/>
                    </a:ext>
                  </a:extLst>
                </p14:cNvPr>
                <p14:cNvContentPartPr/>
                <p14:nvPr/>
              </p14:nvContentPartPr>
              <p14:xfrm>
                <a:off x="5647680" y="5163696"/>
                <a:ext cx="149400" cy="878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FFA4BE3-A849-582C-2355-2C10376FAD62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638680" y="5155056"/>
                  <a:ext cx="1670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1213212-7898-079B-C1D9-AC11B787E104}"/>
                    </a:ext>
                  </a:extLst>
                </p14:cNvPr>
                <p14:cNvContentPartPr/>
                <p14:nvPr/>
              </p14:nvContentPartPr>
              <p14:xfrm>
                <a:off x="5816520" y="5035176"/>
                <a:ext cx="165600" cy="2484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1213212-7898-079B-C1D9-AC11B787E10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807520" y="5026176"/>
                  <a:ext cx="1832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E322531-3D7B-F304-8D0B-774704BB2725}"/>
                    </a:ext>
                  </a:extLst>
                </p14:cNvPr>
                <p14:cNvContentPartPr/>
                <p14:nvPr/>
              </p14:nvContentPartPr>
              <p14:xfrm>
                <a:off x="6003720" y="5150376"/>
                <a:ext cx="124560" cy="644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E322531-3D7B-F304-8D0B-774704BB272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994720" y="5141376"/>
                  <a:ext cx="1422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DF07BD8-7469-B4B9-C91C-7AE8DB256F6B}"/>
                    </a:ext>
                  </a:extLst>
                </p14:cNvPr>
                <p14:cNvContentPartPr/>
                <p14:nvPr/>
              </p14:nvContentPartPr>
              <p14:xfrm>
                <a:off x="6069600" y="5065416"/>
                <a:ext cx="12600" cy="36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DF07BD8-7469-B4B9-C91C-7AE8DB256F6B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060600" y="5056776"/>
                  <a:ext cx="30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95E83D2-10C5-2D8D-EAA0-54A20507BBC7}"/>
                    </a:ext>
                  </a:extLst>
                </p14:cNvPr>
                <p14:cNvContentPartPr/>
                <p14:nvPr/>
              </p14:nvContentPartPr>
              <p14:xfrm>
                <a:off x="6171840" y="4987656"/>
                <a:ext cx="127080" cy="2138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95E83D2-10C5-2D8D-EAA0-54A20507BBC7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163200" y="4978656"/>
                  <a:ext cx="144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1D0A98A-8682-A454-693C-7BDF28CF5D49}"/>
                    </a:ext>
                  </a:extLst>
                </p14:cNvPr>
                <p14:cNvContentPartPr/>
                <p14:nvPr/>
              </p14:nvContentPartPr>
              <p14:xfrm>
                <a:off x="6503400" y="5044176"/>
                <a:ext cx="138600" cy="252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1D0A98A-8682-A454-693C-7BDF28CF5D49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494760" y="5035536"/>
                  <a:ext cx="156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6A1ED6C-8458-C088-57C3-D9F52C411787}"/>
                    </a:ext>
                  </a:extLst>
                </p14:cNvPr>
                <p14:cNvContentPartPr/>
                <p14:nvPr/>
              </p14:nvContentPartPr>
              <p14:xfrm>
                <a:off x="6518160" y="5105376"/>
                <a:ext cx="129600" cy="140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6A1ED6C-8458-C088-57C3-D9F52C411787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509520" y="5096376"/>
                  <a:ext cx="147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B9E2F78-6A4F-4321-780A-AC5165499DE8}"/>
                    </a:ext>
                  </a:extLst>
                </p14:cNvPr>
                <p14:cNvContentPartPr/>
                <p14:nvPr/>
              </p14:nvContentPartPr>
              <p14:xfrm>
                <a:off x="6798240" y="4968936"/>
                <a:ext cx="144000" cy="2743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B9E2F78-6A4F-4321-780A-AC5165499DE8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789600" y="4959936"/>
                  <a:ext cx="1616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934F46B-2556-3D71-BA15-0F68DB8AEE2D}"/>
                    </a:ext>
                  </a:extLst>
                </p14:cNvPr>
                <p14:cNvContentPartPr/>
                <p14:nvPr/>
              </p14:nvContentPartPr>
              <p14:xfrm>
                <a:off x="6962040" y="4971096"/>
                <a:ext cx="129600" cy="583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934F46B-2556-3D71-BA15-0F68DB8AEE2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953040" y="4962456"/>
                  <a:ext cx="1472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27619E0-98BF-A749-096F-A6CD35AB8953}"/>
                    </a:ext>
                  </a:extLst>
                </p14:cNvPr>
                <p14:cNvContentPartPr/>
                <p14:nvPr/>
              </p14:nvContentPartPr>
              <p14:xfrm>
                <a:off x="7113240" y="4907016"/>
                <a:ext cx="132120" cy="1011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27619E0-98BF-A749-096F-A6CD35AB8953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104240" y="4898376"/>
                  <a:ext cx="1497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7EB0460-F9F8-8077-1967-661DCFF0655E}"/>
                    </a:ext>
                  </a:extLst>
                </p14:cNvPr>
                <p14:cNvContentPartPr/>
                <p14:nvPr/>
              </p14:nvContentPartPr>
              <p14:xfrm>
                <a:off x="7282800" y="4903776"/>
                <a:ext cx="120960" cy="561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7EB0460-F9F8-8077-1967-661DCFF0655E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274160" y="4894776"/>
                  <a:ext cx="1386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9CE55A9-7465-48A2-A588-EB80B7ACF33C}"/>
                    </a:ext>
                  </a:extLst>
                </p14:cNvPr>
                <p14:cNvContentPartPr/>
                <p14:nvPr/>
              </p14:nvContentPartPr>
              <p14:xfrm>
                <a:off x="7425360" y="4850136"/>
                <a:ext cx="99360" cy="882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9CE55A9-7465-48A2-A588-EB80B7ACF33C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416360" y="4841496"/>
                  <a:ext cx="1170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BD8D6D5-CD34-4F2F-B738-96E3FA5EAEEC}"/>
                    </a:ext>
                  </a:extLst>
                </p14:cNvPr>
                <p14:cNvContentPartPr/>
                <p14:nvPr/>
              </p14:nvContentPartPr>
              <p14:xfrm>
                <a:off x="7569000" y="4749336"/>
                <a:ext cx="183240" cy="2642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BD8D6D5-CD34-4F2F-B738-96E3FA5EAEE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560360" y="4740336"/>
                  <a:ext cx="2008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4B2C46A1-D045-FEBD-2FBA-E9F5DDB207BE}"/>
                    </a:ext>
                  </a:extLst>
                </p14:cNvPr>
                <p14:cNvContentPartPr/>
                <p14:nvPr/>
              </p14:nvContentPartPr>
              <p14:xfrm>
                <a:off x="7776360" y="4855536"/>
                <a:ext cx="129600" cy="691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4B2C46A1-D045-FEBD-2FBA-E9F5DDB207BE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767360" y="4846536"/>
                  <a:ext cx="147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9F259CF-3E50-1F75-B1DC-B6A7F97CA041}"/>
                    </a:ext>
                  </a:extLst>
                </p14:cNvPr>
                <p14:cNvContentPartPr/>
                <p14:nvPr/>
              </p14:nvContentPartPr>
              <p14:xfrm>
                <a:off x="7871400" y="4789296"/>
                <a:ext cx="34560" cy="86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9F259CF-3E50-1F75-B1DC-B6A7F97CA041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862760" y="4780296"/>
                  <a:ext cx="522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8268353-BA64-A740-E958-52C130069C71}"/>
                    </a:ext>
                  </a:extLst>
                </p14:cNvPr>
                <p14:cNvContentPartPr/>
                <p14:nvPr/>
              </p14:nvContentPartPr>
              <p14:xfrm>
                <a:off x="8042040" y="4784976"/>
                <a:ext cx="2880" cy="1166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8268353-BA64-A740-E958-52C130069C71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033400" y="4776336"/>
                  <a:ext cx="205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19C0113-FEFE-A80B-ED84-A0EC2522EE2C}"/>
                    </a:ext>
                  </a:extLst>
                </p14:cNvPr>
                <p14:cNvContentPartPr/>
                <p14:nvPr/>
              </p14:nvContentPartPr>
              <p14:xfrm>
                <a:off x="7990920" y="4835376"/>
                <a:ext cx="134640" cy="417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19C0113-FEFE-A80B-ED84-A0EC2522EE2C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7981920" y="4826736"/>
                  <a:ext cx="1522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CC154D3-84BC-3955-5A53-2DC828D8CCAE}"/>
                    </a:ext>
                  </a:extLst>
                </p14:cNvPr>
                <p14:cNvContentPartPr/>
                <p14:nvPr/>
              </p14:nvContentPartPr>
              <p14:xfrm>
                <a:off x="8215200" y="4773816"/>
                <a:ext cx="12600" cy="799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CC154D3-84BC-3955-5A53-2DC828D8CCAE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8206560" y="4764816"/>
                  <a:ext cx="302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2C01610B-B673-3333-4886-948036C8B126}"/>
                    </a:ext>
                  </a:extLst>
                </p14:cNvPr>
                <p14:cNvContentPartPr/>
                <p14:nvPr/>
              </p14:nvContentPartPr>
              <p14:xfrm>
                <a:off x="8290800" y="4670496"/>
                <a:ext cx="177840" cy="2073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2C01610B-B673-3333-4886-948036C8B126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282160" y="4661496"/>
                  <a:ext cx="1954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D759D91-5BC8-2762-1C86-597B95CC6584}"/>
                    </a:ext>
                  </a:extLst>
                </p14:cNvPr>
                <p14:cNvContentPartPr/>
                <p14:nvPr/>
              </p14:nvContentPartPr>
              <p14:xfrm>
                <a:off x="8610120" y="4795776"/>
                <a:ext cx="5400" cy="338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D759D91-5BC8-2762-1C86-597B95CC658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601480" y="4786776"/>
                  <a:ext cx="230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889564E-BD76-4AF9-5FC8-5E5E2549A014}"/>
                    </a:ext>
                  </a:extLst>
                </p14:cNvPr>
                <p14:cNvContentPartPr/>
                <p14:nvPr/>
              </p14:nvContentPartPr>
              <p14:xfrm>
                <a:off x="8436960" y="4977576"/>
                <a:ext cx="176040" cy="1263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889564E-BD76-4AF9-5FC8-5E5E2549A01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428320" y="4968936"/>
                  <a:ext cx="193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C408F2B-4B76-FFB4-0A11-CC5054B1B40B}"/>
                    </a:ext>
                  </a:extLst>
                </p14:cNvPr>
                <p14:cNvContentPartPr/>
                <p14:nvPr/>
              </p14:nvContentPartPr>
              <p14:xfrm>
                <a:off x="4291920" y="4939776"/>
                <a:ext cx="151920" cy="3826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C408F2B-4B76-FFB4-0A11-CC5054B1B40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283280" y="4931136"/>
                  <a:ext cx="16956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0F43F64-DD65-FA78-9AD8-D6F90A3CD495}"/>
                    </a:ext>
                  </a:extLst>
                </p14:cNvPr>
                <p14:cNvContentPartPr/>
                <p14:nvPr/>
              </p14:nvContentPartPr>
              <p14:xfrm>
                <a:off x="4211640" y="5078016"/>
                <a:ext cx="300960" cy="1234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0F43F64-DD65-FA78-9AD8-D6F90A3CD495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202640" y="5069376"/>
                  <a:ext cx="3186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FD148E8-673A-2459-17DD-7BEF626DCF2A}"/>
                    </a:ext>
                  </a:extLst>
                </p14:cNvPr>
                <p14:cNvContentPartPr/>
                <p14:nvPr/>
              </p14:nvContentPartPr>
              <p14:xfrm>
                <a:off x="4583160" y="5045976"/>
                <a:ext cx="52920" cy="968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FD148E8-673A-2459-17DD-7BEF626DCF2A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574160" y="5036976"/>
                  <a:ext cx="705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FCD28A7-FEDD-137F-9A55-C522E0D7DE10}"/>
                    </a:ext>
                  </a:extLst>
                </p14:cNvPr>
                <p14:cNvContentPartPr/>
                <p14:nvPr/>
              </p14:nvContentPartPr>
              <p14:xfrm>
                <a:off x="4752000" y="4831416"/>
                <a:ext cx="137880" cy="2368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FCD28A7-FEDD-137F-9A55-C522E0D7DE10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743000" y="4822416"/>
                  <a:ext cx="1555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9581C6A-7B0B-20A2-8E0B-5A5AF4EE0BE3}"/>
                    </a:ext>
                  </a:extLst>
                </p14:cNvPr>
                <p14:cNvContentPartPr/>
                <p14:nvPr/>
              </p14:nvContentPartPr>
              <p14:xfrm>
                <a:off x="4960080" y="4978656"/>
                <a:ext cx="7560" cy="655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9581C6A-7B0B-20A2-8E0B-5A5AF4EE0BE3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951440" y="4969656"/>
                  <a:ext cx="25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B8BCD77-0483-6A11-2862-7D25C49744C3}"/>
                    </a:ext>
                  </a:extLst>
                </p14:cNvPr>
                <p14:cNvContentPartPr/>
                <p14:nvPr/>
              </p14:nvContentPartPr>
              <p14:xfrm>
                <a:off x="4967280" y="4833936"/>
                <a:ext cx="37080" cy="720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B8BCD77-0483-6A11-2862-7D25C49744C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958640" y="4824936"/>
                  <a:ext cx="547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9E130D5-D2DD-BEED-FCBF-E06C5CCC23F3}"/>
                    </a:ext>
                  </a:extLst>
                </p14:cNvPr>
                <p14:cNvContentPartPr/>
                <p14:nvPr/>
              </p14:nvContentPartPr>
              <p14:xfrm>
                <a:off x="5035680" y="4942656"/>
                <a:ext cx="119880" cy="464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9E130D5-D2DD-BEED-FCBF-E06C5CCC23F3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027040" y="4934016"/>
                  <a:ext cx="1375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08BD7F0-E763-B99C-887A-91ADFB4040AF}"/>
                    </a:ext>
                  </a:extLst>
                </p14:cNvPr>
                <p14:cNvContentPartPr/>
                <p14:nvPr/>
              </p14:nvContentPartPr>
              <p14:xfrm>
                <a:off x="5224320" y="4828176"/>
                <a:ext cx="50760" cy="1360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08BD7F0-E763-B99C-887A-91ADFB4040A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215680" y="4819176"/>
                  <a:ext cx="684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CB7AC58-049C-43E7-FF40-D9E2902FD7E5}"/>
                    </a:ext>
                  </a:extLst>
                </p14:cNvPr>
                <p14:cNvContentPartPr/>
                <p14:nvPr/>
              </p14:nvContentPartPr>
              <p14:xfrm>
                <a:off x="5233320" y="4900536"/>
                <a:ext cx="112680" cy="183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DCB7AC58-049C-43E7-FF40-D9E2902FD7E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224320" y="4891536"/>
                  <a:ext cx="130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5EDFC69-1BD6-CF39-13DD-AFFECE20C137}"/>
                    </a:ext>
                  </a:extLst>
                </p14:cNvPr>
                <p14:cNvContentPartPr/>
                <p14:nvPr/>
              </p14:nvContentPartPr>
              <p14:xfrm>
                <a:off x="5518440" y="4839696"/>
                <a:ext cx="97920" cy="709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5EDFC69-1BD6-CF39-13DD-AFFECE20C137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509800" y="4831056"/>
                  <a:ext cx="1155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C630F20-9E7A-3A04-D002-282BFCC64890}"/>
                    </a:ext>
                  </a:extLst>
                </p14:cNvPr>
                <p14:cNvContentPartPr/>
                <p14:nvPr/>
              </p14:nvContentPartPr>
              <p14:xfrm>
                <a:off x="5581800" y="4731336"/>
                <a:ext cx="22320" cy="183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C630F20-9E7A-3A04-D002-282BFCC64890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573160" y="4722696"/>
                  <a:ext cx="39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36E65F5-DFDA-18CF-AA61-2F3B08251930}"/>
                    </a:ext>
                  </a:extLst>
                </p14:cNvPr>
                <p14:cNvContentPartPr/>
                <p14:nvPr/>
              </p14:nvContentPartPr>
              <p14:xfrm>
                <a:off x="5718600" y="4799016"/>
                <a:ext cx="111600" cy="180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36E65F5-DFDA-18CF-AA61-2F3B0825193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709600" y="4790376"/>
                  <a:ext cx="1292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FC7BE36-E665-8471-C9CC-127D729D18B2}"/>
                    </a:ext>
                  </a:extLst>
                </p14:cNvPr>
                <p14:cNvContentPartPr/>
                <p14:nvPr/>
              </p14:nvContentPartPr>
              <p14:xfrm>
                <a:off x="5747760" y="4843656"/>
                <a:ext cx="85680" cy="19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FC7BE36-E665-8471-C9CC-127D729D18B2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738760" y="4834656"/>
                  <a:ext cx="1033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37AFCA2-190C-55F3-F05D-4007ED5FBB4B}"/>
                    </a:ext>
                  </a:extLst>
                </p14:cNvPr>
                <p14:cNvContentPartPr/>
                <p14:nvPr/>
              </p14:nvContentPartPr>
              <p14:xfrm>
                <a:off x="5976720" y="4719816"/>
                <a:ext cx="118440" cy="1184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37AFCA2-190C-55F3-F05D-4007ED5FBB4B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968080" y="4711176"/>
                  <a:ext cx="136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082AFAA1-B386-CBAC-8551-DFF3D6BE54BE}"/>
                    </a:ext>
                  </a:extLst>
                </p14:cNvPr>
                <p14:cNvContentPartPr/>
                <p14:nvPr/>
              </p14:nvContentPartPr>
              <p14:xfrm>
                <a:off x="6206040" y="4734576"/>
                <a:ext cx="22320" cy="475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082AFAA1-B386-CBAC-8551-DFF3D6BE54BE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197400" y="4725936"/>
                  <a:ext cx="39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E6A9A1F-0AE0-243B-5886-73805304182E}"/>
                    </a:ext>
                  </a:extLst>
                </p14:cNvPr>
                <p14:cNvContentPartPr/>
                <p14:nvPr/>
              </p14:nvContentPartPr>
              <p14:xfrm>
                <a:off x="6164640" y="4858056"/>
                <a:ext cx="44280" cy="882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E6A9A1F-0AE0-243B-5886-73805304182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155640" y="4849416"/>
                  <a:ext cx="61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17948A6-4C2E-E775-D3EF-17B3ABEAE637}"/>
                    </a:ext>
                  </a:extLst>
                </p14:cNvPr>
                <p14:cNvContentPartPr/>
                <p14:nvPr/>
              </p14:nvContentPartPr>
              <p14:xfrm>
                <a:off x="6530400" y="4674816"/>
                <a:ext cx="102600" cy="770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17948A6-4C2E-E775-D3EF-17B3ABEAE637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521400" y="4665816"/>
                  <a:ext cx="120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8711BB8-A850-F884-9E87-93E8AF4C3AC6}"/>
                    </a:ext>
                  </a:extLst>
                </p14:cNvPr>
                <p14:cNvContentPartPr/>
                <p14:nvPr/>
              </p14:nvContentPartPr>
              <p14:xfrm>
                <a:off x="6622920" y="4627296"/>
                <a:ext cx="27360" cy="61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8711BB8-A850-F884-9E87-93E8AF4C3AC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614280" y="4618656"/>
                  <a:ext cx="450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A7AA211D-DC4D-0556-0690-DFAC83C8668E}"/>
                    </a:ext>
                  </a:extLst>
                </p14:cNvPr>
                <p14:cNvContentPartPr/>
                <p14:nvPr/>
              </p14:nvContentPartPr>
              <p14:xfrm>
                <a:off x="6798960" y="4582656"/>
                <a:ext cx="209520" cy="1166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A7AA211D-DC4D-0556-0690-DFAC83C8668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790320" y="4574016"/>
                  <a:ext cx="22716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789DDFB7-32E4-D5D6-47C1-27DA68EB7DB9}"/>
              </a:ext>
            </a:extLst>
          </p:cNvPr>
          <p:cNvGrpSpPr/>
          <p:nvPr/>
        </p:nvGrpSpPr>
        <p:grpSpPr>
          <a:xfrm>
            <a:off x="7249680" y="4410216"/>
            <a:ext cx="607320" cy="258120"/>
            <a:chOff x="7249680" y="4410216"/>
            <a:chExt cx="60732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C7D3A80-9A19-B26C-A41F-3AC78B8D1666}"/>
                    </a:ext>
                  </a:extLst>
                </p14:cNvPr>
                <p14:cNvContentPartPr/>
                <p14:nvPr/>
              </p14:nvContentPartPr>
              <p14:xfrm>
                <a:off x="7249680" y="4508136"/>
                <a:ext cx="249120" cy="1602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C7D3A80-9A19-B26C-A41F-3AC78B8D1666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240680" y="4499136"/>
                  <a:ext cx="2667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E921607-8702-AA5E-3C0B-DC151E909D3D}"/>
                    </a:ext>
                  </a:extLst>
                </p14:cNvPr>
                <p14:cNvContentPartPr/>
                <p14:nvPr/>
              </p14:nvContentPartPr>
              <p14:xfrm>
                <a:off x="7515360" y="4485816"/>
                <a:ext cx="136800" cy="608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E921607-8702-AA5E-3C0B-DC151E909D3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506720" y="4477176"/>
                  <a:ext cx="154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CBC4F7F-979E-252D-FC25-DCAB1535A83F}"/>
                    </a:ext>
                  </a:extLst>
                </p14:cNvPr>
                <p14:cNvContentPartPr/>
                <p14:nvPr/>
              </p14:nvContentPartPr>
              <p14:xfrm>
                <a:off x="7660800" y="4430016"/>
                <a:ext cx="77040" cy="1134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CBC4F7F-979E-252D-FC25-DCAB1535A83F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652160" y="4421016"/>
                  <a:ext cx="94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C7AB84B-5758-EC7B-65ED-3E6B9490F060}"/>
                    </a:ext>
                  </a:extLst>
                </p14:cNvPr>
                <p14:cNvContentPartPr/>
                <p14:nvPr/>
              </p14:nvContentPartPr>
              <p14:xfrm>
                <a:off x="7842240" y="4410216"/>
                <a:ext cx="7560" cy="313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C7AB84B-5758-EC7B-65ED-3E6B9490F06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833240" y="4401576"/>
                  <a:ext cx="25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B3AF1B9D-47E5-7B80-025D-CB3C14FCCB95}"/>
                    </a:ext>
                  </a:extLst>
                </p14:cNvPr>
                <p14:cNvContentPartPr/>
                <p14:nvPr/>
              </p14:nvContentPartPr>
              <p14:xfrm>
                <a:off x="7761600" y="4513536"/>
                <a:ext cx="95400" cy="1134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B3AF1B9D-47E5-7B80-025D-CB3C14FCCB9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752960" y="4504896"/>
                  <a:ext cx="11304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81B8548F-3D0F-79C7-9123-825FC95F92ED}"/>
              </a:ext>
            </a:extLst>
          </p:cNvPr>
          <p:cNvGrpSpPr/>
          <p:nvPr/>
        </p:nvGrpSpPr>
        <p:grpSpPr>
          <a:xfrm>
            <a:off x="8178480" y="4126896"/>
            <a:ext cx="712800" cy="312480"/>
            <a:chOff x="8178480" y="4126896"/>
            <a:chExt cx="712800" cy="3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CDA7B6BB-0508-34FC-713E-92B659CACBB4}"/>
                    </a:ext>
                  </a:extLst>
                </p14:cNvPr>
                <p14:cNvContentPartPr/>
                <p14:nvPr/>
              </p14:nvContentPartPr>
              <p14:xfrm>
                <a:off x="8178480" y="4340376"/>
                <a:ext cx="122400" cy="853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CDA7B6BB-0508-34FC-713E-92B659CACBB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169840" y="4331736"/>
                  <a:ext cx="1400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623B912-4C85-BC95-3199-B9B418B10B92}"/>
                    </a:ext>
                  </a:extLst>
                </p14:cNvPr>
                <p14:cNvContentPartPr/>
                <p14:nvPr/>
              </p14:nvContentPartPr>
              <p14:xfrm>
                <a:off x="8273880" y="4243896"/>
                <a:ext cx="24840" cy="457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623B912-4C85-BC95-3199-B9B418B10B92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264880" y="4234896"/>
                  <a:ext cx="424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5270F05-FCEC-8E27-F198-59F892489698}"/>
                    </a:ext>
                  </a:extLst>
                </p14:cNvPr>
                <p14:cNvContentPartPr/>
                <p14:nvPr/>
              </p14:nvContentPartPr>
              <p14:xfrm>
                <a:off x="8473680" y="4260096"/>
                <a:ext cx="7560" cy="1278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5270F05-FCEC-8E27-F198-59F892489698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465040" y="4251096"/>
                  <a:ext cx="252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902C53D-0B37-2F0F-656D-21867BBF348A}"/>
                    </a:ext>
                  </a:extLst>
                </p14:cNvPr>
                <p14:cNvContentPartPr/>
                <p14:nvPr/>
              </p14:nvContentPartPr>
              <p14:xfrm>
                <a:off x="8405280" y="4313736"/>
                <a:ext cx="156240" cy="410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902C53D-0B37-2F0F-656D-21867BBF348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396640" y="4304736"/>
                  <a:ext cx="1738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6273F5B-CF0A-9DE5-AFB7-683341BB99AE}"/>
                    </a:ext>
                  </a:extLst>
                </p14:cNvPr>
                <p14:cNvContentPartPr/>
                <p14:nvPr/>
              </p14:nvContentPartPr>
              <p14:xfrm>
                <a:off x="8663760" y="4250376"/>
                <a:ext cx="17280" cy="1141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6273F5B-CF0A-9DE5-AFB7-683341BB99A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655120" y="4241376"/>
                  <a:ext cx="349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553F36B-A7B1-1E40-3957-03DDE012EB3D}"/>
                    </a:ext>
                  </a:extLst>
                </p14:cNvPr>
                <p14:cNvContentPartPr/>
                <p14:nvPr/>
              </p14:nvContentPartPr>
              <p14:xfrm>
                <a:off x="8588160" y="4295736"/>
                <a:ext cx="136800" cy="424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553F36B-A7B1-1E40-3957-03DDE012EB3D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579520" y="4287096"/>
                  <a:ext cx="154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86108D3-9DDD-5E3B-13B4-BB614E5EC11F}"/>
                    </a:ext>
                  </a:extLst>
                </p14:cNvPr>
                <p14:cNvContentPartPr/>
                <p14:nvPr/>
              </p14:nvContentPartPr>
              <p14:xfrm>
                <a:off x="8746920" y="4126896"/>
                <a:ext cx="144360" cy="3124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86108D3-9DDD-5E3B-13B4-BB614E5EC11F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737920" y="4117896"/>
                  <a:ext cx="162000" cy="33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4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9C2DE2A0-36A1-59C6-3520-1B39CD48D0DF}"/>
                  </a:ext>
                </a:extLst>
              </p14:cNvPr>
              <p14:cNvContentPartPr/>
              <p14:nvPr/>
            </p14:nvContentPartPr>
            <p14:xfrm>
              <a:off x="9136800" y="4072176"/>
              <a:ext cx="180360" cy="39708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9C2DE2A0-36A1-59C6-3520-1B39CD48D0DF}"/>
                  </a:ext>
                </a:extLst>
              </p:cNvPr>
              <p:cNvPicPr/>
              <p:nvPr/>
            </p:nvPicPr>
            <p:blipFill>
              <a:blip r:embed="rId475"/>
              <a:stretch>
                <a:fillRect/>
              </a:stretch>
            </p:blipFill>
            <p:spPr>
              <a:xfrm>
                <a:off x="9128160" y="4063176"/>
                <a:ext cx="19800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6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4F048DD2-B29D-8320-2218-907C2E625BA8}"/>
                  </a:ext>
                </a:extLst>
              </p14:cNvPr>
              <p14:cNvContentPartPr/>
              <p14:nvPr/>
            </p14:nvContentPartPr>
            <p14:xfrm>
              <a:off x="4351320" y="5639976"/>
              <a:ext cx="109440" cy="27432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4F048DD2-B29D-8320-2218-907C2E625BA8}"/>
                  </a:ext>
                </a:extLst>
              </p:cNvPr>
              <p:cNvPicPr/>
              <p:nvPr/>
            </p:nvPicPr>
            <p:blipFill>
              <a:blip r:embed="rId477"/>
              <a:stretch>
                <a:fillRect/>
              </a:stretch>
            </p:blipFill>
            <p:spPr>
              <a:xfrm>
                <a:off x="4342680" y="5631336"/>
                <a:ext cx="127080" cy="29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9" name="Group 278">
            <a:extLst>
              <a:ext uri="{FF2B5EF4-FFF2-40B4-BE49-F238E27FC236}">
                <a16:creationId xmlns:a16="http://schemas.microsoft.com/office/drawing/2014/main" id="{0D011705-BBCF-0D04-824E-6AB10A4C6888}"/>
              </a:ext>
            </a:extLst>
          </p:cNvPr>
          <p:cNvGrpSpPr/>
          <p:nvPr/>
        </p:nvGrpSpPr>
        <p:grpSpPr>
          <a:xfrm>
            <a:off x="9710640" y="4001976"/>
            <a:ext cx="282240" cy="445680"/>
            <a:chOff x="9710640" y="4001976"/>
            <a:chExt cx="282240" cy="44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4BEC06B-25BB-9EF2-E364-06695DCCFF70}"/>
                    </a:ext>
                  </a:extLst>
                </p14:cNvPr>
                <p14:cNvContentPartPr/>
                <p14:nvPr/>
              </p14:nvContentPartPr>
              <p14:xfrm>
                <a:off x="9710640" y="4002336"/>
                <a:ext cx="181440" cy="4190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4BEC06B-25BB-9EF2-E364-06695DCCFF70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702000" y="3993336"/>
                  <a:ext cx="19908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1D47D2B-300B-0651-6E5D-822700069D1E}"/>
                    </a:ext>
                  </a:extLst>
                </p14:cNvPr>
                <p14:cNvContentPartPr/>
                <p14:nvPr/>
              </p14:nvContentPartPr>
              <p14:xfrm>
                <a:off x="9790200" y="4001976"/>
                <a:ext cx="202680" cy="4456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1D47D2B-300B-0651-6E5D-822700069D1E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781560" y="3992976"/>
                  <a:ext cx="220320" cy="46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D40ADC63-7A83-A1BC-6917-E9171621313D}"/>
              </a:ext>
            </a:extLst>
          </p:cNvPr>
          <p:cNvGrpSpPr/>
          <p:nvPr/>
        </p:nvGrpSpPr>
        <p:grpSpPr>
          <a:xfrm>
            <a:off x="10263240" y="3964176"/>
            <a:ext cx="783720" cy="282600"/>
            <a:chOff x="10263240" y="3964176"/>
            <a:chExt cx="783720" cy="28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DEC1455-B62B-604B-15DE-A6215C751C77}"/>
                    </a:ext>
                  </a:extLst>
                </p14:cNvPr>
                <p14:cNvContentPartPr/>
                <p14:nvPr/>
              </p14:nvContentPartPr>
              <p14:xfrm>
                <a:off x="10263240" y="4037256"/>
                <a:ext cx="154080" cy="2095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DEC1455-B62B-604B-15DE-A6215C751C77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0254600" y="4028616"/>
                  <a:ext cx="1717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3771224-B89B-8C28-E6F2-A88BF865FE17}"/>
                    </a:ext>
                  </a:extLst>
                </p14:cNvPr>
                <p14:cNvContentPartPr/>
                <p14:nvPr/>
              </p14:nvContentPartPr>
              <p14:xfrm>
                <a:off x="10460880" y="3972816"/>
                <a:ext cx="249120" cy="2631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3771224-B89B-8C28-E6F2-A88BF865FE1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0452240" y="3964176"/>
                  <a:ext cx="2667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2990EEF-4990-B184-17C0-80B7AAA6058E}"/>
                    </a:ext>
                  </a:extLst>
                </p14:cNvPr>
                <p14:cNvContentPartPr/>
                <p14:nvPr/>
              </p14:nvContentPartPr>
              <p14:xfrm>
                <a:off x="10714320" y="4099896"/>
                <a:ext cx="156240" cy="774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2990EEF-4990-B184-17C0-80B7AAA6058E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0705680" y="4091256"/>
                  <a:ext cx="1738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6B39705-DE28-41C0-C81A-10F25654B329}"/>
                    </a:ext>
                  </a:extLst>
                </p14:cNvPr>
                <p14:cNvContentPartPr/>
                <p14:nvPr/>
              </p14:nvContentPartPr>
              <p14:xfrm>
                <a:off x="10936440" y="3964176"/>
                <a:ext cx="110520" cy="2520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6B39705-DE28-41C0-C81A-10F25654B329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0927440" y="3955536"/>
                  <a:ext cx="128160" cy="269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7845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032C0-178F-7713-68F5-97D24C093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77D180-3A7F-B39A-A160-F674798D1D43}"/>
                  </a:ext>
                </a:extLst>
              </p14:cNvPr>
              <p14:cNvContentPartPr/>
              <p14:nvPr/>
            </p14:nvContentPartPr>
            <p14:xfrm>
              <a:off x="1670760" y="2115936"/>
              <a:ext cx="12600" cy="355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77D180-3A7F-B39A-A160-F674798D1D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6440" y="2111616"/>
                <a:ext cx="2124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77691D-DB2A-A239-FCA9-3CD3169B9551}"/>
                  </a:ext>
                </a:extLst>
              </p14:cNvPr>
              <p14:cNvContentPartPr/>
              <p14:nvPr/>
            </p14:nvContentPartPr>
            <p14:xfrm>
              <a:off x="1668600" y="2022696"/>
              <a:ext cx="2689200" cy="97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77691D-DB2A-A239-FCA9-3CD3169B95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4280" y="2018376"/>
                <a:ext cx="26978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7F5A0A5-AFBF-611A-3436-86DA185CABE9}"/>
                  </a:ext>
                </a:extLst>
              </p14:cNvPr>
              <p14:cNvContentPartPr/>
              <p14:nvPr/>
            </p14:nvContentPartPr>
            <p14:xfrm>
              <a:off x="1690200" y="2361456"/>
              <a:ext cx="2690280" cy="109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7F5A0A5-AFBF-611A-3436-86DA185CABE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85880" y="2357136"/>
                <a:ext cx="26989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B4E1CF1-D90D-06E9-D426-E81E84478B42}"/>
                  </a:ext>
                </a:extLst>
              </p14:cNvPr>
              <p14:cNvContentPartPr/>
              <p14:nvPr/>
            </p14:nvContentPartPr>
            <p14:xfrm>
              <a:off x="4360320" y="2001456"/>
              <a:ext cx="25560" cy="397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B4E1CF1-D90D-06E9-D426-E81E84478B4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56000" y="1997136"/>
                <a:ext cx="3420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98FEE52-4A40-7515-1D18-E284CDE2A692}"/>
                  </a:ext>
                </a:extLst>
              </p14:cNvPr>
              <p14:cNvContentPartPr/>
              <p14:nvPr/>
            </p14:nvContentPartPr>
            <p14:xfrm>
              <a:off x="537120" y="1715256"/>
              <a:ext cx="144360" cy="219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98FEE52-4A40-7515-1D18-E284CDE2A69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2800" y="1710936"/>
                <a:ext cx="1530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1EEC6EF-5BC0-E260-1DDA-9A2A7D79858A}"/>
                  </a:ext>
                </a:extLst>
              </p14:cNvPr>
              <p14:cNvContentPartPr/>
              <p14:nvPr/>
            </p14:nvContentPartPr>
            <p14:xfrm>
              <a:off x="714960" y="1730736"/>
              <a:ext cx="129600" cy="48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1EEC6EF-5BC0-E260-1DDA-9A2A7D79858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0640" y="1726416"/>
                <a:ext cx="1382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F21B1EF-1016-10E6-7D67-A0276890FECA}"/>
                  </a:ext>
                </a:extLst>
              </p14:cNvPr>
              <p14:cNvContentPartPr/>
              <p14:nvPr/>
            </p14:nvContentPartPr>
            <p14:xfrm>
              <a:off x="868680" y="1703016"/>
              <a:ext cx="75960" cy="88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F21B1EF-1016-10E6-7D67-A0276890FEC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4360" y="1698696"/>
                <a:ext cx="846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66CC2CE-D987-87F3-A9F3-1318BD478F4F}"/>
                  </a:ext>
                </a:extLst>
              </p14:cNvPr>
              <p14:cNvContentPartPr/>
              <p14:nvPr/>
            </p14:nvContentPartPr>
            <p14:xfrm>
              <a:off x="975960" y="1724256"/>
              <a:ext cx="112680" cy="33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66CC2CE-D987-87F3-A9F3-1318BD478F4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1640" y="1719936"/>
                <a:ext cx="1213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D74C94C-83F8-F2F6-C984-0C24901727A0}"/>
                  </a:ext>
                </a:extLst>
              </p14:cNvPr>
              <p14:cNvContentPartPr/>
              <p14:nvPr/>
            </p14:nvContentPartPr>
            <p14:xfrm>
              <a:off x="1122120" y="1686456"/>
              <a:ext cx="63720" cy="83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D74C94C-83F8-F2F6-C984-0C24901727A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17800" y="1682136"/>
                <a:ext cx="723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B7828DD-23BA-7B77-AB1D-0DBB7CF82D4F}"/>
                  </a:ext>
                </a:extLst>
              </p14:cNvPr>
              <p14:cNvContentPartPr/>
              <p14:nvPr/>
            </p14:nvContentPartPr>
            <p14:xfrm>
              <a:off x="829800" y="1905696"/>
              <a:ext cx="3240" cy="1854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B7828DD-23BA-7B77-AB1D-0DBB7CF82D4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5480" y="1901376"/>
                <a:ext cx="118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4FA0CD1-FBFA-B1F8-2EA2-D21289D8176E}"/>
                  </a:ext>
                </a:extLst>
              </p14:cNvPr>
              <p14:cNvContentPartPr/>
              <p14:nvPr/>
            </p14:nvContentPartPr>
            <p14:xfrm>
              <a:off x="839520" y="1830096"/>
              <a:ext cx="342000" cy="285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4FA0CD1-FBFA-B1F8-2EA2-D21289D8176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5200" y="1825776"/>
                <a:ext cx="3506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E08B42A-3F7F-392C-5561-938499FE67B0}"/>
                  </a:ext>
                </a:extLst>
              </p14:cNvPr>
              <p14:cNvContentPartPr/>
              <p14:nvPr/>
            </p14:nvContentPartPr>
            <p14:xfrm>
              <a:off x="985320" y="2002896"/>
              <a:ext cx="683280" cy="402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E08B42A-3F7F-392C-5561-938499FE67B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1000" y="1998576"/>
                <a:ext cx="69192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2FC59C7-124F-5408-668B-C8D79D618EE6}"/>
                  </a:ext>
                </a:extLst>
              </p14:cNvPr>
              <p14:cNvContentPartPr/>
              <p14:nvPr/>
            </p14:nvContentPartPr>
            <p14:xfrm>
              <a:off x="1624680" y="2241216"/>
              <a:ext cx="72000" cy="119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2FC59C7-124F-5408-668B-C8D79D618EE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20360" y="2236896"/>
                <a:ext cx="806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FB1B9D3-7448-5FBA-DBEE-A920B4631190}"/>
                  </a:ext>
                </a:extLst>
              </p14:cNvPr>
              <p14:cNvContentPartPr/>
              <p14:nvPr/>
            </p14:nvContentPartPr>
            <p14:xfrm>
              <a:off x="1969920" y="2120976"/>
              <a:ext cx="23040" cy="322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FB1B9D3-7448-5FBA-DBEE-A920B463119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65600" y="2116656"/>
                <a:ext cx="316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87EECD7-27E0-3FB2-573D-DE8A21AAD385}"/>
                  </a:ext>
                </a:extLst>
              </p14:cNvPr>
              <p14:cNvContentPartPr/>
              <p14:nvPr/>
            </p14:nvContentPartPr>
            <p14:xfrm>
              <a:off x="2363400" y="2112696"/>
              <a:ext cx="44280" cy="2865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87EECD7-27E0-3FB2-573D-DE8A21AAD38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359080" y="2108376"/>
                <a:ext cx="5292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0046ABD-1CE9-5A90-1AE5-6A5F0510328F}"/>
                  </a:ext>
                </a:extLst>
              </p14:cNvPr>
              <p14:cNvContentPartPr/>
              <p14:nvPr/>
            </p14:nvContentPartPr>
            <p14:xfrm>
              <a:off x="2743560" y="2097216"/>
              <a:ext cx="24840" cy="294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0046ABD-1CE9-5A90-1AE5-6A5F0510328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39240" y="2092896"/>
                <a:ext cx="3348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B9E7417-85E9-9C58-F479-C21FD2368628}"/>
                  </a:ext>
                </a:extLst>
              </p14:cNvPr>
              <p14:cNvContentPartPr/>
              <p14:nvPr/>
            </p14:nvContentPartPr>
            <p14:xfrm>
              <a:off x="3197160" y="2082456"/>
              <a:ext cx="34560" cy="300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B9E7417-85E9-9C58-F479-C21FD236862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92840" y="2078136"/>
                <a:ext cx="432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D53EE52-A7F8-E94A-AA88-45A639BF6DAE}"/>
                  </a:ext>
                </a:extLst>
              </p14:cNvPr>
              <p14:cNvContentPartPr/>
              <p14:nvPr/>
            </p14:nvContentPartPr>
            <p14:xfrm>
              <a:off x="4082400" y="2051136"/>
              <a:ext cx="29520" cy="3448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D53EE52-A7F8-E94A-AA88-45A639BF6DA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78080" y="2046816"/>
                <a:ext cx="3816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91AAE1E-2A28-79E7-1D8A-60E800595744}"/>
                  </a:ext>
                </a:extLst>
              </p14:cNvPr>
              <p14:cNvContentPartPr/>
              <p14:nvPr/>
            </p14:nvContentPartPr>
            <p14:xfrm>
              <a:off x="1729440" y="2576016"/>
              <a:ext cx="71280" cy="67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91AAE1E-2A28-79E7-1D8A-60E80059574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25120" y="2571696"/>
                <a:ext cx="799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81EDA71-5D65-5BD8-553A-FB493D0EC741}"/>
                  </a:ext>
                </a:extLst>
              </p14:cNvPr>
              <p14:cNvContentPartPr/>
              <p14:nvPr/>
            </p14:nvContentPartPr>
            <p14:xfrm>
              <a:off x="2170800" y="2541816"/>
              <a:ext cx="29520" cy="864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81EDA71-5D65-5BD8-553A-FB493D0EC74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66480" y="2537496"/>
                <a:ext cx="381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B6CCFCA-5DAC-4F50-A136-3126FD932010}"/>
                  </a:ext>
                </a:extLst>
              </p14:cNvPr>
              <p14:cNvContentPartPr/>
              <p14:nvPr/>
            </p14:nvContentPartPr>
            <p14:xfrm>
              <a:off x="4075200" y="2558376"/>
              <a:ext cx="97920" cy="579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B6CCFCA-5DAC-4F50-A136-3126FD93201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70880" y="2554056"/>
                <a:ext cx="1065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BD89269-1250-F6CB-3E75-408FE8E4A375}"/>
                  </a:ext>
                </a:extLst>
              </p14:cNvPr>
              <p14:cNvContentPartPr/>
              <p14:nvPr/>
            </p14:nvContentPartPr>
            <p14:xfrm>
              <a:off x="4238280" y="2563776"/>
              <a:ext cx="85680" cy="12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BD89269-1250-F6CB-3E75-408FE8E4A37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33960" y="2559456"/>
                <a:ext cx="943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0F28470-907E-2453-E69F-3A86144C515C}"/>
                  </a:ext>
                </a:extLst>
              </p14:cNvPr>
              <p14:cNvContentPartPr/>
              <p14:nvPr/>
            </p14:nvContentPartPr>
            <p14:xfrm>
              <a:off x="4440600" y="2518416"/>
              <a:ext cx="360" cy="1126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0F28470-907E-2453-E69F-3A86144C515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436280" y="2514096"/>
                <a:ext cx="90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70E1798-4017-10BB-9F13-65C87E4E642F}"/>
                  </a:ext>
                </a:extLst>
              </p14:cNvPr>
              <p14:cNvContentPartPr/>
              <p14:nvPr/>
            </p14:nvContentPartPr>
            <p14:xfrm>
              <a:off x="795600" y="3241656"/>
              <a:ext cx="5400" cy="256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70E1798-4017-10BB-9F13-65C87E4E642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1280" y="3237336"/>
                <a:ext cx="140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841C99E-2AA9-E996-45DD-87E87B0AF26A}"/>
                  </a:ext>
                </a:extLst>
              </p14:cNvPr>
              <p14:cNvContentPartPr/>
              <p14:nvPr/>
            </p14:nvContentPartPr>
            <p14:xfrm>
              <a:off x="758880" y="3156336"/>
              <a:ext cx="461160" cy="3312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841C99E-2AA9-E996-45DD-87E87B0AF26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54560" y="3152016"/>
                <a:ext cx="46980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A162D0E-F3B1-7319-A6F9-35D05B817B7F}"/>
                  </a:ext>
                </a:extLst>
              </p14:cNvPr>
              <p14:cNvContentPartPr/>
              <p14:nvPr/>
            </p14:nvContentPartPr>
            <p14:xfrm>
              <a:off x="707760" y="2811816"/>
              <a:ext cx="173520" cy="3531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A162D0E-F3B1-7319-A6F9-35D05B817B7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3440" y="2807496"/>
                <a:ext cx="18216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5EB307C-4C5A-2096-7D31-B3C0236BBA30}"/>
                  </a:ext>
                </a:extLst>
              </p14:cNvPr>
              <p14:cNvContentPartPr/>
              <p14:nvPr/>
            </p14:nvContentPartPr>
            <p14:xfrm>
              <a:off x="629640" y="3000456"/>
              <a:ext cx="200160" cy="51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5EB307C-4C5A-2096-7D31-B3C0236BBA3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25320" y="2996136"/>
                <a:ext cx="2088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F6ABF2D-21F5-F84F-5154-B45301ED51A9}"/>
                  </a:ext>
                </a:extLst>
              </p14:cNvPr>
              <p14:cNvContentPartPr/>
              <p14:nvPr/>
            </p14:nvContentPartPr>
            <p14:xfrm>
              <a:off x="839520" y="2970936"/>
              <a:ext cx="59040" cy="972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F6ABF2D-21F5-F84F-5154-B45301ED51A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5200" y="2966616"/>
                <a:ext cx="6768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E18AF46-65FC-8143-438C-ECC5B982D87F}"/>
                  </a:ext>
                </a:extLst>
              </p14:cNvPr>
              <p14:cNvContentPartPr/>
              <p14:nvPr/>
            </p14:nvContentPartPr>
            <p14:xfrm>
              <a:off x="947520" y="2980296"/>
              <a:ext cx="43920" cy="54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E18AF46-65FC-8143-438C-ECC5B982D87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43200" y="2975976"/>
                <a:ext cx="525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4072FE6-0584-C96D-7C71-9B24E399A4E0}"/>
                  </a:ext>
                </a:extLst>
              </p14:cNvPr>
              <p14:cNvContentPartPr/>
              <p14:nvPr/>
            </p14:nvContentPartPr>
            <p14:xfrm>
              <a:off x="981000" y="3000456"/>
              <a:ext cx="36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4072FE6-0584-C96D-7C71-9B24E399A4E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76680" y="299613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37E24F5-5B45-293A-288D-4E771CB53993}"/>
                  </a:ext>
                </a:extLst>
              </p14:cNvPr>
              <p14:cNvContentPartPr/>
              <p14:nvPr/>
            </p14:nvContentPartPr>
            <p14:xfrm>
              <a:off x="981000" y="2993616"/>
              <a:ext cx="154080" cy="392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37E24F5-5B45-293A-288D-4E771CB5399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76680" y="2989296"/>
                <a:ext cx="162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0749392-43C1-95CF-4682-DB35B8FD21C8}"/>
                  </a:ext>
                </a:extLst>
              </p14:cNvPr>
              <p14:cNvContentPartPr/>
              <p14:nvPr/>
            </p14:nvContentPartPr>
            <p14:xfrm>
              <a:off x="1217520" y="2858976"/>
              <a:ext cx="63720" cy="1558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0749392-43C1-95CF-4682-DB35B8FD21C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213200" y="2854656"/>
                <a:ext cx="7236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6DD7270-4188-D2FE-A63A-3AEDF35C9898}"/>
                  </a:ext>
                </a:extLst>
              </p14:cNvPr>
              <p14:cNvContentPartPr/>
              <p14:nvPr/>
            </p14:nvContentPartPr>
            <p14:xfrm>
              <a:off x="1158840" y="2926296"/>
              <a:ext cx="144360" cy="158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6DD7270-4188-D2FE-A63A-3AEDF35C989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54520" y="2921976"/>
                <a:ext cx="1530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1B8B2D9-C1D1-59E5-FA42-3ECCFBDF04BC}"/>
                  </a:ext>
                </a:extLst>
              </p14:cNvPr>
              <p14:cNvContentPartPr/>
              <p14:nvPr/>
            </p14:nvContentPartPr>
            <p14:xfrm>
              <a:off x="1061280" y="3310776"/>
              <a:ext cx="48960" cy="10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1B8B2D9-C1D1-59E5-FA42-3ECCFBDF04B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56960" y="3306456"/>
                <a:ext cx="5760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3CD1E9F-4327-8CE7-2DBC-F7DCFBE38DFB}"/>
                  </a:ext>
                </a:extLst>
              </p14:cNvPr>
              <p14:cNvContentPartPr/>
              <p14:nvPr/>
            </p14:nvContentPartPr>
            <p14:xfrm>
              <a:off x="1305000" y="3279816"/>
              <a:ext cx="51480" cy="10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3CD1E9F-4327-8CE7-2DBC-F7DCFBE38DF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300680" y="3275496"/>
                <a:ext cx="6012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D9A21FC-9B58-28C0-3F4A-5C1187D1C71B}"/>
                  </a:ext>
                </a:extLst>
              </p14:cNvPr>
              <p14:cNvContentPartPr/>
              <p14:nvPr/>
            </p14:nvContentPartPr>
            <p14:xfrm>
              <a:off x="1470960" y="3268656"/>
              <a:ext cx="63720" cy="36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D9A21FC-9B58-28C0-3F4A-5C1187D1C71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466640" y="3264336"/>
                <a:ext cx="7236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3A946C3-536B-A023-FEA5-85D7584BC69B}"/>
                  </a:ext>
                </a:extLst>
              </p14:cNvPr>
              <p14:cNvContentPartPr/>
              <p14:nvPr/>
            </p14:nvContentPartPr>
            <p14:xfrm>
              <a:off x="1636560" y="3243456"/>
              <a:ext cx="105120" cy="86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3A946C3-536B-A023-FEA5-85D7584BC69B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632240" y="3239136"/>
                <a:ext cx="11376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A67FEBB-2F06-9491-B330-EF55E20728DB}"/>
                  </a:ext>
                </a:extLst>
              </p14:cNvPr>
              <p14:cNvContentPartPr/>
              <p14:nvPr/>
            </p14:nvContentPartPr>
            <p14:xfrm>
              <a:off x="1807560" y="3215016"/>
              <a:ext cx="2880" cy="19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A67FEBB-2F06-9491-B330-EF55E20728DB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803240" y="3210696"/>
                <a:ext cx="115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BF8D085-9F06-4D40-1927-37F16B1BC6DD}"/>
                  </a:ext>
                </a:extLst>
              </p14:cNvPr>
              <p14:cNvContentPartPr/>
              <p14:nvPr/>
            </p14:nvContentPartPr>
            <p14:xfrm>
              <a:off x="1821960" y="3055536"/>
              <a:ext cx="360" cy="669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BF8D085-9F06-4D40-1927-37F16B1BC6DD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817640" y="3051216"/>
                <a:ext cx="90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DC6C812-7AAF-01C2-1EC7-76F357A1FE5E}"/>
                  </a:ext>
                </a:extLst>
              </p14:cNvPr>
              <p14:cNvContentPartPr/>
              <p14:nvPr/>
            </p14:nvContentPartPr>
            <p14:xfrm>
              <a:off x="1809720" y="2899656"/>
              <a:ext cx="7560" cy="597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DC6C812-7AAF-01C2-1EC7-76F357A1FE5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805400" y="2895336"/>
                <a:ext cx="162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1761806-F648-E3B8-E63A-FB947EED6FEF}"/>
                  </a:ext>
                </a:extLst>
              </p14:cNvPr>
              <p14:cNvContentPartPr/>
              <p14:nvPr/>
            </p14:nvContentPartPr>
            <p14:xfrm>
              <a:off x="1807560" y="2788056"/>
              <a:ext cx="2880" cy="345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1761806-F648-E3B8-E63A-FB947EED6FEF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803240" y="2783736"/>
                <a:ext cx="115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1986E34-1276-4AF7-6B69-AA4DB85BEBB8}"/>
                  </a:ext>
                </a:extLst>
              </p14:cNvPr>
              <p14:cNvContentPartPr/>
              <p14:nvPr/>
            </p14:nvContentPartPr>
            <p14:xfrm>
              <a:off x="1729440" y="2708136"/>
              <a:ext cx="134640" cy="716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1986E34-1276-4AF7-6B69-AA4DB85BEBB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725120" y="2703816"/>
                <a:ext cx="14328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65EEB74-4070-1D46-A36A-05B77A136B16}"/>
                  </a:ext>
                </a:extLst>
              </p14:cNvPr>
              <p14:cNvContentPartPr/>
              <p14:nvPr/>
            </p14:nvContentPartPr>
            <p14:xfrm>
              <a:off x="2902320" y="4129056"/>
              <a:ext cx="105120" cy="9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65EEB74-4070-1D46-A36A-05B77A136B16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898000" y="4124736"/>
                <a:ext cx="11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FCB98BB-1996-E748-813D-09CE2EAA1F98}"/>
                  </a:ext>
                </a:extLst>
              </p14:cNvPr>
              <p14:cNvContentPartPr/>
              <p14:nvPr/>
            </p14:nvContentPartPr>
            <p14:xfrm>
              <a:off x="3097440" y="4116816"/>
              <a:ext cx="10080" cy="118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FCB98BB-1996-E748-813D-09CE2EAA1F98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093120" y="4112496"/>
                <a:ext cx="187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0FDE387-11CD-926D-4B0F-AFA8111C2900}"/>
                  </a:ext>
                </a:extLst>
              </p14:cNvPr>
              <p14:cNvContentPartPr/>
              <p14:nvPr/>
            </p14:nvContentPartPr>
            <p14:xfrm>
              <a:off x="2553480" y="2556576"/>
              <a:ext cx="97920" cy="91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0FDE387-11CD-926D-4B0F-AFA8111C2900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2549160" y="2552256"/>
                <a:ext cx="10656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BE8BF83-EF14-E7F2-25F9-4FB2F74B9F2C}"/>
                  </a:ext>
                </a:extLst>
              </p14:cNvPr>
              <p14:cNvContentPartPr/>
              <p14:nvPr/>
            </p14:nvContentPartPr>
            <p14:xfrm>
              <a:off x="2997720" y="2491416"/>
              <a:ext cx="68400" cy="1393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BE8BF83-EF14-E7F2-25F9-4FB2F74B9F2C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993400" y="2487096"/>
                <a:ext cx="77040" cy="14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F157A71E-DC58-DF13-652F-8AD6D5F732A8}"/>
              </a:ext>
            </a:extLst>
          </p:cNvPr>
          <p:cNvGrpSpPr/>
          <p:nvPr/>
        </p:nvGrpSpPr>
        <p:grpSpPr>
          <a:xfrm>
            <a:off x="497880" y="619056"/>
            <a:ext cx="580320" cy="624960"/>
            <a:chOff x="497880" y="619056"/>
            <a:chExt cx="580320" cy="62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8BE7826-409B-56BC-9DB7-D6AC0976A6A1}"/>
                    </a:ext>
                  </a:extLst>
                </p14:cNvPr>
                <p14:cNvContentPartPr/>
                <p14:nvPr/>
              </p14:nvContentPartPr>
              <p14:xfrm>
                <a:off x="661320" y="987696"/>
                <a:ext cx="29520" cy="217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8BE7826-409B-56BC-9DB7-D6AC0976A6A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52680" y="978696"/>
                  <a:ext cx="471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B0C8963-B250-FD7E-45BF-D93ABDADB5D7}"/>
                    </a:ext>
                  </a:extLst>
                </p14:cNvPr>
                <p14:cNvContentPartPr/>
                <p14:nvPr/>
              </p14:nvContentPartPr>
              <p14:xfrm>
                <a:off x="629640" y="858456"/>
                <a:ext cx="448560" cy="385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B0C8963-B250-FD7E-45BF-D93ABDADB5D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21000" y="849816"/>
                  <a:ext cx="4662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AF89089-0D57-5EC7-FD0E-44A8F734B53B}"/>
                    </a:ext>
                  </a:extLst>
                </p14:cNvPr>
                <p14:cNvContentPartPr/>
                <p14:nvPr/>
              </p14:nvContentPartPr>
              <p14:xfrm>
                <a:off x="497880" y="712656"/>
                <a:ext cx="66240" cy="142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AF89089-0D57-5EC7-FD0E-44A8F734B53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89240" y="704016"/>
                  <a:ext cx="838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1F3233D-3D42-E273-0AF4-DAC928FF1B80}"/>
                    </a:ext>
                  </a:extLst>
                </p14:cNvPr>
                <p14:cNvContentPartPr/>
                <p14:nvPr/>
              </p14:nvContentPartPr>
              <p14:xfrm>
                <a:off x="612720" y="699336"/>
                <a:ext cx="99000" cy="73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1F3233D-3D42-E273-0AF4-DAC928FF1B8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03720" y="690696"/>
                  <a:ext cx="116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8C26B63-C912-1761-4844-1007FF8E717E}"/>
                    </a:ext>
                  </a:extLst>
                </p14:cNvPr>
                <p14:cNvContentPartPr/>
                <p14:nvPr/>
              </p14:nvContentPartPr>
              <p14:xfrm>
                <a:off x="728640" y="673416"/>
                <a:ext cx="133200" cy="83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8C26B63-C912-1761-4844-1007FF8E717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0000" y="664416"/>
                  <a:ext cx="150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D5DFBC0-19C1-1CBE-7D0E-170FFD60B3AE}"/>
                    </a:ext>
                  </a:extLst>
                </p14:cNvPr>
                <p14:cNvContentPartPr/>
                <p14:nvPr/>
              </p14:nvContentPartPr>
              <p14:xfrm>
                <a:off x="911160" y="619056"/>
                <a:ext cx="82080" cy="127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D5DFBC0-19C1-1CBE-7D0E-170FFD60B3A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02520" y="610056"/>
                  <a:ext cx="9972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49C2C64-838E-7AEF-2C49-5C057647A3AB}"/>
              </a:ext>
            </a:extLst>
          </p:cNvPr>
          <p:cNvGrpSpPr/>
          <p:nvPr/>
        </p:nvGrpSpPr>
        <p:grpSpPr>
          <a:xfrm>
            <a:off x="6791400" y="881496"/>
            <a:ext cx="1807200" cy="550800"/>
            <a:chOff x="6791400" y="881496"/>
            <a:chExt cx="1807200" cy="55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8300750-E02C-4DB2-0094-540361563DC7}"/>
                    </a:ext>
                  </a:extLst>
                </p14:cNvPr>
                <p14:cNvContentPartPr/>
                <p14:nvPr/>
              </p14:nvContentPartPr>
              <p14:xfrm>
                <a:off x="6791400" y="1129896"/>
                <a:ext cx="139320" cy="75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8300750-E02C-4DB2-0094-540361563DC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782400" y="1121256"/>
                  <a:ext cx="1569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C224296-788B-1664-7E6D-1A2327DBE869}"/>
                    </a:ext>
                  </a:extLst>
                </p14:cNvPr>
                <p14:cNvContentPartPr/>
                <p14:nvPr/>
              </p14:nvContentPartPr>
              <p14:xfrm>
                <a:off x="6969240" y="1141416"/>
                <a:ext cx="141840" cy="31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C224296-788B-1664-7E6D-1A2327DBE86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960600" y="1132776"/>
                  <a:ext cx="159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EC570C3-0AC0-36BE-8E9F-7ED83763600E}"/>
                    </a:ext>
                  </a:extLst>
                </p14:cNvPr>
                <p14:cNvContentPartPr/>
                <p14:nvPr/>
              </p14:nvContentPartPr>
              <p14:xfrm>
                <a:off x="7079040" y="1105416"/>
                <a:ext cx="205200" cy="326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EC570C3-0AC0-36BE-8E9F-7ED83763600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070040" y="1096416"/>
                  <a:ext cx="2228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D7B3AEF-7499-B0DC-C89D-8C9F1219D27B}"/>
                    </a:ext>
                  </a:extLst>
                </p14:cNvPr>
                <p14:cNvContentPartPr/>
                <p14:nvPr/>
              </p14:nvContentPartPr>
              <p14:xfrm>
                <a:off x="7332480" y="1126296"/>
                <a:ext cx="151560" cy="65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D7B3AEF-7499-B0DC-C89D-8C9F1219D27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323840" y="1117296"/>
                  <a:ext cx="169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60A5375-931B-87C3-526B-FE5CB077E5FF}"/>
                    </a:ext>
                  </a:extLst>
                </p14:cNvPr>
                <p14:cNvContentPartPr/>
                <p14:nvPr/>
              </p14:nvContentPartPr>
              <p14:xfrm>
                <a:off x="7522560" y="1087056"/>
                <a:ext cx="110160" cy="68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60A5375-931B-87C3-526B-FE5CB077E5F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513920" y="1078416"/>
                  <a:ext cx="127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90C3AB6-CE6B-89B2-DE1A-9A047B3CB8D0}"/>
                    </a:ext>
                  </a:extLst>
                </p14:cNvPr>
                <p14:cNvContentPartPr/>
                <p14:nvPr/>
              </p14:nvContentPartPr>
              <p14:xfrm>
                <a:off x="7681320" y="1096416"/>
                <a:ext cx="114840" cy="41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90C3AB6-CE6B-89B2-DE1A-9A047B3CB8D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672320" y="1087416"/>
                  <a:ext cx="132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D39CB4F-8067-CC4F-E648-608494C1F3EE}"/>
                    </a:ext>
                  </a:extLst>
                </p14:cNvPr>
                <p14:cNvContentPartPr/>
                <p14:nvPr/>
              </p14:nvContentPartPr>
              <p14:xfrm>
                <a:off x="7841880" y="1060776"/>
                <a:ext cx="139320" cy="58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D39CB4F-8067-CC4F-E648-608494C1F3E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833240" y="1051776"/>
                  <a:ext cx="1569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5E17DBC-988D-1AD9-33BB-8B92B44296DF}"/>
                    </a:ext>
                  </a:extLst>
                </p14:cNvPr>
                <p14:cNvContentPartPr/>
                <p14:nvPr/>
              </p14:nvContentPartPr>
              <p14:xfrm>
                <a:off x="8032320" y="905976"/>
                <a:ext cx="151560" cy="239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5E17DBC-988D-1AD9-33BB-8B92B44296D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023320" y="896976"/>
                  <a:ext cx="1692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4F304F9-D086-B895-7710-7E16E981B29D}"/>
                    </a:ext>
                  </a:extLst>
                </p14:cNvPr>
                <p14:cNvContentPartPr/>
                <p14:nvPr/>
              </p14:nvContentPartPr>
              <p14:xfrm>
                <a:off x="8268840" y="961776"/>
                <a:ext cx="95040" cy="149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4F304F9-D086-B895-7710-7E16E981B29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260200" y="953136"/>
                  <a:ext cx="112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AB81F25-3064-44B6-2602-93A8487DBD7E}"/>
                    </a:ext>
                  </a:extLst>
                </p14:cNvPr>
                <p14:cNvContentPartPr/>
                <p14:nvPr/>
              </p14:nvContentPartPr>
              <p14:xfrm>
                <a:off x="8346960" y="926856"/>
                <a:ext cx="114840" cy="16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AB81F25-3064-44B6-2602-93A8487DBD7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337960" y="918216"/>
                  <a:ext cx="132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D4B680A-8403-7A89-8F98-2C0FA4DF3628}"/>
                    </a:ext>
                  </a:extLst>
                </p14:cNvPr>
                <p14:cNvContentPartPr/>
                <p14:nvPr/>
              </p14:nvContentPartPr>
              <p14:xfrm>
                <a:off x="8482680" y="881496"/>
                <a:ext cx="115920" cy="290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D4B680A-8403-7A89-8F98-2C0FA4DF362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474040" y="872496"/>
                  <a:ext cx="133560" cy="30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1615C2C-CE5A-34B3-A673-FA075DE1D0D6}"/>
                  </a:ext>
                </a:extLst>
              </p14:cNvPr>
              <p14:cNvContentPartPr/>
              <p14:nvPr/>
            </p14:nvContentPartPr>
            <p14:xfrm>
              <a:off x="1131840" y="1029456"/>
              <a:ext cx="51480" cy="20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1615C2C-CE5A-34B3-A673-FA075DE1D0D6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123200" y="1020456"/>
                <a:ext cx="691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10E20156-284E-A068-D944-44C716AA6905}"/>
                  </a:ext>
                </a:extLst>
              </p14:cNvPr>
              <p14:cNvContentPartPr/>
              <p14:nvPr/>
            </p14:nvContentPartPr>
            <p14:xfrm>
              <a:off x="1348920" y="1039896"/>
              <a:ext cx="141840" cy="10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10E20156-284E-A068-D944-44C716AA6905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340280" y="1031256"/>
                <a:ext cx="1594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75BC32E-77D4-C130-E334-CDEEBDEDC8AA}"/>
                  </a:ext>
                </a:extLst>
              </p14:cNvPr>
              <p14:cNvContentPartPr/>
              <p14:nvPr/>
            </p14:nvContentPartPr>
            <p14:xfrm>
              <a:off x="1653840" y="1003536"/>
              <a:ext cx="114840" cy="140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75BC32E-77D4-C130-E334-CDEEBDEDC8AA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644840" y="994536"/>
                <a:ext cx="1324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964E19B-F4E6-6933-2800-522AB8C9CEC4}"/>
                  </a:ext>
                </a:extLst>
              </p14:cNvPr>
              <p14:cNvContentPartPr/>
              <p14:nvPr/>
            </p14:nvContentPartPr>
            <p14:xfrm>
              <a:off x="1922040" y="975816"/>
              <a:ext cx="95400" cy="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964E19B-F4E6-6933-2800-522AB8C9CEC4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913040" y="966816"/>
                <a:ext cx="1130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6B43CB1D-0CBA-12D2-F6B4-F75759FE326D}"/>
                  </a:ext>
                </a:extLst>
              </p14:cNvPr>
              <p14:cNvContentPartPr/>
              <p14:nvPr/>
            </p14:nvContentPartPr>
            <p14:xfrm>
              <a:off x="8776080" y="1006776"/>
              <a:ext cx="12600" cy="424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6B43CB1D-0CBA-12D2-F6B4-F75759FE326D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8767080" y="997776"/>
                <a:ext cx="3024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D9E56FB-861F-6398-BD67-315D2F851AF0}"/>
                  </a:ext>
                </a:extLst>
              </p14:cNvPr>
              <p14:cNvContentPartPr/>
              <p14:nvPr/>
            </p14:nvContentPartPr>
            <p14:xfrm>
              <a:off x="8700480" y="1136016"/>
              <a:ext cx="22320" cy="720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D9E56FB-861F-6398-BD67-315D2F851AF0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8691480" y="1127016"/>
                <a:ext cx="39960" cy="8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B9B3221A-9064-BF64-F5E6-1924C98F2DE6}"/>
              </a:ext>
            </a:extLst>
          </p:cNvPr>
          <p:cNvGrpSpPr/>
          <p:nvPr/>
        </p:nvGrpSpPr>
        <p:grpSpPr>
          <a:xfrm>
            <a:off x="6802200" y="1417176"/>
            <a:ext cx="1925640" cy="528480"/>
            <a:chOff x="6802200" y="1417176"/>
            <a:chExt cx="1925640" cy="52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9DE54D4-8E70-9210-141F-D03B13126B58}"/>
                    </a:ext>
                  </a:extLst>
                </p14:cNvPr>
                <p14:cNvContentPartPr/>
                <p14:nvPr/>
              </p14:nvContentPartPr>
              <p14:xfrm>
                <a:off x="6802200" y="1695816"/>
                <a:ext cx="82080" cy="102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9DE54D4-8E70-9210-141F-D03B13126B5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793560" y="1687176"/>
                  <a:ext cx="997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7351649-3290-9B5D-905D-5EB5455B99A0}"/>
                    </a:ext>
                  </a:extLst>
                </p14:cNvPr>
                <p14:cNvContentPartPr/>
                <p14:nvPr/>
              </p14:nvContentPartPr>
              <p14:xfrm>
                <a:off x="6918120" y="1744416"/>
                <a:ext cx="149040" cy="37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7351649-3290-9B5D-905D-5EB5455B99A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909120" y="1735416"/>
                  <a:ext cx="166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698C7F5-D9F6-6B31-E64F-286C821B45F5}"/>
                    </a:ext>
                  </a:extLst>
                </p14:cNvPr>
                <p14:cNvContentPartPr/>
                <p14:nvPr/>
              </p14:nvContentPartPr>
              <p14:xfrm>
                <a:off x="7064280" y="1709136"/>
                <a:ext cx="139680" cy="236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698C7F5-D9F6-6B31-E64F-286C821B45F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055280" y="1700136"/>
                  <a:ext cx="1573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0FB518E-4BA9-9C3D-4C86-9FCDBA7B7129}"/>
                    </a:ext>
                  </a:extLst>
                </p14:cNvPr>
                <p14:cNvContentPartPr/>
                <p14:nvPr/>
              </p14:nvContentPartPr>
              <p14:xfrm>
                <a:off x="7244640" y="1726056"/>
                <a:ext cx="124920" cy="39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0FB518E-4BA9-9C3D-4C86-9FCDBA7B712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235640" y="1717056"/>
                  <a:ext cx="142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6BEBF70-BD93-C88A-6A70-9C52C38B9314}"/>
                    </a:ext>
                  </a:extLst>
                </p14:cNvPr>
                <p14:cNvContentPartPr/>
                <p14:nvPr/>
              </p14:nvContentPartPr>
              <p14:xfrm>
                <a:off x="7427520" y="1663056"/>
                <a:ext cx="108000" cy="64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6BEBF70-BD93-C88A-6A70-9C52C38B931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418520" y="1654416"/>
                  <a:ext cx="1256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D053978-5BC5-38D8-CE53-07773368BF42}"/>
                    </a:ext>
                  </a:extLst>
                </p14:cNvPr>
                <p14:cNvContentPartPr/>
                <p14:nvPr/>
              </p14:nvContentPartPr>
              <p14:xfrm>
                <a:off x="7585560" y="1658736"/>
                <a:ext cx="113040" cy="42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D053978-5BC5-38D8-CE53-07773368BF4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576920" y="1649736"/>
                  <a:ext cx="130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669C4E3-5614-7136-FC8A-FDB227EB78DF}"/>
                    </a:ext>
                  </a:extLst>
                </p14:cNvPr>
                <p14:cNvContentPartPr/>
                <p14:nvPr/>
              </p14:nvContentPartPr>
              <p14:xfrm>
                <a:off x="7736040" y="1616976"/>
                <a:ext cx="196920" cy="75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669C4E3-5614-7136-FC8A-FDB227EB78D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727040" y="1607976"/>
                  <a:ext cx="214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0D65E8F-F483-13B8-637F-73B5B2478D84}"/>
                    </a:ext>
                  </a:extLst>
                </p14:cNvPr>
                <p14:cNvContentPartPr/>
                <p14:nvPr/>
              </p14:nvContentPartPr>
              <p14:xfrm>
                <a:off x="8035200" y="1425096"/>
                <a:ext cx="175680" cy="309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0D65E8F-F483-13B8-637F-73B5B2478D8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026200" y="1416456"/>
                  <a:ext cx="1933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20EE7AE-F22F-B73D-5883-338C2454E789}"/>
                    </a:ext>
                  </a:extLst>
                </p14:cNvPr>
                <p14:cNvContentPartPr/>
                <p14:nvPr/>
              </p14:nvContentPartPr>
              <p14:xfrm>
                <a:off x="8295120" y="1476576"/>
                <a:ext cx="140040" cy="115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20EE7AE-F22F-B73D-5883-338C2454E78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286120" y="1467576"/>
                  <a:ext cx="157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13A1A87-240D-3D3F-8B2B-4CB39B01EF3A}"/>
                    </a:ext>
                  </a:extLst>
                </p14:cNvPr>
                <p14:cNvContentPartPr/>
                <p14:nvPr/>
              </p14:nvContentPartPr>
              <p14:xfrm>
                <a:off x="8388360" y="1512936"/>
                <a:ext cx="19800" cy="136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13A1A87-240D-3D3F-8B2B-4CB39B01EF3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379360" y="1504296"/>
                  <a:ext cx="374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4213073-C621-79F4-0317-1CA126B462D9}"/>
                    </a:ext>
                  </a:extLst>
                </p14:cNvPr>
                <p14:cNvContentPartPr/>
                <p14:nvPr/>
              </p14:nvContentPartPr>
              <p14:xfrm>
                <a:off x="8451000" y="1417176"/>
                <a:ext cx="108720" cy="278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4213073-C621-79F4-0317-1CA126B462D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442360" y="1408176"/>
                  <a:ext cx="1263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D0A9D1F-E282-0A7C-3582-7D7BC92CFB5F}"/>
                    </a:ext>
                  </a:extLst>
                </p14:cNvPr>
                <p14:cNvContentPartPr/>
                <p14:nvPr/>
              </p14:nvContentPartPr>
              <p14:xfrm>
                <a:off x="8712720" y="1484496"/>
                <a:ext cx="15120" cy="91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D0A9D1F-E282-0A7C-3582-7D7BC92CFB5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703720" y="1475856"/>
                  <a:ext cx="327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D2E571D-15DE-315E-A21E-689D3FD5A5AE}"/>
                    </a:ext>
                  </a:extLst>
                </p14:cNvPr>
                <p14:cNvContentPartPr/>
                <p14:nvPr/>
              </p14:nvContentPartPr>
              <p14:xfrm>
                <a:off x="8554320" y="1637496"/>
                <a:ext cx="122400" cy="132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D2E571D-15DE-315E-A21E-689D3FD5A5A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545320" y="1628496"/>
                  <a:ext cx="14004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9EF5D2E-2D9F-3EEF-895B-3AB5D544CE3A}"/>
              </a:ext>
            </a:extLst>
          </p:cNvPr>
          <p:cNvGrpSpPr/>
          <p:nvPr/>
        </p:nvGrpSpPr>
        <p:grpSpPr>
          <a:xfrm>
            <a:off x="2082960" y="979056"/>
            <a:ext cx="309960" cy="19800"/>
            <a:chOff x="2082960" y="979056"/>
            <a:chExt cx="309960" cy="1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5CF7522-2E87-4C9D-C01C-C9B23A3D34D0}"/>
                    </a:ext>
                  </a:extLst>
                </p14:cNvPr>
                <p14:cNvContentPartPr/>
                <p14:nvPr/>
              </p14:nvContentPartPr>
              <p14:xfrm>
                <a:off x="2082960" y="992736"/>
                <a:ext cx="95400" cy="6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5CF7522-2E87-4C9D-C01C-C9B23A3D34D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073960" y="984096"/>
                  <a:ext cx="113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7AEC462-9AF2-E1D4-8CDA-AA62D04DDF66}"/>
                    </a:ext>
                  </a:extLst>
                </p14:cNvPr>
                <p14:cNvContentPartPr/>
                <p14:nvPr/>
              </p14:nvContentPartPr>
              <p14:xfrm>
                <a:off x="2287800" y="979056"/>
                <a:ext cx="105120" cy="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7AEC462-9AF2-E1D4-8CDA-AA62D04DDF6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278800" y="970056"/>
                  <a:ext cx="12276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CCF1F47-79C8-F884-BC72-852FC3483BAA}"/>
              </a:ext>
            </a:extLst>
          </p:cNvPr>
          <p:cNvGrpSpPr/>
          <p:nvPr/>
        </p:nvGrpSpPr>
        <p:grpSpPr>
          <a:xfrm>
            <a:off x="6873480" y="1947816"/>
            <a:ext cx="1871280" cy="640440"/>
            <a:chOff x="6873480" y="1947816"/>
            <a:chExt cx="1871280" cy="64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A18E3C0-B19A-8159-A19F-6E8976FC1F5F}"/>
                    </a:ext>
                  </a:extLst>
                </p14:cNvPr>
                <p14:cNvContentPartPr/>
                <p14:nvPr/>
              </p14:nvContentPartPr>
              <p14:xfrm>
                <a:off x="6873480" y="2276136"/>
                <a:ext cx="79200" cy="114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A18E3C0-B19A-8159-A19F-6E8976FC1F5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864480" y="2267136"/>
                  <a:ext cx="96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EAFA7EB-DC55-F56D-2962-0958C50918BF}"/>
                    </a:ext>
                  </a:extLst>
                </p14:cNvPr>
                <p14:cNvContentPartPr/>
                <p14:nvPr/>
              </p14:nvContentPartPr>
              <p14:xfrm>
                <a:off x="6974280" y="2297376"/>
                <a:ext cx="146520" cy="34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EAFA7EB-DC55-F56D-2962-0958C50918B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965280" y="2288736"/>
                  <a:ext cx="164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DDE6AF9-E2FC-CB31-6AE0-4808F5296B2D}"/>
                    </a:ext>
                  </a:extLst>
                </p14:cNvPr>
                <p14:cNvContentPartPr/>
                <p14:nvPr/>
              </p14:nvContentPartPr>
              <p14:xfrm>
                <a:off x="7023240" y="2280816"/>
                <a:ext cx="258480" cy="307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DDE6AF9-E2FC-CB31-6AE0-4808F5296B2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014240" y="2271816"/>
                  <a:ext cx="2761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E6E7332-D7DA-8832-F919-DDF9FD913BBE}"/>
                    </a:ext>
                  </a:extLst>
                </p14:cNvPr>
                <p14:cNvContentPartPr/>
                <p14:nvPr/>
              </p14:nvContentPartPr>
              <p14:xfrm>
                <a:off x="7303320" y="2252016"/>
                <a:ext cx="151560" cy="65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E6E7332-D7DA-8832-F919-DDF9FD913BB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294320" y="2243016"/>
                  <a:ext cx="169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262F526-7865-B1ED-4489-A9E081518348}"/>
                    </a:ext>
                  </a:extLst>
                </p14:cNvPr>
                <p14:cNvContentPartPr/>
                <p14:nvPr/>
              </p14:nvContentPartPr>
              <p14:xfrm>
                <a:off x="7464240" y="2220336"/>
                <a:ext cx="86760" cy="73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262F526-7865-B1ED-4489-A9E08151834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455600" y="2211696"/>
                  <a:ext cx="104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6E2E3B0-F128-318F-53B3-C28C6B94D49B}"/>
                    </a:ext>
                  </a:extLst>
                </p14:cNvPr>
                <p14:cNvContentPartPr/>
                <p14:nvPr/>
              </p14:nvContentPartPr>
              <p14:xfrm>
                <a:off x="7593480" y="2225016"/>
                <a:ext cx="112680" cy="41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6E2E3B0-F128-318F-53B3-C28C6B94D49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584480" y="2216016"/>
                  <a:ext cx="130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92CEB79-16B7-AF37-2CF0-CEFC2E8826B0}"/>
                    </a:ext>
                  </a:extLst>
                </p14:cNvPr>
                <p14:cNvContentPartPr/>
                <p14:nvPr/>
              </p14:nvContentPartPr>
              <p14:xfrm>
                <a:off x="7730640" y="2180736"/>
                <a:ext cx="219240" cy="94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92CEB79-16B7-AF37-2CF0-CEFC2E8826B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722000" y="2171736"/>
                  <a:ext cx="236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A41F675-8BAD-BD9F-CB0D-C24E30F44340}"/>
                    </a:ext>
                  </a:extLst>
                </p14:cNvPr>
                <p14:cNvContentPartPr/>
                <p14:nvPr/>
              </p14:nvContentPartPr>
              <p14:xfrm>
                <a:off x="8061480" y="2021616"/>
                <a:ext cx="173520" cy="181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A41F675-8BAD-BD9F-CB0D-C24E30F4434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052840" y="2012976"/>
                  <a:ext cx="191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9426579-FF88-CEDF-8253-798D412253F9}"/>
                    </a:ext>
                  </a:extLst>
                </p14:cNvPr>
                <p14:cNvContentPartPr/>
                <p14:nvPr/>
              </p14:nvContentPartPr>
              <p14:xfrm>
                <a:off x="8288280" y="2017656"/>
                <a:ext cx="117360" cy="114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9426579-FF88-CEDF-8253-798D412253F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279640" y="2009016"/>
                  <a:ext cx="1350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ED06628-1C9A-9528-AAD9-A1EF6CCCF8F8}"/>
                    </a:ext>
                  </a:extLst>
                </p14:cNvPr>
                <p14:cNvContentPartPr/>
                <p14:nvPr/>
              </p14:nvContentPartPr>
              <p14:xfrm>
                <a:off x="8478720" y="1947816"/>
                <a:ext cx="68400" cy="211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ED06628-1C9A-9528-AAD9-A1EF6CCCF8F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469720" y="1938816"/>
                  <a:ext cx="860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3B653BE-3185-4488-0CCA-E57647F4DE74}"/>
                    </a:ext>
                  </a:extLst>
                </p14:cNvPr>
                <p14:cNvContentPartPr/>
                <p14:nvPr/>
              </p14:nvContentPartPr>
              <p14:xfrm>
                <a:off x="8732160" y="2033856"/>
                <a:ext cx="12600" cy="46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3B653BE-3185-4488-0CCA-E57647F4DE7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723160" y="2025216"/>
                  <a:ext cx="30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1B9CC89-275E-BB72-2F80-8466255336AD}"/>
                    </a:ext>
                  </a:extLst>
                </p14:cNvPr>
                <p14:cNvContentPartPr/>
                <p14:nvPr/>
              </p14:nvContentPartPr>
              <p14:xfrm>
                <a:off x="8639640" y="2134656"/>
                <a:ext cx="97920" cy="145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1B9CC89-275E-BB72-2F80-8466255336A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630640" y="2126016"/>
                  <a:ext cx="1155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0C6433C-372E-DFDE-2AB8-653EF345B779}"/>
              </a:ext>
            </a:extLst>
          </p:cNvPr>
          <p:cNvGrpSpPr/>
          <p:nvPr/>
        </p:nvGrpSpPr>
        <p:grpSpPr>
          <a:xfrm>
            <a:off x="6191280" y="2815056"/>
            <a:ext cx="342000" cy="199080"/>
            <a:chOff x="6191280" y="2815056"/>
            <a:chExt cx="34200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61AC0C8-F60E-E005-DF47-C99586704046}"/>
                    </a:ext>
                  </a:extLst>
                </p14:cNvPr>
                <p14:cNvContentPartPr/>
                <p14:nvPr/>
              </p14:nvContentPartPr>
              <p14:xfrm>
                <a:off x="6191280" y="2939976"/>
                <a:ext cx="10080" cy="741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61AC0C8-F60E-E005-DF47-C9958670404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182640" y="2931336"/>
                  <a:ext cx="277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8D50335-92EC-7CDA-AF61-A10958898589}"/>
                    </a:ext>
                  </a:extLst>
                </p14:cNvPr>
                <p14:cNvContentPartPr/>
                <p14:nvPr/>
              </p14:nvContentPartPr>
              <p14:xfrm>
                <a:off x="6201360" y="2815056"/>
                <a:ext cx="10080" cy="44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8D50335-92EC-7CDA-AF61-A1095889858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192360" y="2806056"/>
                  <a:ext cx="27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8F6B9B9-505A-F6F9-F4F5-766CC6DE37DB}"/>
                    </a:ext>
                  </a:extLst>
                </p14:cNvPr>
                <p14:cNvContentPartPr/>
                <p14:nvPr/>
              </p14:nvContentPartPr>
              <p14:xfrm>
                <a:off x="6255000" y="2928096"/>
                <a:ext cx="127080" cy="46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8F6B9B9-505A-F6F9-F4F5-766CC6DE37D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246000" y="2919096"/>
                  <a:ext cx="1447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DAA12F5-A7C1-7F7D-9EDF-3056A7AD8D9D}"/>
                    </a:ext>
                  </a:extLst>
                </p14:cNvPr>
                <p14:cNvContentPartPr/>
                <p14:nvPr/>
              </p14:nvContentPartPr>
              <p14:xfrm>
                <a:off x="6425640" y="2825496"/>
                <a:ext cx="17280" cy="126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DAA12F5-A7C1-7F7D-9EDF-3056A7AD8D9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416640" y="2816856"/>
                  <a:ext cx="349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0565015-B83D-B023-FA1B-AAFFB420726C}"/>
                    </a:ext>
                  </a:extLst>
                </p14:cNvPr>
                <p14:cNvContentPartPr/>
                <p14:nvPr/>
              </p14:nvContentPartPr>
              <p14:xfrm>
                <a:off x="6391440" y="2875176"/>
                <a:ext cx="141840" cy="7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0565015-B83D-B023-FA1B-AAFFB420726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382440" y="2866176"/>
                  <a:ext cx="15948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95E5E2A-0B12-F2CE-E6BB-A912B8E15F03}"/>
              </a:ext>
            </a:extLst>
          </p:cNvPr>
          <p:cNvGrpSpPr/>
          <p:nvPr/>
        </p:nvGrpSpPr>
        <p:grpSpPr>
          <a:xfrm>
            <a:off x="6742440" y="2701296"/>
            <a:ext cx="397800" cy="217080"/>
            <a:chOff x="6742440" y="2701296"/>
            <a:chExt cx="397800" cy="21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3DB7BDC-8FD0-D21D-BB8F-98868694CC3A}"/>
                    </a:ext>
                  </a:extLst>
                </p14:cNvPr>
                <p14:cNvContentPartPr/>
                <p14:nvPr/>
              </p14:nvContentPartPr>
              <p14:xfrm>
                <a:off x="6742440" y="2798496"/>
                <a:ext cx="141840" cy="119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3DB7BDC-8FD0-D21D-BB8F-98868694CC3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733800" y="2789856"/>
                  <a:ext cx="1594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108E033-6A86-E808-18DE-270F3AC62B63}"/>
                    </a:ext>
                  </a:extLst>
                </p14:cNvPr>
                <p14:cNvContentPartPr/>
                <p14:nvPr/>
              </p14:nvContentPartPr>
              <p14:xfrm>
                <a:off x="6888600" y="2701296"/>
                <a:ext cx="251640" cy="1890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108E033-6A86-E808-18DE-270F3AC62B6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879960" y="2692296"/>
                  <a:ext cx="26928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123157F-F15D-05A4-CD81-FEF6B2148EB1}"/>
              </a:ext>
            </a:extLst>
          </p:cNvPr>
          <p:cNvGrpSpPr/>
          <p:nvPr/>
        </p:nvGrpSpPr>
        <p:grpSpPr>
          <a:xfrm>
            <a:off x="7335000" y="2769336"/>
            <a:ext cx="117360" cy="66240"/>
            <a:chOff x="7335000" y="2769336"/>
            <a:chExt cx="117360" cy="6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399862C-E1E8-30EF-DCB5-87A674F8B6A8}"/>
                    </a:ext>
                  </a:extLst>
                </p14:cNvPr>
                <p14:cNvContentPartPr/>
                <p14:nvPr/>
              </p14:nvContentPartPr>
              <p14:xfrm>
                <a:off x="7335000" y="2769336"/>
                <a:ext cx="107640" cy="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399862C-E1E8-30EF-DCB5-87A674F8B6A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326360" y="2760696"/>
                  <a:ext cx="1252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47D0C1A-8C9B-CB5B-7B4B-733BA1D48482}"/>
                    </a:ext>
                  </a:extLst>
                </p14:cNvPr>
                <p14:cNvContentPartPr/>
                <p14:nvPr/>
              </p14:nvContentPartPr>
              <p14:xfrm>
                <a:off x="7364160" y="2821536"/>
                <a:ext cx="88200" cy="140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47D0C1A-8C9B-CB5B-7B4B-733BA1D4848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355520" y="2812536"/>
                  <a:ext cx="10584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A180133-40A7-80D4-8AA8-225A0A836E41}"/>
              </a:ext>
            </a:extLst>
          </p:cNvPr>
          <p:cNvGrpSpPr/>
          <p:nvPr/>
        </p:nvGrpSpPr>
        <p:grpSpPr>
          <a:xfrm>
            <a:off x="7626240" y="2391696"/>
            <a:ext cx="1747440" cy="498600"/>
            <a:chOff x="7626240" y="2391696"/>
            <a:chExt cx="1747440" cy="49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361EAEE-1E20-0B66-156F-69E7069B73F7}"/>
                    </a:ext>
                  </a:extLst>
                </p14:cNvPr>
                <p14:cNvContentPartPr/>
                <p14:nvPr/>
              </p14:nvContentPartPr>
              <p14:xfrm>
                <a:off x="7626240" y="2523456"/>
                <a:ext cx="235800" cy="276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361EAEE-1E20-0B66-156F-69E7069B73F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617240" y="2514456"/>
                  <a:ext cx="2534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6EBC9C7-23E0-A441-C98D-BCB4EEE0A0CD}"/>
                    </a:ext>
                  </a:extLst>
                </p14:cNvPr>
                <p14:cNvContentPartPr/>
                <p14:nvPr/>
              </p14:nvContentPartPr>
              <p14:xfrm>
                <a:off x="7846920" y="2693376"/>
                <a:ext cx="110160" cy="507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6EBC9C7-23E0-A441-C98D-BCB4EEE0A0C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838280" y="2684376"/>
                  <a:ext cx="1278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28A35D2-A993-0893-E7AF-70C67AE2030D}"/>
                    </a:ext>
                  </a:extLst>
                </p14:cNvPr>
                <p14:cNvContentPartPr/>
                <p14:nvPr/>
              </p14:nvContentPartPr>
              <p14:xfrm>
                <a:off x="7976160" y="2656296"/>
                <a:ext cx="205200" cy="234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28A35D2-A993-0893-E7AF-70C67AE2030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967520" y="2647656"/>
                  <a:ext cx="2228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77B14DD-6A41-5BA4-C025-576ABE9E9249}"/>
                    </a:ext>
                  </a:extLst>
                </p14:cNvPr>
                <p14:cNvContentPartPr/>
                <p14:nvPr/>
              </p14:nvContentPartPr>
              <p14:xfrm>
                <a:off x="8200440" y="2666376"/>
                <a:ext cx="141840" cy="45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77B14DD-6A41-5BA4-C025-576ABE9E924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191800" y="2657736"/>
                  <a:ext cx="159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5665783-7A3B-BA66-799B-22393747F13B}"/>
                    </a:ext>
                  </a:extLst>
                </p14:cNvPr>
                <p14:cNvContentPartPr/>
                <p14:nvPr/>
              </p14:nvContentPartPr>
              <p14:xfrm>
                <a:off x="8383320" y="2608416"/>
                <a:ext cx="85680" cy="846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5665783-7A3B-BA66-799B-22393747F13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374680" y="2599776"/>
                  <a:ext cx="103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7F4EE11-D88E-22FC-C588-000040B550D6}"/>
                    </a:ext>
                  </a:extLst>
                </p14:cNvPr>
                <p14:cNvContentPartPr/>
                <p14:nvPr/>
              </p14:nvContentPartPr>
              <p14:xfrm>
                <a:off x="8544240" y="2612736"/>
                <a:ext cx="139320" cy="45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7F4EE11-D88E-22FC-C588-000040B550D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535600" y="2603736"/>
                  <a:ext cx="1569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BCDA8DF-917B-FFBB-CA70-2E86A432C72E}"/>
                    </a:ext>
                  </a:extLst>
                </p14:cNvPr>
                <p14:cNvContentPartPr/>
                <p14:nvPr/>
              </p14:nvContentPartPr>
              <p14:xfrm>
                <a:off x="8756640" y="2535336"/>
                <a:ext cx="102960" cy="99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BCDA8DF-917B-FFBB-CA70-2E86A432C72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747640" y="2526336"/>
                  <a:ext cx="120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7CD732F-DE3D-5F7A-DDAE-E5EBAA8B9B6C}"/>
                    </a:ext>
                  </a:extLst>
                </p14:cNvPr>
                <p14:cNvContentPartPr/>
                <p14:nvPr/>
              </p14:nvContentPartPr>
              <p14:xfrm>
                <a:off x="9010080" y="2457216"/>
                <a:ext cx="102960" cy="1969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7CD732F-DE3D-5F7A-DDAE-E5EBAA8B9B6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001080" y="2448576"/>
                  <a:ext cx="1206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B1D68D7-04AF-FDCE-AC3F-66F5B22E76E7}"/>
                    </a:ext>
                  </a:extLst>
                </p14:cNvPr>
                <p14:cNvContentPartPr/>
                <p14:nvPr/>
              </p14:nvContentPartPr>
              <p14:xfrm>
                <a:off x="9176040" y="2391696"/>
                <a:ext cx="70920" cy="2415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B1D68D7-04AF-FDCE-AC3F-66F5B22E76E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167040" y="2382696"/>
                  <a:ext cx="885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256BFC6-9C15-B30F-60C6-09C50F4EB729}"/>
                    </a:ext>
                  </a:extLst>
                </p14:cNvPr>
                <p14:cNvContentPartPr/>
                <p14:nvPr/>
              </p14:nvContentPartPr>
              <p14:xfrm>
                <a:off x="9366120" y="2534616"/>
                <a:ext cx="7560" cy="313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256BFC6-9C15-B30F-60C6-09C50F4EB72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357120" y="2525616"/>
                  <a:ext cx="25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30134E5-DCED-B175-83B4-E38727C5F5BC}"/>
                    </a:ext>
                  </a:extLst>
                </p14:cNvPr>
                <p14:cNvContentPartPr/>
                <p14:nvPr/>
              </p14:nvContentPartPr>
              <p14:xfrm>
                <a:off x="9256320" y="2681856"/>
                <a:ext cx="90720" cy="1256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30134E5-DCED-B175-83B4-E38727C5F5B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247680" y="2672856"/>
                  <a:ext cx="10836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D9DB390-A92A-88D0-6D96-02605E903160}"/>
              </a:ext>
            </a:extLst>
          </p:cNvPr>
          <p:cNvGrpSpPr/>
          <p:nvPr/>
        </p:nvGrpSpPr>
        <p:grpSpPr>
          <a:xfrm>
            <a:off x="1799640" y="2234736"/>
            <a:ext cx="105480" cy="191520"/>
            <a:chOff x="1799640" y="2234736"/>
            <a:chExt cx="10548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4954CFE-76D7-E536-691A-0DB9C8CCD050}"/>
                    </a:ext>
                  </a:extLst>
                </p14:cNvPr>
                <p14:cNvContentPartPr/>
                <p14:nvPr/>
              </p14:nvContentPartPr>
              <p14:xfrm>
                <a:off x="1799640" y="2234736"/>
                <a:ext cx="105480" cy="108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4954CFE-76D7-E536-691A-0DB9C8CCD05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791000" y="2225736"/>
                  <a:ext cx="1231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C5F2462-D2D5-C97D-464B-975EB126CB75}"/>
                    </a:ext>
                  </a:extLst>
                </p14:cNvPr>
                <p14:cNvContentPartPr/>
                <p14:nvPr/>
              </p14:nvContentPartPr>
              <p14:xfrm>
                <a:off x="1887840" y="2265696"/>
                <a:ext cx="12600" cy="1605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C5F2462-D2D5-C97D-464B-975EB126CB7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879200" y="2256696"/>
                  <a:ext cx="30240" cy="17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5F320014-BAF7-91A1-B790-DC7DE518576A}"/>
                  </a:ext>
                </a:extLst>
              </p14:cNvPr>
              <p14:cNvContentPartPr/>
              <p14:nvPr/>
            </p14:nvContentPartPr>
            <p14:xfrm>
              <a:off x="2079720" y="2236176"/>
              <a:ext cx="163080" cy="1980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5F320014-BAF7-91A1-B790-DC7DE518576A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2070720" y="2227536"/>
                <a:ext cx="18072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C176B8C-0416-F0D9-46E3-66B035534F9F}"/>
                  </a:ext>
                </a:extLst>
              </p14:cNvPr>
              <p14:cNvContentPartPr/>
              <p14:nvPr/>
            </p14:nvContentPartPr>
            <p14:xfrm>
              <a:off x="2497320" y="1745496"/>
              <a:ext cx="7560" cy="3600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C176B8C-0416-F0D9-46E3-66B035534F9F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2488680" y="1736496"/>
                <a:ext cx="252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7AB49F57-6C78-43C5-ADDC-9AAE3A225052}"/>
                  </a:ext>
                </a:extLst>
              </p14:cNvPr>
              <p14:cNvContentPartPr/>
              <p14:nvPr/>
            </p14:nvContentPartPr>
            <p14:xfrm>
              <a:off x="2495160" y="1630656"/>
              <a:ext cx="360" cy="2880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7AB49F57-6C78-43C5-ADDC-9AAE3A225052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2486160" y="1622016"/>
                <a:ext cx="180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F07593FF-D552-D862-856D-BC0CFB3224CE}"/>
                  </a:ext>
                </a:extLst>
              </p14:cNvPr>
              <p14:cNvContentPartPr/>
              <p14:nvPr/>
            </p14:nvContentPartPr>
            <p14:xfrm>
              <a:off x="2487600" y="1505016"/>
              <a:ext cx="7560" cy="4572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F07593FF-D552-D862-856D-BC0CFB3224CE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478960" y="1496016"/>
                <a:ext cx="252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01FAA4E1-00F7-5EF8-B2A5-6A962614FEDD}"/>
                  </a:ext>
                </a:extLst>
              </p14:cNvPr>
              <p14:cNvContentPartPr/>
              <p14:nvPr/>
            </p14:nvContentPartPr>
            <p14:xfrm>
              <a:off x="2495160" y="1362456"/>
              <a:ext cx="360" cy="5580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01FAA4E1-00F7-5EF8-B2A5-6A962614FEDD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2486160" y="1353816"/>
                <a:ext cx="18000" cy="7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79B2E532-E9EA-AF3C-A4B1-6946E7D2B160}"/>
              </a:ext>
            </a:extLst>
          </p:cNvPr>
          <p:cNvGrpSpPr/>
          <p:nvPr/>
        </p:nvGrpSpPr>
        <p:grpSpPr>
          <a:xfrm>
            <a:off x="2475360" y="1122696"/>
            <a:ext cx="20160" cy="136800"/>
            <a:chOff x="2475360" y="1122696"/>
            <a:chExt cx="20160" cy="13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B0CEA1E-3CBC-E316-1D83-E16C45EC60AF}"/>
                    </a:ext>
                  </a:extLst>
                </p14:cNvPr>
                <p14:cNvContentPartPr/>
                <p14:nvPr/>
              </p14:nvContentPartPr>
              <p14:xfrm>
                <a:off x="2492640" y="1213776"/>
                <a:ext cx="2880" cy="457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B0CEA1E-3CBC-E316-1D83-E16C45EC60A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483640" y="1205136"/>
                  <a:ext cx="205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C97E94F-6503-F061-76AD-A2DE70C2D831}"/>
                    </a:ext>
                  </a:extLst>
                </p14:cNvPr>
                <p14:cNvContentPartPr/>
                <p14:nvPr/>
              </p14:nvContentPartPr>
              <p14:xfrm>
                <a:off x="2475360" y="1122696"/>
                <a:ext cx="7560" cy="410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C97E94F-6503-F061-76AD-A2DE70C2D83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466720" y="1114056"/>
                  <a:ext cx="2520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E43775B8-5389-2DC5-FD96-90EE4F5F2925}"/>
              </a:ext>
            </a:extLst>
          </p:cNvPr>
          <p:cNvGrpSpPr/>
          <p:nvPr/>
        </p:nvGrpSpPr>
        <p:grpSpPr>
          <a:xfrm>
            <a:off x="2463480" y="985536"/>
            <a:ext cx="2880" cy="61200"/>
            <a:chOff x="2463480" y="985536"/>
            <a:chExt cx="2880" cy="6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D23501C-4861-379A-5450-4500E15BBBBF}"/>
                    </a:ext>
                  </a:extLst>
                </p14:cNvPr>
                <p14:cNvContentPartPr/>
                <p14:nvPr/>
              </p14:nvContentPartPr>
              <p14:xfrm>
                <a:off x="2463480" y="1004976"/>
                <a:ext cx="2880" cy="41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D23501C-4861-379A-5450-4500E15BBBB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454480" y="996336"/>
                  <a:ext cx="20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71FC18B-B147-BB5B-1486-A56C45875736}"/>
                    </a:ext>
                  </a:extLst>
                </p14:cNvPr>
                <p14:cNvContentPartPr/>
                <p14:nvPr/>
              </p14:nvContentPartPr>
              <p14:xfrm>
                <a:off x="2463480" y="985536"/>
                <a:ext cx="360" cy="28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71FC18B-B147-BB5B-1486-A56C4587573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454480" y="976536"/>
                  <a:ext cx="1800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A22B493-D636-272D-D5F5-BB2A456DB30A}"/>
              </a:ext>
            </a:extLst>
          </p:cNvPr>
          <p:cNvGrpSpPr/>
          <p:nvPr/>
        </p:nvGrpSpPr>
        <p:grpSpPr>
          <a:xfrm>
            <a:off x="2407320" y="1859256"/>
            <a:ext cx="168480" cy="190440"/>
            <a:chOff x="2407320" y="1859256"/>
            <a:chExt cx="168480" cy="19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F060AB6-1FD9-FE27-81D1-3BF2E10ADEAD}"/>
                    </a:ext>
                  </a:extLst>
                </p14:cNvPr>
                <p14:cNvContentPartPr/>
                <p14:nvPr/>
              </p14:nvContentPartPr>
              <p14:xfrm>
                <a:off x="2502360" y="1962576"/>
                <a:ext cx="360" cy="295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F060AB6-1FD9-FE27-81D1-3BF2E10ADEA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493360" y="1953576"/>
                  <a:ext cx="18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BB241F0-2F9D-D7B2-01F7-325EB7C33A3A}"/>
                    </a:ext>
                  </a:extLst>
                </p14:cNvPr>
                <p14:cNvContentPartPr/>
                <p14:nvPr/>
              </p14:nvContentPartPr>
              <p14:xfrm>
                <a:off x="2502360" y="1859256"/>
                <a:ext cx="360" cy="198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BB241F0-2F9D-D7B2-01F7-325EB7C33A3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493360" y="1850256"/>
                  <a:ext cx="18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A2560B5-9731-A2E3-1A48-2A4916A65C8A}"/>
                    </a:ext>
                  </a:extLst>
                </p14:cNvPr>
                <p14:cNvContentPartPr/>
                <p14:nvPr/>
              </p14:nvContentPartPr>
              <p14:xfrm>
                <a:off x="2407320" y="1921176"/>
                <a:ext cx="105120" cy="1209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A2560B5-9731-A2E3-1A48-2A4916A65C8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398320" y="1912176"/>
                  <a:ext cx="1227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655E838-66FD-1AFC-99C3-F12EF97C61B6}"/>
                    </a:ext>
                  </a:extLst>
                </p14:cNvPr>
                <p14:cNvContentPartPr/>
                <p14:nvPr/>
              </p14:nvContentPartPr>
              <p14:xfrm>
                <a:off x="2512080" y="1942776"/>
                <a:ext cx="63720" cy="106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655E838-66FD-1AFC-99C3-F12EF97C61B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503440" y="1934136"/>
                  <a:ext cx="81360" cy="124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2947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2B5E4-E5AC-C7FB-A734-B96A6C3B6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42A7B-D275-2C78-39EE-FFE096061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Enqueue – O(1) operation</a:t>
            </a:r>
          </a:p>
          <a:p>
            <a:r>
              <a:rPr lang="en-ZA" dirty="0"/>
              <a:t>Dequeue – O(n) operation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737094F-3B88-B832-1760-E1050B9F0B55}"/>
              </a:ext>
            </a:extLst>
          </p:cNvPr>
          <p:cNvGrpSpPr/>
          <p:nvPr/>
        </p:nvGrpSpPr>
        <p:grpSpPr>
          <a:xfrm>
            <a:off x="5537880" y="1837296"/>
            <a:ext cx="1312200" cy="333360"/>
            <a:chOff x="5537880" y="1837296"/>
            <a:chExt cx="1312200" cy="33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9849DBF-6AEA-5ACC-6DE0-26F7EE7B3201}"/>
                    </a:ext>
                  </a:extLst>
                </p14:cNvPr>
                <p14:cNvContentPartPr/>
                <p14:nvPr/>
              </p14:nvContentPartPr>
              <p14:xfrm>
                <a:off x="5537880" y="2005416"/>
                <a:ext cx="100440" cy="122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9849DBF-6AEA-5ACC-6DE0-26F7EE7B320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529240" y="1996416"/>
                  <a:ext cx="1180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9443E21-7010-9862-4852-AD5D0F4EF042}"/>
                    </a:ext>
                  </a:extLst>
                </p14:cNvPr>
                <p14:cNvContentPartPr/>
                <p14:nvPr/>
              </p14:nvContentPartPr>
              <p14:xfrm>
                <a:off x="5729760" y="1854576"/>
                <a:ext cx="89280" cy="316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9443E21-7010-9862-4852-AD5D0F4EF04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20760" y="1845936"/>
                  <a:ext cx="1069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AD21EEB-E175-DC7E-5E74-9841DB967667}"/>
                    </a:ext>
                  </a:extLst>
                </p14:cNvPr>
                <p14:cNvContentPartPr/>
                <p14:nvPr/>
              </p14:nvContentPartPr>
              <p14:xfrm>
                <a:off x="5698800" y="2039616"/>
                <a:ext cx="83160" cy="46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AD21EEB-E175-DC7E-5E74-9841DB96766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90160" y="2030976"/>
                  <a:ext cx="1008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B3ED3B6-04B8-2324-C4DC-8895E5673434}"/>
                    </a:ext>
                  </a:extLst>
                </p14:cNvPr>
                <p14:cNvContentPartPr/>
                <p14:nvPr/>
              </p14:nvContentPartPr>
              <p14:xfrm>
                <a:off x="5829840" y="1876896"/>
                <a:ext cx="152280" cy="269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B3ED3B6-04B8-2324-C4DC-8895E56734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20840" y="1867896"/>
                  <a:ext cx="1699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D743EC3-4547-8828-65E7-2DF6A2F8CFFC}"/>
                    </a:ext>
                  </a:extLst>
                </p14:cNvPr>
                <p14:cNvContentPartPr/>
                <p14:nvPr/>
              </p14:nvContentPartPr>
              <p14:xfrm>
                <a:off x="5818320" y="2027376"/>
                <a:ext cx="146520" cy="47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D743EC3-4547-8828-65E7-2DF6A2F8CFF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09680" y="2018736"/>
                  <a:ext cx="164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0BEC565-6F56-747C-392A-1CBDD71FC9F4}"/>
                    </a:ext>
                  </a:extLst>
                </p14:cNvPr>
                <p14:cNvContentPartPr/>
                <p14:nvPr/>
              </p14:nvContentPartPr>
              <p14:xfrm>
                <a:off x="5972040" y="1959336"/>
                <a:ext cx="41760" cy="20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0BEC565-6F56-747C-392A-1CBDD71FC9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63040" y="1950336"/>
                  <a:ext cx="59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A79BCF9-F9F6-7CD1-98CC-6D61AFD156C2}"/>
                    </a:ext>
                  </a:extLst>
                </p14:cNvPr>
                <p14:cNvContentPartPr/>
                <p14:nvPr/>
              </p14:nvContentPartPr>
              <p14:xfrm>
                <a:off x="6045120" y="1975536"/>
                <a:ext cx="61200" cy="85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A79BCF9-F9F6-7CD1-98CC-6D61AFD156C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36480" y="1966536"/>
                  <a:ext cx="788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3AFE3F-8D65-22DC-4B3C-2D71DB90F90D}"/>
                    </a:ext>
                  </a:extLst>
                </p14:cNvPr>
                <p14:cNvContentPartPr/>
                <p14:nvPr/>
              </p14:nvContentPartPr>
              <p14:xfrm>
                <a:off x="6206040" y="1979496"/>
                <a:ext cx="2880" cy="37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3AFE3F-8D65-22DC-4B3C-2D71DB90F90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97400" y="1970496"/>
                  <a:ext cx="20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1B0983D-9650-0191-48F4-E400A5EEA1B2}"/>
                    </a:ext>
                  </a:extLst>
                </p14:cNvPr>
                <p14:cNvContentPartPr/>
                <p14:nvPr/>
              </p14:nvContentPartPr>
              <p14:xfrm>
                <a:off x="6242760" y="1884456"/>
                <a:ext cx="7560" cy="44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1B0983D-9650-0191-48F4-E400A5EEA1B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33760" y="1875456"/>
                  <a:ext cx="25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EFC9AE1-608F-E4CD-7B24-E815ECF76EB3}"/>
                    </a:ext>
                  </a:extLst>
                </p14:cNvPr>
                <p14:cNvContentPartPr/>
                <p14:nvPr/>
              </p14:nvContentPartPr>
              <p14:xfrm>
                <a:off x="6306120" y="1931976"/>
                <a:ext cx="95040" cy="73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EFC9AE1-608F-E4CD-7B24-E815ECF76EB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97120" y="1923336"/>
                  <a:ext cx="1126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59063BC-918C-0559-5DEF-E742E2DEB713}"/>
                    </a:ext>
                  </a:extLst>
                </p14:cNvPr>
                <p14:cNvContentPartPr/>
                <p14:nvPr/>
              </p14:nvContentPartPr>
              <p14:xfrm>
                <a:off x="6491520" y="1947096"/>
                <a:ext cx="75960" cy="22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59063BC-918C-0559-5DEF-E742E2DEB71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82520" y="1938096"/>
                  <a:ext cx="93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C6609A2-9AD9-C433-603C-9BAC79D52946}"/>
                    </a:ext>
                  </a:extLst>
                </p14:cNvPr>
                <p14:cNvContentPartPr/>
                <p14:nvPr/>
              </p14:nvContentPartPr>
              <p14:xfrm>
                <a:off x="6673680" y="1837296"/>
                <a:ext cx="95760" cy="140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C6609A2-9AD9-C433-603C-9BAC79D5294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65040" y="1828296"/>
                  <a:ext cx="1134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4B3874-1DB3-E01E-C0DC-D8158C30C05A}"/>
                    </a:ext>
                  </a:extLst>
                </p14:cNvPr>
                <p14:cNvContentPartPr/>
                <p14:nvPr/>
              </p14:nvContentPartPr>
              <p14:xfrm>
                <a:off x="6701040" y="1910376"/>
                <a:ext cx="149040" cy="6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4B3874-1DB3-E01E-C0DC-D8158C30C05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92400" y="1901736"/>
                  <a:ext cx="16668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8FAC1F9-9B02-759C-9787-4B325EAFE71D}"/>
              </a:ext>
            </a:extLst>
          </p:cNvPr>
          <p:cNvGrpSpPr/>
          <p:nvPr/>
        </p:nvGrpSpPr>
        <p:grpSpPr>
          <a:xfrm>
            <a:off x="5603760" y="2281176"/>
            <a:ext cx="1475280" cy="347400"/>
            <a:chOff x="5603760" y="2281176"/>
            <a:chExt cx="1475280" cy="34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8D920F5-D7BD-1389-A574-C5CC478BCCFF}"/>
                    </a:ext>
                  </a:extLst>
                </p14:cNvPr>
                <p14:cNvContentPartPr/>
                <p14:nvPr/>
              </p14:nvContentPartPr>
              <p14:xfrm>
                <a:off x="5603760" y="2543616"/>
                <a:ext cx="15120" cy="84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8D920F5-D7BD-1389-A574-C5CC478BCCF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95120" y="2534616"/>
                  <a:ext cx="327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CD7DDB3-2BA9-4D3D-E813-EA0F45E39243}"/>
                    </a:ext>
                  </a:extLst>
                </p14:cNvPr>
                <p14:cNvContentPartPr/>
                <p14:nvPr/>
              </p14:nvContentPartPr>
              <p14:xfrm>
                <a:off x="5613480" y="2424816"/>
                <a:ext cx="46800" cy="72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CD7DDB3-2BA9-4D3D-E813-EA0F45E3924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04840" y="2416176"/>
                  <a:ext cx="64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F3C033A-7CA6-421C-2588-8787843C4D32}"/>
                    </a:ext>
                  </a:extLst>
                </p14:cNvPr>
                <p14:cNvContentPartPr/>
                <p14:nvPr/>
              </p14:nvContentPartPr>
              <p14:xfrm>
                <a:off x="5686560" y="2558376"/>
                <a:ext cx="102600" cy="56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F3C033A-7CA6-421C-2588-8787843C4D3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77920" y="2549736"/>
                  <a:ext cx="1202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ED3046E-6127-EB1E-ADE5-659B26FC4157}"/>
                    </a:ext>
                  </a:extLst>
                </p14:cNvPr>
                <p14:cNvContentPartPr/>
                <p14:nvPr/>
              </p14:nvContentPartPr>
              <p14:xfrm>
                <a:off x="5881680" y="2510496"/>
                <a:ext cx="85680" cy="67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ED3046E-6127-EB1E-ADE5-659B26FC415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73040" y="2501496"/>
                  <a:ext cx="103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ACA86B8-4216-426D-F052-D848DC7AC948}"/>
                    </a:ext>
                  </a:extLst>
                </p14:cNvPr>
                <p14:cNvContentPartPr/>
                <p14:nvPr/>
              </p14:nvContentPartPr>
              <p14:xfrm>
                <a:off x="6015240" y="2317536"/>
                <a:ext cx="152280" cy="296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ACA86B8-4216-426D-F052-D848DC7AC94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006600" y="2308536"/>
                  <a:ext cx="1699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265CEFF-13B6-3CC0-4EF4-224FC12B027A}"/>
                    </a:ext>
                  </a:extLst>
                </p14:cNvPr>
                <p14:cNvContentPartPr/>
                <p14:nvPr/>
              </p14:nvContentPartPr>
              <p14:xfrm>
                <a:off x="6023160" y="2468736"/>
                <a:ext cx="151560" cy="29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265CEFF-13B6-3CC0-4EF4-224FC12B027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14520" y="2460096"/>
                  <a:ext cx="169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5C05C73-390D-0070-8671-F3EA731C54E7}"/>
                    </a:ext>
                  </a:extLst>
                </p14:cNvPr>
                <p14:cNvContentPartPr/>
                <p14:nvPr/>
              </p14:nvContentPartPr>
              <p14:xfrm>
                <a:off x="6152400" y="2317536"/>
                <a:ext cx="183240" cy="295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5C05C73-390D-0070-8671-F3EA731C54E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43760" y="2308896"/>
                  <a:ext cx="2008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17AEDDB-FDCF-0107-1BBC-EF71A18EFAEA}"/>
                    </a:ext>
                  </a:extLst>
                </p14:cNvPr>
                <p14:cNvContentPartPr/>
                <p14:nvPr/>
              </p14:nvContentPartPr>
              <p14:xfrm>
                <a:off x="6135480" y="2475936"/>
                <a:ext cx="171000" cy="44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17AEDDB-FDCF-0107-1BBC-EF71A18EFAE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26480" y="2467296"/>
                  <a:ext cx="188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626EE87-1859-3A6C-A62D-BFCCFDD0FC3B}"/>
                    </a:ext>
                  </a:extLst>
                </p14:cNvPr>
                <p14:cNvContentPartPr/>
                <p14:nvPr/>
              </p14:nvContentPartPr>
              <p14:xfrm>
                <a:off x="6328080" y="2370456"/>
                <a:ext cx="48960" cy="45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626EE87-1859-3A6C-A62D-BFCCFDD0FC3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19080" y="2361456"/>
                  <a:ext cx="66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B392EC7-8872-5801-7795-831F470FC683}"/>
                    </a:ext>
                  </a:extLst>
                </p14:cNvPr>
                <p14:cNvContentPartPr/>
                <p14:nvPr/>
              </p14:nvContentPartPr>
              <p14:xfrm>
                <a:off x="6398640" y="2424096"/>
                <a:ext cx="68760" cy="88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B392EC7-8872-5801-7795-831F470FC68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89640" y="2415096"/>
                  <a:ext cx="864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2271B1-679A-8589-F1B9-A2D73FB50D25}"/>
                    </a:ext>
                  </a:extLst>
                </p14:cNvPr>
                <p14:cNvContentPartPr/>
                <p14:nvPr/>
              </p14:nvContentPartPr>
              <p14:xfrm>
                <a:off x="6549840" y="2433096"/>
                <a:ext cx="15120" cy="52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2271B1-679A-8589-F1B9-A2D73FB50D2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41200" y="2424096"/>
                  <a:ext cx="327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25D1DF7-2749-6D15-1887-91DF0031440F}"/>
                    </a:ext>
                  </a:extLst>
                </p14:cNvPr>
                <p14:cNvContentPartPr/>
                <p14:nvPr/>
              </p14:nvContentPartPr>
              <p14:xfrm>
                <a:off x="6567120" y="2299536"/>
                <a:ext cx="46800" cy="61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25D1DF7-2749-6D15-1887-91DF0031440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558120" y="2290896"/>
                  <a:ext cx="644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643006B-C359-AB04-8C9E-28D256DC3A7F}"/>
                    </a:ext>
                  </a:extLst>
                </p14:cNvPr>
                <p14:cNvContentPartPr/>
                <p14:nvPr/>
              </p14:nvContentPartPr>
              <p14:xfrm>
                <a:off x="6649920" y="2385216"/>
                <a:ext cx="124560" cy="102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643006B-C359-AB04-8C9E-28D256DC3A7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40920" y="2376576"/>
                  <a:ext cx="1422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F28956F-1E81-840F-665F-4ADF72AAAAF1}"/>
                    </a:ext>
                  </a:extLst>
                </p14:cNvPr>
                <p14:cNvContentPartPr/>
                <p14:nvPr/>
              </p14:nvContentPartPr>
              <p14:xfrm>
                <a:off x="6818040" y="2414016"/>
                <a:ext cx="85680" cy="45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F28956F-1E81-840F-665F-4ADF72AAAAF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809400" y="2405016"/>
                  <a:ext cx="103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663BD46-94DF-BDB1-1083-AF3A6906BF8A}"/>
                    </a:ext>
                  </a:extLst>
                </p14:cNvPr>
                <p14:cNvContentPartPr/>
                <p14:nvPr/>
              </p14:nvContentPartPr>
              <p14:xfrm>
                <a:off x="6995160" y="2281176"/>
                <a:ext cx="83880" cy="205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663BD46-94DF-BDB1-1083-AF3A6906BF8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86520" y="2272176"/>
                  <a:ext cx="101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81583DC-1149-1FA9-1885-19E14B5981C0}"/>
                    </a:ext>
                  </a:extLst>
                </p14:cNvPr>
                <p14:cNvContentPartPr/>
                <p14:nvPr/>
              </p14:nvContentPartPr>
              <p14:xfrm>
                <a:off x="6900840" y="2357496"/>
                <a:ext cx="178200" cy="41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81583DC-1149-1FA9-1885-19E14B5981C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92200" y="2348496"/>
                  <a:ext cx="195840" cy="5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02562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98905-2C5A-2A63-5A83-4790A71E8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Static Array in a Circular Arrangement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D0E7B21-559C-7A5E-9803-8661E984A6E1}"/>
                  </a:ext>
                </a:extLst>
              </p14:cNvPr>
              <p14:cNvContentPartPr/>
              <p14:nvPr/>
            </p14:nvContentPartPr>
            <p14:xfrm>
              <a:off x="1670760" y="2115936"/>
              <a:ext cx="12600" cy="355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D0E7B21-559C-7A5E-9803-8661E984A6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6440" y="2111616"/>
                <a:ext cx="2124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C59D54-5C1E-3A0A-C529-7911D01D59DA}"/>
                  </a:ext>
                </a:extLst>
              </p14:cNvPr>
              <p14:cNvContentPartPr/>
              <p14:nvPr/>
            </p14:nvContentPartPr>
            <p14:xfrm>
              <a:off x="1668600" y="2022696"/>
              <a:ext cx="2689200" cy="97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C59D54-5C1E-3A0A-C529-7911D01D59D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4280" y="2018376"/>
                <a:ext cx="26978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82A951E-B7B1-33FD-99C8-B198776D3EA1}"/>
                  </a:ext>
                </a:extLst>
              </p14:cNvPr>
              <p14:cNvContentPartPr/>
              <p14:nvPr/>
            </p14:nvContentPartPr>
            <p14:xfrm>
              <a:off x="1690200" y="2361456"/>
              <a:ext cx="2690280" cy="109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82A951E-B7B1-33FD-99C8-B198776D3E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85880" y="2357136"/>
                <a:ext cx="26989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3740AFC-61D8-D095-E821-BB7569EB2ECE}"/>
                  </a:ext>
                </a:extLst>
              </p14:cNvPr>
              <p14:cNvContentPartPr/>
              <p14:nvPr/>
            </p14:nvContentPartPr>
            <p14:xfrm>
              <a:off x="4360320" y="2001456"/>
              <a:ext cx="25560" cy="397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3740AFC-61D8-D095-E821-BB7569EB2EC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56000" y="1997136"/>
                <a:ext cx="3420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28E77C1-91D5-1063-89E7-1890FF8BACA5}"/>
                  </a:ext>
                </a:extLst>
              </p14:cNvPr>
              <p14:cNvContentPartPr/>
              <p14:nvPr/>
            </p14:nvContentPartPr>
            <p14:xfrm>
              <a:off x="537120" y="1715256"/>
              <a:ext cx="144360" cy="2196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28E77C1-91D5-1063-89E7-1890FF8BACA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2800" y="1710936"/>
                <a:ext cx="1530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5383906-17D2-D3E4-FA7B-5497DECEE8F0}"/>
                  </a:ext>
                </a:extLst>
              </p14:cNvPr>
              <p14:cNvContentPartPr/>
              <p14:nvPr/>
            </p14:nvContentPartPr>
            <p14:xfrm>
              <a:off x="714960" y="1730736"/>
              <a:ext cx="129600" cy="48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5383906-17D2-D3E4-FA7B-5497DECEE8F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0640" y="1726416"/>
                <a:ext cx="1382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62DDAAE-8E68-232C-ABF2-73B47B5155C0}"/>
                  </a:ext>
                </a:extLst>
              </p14:cNvPr>
              <p14:cNvContentPartPr/>
              <p14:nvPr/>
            </p14:nvContentPartPr>
            <p14:xfrm>
              <a:off x="868680" y="1703016"/>
              <a:ext cx="75960" cy="882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62DDAAE-8E68-232C-ABF2-73B47B5155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4360" y="1698696"/>
                <a:ext cx="846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5544523-A2B7-5013-FBA3-C87AE654F73F}"/>
                  </a:ext>
                </a:extLst>
              </p14:cNvPr>
              <p14:cNvContentPartPr/>
              <p14:nvPr/>
            </p14:nvContentPartPr>
            <p14:xfrm>
              <a:off x="975960" y="1724256"/>
              <a:ext cx="112680" cy="33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5544523-A2B7-5013-FBA3-C87AE654F73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1640" y="1719936"/>
                <a:ext cx="1213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768A153-C76D-8572-47C8-5DCCEE8A96A3}"/>
                  </a:ext>
                </a:extLst>
              </p14:cNvPr>
              <p14:cNvContentPartPr/>
              <p14:nvPr/>
            </p14:nvContentPartPr>
            <p14:xfrm>
              <a:off x="1122120" y="1686456"/>
              <a:ext cx="63720" cy="83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768A153-C76D-8572-47C8-5DCCEE8A96A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17800" y="1682136"/>
                <a:ext cx="723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5F126A7-1CB8-FA4A-41E8-1F002063CAC9}"/>
                  </a:ext>
                </a:extLst>
              </p14:cNvPr>
              <p14:cNvContentPartPr/>
              <p14:nvPr/>
            </p14:nvContentPartPr>
            <p14:xfrm>
              <a:off x="829800" y="1905696"/>
              <a:ext cx="3240" cy="1854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5F126A7-1CB8-FA4A-41E8-1F002063CAC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5480" y="1901376"/>
                <a:ext cx="118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83738CD-CE36-9161-8E40-CA4EA6DF0207}"/>
                  </a:ext>
                </a:extLst>
              </p14:cNvPr>
              <p14:cNvContentPartPr/>
              <p14:nvPr/>
            </p14:nvContentPartPr>
            <p14:xfrm>
              <a:off x="839520" y="1830096"/>
              <a:ext cx="342000" cy="2854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83738CD-CE36-9161-8E40-CA4EA6DF020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5200" y="1825776"/>
                <a:ext cx="3506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EC47F66-1AE9-4C21-54EA-E0772951B6D4}"/>
                  </a:ext>
                </a:extLst>
              </p14:cNvPr>
              <p14:cNvContentPartPr/>
              <p14:nvPr/>
            </p14:nvContentPartPr>
            <p14:xfrm>
              <a:off x="985320" y="2002896"/>
              <a:ext cx="683280" cy="4028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EC47F66-1AE9-4C21-54EA-E0772951B6D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1000" y="1998576"/>
                <a:ext cx="69192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82BE64F-A541-27A4-6FEA-7FFA96F1FE21}"/>
                  </a:ext>
                </a:extLst>
              </p14:cNvPr>
              <p14:cNvContentPartPr/>
              <p14:nvPr/>
            </p14:nvContentPartPr>
            <p14:xfrm>
              <a:off x="1624680" y="2241216"/>
              <a:ext cx="72000" cy="1191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82BE64F-A541-27A4-6FEA-7FFA96F1FE2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20360" y="2236896"/>
                <a:ext cx="806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C724097-B764-A8AB-BE36-845C6EB0C75E}"/>
                  </a:ext>
                </a:extLst>
              </p14:cNvPr>
              <p14:cNvContentPartPr/>
              <p14:nvPr/>
            </p14:nvContentPartPr>
            <p14:xfrm>
              <a:off x="1969920" y="2120976"/>
              <a:ext cx="23040" cy="3229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C724097-B764-A8AB-BE36-845C6EB0C75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65600" y="2116656"/>
                <a:ext cx="316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1DC97DC-DFF2-2CD4-C7CA-FDEB3B29398A}"/>
                  </a:ext>
                </a:extLst>
              </p14:cNvPr>
              <p14:cNvContentPartPr/>
              <p14:nvPr/>
            </p14:nvContentPartPr>
            <p14:xfrm>
              <a:off x="2363400" y="2112696"/>
              <a:ext cx="44280" cy="2865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1DC97DC-DFF2-2CD4-C7CA-FDEB3B29398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359080" y="2108376"/>
                <a:ext cx="5292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BEA827B-CFFC-495F-984D-C59463E9123C}"/>
                  </a:ext>
                </a:extLst>
              </p14:cNvPr>
              <p14:cNvContentPartPr/>
              <p14:nvPr/>
            </p14:nvContentPartPr>
            <p14:xfrm>
              <a:off x="2743560" y="2097216"/>
              <a:ext cx="24840" cy="2944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BEA827B-CFFC-495F-984D-C59463E9123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39240" y="2092896"/>
                <a:ext cx="3348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18371F3-64A0-ED63-95D4-833399F43160}"/>
                  </a:ext>
                </a:extLst>
              </p14:cNvPr>
              <p14:cNvContentPartPr/>
              <p14:nvPr/>
            </p14:nvContentPartPr>
            <p14:xfrm>
              <a:off x="3197160" y="2082456"/>
              <a:ext cx="34560" cy="3006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18371F3-64A0-ED63-95D4-833399F4316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92840" y="2078136"/>
                <a:ext cx="432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FD17265-00BF-2F74-87B1-24034A30F05B}"/>
                  </a:ext>
                </a:extLst>
              </p14:cNvPr>
              <p14:cNvContentPartPr/>
              <p14:nvPr/>
            </p14:nvContentPartPr>
            <p14:xfrm>
              <a:off x="4082400" y="2051136"/>
              <a:ext cx="29520" cy="3448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FD17265-00BF-2F74-87B1-24034A30F05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78080" y="2046816"/>
                <a:ext cx="3816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FE5BBDC-0E50-A5C0-53CE-58176258046E}"/>
                  </a:ext>
                </a:extLst>
              </p14:cNvPr>
              <p14:cNvContentPartPr/>
              <p14:nvPr/>
            </p14:nvContentPartPr>
            <p14:xfrm>
              <a:off x="1729440" y="2576016"/>
              <a:ext cx="71280" cy="673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FE5BBDC-0E50-A5C0-53CE-58176258046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25120" y="2571696"/>
                <a:ext cx="799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AF2F785-B9D9-C8A9-0A71-88CAE45C4A91}"/>
                  </a:ext>
                </a:extLst>
              </p14:cNvPr>
              <p14:cNvContentPartPr/>
              <p14:nvPr/>
            </p14:nvContentPartPr>
            <p14:xfrm>
              <a:off x="2170800" y="2541816"/>
              <a:ext cx="29520" cy="864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AF2F785-B9D9-C8A9-0A71-88CAE45C4A9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66480" y="2537496"/>
                <a:ext cx="381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BE77E83-052E-FC0A-2885-CD75F29FE6E4}"/>
                  </a:ext>
                </a:extLst>
              </p14:cNvPr>
              <p14:cNvContentPartPr/>
              <p14:nvPr/>
            </p14:nvContentPartPr>
            <p14:xfrm>
              <a:off x="4075200" y="2558376"/>
              <a:ext cx="97920" cy="579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BE77E83-052E-FC0A-2885-CD75F29FE6E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70880" y="2554056"/>
                <a:ext cx="1065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2BC091C-19B8-C148-01DB-B6A4698089BE}"/>
                  </a:ext>
                </a:extLst>
              </p14:cNvPr>
              <p14:cNvContentPartPr/>
              <p14:nvPr/>
            </p14:nvContentPartPr>
            <p14:xfrm>
              <a:off x="4238280" y="2563776"/>
              <a:ext cx="85680" cy="126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2BC091C-19B8-C148-01DB-B6A4698089B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33960" y="2559456"/>
                <a:ext cx="943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9A99654-747E-E78E-9CC7-974040AED581}"/>
                  </a:ext>
                </a:extLst>
              </p14:cNvPr>
              <p14:cNvContentPartPr/>
              <p14:nvPr/>
            </p14:nvContentPartPr>
            <p14:xfrm>
              <a:off x="4440600" y="2518416"/>
              <a:ext cx="360" cy="1126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9A99654-747E-E78E-9CC7-974040AED58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436280" y="2514096"/>
                <a:ext cx="90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9638B4D-25F6-0CAF-EF49-CC89D5BDE29F}"/>
                  </a:ext>
                </a:extLst>
              </p14:cNvPr>
              <p14:cNvContentPartPr/>
              <p14:nvPr/>
            </p14:nvContentPartPr>
            <p14:xfrm>
              <a:off x="795600" y="3241656"/>
              <a:ext cx="5400" cy="2566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9638B4D-25F6-0CAF-EF49-CC89D5BDE29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1280" y="3237336"/>
                <a:ext cx="140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A8D77DB-D4AE-AD4E-51A8-492370795524}"/>
                  </a:ext>
                </a:extLst>
              </p14:cNvPr>
              <p14:cNvContentPartPr/>
              <p14:nvPr/>
            </p14:nvContentPartPr>
            <p14:xfrm>
              <a:off x="758880" y="3156336"/>
              <a:ext cx="461160" cy="3312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A8D77DB-D4AE-AD4E-51A8-49237079552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54560" y="3152016"/>
                <a:ext cx="46980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1936724-AAEC-DB38-A66A-191955E7B46E}"/>
                  </a:ext>
                </a:extLst>
              </p14:cNvPr>
              <p14:cNvContentPartPr/>
              <p14:nvPr/>
            </p14:nvContentPartPr>
            <p14:xfrm>
              <a:off x="707760" y="2811816"/>
              <a:ext cx="173520" cy="3531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1936724-AAEC-DB38-A66A-191955E7B46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3440" y="2807496"/>
                <a:ext cx="18216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C1BBAE5-B1CF-9D05-7DBE-3602F44B71F3}"/>
                  </a:ext>
                </a:extLst>
              </p14:cNvPr>
              <p14:cNvContentPartPr/>
              <p14:nvPr/>
            </p14:nvContentPartPr>
            <p14:xfrm>
              <a:off x="629640" y="3000456"/>
              <a:ext cx="200160" cy="514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C1BBAE5-B1CF-9D05-7DBE-3602F44B71F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25320" y="2996136"/>
                <a:ext cx="2088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0119FC3-7113-311B-C711-98907DDB8E4D}"/>
                  </a:ext>
                </a:extLst>
              </p14:cNvPr>
              <p14:cNvContentPartPr/>
              <p14:nvPr/>
            </p14:nvContentPartPr>
            <p14:xfrm>
              <a:off x="839520" y="2970936"/>
              <a:ext cx="59040" cy="972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0119FC3-7113-311B-C711-98907DDB8E4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35200" y="2966616"/>
                <a:ext cx="6768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257EEA1-6E0D-6196-497D-DF64AC2E2668}"/>
                  </a:ext>
                </a:extLst>
              </p14:cNvPr>
              <p14:cNvContentPartPr/>
              <p14:nvPr/>
            </p14:nvContentPartPr>
            <p14:xfrm>
              <a:off x="947520" y="2980296"/>
              <a:ext cx="43920" cy="54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257EEA1-6E0D-6196-497D-DF64AC2E266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43200" y="2975976"/>
                <a:ext cx="525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4F65FF3-4987-C7EB-F67E-2D275DB5B29A}"/>
                  </a:ext>
                </a:extLst>
              </p14:cNvPr>
              <p14:cNvContentPartPr/>
              <p14:nvPr/>
            </p14:nvContentPartPr>
            <p14:xfrm>
              <a:off x="981000" y="3000456"/>
              <a:ext cx="360" cy="3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4F65FF3-4987-C7EB-F67E-2D275DB5B29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76680" y="299613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7AE263E-A3AE-80B3-4036-487068816127}"/>
                  </a:ext>
                </a:extLst>
              </p14:cNvPr>
              <p14:cNvContentPartPr/>
              <p14:nvPr/>
            </p14:nvContentPartPr>
            <p14:xfrm>
              <a:off x="981000" y="2993616"/>
              <a:ext cx="154080" cy="392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7AE263E-A3AE-80B3-4036-48706881612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76680" y="2989296"/>
                <a:ext cx="162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6170A5C-4EA8-9007-08B4-3A154FCB52E6}"/>
                  </a:ext>
                </a:extLst>
              </p14:cNvPr>
              <p14:cNvContentPartPr/>
              <p14:nvPr/>
            </p14:nvContentPartPr>
            <p14:xfrm>
              <a:off x="1217520" y="2858976"/>
              <a:ext cx="63720" cy="1558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6170A5C-4EA8-9007-08B4-3A154FCB52E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213200" y="2854656"/>
                <a:ext cx="7236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B738B69-792C-4238-BBF8-852C0CAFAF8F}"/>
                  </a:ext>
                </a:extLst>
              </p14:cNvPr>
              <p14:cNvContentPartPr/>
              <p14:nvPr/>
            </p14:nvContentPartPr>
            <p14:xfrm>
              <a:off x="1158840" y="2926296"/>
              <a:ext cx="144360" cy="158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B738B69-792C-4238-BBF8-852C0CAFAF8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54520" y="2921976"/>
                <a:ext cx="1530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109D6D0-ADB3-2A8C-AABC-3991D270CF09}"/>
                  </a:ext>
                </a:extLst>
              </p14:cNvPr>
              <p14:cNvContentPartPr/>
              <p14:nvPr/>
            </p14:nvContentPartPr>
            <p14:xfrm>
              <a:off x="1061280" y="3310776"/>
              <a:ext cx="48960" cy="10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109D6D0-ADB3-2A8C-AABC-3991D270CF0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56960" y="3306456"/>
                <a:ext cx="5760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672D8FC-874C-5EB0-F8B9-23FEF2837DBD}"/>
                  </a:ext>
                </a:extLst>
              </p14:cNvPr>
              <p14:cNvContentPartPr/>
              <p14:nvPr/>
            </p14:nvContentPartPr>
            <p14:xfrm>
              <a:off x="1305000" y="3279816"/>
              <a:ext cx="51480" cy="10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672D8FC-874C-5EB0-F8B9-23FEF2837DB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300680" y="3275496"/>
                <a:ext cx="6012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65E96A4-DA09-2313-28E5-383EEC1BBA2C}"/>
                  </a:ext>
                </a:extLst>
              </p14:cNvPr>
              <p14:cNvContentPartPr/>
              <p14:nvPr/>
            </p14:nvContentPartPr>
            <p14:xfrm>
              <a:off x="1470960" y="3268656"/>
              <a:ext cx="63720" cy="36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65E96A4-DA09-2313-28E5-383EEC1BBA2C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466640" y="3264336"/>
                <a:ext cx="7236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A9F3E93-CA16-4DF4-0C2D-DC7F080B2FE1}"/>
                  </a:ext>
                </a:extLst>
              </p14:cNvPr>
              <p14:cNvContentPartPr/>
              <p14:nvPr/>
            </p14:nvContentPartPr>
            <p14:xfrm>
              <a:off x="1636560" y="3243456"/>
              <a:ext cx="105120" cy="86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A9F3E93-CA16-4DF4-0C2D-DC7F080B2FE1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632240" y="3239136"/>
                <a:ext cx="11376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A1AB3C1-E4A2-0E8E-51C2-C7971F126887}"/>
                  </a:ext>
                </a:extLst>
              </p14:cNvPr>
              <p14:cNvContentPartPr/>
              <p14:nvPr/>
            </p14:nvContentPartPr>
            <p14:xfrm>
              <a:off x="1807560" y="3215016"/>
              <a:ext cx="2880" cy="198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A1AB3C1-E4A2-0E8E-51C2-C7971F126887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803240" y="3210696"/>
                <a:ext cx="115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593C2BC-6066-F28D-7EF1-B9D8A6014F61}"/>
                  </a:ext>
                </a:extLst>
              </p14:cNvPr>
              <p14:cNvContentPartPr/>
              <p14:nvPr/>
            </p14:nvContentPartPr>
            <p14:xfrm>
              <a:off x="1821960" y="3055536"/>
              <a:ext cx="360" cy="669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593C2BC-6066-F28D-7EF1-B9D8A6014F6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817640" y="3051216"/>
                <a:ext cx="90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30D2286-0AD2-8A17-15A8-EC3FD4488050}"/>
                  </a:ext>
                </a:extLst>
              </p14:cNvPr>
              <p14:cNvContentPartPr/>
              <p14:nvPr/>
            </p14:nvContentPartPr>
            <p14:xfrm>
              <a:off x="1809720" y="2899656"/>
              <a:ext cx="7560" cy="597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30D2286-0AD2-8A17-15A8-EC3FD448805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805400" y="2895336"/>
                <a:ext cx="162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4C2DB28-BBEF-152E-E752-CD25D946C12C}"/>
                  </a:ext>
                </a:extLst>
              </p14:cNvPr>
              <p14:cNvContentPartPr/>
              <p14:nvPr/>
            </p14:nvContentPartPr>
            <p14:xfrm>
              <a:off x="1807560" y="2788056"/>
              <a:ext cx="2880" cy="345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4C2DB28-BBEF-152E-E752-CD25D946C12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803240" y="2783736"/>
                <a:ext cx="115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511624F-C45C-60DA-1AC1-CFBCB2F2D26E}"/>
                  </a:ext>
                </a:extLst>
              </p14:cNvPr>
              <p14:cNvContentPartPr/>
              <p14:nvPr/>
            </p14:nvContentPartPr>
            <p14:xfrm>
              <a:off x="1729440" y="2708136"/>
              <a:ext cx="134640" cy="716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511624F-C45C-60DA-1AC1-CFBCB2F2D26E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725120" y="2703816"/>
                <a:ext cx="14328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6E37A80-13C1-54DE-18DD-8ACE98312380}"/>
                  </a:ext>
                </a:extLst>
              </p14:cNvPr>
              <p14:cNvContentPartPr/>
              <p14:nvPr/>
            </p14:nvContentPartPr>
            <p14:xfrm>
              <a:off x="712800" y="3891096"/>
              <a:ext cx="107640" cy="74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6E37A80-13C1-54DE-18DD-8ACE98312380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08480" y="3886776"/>
                <a:ext cx="11628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8C0F9EF-2B7E-4963-D15A-9024918711CD}"/>
                  </a:ext>
                </a:extLst>
              </p14:cNvPr>
              <p14:cNvContentPartPr/>
              <p14:nvPr/>
            </p14:nvContentPartPr>
            <p14:xfrm>
              <a:off x="868680" y="3843216"/>
              <a:ext cx="105120" cy="964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8C0F9EF-2B7E-4963-D15A-9024918711C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64360" y="3838896"/>
                <a:ext cx="11376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8B2B6E0-0965-2A5F-FB92-2CAD057A1222}"/>
                  </a:ext>
                </a:extLst>
              </p14:cNvPr>
              <p14:cNvContentPartPr/>
              <p14:nvPr/>
            </p14:nvContentPartPr>
            <p14:xfrm>
              <a:off x="983160" y="3864096"/>
              <a:ext cx="117720" cy="662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8B2B6E0-0965-2A5F-FB92-2CAD057A1222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78840" y="3859776"/>
                <a:ext cx="12636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D8A1752-7417-2FF5-3ECF-F8FE453AF130}"/>
                  </a:ext>
                </a:extLst>
              </p14:cNvPr>
              <p14:cNvContentPartPr/>
              <p14:nvPr/>
            </p14:nvContentPartPr>
            <p14:xfrm>
              <a:off x="1133640" y="3798576"/>
              <a:ext cx="101160" cy="1173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D8A1752-7417-2FF5-3ECF-F8FE453AF130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129320" y="3794256"/>
                <a:ext cx="1098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0C5B336-0934-B355-360E-0FF8079AD049}"/>
                  </a:ext>
                </a:extLst>
              </p14:cNvPr>
              <p14:cNvContentPartPr/>
              <p14:nvPr/>
            </p14:nvContentPartPr>
            <p14:xfrm>
              <a:off x="866160" y="4143096"/>
              <a:ext cx="15480" cy="2376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0C5B336-0934-B355-360E-0FF8079AD049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61840" y="4138776"/>
                <a:ext cx="2412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8BA9319-745B-433E-DA43-6A00377F59C7}"/>
                  </a:ext>
                </a:extLst>
              </p14:cNvPr>
              <p14:cNvContentPartPr/>
              <p14:nvPr/>
            </p14:nvContentPartPr>
            <p14:xfrm>
              <a:off x="690840" y="4019616"/>
              <a:ext cx="783000" cy="4082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8BA9319-745B-433E-DA43-6A00377F59C7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86520" y="4015296"/>
                <a:ext cx="79164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CE5A007-7722-82B4-DC31-9F317CF381BC}"/>
                  </a:ext>
                </a:extLst>
              </p14:cNvPr>
              <p14:cNvContentPartPr/>
              <p14:nvPr/>
            </p14:nvContentPartPr>
            <p14:xfrm>
              <a:off x="1302840" y="4260816"/>
              <a:ext cx="209880" cy="237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CE5A007-7722-82B4-DC31-9F317CF381B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298520" y="4256496"/>
                <a:ext cx="21852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3376196-20DB-EA98-31B4-795FEE61A42D}"/>
                  </a:ext>
                </a:extLst>
              </p14:cNvPr>
              <p14:cNvContentPartPr/>
              <p14:nvPr/>
            </p14:nvContentPartPr>
            <p14:xfrm>
              <a:off x="1839240" y="4217616"/>
              <a:ext cx="171000" cy="28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3376196-20DB-EA98-31B4-795FEE61A42D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834920" y="4213296"/>
                <a:ext cx="179640" cy="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E02673D-742B-C8D2-A68A-2826D0CBDD39}"/>
                  </a:ext>
                </a:extLst>
              </p14:cNvPr>
              <p14:cNvContentPartPr/>
              <p14:nvPr/>
            </p14:nvContentPartPr>
            <p14:xfrm>
              <a:off x="2178000" y="4194936"/>
              <a:ext cx="107640" cy="86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E02673D-742B-C8D2-A68A-2826D0CBDD39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173680" y="4190616"/>
                <a:ext cx="11628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94D9B0D-52F4-75BC-BD14-2CB46DD2580B}"/>
                  </a:ext>
                </a:extLst>
              </p14:cNvPr>
              <p14:cNvContentPartPr/>
              <p14:nvPr/>
            </p14:nvContentPartPr>
            <p14:xfrm>
              <a:off x="2558520" y="4159296"/>
              <a:ext cx="68760" cy="86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94D9B0D-52F4-75BC-BD14-2CB46DD2580B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554200" y="4154976"/>
                <a:ext cx="7740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512D342-43A6-9FB4-3E7C-E75B63BC980C}"/>
                  </a:ext>
                </a:extLst>
              </p14:cNvPr>
              <p14:cNvContentPartPr/>
              <p14:nvPr/>
            </p14:nvContentPartPr>
            <p14:xfrm>
              <a:off x="2902320" y="4129056"/>
              <a:ext cx="105120" cy="93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512D342-43A6-9FB4-3E7C-E75B63BC980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2898000" y="4124736"/>
                <a:ext cx="11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9E0BF5C-864C-1E36-BDD6-AE17BFBFA154}"/>
                  </a:ext>
                </a:extLst>
              </p14:cNvPr>
              <p14:cNvContentPartPr/>
              <p14:nvPr/>
            </p14:nvContentPartPr>
            <p14:xfrm>
              <a:off x="3097440" y="4116816"/>
              <a:ext cx="10080" cy="118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9E0BF5C-864C-1E36-BDD6-AE17BFBFA154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093120" y="4112496"/>
                <a:ext cx="187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BDD6938-DDCF-9876-A0ED-9C4A0F5E3DAF}"/>
                  </a:ext>
                </a:extLst>
              </p14:cNvPr>
              <p14:cNvContentPartPr/>
              <p14:nvPr/>
            </p14:nvContentPartPr>
            <p14:xfrm>
              <a:off x="3058200" y="3794256"/>
              <a:ext cx="2880" cy="986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BDD6938-DDCF-9876-A0ED-9C4A0F5E3DAF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3053880" y="3789936"/>
                <a:ext cx="115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0BBCF73-B825-94C9-CDE1-F111C6D77BE1}"/>
                  </a:ext>
                </a:extLst>
              </p14:cNvPr>
              <p14:cNvContentPartPr/>
              <p14:nvPr/>
            </p14:nvContentPartPr>
            <p14:xfrm>
              <a:off x="3029040" y="3445776"/>
              <a:ext cx="22320" cy="1206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0BBCF73-B825-94C9-CDE1-F111C6D77BE1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024720" y="3441456"/>
                <a:ext cx="309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1934B7E-F380-79CB-292B-6630854FC301}"/>
                  </a:ext>
                </a:extLst>
              </p14:cNvPr>
              <p14:cNvContentPartPr/>
              <p14:nvPr/>
            </p14:nvContentPartPr>
            <p14:xfrm>
              <a:off x="2985120" y="3109176"/>
              <a:ext cx="32040" cy="1630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1934B7E-F380-79CB-292B-6630854FC301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980800" y="3104856"/>
                <a:ext cx="406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02EF855-331E-1E9E-9378-AE4FEB714AF2}"/>
                  </a:ext>
                </a:extLst>
              </p14:cNvPr>
              <p14:cNvContentPartPr/>
              <p14:nvPr/>
            </p14:nvContentPartPr>
            <p14:xfrm>
              <a:off x="2553480" y="2556576"/>
              <a:ext cx="97920" cy="914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02EF855-331E-1E9E-9378-AE4FEB714AF2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2549160" y="2552256"/>
                <a:ext cx="10656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A1BA7B0-7179-BC6E-267C-5803C20E94B5}"/>
                  </a:ext>
                </a:extLst>
              </p14:cNvPr>
              <p14:cNvContentPartPr/>
              <p14:nvPr/>
            </p14:nvContentPartPr>
            <p14:xfrm>
              <a:off x="2997720" y="2491416"/>
              <a:ext cx="68400" cy="1393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A1BA7B0-7179-BC6E-267C-5803C20E94B5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2993400" y="2487096"/>
                <a:ext cx="7704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F804284B-0968-5781-992F-660B51058689}"/>
                  </a:ext>
                </a:extLst>
              </p14:cNvPr>
              <p14:cNvContentPartPr/>
              <p14:nvPr/>
            </p14:nvContentPartPr>
            <p14:xfrm>
              <a:off x="2970360" y="2889576"/>
              <a:ext cx="17280" cy="1126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F804284B-0968-5781-992F-660B51058689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2966040" y="2885256"/>
                <a:ext cx="2592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A5C8E38-0135-76E0-E21E-B0D609727E39}"/>
                  </a:ext>
                </a:extLst>
              </p14:cNvPr>
              <p14:cNvContentPartPr/>
              <p14:nvPr/>
            </p14:nvContentPartPr>
            <p14:xfrm>
              <a:off x="2987640" y="2749176"/>
              <a:ext cx="10080" cy="622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A5C8E38-0135-76E0-E21E-B0D609727E39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2983320" y="2744856"/>
                <a:ext cx="1872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BF31485-31FC-7480-22DE-8DE7CF33BEBB}"/>
                  </a:ext>
                </a:extLst>
              </p14:cNvPr>
              <p14:cNvContentPartPr/>
              <p14:nvPr/>
            </p14:nvContentPartPr>
            <p14:xfrm>
              <a:off x="2897640" y="2701296"/>
              <a:ext cx="190440" cy="1418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BF31485-31FC-7480-22DE-8DE7CF33BEBB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2893320" y="2696976"/>
                <a:ext cx="19908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8341C74-DDB0-71DB-1187-4FA2EE4801C2}"/>
                  </a:ext>
                </a:extLst>
              </p14:cNvPr>
              <p14:cNvContentPartPr/>
              <p14:nvPr/>
            </p14:nvContentPartPr>
            <p14:xfrm>
              <a:off x="7862400" y="2157696"/>
              <a:ext cx="1708920" cy="17830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8341C74-DDB0-71DB-1187-4FA2EE4801C2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7853400" y="2149056"/>
                <a:ext cx="1726560" cy="180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D0064BC-5A06-7A31-3CF5-6D13132C6697}"/>
                  </a:ext>
                </a:extLst>
              </p14:cNvPr>
              <p14:cNvContentPartPr/>
              <p14:nvPr/>
            </p14:nvContentPartPr>
            <p14:xfrm>
              <a:off x="3480120" y="2610216"/>
              <a:ext cx="5400" cy="68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D0064BC-5A06-7A31-3CF5-6D13132C6697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3471120" y="2601216"/>
                <a:ext cx="230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D53B6AB9-CD87-70C8-7CE1-673E1297FBA5}"/>
                  </a:ext>
                </a:extLst>
              </p14:cNvPr>
              <p14:cNvContentPartPr/>
              <p14:nvPr/>
            </p14:nvContentPartPr>
            <p14:xfrm>
              <a:off x="3604320" y="2595096"/>
              <a:ext cx="360" cy="21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D53B6AB9-CD87-70C8-7CE1-673E1297FBA5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3595680" y="2586456"/>
                <a:ext cx="180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0B91F547-2822-E0E8-C819-628541191179}"/>
                  </a:ext>
                </a:extLst>
              </p14:cNvPr>
              <p14:cNvContentPartPr/>
              <p14:nvPr/>
            </p14:nvContentPartPr>
            <p14:xfrm>
              <a:off x="3694680" y="2597256"/>
              <a:ext cx="360" cy="10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0B91F547-2822-E0E8-C819-628541191179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3685680" y="2588616"/>
                <a:ext cx="180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E1A6A6F-B248-C2A8-EFE2-9FF4B72F8EC5}"/>
                  </a:ext>
                </a:extLst>
              </p14:cNvPr>
              <p14:cNvContentPartPr/>
              <p14:nvPr/>
            </p14:nvContentPartPr>
            <p14:xfrm>
              <a:off x="6001200" y="1486296"/>
              <a:ext cx="54000" cy="1735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E1A6A6F-B248-C2A8-EFE2-9FF4B72F8EC5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992560" y="1477296"/>
                <a:ext cx="716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E784E38C-34CF-1F32-08E5-D3E50675EA78}"/>
                  </a:ext>
                </a:extLst>
              </p14:cNvPr>
              <p14:cNvContentPartPr/>
              <p14:nvPr/>
            </p14:nvContentPartPr>
            <p14:xfrm>
              <a:off x="6023160" y="1368576"/>
              <a:ext cx="594720" cy="3668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E784E38C-34CF-1F32-08E5-D3E50675EA78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6014520" y="1359576"/>
                <a:ext cx="61236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3CADAAF9-2F28-4DAE-2144-BD59458AF5C5}"/>
                  </a:ext>
                </a:extLst>
              </p14:cNvPr>
              <p14:cNvContentPartPr/>
              <p14:nvPr/>
            </p14:nvContentPartPr>
            <p14:xfrm>
              <a:off x="5499360" y="1843776"/>
              <a:ext cx="131760" cy="28512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3CADAAF9-2F28-4DAE-2144-BD59458AF5C5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5490360" y="1834776"/>
                <a:ext cx="14940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92274D4C-234F-2769-DFAE-8F1F52AF3AE3}"/>
                  </a:ext>
                </a:extLst>
              </p14:cNvPr>
              <p14:cNvContentPartPr/>
              <p14:nvPr/>
            </p14:nvContentPartPr>
            <p14:xfrm>
              <a:off x="5679360" y="1878696"/>
              <a:ext cx="85680" cy="709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92274D4C-234F-2769-DFAE-8F1F52AF3AE3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5670720" y="1870056"/>
                <a:ext cx="1033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F3A69AAE-2932-C0EC-0603-DB876CE2D968}"/>
                  </a:ext>
                </a:extLst>
              </p14:cNvPr>
              <p14:cNvContentPartPr/>
              <p14:nvPr/>
            </p14:nvContentPartPr>
            <p14:xfrm>
              <a:off x="5798880" y="1827936"/>
              <a:ext cx="73440" cy="921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F3A69AAE-2932-C0EC-0603-DB876CE2D968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5790240" y="1818936"/>
                <a:ext cx="910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073A4A9C-ACFB-E97D-D4C2-158957FFDE1D}"/>
                  </a:ext>
                </a:extLst>
              </p14:cNvPr>
              <p14:cNvContentPartPr/>
              <p14:nvPr/>
            </p14:nvContentPartPr>
            <p14:xfrm>
              <a:off x="5933160" y="1837296"/>
              <a:ext cx="102600" cy="4320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073A4A9C-ACFB-E97D-D4C2-158957FFDE1D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5924160" y="1828656"/>
                <a:ext cx="1202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BA78577C-EFD1-D96D-CF71-349BBFBEC955}"/>
                  </a:ext>
                </a:extLst>
              </p14:cNvPr>
              <p14:cNvContentPartPr/>
              <p14:nvPr/>
            </p14:nvContentPartPr>
            <p14:xfrm>
              <a:off x="6052320" y="1812096"/>
              <a:ext cx="107640" cy="680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BA78577C-EFD1-D96D-CF71-349BBFBEC955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6043680" y="1803096"/>
                <a:ext cx="125280" cy="8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5668BEA-87FD-6075-BF1B-5B7B016EE676}"/>
              </a:ext>
            </a:extLst>
          </p:cNvPr>
          <p:cNvGrpSpPr/>
          <p:nvPr/>
        </p:nvGrpSpPr>
        <p:grpSpPr>
          <a:xfrm>
            <a:off x="6366960" y="486576"/>
            <a:ext cx="4579920" cy="3886920"/>
            <a:chOff x="6366960" y="486576"/>
            <a:chExt cx="4579920" cy="38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8296E72-64F9-5440-1918-141FD603C399}"/>
                    </a:ext>
                  </a:extLst>
                </p14:cNvPr>
                <p14:cNvContentPartPr/>
                <p14:nvPr/>
              </p14:nvContentPartPr>
              <p14:xfrm>
                <a:off x="7472160" y="1829016"/>
                <a:ext cx="2418120" cy="2544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8296E72-64F9-5440-1918-141FD603C39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463160" y="1820016"/>
                  <a:ext cx="2435760" cy="256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9D8E302-7AA6-4004-5B79-BFF685F261B8}"/>
                    </a:ext>
                  </a:extLst>
                </p14:cNvPr>
                <p14:cNvContentPartPr/>
                <p14:nvPr/>
              </p14:nvContentPartPr>
              <p14:xfrm>
                <a:off x="8351640" y="1938816"/>
                <a:ext cx="95040" cy="284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9D8E302-7AA6-4004-5B79-BFF685F261B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343000" y="1929816"/>
                  <a:ext cx="1126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45CC03A-9491-ED10-A7D1-C044B59602D0}"/>
                    </a:ext>
                  </a:extLst>
                </p14:cNvPr>
                <p14:cNvContentPartPr/>
                <p14:nvPr/>
              </p14:nvContentPartPr>
              <p14:xfrm>
                <a:off x="8846640" y="1816056"/>
                <a:ext cx="32040" cy="353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45CC03A-9491-ED10-A7D1-C044B59602D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838000" y="1807416"/>
                  <a:ext cx="4968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3C8076F-719C-CA72-16D2-A010804903C7}"/>
                    </a:ext>
                  </a:extLst>
                </p14:cNvPr>
                <p14:cNvContentPartPr/>
                <p14:nvPr/>
              </p14:nvContentPartPr>
              <p14:xfrm>
                <a:off x="9278280" y="1918656"/>
                <a:ext cx="214920" cy="331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3C8076F-719C-CA72-16D2-A010804903C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269640" y="1909656"/>
                  <a:ext cx="23256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1036DBC-E823-3424-C7A9-D885C5677BF5}"/>
                    </a:ext>
                  </a:extLst>
                </p14:cNvPr>
                <p14:cNvContentPartPr/>
                <p14:nvPr/>
              </p14:nvContentPartPr>
              <p14:xfrm>
                <a:off x="9497880" y="2442816"/>
                <a:ext cx="363600" cy="91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1036DBC-E823-3424-C7A9-D885C5677BF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488880" y="2433816"/>
                  <a:ext cx="381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D9761E7-2FA1-1A1B-0AFF-C1A64505AFF8}"/>
                    </a:ext>
                  </a:extLst>
                </p14:cNvPr>
                <p14:cNvContentPartPr/>
                <p14:nvPr/>
              </p14:nvContentPartPr>
              <p14:xfrm>
                <a:off x="9600480" y="2982456"/>
                <a:ext cx="339480" cy="63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D9761E7-2FA1-1A1B-0AFF-C1A64505AFF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591480" y="2973456"/>
                  <a:ext cx="3571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BF60982-2E7F-A473-D781-6E84D363AF16}"/>
                    </a:ext>
                  </a:extLst>
                </p14:cNvPr>
                <p14:cNvContentPartPr/>
                <p14:nvPr/>
              </p14:nvContentPartPr>
              <p14:xfrm>
                <a:off x="8629560" y="2264616"/>
                <a:ext cx="74160" cy="96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BF60982-2E7F-A473-D781-6E84D363AF1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620920" y="2255976"/>
                  <a:ext cx="918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5EA9F2A-17BB-D3BA-A0A5-9B705E448A1C}"/>
                    </a:ext>
                  </a:extLst>
                </p14:cNvPr>
                <p14:cNvContentPartPr/>
                <p14:nvPr/>
              </p14:nvContentPartPr>
              <p14:xfrm>
                <a:off x="9019800" y="2254176"/>
                <a:ext cx="360" cy="97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5EA9F2A-17BB-D3BA-A0A5-9B705E448A1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011160" y="2245536"/>
                  <a:ext cx="18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0D5D7AE-02C7-1BEC-84EC-83BE86B97713}"/>
                    </a:ext>
                  </a:extLst>
                </p14:cNvPr>
                <p14:cNvContentPartPr/>
                <p14:nvPr/>
              </p14:nvContentPartPr>
              <p14:xfrm>
                <a:off x="9322200" y="2420496"/>
                <a:ext cx="68400" cy="109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0D5D7AE-02C7-1BEC-84EC-83BE86B9771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313560" y="2411496"/>
                  <a:ext cx="860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BC17B74-8B41-CE56-1DFA-0F32A12A5FB6}"/>
                    </a:ext>
                  </a:extLst>
                </p14:cNvPr>
                <p14:cNvContentPartPr/>
                <p14:nvPr/>
              </p14:nvContentPartPr>
              <p14:xfrm>
                <a:off x="9414720" y="2789856"/>
                <a:ext cx="65160" cy="99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BC17B74-8B41-CE56-1DFA-0F32A12A5FB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406080" y="2780856"/>
                  <a:ext cx="828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627F2CF-C34C-F86D-3FD9-00848F04154B}"/>
                    </a:ext>
                  </a:extLst>
                </p14:cNvPr>
                <p14:cNvContentPartPr/>
                <p14:nvPr/>
              </p14:nvContentPartPr>
              <p14:xfrm>
                <a:off x="9419760" y="3458736"/>
                <a:ext cx="419040" cy="265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627F2CF-C34C-F86D-3FD9-00848F04154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410760" y="3449736"/>
                  <a:ext cx="4366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5DAE253-CFD2-B1C5-BF96-8BCE576EC8ED}"/>
                    </a:ext>
                  </a:extLst>
                </p14:cNvPr>
                <p14:cNvContentPartPr/>
                <p14:nvPr/>
              </p14:nvContentPartPr>
              <p14:xfrm>
                <a:off x="9280440" y="3146616"/>
                <a:ext cx="92520" cy="124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DAE253-CFD2-B1C5-BF96-8BCE576EC8E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271800" y="3137616"/>
                  <a:ext cx="1101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C2E3062-222C-B6F4-E910-3261EAA4C89E}"/>
                    </a:ext>
                  </a:extLst>
                </p14:cNvPr>
                <p14:cNvContentPartPr/>
                <p14:nvPr/>
              </p14:nvContentPartPr>
              <p14:xfrm>
                <a:off x="9315000" y="3222936"/>
                <a:ext cx="24840" cy="122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C2E3062-222C-B6F4-E910-3261EAA4C89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306000" y="3214296"/>
                  <a:ext cx="424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4D57157-A8E3-4D6C-8E5C-630AC865FB5D}"/>
                    </a:ext>
                  </a:extLst>
                </p14:cNvPr>
                <p14:cNvContentPartPr/>
                <p14:nvPr/>
              </p14:nvContentPartPr>
              <p14:xfrm>
                <a:off x="7896240" y="2267496"/>
                <a:ext cx="209520" cy="242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4D57157-A8E3-4D6C-8E5C-630AC865FB5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887240" y="2258496"/>
                  <a:ext cx="2271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8965029-CA6D-E09A-8BB4-7FABB7F57FC4}"/>
                    </a:ext>
                  </a:extLst>
                </p14:cNvPr>
                <p14:cNvContentPartPr/>
                <p14:nvPr/>
              </p14:nvContentPartPr>
              <p14:xfrm>
                <a:off x="8690760" y="3627576"/>
                <a:ext cx="29520" cy="4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8965029-CA6D-E09A-8BB4-7FABB7F57FC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681760" y="3618936"/>
                  <a:ext cx="471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4CAB9BF-ECB2-E98B-82E9-219DE3F2B042}"/>
                    </a:ext>
                  </a:extLst>
                </p14:cNvPr>
                <p14:cNvContentPartPr/>
                <p14:nvPr/>
              </p14:nvContentPartPr>
              <p14:xfrm>
                <a:off x="8454240" y="3592656"/>
                <a:ext cx="16920" cy="2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4CAB9BF-ECB2-E98B-82E9-219DE3F2B04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445240" y="3584016"/>
                  <a:ext cx="345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B4ABA4D-B5F2-84BC-891C-191A279B56A4}"/>
                    </a:ext>
                  </a:extLst>
                </p14:cNvPr>
                <p14:cNvContentPartPr/>
                <p14:nvPr/>
              </p14:nvContentPartPr>
              <p14:xfrm>
                <a:off x="8332200" y="3422016"/>
                <a:ext cx="19800" cy="144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B4ABA4D-B5F2-84BC-891C-191A279B56A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323560" y="3413376"/>
                  <a:ext cx="374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6F74DAD-9F12-1882-59E8-B3BC59ACA77E}"/>
                    </a:ext>
                  </a:extLst>
                </p14:cNvPr>
                <p14:cNvContentPartPr/>
                <p14:nvPr/>
              </p14:nvContentPartPr>
              <p14:xfrm>
                <a:off x="8205480" y="2477016"/>
                <a:ext cx="90720" cy="86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6F74DAD-9F12-1882-59E8-B3BC59ACA77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196840" y="2468016"/>
                  <a:ext cx="1083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7FFAE55-DAA2-58A3-510D-2242F1D3B377}"/>
                    </a:ext>
                  </a:extLst>
                </p14:cNvPr>
                <p14:cNvContentPartPr/>
                <p14:nvPr/>
              </p14:nvContentPartPr>
              <p14:xfrm>
                <a:off x="8315280" y="2437056"/>
                <a:ext cx="63000" cy="36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7FFAE55-DAA2-58A3-510D-2242F1D3B37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306280" y="2428416"/>
                  <a:ext cx="806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3A9B3B2-4F2F-1060-858F-8DB412776555}"/>
                    </a:ext>
                  </a:extLst>
                </p14:cNvPr>
                <p14:cNvContentPartPr/>
                <p14:nvPr/>
              </p14:nvContentPartPr>
              <p14:xfrm>
                <a:off x="8429760" y="2344536"/>
                <a:ext cx="24840" cy="132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3A9B3B2-4F2F-1060-858F-8DB41277655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421120" y="2335536"/>
                  <a:ext cx="42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88F17A3-009F-DAD4-C7F1-D0B965154EC4}"/>
                    </a:ext>
                  </a:extLst>
                </p14:cNvPr>
                <p14:cNvContentPartPr/>
                <p14:nvPr/>
              </p14:nvContentPartPr>
              <p14:xfrm>
                <a:off x="6366960" y="1366776"/>
                <a:ext cx="2158200" cy="486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88F17A3-009F-DAD4-C7F1-D0B965154EC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358320" y="1357776"/>
                  <a:ext cx="217584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E98F3D5-2CE9-9D85-20B1-972B8B4AF5A1}"/>
                    </a:ext>
                  </a:extLst>
                </p14:cNvPr>
                <p14:cNvContentPartPr/>
                <p14:nvPr/>
              </p14:nvContentPartPr>
              <p14:xfrm>
                <a:off x="8410320" y="1781856"/>
                <a:ext cx="151560" cy="482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E98F3D5-2CE9-9D85-20B1-972B8B4AF5A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401320" y="1773216"/>
                  <a:ext cx="1692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EC42FD8-7F9B-670C-0F56-30F612D4AE85}"/>
                    </a:ext>
                  </a:extLst>
                </p14:cNvPr>
                <p14:cNvContentPartPr/>
                <p14:nvPr/>
              </p14:nvContentPartPr>
              <p14:xfrm>
                <a:off x="8549280" y="1732176"/>
                <a:ext cx="88200" cy="139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EC42FD8-7F9B-670C-0F56-30F612D4AE8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540280" y="1723176"/>
                  <a:ext cx="1058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64CD1D6-A0B0-2D38-E853-5DC0523CF65C}"/>
                    </a:ext>
                  </a:extLst>
                </p14:cNvPr>
                <p14:cNvContentPartPr/>
                <p14:nvPr/>
              </p14:nvContentPartPr>
              <p14:xfrm>
                <a:off x="10073160" y="986256"/>
                <a:ext cx="10080" cy="207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64CD1D6-A0B0-2D38-E853-5DC0523CF65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064520" y="977616"/>
                  <a:ext cx="277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BF943C2-D9CE-99E0-3E15-DD21482854FC}"/>
                    </a:ext>
                  </a:extLst>
                </p14:cNvPr>
                <p14:cNvContentPartPr/>
                <p14:nvPr/>
              </p14:nvContentPartPr>
              <p14:xfrm>
                <a:off x="10070640" y="827856"/>
                <a:ext cx="649080" cy="347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BF943C2-D9CE-99E0-3E15-DD21482854F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062000" y="818856"/>
                  <a:ext cx="6667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3674B8A-4845-32D9-CBD1-5A6F33098694}"/>
                    </a:ext>
                  </a:extLst>
                </p14:cNvPr>
                <p14:cNvContentPartPr/>
                <p14:nvPr/>
              </p14:nvContentPartPr>
              <p14:xfrm>
                <a:off x="10168560" y="486576"/>
                <a:ext cx="125640" cy="3182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3674B8A-4845-32D9-CBD1-5A6F3309869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159560" y="477576"/>
                  <a:ext cx="1432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2DDF101-37DA-07F1-2559-80A64A3603B3}"/>
                    </a:ext>
                  </a:extLst>
                </p14:cNvPr>
                <p14:cNvContentPartPr/>
                <p14:nvPr/>
              </p14:nvContentPartPr>
              <p14:xfrm>
                <a:off x="10114560" y="622656"/>
                <a:ext cx="241920" cy="109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2DDF101-37DA-07F1-2559-80A64A3603B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105920" y="613656"/>
                  <a:ext cx="2595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E290660-53BC-4446-9615-EE836BCB6083}"/>
                    </a:ext>
                  </a:extLst>
                </p14:cNvPr>
                <p14:cNvContentPartPr/>
                <p14:nvPr/>
              </p14:nvContentPartPr>
              <p14:xfrm>
                <a:off x="10372320" y="631296"/>
                <a:ext cx="250200" cy="766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E290660-53BC-4446-9615-EE836BCB608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363320" y="622296"/>
                  <a:ext cx="2678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94D8F1E-BEA4-4581-4E1B-09C2492DD6E4}"/>
                    </a:ext>
                  </a:extLst>
                </p14:cNvPr>
                <p14:cNvContentPartPr/>
                <p14:nvPr/>
              </p14:nvContentPartPr>
              <p14:xfrm>
                <a:off x="10708560" y="531216"/>
                <a:ext cx="81720" cy="142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94D8F1E-BEA4-4581-4E1B-09C2492DD6E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699920" y="522216"/>
                  <a:ext cx="993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E533546-27DF-DA3C-5D62-93C28A9C5225}"/>
                    </a:ext>
                  </a:extLst>
                </p14:cNvPr>
                <p14:cNvContentPartPr/>
                <p14:nvPr/>
              </p14:nvContentPartPr>
              <p14:xfrm>
                <a:off x="10660680" y="592776"/>
                <a:ext cx="141840" cy="10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E533546-27DF-DA3C-5D62-93C28A9C522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652040" y="584136"/>
                  <a:ext cx="1594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803FDAA-A908-E0CD-E899-FD90C829FD1A}"/>
                    </a:ext>
                  </a:extLst>
                </p14:cNvPr>
                <p14:cNvContentPartPr/>
                <p14:nvPr/>
              </p14:nvContentPartPr>
              <p14:xfrm>
                <a:off x="10207440" y="1480536"/>
                <a:ext cx="34200" cy="210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803FDAA-A908-E0CD-E899-FD90C829FD1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198440" y="1471536"/>
                  <a:ext cx="518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2E6BC98-9502-F7D1-31FC-7CA634566BF1}"/>
                    </a:ext>
                  </a:extLst>
                </p14:cNvPr>
                <p14:cNvContentPartPr/>
                <p14:nvPr/>
              </p14:nvContentPartPr>
              <p14:xfrm>
                <a:off x="10166040" y="1388736"/>
                <a:ext cx="581040" cy="324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2E6BC98-9502-F7D1-31FC-7CA634566BF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157040" y="1380096"/>
                  <a:ext cx="5986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2B38A25-B7F5-F0D0-2094-5DEF99301FA0}"/>
                    </a:ext>
                  </a:extLst>
                </p14:cNvPr>
                <p14:cNvContentPartPr/>
                <p14:nvPr/>
              </p14:nvContentPartPr>
              <p14:xfrm>
                <a:off x="10357560" y="1783656"/>
                <a:ext cx="57600" cy="1375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2B38A25-B7F5-F0D0-2094-5DEF99301FA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348560" y="1774656"/>
                  <a:ext cx="752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4CE346F-02E1-589D-D745-249CDB8659D5}"/>
                    </a:ext>
                  </a:extLst>
                </p14:cNvPr>
                <p14:cNvContentPartPr/>
                <p14:nvPr/>
              </p14:nvContentPartPr>
              <p14:xfrm>
                <a:off x="10502280" y="1792656"/>
                <a:ext cx="100440" cy="763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4CE346F-02E1-589D-D745-249CDB8659D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493280" y="1784016"/>
                  <a:ext cx="118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ECBE210-4310-4F2D-E8C3-3B0B300AC122}"/>
                    </a:ext>
                  </a:extLst>
                </p14:cNvPr>
                <p14:cNvContentPartPr/>
                <p14:nvPr/>
              </p14:nvContentPartPr>
              <p14:xfrm>
                <a:off x="10655640" y="1780416"/>
                <a:ext cx="134640" cy="687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ECBE210-4310-4F2D-E8C3-3B0B300AC12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647000" y="1771416"/>
                  <a:ext cx="152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B987552-4E99-A5C8-3FB6-984A450419C9}"/>
                    </a:ext>
                  </a:extLst>
                </p14:cNvPr>
                <p14:cNvContentPartPr/>
                <p14:nvPr/>
              </p14:nvContentPartPr>
              <p14:xfrm>
                <a:off x="10831680" y="1767096"/>
                <a:ext cx="115200" cy="93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B987552-4E99-A5C8-3FB6-984A450419C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822680" y="1758096"/>
                  <a:ext cx="132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A07B59E-DEE3-BE1C-F9FF-C3BECFA3444F}"/>
                    </a:ext>
                  </a:extLst>
                </p14:cNvPr>
                <p14:cNvContentPartPr/>
                <p14:nvPr/>
              </p14:nvContentPartPr>
              <p14:xfrm>
                <a:off x="9927000" y="1100736"/>
                <a:ext cx="70920" cy="248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A07B59E-DEE3-BE1C-F9FF-C3BECFA3444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918000" y="1092096"/>
                  <a:ext cx="88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A1A1A14-BC18-3E1F-10B1-1CF107CA27CC}"/>
                    </a:ext>
                  </a:extLst>
                </p14:cNvPr>
                <p14:cNvContentPartPr/>
                <p14:nvPr/>
              </p14:nvContentPartPr>
              <p14:xfrm>
                <a:off x="9685440" y="1170936"/>
                <a:ext cx="85680" cy="27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A1A1A14-BC18-3E1F-10B1-1CF107CA27C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676800" y="1161936"/>
                  <a:ext cx="103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C533324-A166-EFCF-77F2-40D88411380D}"/>
                    </a:ext>
                  </a:extLst>
                </p14:cNvPr>
                <p14:cNvContentPartPr/>
                <p14:nvPr/>
              </p14:nvContentPartPr>
              <p14:xfrm>
                <a:off x="9600120" y="1200096"/>
                <a:ext cx="27360" cy="21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C533324-A166-EFCF-77F2-40D88411380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591480" y="1191096"/>
                  <a:ext cx="45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E7F5EEE-E162-9366-3D03-D732C21F91BC}"/>
                    </a:ext>
                  </a:extLst>
                </p14:cNvPr>
                <p14:cNvContentPartPr/>
                <p14:nvPr/>
              </p14:nvContentPartPr>
              <p14:xfrm>
                <a:off x="9463680" y="1235016"/>
                <a:ext cx="90720" cy="410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E7F5EEE-E162-9366-3D03-D732C21F91B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454680" y="1226376"/>
                  <a:ext cx="1083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6E66701-D91C-D26F-4484-345FFCEB620E}"/>
                    </a:ext>
                  </a:extLst>
                </p14:cNvPr>
                <p14:cNvContentPartPr/>
                <p14:nvPr/>
              </p14:nvContentPartPr>
              <p14:xfrm>
                <a:off x="9207720" y="1305576"/>
                <a:ext cx="102600" cy="32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6E66701-D91C-D26F-4484-345FFCEB620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198720" y="1296936"/>
                  <a:ext cx="120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BDE8F42-6C80-35DE-296A-BEB79B3DFE24}"/>
                    </a:ext>
                  </a:extLst>
                </p14:cNvPr>
                <p14:cNvContentPartPr/>
                <p14:nvPr/>
              </p14:nvContentPartPr>
              <p14:xfrm>
                <a:off x="8919720" y="1347336"/>
                <a:ext cx="202680" cy="489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BDE8F42-6C80-35DE-296A-BEB79B3DFE24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911080" y="1338336"/>
                  <a:ext cx="2203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A129ABA-FF5A-ABD0-351E-17EE3DC83934}"/>
                    </a:ext>
                  </a:extLst>
                </p14:cNvPr>
                <p14:cNvContentPartPr/>
                <p14:nvPr/>
              </p14:nvContentPartPr>
              <p14:xfrm>
                <a:off x="8788320" y="1399896"/>
                <a:ext cx="2880" cy="36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A129ABA-FF5A-ABD0-351E-17EE3DC8393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779320" y="1391256"/>
                  <a:ext cx="20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ABADC89-CDD9-B03D-3076-EEBFB8874D47}"/>
                    </a:ext>
                  </a:extLst>
                </p14:cNvPr>
                <p14:cNvContentPartPr/>
                <p14:nvPr/>
              </p14:nvContentPartPr>
              <p14:xfrm>
                <a:off x="8734680" y="1399896"/>
                <a:ext cx="54000" cy="46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ABADC89-CDD9-B03D-3076-EEBFB8874D4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725680" y="1391256"/>
                  <a:ext cx="716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0953B20-AEDD-B0FF-A3AD-6042D8BE74ED}"/>
                    </a:ext>
                  </a:extLst>
                </p14:cNvPr>
                <p14:cNvContentPartPr/>
                <p14:nvPr/>
              </p14:nvContentPartPr>
              <p14:xfrm>
                <a:off x="8727120" y="1455336"/>
                <a:ext cx="17280" cy="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0953B20-AEDD-B0FF-A3AD-6042D8BE74E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718480" y="1446336"/>
                  <a:ext cx="34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439FA0B-1C92-A24C-4072-8A9FC862C587}"/>
                    </a:ext>
                  </a:extLst>
                </p14:cNvPr>
                <p14:cNvContentPartPr/>
                <p14:nvPr/>
              </p14:nvContentPartPr>
              <p14:xfrm>
                <a:off x="8766360" y="1526616"/>
                <a:ext cx="10080" cy="70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439FA0B-1C92-A24C-4072-8A9FC862C58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757360" y="1517976"/>
                  <a:ext cx="27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15D12D9-B147-A0C6-9140-19F4898446D8}"/>
                    </a:ext>
                  </a:extLst>
                </p14:cNvPr>
                <p14:cNvContentPartPr/>
                <p14:nvPr/>
              </p14:nvContentPartPr>
              <p14:xfrm>
                <a:off x="8776080" y="1662696"/>
                <a:ext cx="7560" cy="40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15D12D9-B147-A0C6-9140-19F4898446D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767080" y="1653696"/>
                  <a:ext cx="25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DEDB163-8802-091D-78BC-256CA212BA82}"/>
                    </a:ext>
                  </a:extLst>
                </p14:cNvPr>
                <p14:cNvContentPartPr/>
                <p14:nvPr/>
              </p14:nvContentPartPr>
              <p14:xfrm>
                <a:off x="8776080" y="1662696"/>
                <a:ext cx="7560" cy="547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DEDB163-8802-091D-78BC-256CA212BA8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767080" y="1653696"/>
                  <a:ext cx="25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F038A16-564C-DAF1-6E51-05DF648B0381}"/>
                    </a:ext>
                  </a:extLst>
                </p14:cNvPr>
                <p14:cNvContentPartPr/>
                <p14:nvPr/>
              </p14:nvContentPartPr>
              <p14:xfrm>
                <a:off x="8707680" y="1656936"/>
                <a:ext cx="94680" cy="979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F038A16-564C-DAF1-6E51-05DF648B038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699040" y="1647936"/>
                  <a:ext cx="112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EC3141E-E3AF-786E-B793-61813B18F54B}"/>
                    </a:ext>
                  </a:extLst>
                </p14:cNvPr>
                <p14:cNvContentPartPr/>
                <p14:nvPr/>
              </p14:nvContentPartPr>
              <p14:xfrm>
                <a:off x="8776080" y="1669176"/>
                <a:ext cx="110160" cy="1180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EC3141E-E3AF-786E-B793-61813B18F54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767080" y="1660176"/>
                  <a:ext cx="12780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8969F22-2914-CE42-E78F-6C8BABAAA7F4}"/>
              </a:ext>
            </a:extLst>
          </p:cNvPr>
          <p:cNvGrpSpPr/>
          <p:nvPr/>
        </p:nvGrpSpPr>
        <p:grpSpPr>
          <a:xfrm>
            <a:off x="10602360" y="1475496"/>
            <a:ext cx="609840" cy="62280"/>
            <a:chOff x="10602360" y="1475496"/>
            <a:chExt cx="609840" cy="6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240C6A7-303D-B2F3-A3B5-BD066ECF53C5}"/>
                    </a:ext>
                  </a:extLst>
                </p14:cNvPr>
                <p14:cNvContentPartPr/>
                <p14:nvPr/>
              </p14:nvContentPartPr>
              <p14:xfrm>
                <a:off x="10602360" y="1529136"/>
                <a:ext cx="22320" cy="86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240C6A7-303D-B2F3-A3B5-BD066ECF53C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593360" y="1520496"/>
                  <a:ext cx="39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D0A169C-E916-24CE-3D9A-6E2284FD853E}"/>
                    </a:ext>
                  </a:extLst>
                </p14:cNvPr>
                <p14:cNvContentPartPr/>
                <p14:nvPr/>
              </p14:nvContentPartPr>
              <p14:xfrm>
                <a:off x="10829160" y="1484496"/>
                <a:ext cx="32040" cy="108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D0A169C-E916-24CE-3D9A-6E2284FD853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820160" y="1475856"/>
                  <a:ext cx="496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8E699D9-2B25-C98D-4519-7CC73C789C62}"/>
                    </a:ext>
                  </a:extLst>
                </p14:cNvPr>
                <p14:cNvContentPartPr/>
                <p14:nvPr/>
              </p14:nvContentPartPr>
              <p14:xfrm>
                <a:off x="11004480" y="1475496"/>
                <a:ext cx="88200" cy="10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8E699D9-2B25-C98D-4519-7CC73C789C6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995840" y="1466856"/>
                  <a:ext cx="1058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2C36F42-58C5-CF79-AAFE-93CE42A844BF}"/>
                    </a:ext>
                  </a:extLst>
                </p14:cNvPr>
                <p14:cNvContentPartPr/>
                <p14:nvPr/>
              </p14:nvContentPartPr>
              <p14:xfrm>
                <a:off x="11211840" y="1475496"/>
                <a:ext cx="360" cy="385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2C36F42-58C5-CF79-AAFE-93CE42A844B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203200" y="1466856"/>
                  <a:ext cx="1800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1DDFC129-DF9F-B273-0049-7B1C66416DB6}"/>
                  </a:ext>
                </a:extLst>
              </p14:cNvPr>
              <p14:cNvContentPartPr/>
              <p14:nvPr/>
            </p14:nvContentPartPr>
            <p14:xfrm>
              <a:off x="11199600" y="1698336"/>
              <a:ext cx="29520" cy="10188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1DDFC129-DF9F-B273-0049-7B1C66416DB6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1190960" y="1689336"/>
                <a:ext cx="4716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2BE6C1A1-CCDC-3EAC-8133-F6008A0D63C9}"/>
                  </a:ext>
                </a:extLst>
              </p14:cNvPr>
              <p14:cNvContentPartPr/>
              <p14:nvPr/>
            </p14:nvContentPartPr>
            <p14:xfrm>
              <a:off x="11155680" y="2000736"/>
              <a:ext cx="5400" cy="1011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2BE6C1A1-CCDC-3EAC-8133-F6008A0D63C9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1147040" y="1991736"/>
                <a:ext cx="230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1362B6BE-E01A-924F-C4F5-B389F6EC7382}"/>
                  </a:ext>
                </a:extLst>
              </p14:cNvPr>
              <p14:cNvContentPartPr/>
              <p14:nvPr/>
            </p14:nvContentPartPr>
            <p14:xfrm>
              <a:off x="11116800" y="2246976"/>
              <a:ext cx="7560" cy="6948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1362B6BE-E01A-924F-C4F5-B389F6EC7382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1107800" y="2237976"/>
                <a:ext cx="2520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AB87D94-365B-9D5B-04B2-D9D91D71C895}"/>
                  </a:ext>
                </a:extLst>
              </p14:cNvPr>
              <p14:cNvContentPartPr/>
              <p14:nvPr/>
            </p14:nvContentPartPr>
            <p14:xfrm>
              <a:off x="11092320" y="2434536"/>
              <a:ext cx="5400" cy="831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AB87D94-365B-9D5B-04B2-D9D91D71C895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1083680" y="2425896"/>
                <a:ext cx="23040" cy="1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B9B19D8-5575-D51B-679B-8C5FCCBB82F9}"/>
              </a:ext>
            </a:extLst>
          </p:cNvPr>
          <p:cNvGrpSpPr/>
          <p:nvPr/>
        </p:nvGrpSpPr>
        <p:grpSpPr>
          <a:xfrm>
            <a:off x="9881640" y="2668536"/>
            <a:ext cx="1203840" cy="222840"/>
            <a:chOff x="9881640" y="2668536"/>
            <a:chExt cx="1203840" cy="22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D0D4042-78C7-BFF6-5490-BC4F4D34FA69}"/>
                    </a:ext>
                  </a:extLst>
                </p14:cNvPr>
                <p14:cNvContentPartPr/>
                <p14:nvPr/>
              </p14:nvContentPartPr>
              <p14:xfrm>
                <a:off x="11082600" y="2668536"/>
                <a:ext cx="2880" cy="514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D0D4042-78C7-BFF6-5490-BC4F4D34FA6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073960" y="2659896"/>
                  <a:ext cx="205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CE158EA-E8B6-013C-1B4F-8570FBD3FD28}"/>
                    </a:ext>
                  </a:extLst>
                </p14:cNvPr>
                <p14:cNvContentPartPr/>
                <p14:nvPr/>
              </p14:nvContentPartPr>
              <p14:xfrm>
                <a:off x="11072880" y="2775096"/>
                <a:ext cx="2880" cy="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CE158EA-E8B6-013C-1B4F-8570FBD3FD2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064240" y="2766456"/>
                  <a:ext cx="20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6A78337-777E-190C-9423-9457EB43B025}"/>
                    </a:ext>
                  </a:extLst>
                </p14:cNvPr>
                <p14:cNvContentPartPr/>
                <p14:nvPr/>
              </p14:nvContentPartPr>
              <p14:xfrm>
                <a:off x="10941120" y="2755656"/>
                <a:ext cx="134640" cy="19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6A78337-777E-190C-9423-9457EB43B02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932480" y="2746656"/>
                  <a:ext cx="152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497C842-6CA6-D45B-0437-49C8D1AADC1B}"/>
                    </a:ext>
                  </a:extLst>
                </p14:cNvPr>
                <p14:cNvContentPartPr/>
                <p14:nvPr/>
              </p14:nvContentPartPr>
              <p14:xfrm>
                <a:off x="10609560" y="2758896"/>
                <a:ext cx="88200" cy="2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497C842-6CA6-D45B-0437-49C8D1AADC1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600920" y="2750256"/>
                  <a:ext cx="1058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6AB7972-428F-4D8A-7D60-95549C867BF2}"/>
                    </a:ext>
                  </a:extLst>
                </p14:cNvPr>
                <p14:cNvContentPartPr/>
                <p14:nvPr/>
              </p14:nvContentPartPr>
              <p14:xfrm>
                <a:off x="10341360" y="2768616"/>
                <a:ext cx="70920" cy="108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6AB7972-428F-4D8A-7D60-95549C867BF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332720" y="2759976"/>
                  <a:ext cx="885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85E657F-DBE3-CAEE-0043-9D7DC0DF59AF}"/>
                    </a:ext>
                  </a:extLst>
                </p14:cNvPr>
                <p14:cNvContentPartPr/>
                <p14:nvPr/>
              </p14:nvContentPartPr>
              <p14:xfrm>
                <a:off x="10102320" y="2785896"/>
                <a:ext cx="24840" cy="75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85E657F-DBE3-CAEE-0043-9D7DC0DF59A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093680" y="2776896"/>
                  <a:ext cx="424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47D6305-0304-B155-0401-30FCAE642052}"/>
                    </a:ext>
                  </a:extLst>
                </p14:cNvPr>
                <p14:cNvContentPartPr/>
                <p14:nvPr/>
              </p14:nvContentPartPr>
              <p14:xfrm>
                <a:off x="9951120" y="2801016"/>
                <a:ext cx="10080" cy="54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47D6305-0304-B155-0401-30FCAE64205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942480" y="2792376"/>
                  <a:ext cx="27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88C6AD7-6EFA-4689-2015-7BAA665B6589}"/>
                    </a:ext>
                  </a:extLst>
                </p14:cNvPr>
                <p14:cNvContentPartPr/>
                <p14:nvPr/>
              </p14:nvContentPartPr>
              <p14:xfrm>
                <a:off x="9881640" y="2736936"/>
                <a:ext cx="165960" cy="1544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88C6AD7-6EFA-4689-2015-7BAA665B658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872640" y="2728296"/>
                  <a:ext cx="183600" cy="172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26089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95C0121-E53D-4267-4FAA-780DB9F4D416}"/>
                  </a:ext>
                </a:extLst>
              </p14:cNvPr>
              <p14:cNvContentPartPr/>
              <p14:nvPr/>
            </p14:nvContentPartPr>
            <p14:xfrm>
              <a:off x="2851488" y="1737072"/>
              <a:ext cx="1708920" cy="1783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95C0121-E53D-4267-4FAA-780DB9F4D4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42488" y="1728432"/>
                <a:ext cx="1726560" cy="180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C0F22E6-5FFF-F521-C05B-F6B533F60074}"/>
                  </a:ext>
                </a:extLst>
              </p14:cNvPr>
              <p14:cNvContentPartPr/>
              <p14:nvPr/>
            </p14:nvContentPartPr>
            <p14:xfrm>
              <a:off x="990288" y="1065672"/>
              <a:ext cx="54000" cy="173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C0F22E6-5FFF-F521-C05B-F6B533F600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1648" y="1056672"/>
                <a:ext cx="716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229B745-23A1-0478-3341-C5D4EDFE5FCF}"/>
                  </a:ext>
                </a:extLst>
              </p14:cNvPr>
              <p14:cNvContentPartPr/>
              <p14:nvPr/>
            </p14:nvContentPartPr>
            <p14:xfrm>
              <a:off x="1012248" y="947952"/>
              <a:ext cx="594720" cy="366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229B745-23A1-0478-3341-C5D4EDFE5F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3608" y="938952"/>
                <a:ext cx="61236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72B4B3-9936-7746-43A1-97C1A0241985}"/>
                  </a:ext>
                </a:extLst>
              </p14:cNvPr>
              <p14:cNvContentPartPr/>
              <p14:nvPr/>
            </p14:nvContentPartPr>
            <p14:xfrm>
              <a:off x="488448" y="1423152"/>
              <a:ext cx="131760" cy="28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72B4B3-9936-7746-43A1-97C1A02419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9448" y="1414152"/>
                <a:ext cx="14940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335D465-050B-C099-1A72-08320E0BB5F6}"/>
                  </a:ext>
                </a:extLst>
              </p14:cNvPr>
              <p14:cNvContentPartPr/>
              <p14:nvPr/>
            </p14:nvContentPartPr>
            <p14:xfrm>
              <a:off x="668448" y="1458072"/>
              <a:ext cx="85680" cy="70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335D465-050B-C099-1A72-08320E0BB5F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9808" y="1449432"/>
                <a:ext cx="1033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0B7C729-5DBD-8500-90AC-7837818AF994}"/>
                  </a:ext>
                </a:extLst>
              </p14:cNvPr>
              <p14:cNvContentPartPr/>
              <p14:nvPr/>
            </p14:nvContentPartPr>
            <p14:xfrm>
              <a:off x="787968" y="1407312"/>
              <a:ext cx="73440" cy="92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0B7C729-5DBD-8500-90AC-7837818AF99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9328" y="1398312"/>
                <a:ext cx="910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F012E5F-AE92-4DDA-88EC-F0494DFC00B7}"/>
                  </a:ext>
                </a:extLst>
              </p14:cNvPr>
              <p14:cNvContentPartPr/>
              <p14:nvPr/>
            </p14:nvContentPartPr>
            <p14:xfrm>
              <a:off x="922248" y="1416672"/>
              <a:ext cx="102600" cy="43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F012E5F-AE92-4DDA-88EC-F0494DFC00B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3248" y="1408032"/>
                <a:ext cx="1202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B80FA23-8E4E-B18C-7B64-9428435AE607}"/>
                  </a:ext>
                </a:extLst>
              </p14:cNvPr>
              <p14:cNvContentPartPr/>
              <p14:nvPr/>
            </p14:nvContentPartPr>
            <p14:xfrm>
              <a:off x="1041408" y="1391472"/>
              <a:ext cx="107640" cy="68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B80FA23-8E4E-B18C-7B64-9428435AE60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32768" y="1382472"/>
                <a:ext cx="12528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E537A0E-EB23-90A4-680A-1E91E7110D31}"/>
                  </a:ext>
                </a:extLst>
              </p14:cNvPr>
              <p14:cNvContentPartPr/>
              <p14:nvPr/>
            </p14:nvContentPartPr>
            <p14:xfrm>
              <a:off x="3340728" y="1518192"/>
              <a:ext cx="95040" cy="284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E537A0E-EB23-90A4-680A-1E91E7110D3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32088" y="1509192"/>
                <a:ext cx="11268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CA2E3E3-AC83-5CF0-C645-51840742FEFC}"/>
                  </a:ext>
                </a:extLst>
              </p14:cNvPr>
              <p14:cNvContentPartPr/>
              <p14:nvPr/>
            </p14:nvContentPartPr>
            <p14:xfrm>
              <a:off x="3835728" y="1395432"/>
              <a:ext cx="32040" cy="353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CA2E3E3-AC83-5CF0-C645-51840742FEF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27088" y="1386792"/>
                <a:ext cx="4968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856D33E-A3A7-6D8C-821B-99B154197B49}"/>
                  </a:ext>
                </a:extLst>
              </p14:cNvPr>
              <p14:cNvContentPartPr/>
              <p14:nvPr/>
            </p14:nvContentPartPr>
            <p14:xfrm>
              <a:off x="4267368" y="1498032"/>
              <a:ext cx="214920" cy="331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856D33E-A3A7-6D8C-821B-99B154197B4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58728" y="1489032"/>
                <a:ext cx="23256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7EBFFCA-BED0-F7CE-BA10-449607C1A045}"/>
                  </a:ext>
                </a:extLst>
              </p14:cNvPr>
              <p14:cNvContentPartPr/>
              <p14:nvPr/>
            </p14:nvContentPartPr>
            <p14:xfrm>
              <a:off x="4486968" y="2022192"/>
              <a:ext cx="363600" cy="91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7EBFFCA-BED0-F7CE-BA10-449607C1A04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477968" y="2013192"/>
                <a:ext cx="3812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FF8C4AE-818D-5422-9009-1B8379C85152}"/>
                  </a:ext>
                </a:extLst>
              </p14:cNvPr>
              <p14:cNvContentPartPr/>
              <p14:nvPr/>
            </p14:nvContentPartPr>
            <p14:xfrm>
              <a:off x="4589568" y="2561832"/>
              <a:ext cx="339480" cy="63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FF8C4AE-818D-5422-9009-1B8379C8515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580568" y="2552832"/>
                <a:ext cx="3571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17CBECD-BD02-53E0-0D28-A8416609C018}"/>
                  </a:ext>
                </a:extLst>
              </p14:cNvPr>
              <p14:cNvContentPartPr/>
              <p14:nvPr/>
            </p14:nvContentPartPr>
            <p14:xfrm>
              <a:off x="3618648" y="1843992"/>
              <a:ext cx="74160" cy="96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17CBECD-BD02-53E0-0D28-A8416609C01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610008" y="1835352"/>
                <a:ext cx="9180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5BA7129-7EF4-7A62-5050-EFEADBCA0A1D}"/>
                  </a:ext>
                </a:extLst>
              </p14:cNvPr>
              <p14:cNvContentPartPr/>
              <p14:nvPr/>
            </p14:nvContentPartPr>
            <p14:xfrm>
              <a:off x="4008888" y="1833552"/>
              <a:ext cx="360" cy="97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5BA7129-7EF4-7A62-5050-EFEADBCA0A1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000248" y="1824912"/>
                <a:ext cx="1800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0B08AA4-8DCB-DBD9-5202-1F05185C1C5D}"/>
                  </a:ext>
                </a:extLst>
              </p14:cNvPr>
              <p14:cNvContentPartPr/>
              <p14:nvPr/>
            </p14:nvContentPartPr>
            <p14:xfrm>
              <a:off x="4311288" y="1999872"/>
              <a:ext cx="68400" cy="109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0B08AA4-8DCB-DBD9-5202-1F05185C1C5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302648" y="1990872"/>
                <a:ext cx="860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A0F6880-187D-99D1-6B46-DE20E122990E}"/>
                  </a:ext>
                </a:extLst>
              </p14:cNvPr>
              <p14:cNvContentPartPr/>
              <p14:nvPr/>
            </p14:nvContentPartPr>
            <p14:xfrm>
              <a:off x="4403808" y="2369232"/>
              <a:ext cx="65160" cy="99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A0F6880-187D-99D1-6B46-DE20E122990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95168" y="2360232"/>
                <a:ext cx="8280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6E13BCA-B6B3-56EB-FBA3-73AE2A27DE20}"/>
                  </a:ext>
                </a:extLst>
              </p14:cNvPr>
              <p14:cNvContentPartPr/>
              <p14:nvPr/>
            </p14:nvContentPartPr>
            <p14:xfrm>
              <a:off x="4408848" y="3038112"/>
              <a:ext cx="419040" cy="265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6E13BCA-B6B3-56EB-FBA3-73AE2A27DE2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99848" y="3029112"/>
                <a:ext cx="43668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C11F0E6-9B59-6024-F8DD-052870315460}"/>
                  </a:ext>
                </a:extLst>
              </p14:cNvPr>
              <p14:cNvContentPartPr/>
              <p14:nvPr/>
            </p14:nvContentPartPr>
            <p14:xfrm>
              <a:off x="4269528" y="2725992"/>
              <a:ext cx="92520" cy="1249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C11F0E6-9B59-6024-F8DD-05287031546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60888" y="2716992"/>
                <a:ext cx="11016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054A70D-4F83-3DF2-ACD7-52A7B3506571}"/>
                  </a:ext>
                </a:extLst>
              </p14:cNvPr>
              <p14:cNvContentPartPr/>
              <p14:nvPr/>
            </p14:nvContentPartPr>
            <p14:xfrm>
              <a:off x="4304088" y="2802312"/>
              <a:ext cx="24840" cy="122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054A70D-4F83-3DF2-ACD7-52A7B350657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95088" y="2793672"/>
                <a:ext cx="424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0A37F42-7A62-CB6D-6717-51531FBD75F4}"/>
                  </a:ext>
                </a:extLst>
              </p14:cNvPr>
              <p14:cNvContentPartPr/>
              <p14:nvPr/>
            </p14:nvContentPartPr>
            <p14:xfrm>
              <a:off x="2885328" y="1846872"/>
              <a:ext cx="209520" cy="2422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0A37F42-7A62-CB6D-6717-51531FBD75F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876328" y="1837872"/>
                <a:ext cx="2271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A04B238-6C7B-C1BB-CB86-FE535FC2680E}"/>
                  </a:ext>
                </a:extLst>
              </p14:cNvPr>
              <p14:cNvContentPartPr/>
              <p14:nvPr/>
            </p14:nvContentPartPr>
            <p14:xfrm>
              <a:off x="3679848" y="3206952"/>
              <a:ext cx="29520" cy="4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A04B238-6C7B-C1BB-CB86-FE535FC2680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670848" y="3198312"/>
                <a:ext cx="471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756C0DF-12D3-DD21-BCE5-09534E74D42C}"/>
                  </a:ext>
                </a:extLst>
              </p14:cNvPr>
              <p14:cNvContentPartPr/>
              <p14:nvPr/>
            </p14:nvContentPartPr>
            <p14:xfrm>
              <a:off x="3443328" y="3172032"/>
              <a:ext cx="16920" cy="21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756C0DF-12D3-DD21-BCE5-09534E74D42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434328" y="3163392"/>
                <a:ext cx="345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D7837CD-31F6-46AB-B133-1AF2DEA15900}"/>
                  </a:ext>
                </a:extLst>
              </p14:cNvPr>
              <p14:cNvContentPartPr/>
              <p14:nvPr/>
            </p14:nvContentPartPr>
            <p14:xfrm>
              <a:off x="3321288" y="3001392"/>
              <a:ext cx="19800" cy="14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D7837CD-31F6-46AB-B133-1AF2DEA1590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312648" y="2992752"/>
                <a:ext cx="374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97B5309-2770-046B-3389-749A32BF8497}"/>
                  </a:ext>
                </a:extLst>
              </p14:cNvPr>
              <p14:cNvContentPartPr/>
              <p14:nvPr/>
            </p14:nvContentPartPr>
            <p14:xfrm>
              <a:off x="3194568" y="2056392"/>
              <a:ext cx="90720" cy="867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97B5309-2770-046B-3389-749A32BF849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185928" y="2047392"/>
                <a:ext cx="10836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432B7BF-0A61-8C91-B8B5-6C98B75C7C8C}"/>
                  </a:ext>
                </a:extLst>
              </p14:cNvPr>
              <p14:cNvContentPartPr/>
              <p14:nvPr/>
            </p14:nvContentPartPr>
            <p14:xfrm>
              <a:off x="3304368" y="2016432"/>
              <a:ext cx="63000" cy="360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432B7BF-0A61-8C91-B8B5-6C98B75C7C8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295368" y="2007792"/>
                <a:ext cx="806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8F59618-7489-D53A-1540-A2EDAFBD22E0}"/>
                  </a:ext>
                </a:extLst>
              </p14:cNvPr>
              <p14:cNvContentPartPr/>
              <p14:nvPr/>
            </p14:nvContentPartPr>
            <p14:xfrm>
              <a:off x="3418848" y="1923912"/>
              <a:ext cx="24840" cy="1321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8F59618-7489-D53A-1540-A2EDAFBD22E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410208" y="1914912"/>
                <a:ext cx="424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12C3E3C-E1F0-AD09-2196-F2B57E2E8E6D}"/>
                  </a:ext>
                </a:extLst>
              </p14:cNvPr>
              <p14:cNvContentPartPr/>
              <p14:nvPr/>
            </p14:nvContentPartPr>
            <p14:xfrm>
              <a:off x="1356048" y="946152"/>
              <a:ext cx="2158200" cy="486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12C3E3C-E1F0-AD09-2196-F2B57E2E8E6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347408" y="937152"/>
                <a:ext cx="217584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B048A5F-D5BC-BC21-5D46-0008CC654D41}"/>
                  </a:ext>
                </a:extLst>
              </p14:cNvPr>
              <p14:cNvContentPartPr/>
              <p14:nvPr/>
            </p14:nvContentPartPr>
            <p14:xfrm>
              <a:off x="3399408" y="1361232"/>
              <a:ext cx="151560" cy="482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B048A5F-D5BC-BC21-5D46-0008CC654D4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390408" y="1352592"/>
                <a:ext cx="1692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0395F94-D6B5-D221-8015-1441AA07D16A}"/>
                  </a:ext>
                </a:extLst>
              </p14:cNvPr>
              <p14:cNvContentPartPr/>
              <p14:nvPr/>
            </p14:nvContentPartPr>
            <p14:xfrm>
              <a:off x="3538368" y="1311552"/>
              <a:ext cx="88200" cy="1393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0395F94-D6B5-D221-8015-1441AA07D16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529368" y="1302552"/>
                <a:ext cx="1058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FE33A20-012F-68BF-9274-758EF86AF45C}"/>
                  </a:ext>
                </a:extLst>
              </p14:cNvPr>
              <p14:cNvContentPartPr/>
              <p14:nvPr/>
            </p14:nvContentPartPr>
            <p14:xfrm>
              <a:off x="5062248" y="565632"/>
              <a:ext cx="10080" cy="2077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FE33A20-012F-68BF-9274-758EF86AF45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053608" y="556992"/>
                <a:ext cx="277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CE3FA82-D142-824C-35EA-0C4BA6D9EBAA}"/>
                  </a:ext>
                </a:extLst>
              </p14:cNvPr>
              <p14:cNvContentPartPr/>
              <p14:nvPr/>
            </p14:nvContentPartPr>
            <p14:xfrm>
              <a:off x="5059728" y="407232"/>
              <a:ext cx="649080" cy="3477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CE3FA82-D142-824C-35EA-0C4BA6D9EBA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051088" y="398232"/>
                <a:ext cx="66672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E3C7223-8936-54C3-715E-6BFEA2D6D94D}"/>
                  </a:ext>
                </a:extLst>
              </p14:cNvPr>
              <p14:cNvContentPartPr/>
              <p14:nvPr/>
            </p14:nvContentPartPr>
            <p14:xfrm>
              <a:off x="5157648" y="65952"/>
              <a:ext cx="125640" cy="3182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E3C7223-8936-54C3-715E-6BFEA2D6D94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48648" y="56952"/>
                <a:ext cx="14328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E3170E7-DB67-CD67-6CCB-C5B92D04622D}"/>
                  </a:ext>
                </a:extLst>
              </p14:cNvPr>
              <p14:cNvContentPartPr/>
              <p14:nvPr/>
            </p14:nvContentPartPr>
            <p14:xfrm>
              <a:off x="5103648" y="202032"/>
              <a:ext cx="241920" cy="1098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E3170E7-DB67-CD67-6CCB-C5B92D04622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095008" y="193032"/>
                <a:ext cx="25956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529F22A-0DFB-F508-2B09-C032ADE8128D}"/>
                  </a:ext>
                </a:extLst>
              </p14:cNvPr>
              <p14:cNvContentPartPr/>
              <p14:nvPr/>
            </p14:nvContentPartPr>
            <p14:xfrm>
              <a:off x="5361408" y="210672"/>
              <a:ext cx="250200" cy="766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529F22A-0DFB-F508-2B09-C032ADE8128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352408" y="201672"/>
                <a:ext cx="2678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3D4AE14-D84C-B88E-000F-1D70D4E8B823}"/>
                  </a:ext>
                </a:extLst>
              </p14:cNvPr>
              <p14:cNvContentPartPr/>
              <p14:nvPr/>
            </p14:nvContentPartPr>
            <p14:xfrm>
              <a:off x="5697648" y="110592"/>
              <a:ext cx="81720" cy="1425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3D4AE14-D84C-B88E-000F-1D70D4E8B82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689008" y="101592"/>
                <a:ext cx="993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F4BFD89-78CF-3F28-630B-7D55A73C5820}"/>
                  </a:ext>
                </a:extLst>
              </p14:cNvPr>
              <p14:cNvContentPartPr/>
              <p14:nvPr/>
            </p14:nvContentPartPr>
            <p14:xfrm>
              <a:off x="5649768" y="172152"/>
              <a:ext cx="141840" cy="10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F4BFD89-78CF-3F28-630B-7D55A73C582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641128" y="163512"/>
                <a:ext cx="1594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B05215B-ABB1-8BC5-9BE5-581CA682D73A}"/>
                  </a:ext>
                </a:extLst>
              </p14:cNvPr>
              <p14:cNvContentPartPr/>
              <p14:nvPr/>
            </p14:nvContentPartPr>
            <p14:xfrm>
              <a:off x="5196528" y="1059912"/>
              <a:ext cx="34200" cy="2109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B05215B-ABB1-8BC5-9BE5-581CA682D73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187528" y="1050912"/>
                <a:ext cx="518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7AB9ED7-9A1C-B25E-254F-D15E9FCAC8C3}"/>
                  </a:ext>
                </a:extLst>
              </p14:cNvPr>
              <p14:cNvContentPartPr/>
              <p14:nvPr/>
            </p14:nvContentPartPr>
            <p14:xfrm>
              <a:off x="5155128" y="968112"/>
              <a:ext cx="581040" cy="3240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7AB9ED7-9A1C-B25E-254F-D15E9FCAC8C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146128" y="959472"/>
                <a:ext cx="59868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9BF4792-3B2E-3A3F-4B9A-04442BE8EC3A}"/>
                  </a:ext>
                </a:extLst>
              </p14:cNvPr>
              <p14:cNvContentPartPr/>
              <p14:nvPr/>
            </p14:nvContentPartPr>
            <p14:xfrm>
              <a:off x="5346648" y="1363032"/>
              <a:ext cx="57600" cy="137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9BF4792-3B2E-3A3F-4B9A-04442BE8EC3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337648" y="1354032"/>
                <a:ext cx="752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A784530-A1DB-D189-C927-6E1CE48EAFFB}"/>
                  </a:ext>
                </a:extLst>
              </p14:cNvPr>
              <p14:cNvContentPartPr/>
              <p14:nvPr/>
            </p14:nvContentPartPr>
            <p14:xfrm>
              <a:off x="5491368" y="1372032"/>
              <a:ext cx="100440" cy="763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A784530-A1DB-D189-C927-6E1CE48EAFF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482368" y="1363392"/>
                <a:ext cx="1180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DFFF1A8-9713-99F2-983A-020B833555EA}"/>
                  </a:ext>
                </a:extLst>
              </p14:cNvPr>
              <p14:cNvContentPartPr/>
              <p14:nvPr/>
            </p14:nvContentPartPr>
            <p14:xfrm>
              <a:off x="5644728" y="1359792"/>
              <a:ext cx="134640" cy="687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DFFF1A8-9713-99F2-983A-020B833555E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636088" y="1350792"/>
                <a:ext cx="1522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677D3FC-74CC-EBA0-2FBF-2E6F2155CC78}"/>
                  </a:ext>
                </a:extLst>
              </p14:cNvPr>
              <p14:cNvContentPartPr/>
              <p14:nvPr/>
            </p14:nvContentPartPr>
            <p14:xfrm>
              <a:off x="5820768" y="1346472"/>
              <a:ext cx="115200" cy="939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677D3FC-74CC-EBA0-2FBF-2E6F2155CC7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811768" y="1337472"/>
                <a:ext cx="13284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68241AC-E2E2-84A6-FE6C-733F59AE18C0}"/>
                  </a:ext>
                </a:extLst>
              </p14:cNvPr>
              <p14:cNvContentPartPr/>
              <p14:nvPr/>
            </p14:nvContentPartPr>
            <p14:xfrm>
              <a:off x="4916088" y="680112"/>
              <a:ext cx="70920" cy="248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68241AC-E2E2-84A6-FE6C-733F59AE18C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907088" y="671472"/>
                <a:ext cx="885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E7FF037-1B36-8810-ADFA-9D019467AD63}"/>
                  </a:ext>
                </a:extLst>
              </p14:cNvPr>
              <p14:cNvContentPartPr/>
              <p14:nvPr/>
            </p14:nvContentPartPr>
            <p14:xfrm>
              <a:off x="4674528" y="750312"/>
              <a:ext cx="85680" cy="27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E7FF037-1B36-8810-ADFA-9D019467AD6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665888" y="741312"/>
                <a:ext cx="1033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50F3AC7-AE24-7669-A6C1-8CCCFCBCD88C}"/>
                  </a:ext>
                </a:extLst>
              </p14:cNvPr>
              <p14:cNvContentPartPr/>
              <p14:nvPr/>
            </p14:nvContentPartPr>
            <p14:xfrm>
              <a:off x="4589208" y="779472"/>
              <a:ext cx="27360" cy="216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50F3AC7-AE24-7669-A6C1-8CCCFCBCD88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580568" y="770472"/>
                <a:ext cx="450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7FC39DF-F804-49B7-69B2-E86B7BAB1B6C}"/>
                  </a:ext>
                </a:extLst>
              </p14:cNvPr>
              <p14:cNvContentPartPr/>
              <p14:nvPr/>
            </p14:nvContentPartPr>
            <p14:xfrm>
              <a:off x="4452768" y="814392"/>
              <a:ext cx="90720" cy="410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7FC39DF-F804-49B7-69B2-E86B7BAB1B6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443768" y="805752"/>
                <a:ext cx="1083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C95A985-FF0A-1071-86B4-F4FC31536F8A}"/>
                  </a:ext>
                </a:extLst>
              </p14:cNvPr>
              <p14:cNvContentPartPr/>
              <p14:nvPr/>
            </p14:nvContentPartPr>
            <p14:xfrm>
              <a:off x="4196808" y="884952"/>
              <a:ext cx="102600" cy="327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C95A985-FF0A-1071-86B4-F4FC31536F8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187808" y="876312"/>
                <a:ext cx="1202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85D02A1-33B7-2AC7-ED28-BB3D98413878}"/>
                  </a:ext>
                </a:extLst>
              </p14:cNvPr>
              <p14:cNvContentPartPr/>
              <p14:nvPr/>
            </p14:nvContentPartPr>
            <p14:xfrm>
              <a:off x="3908808" y="926712"/>
              <a:ext cx="202680" cy="489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85D02A1-33B7-2AC7-ED28-BB3D9841387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900168" y="917712"/>
                <a:ext cx="22032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21E40AF-2392-F7BD-EF9F-5C5B2AD0FF31}"/>
                  </a:ext>
                </a:extLst>
              </p14:cNvPr>
              <p14:cNvContentPartPr/>
              <p14:nvPr/>
            </p14:nvContentPartPr>
            <p14:xfrm>
              <a:off x="3777408" y="979272"/>
              <a:ext cx="2880" cy="36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21E40AF-2392-F7BD-EF9F-5C5B2AD0FF3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768408" y="970632"/>
                <a:ext cx="205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113808B-4721-E6C0-81D9-AE76952B6447}"/>
                  </a:ext>
                </a:extLst>
              </p14:cNvPr>
              <p14:cNvContentPartPr/>
              <p14:nvPr/>
            </p14:nvContentPartPr>
            <p14:xfrm>
              <a:off x="3723768" y="979272"/>
              <a:ext cx="54000" cy="468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113808B-4721-E6C0-81D9-AE76952B644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714768" y="970632"/>
                <a:ext cx="7164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057948B-784A-D7A0-3066-6708036CD918}"/>
                  </a:ext>
                </a:extLst>
              </p14:cNvPr>
              <p14:cNvContentPartPr/>
              <p14:nvPr/>
            </p14:nvContentPartPr>
            <p14:xfrm>
              <a:off x="3716208" y="1034712"/>
              <a:ext cx="17280" cy="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057948B-784A-D7A0-3066-6708036CD91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707568" y="1025712"/>
                <a:ext cx="349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50549957-B907-2A40-8C8E-55E9FD9C32DA}"/>
                  </a:ext>
                </a:extLst>
              </p14:cNvPr>
              <p14:cNvContentPartPr/>
              <p14:nvPr/>
            </p14:nvContentPartPr>
            <p14:xfrm>
              <a:off x="3755448" y="1105992"/>
              <a:ext cx="10080" cy="709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50549957-B907-2A40-8C8E-55E9FD9C32D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746448" y="1097352"/>
                <a:ext cx="277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8E35134-27F0-4E68-112C-8ABA95AAE420}"/>
                  </a:ext>
                </a:extLst>
              </p14:cNvPr>
              <p14:cNvContentPartPr/>
              <p14:nvPr/>
            </p14:nvContentPartPr>
            <p14:xfrm>
              <a:off x="3765168" y="1242072"/>
              <a:ext cx="7560" cy="403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8E35134-27F0-4E68-112C-8ABA95AAE42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756168" y="1233072"/>
                <a:ext cx="252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0ACA57B-4CB2-AB95-D8B8-5276A8300E94}"/>
                  </a:ext>
                </a:extLst>
              </p14:cNvPr>
              <p14:cNvContentPartPr/>
              <p14:nvPr/>
            </p14:nvContentPartPr>
            <p14:xfrm>
              <a:off x="3765168" y="1242072"/>
              <a:ext cx="7560" cy="547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0ACA57B-4CB2-AB95-D8B8-5276A8300E9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756168" y="1233072"/>
                <a:ext cx="252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98BF8A1-9C13-CD78-4AB1-53AF7949D194}"/>
                  </a:ext>
                </a:extLst>
              </p14:cNvPr>
              <p14:cNvContentPartPr/>
              <p14:nvPr/>
            </p14:nvContentPartPr>
            <p14:xfrm>
              <a:off x="3696768" y="1236312"/>
              <a:ext cx="94680" cy="979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98BF8A1-9C13-CD78-4AB1-53AF7949D19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688128" y="1227312"/>
                <a:ext cx="1123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B413640-A88E-29E7-8859-263CA782B534}"/>
                  </a:ext>
                </a:extLst>
              </p14:cNvPr>
              <p14:cNvContentPartPr/>
              <p14:nvPr/>
            </p14:nvContentPartPr>
            <p14:xfrm>
              <a:off x="3765168" y="1248552"/>
              <a:ext cx="110160" cy="1180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B413640-A88E-29E7-8859-263CA782B53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756168" y="1239552"/>
                <a:ext cx="1278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8DC1752-A1E0-630A-BD95-013596287290}"/>
                  </a:ext>
                </a:extLst>
              </p14:cNvPr>
              <p14:cNvContentPartPr/>
              <p14:nvPr/>
            </p14:nvContentPartPr>
            <p14:xfrm>
              <a:off x="5591448" y="1108512"/>
              <a:ext cx="22320" cy="86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8DC1752-A1E0-630A-BD95-01359628729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582448" y="1099872"/>
                <a:ext cx="3996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943A556D-0247-4463-39A3-9ACA6D4CD301}"/>
              </a:ext>
            </a:extLst>
          </p:cNvPr>
          <p:cNvGrpSpPr/>
          <p:nvPr/>
        </p:nvGrpSpPr>
        <p:grpSpPr>
          <a:xfrm>
            <a:off x="8502840" y="490536"/>
            <a:ext cx="1875600" cy="453240"/>
            <a:chOff x="8502840" y="490536"/>
            <a:chExt cx="1875600" cy="45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1DABC83-E4CB-8C59-CF42-01540A33117C}"/>
                    </a:ext>
                  </a:extLst>
                </p14:cNvPr>
                <p14:cNvContentPartPr/>
                <p14:nvPr/>
              </p14:nvContentPartPr>
              <p14:xfrm>
                <a:off x="8502840" y="564336"/>
                <a:ext cx="234360" cy="206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1DABC83-E4CB-8C59-CF42-01540A33117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494200" y="555696"/>
                  <a:ext cx="2520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76D1387-C0CE-063C-4CD8-3B8BFF6AB1EE}"/>
                    </a:ext>
                  </a:extLst>
                </p14:cNvPr>
                <p14:cNvContentPartPr/>
                <p14:nvPr/>
              </p14:nvContentPartPr>
              <p14:xfrm>
                <a:off x="8659080" y="494496"/>
                <a:ext cx="195480" cy="27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76D1387-C0CE-063C-4CD8-3B8BFF6AB1E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50080" y="485856"/>
                  <a:ext cx="213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F3DC4C2-F433-CF3C-58F1-9328D87BCB24}"/>
                    </a:ext>
                  </a:extLst>
                </p14:cNvPr>
                <p14:cNvContentPartPr/>
                <p14:nvPr/>
              </p14:nvContentPartPr>
              <p14:xfrm>
                <a:off x="8586000" y="634536"/>
                <a:ext cx="171000" cy="6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F3DC4C2-F433-CF3C-58F1-9328D87BCB2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77000" y="625536"/>
                  <a:ext cx="188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A7077CA-F9E7-C08E-8A62-2FAE14BC27D8}"/>
                    </a:ext>
                  </a:extLst>
                </p14:cNvPr>
                <p14:cNvContentPartPr/>
                <p14:nvPr/>
              </p14:nvContentPartPr>
              <p14:xfrm>
                <a:off x="8766360" y="710136"/>
                <a:ext cx="176040" cy="35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A7077CA-F9E7-C08E-8A62-2FAE14BC27D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57360" y="701136"/>
                  <a:ext cx="193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DEDF6B1-E01B-8115-4F6A-C15B76216F25}"/>
                    </a:ext>
                  </a:extLst>
                </p14:cNvPr>
                <p14:cNvContentPartPr/>
                <p14:nvPr/>
              </p14:nvContentPartPr>
              <p14:xfrm>
                <a:off x="8949600" y="734256"/>
                <a:ext cx="33840" cy="209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DEDF6B1-E01B-8115-4F6A-C15B76216F2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940960" y="725616"/>
                  <a:ext cx="514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5A856F5-DA5D-B799-C63D-832B09A53169}"/>
                    </a:ext>
                  </a:extLst>
                </p14:cNvPr>
                <p14:cNvContentPartPr/>
                <p14:nvPr/>
              </p14:nvContentPartPr>
              <p14:xfrm>
                <a:off x="9015120" y="702216"/>
                <a:ext cx="66240" cy="57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5A856F5-DA5D-B799-C63D-832B09A5316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06120" y="693216"/>
                  <a:ext cx="838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DB5057D-A55C-779F-9C28-ADFCA4362AF6}"/>
                    </a:ext>
                  </a:extLst>
                </p14:cNvPr>
                <p14:cNvContentPartPr/>
                <p14:nvPr/>
              </p14:nvContentPartPr>
              <p14:xfrm>
                <a:off x="9173160" y="522216"/>
                <a:ext cx="91080" cy="207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DB5057D-A55C-779F-9C28-ADFCA4362AF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164160" y="513576"/>
                  <a:ext cx="1087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83FA9C9-2FD8-C5BE-21FE-33E33DA6FF0F}"/>
                    </a:ext>
                  </a:extLst>
                </p14:cNvPr>
                <p14:cNvContentPartPr/>
                <p14:nvPr/>
              </p14:nvContentPartPr>
              <p14:xfrm>
                <a:off x="9105120" y="664416"/>
                <a:ext cx="154080" cy="54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83FA9C9-2FD8-C5BE-21FE-33E33DA6FF0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096480" y="655776"/>
                  <a:ext cx="171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C09BBDB-EEA9-968C-B2CA-C9032C5B83BF}"/>
                    </a:ext>
                  </a:extLst>
                </p14:cNvPr>
                <p14:cNvContentPartPr/>
                <p14:nvPr/>
              </p14:nvContentPartPr>
              <p14:xfrm>
                <a:off x="9315000" y="666216"/>
                <a:ext cx="59040" cy="295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C09BBDB-EEA9-968C-B2CA-C9032C5B83B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06000" y="657216"/>
                  <a:ext cx="76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E9CC815-B89C-0C9C-04CA-B399FFA285F9}"/>
                    </a:ext>
                  </a:extLst>
                </p14:cNvPr>
                <p14:cNvContentPartPr/>
                <p14:nvPr/>
              </p14:nvContentPartPr>
              <p14:xfrm>
                <a:off x="9251640" y="671616"/>
                <a:ext cx="161280" cy="211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E9CC815-B89C-0C9C-04CA-B399FFA285F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42640" y="662976"/>
                  <a:ext cx="178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23BB2BB-044F-482F-5F20-5A29C279ABCB}"/>
                    </a:ext>
                  </a:extLst>
                </p14:cNvPr>
                <p14:cNvContentPartPr/>
                <p14:nvPr/>
              </p14:nvContentPartPr>
              <p14:xfrm>
                <a:off x="9553320" y="490536"/>
                <a:ext cx="191520" cy="207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23BB2BB-044F-482F-5F20-5A29C279ABC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44680" y="481896"/>
                  <a:ext cx="2091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7802DAE-0ACB-EF32-312A-A629DE517F30}"/>
                    </a:ext>
                  </a:extLst>
                </p14:cNvPr>
                <p14:cNvContentPartPr/>
                <p14:nvPr/>
              </p14:nvContentPartPr>
              <p14:xfrm>
                <a:off x="9673200" y="606096"/>
                <a:ext cx="95400" cy="1036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7802DAE-0ACB-EF32-312A-A629DE517F3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664560" y="597096"/>
                  <a:ext cx="113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A587315-12AB-1CC4-674F-5A003283A117}"/>
                    </a:ext>
                  </a:extLst>
                </p14:cNvPr>
                <p14:cNvContentPartPr/>
                <p14:nvPr/>
              </p14:nvContentPartPr>
              <p14:xfrm>
                <a:off x="9795240" y="646416"/>
                <a:ext cx="156240" cy="378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A587315-12AB-1CC4-674F-5A003283A11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786600" y="637776"/>
                  <a:ext cx="173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C5E0CD6-E537-601F-9F98-263F3116D3FF}"/>
                    </a:ext>
                  </a:extLst>
                </p14:cNvPr>
                <p14:cNvContentPartPr/>
                <p14:nvPr/>
              </p14:nvContentPartPr>
              <p14:xfrm>
                <a:off x="9964080" y="593496"/>
                <a:ext cx="111960" cy="72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C5E0CD6-E537-601F-9F98-263F3116D3F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955440" y="584496"/>
                  <a:ext cx="129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D076EC4-0499-686D-C3A9-A77AD71B0E4B}"/>
                    </a:ext>
                  </a:extLst>
                </p14:cNvPr>
                <p14:cNvContentPartPr/>
                <p14:nvPr/>
              </p14:nvContentPartPr>
              <p14:xfrm>
                <a:off x="10119600" y="602856"/>
                <a:ext cx="122400" cy="36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D076EC4-0499-686D-C3A9-A77AD71B0E4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110600" y="594216"/>
                  <a:ext cx="1400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EE26602-D0C9-4F53-3A5A-9E449A034164}"/>
                    </a:ext>
                  </a:extLst>
                </p14:cNvPr>
                <p14:cNvContentPartPr/>
                <p14:nvPr/>
              </p14:nvContentPartPr>
              <p14:xfrm>
                <a:off x="10274400" y="563616"/>
                <a:ext cx="104040" cy="62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EE26602-D0C9-4F53-3A5A-9E449A03416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265400" y="554616"/>
                  <a:ext cx="12168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6740E2D-027C-08E5-D362-07C4C6426433}"/>
              </a:ext>
            </a:extLst>
          </p:cNvPr>
          <p:cNvGrpSpPr/>
          <p:nvPr/>
        </p:nvGrpSpPr>
        <p:grpSpPr>
          <a:xfrm>
            <a:off x="2544840" y="1139976"/>
            <a:ext cx="2808360" cy="2755080"/>
            <a:chOff x="2544840" y="1139976"/>
            <a:chExt cx="2808360" cy="275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C2B7529-652F-C575-6C89-537D0BA38226}"/>
                    </a:ext>
                  </a:extLst>
                </p14:cNvPr>
                <p14:cNvContentPartPr/>
                <p14:nvPr/>
              </p14:nvContentPartPr>
              <p14:xfrm>
                <a:off x="2544840" y="1398456"/>
                <a:ext cx="2430360" cy="2496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C2B7529-652F-C575-6C89-537D0BA3822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535840" y="1389456"/>
                  <a:ext cx="2448000" cy="25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C3B983E-2C15-3628-7B2C-31FA3830F1F9}"/>
                    </a:ext>
                  </a:extLst>
                </p14:cNvPr>
                <p14:cNvContentPartPr/>
                <p14:nvPr/>
              </p14:nvContentPartPr>
              <p14:xfrm>
                <a:off x="5294160" y="1139976"/>
                <a:ext cx="59040" cy="16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C3B983E-2C15-3628-7B2C-31FA3830F1F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285520" y="1130976"/>
                  <a:ext cx="76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5F1D5E9-8ECC-349E-6A2F-4F695DA53018}"/>
                    </a:ext>
                  </a:extLst>
                </p14:cNvPr>
                <p14:cNvContentPartPr/>
                <p14:nvPr/>
              </p14:nvContentPartPr>
              <p14:xfrm>
                <a:off x="5062680" y="1169136"/>
                <a:ext cx="66240" cy="2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5F1D5E9-8ECC-349E-6A2F-4F695DA5301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053680" y="1160496"/>
                  <a:ext cx="838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6D013AB-1C4F-2F7A-185B-90C5A45B3C6C}"/>
                    </a:ext>
                  </a:extLst>
                </p14:cNvPr>
                <p14:cNvContentPartPr/>
                <p14:nvPr/>
              </p14:nvContentPartPr>
              <p14:xfrm>
                <a:off x="4808880" y="1166616"/>
                <a:ext cx="73440" cy="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6D013AB-1C4F-2F7A-185B-90C5A45B3C6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00240" y="1157976"/>
                  <a:ext cx="91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898A1E7-E1EA-D6A4-C9B6-52C7E2BC8A0F}"/>
                    </a:ext>
                  </a:extLst>
                </p14:cNvPr>
                <p14:cNvContentPartPr/>
                <p14:nvPr/>
              </p14:nvContentPartPr>
              <p14:xfrm>
                <a:off x="4550400" y="1166616"/>
                <a:ext cx="81000" cy="3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898A1E7-E1EA-D6A4-C9B6-52C7E2BC8A0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41760" y="1157976"/>
                  <a:ext cx="98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2BB6FF7-FA8E-8DC9-C699-5051B43F0CD6}"/>
                    </a:ext>
                  </a:extLst>
                </p14:cNvPr>
                <p14:cNvContentPartPr/>
                <p14:nvPr/>
              </p14:nvContentPartPr>
              <p14:xfrm>
                <a:off x="4316400" y="1169856"/>
                <a:ext cx="7560" cy="43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2BB6FF7-FA8E-8DC9-C699-5051B43F0CD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07760" y="1161216"/>
                  <a:ext cx="25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6A30C5-6D48-B579-2378-96A0FDD2753E}"/>
                    </a:ext>
                  </a:extLst>
                </p14:cNvPr>
                <p14:cNvContentPartPr/>
                <p14:nvPr/>
              </p14:nvContentPartPr>
              <p14:xfrm>
                <a:off x="4184640" y="1178856"/>
                <a:ext cx="41760" cy="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6A30C5-6D48-B579-2378-96A0FDD2753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176000" y="1170216"/>
                  <a:ext cx="594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9275442-E680-564A-83DC-88A7BC47C61B}"/>
                    </a:ext>
                  </a:extLst>
                </p14:cNvPr>
                <p14:cNvContentPartPr/>
                <p14:nvPr/>
              </p14:nvContentPartPr>
              <p14:xfrm>
                <a:off x="4033440" y="1168416"/>
                <a:ext cx="2880" cy="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9275442-E680-564A-83DC-88A7BC47C61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024800" y="1159416"/>
                  <a:ext cx="20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76CFB77-52EF-FD36-8636-6B755F4E89B2}"/>
                    </a:ext>
                  </a:extLst>
                </p14:cNvPr>
                <p14:cNvContentPartPr/>
                <p14:nvPr/>
              </p14:nvContentPartPr>
              <p14:xfrm>
                <a:off x="4006800" y="1166616"/>
                <a:ext cx="29520" cy="10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76CFB77-52EF-FD36-8636-6B755F4E89B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997800" y="1157976"/>
                  <a:ext cx="47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A2D8504-5BE1-2868-6F10-B3F54D83C230}"/>
                    </a:ext>
                  </a:extLst>
                </p14:cNvPr>
                <p14:cNvContentPartPr/>
                <p14:nvPr/>
              </p14:nvContentPartPr>
              <p14:xfrm>
                <a:off x="3962880" y="1217016"/>
                <a:ext cx="34560" cy="28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A2D8504-5BE1-2868-6F10-B3F54D83C23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953880" y="1208376"/>
                  <a:ext cx="522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7F42D0A-0221-D588-EB44-B48B4EBF7746}"/>
                    </a:ext>
                  </a:extLst>
                </p14:cNvPr>
                <p14:cNvContentPartPr/>
                <p14:nvPr/>
              </p14:nvContentPartPr>
              <p14:xfrm>
                <a:off x="3904200" y="1278936"/>
                <a:ext cx="17280" cy="29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7F42D0A-0221-D588-EB44-B48B4EBF774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895560" y="1269936"/>
                  <a:ext cx="349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EDA657D-9D42-9D24-A747-37932C1B95B8}"/>
                    </a:ext>
                  </a:extLst>
                </p14:cNvPr>
                <p14:cNvContentPartPr/>
                <p14:nvPr/>
              </p14:nvContentPartPr>
              <p14:xfrm>
                <a:off x="3884760" y="1278936"/>
                <a:ext cx="37080" cy="622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EDA657D-9D42-9D24-A747-37932C1B95B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876120" y="1269936"/>
                  <a:ext cx="54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83CA08F-CEE7-C8B9-D85D-17219AEE60C8}"/>
                    </a:ext>
                  </a:extLst>
                </p14:cNvPr>
                <p14:cNvContentPartPr/>
                <p14:nvPr/>
              </p14:nvContentPartPr>
              <p14:xfrm>
                <a:off x="3860280" y="1285776"/>
                <a:ext cx="144360" cy="756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83CA08F-CEE7-C8B9-D85D-17219AEE60C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851640" y="1277136"/>
                  <a:ext cx="16200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00EB1B7-CAE6-88A0-4747-C0A921F5B744}"/>
              </a:ext>
            </a:extLst>
          </p:cNvPr>
          <p:cNvGrpSpPr/>
          <p:nvPr/>
        </p:nvGrpSpPr>
        <p:grpSpPr>
          <a:xfrm>
            <a:off x="5571000" y="1753416"/>
            <a:ext cx="947160" cy="607320"/>
            <a:chOff x="5571000" y="1753416"/>
            <a:chExt cx="947160" cy="60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28BEE78-33CD-684F-C6D2-1D07AC7CBC51}"/>
                    </a:ext>
                  </a:extLst>
                </p14:cNvPr>
                <p14:cNvContentPartPr/>
                <p14:nvPr/>
              </p14:nvContentPartPr>
              <p14:xfrm>
                <a:off x="5571000" y="1928736"/>
                <a:ext cx="96480" cy="986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28BEE78-33CD-684F-C6D2-1D07AC7CBC5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562000" y="1920096"/>
                  <a:ext cx="1141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472BF3F-3BCD-7A1D-C496-D92EC48771D3}"/>
                    </a:ext>
                  </a:extLst>
                </p14:cNvPr>
                <p14:cNvContentPartPr/>
                <p14:nvPr/>
              </p14:nvContentPartPr>
              <p14:xfrm>
                <a:off x="5742360" y="1919376"/>
                <a:ext cx="72720" cy="770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472BF3F-3BCD-7A1D-C496-D92EC48771D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733720" y="1910376"/>
                  <a:ext cx="903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EB0113E-587E-C320-E0BD-CE09F032CFD6}"/>
                    </a:ext>
                  </a:extLst>
                </p14:cNvPr>
                <p14:cNvContentPartPr/>
                <p14:nvPr/>
              </p14:nvContentPartPr>
              <p14:xfrm>
                <a:off x="5880960" y="1912536"/>
                <a:ext cx="98640" cy="57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EB0113E-587E-C320-E0BD-CE09F032CFD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871960" y="1903536"/>
                  <a:ext cx="1162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2A1053C-B836-829A-4472-20AF2DD65C06}"/>
                    </a:ext>
                  </a:extLst>
                </p14:cNvPr>
                <p14:cNvContentPartPr/>
                <p14:nvPr/>
              </p14:nvContentPartPr>
              <p14:xfrm>
                <a:off x="6032880" y="1919376"/>
                <a:ext cx="102600" cy="26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2A1053C-B836-829A-4472-20AF2DD65C0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024240" y="1910376"/>
                  <a:ext cx="1202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1EC9F00-D106-F7DA-3157-975AD17ACA68}"/>
                    </a:ext>
                  </a:extLst>
                </p14:cNvPr>
                <p14:cNvContentPartPr/>
                <p14:nvPr/>
              </p14:nvContentPartPr>
              <p14:xfrm>
                <a:off x="6238440" y="1753416"/>
                <a:ext cx="97200" cy="1850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1EC9F00-D106-F7DA-3157-975AD17ACA6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229800" y="1744776"/>
                  <a:ext cx="1148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8886050-4054-7102-D639-7A690DB20827}"/>
                    </a:ext>
                  </a:extLst>
                </p14:cNvPr>
                <p14:cNvContentPartPr/>
                <p14:nvPr/>
              </p14:nvContentPartPr>
              <p14:xfrm>
                <a:off x="6169680" y="1872936"/>
                <a:ext cx="151560" cy="3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8886050-4054-7102-D639-7A690DB2082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160680" y="1864296"/>
                  <a:ext cx="169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28B3D0B-4E39-4F47-F7E6-395569B176C5}"/>
                    </a:ext>
                  </a:extLst>
                </p14:cNvPr>
                <p14:cNvContentPartPr/>
                <p14:nvPr/>
              </p14:nvContentPartPr>
              <p14:xfrm>
                <a:off x="5928120" y="2144376"/>
                <a:ext cx="34560" cy="1926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28B3D0B-4E39-4F47-F7E6-395569B176C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919480" y="2135736"/>
                  <a:ext cx="52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4A683C5-A50D-C17B-47FE-83F2C8F93F7F}"/>
                    </a:ext>
                  </a:extLst>
                </p14:cNvPr>
                <p14:cNvContentPartPr/>
                <p14:nvPr/>
              </p14:nvContentPartPr>
              <p14:xfrm>
                <a:off x="5969520" y="2003616"/>
                <a:ext cx="548640" cy="357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4A683C5-A50D-C17B-47FE-83F2C8F93F7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960880" y="1994616"/>
                  <a:ext cx="5662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F272807-5B69-FD51-82CC-E5ADAA52094A}"/>
                    </a:ext>
                  </a:extLst>
                </p14:cNvPr>
                <p14:cNvContentPartPr/>
                <p14:nvPr/>
              </p14:nvContentPartPr>
              <p14:xfrm>
                <a:off x="6154200" y="2111256"/>
                <a:ext cx="112680" cy="106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F272807-5B69-FD51-82CC-E5ADAA52094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145200" y="2102616"/>
                  <a:ext cx="130320" cy="124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97869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69A51-C664-FB8B-4B68-201742B79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5B02B71-78D0-0EDC-48EE-F85B706BA54F}"/>
                  </a:ext>
                </a:extLst>
              </p14:cNvPr>
              <p14:cNvContentPartPr/>
              <p14:nvPr/>
            </p14:nvContentPartPr>
            <p14:xfrm>
              <a:off x="2851488" y="1737072"/>
              <a:ext cx="1708920" cy="1783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5B02B71-78D0-0EDC-48EE-F85B706BA5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42488" y="1728432"/>
                <a:ext cx="1726560" cy="180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1FBDDBA-4B03-E5A1-AB97-B6262B6F3370}"/>
                  </a:ext>
                </a:extLst>
              </p14:cNvPr>
              <p14:cNvContentPartPr/>
              <p14:nvPr/>
            </p14:nvContentPartPr>
            <p14:xfrm>
              <a:off x="990288" y="1065672"/>
              <a:ext cx="54000" cy="173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1FBDDBA-4B03-E5A1-AB97-B6262B6F33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1648" y="1056672"/>
                <a:ext cx="716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7A69259-7A7F-0DFE-9400-49F0EF4D5814}"/>
                  </a:ext>
                </a:extLst>
              </p14:cNvPr>
              <p14:cNvContentPartPr/>
              <p14:nvPr/>
            </p14:nvContentPartPr>
            <p14:xfrm>
              <a:off x="1012248" y="947952"/>
              <a:ext cx="594720" cy="366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7A69259-7A7F-0DFE-9400-49F0EF4D581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3608" y="938952"/>
                <a:ext cx="61236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59DC70E-33E2-3217-408A-4B30067F0FFC}"/>
                  </a:ext>
                </a:extLst>
              </p14:cNvPr>
              <p14:cNvContentPartPr/>
              <p14:nvPr/>
            </p14:nvContentPartPr>
            <p14:xfrm>
              <a:off x="488448" y="1423152"/>
              <a:ext cx="131760" cy="28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59DC70E-33E2-3217-408A-4B30067F0F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9448" y="1414152"/>
                <a:ext cx="14940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610971E-666B-D49E-01CA-137DC6426F15}"/>
                  </a:ext>
                </a:extLst>
              </p14:cNvPr>
              <p14:cNvContentPartPr/>
              <p14:nvPr/>
            </p14:nvContentPartPr>
            <p14:xfrm>
              <a:off x="668448" y="1458072"/>
              <a:ext cx="85680" cy="70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610971E-666B-D49E-01CA-137DC6426F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9808" y="1449432"/>
                <a:ext cx="1033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F6EB3DD-973C-7267-C319-BE39EDB24C18}"/>
                  </a:ext>
                </a:extLst>
              </p14:cNvPr>
              <p14:cNvContentPartPr/>
              <p14:nvPr/>
            </p14:nvContentPartPr>
            <p14:xfrm>
              <a:off x="787968" y="1407312"/>
              <a:ext cx="73440" cy="92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F6EB3DD-973C-7267-C319-BE39EDB24C1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9328" y="1398312"/>
                <a:ext cx="910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7A2B80E-0BAC-2854-4064-21850AAB62BF}"/>
                  </a:ext>
                </a:extLst>
              </p14:cNvPr>
              <p14:cNvContentPartPr/>
              <p14:nvPr/>
            </p14:nvContentPartPr>
            <p14:xfrm>
              <a:off x="922248" y="1416672"/>
              <a:ext cx="102600" cy="43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7A2B80E-0BAC-2854-4064-21850AAB62B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3248" y="1408032"/>
                <a:ext cx="1202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877FFED-CB93-FE6F-1412-B783054BD2E9}"/>
                  </a:ext>
                </a:extLst>
              </p14:cNvPr>
              <p14:cNvContentPartPr/>
              <p14:nvPr/>
            </p14:nvContentPartPr>
            <p14:xfrm>
              <a:off x="1041408" y="1391472"/>
              <a:ext cx="107640" cy="68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877FFED-CB93-FE6F-1412-B783054BD2E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32768" y="1382472"/>
                <a:ext cx="12528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3594D6A-C78C-9457-D6D8-91ED90007E4A}"/>
                  </a:ext>
                </a:extLst>
              </p14:cNvPr>
              <p14:cNvContentPartPr/>
              <p14:nvPr/>
            </p14:nvContentPartPr>
            <p14:xfrm>
              <a:off x="2461248" y="1408392"/>
              <a:ext cx="2418120" cy="2544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3594D6A-C78C-9457-D6D8-91ED90007E4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52248" y="1399392"/>
                <a:ext cx="2435760" cy="256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2D4029E-7D2A-A9A6-CF3F-DFE41403D59E}"/>
                  </a:ext>
                </a:extLst>
              </p14:cNvPr>
              <p14:cNvContentPartPr/>
              <p14:nvPr/>
            </p14:nvContentPartPr>
            <p14:xfrm>
              <a:off x="3340728" y="1518192"/>
              <a:ext cx="95040" cy="284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2D4029E-7D2A-A9A6-CF3F-DFE41403D59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32088" y="1509192"/>
                <a:ext cx="11268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50578B1-8EDA-26B0-08B1-D76507B58B3B}"/>
                  </a:ext>
                </a:extLst>
              </p14:cNvPr>
              <p14:cNvContentPartPr/>
              <p14:nvPr/>
            </p14:nvContentPartPr>
            <p14:xfrm>
              <a:off x="3835728" y="1395432"/>
              <a:ext cx="32040" cy="353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50578B1-8EDA-26B0-08B1-D76507B58B3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27088" y="1386792"/>
                <a:ext cx="4968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F6EC06D-5D28-CBA1-3CF5-D110A5B74D8E}"/>
                  </a:ext>
                </a:extLst>
              </p14:cNvPr>
              <p14:cNvContentPartPr/>
              <p14:nvPr/>
            </p14:nvContentPartPr>
            <p14:xfrm>
              <a:off x="4267368" y="1498032"/>
              <a:ext cx="214920" cy="331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F6EC06D-5D28-CBA1-3CF5-D110A5B74D8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58728" y="1489032"/>
                <a:ext cx="23256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12813F7-8BED-4911-EA60-FC87C45BD255}"/>
                  </a:ext>
                </a:extLst>
              </p14:cNvPr>
              <p14:cNvContentPartPr/>
              <p14:nvPr/>
            </p14:nvContentPartPr>
            <p14:xfrm>
              <a:off x="4486968" y="2022192"/>
              <a:ext cx="363600" cy="91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12813F7-8BED-4911-EA60-FC87C45BD25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77968" y="2013192"/>
                <a:ext cx="3812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0CEC7E4-200A-2B13-4844-6DDC79A49A75}"/>
                  </a:ext>
                </a:extLst>
              </p14:cNvPr>
              <p14:cNvContentPartPr/>
              <p14:nvPr/>
            </p14:nvContentPartPr>
            <p14:xfrm>
              <a:off x="4589568" y="2561832"/>
              <a:ext cx="339480" cy="63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0CEC7E4-200A-2B13-4844-6DDC79A49A7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580568" y="2552832"/>
                <a:ext cx="3571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B409B0A-2A3C-39C5-ED17-10F99FCBC5B8}"/>
                  </a:ext>
                </a:extLst>
              </p14:cNvPr>
              <p14:cNvContentPartPr/>
              <p14:nvPr/>
            </p14:nvContentPartPr>
            <p14:xfrm>
              <a:off x="3618648" y="1843992"/>
              <a:ext cx="74160" cy="96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B409B0A-2A3C-39C5-ED17-10F99FCBC5B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10008" y="1835352"/>
                <a:ext cx="9180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DCCD341-9C01-90E1-345D-4DD2E9375F6C}"/>
                  </a:ext>
                </a:extLst>
              </p14:cNvPr>
              <p14:cNvContentPartPr/>
              <p14:nvPr/>
            </p14:nvContentPartPr>
            <p14:xfrm>
              <a:off x="4008888" y="1833552"/>
              <a:ext cx="360" cy="97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DCCD341-9C01-90E1-345D-4DD2E9375F6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00248" y="1824912"/>
                <a:ext cx="1800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48C2AE5-ED29-CDC4-94E0-4AA1A5887E0F}"/>
                  </a:ext>
                </a:extLst>
              </p14:cNvPr>
              <p14:cNvContentPartPr/>
              <p14:nvPr/>
            </p14:nvContentPartPr>
            <p14:xfrm>
              <a:off x="4311288" y="1999872"/>
              <a:ext cx="68400" cy="109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48C2AE5-ED29-CDC4-94E0-4AA1A5887E0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02648" y="1990872"/>
                <a:ext cx="860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6249E12-F5F2-D14A-6E6D-6C221AFE8BBC}"/>
                  </a:ext>
                </a:extLst>
              </p14:cNvPr>
              <p14:cNvContentPartPr/>
              <p14:nvPr/>
            </p14:nvContentPartPr>
            <p14:xfrm>
              <a:off x="4403808" y="2369232"/>
              <a:ext cx="65160" cy="99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6249E12-F5F2-D14A-6E6D-6C221AFE8BB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95168" y="2360232"/>
                <a:ext cx="8280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2EE1CC2-ACF4-788F-7C34-9F517519AE5D}"/>
                  </a:ext>
                </a:extLst>
              </p14:cNvPr>
              <p14:cNvContentPartPr/>
              <p14:nvPr/>
            </p14:nvContentPartPr>
            <p14:xfrm>
              <a:off x="4408848" y="3038112"/>
              <a:ext cx="419040" cy="265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2EE1CC2-ACF4-788F-7C34-9F517519AE5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99848" y="3029112"/>
                <a:ext cx="43668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6527C2A-2920-4F04-5A68-DE5FE5C0F7AE}"/>
                  </a:ext>
                </a:extLst>
              </p14:cNvPr>
              <p14:cNvContentPartPr/>
              <p14:nvPr/>
            </p14:nvContentPartPr>
            <p14:xfrm>
              <a:off x="4269528" y="2725992"/>
              <a:ext cx="92520" cy="1249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6527C2A-2920-4F04-5A68-DE5FE5C0F7A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60888" y="2716992"/>
                <a:ext cx="11016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0A66E79-BAFA-0635-9C20-0BE25C924BC7}"/>
                  </a:ext>
                </a:extLst>
              </p14:cNvPr>
              <p14:cNvContentPartPr/>
              <p14:nvPr/>
            </p14:nvContentPartPr>
            <p14:xfrm>
              <a:off x="4304088" y="2802312"/>
              <a:ext cx="24840" cy="122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0A66E79-BAFA-0635-9C20-0BE25C924BC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95088" y="2793672"/>
                <a:ext cx="424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5628CCE-5A51-BF7E-B922-8576DA823081}"/>
                  </a:ext>
                </a:extLst>
              </p14:cNvPr>
              <p14:cNvContentPartPr/>
              <p14:nvPr/>
            </p14:nvContentPartPr>
            <p14:xfrm>
              <a:off x="2885328" y="1846872"/>
              <a:ext cx="209520" cy="2422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5628CCE-5A51-BF7E-B922-8576DA82308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876328" y="1837872"/>
                <a:ext cx="2271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D37E1BE-3780-B5CC-FE6D-1928445F324D}"/>
                  </a:ext>
                </a:extLst>
              </p14:cNvPr>
              <p14:cNvContentPartPr/>
              <p14:nvPr/>
            </p14:nvContentPartPr>
            <p14:xfrm>
              <a:off x="3679848" y="3206952"/>
              <a:ext cx="29520" cy="4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D37E1BE-3780-B5CC-FE6D-1928445F324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670848" y="3198312"/>
                <a:ext cx="471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0CC4168-4273-78EE-E3A1-00EF1B6956C7}"/>
                  </a:ext>
                </a:extLst>
              </p14:cNvPr>
              <p14:cNvContentPartPr/>
              <p14:nvPr/>
            </p14:nvContentPartPr>
            <p14:xfrm>
              <a:off x="3443328" y="3172032"/>
              <a:ext cx="16920" cy="21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0CC4168-4273-78EE-E3A1-00EF1B6956C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34328" y="3163392"/>
                <a:ext cx="345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C631AD8-624F-1EFD-4137-2348DE49DF63}"/>
                  </a:ext>
                </a:extLst>
              </p14:cNvPr>
              <p14:cNvContentPartPr/>
              <p14:nvPr/>
            </p14:nvContentPartPr>
            <p14:xfrm>
              <a:off x="3321288" y="3001392"/>
              <a:ext cx="19800" cy="14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C631AD8-624F-1EFD-4137-2348DE49DF6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312648" y="2992752"/>
                <a:ext cx="374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300442D-B758-8837-F872-936761B117F5}"/>
                  </a:ext>
                </a:extLst>
              </p14:cNvPr>
              <p14:cNvContentPartPr/>
              <p14:nvPr/>
            </p14:nvContentPartPr>
            <p14:xfrm>
              <a:off x="3194568" y="2056392"/>
              <a:ext cx="90720" cy="867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300442D-B758-8837-F872-936761B117F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85928" y="2047392"/>
                <a:ext cx="10836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B930625-5529-58A7-DA44-F2080C33F3F5}"/>
                  </a:ext>
                </a:extLst>
              </p14:cNvPr>
              <p14:cNvContentPartPr/>
              <p14:nvPr/>
            </p14:nvContentPartPr>
            <p14:xfrm>
              <a:off x="3304368" y="2016432"/>
              <a:ext cx="63000" cy="360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B930625-5529-58A7-DA44-F2080C33F3F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295368" y="2007792"/>
                <a:ext cx="806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E1F89CF-3EDA-909A-0A7E-0B1837230A5F}"/>
                  </a:ext>
                </a:extLst>
              </p14:cNvPr>
              <p14:cNvContentPartPr/>
              <p14:nvPr/>
            </p14:nvContentPartPr>
            <p14:xfrm>
              <a:off x="3418848" y="1923912"/>
              <a:ext cx="24840" cy="1321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E1F89CF-3EDA-909A-0A7E-0B1837230A5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410208" y="1914912"/>
                <a:ext cx="424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91A8AFC-5DE2-87B6-BE81-CFC4C6AE97F3}"/>
                  </a:ext>
                </a:extLst>
              </p14:cNvPr>
              <p14:cNvContentPartPr/>
              <p14:nvPr/>
            </p14:nvContentPartPr>
            <p14:xfrm>
              <a:off x="1356048" y="946152"/>
              <a:ext cx="2158200" cy="486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91A8AFC-5DE2-87B6-BE81-CFC4C6AE97F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347408" y="937152"/>
                <a:ext cx="217584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9A35165-0D0E-18A8-6ECC-E1C1D4AD6FB0}"/>
                  </a:ext>
                </a:extLst>
              </p14:cNvPr>
              <p14:cNvContentPartPr/>
              <p14:nvPr/>
            </p14:nvContentPartPr>
            <p14:xfrm>
              <a:off x="3399408" y="1361232"/>
              <a:ext cx="151560" cy="482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9A35165-0D0E-18A8-6ECC-E1C1D4AD6FB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90408" y="1352592"/>
                <a:ext cx="1692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C242F89-3A35-331C-6239-26A694D55499}"/>
                  </a:ext>
                </a:extLst>
              </p14:cNvPr>
              <p14:cNvContentPartPr/>
              <p14:nvPr/>
            </p14:nvContentPartPr>
            <p14:xfrm>
              <a:off x="3538368" y="1311552"/>
              <a:ext cx="88200" cy="1393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C242F89-3A35-331C-6239-26A694D5549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529368" y="1302552"/>
                <a:ext cx="1058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D55358E-CABF-5F23-E87D-A6D3B4AA7872}"/>
                  </a:ext>
                </a:extLst>
              </p14:cNvPr>
              <p14:cNvContentPartPr/>
              <p14:nvPr/>
            </p14:nvContentPartPr>
            <p14:xfrm>
              <a:off x="5062248" y="565632"/>
              <a:ext cx="10080" cy="2077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D55358E-CABF-5F23-E87D-A6D3B4AA787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053608" y="556992"/>
                <a:ext cx="277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1E43562-B616-B6A0-39DC-420156737348}"/>
                  </a:ext>
                </a:extLst>
              </p14:cNvPr>
              <p14:cNvContentPartPr/>
              <p14:nvPr/>
            </p14:nvContentPartPr>
            <p14:xfrm>
              <a:off x="5059728" y="407232"/>
              <a:ext cx="649080" cy="3477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1E43562-B616-B6A0-39DC-42015673734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051088" y="398232"/>
                <a:ext cx="66672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9164E64-BCAB-30AE-3AB1-B5BEC6820DB0}"/>
                  </a:ext>
                </a:extLst>
              </p14:cNvPr>
              <p14:cNvContentPartPr/>
              <p14:nvPr/>
            </p14:nvContentPartPr>
            <p14:xfrm>
              <a:off x="5157648" y="65952"/>
              <a:ext cx="125640" cy="3182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9164E64-BCAB-30AE-3AB1-B5BEC6820DB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48648" y="56952"/>
                <a:ext cx="14328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0B701D3-FF92-ADF7-4FF6-754A2E17132E}"/>
                  </a:ext>
                </a:extLst>
              </p14:cNvPr>
              <p14:cNvContentPartPr/>
              <p14:nvPr/>
            </p14:nvContentPartPr>
            <p14:xfrm>
              <a:off x="5103648" y="202032"/>
              <a:ext cx="241920" cy="1098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0B701D3-FF92-ADF7-4FF6-754A2E17132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095008" y="193032"/>
                <a:ext cx="25956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13FE4A0-2B00-F850-ED31-FAF9A1805CAF}"/>
                  </a:ext>
                </a:extLst>
              </p14:cNvPr>
              <p14:cNvContentPartPr/>
              <p14:nvPr/>
            </p14:nvContentPartPr>
            <p14:xfrm>
              <a:off x="5361408" y="210672"/>
              <a:ext cx="250200" cy="766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13FE4A0-2B00-F850-ED31-FAF9A1805CA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352408" y="201672"/>
                <a:ext cx="2678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5E7E71A-9D15-8FC1-65A3-FF80D6DFB6EA}"/>
                  </a:ext>
                </a:extLst>
              </p14:cNvPr>
              <p14:cNvContentPartPr/>
              <p14:nvPr/>
            </p14:nvContentPartPr>
            <p14:xfrm>
              <a:off x="5697648" y="110592"/>
              <a:ext cx="81720" cy="1425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5E7E71A-9D15-8FC1-65A3-FF80D6DFB6E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689008" y="101592"/>
                <a:ext cx="993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C83B314-6526-7255-7D7E-DB035801ED39}"/>
                  </a:ext>
                </a:extLst>
              </p14:cNvPr>
              <p14:cNvContentPartPr/>
              <p14:nvPr/>
            </p14:nvContentPartPr>
            <p14:xfrm>
              <a:off x="5649768" y="172152"/>
              <a:ext cx="141840" cy="10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C83B314-6526-7255-7D7E-DB035801ED3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641128" y="163512"/>
                <a:ext cx="1594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1FD5068-C19F-391E-58F3-998D03F6C2EC}"/>
                  </a:ext>
                </a:extLst>
              </p14:cNvPr>
              <p14:cNvContentPartPr/>
              <p14:nvPr/>
            </p14:nvContentPartPr>
            <p14:xfrm>
              <a:off x="5196528" y="1059912"/>
              <a:ext cx="34200" cy="2109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1FD5068-C19F-391E-58F3-998D03F6C2E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187528" y="1050912"/>
                <a:ext cx="518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DEF3A1D-7225-250B-99F3-CD2744D61B75}"/>
                  </a:ext>
                </a:extLst>
              </p14:cNvPr>
              <p14:cNvContentPartPr/>
              <p14:nvPr/>
            </p14:nvContentPartPr>
            <p14:xfrm>
              <a:off x="5155128" y="968112"/>
              <a:ext cx="581040" cy="3240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DEF3A1D-7225-250B-99F3-CD2744D61B7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146128" y="959472"/>
                <a:ext cx="59868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E7A1C0A-1E52-2734-2561-81D7462FE19F}"/>
                  </a:ext>
                </a:extLst>
              </p14:cNvPr>
              <p14:cNvContentPartPr/>
              <p14:nvPr/>
            </p14:nvContentPartPr>
            <p14:xfrm>
              <a:off x="5346648" y="1363032"/>
              <a:ext cx="57600" cy="137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E7A1C0A-1E52-2734-2561-81D7462FE19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337648" y="1354032"/>
                <a:ext cx="752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A924B69-09C4-F2BB-C8D9-C274582BDEAF}"/>
                  </a:ext>
                </a:extLst>
              </p14:cNvPr>
              <p14:cNvContentPartPr/>
              <p14:nvPr/>
            </p14:nvContentPartPr>
            <p14:xfrm>
              <a:off x="5491368" y="1372032"/>
              <a:ext cx="100440" cy="763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A924B69-09C4-F2BB-C8D9-C274582BDEA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482368" y="1363392"/>
                <a:ext cx="1180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D037BD7-3484-F545-379E-DD1436BE7C30}"/>
                  </a:ext>
                </a:extLst>
              </p14:cNvPr>
              <p14:cNvContentPartPr/>
              <p14:nvPr/>
            </p14:nvContentPartPr>
            <p14:xfrm>
              <a:off x="5644728" y="1359792"/>
              <a:ext cx="134640" cy="687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D037BD7-3484-F545-379E-DD1436BE7C3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636088" y="1350792"/>
                <a:ext cx="1522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194705F-5D3A-9AF1-375C-1673EB21C196}"/>
                  </a:ext>
                </a:extLst>
              </p14:cNvPr>
              <p14:cNvContentPartPr/>
              <p14:nvPr/>
            </p14:nvContentPartPr>
            <p14:xfrm>
              <a:off x="5820768" y="1346472"/>
              <a:ext cx="115200" cy="939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194705F-5D3A-9AF1-375C-1673EB21C19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811768" y="1337472"/>
                <a:ext cx="13284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0D60F99-68A9-332C-3E3B-7536E3F406B5}"/>
                  </a:ext>
                </a:extLst>
              </p14:cNvPr>
              <p14:cNvContentPartPr/>
              <p14:nvPr/>
            </p14:nvContentPartPr>
            <p14:xfrm>
              <a:off x="4916088" y="680112"/>
              <a:ext cx="70920" cy="248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0D60F99-68A9-332C-3E3B-7536E3F406B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907088" y="671472"/>
                <a:ext cx="885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4CDDA55-0809-5DD1-3385-6A12024C2A09}"/>
                  </a:ext>
                </a:extLst>
              </p14:cNvPr>
              <p14:cNvContentPartPr/>
              <p14:nvPr/>
            </p14:nvContentPartPr>
            <p14:xfrm>
              <a:off x="4674528" y="750312"/>
              <a:ext cx="85680" cy="27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4CDDA55-0809-5DD1-3385-6A12024C2A0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665888" y="741312"/>
                <a:ext cx="1033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E73EE03-BA72-D495-2487-B197F87C2387}"/>
                  </a:ext>
                </a:extLst>
              </p14:cNvPr>
              <p14:cNvContentPartPr/>
              <p14:nvPr/>
            </p14:nvContentPartPr>
            <p14:xfrm>
              <a:off x="4589208" y="779472"/>
              <a:ext cx="27360" cy="216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E73EE03-BA72-D495-2487-B197F87C238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580568" y="770472"/>
                <a:ext cx="450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AA78576-07EF-DFEB-711F-22005D3EC71A}"/>
                  </a:ext>
                </a:extLst>
              </p14:cNvPr>
              <p14:cNvContentPartPr/>
              <p14:nvPr/>
            </p14:nvContentPartPr>
            <p14:xfrm>
              <a:off x="4452768" y="814392"/>
              <a:ext cx="90720" cy="410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AA78576-07EF-DFEB-711F-22005D3EC71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443768" y="805752"/>
                <a:ext cx="1083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0D8B52D-E2D2-4F2A-A936-3197194D6F37}"/>
                  </a:ext>
                </a:extLst>
              </p14:cNvPr>
              <p14:cNvContentPartPr/>
              <p14:nvPr/>
            </p14:nvContentPartPr>
            <p14:xfrm>
              <a:off x="4196808" y="884952"/>
              <a:ext cx="102600" cy="327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0D8B52D-E2D2-4F2A-A936-3197194D6F3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187808" y="876312"/>
                <a:ext cx="1202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D3A5DB8-2EC5-BC51-7064-59889433D416}"/>
                  </a:ext>
                </a:extLst>
              </p14:cNvPr>
              <p14:cNvContentPartPr/>
              <p14:nvPr/>
            </p14:nvContentPartPr>
            <p14:xfrm>
              <a:off x="3908808" y="926712"/>
              <a:ext cx="202680" cy="489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D3A5DB8-2EC5-BC51-7064-59889433D41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900168" y="917712"/>
                <a:ext cx="22032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2B921F8-5A69-23B4-8CF4-825EBC038516}"/>
                  </a:ext>
                </a:extLst>
              </p14:cNvPr>
              <p14:cNvContentPartPr/>
              <p14:nvPr/>
            </p14:nvContentPartPr>
            <p14:xfrm>
              <a:off x="3777408" y="979272"/>
              <a:ext cx="2880" cy="36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2B921F8-5A69-23B4-8CF4-825EBC03851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768408" y="970632"/>
                <a:ext cx="205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2AF0B12-D6C4-D1ED-ADE8-3ABD271208CE}"/>
                  </a:ext>
                </a:extLst>
              </p14:cNvPr>
              <p14:cNvContentPartPr/>
              <p14:nvPr/>
            </p14:nvContentPartPr>
            <p14:xfrm>
              <a:off x="3723768" y="979272"/>
              <a:ext cx="54000" cy="468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2AF0B12-D6C4-D1ED-ADE8-3ABD271208C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714768" y="970632"/>
                <a:ext cx="7164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37C37E9-0E20-67EF-EC03-5E3015A97E39}"/>
                  </a:ext>
                </a:extLst>
              </p14:cNvPr>
              <p14:cNvContentPartPr/>
              <p14:nvPr/>
            </p14:nvContentPartPr>
            <p14:xfrm>
              <a:off x="3716208" y="1034712"/>
              <a:ext cx="17280" cy="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37C37E9-0E20-67EF-EC03-5E3015A97E3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707568" y="1025712"/>
                <a:ext cx="349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87210BE-3966-98B0-0553-F3F9FDA0B7EE}"/>
                  </a:ext>
                </a:extLst>
              </p14:cNvPr>
              <p14:cNvContentPartPr/>
              <p14:nvPr/>
            </p14:nvContentPartPr>
            <p14:xfrm>
              <a:off x="3755448" y="1105992"/>
              <a:ext cx="10080" cy="709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87210BE-3966-98B0-0553-F3F9FDA0B7E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746448" y="1097352"/>
                <a:ext cx="277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3AE9C99-D930-3661-16EC-62B5F0914CB5}"/>
                  </a:ext>
                </a:extLst>
              </p14:cNvPr>
              <p14:cNvContentPartPr/>
              <p14:nvPr/>
            </p14:nvContentPartPr>
            <p14:xfrm>
              <a:off x="3765168" y="1242072"/>
              <a:ext cx="7560" cy="403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3AE9C99-D930-3661-16EC-62B5F0914CB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756168" y="1233072"/>
                <a:ext cx="252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1194C79-8618-7DC4-870F-BFBDF1CF4946}"/>
                  </a:ext>
                </a:extLst>
              </p14:cNvPr>
              <p14:cNvContentPartPr/>
              <p14:nvPr/>
            </p14:nvContentPartPr>
            <p14:xfrm>
              <a:off x="3765168" y="1242072"/>
              <a:ext cx="7560" cy="547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1194C79-8618-7DC4-870F-BFBDF1CF494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756168" y="1233072"/>
                <a:ext cx="252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6AF287A-2EB8-35CA-EABE-FBE758432BA5}"/>
                  </a:ext>
                </a:extLst>
              </p14:cNvPr>
              <p14:cNvContentPartPr/>
              <p14:nvPr/>
            </p14:nvContentPartPr>
            <p14:xfrm>
              <a:off x="3696768" y="1236312"/>
              <a:ext cx="94680" cy="979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6AF287A-2EB8-35CA-EABE-FBE758432BA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688128" y="1227312"/>
                <a:ext cx="1123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25005BA-EE5F-098B-727C-E86C72505849}"/>
                  </a:ext>
                </a:extLst>
              </p14:cNvPr>
              <p14:cNvContentPartPr/>
              <p14:nvPr/>
            </p14:nvContentPartPr>
            <p14:xfrm>
              <a:off x="3765168" y="1248552"/>
              <a:ext cx="110160" cy="1180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25005BA-EE5F-098B-727C-E86C7250584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756168" y="1239552"/>
                <a:ext cx="12780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DCE01DC-4161-5AAB-0170-84DE72B92B07}"/>
              </a:ext>
            </a:extLst>
          </p:cNvPr>
          <p:cNvGrpSpPr/>
          <p:nvPr/>
        </p:nvGrpSpPr>
        <p:grpSpPr>
          <a:xfrm>
            <a:off x="7747200" y="557856"/>
            <a:ext cx="1980000" cy="521280"/>
            <a:chOff x="7747200" y="557856"/>
            <a:chExt cx="1980000" cy="52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394AA43-8836-2E38-F8EE-B1F623C1161F}"/>
                    </a:ext>
                  </a:extLst>
                </p14:cNvPr>
                <p14:cNvContentPartPr/>
                <p14:nvPr/>
              </p14:nvContentPartPr>
              <p14:xfrm>
                <a:off x="7747200" y="809856"/>
                <a:ext cx="129600" cy="115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394AA43-8836-2E38-F8EE-B1F623C1161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738200" y="801216"/>
                  <a:ext cx="147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F0D9449-26DB-3B51-A36A-A8AE6F7C7712}"/>
                    </a:ext>
                  </a:extLst>
                </p14:cNvPr>
                <p14:cNvContentPartPr/>
                <p14:nvPr/>
              </p14:nvContentPartPr>
              <p14:xfrm>
                <a:off x="7959240" y="845856"/>
                <a:ext cx="173520" cy="51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F0D9449-26DB-3B51-A36A-A8AE6F7C771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50240" y="836856"/>
                  <a:ext cx="191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D359424-E91D-FB91-7659-166EEB21EDE4}"/>
                    </a:ext>
                  </a:extLst>
                </p14:cNvPr>
                <p14:cNvContentPartPr/>
                <p14:nvPr/>
              </p14:nvContentPartPr>
              <p14:xfrm>
                <a:off x="8042040" y="803016"/>
                <a:ext cx="205200" cy="276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D359424-E91D-FB91-7659-166EEB21EDE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33400" y="794376"/>
                  <a:ext cx="2228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5663CD0-14C8-2AD6-2BA0-0A9334666C41}"/>
                    </a:ext>
                  </a:extLst>
                </p14:cNvPr>
                <p14:cNvContentPartPr/>
                <p14:nvPr/>
              </p14:nvContentPartPr>
              <p14:xfrm>
                <a:off x="8263080" y="859896"/>
                <a:ext cx="130320" cy="52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5663CD0-14C8-2AD6-2BA0-0A9334666C4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54440" y="851256"/>
                  <a:ext cx="1479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4B599AE-5CAA-1295-9691-C5A8E568CE4D}"/>
                    </a:ext>
                  </a:extLst>
                </p14:cNvPr>
                <p14:cNvContentPartPr/>
                <p14:nvPr/>
              </p14:nvContentPartPr>
              <p14:xfrm>
                <a:off x="8426880" y="818136"/>
                <a:ext cx="83880" cy="986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4B599AE-5CAA-1295-9691-C5A8E568CE4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17880" y="809136"/>
                  <a:ext cx="101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E7F1E49-BBBB-952F-EEDE-DE1FC2C2E07F}"/>
                    </a:ext>
                  </a:extLst>
                </p14:cNvPr>
                <p14:cNvContentPartPr/>
                <p14:nvPr/>
              </p14:nvContentPartPr>
              <p14:xfrm>
                <a:off x="8602920" y="813096"/>
                <a:ext cx="141840" cy="48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E7F1E49-BBBB-952F-EEDE-DE1FC2C2E07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94280" y="804456"/>
                  <a:ext cx="159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38593ED-77D0-EFBF-CA42-A8703B8A69C2}"/>
                    </a:ext>
                  </a:extLst>
                </p14:cNvPr>
                <p14:cNvContentPartPr/>
                <p14:nvPr/>
              </p14:nvContentPartPr>
              <p14:xfrm>
                <a:off x="8802720" y="755496"/>
                <a:ext cx="127440" cy="100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38593ED-77D0-EFBF-CA42-A8703B8A69C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93720" y="746496"/>
                  <a:ext cx="1450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8B91D05-BC27-2733-A934-F8385FA85AE6}"/>
                    </a:ext>
                  </a:extLst>
                </p14:cNvPr>
                <p14:cNvContentPartPr/>
                <p14:nvPr/>
              </p14:nvContentPartPr>
              <p14:xfrm>
                <a:off x="9005040" y="614736"/>
                <a:ext cx="195840" cy="261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8B91D05-BC27-2733-A934-F8385FA85AE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996040" y="606096"/>
                  <a:ext cx="213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B480992-BB66-B7DC-C6DB-107A54722E86}"/>
                    </a:ext>
                  </a:extLst>
                </p14:cNvPr>
                <p14:cNvContentPartPr/>
                <p14:nvPr/>
              </p14:nvContentPartPr>
              <p14:xfrm>
                <a:off x="9291960" y="708336"/>
                <a:ext cx="93960" cy="132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B480992-BB66-B7DC-C6DB-107A54722E8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282960" y="699696"/>
                  <a:ext cx="1116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03A6497-678D-A64A-F829-FD2E3E2FA9C9}"/>
                    </a:ext>
                  </a:extLst>
                </p14:cNvPr>
                <p14:cNvContentPartPr/>
                <p14:nvPr/>
              </p14:nvContentPartPr>
              <p14:xfrm>
                <a:off x="9331920" y="639936"/>
                <a:ext cx="158760" cy="15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03A6497-678D-A64A-F829-FD2E3E2FA9C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323280" y="631296"/>
                  <a:ext cx="176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B546B57-E4DD-88CA-5118-A0A7F3144F1E}"/>
                    </a:ext>
                  </a:extLst>
                </p14:cNvPr>
                <p14:cNvContentPartPr/>
                <p14:nvPr/>
              </p14:nvContentPartPr>
              <p14:xfrm>
                <a:off x="9497880" y="557856"/>
                <a:ext cx="73080" cy="253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B546B57-E4DD-88CA-5118-A0A7F3144F1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488880" y="549216"/>
                  <a:ext cx="90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F41373E-8C1A-21F1-72F0-A9FE00358C49}"/>
                    </a:ext>
                  </a:extLst>
                </p14:cNvPr>
                <p14:cNvContentPartPr/>
                <p14:nvPr/>
              </p14:nvContentPartPr>
              <p14:xfrm>
                <a:off x="9726840" y="671616"/>
                <a:ext cx="360" cy="41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F41373E-8C1A-21F1-72F0-A9FE00358C4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718200" y="662976"/>
                  <a:ext cx="18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2765A4E-4BC3-CFC8-16F2-0CC67A8EC854}"/>
                    </a:ext>
                  </a:extLst>
                </p14:cNvPr>
                <p14:cNvContentPartPr/>
                <p14:nvPr/>
              </p14:nvContentPartPr>
              <p14:xfrm>
                <a:off x="9639360" y="777456"/>
                <a:ext cx="78480" cy="105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2765A4E-4BC3-CFC8-16F2-0CC67A8EC85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630360" y="768456"/>
                  <a:ext cx="9612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028E4F85-DE87-57D7-84DF-62DC6E7B64B6}"/>
              </a:ext>
            </a:extLst>
          </p:cNvPr>
          <p:cNvGrpSpPr/>
          <p:nvPr/>
        </p:nvGrpSpPr>
        <p:grpSpPr>
          <a:xfrm>
            <a:off x="3609000" y="1507176"/>
            <a:ext cx="166680" cy="209880"/>
            <a:chOff x="3609000" y="1507176"/>
            <a:chExt cx="16668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AE954FC-D0D4-D260-2FFF-65992AAC1EB3}"/>
                    </a:ext>
                  </a:extLst>
                </p14:cNvPr>
                <p14:cNvContentPartPr/>
                <p14:nvPr/>
              </p14:nvContentPartPr>
              <p14:xfrm>
                <a:off x="3609000" y="1525536"/>
                <a:ext cx="133920" cy="191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AE954FC-D0D4-D260-2FFF-65992AAC1EB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600360" y="1516896"/>
                  <a:ext cx="151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38BD4F2-C44E-DBB5-642B-585F7652759C}"/>
                    </a:ext>
                  </a:extLst>
                </p14:cNvPr>
                <p14:cNvContentPartPr/>
                <p14:nvPr/>
              </p14:nvContentPartPr>
              <p14:xfrm>
                <a:off x="3636000" y="1507176"/>
                <a:ext cx="139680" cy="35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38BD4F2-C44E-DBB5-642B-585F7652759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627360" y="1498176"/>
                  <a:ext cx="15732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9EB337C-2B40-303D-6640-1AE8859D23DE}"/>
              </a:ext>
            </a:extLst>
          </p:cNvPr>
          <p:cNvGrpSpPr/>
          <p:nvPr/>
        </p:nvGrpSpPr>
        <p:grpSpPr>
          <a:xfrm>
            <a:off x="4372560" y="1114776"/>
            <a:ext cx="983160" cy="134280"/>
            <a:chOff x="4372560" y="1114776"/>
            <a:chExt cx="983160" cy="13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21D97CA-0759-86E5-9328-A5F3EFBC1765}"/>
                    </a:ext>
                  </a:extLst>
                </p14:cNvPr>
                <p14:cNvContentPartPr/>
                <p14:nvPr/>
              </p14:nvContentPartPr>
              <p14:xfrm>
                <a:off x="5321160" y="1114776"/>
                <a:ext cx="34560" cy="86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21D97CA-0759-86E5-9328-A5F3EFBC176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312160" y="1105776"/>
                  <a:ext cx="522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88FEFA0-051C-10DD-D299-BF1DBD6278F3}"/>
                    </a:ext>
                  </a:extLst>
                </p14:cNvPr>
                <p14:cNvContentPartPr/>
                <p14:nvPr/>
              </p14:nvContentPartPr>
              <p14:xfrm>
                <a:off x="5172120" y="1133496"/>
                <a:ext cx="54000" cy="6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88FEFA0-051C-10DD-D299-BF1DBD6278F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63480" y="1124496"/>
                  <a:ext cx="71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C6B2430-DD58-B24D-0F37-C2B4EF928A51}"/>
                    </a:ext>
                  </a:extLst>
                </p14:cNvPr>
                <p14:cNvContentPartPr/>
                <p14:nvPr/>
              </p14:nvContentPartPr>
              <p14:xfrm>
                <a:off x="5020920" y="1150416"/>
                <a:ext cx="70920" cy="11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C6B2430-DD58-B24D-0F37-C2B4EF928A5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012280" y="1141776"/>
                  <a:ext cx="88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38165D7-94D9-EB03-99E0-190430A6328D}"/>
                    </a:ext>
                  </a:extLst>
                </p14:cNvPr>
                <p14:cNvContentPartPr/>
                <p14:nvPr/>
              </p14:nvContentPartPr>
              <p14:xfrm>
                <a:off x="4833360" y="1165176"/>
                <a:ext cx="97920" cy="6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38165D7-94D9-EB03-99E0-190430A6328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24360" y="1156176"/>
                  <a:ext cx="115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6C33DE0-B57B-C5D0-7351-322ED50E317A}"/>
                    </a:ext>
                  </a:extLst>
                </p14:cNvPr>
                <p14:cNvContentPartPr/>
                <p14:nvPr/>
              </p14:nvContentPartPr>
              <p14:xfrm>
                <a:off x="4679640" y="1170936"/>
                <a:ext cx="48960" cy="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6C33DE0-B57B-C5D0-7351-322ED50E317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671000" y="1161936"/>
                  <a:ext cx="66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1BA4870-BCCF-492B-1307-473E68E8D41C}"/>
                    </a:ext>
                  </a:extLst>
                </p14:cNvPr>
                <p14:cNvContentPartPr/>
                <p14:nvPr/>
              </p14:nvContentPartPr>
              <p14:xfrm>
                <a:off x="4514040" y="1174896"/>
                <a:ext cx="41760" cy="2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1BA4870-BCCF-492B-1307-473E68E8D41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05040" y="1165896"/>
                  <a:ext cx="594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90066A1-31E4-AB1C-3A2E-FFCFB94C850A}"/>
                    </a:ext>
                  </a:extLst>
                </p14:cNvPr>
                <p14:cNvContentPartPr/>
                <p14:nvPr/>
              </p14:nvContentPartPr>
              <p14:xfrm>
                <a:off x="4428720" y="1184616"/>
                <a:ext cx="5400" cy="3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90066A1-31E4-AB1C-3A2E-FFCFB94C850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419720" y="1175976"/>
                  <a:ext cx="230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6310D51-7D66-0E08-0C2C-734179F717CE}"/>
                    </a:ext>
                  </a:extLst>
                </p14:cNvPr>
                <p14:cNvContentPartPr/>
                <p14:nvPr/>
              </p14:nvContentPartPr>
              <p14:xfrm>
                <a:off x="4372560" y="1184616"/>
                <a:ext cx="61200" cy="64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6310D51-7D66-0E08-0C2C-734179F717C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363560" y="1175976"/>
                  <a:ext cx="7884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7DEFFA0-A75A-5DC7-B637-959D52F97503}"/>
              </a:ext>
            </a:extLst>
          </p:cNvPr>
          <p:cNvGrpSpPr/>
          <p:nvPr/>
        </p:nvGrpSpPr>
        <p:grpSpPr>
          <a:xfrm>
            <a:off x="4236120" y="1295856"/>
            <a:ext cx="217800" cy="124560"/>
            <a:chOff x="4236120" y="1295856"/>
            <a:chExt cx="217800" cy="12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D02545E-612D-33EA-8BB9-0306B3FB976C}"/>
                    </a:ext>
                  </a:extLst>
                </p14:cNvPr>
                <p14:cNvContentPartPr/>
                <p14:nvPr/>
              </p14:nvContentPartPr>
              <p14:xfrm>
                <a:off x="4326120" y="1301616"/>
                <a:ext cx="5400" cy="29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D02545E-612D-33EA-8BB9-0306B3FB976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317480" y="1292976"/>
                  <a:ext cx="230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82066A9-3FAA-5C44-ECEF-F393F8520867}"/>
                    </a:ext>
                  </a:extLst>
                </p14:cNvPr>
                <p14:cNvContentPartPr/>
                <p14:nvPr/>
              </p14:nvContentPartPr>
              <p14:xfrm>
                <a:off x="4309200" y="1301616"/>
                <a:ext cx="22320" cy="66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82066A9-3FAA-5C44-ECEF-F393F852086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300200" y="1292976"/>
                  <a:ext cx="399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E4A706A-BCDE-7BC6-8004-4C9BB811B0AC}"/>
                    </a:ext>
                  </a:extLst>
                </p14:cNvPr>
                <p14:cNvContentPartPr/>
                <p14:nvPr/>
              </p14:nvContentPartPr>
              <p14:xfrm>
                <a:off x="4236120" y="1295856"/>
                <a:ext cx="217800" cy="124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E4A706A-BCDE-7BC6-8004-4C9BB811B0A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227120" y="1287216"/>
                  <a:ext cx="23544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4EB4704-C625-C062-80B0-78A82C2CD221}"/>
              </a:ext>
            </a:extLst>
          </p:cNvPr>
          <p:cNvGrpSpPr/>
          <p:nvPr/>
        </p:nvGrpSpPr>
        <p:grpSpPr>
          <a:xfrm>
            <a:off x="5445000" y="1907856"/>
            <a:ext cx="1080720" cy="603000"/>
            <a:chOff x="5445000" y="1907856"/>
            <a:chExt cx="1080720" cy="60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F5C8D69-9D34-8624-A281-F50C83B5AA33}"/>
                    </a:ext>
                  </a:extLst>
                </p14:cNvPr>
                <p14:cNvContentPartPr/>
                <p14:nvPr/>
              </p14:nvContentPartPr>
              <p14:xfrm>
                <a:off x="5445000" y="2058336"/>
                <a:ext cx="156960" cy="1213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F5C8D69-9D34-8624-A281-F50C83B5AA3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436000" y="2049696"/>
                  <a:ext cx="1746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B163322-97FA-009C-27A2-2A3AE1E73AFA}"/>
                    </a:ext>
                  </a:extLst>
                </p14:cNvPr>
                <p14:cNvContentPartPr/>
                <p14:nvPr/>
              </p14:nvContentPartPr>
              <p14:xfrm>
                <a:off x="5644080" y="2045376"/>
                <a:ext cx="233280" cy="93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B163322-97FA-009C-27A2-2A3AE1E73AF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635080" y="2036376"/>
                  <a:ext cx="250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B6CBD84-57E7-33A7-BD4C-B8CD71DB7F44}"/>
                    </a:ext>
                  </a:extLst>
                </p14:cNvPr>
                <p14:cNvContentPartPr/>
                <p14:nvPr/>
              </p14:nvContentPartPr>
              <p14:xfrm>
                <a:off x="5910840" y="2073096"/>
                <a:ext cx="69120" cy="28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B6CBD84-57E7-33A7-BD4C-B8CD71DB7F4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901840" y="2064096"/>
                  <a:ext cx="86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8A06241-1BBA-C74B-4335-787B1CD661C7}"/>
                    </a:ext>
                  </a:extLst>
                </p14:cNvPr>
                <p14:cNvContentPartPr/>
                <p14:nvPr/>
              </p14:nvContentPartPr>
              <p14:xfrm>
                <a:off x="6076800" y="1907856"/>
                <a:ext cx="66240" cy="158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8A06241-1BBA-C74B-4335-787B1CD661C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068160" y="1899216"/>
                  <a:ext cx="838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BC0CBC5-1B62-0E65-FBD5-3C5662DF5BA3}"/>
                    </a:ext>
                  </a:extLst>
                </p14:cNvPr>
                <p14:cNvContentPartPr/>
                <p14:nvPr/>
              </p14:nvContentPartPr>
              <p14:xfrm>
                <a:off x="6032880" y="1999656"/>
                <a:ext cx="176040" cy="126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BC0CBC5-1B62-0E65-FBD5-3C5662DF5BA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024240" y="1991016"/>
                  <a:ext cx="193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F637BF1-33EF-7B2B-0278-493E2C6C9223}"/>
                    </a:ext>
                  </a:extLst>
                </p14:cNvPr>
                <p14:cNvContentPartPr/>
                <p14:nvPr/>
              </p14:nvContentPartPr>
              <p14:xfrm>
                <a:off x="5969880" y="2109816"/>
                <a:ext cx="555840" cy="401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F637BF1-33EF-7B2B-0278-493E2C6C922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961240" y="2101176"/>
                  <a:ext cx="5734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55453DF-D44D-7566-6FEA-5AEC734A0EAE}"/>
                    </a:ext>
                  </a:extLst>
                </p14:cNvPr>
                <p14:cNvContentPartPr/>
                <p14:nvPr/>
              </p14:nvContentPartPr>
              <p14:xfrm>
                <a:off x="6203520" y="2257056"/>
                <a:ext cx="22320" cy="892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55453DF-D44D-7566-6FEA-5AEC734A0EA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194880" y="2248056"/>
                  <a:ext cx="39960" cy="106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92155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5F42E-EB31-44CD-03EA-FB1039F86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588EF28-088A-BD85-4EC3-E7EAAB8A22A7}"/>
                  </a:ext>
                </a:extLst>
              </p14:cNvPr>
              <p14:cNvContentPartPr/>
              <p14:nvPr/>
            </p14:nvContentPartPr>
            <p14:xfrm>
              <a:off x="2851488" y="1737072"/>
              <a:ext cx="1708920" cy="1783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588EF28-088A-BD85-4EC3-E7EAAB8A22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42488" y="1728432"/>
                <a:ext cx="1726560" cy="180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E5166D0-463A-A5E0-1324-6A0C39E20989}"/>
                  </a:ext>
                </a:extLst>
              </p14:cNvPr>
              <p14:cNvContentPartPr/>
              <p14:nvPr/>
            </p14:nvContentPartPr>
            <p14:xfrm>
              <a:off x="990288" y="1065672"/>
              <a:ext cx="54000" cy="173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E5166D0-463A-A5E0-1324-6A0C39E2098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1648" y="1056672"/>
                <a:ext cx="716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44E1510-D5EB-4991-898E-A9C602C87343}"/>
                  </a:ext>
                </a:extLst>
              </p14:cNvPr>
              <p14:cNvContentPartPr/>
              <p14:nvPr/>
            </p14:nvContentPartPr>
            <p14:xfrm>
              <a:off x="1012248" y="947952"/>
              <a:ext cx="594720" cy="366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44E1510-D5EB-4991-898E-A9C602C873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3608" y="938952"/>
                <a:ext cx="61236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F4FFE35-D108-D59A-C6A8-9AE938908DDD}"/>
                  </a:ext>
                </a:extLst>
              </p14:cNvPr>
              <p14:cNvContentPartPr/>
              <p14:nvPr/>
            </p14:nvContentPartPr>
            <p14:xfrm>
              <a:off x="488448" y="1423152"/>
              <a:ext cx="131760" cy="28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F4FFE35-D108-D59A-C6A8-9AE938908DD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9448" y="1414152"/>
                <a:ext cx="14940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A5126C5-890A-5F51-38EE-FD2E5A150B8D}"/>
                  </a:ext>
                </a:extLst>
              </p14:cNvPr>
              <p14:cNvContentPartPr/>
              <p14:nvPr/>
            </p14:nvContentPartPr>
            <p14:xfrm>
              <a:off x="668448" y="1458072"/>
              <a:ext cx="85680" cy="70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A5126C5-890A-5F51-38EE-FD2E5A150B8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9808" y="1449432"/>
                <a:ext cx="1033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6EBF5D5-1753-E7F0-DBC1-2D76CA27031E}"/>
                  </a:ext>
                </a:extLst>
              </p14:cNvPr>
              <p14:cNvContentPartPr/>
              <p14:nvPr/>
            </p14:nvContentPartPr>
            <p14:xfrm>
              <a:off x="787968" y="1407312"/>
              <a:ext cx="73440" cy="92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6EBF5D5-1753-E7F0-DBC1-2D76CA2703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9328" y="1398312"/>
                <a:ext cx="910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8F92ABC-446A-D395-4081-F562665B6DA8}"/>
                  </a:ext>
                </a:extLst>
              </p14:cNvPr>
              <p14:cNvContentPartPr/>
              <p14:nvPr/>
            </p14:nvContentPartPr>
            <p14:xfrm>
              <a:off x="922248" y="1416672"/>
              <a:ext cx="102600" cy="43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8F92ABC-446A-D395-4081-F562665B6DA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3248" y="1408032"/>
                <a:ext cx="1202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160A1BB-40DD-14BD-F54A-C7B6E9C1C736}"/>
                  </a:ext>
                </a:extLst>
              </p14:cNvPr>
              <p14:cNvContentPartPr/>
              <p14:nvPr/>
            </p14:nvContentPartPr>
            <p14:xfrm>
              <a:off x="1041408" y="1391472"/>
              <a:ext cx="107640" cy="68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160A1BB-40DD-14BD-F54A-C7B6E9C1C73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32768" y="1382472"/>
                <a:ext cx="12528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EEF702B-85AA-1C33-B4DB-296DDBD9BF60}"/>
                  </a:ext>
                </a:extLst>
              </p14:cNvPr>
              <p14:cNvContentPartPr/>
              <p14:nvPr/>
            </p14:nvContentPartPr>
            <p14:xfrm>
              <a:off x="2461248" y="1408392"/>
              <a:ext cx="2418120" cy="2544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EEF702B-85AA-1C33-B4DB-296DDBD9BF6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52248" y="1399392"/>
                <a:ext cx="2435760" cy="256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247BE55-42F1-87C9-D479-580F5AFC0427}"/>
                  </a:ext>
                </a:extLst>
              </p14:cNvPr>
              <p14:cNvContentPartPr/>
              <p14:nvPr/>
            </p14:nvContentPartPr>
            <p14:xfrm>
              <a:off x="3340728" y="1518192"/>
              <a:ext cx="95040" cy="284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247BE55-42F1-87C9-D479-580F5AFC042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32088" y="1509192"/>
                <a:ext cx="11268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90B1407-18C9-342F-7BB3-E118B7B7921C}"/>
                  </a:ext>
                </a:extLst>
              </p14:cNvPr>
              <p14:cNvContentPartPr/>
              <p14:nvPr/>
            </p14:nvContentPartPr>
            <p14:xfrm>
              <a:off x="3835728" y="1395432"/>
              <a:ext cx="32040" cy="353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90B1407-18C9-342F-7BB3-E118B7B7921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27088" y="1386792"/>
                <a:ext cx="4968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7CF2C14-BA8A-A6AE-E527-EB9883C3EDCA}"/>
                  </a:ext>
                </a:extLst>
              </p14:cNvPr>
              <p14:cNvContentPartPr/>
              <p14:nvPr/>
            </p14:nvContentPartPr>
            <p14:xfrm>
              <a:off x="4267368" y="1498032"/>
              <a:ext cx="214920" cy="331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7CF2C14-BA8A-A6AE-E527-EB9883C3EDC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58728" y="1489032"/>
                <a:ext cx="23256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BDF5A22-F0F5-F143-E019-3251FD5A98B3}"/>
                  </a:ext>
                </a:extLst>
              </p14:cNvPr>
              <p14:cNvContentPartPr/>
              <p14:nvPr/>
            </p14:nvContentPartPr>
            <p14:xfrm>
              <a:off x="4486968" y="2022192"/>
              <a:ext cx="363600" cy="91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BDF5A22-F0F5-F143-E019-3251FD5A98B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77968" y="2013192"/>
                <a:ext cx="3812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49AC35E-D992-5B7D-3143-3713B142C706}"/>
                  </a:ext>
                </a:extLst>
              </p14:cNvPr>
              <p14:cNvContentPartPr/>
              <p14:nvPr/>
            </p14:nvContentPartPr>
            <p14:xfrm>
              <a:off x="4589568" y="2561832"/>
              <a:ext cx="339480" cy="63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49AC35E-D992-5B7D-3143-3713B142C70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580568" y="2552832"/>
                <a:ext cx="3571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D3D9D08-35FA-38A2-A028-946E0A51465F}"/>
                  </a:ext>
                </a:extLst>
              </p14:cNvPr>
              <p14:cNvContentPartPr/>
              <p14:nvPr/>
            </p14:nvContentPartPr>
            <p14:xfrm>
              <a:off x="3618648" y="1843992"/>
              <a:ext cx="74160" cy="96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D3D9D08-35FA-38A2-A028-946E0A51465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10008" y="1835352"/>
                <a:ext cx="9180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4771AE3-E2B8-6162-EDC1-124761D32DC8}"/>
                  </a:ext>
                </a:extLst>
              </p14:cNvPr>
              <p14:cNvContentPartPr/>
              <p14:nvPr/>
            </p14:nvContentPartPr>
            <p14:xfrm>
              <a:off x="4008888" y="1833552"/>
              <a:ext cx="360" cy="97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4771AE3-E2B8-6162-EDC1-124761D32DC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00248" y="1824912"/>
                <a:ext cx="1800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AAB4BD8-1646-0EC4-B1E8-A7C0D51F5227}"/>
                  </a:ext>
                </a:extLst>
              </p14:cNvPr>
              <p14:cNvContentPartPr/>
              <p14:nvPr/>
            </p14:nvContentPartPr>
            <p14:xfrm>
              <a:off x="4311288" y="1999872"/>
              <a:ext cx="68400" cy="109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AAB4BD8-1646-0EC4-B1E8-A7C0D51F522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02648" y="1990872"/>
                <a:ext cx="860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BBE547E-C7FC-7622-A1F8-F6D203B11C82}"/>
                  </a:ext>
                </a:extLst>
              </p14:cNvPr>
              <p14:cNvContentPartPr/>
              <p14:nvPr/>
            </p14:nvContentPartPr>
            <p14:xfrm>
              <a:off x="4403808" y="2369232"/>
              <a:ext cx="65160" cy="99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BBE547E-C7FC-7622-A1F8-F6D203B11C8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95168" y="2360232"/>
                <a:ext cx="8280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D27E36B-6A1C-96E6-69C0-6ED1F0C8E9AB}"/>
                  </a:ext>
                </a:extLst>
              </p14:cNvPr>
              <p14:cNvContentPartPr/>
              <p14:nvPr/>
            </p14:nvContentPartPr>
            <p14:xfrm>
              <a:off x="4408848" y="3038112"/>
              <a:ext cx="419040" cy="265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D27E36B-6A1C-96E6-69C0-6ED1F0C8E9A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99848" y="3029112"/>
                <a:ext cx="43668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BEC9D63-EB63-2DD6-7761-1C97574302F8}"/>
                  </a:ext>
                </a:extLst>
              </p14:cNvPr>
              <p14:cNvContentPartPr/>
              <p14:nvPr/>
            </p14:nvContentPartPr>
            <p14:xfrm>
              <a:off x="4269528" y="2725992"/>
              <a:ext cx="92520" cy="1249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BEC9D63-EB63-2DD6-7761-1C97574302F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60888" y="2716992"/>
                <a:ext cx="11016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932AE1D-57D0-700F-3300-E0C9F67514B2}"/>
                  </a:ext>
                </a:extLst>
              </p14:cNvPr>
              <p14:cNvContentPartPr/>
              <p14:nvPr/>
            </p14:nvContentPartPr>
            <p14:xfrm>
              <a:off x="4304088" y="2802312"/>
              <a:ext cx="24840" cy="122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932AE1D-57D0-700F-3300-E0C9F67514B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95088" y="2793672"/>
                <a:ext cx="424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1FBD154-868D-0C09-5A9C-A22FF830FD32}"/>
                  </a:ext>
                </a:extLst>
              </p14:cNvPr>
              <p14:cNvContentPartPr/>
              <p14:nvPr/>
            </p14:nvContentPartPr>
            <p14:xfrm>
              <a:off x="2885328" y="1846872"/>
              <a:ext cx="209520" cy="2422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1FBD154-868D-0C09-5A9C-A22FF830FD3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876328" y="1837872"/>
                <a:ext cx="2271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2F2DBBF-A97C-CBD1-3C2C-8ECEF7CDC39B}"/>
                  </a:ext>
                </a:extLst>
              </p14:cNvPr>
              <p14:cNvContentPartPr/>
              <p14:nvPr/>
            </p14:nvContentPartPr>
            <p14:xfrm>
              <a:off x="3679848" y="3206952"/>
              <a:ext cx="29520" cy="4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2F2DBBF-A97C-CBD1-3C2C-8ECEF7CDC39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670848" y="3198312"/>
                <a:ext cx="471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BA3280D-EE26-CE09-21BE-F324EE4DE9E0}"/>
                  </a:ext>
                </a:extLst>
              </p14:cNvPr>
              <p14:cNvContentPartPr/>
              <p14:nvPr/>
            </p14:nvContentPartPr>
            <p14:xfrm>
              <a:off x="3443328" y="3172032"/>
              <a:ext cx="16920" cy="21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BA3280D-EE26-CE09-21BE-F324EE4DE9E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34328" y="3163392"/>
                <a:ext cx="345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2E6C8D3-304A-4ECC-D993-69BED5947118}"/>
                  </a:ext>
                </a:extLst>
              </p14:cNvPr>
              <p14:cNvContentPartPr/>
              <p14:nvPr/>
            </p14:nvContentPartPr>
            <p14:xfrm>
              <a:off x="3321288" y="3001392"/>
              <a:ext cx="19800" cy="14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2E6C8D3-304A-4ECC-D993-69BED594711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312648" y="2992752"/>
                <a:ext cx="374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4D527B3-020C-0350-A7EB-EE25B06F42C0}"/>
                  </a:ext>
                </a:extLst>
              </p14:cNvPr>
              <p14:cNvContentPartPr/>
              <p14:nvPr/>
            </p14:nvContentPartPr>
            <p14:xfrm>
              <a:off x="3194568" y="2056392"/>
              <a:ext cx="90720" cy="867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4D527B3-020C-0350-A7EB-EE25B06F42C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85928" y="2047392"/>
                <a:ext cx="10836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02E4D73-4504-EAD8-D5EC-1108FCE348D6}"/>
                  </a:ext>
                </a:extLst>
              </p14:cNvPr>
              <p14:cNvContentPartPr/>
              <p14:nvPr/>
            </p14:nvContentPartPr>
            <p14:xfrm>
              <a:off x="3304368" y="2016432"/>
              <a:ext cx="63000" cy="360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02E4D73-4504-EAD8-D5EC-1108FCE348D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295368" y="2007792"/>
                <a:ext cx="806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B7A6B08-C2E9-C208-7DBF-83BCFB9E6147}"/>
                  </a:ext>
                </a:extLst>
              </p14:cNvPr>
              <p14:cNvContentPartPr/>
              <p14:nvPr/>
            </p14:nvContentPartPr>
            <p14:xfrm>
              <a:off x="3418848" y="1923912"/>
              <a:ext cx="24840" cy="1321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B7A6B08-C2E9-C208-7DBF-83BCFB9E614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410208" y="1914912"/>
                <a:ext cx="424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5BA5488-7C42-670D-0673-33821AEEAB10}"/>
                  </a:ext>
                </a:extLst>
              </p14:cNvPr>
              <p14:cNvContentPartPr/>
              <p14:nvPr/>
            </p14:nvContentPartPr>
            <p14:xfrm>
              <a:off x="1356048" y="946152"/>
              <a:ext cx="2158200" cy="486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5BA5488-7C42-670D-0673-33821AEEAB1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347408" y="937152"/>
                <a:ext cx="217584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8FE5694-4CF0-E68B-3597-1FD444D79407}"/>
                  </a:ext>
                </a:extLst>
              </p14:cNvPr>
              <p14:cNvContentPartPr/>
              <p14:nvPr/>
            </p14:nvContentPartPr>
            <p14:xfrm>
              <a:off x="3399408" y="1361232"/>
              <a:ext cx="151560" cy="482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8FE5694-4CF0-E68B-3597-1FD444D7940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90408" y="1352592"/>
                <a:ext cx="1692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B7B52C5-1CCC-E17E-D763-8216EBCC7DA7}"/>
                  </a:ext>
                </a:extLst>
              </p14:cNvPr>
              <p14:cNvContentPartPr/>
              <p14:nvPr/>
            </p14:nvContentPartPr>
            <p14:xfrm>
              <a:off x="3538368" y="1311552"/>
              <a:ext cx="88200" cy="1393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B7B52C5-1CCC-E17E-D763-8216EBCC7DA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529368" y="1302552"/>
                <a:ext cx="1058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53C6A6C-C2B4-A09A-641A-AC363ADE1514}"/>
                  </a:ext>
                </a:extLst>
              </p14:cNvPr>
              <p14:cNvContentPartPr/>
              <p14:nvPr/>
            </p14:nvContentPartPr>
            <p14:xfrm>
              <a:off x="5062248" y="565632"/>
              <a:ext cx="10080" cy="2077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53C6A6C-C2B4-A09A-641A-AC363ADE151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053608" y="556992"/>
                <a:ext cx="277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F1FF103-26FC-8DA2-0F24-1B4E798B6BE4}"/>
                  </a:ext>
                </a:extLst>
              </p14:cNvPr>
              <p14:cNvContentPartPr/>
              <p14:nvPr/>
            </p14:nvContentPartPr>
            <p14:xfrm>
              <a:off x="5059728" y="407232"/>
              <a:ext cx="649080" cy="3477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F1FF103-26FC-8DA2-0F24-1B4E798B6BE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051088" y="398232"/>
                <a:ext cx="66672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1CA2888-EC58-E6AF-4205-B80F06230796}"/>
                  </a:ext>
                </a:extLst>
              </p14:cNvPr>
              <p14:cNvContentPartPr/>
              <p14:nvPr/>
            </p14:nvContentPartPr>
            <p14:xfrm>
              <a:off x="5157648" y="65952"/>
              <a:ext cx="125640" cy="3182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1CA2888-EC58-E6AF-4205-B80F0623079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48648" y="56952"/>
                <a:ext cx="14328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69C1065-230F-5EB1-C58D-DB04C5CBF14D}"/>
                  </a:ext>
                </a:extLst>
              </p14:cNvPr>
              <p14:cNvContentPartPr/>
              <p14:nvPr/>
            </p14:nvContentPartPr>
            <p14:xfrm>
              <a:off x="5103648" y="202032"/>
              <a:ext cx="241920" cy="1098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69C1065-230F-5EB1-C58D-DB04C5CBF14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095008" y="193032"/>
                <a:ext cx="25956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E44B481-50AF-7054-83B8-7593B5BA0802}"/>
                  </a:ext>
                </a:extLst>
              </p14:cNvPr>
              <p14:cNvContentPartPr/>
              <p14:nvPr/>
            </p14:nvContentPartPr>
            <p14:xfrm>
              <a:off x="5361408" y="210672"/>
              <a:ext cx="250200" cy="766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E44B481-50AF-7054-83B8-7593B5BA080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352408" y="201672"/>
                <a:ext cx="2678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EF8EC95-FD44-5CC2-47E1-DE0C21916E36}"/>
                  </a:ext>
                </a:extLst>
              </p14:cNvPr>
              <p14:cNvContentPartPr/>
              <p14:nvPr/>
            </p14:nvContentPartPr>
            <p14:xfrm>
              <a:off x="5697648" y="110592"/>
              <a:ext cx="81720" cy="1425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EF8EC95-FD44-5CC2-47E1-DE0C21916E3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689008" y="101592"/>
                <a:ext cx="993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9CEBEEB-5C7F-98CB-2B70-F9E546FE298D}"/>
                  </a:ext>
                </a:extLst>
              </p14:cNvPr>
              <p14:cNvContentPartPr/>
              <p14:nvPr/>
            </p14:nvContentPartPr>
            <p14:xfrm>
              <a:off x="5649768" y="172152"/>
              <a:ext cx="141840" cy="10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9CEBEEB-5C7F-98CB-2B70-F9E546FE298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641128" y="163512"/>
                <a:ext cx="1594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6A229E0-0954-A8EC-24E5-983EB0C64046}"/>
                  </a:ext>
                </a:extLst>
              </p14:cNvPr>
              <p14:cNvContentPartPr/>
              <p14:nvPr/>
            </p14:nvContentPartPr>
            <p14:xfrm>
              <a:off x="5155128" y="968112"/>
              <a:ext cx="581040" cy="3240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6A229E0-0954-A8EC-24E5-983EB0C6404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146128" y="959472"/>
                <a:ext cx="59868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C81786F-7048-C28D-5771-95A6C4A0CC0A}"/>
                  </a:ext>
                </a:extLst>
              </p14:cNvPr>
              <p14:cNvContentPartPr/>
              <p14:nvPr/>
            </p14:nvContentPartPr>
            <p14:xfrm>
              <a:off x="5346648" y="1363032"/>
              <a:ext cx="57600" cy="137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C81786F-7048-C28D-5771-95A6C4A0CC0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337648" y="1354032"/>
                <a:ext cx="752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9EC208B-7A9F-A909-9112-69CD73E0CDAA}"/>
                  </a:ext>
                </a:extLst>
              </p14:cNvPr>
              <p14:cNvContentPartPr/>
              <p14:nvPr/>
            </p14:nvContentPartPr>
            <p14:xfrm>
              <a:off x="5491368" y="1372032"/>
              <a:ext cx="100440" cy="763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9EC208B-7A9F-A909-9112-69CD73E0CDA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482368" y="1363392"/>
                <a:ext cx="1180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EEBF186-B30B-CC13-A4FE-47D57BEE1A59}"/>
                  </a:ext>
                </a:extLst>
              </p14:cNvPr>
              <p14:cNvContentPartPr/>
              <p14:nvPr/>
            </p14:nvContentPartPr>
            <p14:xfrm>
              <a:off x="5644728" y="1359792"/>
              <a:ext cx="134640" cy="687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EEBF186-B30B-CC13-A4FE-47D57BEE1A5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636088" y="1350792"/>
                <a:ext cx="1522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8D23DDE-AE6E-F0DF-4DD4-127B631C1874}"/>
                  </a:ext>
                </a:extLst>
              </p14:cNvPr>
              <p14:cNvContentPartPr/>
              <p14:nvPr/>
            </p14:nvContentPartPr>
            <p14:xfrm>
              <a:off x="5820768" y="1346472"/>
              <a:ext cx="115200" cy="939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8D23DDE-AE6E-F0DF-4DD4-127B631C187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811768" y="1337472"/>
                <a:ext cx="13284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82D426F-6204-2144-828A-70C5C48BB0D8}"/>
                  </a:ext>
                </a:extLst>
              </p14:cNvPr>
              <p14:cNvContentPartPr/>
              <p14:nvPr/>
            </p14:nvContentPartPr>
            <p14:xfrm>
              <a:off x="4916088" y="680112"/>
              <a:ext cx="70920" cy="248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82D426F-6204-2144-828A-70C5C48BB0D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907088" y="671472"/>
                <a:ext cx="885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6F73FA5-0675-5371-F2FD-5F6B7D9AA569}"/>
                  </a:ext>
                </a:extLst>
              </p14:cNvPr>
              <p14:cNvContentPartPr/>
              <p14:nvPr/>
            </p14:nvContentPartPr>
            <p14:xfrm>
              <a:off x="4674528" y="750312"/>
              <a:ext cx="85680" cy="27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6F73FA5-0675-5371-F2FD-5F6B7D9AA56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665888" y="741312"/>
                <a:ext cx="1033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EB1D191-13E6-351B-523B-DB4C59FB327F}"/>
                  </a:ext>
                </a:extLst>
              </p14:cNvPr>
              <p14:cNvContentPartPr/>
              <p14:nvPr/>
            </p14:nvContentPartPr>
            <p14:xfrm>
              <a:off x="4589208" y="779472"/>
              <a:ext cx="27360" cy="216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EB1D191-13E6-351B-523B-DB4C59FB327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580568" y="770472"/>
                <a:ext cx="450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CD10C21-6878-685D-66A2-FE185E733694}"/>
                  </a:ext>
                </a:extLst>
              </p14:cNvPr>
              <p14:cNvContentPartPr/>
              <p14:nvPr/>
            </p14:nvContentPartPr>
            <p14:xfrm>
              <a:off x="4452768" y="814392"/>
              <a:ext cx="90720" cy="410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CD10C21-6878-685D-66A2-FE185E73369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443768" y="805752"/>
                <a:ext cx="1083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C1BCEE4-1DE2-778F-2BF7-3EA2D5555AAA}"/>
                  </a:ext>
                </a:extLst>
              </p14:cNvPr>
              <p14:cNvContentPartPr/>
              <p14:nvPr/>
            </p14:nvContentPartPr>
            <p14:xfrm>
              <a:off x="4196808" y="884952"/>
              <a:ext cx="102600" cy="327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C1BCEE4-1DE2-778F-2BF7-3EA2D5555AA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187808" y="876312"/>
                <a:ext cx="1202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A3B512F-3A0E-E982-8A89-B7BE96E6B145}"/>
                  </a:ext>
                </a:extLst>
              </p14:cNvPr>
              <p14:cNvContentPartPr/>
              <p14:nvPr/>
            </p14:nvContentPartPr>
            <p14:xfrm>
              <a:off x="3908808" y="926712"/>
              <a:ext cx="202680" cy="489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A3B512F-3A0E-E982-8A89-B7BE96E6B14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900168" y="917712"/>
                <a:ext cx="22032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2AEA512-4DF5-253B-DD12-8E9857899B5E}"/>
                  </a:ext>
                </a:extLst>
              </p14:cNvPr>
              <p14:cNvContentPartPr/>
              <p14:nvPr/>
            </p14:nvContentPartPr>
            <p14:xfrm>
              <a:off x="3777408" y="979272"/>
              <a:ext cx="2880" cy="36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2AEA512-4DF5-253B-DD12-8E9857899B5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768408" y="970632"/>
                <a:ext cx="205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71599A4-ED3F-58F6-E54C-5A229BBF5638}"/>
                  </a:ext>
                </a:extLst>
              </p14:cNvPr>
              <p14:cNvContentPartPr/>
              <p14:nvPr/>
            </p14:nvContentPartPr>
            <p14:xfrm>
              <a:off x="3723768" y="979272"/>
              <a:ext cx="54000" cy="468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71599A4-ED3F-58F6-E54C-5A229BBF563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714768" y="970632"/>
                <a:ext cx="7164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755BB86-D7B7-4B76-ACB4-FD04534A054F}"/>
                  </a:ext>
                </a:extLst>
              </p14:cNvPr>
              <p14:cNvContentPartPr/>
              <p14:nvPr/>
            </p14:nvContentPartPr>
            <p14:xfrm>
              <a:off x="3716208" y="1034712"/>
              <a:ext cx="17280" cy="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755BB86-D7B7-4B76-ACB4-FD04534A054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707568" y="1025712"/>
                <a:ext cx="349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BAE9155-966B-EE11-E55A-C2A8598E695F}"/>
                  </a:ext>
                </a:extLst>
              </p14:cNvPr>
              <p14:cNvContentPartPr/>
              <p14:nvPr/>
            </p14:nvContentPartPr>
            <p14:xfrm>
              <a:off x="3755448" y="1105992"/>
              <a:ext cx="10080" cy="709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BAE9155-966B-EE11-E55A-C2A8598E695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746448" y="1097352"/>
                <a:ext cx="277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8E97298-3F32-D0E3-CC2E-88A9B342B70C}"/>
                  </a:ext>
                </a:extLst>
              </p14:cNvPr>
              <p14:cNvContentPartPr/>
              <p14:nvPr/>
            </p14:nvContentPartPr>
            <p14:xfrm>
              <a:off x="3765168" y="1242072"/>
              <a:ext cx="7560" cy="403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8E97298-3F32-D0E3-CC2E-88A9B342B70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756168" y="1233072"/>
                <a:ext cx="252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CA5B883-2A0D-ACE8-E85E-DF47E850D72E}"/>
                  </a:ext>
                </a:extLst>
              </p14:cNvPr>
              <p14:cNvContentPartPr/>
              <p14:nvPr/>
            </p14:nvContentPartPr>
            <p14:xfrm>
              <a:off x="3765168" y="1242072"/>
              <a:ext cx="7560" cy="547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CA5B883-2A0D-ACE8-E85E-DF47E850D72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756168" y="1233072"/>
                <a:ext cx="252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729486E-A360-27D3-5887-FF7A7F4D81C5}"/>
                  </a:ext>
                </a:extLst>
              </p14:cNvPr>
              <p14:cNvContentPartPr/>
              <p14:nvPr/>
            </p14:nvContentPartPr>
            <p14:xfrm>
              <a:off x="3696768" y="1236312"/>
              <a:ext cx="94680" cy="979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729486E-A360-27D3-5887-FF7A7F4D81C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688128" y="1227312"/>
                <a:ext cx="1123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385F9D4-FAE2-1A30-2817-0EE39F1F2F1F}"/>
                  </a:ext>
                </a:extLst>
              </p14:cNvPr>
              <p14:cNvContentPartPr/>
              <p14:nvPr/>
            </p14:nvContentPartPr>
            <p14:xfrm>
              <a:off x="3765168" y="1248552"/>
              <a:ext cx="110160" cy="1180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385F9D4-FAE2-1A30-2817-0EE39F1F2F1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756168" y="1239552"/>
                <a:ext cx="12780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961832B-9921-0DD3-2107-49C5D33C2115}"/>
              </a:ext>
            </a:extLst>
          </p:cNvPr>
          <p:cNvGrpSpPr/>
          <p:nvPr/>
        </p:nvGrpSpPr>
        <p:grpSpPr>
          <a:xfrm>
            <a:off x="7747200" y="557856"/>
            <a:ext cx="1980000" cy="521280"/>
            <a:chOff x="7747200" y="557856"/>
            <a:chExt cx="1980000" cy="52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24A9275-B174-E698-70D0-AEA46D4DBD74}"/>
                    </a:ext>
                  </a:extLst>
                </p14:cNvPr>
                <p14:cNvContentPartPr/>
                <p14:nvPr/>
              </p14:nvContentPartPr>
              <p14:xfrm>
                <a:off x="7747200" y="809856"/>
                <a:ext cx="129600" cy="115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24A9275-B174-E698-70D0-AEA46D4DBD7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738200" y="801216"/>
                  <a:ext cx="147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878897C-ED3C-29F2-3327-210A3457DB69}"/>
                    </a:ext>
                  </a:extLst>
                </p14:cNvPr>
                <p14:cNvContentPartPr/>
                <p14:nvPr/>
              </p14:nvContentPartPr>
              <p14:xfrm>
                <a:off x="7959240" y="845856"/>
                <a:ext cx="173520" cy="51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878897C-ED3C-29F2-3327-210A3457DB6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950240" y="836856"/>
                  <a:ext cx="191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C61E26B-CC6C-719C-7911-8B7EB3DD055B}"/>
                    </a:ext>
                  </a:extLst>
                </p14:cNvPr>
                <p14:cNvContentPartPr/>
                <p14:nvPr/>
              </p14:nvContentPartPr>
              <p14:xfrm>
                <a:off x="8042040" y="803016"/>
                <a:ext cx="205200" cy="276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C61E26B-CC6C-719C-7911-8B7EB3DD055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33400" y="794376"/>
                  <a:ext cx="2228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54C141D-51CD-763E-CDBD-873199292E77}"/>
                    </a:ext>
                  </a:extLst>
                </p14:cNvPr>
                <p14:cNvContentPartPr/>
                <p14:nvPr/>
              </p14:nvContentPartPr>
              <p14:xfrm>
                <a:off x="8263080" y="859896"/>
                <a:ext cx="130320" cy="52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54C141D-51CD-763E-CDBD-873199292E7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54440" y="851256"/>
                  <a:ext cx="1479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2CA8FA1-45A4-EC5E-9B12-52ABFACF0BE2}"/>
                    </a:ext>
                  </a:extLst>
                </p14:cNvPr>
                <p14:cNvContentPartPr/>
                <p14:nvPr/>
              </p14:nvContentPartPr>
              <p14:xfrm>
                <a:off x="8426880" y="818136"/>
                <a:ext cx="83880" cy="986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2CA8FA1-45A4-EC5E-9B12-52ABFACF0BE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417880" y="809136"/>
                  <a:ext cx="101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75ED520-023E-751E-E1B1-6575F465DD91}"/>
                    </a:ext>
                  </a:extLst>
                </p14:cNvPr>
                <p14:cNvContentPartPr/>
                <p14:nvPr/>
              </p14:nvContentPartPr>
              <p14:xfrm>
                <a:off x="8602920" y="813096"/>
                <a:ext cx="141840" cy="48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75ED520-023E-751E-E1B1-6575F465DD9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94280" y="804456"/>
                  <a:ext cx="159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7867804-CF29-13A7-58B4-D19DBB2AF5ED}"/>
                    </a:ext>
                  </a:extLst>
                </p14:cNvPr>
                <p14:cNvContentPartPr/>
                <p14:nvPr/>
              </p14:nvContentPartPr>
              <p14:xfrm>
                <a:off x="8802720" y="755496"/>
                <a:ext cx="127440" cy="100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7867804-CF29-13A7-58B4-D19DBB2AF5E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793720" y="746496"/>
                  <a:ext cx="1450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801D1BA-1B06-1F59-B8B9-0E3509094C01}"/>
                    </a:ext>
                  </a:extLst>
                </p14:cNvPr>
                <p14:cNvContentPartPr/>
                <p14:nvPr/>
              </p14:nvContentPartPr>
              <p14:xfrm>
                <a:off x="9005040" y="614736"/>
                <a:ext cx="195840" cy="261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801D1BA-1B06-1F59-B8B9-0E3509094C0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996040" y="606096"/>
                  <a:ext cx="213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730052F-2894-21DC-1C45-60CC9E578857}"/>
                    </a:ext>
                  </a:extLst>
                </p14:cNvPr>
                <p14:cNvContentPartPr/>
                <p14:nvPr/>
              </p14:nvContentPartPr>
              <p14:xfrm>
                <a:off x="9291960" y="708336"/>
                <a:ext cx="93960" cy="132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730052F-2894-21DC-1C45-60CC9E57885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282960" y="699696"/>
                  <a:ext cx="1116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C6CD012-0AEF-E3DE-21B6-371B61FAB7E3}"/>
                    </a:ext>
                  </a:extLst>
                </p14:cNvPr>
                <p14:cNvContentPartPr/>
                <p14:nvPr/>
              </p14:nvContentPartPr>
              <p14:xfrm>
                <a:off x="9331920" y="639936"/>
                <a:ext cx="158760" cy="15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C6CD012-0AEF-E3DE-21B6-371B61FAB7E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23280" y="631296"/>
                  <a:ext cx="176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D9DDAFD-B1C9-E8CB-C257-F3270242E367}"/>
                    </a:ext>
                  </a:extLst>
                </p14:cNvPr>
                <p14:cNvContentPartPr/>
                <p14:nvPr/>
              </p14:nvContentPartPr>
              <p14:xfrm>
                <a:off x="9497880" y="557856"/>
                <a:ext cx="73080" cy="253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D9DDAFD-B1C9-E8CB-C257-F3270242E36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488880" y="549216"/>
                  <a:ext cx="90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CBBF0BC-5DB6-A8B1-A0B7-E875FEA5137C}"/>
                    </a:ext>
                  </a:extLst>
                </p14:cNvPr>
                <p14:cNvContentPartPr/>
                <p14:nvPr/>
              </p14:nvContentPartPr>
              <p14:xfrm>
                <a:off x="9726840" y="671616"/>
                <a:ext cx="360" cy="41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CBBF0BC-5DB6-A8B1-A0B7-E875FEA5137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18200" y="662976"/>
                  <a:ext cx="18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2C9A618-4F3E-996B-1658-6A04BE8F387C}"/>
                    </a:ext>
                  </a:extLst>
                </p14:cNvPr>
                <p14:cNvContentPartPr/>
                <p14:nvPr/>
              </p14:nvContentPartPr>
              <p14:xfrm>
                <a:off x="9639360" y="777456"/>
                <a:ext cx="78480" cy="105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2C9A618-4F3E-996B-1658-6A04BE8F387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630360" y="768456"/>
                  <a:ext cx="9612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BD7AAAE-AE03-ACC6-7E59-12F4CCF700B3}"/>
              </a:ext>
            </a:extLst>
          </p:cNvPr>
          <p:cNvGrpSpPr/>
          <p:nvPr/>
        </p:nvGrpSpPr>
        <p:grpSpPr>
          <a:xfrm>
            <a:off x="3609000" y="1507176"/>
            <a:ext cx="166680" cy="209880"/>
            <a:chOff x="3609000" y="1507176"/>
            <a:chExt cx="16668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533876A-F116-E89B-32BA-D511D91C4A59}"/>
                    </a:ext>
                  </a:extLst>
                </p14:cNvPr>
                <p14:cNvContentPartPr/>
                <p14:nvPr/>
              </p14:nvContentPartPr>
              <p14:xfrm>
                <a:off x="3609000" y="1525536"/>
                <a:ext cx="133920" cy="191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533876A-F116-E89B-32BA-D511D91C4A5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00360" y="1516896"/>
                  <a:ext cx="151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E59D08C-B824-243D-C0AF-0DC1D2FBC506}"/>
                    </a:ext>
                  </a:extLst>
                </p14:cNvPr>
                <p14:cNvContentPartPr/>
                <p14:nvPr/>
              </p14:nvContentPartPr>
              <p14:xfrm>
                <a:off x="3636000" y="1507176"/>
                <a:ext cx="139680" cy="35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E59D08C-B824-243D-C0AF-0DC1D2FBC50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627360" y="1498176"/>
                  <a:ext cx="15732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0638094-DD98-85D1-7E72-9A78BF5FF897}"/>
                  </a:ext>
                </a:extLst>
              </p14:cNvPr>
              <p14:cNvContentPartPr/>
              <p14:nvPr/>
            </p14:nvContentPartPr>
            <p14:xfrm>
              <a:off x="5321160" y="1114776"/>
              <a:ext cx="34560" cy="86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0638094-DD98-85D1-7E72-9A78BF5FF89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312160" y="1105776"/>
                <a:ext cx="5220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0D6F7CF7-F718-C8AD-8FC5-BE40C55F8712}"/>
              </a:ext>
            </a:extLst>
          </p:cNvPr>
          <p:cNvGrpSpPr/>
          <p:nvPr/>
        </p:nvGrpSpPr>
        <p:grpSpPr>
          <a:xfrm>
            <a:off x="7742880" y="1162656"/>
            <a:ext cx="2023560" cy="432360"/>
            <a:chOff x="7742880" y="1162656"/>
            <a:chExt cx="202356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3981DA1-2FEF-61C4-A5A5-59D02E829BA2}"/>
                    </a:ext>
                  </a:extLst>
                </p14:cNvPr>
                <p14:cNvContentPartPr/>
                <p14:nvPr/>
              </p14:nvContentPartPr>
              <p14:xfrm>
                <a:off x="7742880" y="1333656"/>
                <a:ext cx="99360" cy="118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3981DA1-2FEF-61C4-A5A5-59D02E829BA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734240" y="1324656"/>
                  <a:ext cx="117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2593A17-EF0B-E299-A71D-9B0436CDB326}"/>
                    </a:ext>
                  </a:extLst>
                </p14:cNvPr>
                <p14:cNvContentPartPr/>
                <p14:nvPr/>
              </p14:nvContentPartPr>
              <p14:xfrm>
                <a:off x="7934040" y="1361016"/>
                <a:ext cx="191520" cy="52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2593A17-EF0B-E299-A71D-9B0436CDB32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925040" y="1352016"/>
                  <a:ext cx="2091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58FE18D-9FEF-2EF3-41AF-20D20023D2F0}"/>
                    </a:ext>
                  </a:extLst>
                </p14:cNvPr>
                <p14:cNvContentPartPr/>
                <p14:nvPr/>
              </p14:nvContentPartPr>
              <p14:xfrm>
                <a:off x="8044560" y="1320336"/>
                <a:ext cx="210240" cy="274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58FE18D-9FEF-2EF3-41AF-20D20023D2F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035560" y="1311336"/>
                  <a:ext cx="2278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3493245-975A-0752-5A23-E672D39240B6}"/>
                    </a:ext>
                  </a:extLst>
                </p14:cNvPr>
                <p14:cNvContentPartPr/>
                <p14:nvPr/>
              </p14:nvContentPartPr>
              <p14:xfrm>
                <a:off x="8295840" y="1382256"/>
                <a:ext cx="129600" cy="51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3493245-975A-0752-5A23-E672D39240B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286840" y="1373256"/>
                  <a:ext cx="147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B29CBCA-3CC8-D2CD-677D-08244A550353}"/>
                    </a:ext>
                  </a:extLst>
                </p14:cNvPr>
                <p14:cNvContentPartPr/>
                <p14:nvPr/>
              </p14:nvContentPartPr>
              <p14:xfrm>
                <a:off x="8470800" y="1342656"/>
                <a:ext cx="120240" cy="71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B29CBCA-3CC8-D2CD-677D-08244A55035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62160" y="1333656"/>
                  <a:ext cx="137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ED91952-FFDD-630C-EAC2-8FF42286937F}"/>
                    </a:ext>
                  </a:extLst>
                </p14:cNvPr>
                <p14:cNvContentPartPr/>
                <p14:nvPr/>
              </p14:nvContentPartPr>
              <p14:xfrm>
                <a:off x="8651520" y="1343016"/>
                <a:ext cx="129600" cy="33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ED91952-FFDD-630C-EAC2-8FF42286937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642880" y="1334376"/>
                  <a:ext cx="147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D1C3781-1236-B3E2-24B5-DBAE63D13235}"/>
                    </a:ext>
                  </a:extLst>
                </p14:cNvPr>
                <p14:cNvContentPartPr/>
                <p14:nvPr/>
              </p14:nvContentPartPr>
              <p14:xfrm>
                <a:off x="8817480" y="1295136"/>
                <a:ext cx="119880" cy="82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D1C3781-1236-B3E2-24B5-DBAE63D1323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808840" y="1286496"/>
                  <a:ext cx="1375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3E8C813-8032-7668-AEFA-31B5B5EE0B30}"/>
                    </a:ext>
                  </a:extLst>
                </p14:cNvPr>
                <p14:cNvContentPartPr/>
                <p14:nvPr/>
              </p14:nvContentPartPr>
              <p14:xfrm>
                <a:off x="9034560" y="1169856"/>
                <a:ext cx="188280" cy="216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3E8C813-8032-7668-AEFA-31B5B5EE0B3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025560" y="1161216"/>
                  <a:ext cx="205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77236E3-C1AA-10B2-A83F-69CAA535F5F2}"/>
                    </a:ext>
                  </a:extLst>
                </p14:cNvPr>
                <p14:cNvContentPartPr/>
                <p14:nvPr/>
              </p14:nvContentPartPr>
              <p14:xfrm>
                <a:off x="9302760" y="1210536"/>
                <a:ext cx="176040" cy="117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77236E3-C1AA-10B2-A83F-69CAA535F5F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293760" y="1201896"/>
                  <a:ext cx="1936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5C0B9C0-025E-E569-A9EE-F2E506570353}"/>
                    </a:ext>
                  </a:extLst>
                </p14:cNvPr>
                <p14:cNvContentPartPr/>
                <p14:nvPr/>
              </p14:nvContentPartPr>
              <p14:xfrm>
                <a:off x="9417240" y="1253016"/>
                <a:ext cx="66240" cy="125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5C0B9C0-025E-E569-A9EE-F2E50657035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408600" y="1244016"/>
                  <a:ext cx="838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6AD024C-68FC-50E1-0057-0B70660618D1}"/>
                    </a:ext>
                  </a:extLst>
                </p14:cNvPr>
                <p14:cNvContentPartPr/>
                <p14:nvPr/>
              </p14:nvContentPartPr>
              <p14:xfrm>
                <a:off x="9517320" y="1162656"/>
                <a:ext cx="73440" cy="183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6AD024C-68FC-50E1-0057-0B70660618D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08320" y="1154016"/>
                  <a:ext cx="910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320388D-C948-CF98-C0BE-66421044C314}"/>
                    </a:ext>
                  </a:extLst>
                </p14:cNvPr>
                <p14:cNvContentPartPr/>
                <p14:nvPr/>
              </p14:nvContentPartPr>
              <p14:xfrm>
                <a:off x="9766080" y="1238256"/>
                <a:ext cx="360" cy="66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320388D-C948-CF98-C0BE-66421044C31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757080" y="1229616"/>
                  <a:ext cx="18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DC797F9-6F0D-6B99-3BCD-3C8AF65B4006}"/>
                    </a:ext>
                  </a:extLst>
                </p14:cNvPr>
                <p14:cNvContentPartPr/>
                <p14:nvPr/>
              </p14:nvContentPartPr>
              <p14:xfrm>
                <a:off x="9631800" y="1405656"/>
                <a:ext cx="95400" cy="149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DC797F9-6F0D-6B99-3BCD-3C8AF65B400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623160" y="1397016"/>
                  <a:ext cx="11304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A32BFEA-6AE2-4A82-2A19-F86C7280C591}"/>
              </a:ext>
            </a:extLst>
          </p:cNvPr>
          <p:cNvGrpSpPr/>
          <p:nvPr/>
        </p:nvGrpSpPr>
        <p:grpSpPr>
          <a:xfrm>
            <a:off x="4077360" y="1497456"/>
            <a:ext cx="199800" cy="260640"/>
            <a:chOff x="4077360" y="1497456"/>
            <a:chExt cx="19980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EB2DFF0-785D-FF6A-E63B-D7AC42C8AF89}"/>
                    </a:ext>
                  </a:extLst>
                </p14:cNvPr>
                <p14:cNvContentPartPr/>
                <p14:nvPr/>
              </p14:nvContentPartPr>
              <p14:xfrm>
                <a:off x="4077360" y="1497456"/>
                <a:ext cx="199800" cy="140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EB2DFF0-785D-FF6A-E63B-D7AC42C8AF8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068720" y="1488456"/>
                  <a:ext cx="2174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634259B-260B-291F-BA34-0CDEE6044147}"/>
                    </a:ext>
                  </a:extLst>
                </p14:cNvPr>
                <p14:cNvContentPartPr/>
                <p14:nvPr/>
              </p14:nvContentPartPr>
              <p14:xfrm>
                <a:off x="4196880" y="1562616"/>
                <a:ext cx="15480" cy="195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634259B-260B-291F-BA34-0CDEE604414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88240" y="1553616"/>
                  <a:ext cx="3312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0CFE583-755D-7A0E-A377-191668473A58}"/>
              </a:ext>
            </a:extLst>
          </p:cNvPr>
          <p:cNvGrpSpPr/>
          <p:nvPr/>
        </p:nvGrpSpPr>
        <p:grpSpPr>
          <a:xfrm>
            <a:off x="4913640" y="1011456"/>
            <a:ext cx="446760" cy="380880"/>
            <a:chOff x="4913640" y="1011456"/>
            <a:chExt cx="446760" cy="38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A3798AD-3FED-2AFA-BBD9-163C596C2679}"/>
                    </a:ext>
                  </a:extLst>
                </p14:cNvPr>
                <p14:cNvContentPartPr/>
                <p14:nvPr/>
              </p14:nvContentPartPr>
              <p14:xfrm>
                <a:off x="5118120" y="1011456"/>
                <a:ext cx="54360" cy="284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A3798AD-3FED-2AFA-BBD9-163C596C267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109120" y="1002816"/>
                  <a:ext cx="720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D0022D0-15BA-13C0-8ABF-C930FF4CA0DD}"/>
                    </a:ext>
                  </a:extLst>
                </p14:cNvPr>
                <p14:cNvContentPartPr/>
                <p14:nvPr/>
              </p14:nvContentPartPr>
              <p14:xfrm>
                <a:off x="5301360" y="1096776"/>
                <a:ext cx="59040" cy="36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D0022D0-15BA-13C0-8ABF-C930FF4CA0D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292720" y="1088136"/>
                  <a:ext cx="766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68FA678-BE9E-1323-9B9F-BA704C4B0F90}"/>
                    </a:ext>
                  </a:extLst>
                </p14:cNvPr>
                <p14:cNvContentPartPr/>
                <p14:nvPr/>
              </p14:nvContentPartPr>
              <p14:xfrm>
                <a:off x="5025960" y="1178856"/>
                <a:ext cx="102600" cy="19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68FA678-BE9E-1323-9B9F-BA704C4B0F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016960" y="1170216"/>
                  <a:ext cx="120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A42F984-FBE6-8022-6967-D1BB59924D8B}"/>
                    </a:ext>
                  </a:extLst>
                </p14:cNvPr>
                <p14:cNvContentPartPr/>
                <p14:nvPr/>
              </p14:nvContentPartPr>
              <p14:xfrm>
                <a:off x="4913640" y="1215576"/>
                <a:ext cx="17280" cy="27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A42F984-FBE6-8022-6967-D1BB59924D8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905000" y="1206576"/>
                  <a:ext cx="34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2C772D3-7F85-8C4B-381E-496A096AB076}"/>
                    </a:ext>
                  </a:extLst>
                </p14:cNvPr>
                <p14:cNvContentPartPr/>
                <p14:nvPr/>
              </p14:nvContentPartPr>
              <p14:xfrm>
                <a:off x="4962600" y="1316376"/>
                <a:ext cx="46800" cy="75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2C772D3-7F85-8C4B-381E-496A096AB07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953600" y="1307376"/>
                  <a:ext cx="64440" cy="9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43EE927-5DB0-7128-2826-D17AAF6FE2C8}"/>
              </a:ext>
            </a:extLst>
          </p:cNvPr>
          <p:cNvGrpSpPr/>
          <p:nvPr/>
        </p:nvGrpSpPr>
        <p:grpSpPr>
          <a:xfrm>
            <a:off x="4786920" y="1523376"/>
            <a:ext cx="280800" cy="258480"/>
            <a:chOff x="4786920" y="1523376"/>
            <a:chExt cx="28080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8AD5DE6-C621-0543-08D2-05C4BDB1386F}"/>
                    </a:ext>
                  </a:extLst>
                </p14:cNvPr>
                <p14:cNvContentPartPr/>
                <p14:nvPr/>
              </p14:nvContentPartPr>
              <p14:xfrm>
                <a:off x="5033160" y="1523376"/>
                <a:ext cx="19800" cy="50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8AD5DE6-C621-0543-08D2-05C4BDB1386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024520" y="1514736"/>
                  <a:ext cx="37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2DAD79E-03F5-75C7-CC0B-8AD5DEBEC057}"/>
                    </a:ext>
                  </a:extLst>
                </p14:cNvPr>
                <p14:cNvContentPartPr/>
                <p14:nvPr/>
              </p14:nvContentPartPr>
              <p14:xfrm>
                <a:off x="5052600" y="1618776"/>
                <a:ext cx="15120" cy="7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2DAD79E-03F5-75C7-CC0B-8AD5DEBEC05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43960" y="1609776"/>
                  <a:ext cx="327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E756456-9120-FD79-1A67-CACBC703106E}"/>
                    </a:ext>
                  </a:extLst>
                </p14:cNvPr>
                <p14:cNvContentPartPr/>
                <p14:nvPr/>
              </p14:nvContentPartPr>
              <p14:xfrm>
                <a:off x="4906440" y="1664136"/>
                <a:ext cx="19800" cy="22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E756456-9120-FD79-1A67-CACBC703106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897800" y="1655496"/>
                  <a:ext cx="374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2A137AC-827E-58A8-54CC-CB1D0AF02FD1}"/>
                    </a:ext>
                  </a:extLst>
                </p14:cNvPr>
                <p14:cNvContentPartPr/>
                <p14:nvPr/>
              </p14:nvContentPartPr>
              <p14:xfrm>
                <a:off x="4867560" y="1664136"/>
                <a:ext cx="59040" cy="37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2A137AC-827E-58A8-54CC-CB1D0AF02FD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858560" y="1655496"/>
                  <a:ext cx="76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C49337F-50BE-3C2B-36F7-3EB78109B2FF}"/>
                    </a:ext>
                  </a:extLst>
                </p14:cNvPr>
                <p14:cNvContentPartPr/>
                <p14:nvPr/>
              </p14:nvContentPartPr>
              <p14:xfrm>
                <a:off x="4786920" y="1632456"/>
                <a:ext cx="154080" cy="1494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C49337F-50BE-3C2B-36F7-3EB78109B2F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778280" y="1623456"/>
                  <a:ext cx="17172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C7B704E-0D13-2506-1BD0-0F3AEDC212CA}"/>
              </a:ext>
            </a:extLst>
          </p:cNvPr>
          <p:cNvGrpSpPr/>
          <p:nvPr/>
        </p:nvGrpSpPr>
        <p:grpSpPr>
          <a:xfrm>
            <a:off x="5703840" y="2362176"/>
            <a:ext cx="883080" cy="694800"/>
            <a:chOff x="5703840" y="2362176"/>
            <a:chExt cx="883080" cy="69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A2A57C6-3E1E-E57A-A5CD-004D478A16F1}"/>
                    </a:ext>
                  </a:extLst>
                </p14:cNvPr>
                <p14:cNvContentPartPr/>
                <p14:nvPr/>
              </p14:nvContentPartPr>
              <p14:xfrm>
                <a:off x="5703840" y="2556576"/>
                <a:ext cx="163800" cy="152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A2A57C6-3E1E-E57A-A5CD-004D478A16F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694840" y="2547576"/>
                  <a:ext cx="1814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13B29F2-C165-333F-6EAF-DBCC085BF8FE}"/>
                    </a:ext>
                  </a:extLst>
                </p14:cNvPr>
                <p14:cNvContentPartPr/>
                <p14:nvPr/>
              </p14:nvContentPartPr>
              <p14:xfrm>
                <a:off x="5932440" y="2520576"/>
                <a:ext cx="264240" cy="120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13B29F2-C165-333F-6EAF-DBCC085BF8F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923440" y="2511576"/>
                  <a:ext cx="2818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ADB3CF8-C1D1-559E-6C98-56AF011D6CC3}"/>
                    </a:ext>
                  </a:extLst>
                </p14:cNvPr>
                <p14:cNvContentPartPr/>
                <p14:nvPr/>
              </p14:nvContentPartPr>
              <p14:xfrm>
                <a:off x="6235200" y="2512656"/>
                <a:ext cx="119880" cy="44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ADB3CF8-C1D1-559E-6C98-56AF011D6CC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226560" y="2503656"/>
                  <a:ext cx="1375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32060D4-C8F8-B09F-7003-3E778A38791B}"/>
                    </a:ext>
                  </a:extLst>
                </p14:cNvPr>
                <p14:cNvContentPartPr/>
                <p14:nvPr/>
              </p14:nvContentPartPr>
              <p14:xfrm>
                <a:off x="6449040" y="2362176"/>
                <a:ext cx="77040" cy="153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32060D4-C8F8-B09F-7003-3E778A38791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440040" y="2353536"/>
                  <a:ext cx="946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DC9756D-A3C9-6C5C-2B69-5410A6D47708}"/>
                    </a:ext>
                  </a:extLst>
                </p14:cNvPr>
                <p14:cNvContentPartPr/>
                <p14:nvPr/>
              </p14:nvContentPartPr>
              <p14:xfrm>
                <a:off x="6379200" y="2440296"/>
                <a:ext cx="207720" cy="8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DC9756D-A3C9-6C5C-2B69-5410A6D4770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370560" y="2431656"/>
                  <a:ext cx="2253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C5391AA-D300-A936-8F0A-ED097AFF1C31}"/>
                    </a:ext>
                  </a:extLst>
                </p14:cNvPr>
                <p14:cNvContentPartPr/>
                <p14:nvPr/>
              </p14:nvContentPartPr>
              <p14:xfrm>
                <a:off x="6152400" y="2670696"/>
                <a:ext cx="368640" cy="3862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C5391AA-D300-A936-8F0A-ED097AFF1C3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143760" y="2661696"/>
                  <a:ext cx="3862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3B675B6-5124-DCEA-28DA-893CBE5C8E39}"/>
                    </a:ext>
                  </a:extLst>
                </p14:cNvPr>
                <p14:cNvContentPartPr/>
                <p14:nvPr/>
              </p14:nvContentPartPr>
              <p14:xfrm>
                <a:off x="6230520" y="2806056"/>
                <a:ext cx="177480" cy="604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3B675B6-5124-DCEA-28DA-893CBE5C8E3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221520" y="2797056"/>
                  <a:ext cx="195120" cy="78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82314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C94C1-C358-46BB-C321-D835DDB1D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F91A46-4C88-128B-C902-284D0003311C}"/>
                  </a:ext>
                </a:extLst>
              </p14:cNvPr>
              <p14:cNvContentPartPr/>
              <p14:nvPr/>
            </p14:nvContentPartPr>
            <p14:xfrm>
              <a:off x="2851488" y="1737072"/>
              <a:ext cx="1708920" cy="1783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F91A46-4C88-128B-C902-284D000331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42488" y="1728432"/>
                <a:ext cx="1726560" cy="180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3FB86D-E10B-8B2B-1C34-9B26D9730264}"/>
                  </a:ext>
                </a:extLst>
              </p14:cNvPr>
              <p14:cNvContentPartPr/>
              <p14:nvPr/>
            </p14:nvContentPartPr>
            <p14:xfrm>
              <a:off x="990288" y="1065672"/>
              <a:ext cx="54000" cy="173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3FB86D-E10B-8B2B-1C34-9B26D97302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1648" y="1056672"/>
                <a:ext cx="716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CBED3F2-6B84-BE07-27F9-DDDF20F70BA7}"/>
                  </a:ext>
                </a:extLst>
              </p14:cNvPr>
              <p14:cNvContentPartPr/>
              <p14:nvPr/>
            </p14:nvContentPartPr>
            <p14:xfrm>
              <a:off x="1012248" y="947952"/>
              <a:ext cx="594720" cy="366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CBED3F2-6B84-BE07-27F9-DDDF20F70B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3608" y="938952"/>
                <a:ext cx="61236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52F18D4-7E5D-C11E-B811-2B92D7DB6C40}"/>
                  </a:ext>
                </a:extLst>
              </p14:cNvPr>
              <p14:cNvContentPartPr/>
              <p14:nvPr/>
            </p14:nvContentPartPr>
            <p14:xfrm>
              <a:off x="488448" y="1423152"/>
              <a:ext cx="131760" cy="28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52F18D4-7E5D-C11E-B811-2B92D7DB6C4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9448" y="1414152"/>
                <a:ext cx="14940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ACC8D8F-DC4F-0A78-BA9C-75404B16001D}"/>
                  </a:ext>
                </a:extLst>
              </p14:cNvPr>
              <p14:cNvContentPartPr/>
              <p14:nvPr/>
            </p14:nvContentPartPr>
            <p14:xfrm>
              <a:off x="668448" y="1458072"/>
              <a:ext cx="85680" cy="70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ACC8D8F-DC4F-0A78-BA9C-75404B16001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9808" y="1449432"/>
                <a:ext cx="1033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9B2C80E-68BA-8163-6FD1-4BF66642C09E}"/>
                  </a:ext>
                </a:extLst>
              </p14:cNvPr>
              <p14:cNvContentPartPr/>
              <p14:nvPr/>
            </p14:nvContentPartPr>
            <p14:xfrm>
              <a:off x="787968" y="1407312"/>
              <a:ext cx="73440" cy="92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9B2C80E-68BA-8163-6FD1-4BF66642C09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9328" y="1398312"/>
                <a:ext cx="910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54E5331-A070-C03E-0350-E14D4872CD9C}"/>
                  </a:ext>
                </a:extLst>
              </p14:cNvPr>
              <p14:cNvContentPartPr/>
              <p14:nvPr/>
            </p14:nvContentPartPr>
            <p14:xfrm>
              <a:off x="922248" y="1416672"/>
              <a:ext cx="102600" cy="43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54E5331-A070-C03E-0350-E14D4872CD9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3248" y="1408032"/>
                <a:ext cx="1202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7AC722B-AEA0-17AD-BE42-BC7B2E097A9F}"/>
                  </a:ext>
                </a:extLst>
              </p14:cNvPr>
              <p14:cNvContentPartPr/>
              <p14:nvPr/>
            </p14:nvContentPartPr>
            <p14:xfrm>
              <a:off x="1041408" y="1391472"/>
              <a:ext cx="107640" cy="68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7AC722B-AEA0-17AD-BE42-BC7B2E097A9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32768" y="1382472"/>
                <a:ext cx="12528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D9CF6B8-8AC6-786A-9D48-DDD5C5D321FF}"/>
                  </a:ext>
                </a:extLst>
              </p14:cNvPr>
              <p14:cNvContentPartPr/>
              <p14:nvPr/>
            </p14:nvContentPartPr>
            <p14:xfrm>
              <a:off x="2461248" y="1408392"/>
              <a:ext cx="2418120" cy="2544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D9CF6B8-8AC6-786A-9D48-DDD5C5D321F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52248" y="1399392"/>
                <a:ext cx="2435760" cy="256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0FF66A0-A614-0D3A-FDAA-2662FE71F9D6}"/>
                  </a:ext>
                </a:extLst>
              </p14:cNvPr>
              <p14:cNvContentPartPr/>
              <p14:nvPr/>
            </p14:nvContentPartPr>
            <p14:xfrm>
              <a:off x="3340728" y="1518192"/>
              <a:ext cx="95040" cy="284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0FF66A0-A614-0D3A-FDAA-2662FE71F9D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32088" y="1509192"/>
                <a:ext cx="11268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F57D9D2-ABA8-CE46-F138-E20F8828919F}"/>
                  </a:ext>
                </a:extLst>
              </p14:cNvPr>
              <p14:cNvContentPartPr/>
              <p14:nvPr/>
            </p14:nvContentPartPr>
            <p14:xfrm>
              <a:off x="3835728" y="1395432"/>
              <a:ext cx="32040" cy="353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F57D9D2-ABA8-CE46-F138-E20F8828919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27088" y="1386792"/>
                <a:ext cx="4968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4B94427-8BC1-D721-72F1-8E53C62742A2}"/>
                  </a:ext>
                </a:extLst>
              </p14:cNvPr>
              <p14:cNvContentPartPr/>
              <p14:nvPr/>
            </p14:nvContentPartPr>
            <p14:xfrm>
              <a:off x="4267368" y="1498032"/>
              <a:ext cx="214920" cy="331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4B94427-8BC1-D721-72F1-8E53C62742A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58728" y="1489032"/>
                <a:ext cx="23256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7193D9F-204D-A539-A0AB-C08ED4C3FFD5}"/>
                  </a:ext>
                </a:extLst>
              </p14:cNvPr>
              <p14:cNvContentPartPr/>
              <p14:nvPr/>
            </p14:nvContentPartPr>
            <p14:xfrm>
              <a:off x="4486968" y="2022192"/>
              <a:ext cx="363600" cy="91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7193D9F-204D-A539-A0AB-C08ED4C3FFD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77968" y="2013192"/>
                <a:ext cx="3812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682316E-5208-F490-73DD-0C7D0DB6FA34}"/>
                  </a:ext>
                </a:extLst>
              </p14:cNvPr>
              <p14:cNvContentPartPr/>
              <p14:nvPr/>
            </p14:nvContentPartPr>
            <p14:xfrm>
              <a:off x="4589568" y="2561832"/>
              <a:ext cx="339480" cy="63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682316E-5208-F490-73DD-0C7D0DB6FA3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580568" y="2552832"/>
                <a:ext cx="3571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A744A53-87DE-0851-5364-4DF11950028B}"/>
                  </a:ext>
                </a:extLst>
              </p14:cNvPr>
              <p14:cNvContentPartPr/>
              <p14:nvPr/>
            </p14:nvContentPartPr>
            <p14:xfrm>
              <a:off x="3618648" y="1843992"/>
              <a:ext cx="74160" cy="96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A744A53-87DE-0851-5364-4DF11950028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10008" y="1835352"/>
                <a:ext cx="9180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8C08A1E-0416-722E-639B-DD4A9F3E10CE}"/>
                  </a:ext>
                </a:extLst>
              </p14:cNvPr>
              <p14:cNvContentPartPr/>
              <p14:nvPr/>
            </p14:nvContentPartPr>
            <p14:xfrm>
              <a:off x="4008888" y="1833552"/>
              <a:ext cx="360" cy="97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8C08A1E-0416-722E-639B-DD4A9F3E10C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00248" y="1824912"/>
                <a:ext cx="1800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41B9736-1301-88D9-C7A9-6923C48BD853}"/>
                  </a:ext>
                </a:extLst>
              </p14:cNvPr>
              <p14:cNvContentPartPr/>
              <p14:nvPr/>
            </p14:nvContentPartPr>
            <p14:xfrm>
              <a:off x="4311288" y="1999872"/>
              <a:ext cx="68400" cy="109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41B9736-1301-88D9-C7A9-6923C48BD85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02648" y="1990872"/>
                <a:ext cx="860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F31A83A-17DE-3654-8E88-D4597AA61EA6}"/>
                  </a:ext>
                </a:extLst>
              </p14:cNvPr>
              <p14:cNvContentPartPr/>
              <p14:nvPr/>
            </p14:nvContentPartPr>
            <p14:xfrm>
              <a:off x="4403808" y="2369232"/>
              <a:ext cx="65160" cy="99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F31A83A-17DE-3654-8E88-D4597AA61EA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95168" y="2360232"/>
                <a:ext cx="8280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527FAF2-375D-C59E-66A4-B5DED0EFEE78}"/>
                  </a:ext>
                </a:extLst>
              </p14:cNvPr>
              <p14:cNvContentPartPr/>
              <p14:nvPr/>
            </p14:nvContentPartPr>
            <p14:xfrm>
              <a:off x="4408848" y="3038112"/>
              <a:ext cx="419040" cy="265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527FAF2-375D-C59E-66A4-B5DED0EFEE7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99848" y="3029112"/>
                <a:ext cx="43668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79009D9-7CA9-9147-947B-A00F660129AB}"/>
                  </a:ext>
                </a:extLst>
              </p14:cNvPr>
              <p14:cNvContentPartPr/>
              <p14:nvPr/>
            </p14:nvContentPartPr>
            <p14:xfrm>
              <a:off x="4269528" y="2725992"/>
              <a:ext cx="92520" cy="1249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79009D9-7CA9-9147-947B-A00F660129A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60888" y="2716992"/>
                <a:ext cx="11016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B881115-8192-8114-9728-2FCDD3773E07}"/>
                  </a:ext>
                </a:extLst>
              </p14:cNvPr>
              <p14:cNvContentPartPr/>
              <p14:nvPr/>
            </p14:nvContentPartPr>
            <p14:xfrm>
              <a:off x="4304088" y="2802312"/>
              <a:ext cx="24840" cy="122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B881115-8192-8114-9728-2FCDD3773E0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95088" y="2793672"/>
                <a:ext cx="424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0217262-3F1B-E6BA-32AE-A0792129DAD3}"/>
                  </a:ext>
                </a:extLst>
              </p14:cNvPr>
              <p14:cNvContentPartPr/>
              <p14:nvPr/>
            </p14:nvContentPartPr>
            <p14:xfrm>
              <a:off x="2885328" y="1846872"/>
              <a:ext cx="209520" cy="2422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0217262-3F1B-E6BA-32AE-A0792129DAD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876328" y="1837872"/>
                <a:ext cx="2271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7CF27A6-CFD1-37F1-9F91-ACF4E638F08B}"/>
                  </a:ext>
                </a:extLst>
              </p14:cNvPr>
              <p14:cNvContentPartPr/>
              <p14:nvPr/>
            </p14:nvContentPartPr>
            <p14:xfrm>
              <a:off x="3679848" y="3206952"/>
              <a:ext cx="29520" cy="4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7CF27A6-CFD1-37F1-9F91-ACF4E638F08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670848" y="3198312"/>
                <a:ext cx="471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584BE50-EF82-827D-5327-F3305FEB9F35}"/>
                  </a:ext>
                </a:extLst>
              </p14:cNvPr>
              <p14:cNvContentPartPr/>
              <p14:nvPr/>
            </p14:nvContentPartPr>
            <p14:xfrm>
              <a:off x="3443328" y="3172032"/>
              <a:ext cx="16920" cy="21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584BE50-EF82-827D-5327-F3305FEB9F3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34328" y="3163392"/>
                <a:ext cx="345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9E9653D-DA76-FFF1-BD07-784F8BDD7EF2}"/>
                  </a:ext>
                </a:extLst>
              </p14:cNvPr>
              <p14:cNvContentPartPr/>
              <p14:nvPr/>
            </p14:nvContentPartPr>
            <p14:xfrm>
              <a:off x="3321288" y="3001392"/>
              <a:ext cx="19800" cy="14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9E9653D-DA76-FFF1-BD07-784F8BDD7EF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312648" y="2992752"/>
                <a:ext cx="374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7CB22D1-4C1C-4C6F-8EC4-B001300204F5}"/>
                  </a:ext>
                </a:extLst>
              </p14:cNvPr>
              <p14:cNvContentPartPr/>
              <p14:nvPr/>
            </p14:nvContentPartPr>
            <p14:xfrm>
              <a:off x="3194568" y="2056392"/>
              <a:ext cx="90720" cy="867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7CB22D1-4C1C-4C6F-8EC4-B001300204F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85928" y="2047392"/>
                <a:ext cx="10836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49338D3-A87E-5F59-AAC7-E4DA725B0EDE}"/>
                  </a:ext>
                </a:extLst>
              </p14:cNvPr>
              <p14:cNvContentPartPr/>
              <p14:nvPr/>
            </p14:nvContentPartPr>
            <p14:xfrm>
              <a:off x="3304368" y="2016432"/>
              <a:ext cx="63000" cy="360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49338D3-A87E-5F59-AAC7-E4DA725B0ED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295368" y="2007792"/>
                <a:ext cx="806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E50BFB5-626F-F9D3-44D5-42A9A426021D}"/>
                  </a:ext>
                </a:extLst>
              </p14:cNvPr>
              <p14:cNvContentPartPr/>
              <p14:nvPr/>
            </p14:nvContentPartPr>
            <p14:xfrm>
              <a:off x="3418848" y="1923912"/>
              <a:ext cx="24840" cy="1321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E50BFB5-626F-F9D3-44D5-42A9A426021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410208" y="1914912"/>
                <a:ext cx="424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3B680DB-DA33-A11B-C094-A1D5ACF5F4F2}"/>
                  </a:ext>
                </a:extLst>
              </p14:cNvPr>
              <p14:cNvContentPartPr/>
              <p14:nvPr/>
            </p14:nvContentPartPr>
            <p14:xfrm>
              <a:off x="1356048" y="946152"/>
              <a:ext cx="2158200" cy="486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3B680DB-DA33-A11B-C094-A1D5ACF5F4F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347408" y="937152"/>
                <a:ext cx="217584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DCCA5CF-2C2E-E09C-16E5-F1D5D605E0F6}"/>
                  </a:ext>
                </a:extLst>
              </p14:cNvPr>
              <p14:cNvContentPartPr/>
              <p14:nvPr/>
            </p14:nvContentPartPr>
            <p14:xfrm>
              <a:off x="3399408" y="1361232"/>
              <a:ext cx="151560" cy="482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DCCA5CF-2C2E-E09C-16E5-F1D5D605E0F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90408" y="1352592"/>
                <a:ext cx="1692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9E43371-56C2-4EB5-D8E7-A23457C05778}"/>
                  </a:ext>
                </a:extLst>
              </p14:cNvPr>
              <p14:cNvContentPartPr/>
              <p14:nvPr/>
            </p14:nvContentPartPr>
            <p14:xfrm>
              <a:off x="3538368" y="1311552"/>
              <a:ext cx="88200" cy="1393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9E43371-56C2-4EB5-D8E7-A23457C0577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529368" y="1302552"/>
                <a:ext cx="1058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4319F3B-E505-1CEF-141E-69AA1E542297}"/>
                  </a:ext>
                </a:extLst>
              </p14:cNvPr>
              <p14:cNvContentPartPr/>
              <p14:nvPr/>
            </p14:nvContentPartPr>
            <p14:xfrm>
              <a:off x="5062248" y="565632"/>
              <a:ext cx="10080" cy="2077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4319F3B-E505-1CEF-141E-69AA1E54229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053608" y="556992"/>
                <a:ext cx="277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6BD5F6B-3016-CD1C-6E7B-ED4B3F006A35}"/>
                  </a:ext>
                </a:extLst>
              </p14:cNvPr>
              <p14:cNvContentPartPr/>
              <p14:nvPr/>
            </p14:nvContentPartPr>
            <p14:xfrm>
              <a:off x="5059728" y="407232"/>
              <a:ext cx="649080" cy="3477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6BD5F6B-3016-CD1C-6E7B-ED4B3F006A3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051088" y="398232"/>
                <a:ext cx="66672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B936582-62C6-1ED3-5B2D-A552A6F021DB}"/>
                  </a:ext>
                </a:extLst>
              </p14:cNvPr>
              <p14:cNvContentPartPr/>
              <p14:nvPr/>
            </p14:nvContentPartPr>
            <p14:xfrm>
              <a:off x="5157648" y="65952"/>
              <a:ext cx="125640" cy="3182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B936582-62C6-1ED3-5B2D-A552A6F021D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48648" y="56952"/>
                <a:ext cx="14328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730065F-BAF7-A378-5389-C2CBDFBD55FA}"/>
                  </a:ext>
                </a:extLst>
              </p14:cNvPr>
              <p14:cNvContentPartPr/>
              <p14:nvPr/>
            </p14:nvContentPartPr>
            <p14:xfrm>
              <a:off x="5103648" y="202032"/>
              <a:ext cx="241920" cy="1098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730065F-BAF7-A378-5389-C2CBDFBD55F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095008" y="193032"/>
                <a:ext cx="25956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F5FD026-235E-CFE2-5715-F76072DDF0E2}"/>
                  </a:ext>
                </a:extLst>
              </p14:cNvPr>
              <p14:cNvContentPartPr/>
              <p14:nvPr/>
            </p14:nvContentPartPr>
            <p14:xfrm>
              <a:off x="5361408" y="210672"/>
              <a:ext cx="250200" cy="766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F5FD026-235E-CFE2-5715-F76072DDF0E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352408" y="201672"/>
                <a:ext cx="2678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22FC333-5BAB-D95A-7BD2-2725CA76BF62}"/>
                  </a:ext>
                </a:extLst>
              </p14:cNvPr>
              <p14:cNvContentPartPr/>
              <p14:nvPr/>
            </p14:nvContentPartPr>
            <p14:xfrm>
              <a:off x="5697648" y="110592"/>
              <a:ext cx="81720" cy="1425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22FC333-5BAB-D95A-7BD2-2725CA76BF6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689008" y="101592"/>
                <a:ext cx="993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CF9DF6D-A39D-4FEB-9F94-EF4B1CF4FF6F}"/>
                  </a:ext>
                </a:extLst>
              </p14:cNvPr>
              <p14:cNvContentPartPr/>
              <p14:nvPr/>
            </p14:nvContentPartPr>
            <p14:xfrm>
              <a:off x="5649768" y="172152"/>
              <a:ext cx="141840" cy="10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CF9DF6D-A39D-4FEB-9F94-EF4B1CF4FF6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641128" y="163512"/>
                <a:ext cx="1594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33B0FA2-B0A7-8F7C-69E6-6DF1AAE4DBD0}"/>
                  </a:ext>
                </a:extLst>
              </p14:cNvPr>
              <p14:cNvContentPartPr/>
              <p14:nvPr/>
            </p14:nvContentPartPr>
            <p14:xfrm>
              <a:off x="5155128" y="968112"/>
              <a:ext cx="581040" cy="3240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33B0FA2-B0A7-8F7C-69E6-6DF1AAE4DBD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146128" y="959472"/>
                <a:ext cx="59868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BB24E98-C211-4555-2E6D-0C6FDEE6224F}"/>
                  </a:ext>
                </a:extLst>
              </p14:cNvPr>
              <p14:cNvContentPartPr/>
              <p14:nvPr/>
            </p14:nvContentPartPr>
            <p14:xfrm>
              <a:off x="5346648" y="1363032"/>
              <a:ext cx="57600" cy="137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BB24E98-C211-4555-2E6D-0C6FDEE6224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337648" y="1354032"/>
                <a:ext cx="752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1809341-EF3B-0292-F90D-646802CE6E4D}"/>
                  </a:ext>
                </a:extLst>
              </p14:cNvPr>
              <p14:cNvContentPartPr/>
              <p14:nvPr/>
            </p14:nvContentPartPr>
            <p14:xfrm>
              <a:off x="5491368" y="1372032"/>
              <a:ext cx="100440" cy="763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1809341-EF3B-0292-F90D-646802CE6E4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482368" y="1363392"/>
                <a:ext cx="1180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8E41C16-2047-A280-677D-C798D08E5BD9}"/>
                  </a:ext>
                </a:extLst>
              </p14:cNvPr>
              <p14:cNvContentPartPr/>
              <p14:nvPr/>
            </p14:nvContentPartPr>
            <p14:xfrm>
              <a:off x="5644728" y="1359792"/>
              <a:ext cx="134640" cy="687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8E41C16-2047-A280-677D-C798D08E5BD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636088" y="1350792"/>
                <a:ext cx="1522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AFF48E3-F5B7-192D-6E46-3010013A8EF1}"/>
                  </a:ext>
                </a:extLst>
              </p14:cNvPr>
              <p14:cNvContentPartPr/>
              <p14:nvPr/>
            </p14:nvContentPartPr>
            <p14:xfrm>
              <a:off x="5820768" y="1346472"/>
              <a:ext cx="115200" cy="939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AFF48E3-F5B7-192D-6E46-3010013A8EF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811768" y="1337472"/>
                <a:ext cx="13284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E425C08-314F-8AD3-0D2E-2A9A81BB7A0F}"/>
                  </a:ext>
                </a:extLst>
              </p14:cNvPr>
              <p14:cNvContentPartPr/>
              <p14:nvPr/>
            </p14:nvContentPartPr>
            <p14:xfrm>
              <a:off x="4916088" y="680112"/>
              <a:ext cx="70920" cy="248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E425C08-314F-8AD3-0D2E-2A9A81BB7A0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907088" y="671472"/>
                <a:ext cx="885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9E6A687-9089-843D-6C55-60A6E3ACE3E7}"/>
                  </a:ext>
                </a:extLst>
              </p14:cNvPr>
              <p14:cNvContentPartPr/>
              <p14:nvPr/>
            </p14:nvContentPartPr>
            <p14:xfrm>
              <a:off x="4674528" y="750312"/>
              <a:ext cx="85680" cy="27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9E6A687-9089-843D-6C55-60A6E3ACE3E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665888" y="741312"/>
                <a:ext cx="1033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5955E8F-EB9F-E1AE-7E12-D378BD01239C}"/>
                  </a:ext>
                </a:extLst>
              </p14:cNvPr>
              <p14:cNvContentPartPr/>
              <p14:nvPr/>
            </p14:nvContentPartPr>
            <p14:xfrm>
              <a:off x="4589208" y="779472"/>
              <a:ext cx="27360" cy="216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5955E8F-EB9F-E1AE-7E12-D378BD01239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580568" y="770472"/>
                <a:ext cx="450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312267D-0235-EE1D-3093-6B814F5E2E69}"/>
                  </a:ext>
                </a:extLst>
              </p14:cNvPr>
              <p14:cNvContentPartPr/>
              <p14:nvPr/>
            </p14:nvContentPartPr>
            <p14:xfrm>
              <a:off x="4452768" y="814392"/>
              <a:ext cx="90720" cy="410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312267D-0235-EE1D-3093-6B814F5E2E6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443768" y="805752"/>
                <a:ext cx="1083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BE361A2-5654-F24B-4D07-B702C7A8BB72}"/>
                  </a:ext>
                </a:extLst>
              </p14:cNvPr>
              <p14:cNvContentPartPr/>
              <p14:nvPr/>
            </p14:nvContentPartPr>
            <p14:xfrm>
              <a:off x="4196808" y="884952"/>
              <a:ext cx="102600" cy="327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BE361A2-5654-F24B-4D07-B702C7A8BB7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187808" y="876312"/>
                <a:ext cx="1202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7404686-C526-F420-780F-46899A09A195}"/>
                  </a:ext>
                </a:extLst>
              </p14:cNvPr>
              <p14:cNvContentPartPr/>
              <p14:nvPr/>
            </p14:nvContentPartPr>
            <p14:xfrm>
              <a:off x="3908808" y="926712"/>
              <a:ext cx="202680" cy="489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7404686-C526-F420-780F-46899A09A19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900168" y="917712"/>
                <a:ext cx="22032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C48A63D-93EB-F89D-BB3A-C2785F73648D}"/>
                  </a:ext>
                </a:extLst>
              </p14:cNvPr>
              <p14:cNvContentPartPr/>
              <p14:nvPr/>
            </p14:nvContentPartPr>
            <p14:xfrm>
              <a:off x="3777408" y="979272"/>
              <a:ext cx="2880" cy="36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C48A63D-93EB-F89D-BB3A-C2785F73648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768408" y="970632"/>
                <a:ext cx="205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F204BC5-2528-254A-C697-9E2DFCE4C208}"/>
                  </a:ext>
                </a:extLst>
              </p14:cNvPr>
              <p14:cNvContentPartPr/>
              <p14:nvPr/>
            </p14:nvContentPartPr>
            <p14:xfrm>
              <a:off x="3723768" y="979272"/>
              <a:ext cx="54000" cy="468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F204BC5-2528-254A-C697-9E2DFCE4C20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714768" y="970632"/>
                <a:ext cx="7164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4F26FBB-D51F-12A0-CFBC-E2B9FD7C2803}"/>
                  </a:ext>
                </a:extLst>
              </p14:cNvPr>
              <p14:cNvContentPartPr/>
              <p14:nvPr/>
            </p14:nvContentPartPr>
            <p14:xfrm>
              <a:off x="3716208" y="1034712"/>
              <a:ext cx="17280" cy="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4F26FBB-D51F-12A0-CFBC-E2B9FD7C280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707568" y="1025712"/>
                <a:ext cx="349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B9EFB92-F88D-1412-FE6C-39855826C0CF}"/>
                  </a:ext>
                </a:extLst>
              </p14:cNvPr>
              <p14:cNvContentPartPr/>
              <p14:nvPr/>
            </p14:nvContentPartPr>
            <p14:xfrm>
              <a:off x="3755448" y="1105992"/>
              <a:ext cx="10080" cy="709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B9EFB92-F88D-1412-FE6C-39855826C0C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746448" y="1097352"/>
                <a:ext cx="277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0279B44-A86D-0414-780C-D64C4257D2DD}"/>
                  </a:ext>
                </a:extLst>
              </p14:cNvPr>
              <p14:cNvContentPartPr/>
              <p14:nvPr/>
            </p14:nvContentPartPr>
            <p14:xfrm>
              <a:off x="3765168" y="1242072"/>
              <a:ext cx="7560" cy="403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0279B44-A86D-0414-780C-D64C4257D2D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756168" y="1233072"/>
                <a:ext cx="252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2B48312-F6AF-BFA5-FFC6-FCDCDBFF4D37}"/>
                  </a:ext>
                </a:extLst>
              </p14:cNvPr>
              <p14:cNvContentPartPr/>
              <p14:nvPr/>
            </p14:nvContentPartPr>
            <p14:xfrm>
              <a:off x="3765168" y="1242072"/>
              <a:ext cx="7560" cy="547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2B48312-F6AF-BFA5-FFC6-FCDCDBFF4D3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756168" y="1233072"/>
                <a:ext cx="252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EBD0988-546C-C244-9B43-C5B48F949C97}"/>
                  </a:ext>
                </a:extLst>
              </p14:cNvPr>
              <p14:cNvContentPartPr/>
              <p14:nvPr/>
            </p14:nvContentPartPr>
            <p14:xfrm>
              <a:off x="3696768" y="1236312"/>
              <a:ext cx="94680" cy="979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EBD0988-546C-C244-9B43-C5B48F949C9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688128" y="1227312"/>
                <a:ext cx="1123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9BD0759-AE5D-1C06-EEAA-088E6B0C885D}"/>
                  </a:ext>
                </a:extLst>
              </p14:cNvPr>
              <p14:cNvContentPartPr/>
              <p14:nvPr/>
            </p14:nvContentPartPr>
            <p14:xfrm>
              <a:off x="3765168" y="1248552"/>
              <a:ext cx="110160" cy="1180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9BD0759-AE5D-1C06-EEAA-088E6B0C885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756168" y="1239552"/>
                <a:ext cx="12780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A883603-5E3D-7E7B-3698-AF27E5F8E7A4}"/>
              </a:ext>
            </a:extLst>
          </p:cNvPr>
          <p:cNvGrpSpPr/>
          <p:nvPr/>
        </p:nvGrpSpPr>
        <p:grpSpPr>
          <a:xfrm>
            <a:off x="7747200" y="557856"/>
            <a:ext cx="1980000" cy="521280"/>
            <a:chOff x="7747200" y="557856"/>
            <a:chExt cx="1980000" cy="52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0C03E31-C171-683D-6933-DCF653CDA34F}"/>
                    </a:ext>
                  </a:extLst>
                </p14:cNvPr>
                <p14:cNvContentPartPr/>
                <p14:nvPr/>
              </p14:nvContentPartPr>
              <p14:xfrm>
                <a:off x="7747200" y="809856"/>
                <a:ext cx="129600" cy="115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0C03E31-C171-683D-6933-DCF653CDA34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738200" y="801216"/>
                  <a:ext cx="147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C7FF776-6C1E-856B-673D-1F93CCF4C4D7}"/>
                    </a:ext>
                  </a:extLst>
                </p14:cNvPr>
                <p14:cNvContentPartPr/>
                <p14:nvPr/>
              </p14:nvContentPartPr>
              <p14:xfrm>
                <a:off x="7959240" y="845856"/>
                <a:ext cx="173520" cy="51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C7FF776-6C1E-856B-673D-1F93CCF4C4D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950240" y="836856"/>
                  <a:ext cx="191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E5BDF82-876A-8B64-52D8-C841C08E7B6A}"/>
                    </a:ext>
                  </a:extLst>
                </p14:cNvPr>
                <p14:cNvContentPartPr/>
                <p14:nvPr/>
              </p14:nvContentPartPr>
              <p14:xfrm>
                <a:off x="8042040" y="803016"/>
                <a:ext cx="205200" cy="276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E5BDF82-876A-8B64-52D8-C841C08E7B6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33400" y="794376"/>
                  <a:ext cx="2228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D394497-6DBF-F317-1983-D9C1467B6CB4}"/>
                    </a:ext>
                  </a:extLst>
                </p14:cNvPr>
                <p14:cNvContentPartPr/>
                <p14:nvPr/>
              </p14:nvContentPartPr>
              <p14:xfrm>
                <a:off x="8263080" y="859896"/>
                <a:ext cx="130320" cy="52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D394497-6DBF-F317-1983-D9C1467B6CB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54440" y="851256"/>
                  <a:ext cx="1479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27072CC-9152-B07E-FD45-10B387004C38}"/>
                    </a:ext>
                  </a:extLst>
                </p14:cNvPr>
                <p14:cNvContentPartPr/>
                <p14:nvPr/>
              </p14:nvContentPartPr>
              <p14:xfrm>
                <a:off x="8426880" y="818136"/>
                <a:ext cx="83880" cy="986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27072CC-9152-B07E-FD45-10B387004C3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417880" y="809136"/>
                  <a:ext cx="101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9577A66-07B8-1EA6-1228-55CDF21F0F38}"/>
                    </a:ext>
                  </a:extLst>
                </p14:cNvPr>
                <p14:cNvContentPartPr/>
                <p14:nvPr/>
              </p14:nvContentPartPr>
              <p14:xfrm>
                <a:off x="8602920" y="813096"/>
                <a:ext cx="141840" cy="48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9577A66-07B8-1EA6-1228-55CDF21F0F3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94280" y="804456"/>
                  <a:ext cx="159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701F00E-1C5A-F7E1-24D2-3257830E55A0}"/>
                    </a:ext>
                  </a:extLst>
                </p14:cNvPr>
                <p14:cNvContentPartPr/>
                <p14:nvPr/>
              </p14:nvContentPartPr>
              <p14:xfrm>
                <a:off x="8802720" y="755496"/>
                <a:ext cx="127440" cy="100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701F00E-1C5A-F7E1-24D2-3257830E55A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793720" y="746496"/>
                  <a:ext cx="1450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847F516-6AE4-0FB5-61D2-DE18DBF4E84D}"/>
                    </a:ext>
                  </a:extLst>
                </p14:cNvPr>
                <p14:cNvContentPartPr/>
                <p14:nvPr/>
              </p14:nvContentPartPr>
              <p14:xfrm>
                <a:off x="9005040" y="614736"/>
                <a:ext cx="195840" cy="261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847F516-6AE4-0FB5-61D2-DE18DBF4E84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996040" y="606096"/>
                  <a:ext cx="213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20139F2-0D35-8944-2C59-D651FC6535DA}"/>
                    </a:ext>
                  </a:extLst>
                </p14:cNvPr>
                <p14:cNvContentPartPr/>
                <p14:nvPr/>
              </p14:nvContentPartPr>
              <p14:xfrm>
                <a:off x="9291960" y="708336"/>
                <a:ext cx="93960" cy="132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20139F2-0D35-8944-2C59-D651FC6535D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282960" y="699696"/>
                  <a:ext cx="1116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C87F550-4DB8-2AFC-71C8-7C62039F3C1D}"/>
                    </a:ext>
                  </a:extLst>
                </p14:cNvPr>
                <p14:cNvContentPartPr/>
                <p14:nvPr/>
              </p14:nvContentPartPr>
              <p14:xfrm>
                <a:off x="9331920" y="639936"/>
                <a:ext cx="158760" cy="15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C87F550-4DB8-2AFC-71C8-7C62039F3C1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23280" y="631296"/>
                  <a:ext cx="176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E776DBD-8A26-2912-0E02-50AFF7366823}"/>
                    </a:ext>
                  </a:extLst>
                </p14:cNvPr>
                <p14:cNvContentPartPr/>
                <p14:nvPr/>
              </p14:nvContentPartPr>
              <p14:xfrm>
                <a:off x="9497880" y="557856"/>
                <a:ext cx="73080" cy="253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E776DBD-8A26-2912-0E02-50AFF736682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488880" y="549216"/>
                  <a:ext cx="90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489254E-5804-D9A1-F50A-87C30DF5FBAE}"/>
                    </a:ext>
                  </a:extLst>
                </p14:cNvPr>
                <p14:cNvContentPartPr/>
                <p14:nvPr/>
              </p14:nvContentPartPr>
              <p14:xfrm>
                <a:off x="9726840" y="671616"/>
                <a:ext cx="360" cy="41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489254E-5804-D9A1-F50A-87C30DF5FBA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18200" y="662976"/>
                  <a:ext cx="18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4D5E444-8522-AB28-42DC-822C79CE8BEC}"/>
                    </a:ext>
                  </a:extLst>
                </p14:cNvPr>
                <p14:cNvContentPartPr/>
                <p14:nvPr/>
              </p14:nvContentPartPr>
              <p14:xfrm>
                <a:off x="9639360" y="777456"/>
                <a:ext cx="78480" cy="105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4D5E444-8522-AB28-42DC-822C79CE8BE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630360" y="768456"/>
                  <a:ext cx="9612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266C867-7EFB-DC42-1D30-9F844BEBD6A4}"/>
              </a:ext>
            </a:extLst>
          </p:cNvPr>
          <p:cNvGrpSpPr/>
          <p:nvPr/>
        </p:nvGrpSpPr>
        <p:grpSpPr>
          <a:xfrm>
            <a:off x="3609000" y="1507176"/>
            <a:ext cx="166680" cy="209880"/>
            <a:chOff x="3609000" y="1507176"/>
            <a:chExt cx="16668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503FE25-0228-9FC9-4766-30B25A575C53}"/>
                    </a:ext>
                  </a:extLst>
                </p14:cNvPr>
                <p14:cNvContentPartPr/>
                <p14:nvPr/>
              </p14:nvContentPartPr>
              <p14:xfrm>
                <a:off x="3609000" y="1525536"/>
                <a:ext cx="133920" cy="191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503FE25-0228-9FC9-4766-30B25A575C5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00360" y="1516896"/>
                  <a:ext cx="151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AA181FB-BFFD-0C94-9467-F92E88C83F0C}"/>
                    </a:ext>
                  </a:extLst>
                </p14:cNvPr>
                <p14:cNvContentPartPr/>
                <p14:nvPr/>
              </p14:nvContentPartPr>
              <p14:xfrm>
                <a:off x="3636000" y="1507176"/>
                <a:ext cx="139680" cy="35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AA181FB-BFFD-0C94-9467-F92E88C83F0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627360" y="1498176"/>
                  <a:ext cx="15732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2BF41DF5-2A43-1B0C-A849-4B91D6741265}"/>
                  </a:ext>
                </a:extLst>
              </p14:cNvPr>
              <p14:cNvContentPartPr/>
              <p14:nvPr/>
            </p14:nvContentPartPr>
            <p14:xfrm>
              <a:off x="5321160" y="1114776"/>
              <a:ext cx="34560" cy="86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2BF41DF5-2A43-1B0C-A849-4B91D674126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312160" y="1105776"/>
                <a:ext cx="5220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79A7484E-F346-36D1-82A7-2C1C84BD9D12}"/>
              </a:ext>
            </a:extLst>
          </p:cNvPr>
          <p:cNvGrpSpPr/>
          <p:nvPr/>
        </p:nvGrpSpPr>
        <p:grpSpPr>
          <a:xfrm>
            <a:off x="7742880" y="1162656"/>
            <a:ext cx="2023560" cy="432360"/>
            <a:chOff x="7742880" y="1162656"/>
            <a:chExt cx="202356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CE8BC6F-3070-824C-DD8A-A191AD83FF4D}"/>
                    </a:ext>
                  </a:extLst>
                </p14:cNvPr>
                <p14:cNvContentPartPr/>
                <p14:nvPr/>
              </p14:nvContentPartPr>
              <p14:xfrm>
                <a:off x="7742880" y="1333656"/>
                <a:ext cx="99360" cy="118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CE8BC6F-3070-824C-DD8A-A191AD83FF4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734240" y="1324656"/>
                  <a:ext cx="117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ED4F571-0C02-7504-EF0E-5BFDBD72C10B}"/>
                    </a:ext>
                  </a:extLst>
                </p14:cNvPr>
                <p14:cNvContentPartPr/>
                <p14:nvPr/>
              </p14:nvContentPartPr>
              <p14:xfrm>
                <a:off x="7934040" y="1361016"/>
                <a:ext cx="191520" cy="52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ED4F571-0C02-7504-EF0E-5BFDBD72C10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925040" y="1352016"/>
                  <a:ext cx="2091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CA67135-B009-E4B4-EB7F-62AF0C65FA71}"/>
                    </a:ext>
                  </a:extLst>
                </p14:cNvPr>
                <p14:cNvContentPartPr/>
                <p14:nvPr/>
              </p14:nvContentPartPr>
              <p14:xfrm>
                <a:off x="8044560" y="1320336"/>
                <a:ext cx="210240" cy="274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CA67135-B009-E4B4-EB7F-62AF0C65FA7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035560" y="1311336"/>
                  <a:ext cx="2278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6C7CA70-EE54-FEBF-5E6B-8157515AF016}"/>
                    </a:ext>
                  </a:extLst>
                </p14:cNvPr>
                <p14:cNvContentPartPr/>
                <p14:nvPr/>
              </p14:nvContentPartPr>
              <p14:xfrm>
                <a:off x="8295840" y="1382256"/>
                <a:ext cx="129600" cy="51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6C7CA70-EE54-FEBF-5E6B-8157515AF01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286840" y="1373256"/>
                  <a:ext cx="147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0516FF2-9439-A0A5-956C-85D512EA24EC}"/>
                    </a:ext>
                  </a:extLst>
                </p14:cNvPr>
                <p14:cNvContentPartPr/>
                <p14:nvPr/>
              </p14:nvContentPartPr>
              <p14:xfrm>
                <a:off x="8470800" y="1342656"/>
                <a:ext cx="120240" cy="71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0516FF2-9439-A0A5-956C-85D512EA24E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62160" y="1333656"/>
                  <a:ext cx="137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AAE6652-CE02-FC07-02E7-F8F66FADC24E}"/>
                    </a:ext>
                  </a:extLst>
                </p14:cNvPr>
                <p14:cNvContentPartPr/>
                <p14:nvPr/>
              </p14:nvContentPartPr>
              <p14:xfrm>
                <a:off x="8651520" y="1343016"/>
                <a:ext cx="129600" cy="33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AAE6652-CE02-FC07-02E7-F8F66FADC24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642880" y="1334376"/>
                  <a:ext cx="147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B2569C6-5DCF-9917-A9B0-74369C129102}"/>
                    </a:ext>
                  </a:extLst>
                </p14:cNvPr>
                <p14:cNvContentPartPr/>
                <p14:nvPr/>
              </p14:nvContentPartPr>
              <p14:xfrm>
                <a:off x="8817480" y="1295136"/>
                <a:ext cx="119880" cy="82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B2569C6-5DCF-9917-A9B0-74369C12910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808840" y="1286496"/>
                  <a:ext cx="1375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801247C-5D28-3078-68FD-BB5DD5C1C9E2}"/>
                    </a:ext>
                  </a:extLst>
                </p14:cNvPr>
                <p14:cNvContentPartPr/>
                <p14:nvPr/>
              </p14:nvContentPartPr>
              <p14:xfrm>
                <a:off x="9034560" y="1169856"/>
                <a:ext cx="188280" cy="216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801247C-5D28-3078-68FD-BB5DD5C1C9E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025560" y="1161216"/>
                  <a:ext cx="205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F44FC97-A4D3-9FB7-DFAE-178FFC5AC5DE}"/>
                    </a:ext>
                  </a:extLst>
                </p14:cNvPr>
                <p14:cNvContentPartPr/>
                <p14:nvPr/>
              </p14:nvContentPartPr>
              <p14:xfrm>
                <a:off x="9302760" y="1210536"/>
                <a:ext cx="176040" cy="117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F44FC97-A4D3-9FB7-DFAE-178FFC5AC5D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293760" y="1201896"/>
                  <a:ext cx="1936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E62BB3C-6E91-990E-40BA-9205DF4773F6}"/>
                    </a:ext>
                  </a:extLst>
                </p14:cNvPr>
                <p14:cNvContentPartPr/>
                <p14:nvPr/>
              </p14:nvContentPartPr>
              <p14:xfrm>
                <a:off x="9417240" y="1253016"/>
                <a:ext cx="66240" cy="125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E62BB3C-6E91-990E-40BA-9205DF4773F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408600" y="1244016"/>
                  <a:ext cx="838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9A46F7A-B299-228D-F556-B28073CF6C1C}"/>
                    </a:ext>
                  </a:extLst>
                </p14:cNvPr>
                <p14:cNvContentPartPr/>
                <p14:nvPr/>
              </p14:nvContentPartPr>
              <p14:xfrm>
                <a:off x="9517320" y="1162656"/>
                <a:ext cx="73440" cy="183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9A46F7A-B299-228D-F556-B28073CF6C1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08320" y="1154016"/>
                  <a:ext cx="910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C081A43-B90C-4AC7-6BF6-CB46D069754E}"/>
                    </a:ext>
                  </a:extLst>
                </p14:cNvPr>
                <p14:cNvContentPartPr/>
                <p14:nvPr/>
              </p14:nvContentPartPr>
              <p14:xfrm>
                <a:off x="9766080" y="1238256"/>
                <a:ext cx="360" cy="66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C081A43-B90C-4AC7-6BF6-CB46D069754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757080" y="1229616"/>
                  <a:ext cx="18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EC48DF4-BE8E-1FEE-A796-0E1BA426810D}"/>
                    </a:ext>
                  </a:extLst>
                </p14:cNvPr>
                <p14:cNvContentPartPr/>
                <p14:nvPr/>
              </p14:nvContentPartPr>
              <p14:xfrm>
                <a:off x="9631800" y="1405656"/>
                <a:ext cx="95400" cy="149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EC48DF4-BE8E-1FEE-A796-0E1BA426810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623160" y="1397016"/>
                  <a:ext cx="11304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6132002-E828-3517-7E2B-656EAA388E1A}"/>
              </a:ext>
            </a:extLst>
          </p:cNvPr>
          <p:cNvGrpSpPr/>
          <p:nvPr/>
        </p:nvGrpSpPr>
        <p:grpSpPr>
          <a:xfrm>
            <a:off x="4077360" y="1497456"/>
            <a:ext cx="199800" cy="260640"/>
            <a:chOff x="4077360" y="1497456"/>
            <a:chExt cx="19980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824EC2E-566E-9603-42EA-16CCC9E9D290}"/>
                    </a:ext>
                  </a:extLst>
                </p14:cNvPr>
                <p14:cNvContentPartPr/>
                <p14:nvPr/>
              </p14:nvContentPartPr>
              <p14:xfrm>
                <a:off x="4077360" y="1497456"/>
                <a:ext cx="199800" cy="140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824EC2E-566E-9603-42EA-16CCC9E9D29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068720" y="1488456"/>
                  <a:ext cx="2174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EE32F6F-297A-CFF5-DDDD-3ED0A785F88A}"/>
                    </a:ext>
                  </a:extLst>
                </p14:cNvPr>
                <p14:cNvContentPartPr/>
                <p14:nvPr/>
              </p14:nvContentPartPr>
              <p14:xfrm>
                <a:off x="4196880" y="1562616"/>
                <a:ext cx="15480" cy="195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EE32F6F-297A-CFF5-DDDD-3ED0A785F88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88240" y="1553616"/>
                  <a:ext cx="3312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C068677-258E-3CBE-DAB7-CD61824953EC}"/>
              </a:ext>
            </a:extLst>
          </p:cNvPr>
          <p:cNvGrpSpPr/>
          <p:nvPr/>
        </p:nvGrpSpPr>
        <p:grpSpPr>
          <a:xfrm>
            <a:off x="5118120" y="1011456"/>
            <a:ext cx="242280" cy="284760"/>
            <a:chOff x="5118120" y="1011456"/>
            <a:chExt cx="24228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5907426-87D9-3034-6ECB-735E793C5012}"/>
                    </a:ext>
                  </a:extLst>
                </p14:cNvPr>
                <p14:cNvContentPartPr/>
                <p14:nvPr/>
              </p14:nvContentPartPr>
              <p14:xfrm>
                <a:off x="5118120" y="1011456"/>
                <a:ext cx="54360" cy="284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5907426-87D9-3034-6ECB-735E793C501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109120" y="1002816"/>
                  <a:ext cx="720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B4C6ED8-3E4D-59BB-399E-A1A85E618448}"/>
                    </a:ext>
                  </a:extLst>
                </p14:cNvPr>
                <p14:cNvContentPartPr/>
                <p14:nvPr/>
              </p14:nvContentPartPr>
              <p14:xfrm>
                <a:off x="5301360" y="1096776"/>
                <a:ext cx="59040" cy="36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B4C6ED8-3E4D-59BB-399E-A1A85E61844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292720" y="1088136"/>
                  <a:ext cx="7668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7ABECD2-C1E7-E0D6-5647-72CB8E179264}"/>
              </a:ext>
            </a:extLst>
          </p:cNvPr>
          <p:cNvGrpSpPr/>
          <p:nvPr/>
        </p:nvGrpSpPr>
        <p:grpSpPr>
          <a:xfrm>
            <a:off x="7691040" y="1689336"/>
            <a:ext cx="2045880" cy="430560"/>
            <a:chOff x="7691040" y="1689336"/>
            <a:chExt cx="2045880" cy="43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99FCE37-3E18-3AC3-3054-C7EF7B105220}"/>
                    </a:ext>
                  </a:extLst>
                </p14:cNvPr>
                <p14:cNvContentPartPr/>
                <p14:nvPr/>
              </p14:nvContentPartPr>
              <p14:xfrm>
                <a:off x="7691040" y="1911096"/>
                <a:ext cx="373320" cy="95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99FCE37-3E18-3AC3-3054-C7EF7B10522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682040" y="1902456"/>
                  <a:ext cx="390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CA1BE1E-5969-3C10-A514-ADCF7FFFBD0D}"/>
                    </a:ext>
                  </a:extLst>
                </p14:cNvPr>
                <p14:cNvContentPartPr/>
                <p14:nvPr/>
              </p14:nvContentPartPr>
              <p14:xfrm>
                <a:off x="8008560" y="1887336"/>
                <a:ext cx="219960" cy="232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CA1BE1E-5969-3C10-A514-ADCF7FFFBD0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999560" y="1878696"/>
                  <a:ext cx="237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39957D7-A333-A63A-2792-9161382FFFA6}"/>
                    </a:ext>
                  </a:extLst>
                </p14:cNvPr>
                <p14:cNvContentPartPr/>
                <p14:nvPr/>
              </p14:nvContentPartPr>
              <p14:xfrm>
                <a:off x="8256600" y="1897416"/>
                <a:ext cx="132120" cy="38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39957D7-A333-A63A-2792-9161382FFFA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47960" y="1888416"/>
                  <a:ext cx="149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C1E756A-1FD5-F23C-3FA0-9E2ADA7479A7}"/>
                    </a:ext>
                  </a:extLst>
                </p14:cNvPr>
                <p14:cNvContentPartPr/>
                <p14:nvPr/>
              </p14:nvContentPartPr>
              <p14:xfrm>
                <a:off x="8425080" y="1868976"/>
                <a:ext cx="356400" cy="79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C1E756A-1FD5-F23C-3FA0-9E2ADA7479A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416080" y="1860336"/>
                  <a:ext cx="374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1FF8D2C-5B67-B3FE-21DF-A72E2D2DA612}"/>
                    </a:ext>
                  </a:extLst>
                </p14:cNvPr>
                <p14:cNvContentPartPr/>
                <p14:nvPr/>
              </p14:nvContentPartPr>
              <p14:xfrm>
                <a:off x="8822520" y="1843416"/>
                <a:ext cx="180720" cy="88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1FF8D2C-5B67-B3FE-21DF-A72E2D2DA61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813520" y="1834776"/>
                  <a:ext cx="1983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904D207-B888-F152-9B47-31B14FCF96BD}"/>
                    </a:ext>
                  </a:extLst>
                </p14:cNvPr>
                <p14:cNvContentPartPr/>
                <p14:nvPr/>
              </p14:nvContentPartPr>
              <p14:xfrm>
                <a:off x="9092160" y="1704816"/>
                <a:ext cx="208440" cy="253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904D207-B888-F152-9B47-31B14FCF96B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083160" y="1695816"/>
                  <a:ext cx="2260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7D28689-74A4-C481-FF95-938B314D41A1}"/>
                    </a:ext>
                  </a:extLst>
                </p14:cNvPr>
                <p14:cNvContentPartPr/>
                <p14:nvPr/>
              </p14:nvContentPartPr>
              <p14:xfrm>
                <a:off x="9347760" y="1764216"/>
                <a:ext cx="134280" cy="145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7D28689-74A4-C481-FF95-938B314D41A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339120" y="1755216"/>
                  <a:ext cx="1519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FFB877B-EAEE-1E5B-5B53-85EEDB33E3B5}"/>
                    </a:ext>
                  </a:extLst>
                </p14:cNvPr>
                <p14:cNvContentPartPr/>
                <p14:nvPr/>
              </p14:nvContentPartPr>
              <p14:xfrm>
                <a:off x="9539280" y="1689336"/>
                <a:ext cx="88560" cy="214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FFB877B-EAEE-1E5B-5B53-85EEDB33E3B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30280" y="1680696"/>
                  <a:ext cx="106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E2C99C5-FADD-CB10-D6CF-F11DFD0A0038}"/>
                    </a:ext>
                  </a:extLst>
                </p14:cNvPr>
                <p14:cNvContentPartPr/>
                <p14:nvPr/>
              </p14:nvContentPartPr>
              <p14:xfrm>
                <a:off x="9724680" y="1809576"/>
                <a:ext cx="7560" cy="46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E2C99C5-FADD-CB10-D6CF-F11DFD0A003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15680" y="1800936"/>
                  <a:ext cx="25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1C429F2-7496-703F-376A-CA49F93FA273}"/>
                    </a:ext>
                  </a:extLst>
                </p14:cNvPr>
                <p14:cNvContentPartPr/>
                <p14:nvPr/>
              </p14:nvContentPartPr>
              <p14:xfrm>
                <a:off x="9663480" y="1906416"/>
                <a:ext cx="73440" cy="124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1C429F2-7496-703F-376A-CA49F93FA27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654840" y="1897416"/>
                  <a:ext cx="9108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17557E9A-3610-1E35-9BEF-84A1A3E902E1}"/>
                  </a:ext>
                </a:extLst>
              </p14:cNvPr>
              <p14:cNvContentPartPr/>
              <p14:nvPr/>
            </p14:nvContentPartPr>
            <p14:xfrm>
              <a:off x="4479840" y="1777896"/>
              <a:ext cx="109080" cy="1335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17557E9A-3610-1E35-9BEF-84A1A3E902E1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470840" y="1769256"/>
                <a:ext cx="1267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9733B620-4800-C526-90DA-7DDA0693674E}"/>
                  </a:ext>
                </a:extLst>
              </p14:cNvPr>
              <p14:cNvContentPartPr/>
              <p14:nvPr/>
            </p14:nvContentPartPr>
            <p14:xfrm>
              <a:off x="5206320" y="1128456"/>
              <a:ext cx="146520" cy="435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9733B620-4800-C526-90DA-7DDA0693674E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5197680" y="1119816"/>
                <a:ext cx="164160" cy="6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C1C28B6-84B7-CD32-E7E1-5895C5EEF7E0}"/>
              </a:ext>
            </a:extLst>
          </p:cNvPr>
          <p:cNvGrpSpPr/>
          <p:nvPr/>
        </p:nvGrpSpPr>
        <p:grpSpPr>
          <a:xfrm>
            <a:off x="4945320" y="1128456"/>
            <a:ext cx="415080" cy="241200"/>
            <a:chOff x="4945320" y="1128456"/>
            <a:chExt cx="415080" cy="24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ABA239C-E31A-CA29-AA5E-C7C9F5D4CAB5}"/>
                    </a:ext>
                  </a:extLst>
                </p14:cNvPr>
                <p14:cNvContentPartPr/>
                <p14:nvPr/>
              </p14:nvContentPartPr>
              <p14:xfrm>
                <a:off x="5274720" y="1157976"/>
                <a:ext cx="360" cy="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ABA239C-E31A-CA29-AA5E-C7C9F5D4CAB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65720" y="11489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27AD8D1-3B47-16D9-D154-DAF114B0F400}"/>
                    </a:ext>
                  </a:extLst>
                </p14:cNvPr>
                <p14:cNvContentPartPr/>
                <p14:nvPr/>
              </p14:nvContentPartPr>
              <p14:xfrm>
                <a:off x="5281920" y="1128456"/>
                <a:ext cx="78480" cy="352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27AD8D1-3B47-16D9-D154-DAF114B0F40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273280" y="1119816"/>
                  <a:ext cx="96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06742B4-87BE-9C15-84B5-71DF8F902E20}"/>
                    </a:ext>
                  </a:extLst>
                </p14:cNvPr>
                <p14:cNvContentPartPr/>
                <p14:nvPr/>
              </p14:nvContentPartPr>
              <p14:xfrm>
                <a:off x="5208840" y="1178856"/>
                <a:ext cx="59040" cy="18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06742B4-87BE-9C15-84B5-71DF8F902E2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199840" y="1170216"/>
                  <a:ext cx="76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E54BBA6-2691-F891-AC05-33BF9AB93685}"/>
                    </a:ext>
                  </a:extLst>
                </p14:cNvPr>
                <p14:cNvContentPartPr/>
                <p14:nvPr/>
              </p14:nvContentPartPr>
              <p14:xfrm>
                <a:off x="5069880" y="1215576"/>
                <a:ext cx="46800" cy="21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E54BBA6-2691-F891-AC05-33BF9AB9368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060880" y="1206576"/>
                  <a:ext cx="64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21EFE9C-6D06-2519-56D6-67EA9BC1D3C5}"/>
                    </a:ext>
                  </a:extLst>
                </p14:cNvPr>
                <p14:cNvContentPartPr/>
                <p14:nvPr/>
              </p14:nvContentPartPr>
              <p14:xfrm>
                <a:off x="4957560" y="1257696"/>
                <a:ext cx="48960" cy="16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21EFE9C-6D06-2519-56D6-67EA9BC1D3C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948920" y="1249056"/>
                  <a:ext cx="66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F636138-E0AA-A64B-F20B-6C406045A066}"/>
                    </a:ext>
                  </a:extLst>
                </p14:cNvPr>
                <p14:cNvContentPartPr/>
                <p14:nvPr/>
              </p14:nvContentPartPr>
              <p14:xfrm>
                <a:off x="4945320" y="1278216"/>
                <a:ext cx="44280" cy="91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F636138-E0AA-A64B-F20B-6C406045A06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936680" y="1269216"/>
                  <a:ext cx="61920" cy="10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35F1ED5-547F-1C3B-E813-9F8FDDAF20C7}"/>
                  </a:ext>
                </a:extLst>
              </p14:cNvPr>
              <p14:cNvContentPartPr/>
              <p14:nvPr/>
            </p14:nvContentPartPr>
            <p14:xfrm>
              <a:off x="5045400" y="1449576"/>
              <a:ext cx="17280" cy="1270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35F1ED5-547F-1C3B-E813-9F8FDDAF20C7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5036760" y="1440936"/>
                <a:ext cx="349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FFD94FD-60E7-CAA4-0E00-E293A70261C5}"/>
                  </a:ext>
                </a:extLst>
              </p14:cNvPr>
              <p14:cNvContentPartPr/>
              <p14:nvPr/>
            </p14:nvContentPartPr>
            <p14:xfrm>
              <a:off x="5094360" y="1645416"/>
              <a:ext cx="46800" cy="1310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FFD94FD-60E7-CAA4-0E00-E293A70261C5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5085360" y="1636776"/>
                <a:ext cx="6444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A4C6A6A5-B1D3-94DB-BD5C-2837626D5755}"/>
                  </a:ext>
                </a:extLst>
              </p14:cNvPr>
              <p14:cNvContentPartPr/>
              <p14:nvPr/>
            </p14:nvContentPartPr>
            <p14:xfrm>
              <a:off x="5142960" y="1903176"/>
              <a:ext cx="29520" cy="7524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A4C6A6A5-B1D3-94DB-BD5C-2837626D5755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5134320" y="1894176"/>
                <a:ext cx="471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A03DF913-8E6D-CF1C-5E3A-20DEF5B22E86}"/>
                  </a:ext>
                </a:extLst>
              </p14:cNvPr>
              <p14:cNvContentPartPr/>
              <p14:nvPr/>
            </p14:nvContentPartPr>
            <p14:xfrm>
              <a:off x="5194080" y="2099736"/>
              <a:ext cx="24840" cy="669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A03DF913-8E6D-CF1C-5E3A-20DEF5B22E86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5185440" y="2091096"/>
                <a:ext cx="42480" cy="8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F4E1F72-145C-43F8-C125-C5608E104E2C}"/>
              </a:ext>
            </a:extLst>
          </p:cNvPr>
          <p:cNvGrpSpPr/>
          <p:nvPr/>
        </p:nvGrpSpPr>
        <p:grpSpPr>
          <a:xfrm>
            <a:off x="4946400" y="2248416"/>
            <a:ext cx="304200" cy="91440"/>
            <a:chOff x="4946400" y="2248416"/>
            <a:chExt cx="304200" cy="9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C732F32-A1C4-5A6E-1A62-0D3B02309332}"/>
                    </a:ext>
                  </a:extLst>
                </p14:cNvPr>
                <p14:cNvContentPartPr/>
                <p14:nvPr/>
              </p14:nvContentPartPr>
              <p14:xfrm>
                <a:off x="5243040" y="2276136"/>
                <a:ext cx="7560" cy="1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C732F32-A1C4-5A6E-1A62-0D3B0230933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234040" y="2267496"/>
                  <a:ext cx="25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B3AF474-D48B-6AA1-5012-A25A1B9BFCE1}"/>
                    </a:ext>
                  </a:extLst>
                </p14:cNvPr>
                <p14:cNvContentPartPr/>
                <p14:nvPr/>
              </p14:nvContentPartPr>
              <p14:xfrm>
                <a:off x="5135760" y="2286576"/>
                <a:ext cx="48960" cy="3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B3AF474-D48B-6AA1-5012-A25A1B9BFCE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126760" y="2277936"/>
                  <a:ext cx="66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450B20B-F587-DF31-592D-A94A86998134}"/>
                    </a:ext>
                  </a:extLst>
                </p14:cNvPr>
                <p14:cNvContentPartPr/>
                <p14:nvPr/>
              </p14:nvContentPartPr>
              <p14:xfrm>
                <a:off x="5031000" y="2288376"/>
                <a:ext cx="29520" cy="54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450B20B-F587-DF31-592D-A94A86998134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022000" y="2279376"/>
                  <a:ext cx="47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C734BF2-8AE4-A7B7-99DA-61BE3910D4C1}"/>
                    </a:ext>
                  </a:extLst>
                </p14:cNvPr>
                <p14:cNvContentPartPr/>
                <p14:nvPr/>
              </p14:nvContentPartPr>
              <p14:xfrm>
                <a:off x="5016240" y="2288376"/>
                <a:ext cx="44280" cy="108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C734BF2-8AE4-A7B7-99DA-61BE3910D4C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007240" y="2279376"/>
                  <a:ext cx="61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498E518-5EDF-F84C-0258-FE3EEF938512}"/>
                    </a:ext>
                  </a:extLst>
                </p14:cNvPr>
                <p14:cNvContentPartPr/>
                <p14:nvPr/>
              </p14:nvContentPartPr>
              <p14:xfrm>
                <a:off x="4946400" y="2248416"/>
                <a:ext cx="162360" cy="914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498E518-5EDF-F84C-0258-FE3EEF93851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937400" y="2239776"/>
                  <a:ext cx="18000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8D566A4-2625-8A1A-7FF2-11B46066CE51}"/>
              </a:ext>
            </a:extLst>
          </p:cNvPr>
          <p:cNvGrpSpPr/>
          <p:nvPr/>
        </p:nvGrpSpPr>
        <p:grpSpPr>
          <a:xfrm>
            <a:off x="5745240" y="2497176"/>
            <a:ext cx="851040" cy="637560"/>
            <a:chOff x="5745240" y="2497176"/>
            <a:chExt cx="851040" cy="63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BEEACF0-819F-4572-8485-202D9728C997}"/>
                    </a:ext>
                  </a:extLst>
                </p14:cNvPr>
                <p14:cNvContentPartPr/>
                <p14:nvPr/>
              </p14:nvContentPartPr>
              <p14:xfrm>
                <a:off x="5745240" y="2668176"/>
                <a:ext cx="436680" cy="154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BEEACF0-819F-4572-8485-202D9728C99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736600" y="2659176"/>
                  <a:ext cx="4543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3F34457-3293-F391-E6DF-E203D297C707}"/>
                    </a:ext>
                  </a:extLst>
                </p14:cNvPr>
                <p14:cNvContentPartPr/>
                <p14:nvPr/>
              </p14:nvContentPartPr>
              <p14:xfrm>
                <a:off x="6215760" y="2672496"/>
                <a:ext cx="85680" cy="40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3F34457-3293-F391-E6DF-E203D297C70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207120" y="2663496"/>
                  <a:ext cx="1033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8346BEA-9E4F-11B0-7917-EC9560C02B02}"/>
                    </a:ext>
                  </a:extLst>
                </p14:cNvPr>
                <p14:cNvContentPartPr/>
                <p14:nvPr/>
              </p14:nvContentPartPr>
              <p14:xfrm>
                <a:off x="6382440" y="2497176"/>
                <a:ext cx="31680" cy="1702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8346BEA-9E4F-11B0-7917-EC9560C02B0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373440" y="2488536"/>
                  <a:ext cx="493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B10ECC6-5D18-7600-ADF1-4D2D6EB09A76}"/>
                    </a:ext>
                  </a:extLst>
                </p14:cNvPr>
                <p14:cNvContentPartPr/>
                <p14:nvPr/>
              </p14:nvContentPartPr>
              <p14:xfrm>
                <a:off x="6342480" y="2579256"/>
                <a:ext cx="127080" cy="9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B10ECC6-5D18-7600-ADF1-4D2D6EB09A7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333840" y="2570616"/>
                  <a:ext cx="144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B50E9ED-412E-5DAA-3EA1-AE3589DCB3F2}"/>
                    </a:ext>
                  </a:extLst>
                </p14:cNvPr>
                <p14:cNvContentPartPr/>
                <p14:nvPr/>
              </p14:nvContentPartPr>
              <p14:xfrm>
                <a:off x="6045120" y="2945016"/>
                <a:ext cx="61200" cy="1897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B50E9ED-412E-5DAA-3EA1-AE3589DCB3F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036480" y="2936376"/>
                  <a:ext cx="788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363B391-7BD8-BCD9-DE75-BECF0668C2F7}"/>
                    </a:ext>
                  </a:extLst>
                </p14:cNvPr>
                <p14:cNvContentPartPr/>
                <p14:nvPr/>
              </p14:nvContentPartPr>
              <p14:xfrm>
                <a:off x="6125760" y="2765736"/>
                <a:ext cx="470520" cy="3394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363B391-7BD8-BCD9-DE75-BECF0668C2F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116760" y="2757096"/>
                  <a:ext cx="4881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487A521-AA66-660E-CDCA-2CBCEBE4D53B}"/>
                    </a:ext>
                  </a:extLst>
                </p14:cNvPr>
                <p14:cNvContentPartPr/>
                <p14:nvPr/>
              </p14:nvContentPartPr>
              <p14:xfrm>
                <a:off x="6264000" y="2906856"/>
                <a:ext cx="99000" cy="1285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487A521-AA66-660E-CDCA-2CBCEBE4D53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255360" y="2898216"/>
                  <a:ext cx="116640" cy="14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71126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E191C-36E5-D078-E507-A28A8B95C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23F71FA-97EF-414F-FAF7-AA163C5EE509}"/>
                  </a:ext>
                </a:extLst>
              </p14:cNvPr>
              <p14:cNvContentPartPr/>
              <p14:nvPr/>
            </p14:nvContentPartPr>
            <p14:xfrm>
              <a:off x="2851488" y="1737072"/>
              <a:ext cx="1708920" cy="1783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23F71FA-97EF-414F-FAF7-AA163C5EE5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42488" y="1728432"/>
                <a:ext cx="1726560" cy="180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D38FFAF-072F-9A06-865F-83F21D3B95F5}"/>
                  </a:ext>
                </a:extLst>
              </p14:cNvPr>
              <p14:cNvContentPartPr/>
              <p14:nvPr/>
            </p14:nvContentPartPr>
            <p14:xfrm>
              <a:off x="990288" y="1065672"/>
              <a:ext cx="54000" cy="173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D38FFAF-072F-9A06-865F-83F21D3B95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1648" y="1056672"/>
                <a:ext cx="716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A6E8D72-FCA5-4AFA-BE50-CE5FDE7F6D03}"/>
                  </a:ext>
                </a:extLst>
              </p14:cNvPr>
              <p14:cNvContentPartPr/>
              <p14:nvPr/>
            </p14:nvContentPartPr>
            <p14:xfrm>
              <a:off x="1012248" y="947952"/>
              <a:ext cx="594720" cy="366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A6E8D72-FCA5-4AFA-BE50-CE5FDE7F6D0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3608" y="938952"/>
                <a:ext cx="61236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998F00F-020B-1BB1-A528-C21456BC943D}"/>
                  </a:ext>
                </a:extLst>
              </p14:cNvPr>
              <p14:cNvContentPartPr/>
              <p14:nvPr/>
            </p14:nvContentPartPr>
            <p14:xfrm>
              <a:off x="488448" y="1423152"/>
              <a:ext cx="131760" cy="28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998F00F-020B-1BB1-A528-C21456BC94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9448" y="1414152"/>
                <a:ext cx="14940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A9DD421-AFD5-7147-6979-C74B292E9841}"/>
                  </a:ext>
                </a:extLst>
              </p14:cNvPr>
              <p14:cNvContentPartPr/>
              <p14:nvPr/>
            </p14:nvContentPartPr>
            <p14:xfrm>
              <a:off x="668448" y="1458072"/>
              <a:ext cx="85680" cy="70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A9DD421-AFD5-7147-6979-C74B292E984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9808" y="1449432"/>
                <a:ext cx="1033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5752CC7-69BF-DCEA-7CB2-264C03389800}"/>
                  </a:ext>
                </a:extLst>
              </p14:cNvPr>
              <p14:cNvContentPartPr/>
              <p14:nvPr/>
            </p14:nvContentPartPr>
            <p14:xfrm>
              <a:off x="787968" y="1407312"/>
              <a:ext cx="73440" cy="92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5752CC7-69BF-DCEA-7CB2-264C0338980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9328" y="1398312"/>
                <a:ext cx="910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0C95807-B2BD-C637-04CE-51F20F02A0DB}"/>
                  </a:ext>
                </a:extLst>
              </p14:cNvPr>
              <p14:cNvContentPartPr/>
              <p14:nvPr/>
            </p14:nvContentPartPr>
            <p14:xfrm>
              <a:off x="922248" y="1416672"/>
              <a:ext cx="102600" cy="43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0C95807-B2BD-C637-04CE-51F20F02A0D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3248" y="1408032"/>
                <a:ext cx="1202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8FCD13D-62CB-11D5-8BAD-E1D666E725D8}"/>
                  </a:ext>
                </a:extLst>
              </p14:cNvPr>
              <p14:cNvContentPartPr/>
              <p14:nvPr/>
            </p14:nvContentPartPr>
            <p14:xfrm>
              <a:off x="1041408" y="1391472"/>
              <a:ext cx="107640" cy="68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8FCD13D-62CB-11D5-8BAD-E1D666E725D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32768" y="1382472"/>
                <a:ext cx="12528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2D434DE-1DB6-928C-D06C-D6CEF0AC7B67}"/>
                  </a:ext>
                </a:extLst>
              </p14:cNvPr>
              <p14:cNvContentPartPr/>
              <p14:nvPr/>
            </p14:nvContentPartPr>
            <p14:xfrm>
              <a:off x="2461248" y="1408392"/>
              <a:ext cx="2418120" cy="2544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2D434DE-1DB6-928C-D06C-D6CEF0AC7B6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52248" y="1399392"/>
                <a:ext cx="2435760" cy="256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12664A8-7BFD-6444-F346-FEC9323078F8}"/>
                  </a:ext>
                </a:extLst>
              </p14:cNvPr>
              <p14:cNvContentPartPr/>
              <p14:nvPr/>
            </p14:nvContentPartPr>
            <p14:xfrm>
              <a:off x="3340728" y="1518192"/>
              <a:ext cx="95040" cy="284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12664A8-7BFD-6444-F346-FEC9323078F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32088" y="1509192"/>
                <a:ext cx="11268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CF2B139-A341-6316-0F8D-4672FF473966}"/>
                  </a:ext>
                </a:extLst>
              </p14:cNvPr>
              <p14:cNvContentPartPr/>
              <p14:nvPr/>
            </p14:nvContentPartPr>
            <p14:xfrm>
              <a:off x="3835728" y="1395432"/>
              <a:ext cx="32040" cy="353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CF2B139-A341-6316-0F8D-4672FF47396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27088" y="1386792"/>
                <a:ext cx="4968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2441AB6-ACC8-FB2F-EFA5-02CEBA94B8A3}"/>
                  </a:ext>
                </a:extLst>
              </p14:cNvPr>
              <p14:cNvContentPartPr/>
              <p14:nvPr/>
            </p14:nvContentPartPr>
            <p14:xfrm>
              <a:off x="4267368" y="1498032"/>
              <a:ext cx="214920" cy="331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2441AB6-ACC8-FB2F-EFA5-02CEBA94B8A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58728" y="1489032"/>
                <a:ext cx="23256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6C9A25E-055B-252E-BA41-DA1207E54941}"/>
                  </a:ext>
                </a:extLst>
              </p14:cNvPr>
              <p14:cNvContentPartPr/>
              <p14:nvPr/>
            </p14:nvContentPartPr>
            <p14:xfrm>
              <a:off x="4486968" y="2022192"/>
              <a:ext cx="363600" cy="91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6C9A25E-055B-252E-BA41-DA1207E5494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77968" y="2013192"/>
                <a:ext cx="3812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87A4777-6FF1-C886-E215-021E0B1FBC46}"/>
                  </a:ext>
                </a:extLst>
              </p14:cNvPr>
              <p14:cNvContentPartPr/>
              <p14:nvPr/>
            </p14:nvContentPartPr>
            <p14:xfrm>
              <a:off x="4589568" y="2561832"/>
              <a:ext cx="339480" cy="63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87A4777-6FF1-C886-E215-021E0B1FBC4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580568" y="2552832"/>
                <a:ext cx="3571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CC67BB3-E074-E913-761A-B363C8EBC5CC}"/>
                  </a:ext>
                </a:extLst>
              </p14:cNvPr>
              <p14:cNvContentPartPr/>
              <p14:nvPr/>
            </p14:nvContentPartPr>
            <p14:xfrm>
              <a:off x="3618648" y="1843992"/>
              <a:ext cx="74160" cy="96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CC67BB3-E074-E913-761A-B363C8EBC5C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10008" y="1835352"/>
                <a:ext cx="9180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EB633C8-5E5B-8B3E-BB06-96504B531DAD}"/>
                  </a:ext>
                </a:extLst>
              </p14:cNvPr>
              <p14:cNvContentPartPr/>
              <p14:nvPr/>
            </p14:nvContentPartPr>
            <p14:xfrm>
              <a:off x="4008888" y="1833552"/>
              <a:ext cx="360" cy="97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EB633C8-5E5B-8B3E-BB06-96504B531DA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00248" y="1824912"/>
                <a:ext cx="1800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B8942C2-3968-3846-72F1-379A5DD19AF6}"/>
                  </a:ext>
                </a:extLst>
              </p14:cNvPr>
              <p14:cNvContentPartPr/>
              <p14:nvPr/>
            </p14:nvContentPartPr>
            <p14:xfrm>
              <a:off x="4311288" y="1999872"/>
              <a:ext cx="68400" cy="109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B8942C2-3968-3846-72F1-379A5DD19AF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02648" y="1990872"/>
                <a:ext cx="860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4F8F4E4-DA8A-C947-914E-E43A55362A11}"/>
                  </a:ext>
                </a:extLst>
              </p14:cNvPr>
              <p14:cNvContentPartPr/>
              <p14:nvPr/>
            </p14:nvContentPartPr>
            <p14:xfrm>
              <a:off x="4403808" y="2369232"/>
              <a:ext cx="65160" cy="99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4F8F4E4-DA8A-C947-914E-E43A55362A1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95168" y="2360232"/>
                <a:ext cx="8280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F2AEC83-D179-8146-5E53-AE1B6DF9196A}"/>
                  </a:ext>
                </a:extLst>
              </p14:cNvPr>
              <p14:cNvContentPartPr/>
              <p14:nvPr/>
            </p14:nvContentPartPr>
            <p14:xfrm>
              <a:off x="4408848" y="3038112"/>
              <a:ext cx="419040" cy="265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F2AEC83-D179-8146-5E53-AE1B6DF9196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99848" y="3029112"/>
                <a:ext cx="43668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1FD47B3-AA2B-1A16-BF29-458737398AC0}"/>
                  </a:ext>
                </a:extLst>
              </p14:cNvPr>
              <p14:cNvContentPartPr/>
              <p14:nvPr/>
            </p14:nvContentPartPr>
            <p14:xfrm>
              <a:off x="4269528" y="2725992"/>
              <a:ext cx="92520" cy="1249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1FD47B3-AA2B-1A16-BF29-458737398AC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60888" y="2716992"/>
                <a:ext cx="11016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D6A3396-BA54-4D59-1FDE-F074F66A65AD}"/>
                  </a:ext>
                </a:extLst>
              </p14:cNvPr>
              <p14:cNvContentPartPr/>
              <p14:nvPr/>
            </p14:nvContentPartPr>
            <p14:xfrm>
              <a:off x="4304088" y="2802312"/>
              <a:ext cx="24840" cy="122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D6A3396-BA54-4D59-1FDE-F074F66A65A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95088" y="2793672"/>
                <a:ext cx="424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09356DC-29CB-E979-7324-A09D08424CC2}"/>
                  </a:ext>
                </a:extLst>
              </p14:cNvPr>
              <p14:cNvContentPartPr/>
              <p14:nvPr/>
            </p14:nvContentPartPr>
            <p14:xfrm>
              <a:off x="2885328" y="1846872"/>
              <a:ext cx="209520" cy="2422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09356DC-29CB-E979-7324-A09D08424CC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876328" y="1837872"/>
                <a:ext cx="2271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4B15260-0BA3-B34E-9C02-0DC1C3F6A5A5}"/>
                  </a:ext>
                </a:extLst>
              </p14:cNvPr>
              <p14:cNvContentPartPr/>
              <p14:nvPr/>
            </p14:nvContentPartPr>
            <p14:xfrm>
              <a:off x="3679848" y="3206952"/>
              <a:ext cx="29520" cy="4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4B15260-0BA3-B34E-9C02-0DC1C3F6A5A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670848" y="3198312"/>
                <a:ext cx="471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E3C5281-2408-E465-E0FC-75DC0BE127FB}"/>
                  </a:ext>
                </a:extLst>
              </p14:cNvPr>
              <p14:cNvContentPartPr/>
              <p14:nvPr/>
            </p14:nvContentPartPr>
            <p14:xfrm>
              <a:off x="3443328" y="3172032"/>
              <a:ext cx="16920" cy="21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E3C5281-2408-E465-E0FC-75DC0BE127F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34328" y="3163392"/>
                <a:ext cx="345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E84E930-7997-C910-0C48-1CBD98CDC3A9}"/>
                  </a:ext>
                </a:extLst>
              </p14:cNvPr>
              <p14:cNvContentPartPr/>
              <p14:nvPr/>
            </p14:nvContentPartPr>
            <p14:xfrm>
              <a:off x="3321288" y="3001392"/>
              <a:ext cx="19800" cy="14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E84E930-7997-C910-0C48-1CBD98CDC3A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312648" y="2992752"/>
                <a:ext cx="374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C707214-FE64-53E3-D5C2-1516C9063FF0}"/>
                  </a:ext>
                </a:extLst>
              </p14:cNvPr>
              <p14:cNvContentPartPr/>
              <p14:nvPr/>
            </p14:nvContentPartPr>
            <p14:xfrm>
              <a:off x="3194568" y="2056392"/>
              <a:ext cx="90720" cy="867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C707214-FE64-53E3-D5C2-1516C9063FF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85928" y="2047392"/>
                <a:ext cx="10836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3CA49AB-66C0-064D-5FF7-C3EC8B4ACCCA}"/>
                  </a:ext>
                </a:extLst>
              </p14:cNvPr>
              <p14:cNvContentPartPr/>
              <p14:nvPr/>
            </p14:nvContentPartPr>
            <p14:xfrm>
              <a:off x="3304368" y="2016432"/>
              <a:ext cx="63000" cy="360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3CA49AB-66C0-064D-5FF7-C3EC8B4ACCC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295368" y="2007792"/>
                <a:ext cx="806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A67EC7C-CB93-9DB5-CB17-DB217F8CFB92}"/>
                  </a:ext>
                </a:extLst>
              </p14:cNvPr>
              <p14:cNvContentPartPr/>
              <p14:nvPr/>
            </p14:nvContentPartPr>
            <p14:xfrm>
              <a:off x="3418848" y="1923912"/>
              <a:ext cx="24840" cy="1321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A67EC7C-CB93-9DB5-CB17-DB217F8CFB9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410208" y="1914912"/>
                <a:ext cx="424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AE6482D-189B-E093-ABEC-5C0C038FE37B}"/>
                  </a:ext>
                </a:extLst>
              </p14:cNvPr>
              <p14:cNvContentPartPr/>
              <p14:nvPr/>
            </p14:nvContentPartPr>
            <p14:xfrm>
              <a:off x="1356048" y="946152"/>
              <a:ext cx="2158200" cy="486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AE6482D-189B-E093-ABEC-5C0C038FE37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347408" y="937152"/>
                <a:ext cx="217584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EFBC54D-0B46-78B3-1132-8142B6A1BB26}"/>
                  </a:ext>
                </a:extLst>
              </p14:cNvPr>
              <p14:cNvContentPartPr/>
              <p14:nvPr/>
            </p14:nvContentPartPr>
            <p14:xfrm>
              <a:off x="3399408" y="1361232"/>
              <a:ext cx="151560" cy="482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EFBC54D-0B46-78B3-1132-8142B6A1BB2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90408" y="1352592"/>
                <a:ext cx="1692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4B91642-C50A-4305-4F61-2BBC838B92E6}"/>
                  </a:ext>
                </a:extLst>
              </p14:cNvPr>
              <p14:cNvContentPartPr/>
              <p14:nvPr/>
            </p14:nvContentPartPr>
            <p14:xfrm>
              <a:off x="3538368" y="1311552"/>
              <a:ext cx="88200" cy="1393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4B91642-C50A-4305-4F61-2BBC838B92E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529368" y="1302552"/>
                <a:ext cx="1058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9AEA38A-C49C-C1A8-1BEE-72221BE8F17C}"/>
                  </a:ext>
                </a:extLst>
              </p14:cNvPr>
              <p14:cNvContentPartPr/>
              <p14:nvPr/>
            </p14:nvContentPartPr>
            <p14:xfrm>
              <a:off x="5062248" y="565632"/>
              <a:ext cx="10080" cy="2077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9AEA38A-C49C-C1A8-1BEE-72221BE8F17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053608" y="556992"/>
                <a:ext cx="277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F58C07E-4414-42E6-EE46-C67199A365C6}"/>
                  </a:ext>
                </a:extLst>
              </p14:cNvPr>
              <p14:cNvContentPartPr/>
              <p14:nvPr/>
            </p14:nvContentPartPr>
            <p14:xfrm>
              <a:off x="5059728" y="407232"/>
              <a:ext cx="649080" cy="3477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F58C07E-4414-42E6-EE46-C67199A365C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051088" y="398232"/>
                <a:ext cx="66672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02F2FC9-FCB4-B811-3ED9-6479A4FAC89F}"/>
                  </a:ext>
                </a:extLst>
              </p14:cNvPr>
              <p14:cNvContentPartPr/>
              <p14:nvPr/>
            </p14:nvContentPartPr>
            <p14:xfrm>
              <a:off x="5157648" y="65952"/>
              <a:ext cx="125640" cy="3182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02F2FC9-FCB4-B811-3ED9-6479A4FAC89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48648" y="56952"/>
                <a:ext cx="14328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F3A35A4-595C-2A70-1E5B-8A7242A63C8E}"/>
                  </a:ext>
                </a:extLst>
              </p14:cNvPr>
              <p14:cNvContentPartPr/>
              <p14:nvPr/>
            </p14:nvContentPartPr>
            <p14:xfrm>
              <a:off x="5103648" y="202032"/>
              <a:ext cx="241920" cy="1098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F3A35A4-595C-2A70-1E5B-8A7242A63C8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095008" y="193032"/>
                <a:ext cx="25956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85AB07E-A3D4-7377-F306-08D9220318E0}"/>
                  </a:ext>
                </a:extLst>
              </p14:cNvPr>
              <p14:cNvContentPartPr/>
              <p14:nvPr/>
            </p14:nvContentPartPr>
            <p14:xfrm>
              <a:off x="5361408" y="210672"/>
              <a:ext cx="250200" cy="766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85AB07E-A3D4-7377-F306-08D9220318E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352408" y="201672"/>
                <a:ext cx="2678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5910A8C-89CB-0413-7B88-5D10F7F2CD59}"/>
                  </a:ext>
                </a:extLst>
              </p14:cNvPr>
              <p14:cNvContentPartPr/>
              <p14:nvPr/>
            </p14:nvContentPartPr>
            <p14:xfrm>
              <a:off x="5697648" y="110592"/>
              <a:ext cx="81720" cy="1425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5910A8C-89CB-0413-7B88-5D10F7F2CD5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689008" y="101592"/>
                <a:ext cx="993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F7F52F0-F858-E663-C310-F53D46775E29}"/>
                  </a:ext>
                </a:extLst>
              </p14:cNvPr>
              <p14:cNvContentPartPr/>
              <p14:nvPr/>
            </p14:nvContentPartPr>
            <p14:xfrm>
              <a:off x="5649768" y="172152"/>
              <a:ext cx="141840" cy="10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F7F52F0-F858-E663-C310-F53D46775E2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641128" y="163512"/>
                <a:ext cx="1594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D2E4B6E-68D8-9573-8091-C41D9250E237}"/>
                  </a:ext>
                </a:extLst>
              </p14:cNvPr>
              <p14:cNvContentPartPr/>
              <p14:nvPr/>
            </p14:nvContentPartPr>
            <p14:xfrm>
              <a:off x="5155128" y="968112"/>
              <a:ext cx="581040" cy="3240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D2E4B6E-68D8-9573-8091-C41D9250E23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146128" y="959472"/>
                <a:ext cx="59868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10B9B2C-4BC6-EE53-7AE2-CEAC8F653280}"/>
                  </a:ext>
                </a:extLst>
              </p14:cNvPr>
              <p14:cNvContentPartPr/>
              <p14:nvPr/>
            </p14:nvContentPartPr>
            <p14:xfrm>
              <a:off x="5346648" y="1363032"/>
              <a:ext cx="57600" cy="137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10B9B2C-4BC6-EE53-7AE2-CEAC8F65328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337648" y="1354032"/>
                <a:ext cx="752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7360492-66A9-481D-9793-2F0D640FA5B7}"/>
                  </a:ext>
                </a:extLst>
              </p14:cNvPr>
              <p14:cNvContentPartPr/>
              <p14:nvPr/>
            </p14:nvContentPartPr>
            <p14:xfrm>
              <a:off x="5491368" y="1372032"/>
              <a:ext cx="100440" cy="763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7360492-66A9-481D-9793-2F0D640FA5B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482368" y="1363392"/>
                <a:ext cx="1180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E05CBEA-6E9C-B656-0297-362731AF7022}"/>
                  </a:ext>
                </a:extLst>
              </p14:cNvPr>
              <p14:cNvContentPartPr/>
              <p14:nvPr/>
            </p14:nvContentPartPr>
            <p14:xfrm>
              <a:off x="5644728" y="1359792"/>
              <a:ext cx="134640" cy="687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E05CBEA-6E9C-B656-0297-362731AF702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636088" y="1350792"/>
                <a:ext cx="1522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5B09565-48DE-451D-5CD8-5737E1A67D56}"/>
                  </a:ext>
                </a:extLst>
              </p14:cNvPr>
              <p14:cNvContentPartPr/>
              <p14:nvPr/>
            </p14:nvContentPartPr>
            <p14:xfrm>
              <a:off x="5820768" y="1346472"/>
              <a:ext cx="115200" cy="939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5B09565-48DE-451D-5CD8-5737E1A67D5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811768" y="1337472"/>
                <a:ext cx="132840" cy="11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B834B99-4B64-28B5-8F67-4E1B8C1BF60A}"/>
              </a:ext>
            </a:extLst>
          </p:cNvPr>
          <p:cNvGrpSpPr/>
          <p:nvPr/>
        </p:nvGrpSpPr>
        <p:grpSpPr>
          <a:xfrm>
            <a:off x="7747200" y="557856"/>
            <a:ext cx="1980000" cy="521280"/>
            <a:chOff x="7747200" y="557856"/>
            <a:chExt cx="1980000" cy="52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E320149-7581-2850-90CB-08A0525EA876}"/>
                    </a:ext>
                  </a:extLst>
                </p14:cNvPr>
                <p14:cNvContentPartPr/>
                <p14:nvPr/>
              </p14:nvContentPartPr>
              <p14:xfrm>
                <a:off x="7747200" y="809856"/>
                <a:ext cx="129600" cy="115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E320149-7581-2850-90CB-08A0525EA87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738200" y="801216"/>
                  <a:ext cx="147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AE231FF-80B7-EC6C-FDB1-97D2A40515CC}"/>
                    </a:ext>
                  </a:extLst>
                </p14:cNvPr>
                <p14:cNvContentPartPr/>
                <p14:nvPr/>
              </p14:nvContentPartPr>
              <p14:xfrm>
                <a:off x="7959240" y="845856"/>
                <a:ext cx="173520" cy="51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AE231FF-80B7-EC6C-FDB1-97D2A40515C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50240" y="836856"/>
                  <a:ext cx="191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70016A8-7230-45CF-D433-9CF872F23163}"/>
                    </a:ext>
                  </a:extLst>
                </p14:cNvPr>
                <p14:cNvContentPartPr/>
                <p14:nvPr/>
              </p14:nvContentPartPr>
              <p14:xfrm>
                <a:off x="8042040" y="803016"/>
                <a:ext cx="205200" cy="276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70016A8-7230-45CF-D433-9CF872F2316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33400" y="794376"/>
                  <a:ext cx="2228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9975783-EDD3-C520-7D39-E498EAB27680}"/>
                    </a:ext>
                  </a:extLst>
                </p14:cNvPr>
                <p14:cNvContentPartPr/>
                <p14:nvPr/>
              </p14:nvContentPartPr>
              <p14:xfrm>
                <a:off x="8263080" y="859896"/>
                <a:ext cx="130320" cy="52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9975783-EDD3-C520-7D39-E498EAB2768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254440" y="851256"/>
                  <a:ext cx="1479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5073530-F465-FF58-BF24-C016750EB840}"/>
                    </a:ext>
                  </a:extLst>
                </p14:cNvPr>
                <p14:cNvContentPartPr/>
                <p14:nvPr/>
              </p14:nvContentPartPr>
              <p14:xfrm>
                <a:off x="8426880" y="818136"/>
                <a:ext cx="83880" cy="986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5073530-F465-FF58-BF24-C016750EB84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17880" y="809136"/>
                  <a:ext cx="101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6F4E5A5-6F8D-80BC-E692-D012DF03338B}"/>
                    </a:ext>
                  </a:extLst>
                </p14:cNvPr>
                <p14:cNvContentPartPr/>
                <p14:nvPr/>
              </p14:nvContentPartPr>
              <p14:xfrm>
                <a:off x="8602920" y="813096"/>
                <a:ext cx="141840" cy="48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6F4E5A5-6F8D-80BC-E692-D012DF03338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94280" y="804456"/>
                  <a:ext cx="159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3C2DAAD-C34D-5B66-2B2C-76ECAD8B4731}"/>
                    </a:ext>
                  </a:extLst>
                </p14:cNvPr>
                <p14:cNvContentPartPr/>
                <p14:nvPr/>
              </p14:nvContentPartPr>
              <p14:xfrm>
                <a:off x="8802720" y="755496"/>
                <a:ext cx="127440" cy="100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3C2DAAD-C34D-5B66-2B2C-76ECAD8B473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93720" y="746496"/>
                  <a:ext cx="1450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940DD77-4164-DFA2-F4C6-B9F747B057C4}"/>
                    </a:ext>
                  </a:extLst>
                </p14:cNvPr>
                <p14:cNvContentPartPr/>
                <p14:nvPr/>
              </p14:nvContentPartPr>
              <p14:xfrm>
                <a:off x="9005040" y="614736"/>
                <a:ext cx="195840" cy="261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940DD77-4164-DFA2-F4C6-B9F747B057C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996040" y="606096"/>
                  <a:ext cx="213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FF5683B-F4BB-1A04-891A-19D416E01C31}"/>
                    </a:ext>
                  </a:extLst>
                </p14:cNvPr>
                <p14:cNvContentPartPr/>
                <p14:nvPr/>
              </p14:nvContentPartPr>
              <p14:xfrm>
                <a:off x="9291960" y="708336"/>
                <a:ext cx="93960" cy="132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FF5683B-F4BB-1A04-891A-19D416E01C3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282960" y="699696"/>
                  <a:ext cx="1116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97C0207-F243-56ED-A956-5A5708475210}"/>
                    </a:ext>
                  </a:extLst>
                </p14:cNvPr>
                <p14:cNvContentPartPr/>
                <p14:nvPr/>
              </p14:nvContentPartPr>
              <p14:xfrm>
                <a:off x="9331920" y="639936"/>
                <a:ext cx="158760" cy="15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97C0207-F243-56ED-A956-5A570847521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323280" y="631296"/>
                  <a:ext cx="176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0B4327A-9906-0B18-012C-64D69BD93C59}"/>
                    </a:ext>
                  </a:extLst>
                </p14:cNvPr>
                <p14:cNvContentPartPr/>
                <p14:nvPr/>
              </p14:nvContentPartPr>
              <p14:xfrm>
                <a:off x="9497880" y="557856"/>
                <a:ext cx="73080" cy="253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0B4327A-9906-0B18-012C-64D69BD93C5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88880" y="549216"/>
                  <a:ext cx="90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0E34399-E701-082D-DAFC-71588E98D788}"/>
                    </a:ext>
                  </a:extLst>
                </p14:cNvPr>
                <p14:cNvContentPartPr/>
                <p14:nvPr/>
              </p14:nvContentPartPr>
              <p14:xfrm>
                <a:off x="9726840" y="671616"/>
                <a:ext cx="360" cy="41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0E34399-E701-082D-DAFC-71588E98D78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18200" y="662976"/>
                  <a:ext cx="18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2BB6ABC-C331-1D99-450A-A8441B827915}"/>
                    </a:ext>
                  </a:extLst>
                </p14:cNvPr>
                <p14:cNvContentPartPr/>
                <p14:nvPr/>
              </p14:nvContentPartPr>
              <p14:xfrm>
                <a:off x="9639360" y="777456"/>
                <a:ext cx="78480" cy="105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2BB6ABC-C331-1D99-450A-A8441B82791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30360" y="768456"/>
                  <a:ext cx="9612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DF63282-6388-BD80-C5FB-93BC03FC32C6}"/>
              </a:ext>
            </a:extLst>
          </p:cNvPr>
          <p:cNvGrpSpPr/>
          <p:nvPr/>
        </p:nvGrpSpPr>
        <p:grpSpPr>
          <a:xfrm>
            <a:off x="3609000" y="1507176"/>
            <a:ext cx="166680" cy="209880"/>
            <a:chOff x="3609000" y="1507176"/>
            <a:chExt cx="16668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B2AD85D-B0DE-FC19-F98A-B4BE3F3ECAB9}"/>
                    </a:ext>
                  </a:extLst>
                </p14:cNvPr>
                <p14:cNvContentPartPr/>
                <p14:nvPr/>
              </p14:nvContentPartPr>
              <p14:xfrm>
                <a:off x="3609000" y="1525536"/>
                <a:ext cx="133920" cy="191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B2AD85D-B0DE-FC19-F98A-B4BE3F3ECAB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00360" y="1516896"/>
                  <a:ext cx="151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E51D60E-88E4-BA99-BF90-F1C080DF71FB}"/>
                    </a:ext>
                  </a:extLst>
                </p14:cNvPr>
                <p14:cNvContentPartPr/>
                <p14:nvPr/>
              </p14:nvContentPartPr>
              <p14:xfrm>
                <a:off x="3636000" y="1507176"/>
                <a:ext cx="139680" cy="35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E51D60E-88E4-BA99-BF90-F1C080DF71F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627360" y="1498176"/>
                  <a:ext cx="15732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7D63FC56-2ED1-2C50-44F1-8A85E87E445E}"/>
                  </a:ext>
                </a:extLst>
              </p14:cNvPr>
              <p14:cNvContentPartPr/>
              <p14:nvPr/>
            </p14:nvContentPartPr>
            <p14:xfrm>
              <a:off x="5321160" y="1114776"/>
              <a:ext cx="34560" cy="86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7D63FC56-2ED1-2C50-44F1-8A85E87E445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312160" y="1105776"/>
                <a:ext cx="5220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AE8A42A4-4B68-0D39-303D-B3696E99BD35}"/>
              </a:ext>
            </a:extLst>
          </p:cNvPr>
          <p:cNvGrpSpPr/>
          <p:nvPr/>
        </p:nvGrpSpPr>
        <p:grpSpPr>
          <a:xfrm>
            <a:off x="7742880" y="1162656"/>
            <a:ext cx="2023560" cy="432360"/>
            <a:chOff x="7742880" y="1162656"/>
            <a:chExt cx="202356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F59A925-D386-E374-C666-8D854210609E}"/>
                    </a:ext>
                  </a:extLst>
                </p14:cNvPr>
                <p14:cNvContentPartPr/>
                <p14:nvPr/>
              </p14:nvContentPartPr>
              <p14:xfrm>
                <a:off x="7742880" y="1333656"/>
                <a:ext cx="99360" cy="118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F59A925-D386-E374-C666-8D854210609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34240" y="1324656"/>
                  <a:ext cx="117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449B21A-EA1A-EA32-48C6-39F861B17FF0}"/>
                    </a:ext>
                  </a:extLst>
                </p14:cNvPr>
                <p14:cNvContentPartPr/>
                <p14:nvPr/>
              </p14:nvContentPartPr>
              <p14:xfrm>
                <a:off x="7934040" y="1361016"/>
                <a:ext cx="191520" cy="52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449B21A-EA1A-EA32-48C6-39F861B17FF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25040" y="1352016"/>
                  <a:ext cx="2091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A675610-DFF3-3730-D239-F6351583F54C}"/>
                    </a:ext>
                  </a:extLst>
                </p14:cNvPr>
                <p14:cNvContentPartPr/>
                <p14:nvPr/>
              </p14:nvContentPartPr>
              <p14:xfrm>
                <a:off x="8044560" y="1320336"/>
                <a:ext cx="210240" cy="274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A675610-DFF3-3730-D239-F6351583F54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035560" y="1311336"/>
                  <a:ext cx="2278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F52F61A-F526-8C87-2261-CD6CCBFE9A93}"/>
                    </a:ext>
                  </a:extLst>
                </p14:cNvPr>
                <p14:cNvContentPartPr/>
                <p14:nvPr/>
              </p14:nvContentPartPr>
              <p14:xfrm>
                <a:off x="8295840" y="1382256"/>
                <a:ext cx="129600" cy="51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F52F61A-F526-8C87-2261-CD6CCBFE9A9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86840" y="1373256"/>
                  <a:ext cx="147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D45E38D-FA34-3059-505B-90A857213D29}"/>
                    </a:ext>
                  </a:extLst>
                </p14:cNvPr>
                <p14:cNvContentPartPr/>
                <p14:nvPr/>
              </p14:nvContentPartPr>
              <p14:xfrm>
                <a:off x="8470800" y="1342656"/>
                <a:ext cx="120240" cy="71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D45E38D-FA34-3059-505B-90A857213D2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462160" y="1333656"/>
                  <a:ext cx="137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FCD85D8-7AB7-67E0-58AE-0E8C1E1C0D5C}"/>
                    </a:ext>
                  </a:extLst>
                </p14:cNvPr>
                <p14:cNvContentPartPr/>
                <p14:nvPr/>
              </p14:nvContentPartPr>
              <p14:xfrm>
                <a:off x="8651520" y="1343016"/>
                <a:ext cx="129600" cy="33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FCD85D8-7AB7-67E0-58AE-0E8C1E1C0D5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642880" y="1334376"/>
                  <a:ext cx="147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C0FAF8B-DE96-963E-E42D-A9DE78CA7946}"/>
                    </a:ext>
                  </a:extLst>
                </p14:cNvPr>
                <p14:cNvContentPartPr/>
                <p14:nvPr/>
              </p14:nvContentPartPr>
              <p14:xfrm>
                <a:off x="8817480" y="1295136"/>
                <a:ext cx="119880" cy="82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C0FAF8B-DE96-963E-E42D-A9DE78CA794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08840" y="1286496"/>
                  <a:ext cx="1375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28082F4-F105-FA8B-CC63-92D9F9DD6A48}"/>
                    </a:ext>
                  </a:extLst>
                </p14:cNvPr>
                <p14:cNvContentPartPr/>
                <p14:nvPr/>
              </p14:nvContentPartPr>
              <p14:xfrm>
                <a:off x="9034560" y="1169856"/>
                <a:ext cx="188280" cy="216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28082F4-F105-FA8B-CC63-92D9F9DD6A4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025560" y="1161216"/>
                  <a:ext cx="205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B404516-35D6-D901-ECA2-478B6415DA30}"/>
                    </a:ext>
                  </a:extLst>
                </p14:cNvPr>
                <p14:cNvContentPartPr/>
                <p14:nvPr/>
              </p14:nvContentPartPr>
              <p14:xfrm>
                <a:off x="9302760" y="1210536"/>
                <a:ext cx="176040" cy="117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B404516-35D6-D901-ECA2-478B6415DA3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93760" y="1201896"/>
                  <a:ext cx="1936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5CB1B54-0B76-99D7-9E47-1CA8C0CEBC16}"/>
                    </a:ext>
                  </a:extLst>
                </p14:cNvPr>
                <p14:cNvContentPartPr/>
                <p14:nvPr/>
              </p14:nvContentPartPr>
              <p14:xfrm>
                <a:off x="9417240" y="1253016"/>
                <a:ext cx="66240" cy="125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5CB1B54-0B76-99D7-9E47-1CA8C0CEBC1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408600" y="1244016"/>
                  <a:ext cx="838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6C54D81-4C05-E115-43B2-670BF0EFD799}"/>
                    </a:ext>
                  </a:extLst>
                </p14:cNvPr>
                <p14:cNvContentPartPr/>
                <p14:nvPr/>
              </p14:nvContentPartPr>
              <p14:xfrm>
                <a:off x="9517320" y="1162656"/>
                <a:ext cx="73440" cy="183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6C54D81-4C05-E115-43B2-670BF0EFD79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08320" y="1154016"/>
                  <a:ext cx="910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07D9DF5-D987-26E8-9345-BAE5254441E3}"/>
                    </a:ext>
                  </a:extLst>
                </p14:cNvPr>
                <p14:cNvContentPartPr/>
                <p14:nvPr/>
              </p14:nvContentPartPr>
              <p14:xfrm>
                <a:off x="9766080" y="1238256"/>
                <a:ext cx="360" cy="66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07D9DF5-D987-26E8-9345-BAE5254441E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757080" y="1229616"/>
                  <a:ext cx="18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8227BFB-5C82-61E4-A8F8-4BD12CD3DE04}"/>
                    </a:ext>
                  </a:extLst>
                </p14:cNvPr>
                <p14:cNvContentPartPr/>
                <p14:nvPr/>
              </p14:nvContentPartPr>
              <p14:xfrm>
                <a:off x="9631800" y="1405656"/>
                <a:ext cx="95400" cy="149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8227BFB-5C82-61E4-A8F8-4BD12CD3DE0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623160" y="1397016"/>
                  <a:ext cx="11304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E0F2131-1476-5F3E-79B6-10A2FB0E5C28}"/>
              </a:ext>
            </a:extLst>
          </p:cNvPr>
          <p:cNvGrpSpPr/>
          <p:nvPr/>
        </p:nvGrpSpPr>
        <p:grpSpPr>
          <a:xfrm>
            <a:off x="4077360" y="1497456"/>
            <a:ext cx="199800" cy="260640"/>
            <a:chOff x="4077360" y="1497456"/>
            <a:chExt cx="19980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A96868B-2339-DC82-A697-096B54B70F4F}"/>
                    </a:ext>
                  </a:extLst>
                </p14:cNvPr>
                <p14:cNvContentPartPr/>
                <p14:nvPr/>
              </p14:nvContentPartPr>
              <p14:xfrm>
                <a:off x="4077360" y="1497456"/>
                <a:ext cx="199800" cy="140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A96868B-2339-DC82-A697-096B54B70F4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68720" y="1488456"/>
                  <a:ext cx="2174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BA5CED2-0B4A-36A4-E2C7-2FEB7A99BA12}"/>
                    </a:ext>
                  </a:extLst>
                </p14:cNvPr>
                <p14:cNvContentPartPr/>
                <p14:nvPr/>
              </p14:nvContentPartPr>
              <p14:xfrm>
                <a:off x="4196880" y="1562616"/>
                <a:ext cx="15480" cy="195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BA5CED2-0B4A-36A4-E2C7-2FEB7A99BA1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188240" y="1553616"/>
                  <a:ext cx="3312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54743E3-A83C-2F70-6E16-D209D4FB226D}"/>
              </a:ext>
            </a:extLst>
          </p:cNvPr>
          <p:cNvGrpSpPr/>
          <p:nvPr/>
        </p:nvGrpSpPr>
        <p:grpSpPr>
          <a:xfrm>
            <a:off x="5118120" y="1011456"/>
            <a:ext cx="242280" cy="284760"/>
            <a:chOff x="5118120" y="1011456"/>
            <a:chExt cx="24228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D6B0B01-5977-8F20-03AB-52ADEE221FD2}"/>
                    </a:ext>
                  </a:extLst>
                </p14:cNvPr>
                <p14:cNvContentPartPr/>
                <p14:nvPr/>
              </p14:nvContentPartPr>
              <p14:xfrm>
                <a:off x="5118120" y="1011456"/>
                <a:ext cx="54360" cy="284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D6B0B01-5977-8F20-03AB-52ADEE221FD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09120" y="1002816"/>
                  <a:ext cx="720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4320F33-5D52-0752-F570-54C4D5C0F7A5}"/>
                    </a:ext>
                  </a:extLst>
                </p14:cNvPr>
                <p14:cNvContentPartPr/>
                <p14:nvPr/>
              </p14:nvContentPartPr>
              <p14:xfrm>
                <a:off x="5301360" y="1096776"/>
                <a:ext cx="59040" cy="36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4320F33-5D52-0752-F570-54C4D5C0F7A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292720" y="1088136"/>
                  <a:ext cx="7668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6B86E40-9641-9AA7-7925-FF01FC4A4F3D}"/>
              </a:ext>
            </a:extLst>
          </p:cNvPr>
          <p:cNvGrpSpPr/>
          <p:nvPr/>
        </p:nvGrpSpPr>
        <p:grpSpPr>
          <a:xfrm>
            <a:off x="7691040" y="1689336"/>
            <a:ext cx="2045880" cy="430560"/>
            <a:chOff x="7691040" y="1689336"/>
            <a:chExt cx="2045880" cy="43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8DB1E1A-E783-378E-18DC-5541CFECBF92}"/>
                    </a:ext>
                  </a:extLst>
                </p14:cNvPr>
                <p14:cNvContentPartPr/>
                <p14:nvPr/>
              </p14:nvContentPartPr>
              <p14:xfrm>
                <a:off x="7691040" y="1911096"/>
                <a:ext cx="373320" cy="95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8DB1E1A-E783-378E-18DC-5541CFECBF9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682040" y="1902456"/>
                  <a:ext cx="390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AF33E3F-BFE2-2B15-41E8-E4D59A6BC9C3}"/>
                    </a:ext>
                  </a:extLst>
                </p14:cNvPr>
                <p14:cNvContentPartPr/>
                <p14:nvPr/>
              </p14:nvContentPartPr>
              <p14:xfrm>
                <a:off x="8008560" y="1887336"/>
                <a:ext cx="219960" cy="232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AF33E3F-BFE2-2B15-41E8-E4D59A6BC9C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999560" y="1878696"/>
                  <a:ext cx="237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59890D1-5F74-1BB2-6EDC-E520452BD27F}"/>
                    </a:ext>
                  </a:extLst>
                </p14:cNvPr>
                <p14:cNvContentPartPr/>
                <p14:nvPr/>
              </p14:nvContentPartPr>
              <p14:xfrm>
                <a:off x="8256600" y="1897416"/>
                <a:ext cx="132120" cy="38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59890D1-5F74-1BB2-6EDC-E520452BD27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247960" y="1888416"/>
                  <a:ext cx="149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CD1B6A2-2B74-1EC4-9AD7-774F4AFE74AA}"/>
                    </a:ext>
                  </a:extLst>
                </p14:cNvPr>
                <p14:cNvContentPartPr/>
                <p14:nvPr/>
              </p14:nvContentPartPr>
              <p14:xfrm>
                <a:off x="8425080" y="1868976"/>
                <a:ext cx="356400" cy="79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CD1B6A2-2B74-1EC4-9AD7-774F4AFE74A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416080" y="1860336"/>
                  <a:ext cx="374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3498D2C-E333-5AC1-5871-D03DBA0F6D48}"/>
                    </a:ext>
                  </a:extLst>
                </p14:cNvPr>
                <p14:cNvContentPartPr/>
                <p14:nvPr/>
              </p14:nvContentPartPr>
              <p14:xfrm>
                <a:off x="8822520" y="1843416"/>
                <a:ext cx="180720" cy="88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3498D2C-E333-5AC1-5871-D03DBA0F6D4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813520" y="1834776"/>
                  <a:ext cx="1983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6207E30-4A7F-C649-3C0E-EE42BD0656F6}"/>
                    </a:ext>
                  </a:extLst>
                </p14:cNvPr>
                <p14:cNvContentPartPr/>
                <p14:nvPr/>
              </p14:nvContentPartPr>
              <p14:xfrm>
                <a:off x="9092160" y="1704816"/>
                <a:ext cx="208440" cy="253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6207E30-4A7F-C649-3C0E-EE42BD0656F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83160" y="1695816"/>
                  <a:ext cx="2260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B5BDC25-1471-BC1C-8864-33C9E3E292BF}"/>
                    </a:ext>
                  </a:extLst>
                </p14:cNvPr>
                <p14:cNvContentPartPr/>
                <p14:nvPr/>
              </p14:nvContentPartPr>
              <p14:xfrm>
                <a:off x="9347760" y="1764216"/>
                <a:ext cx="134280" cy="145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B5BDC25-1471-BC1C-8864-33C9E3E292B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339120" y="1755216"/>
                  <a:ext cx="1519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109C07C-0860-F84B-848B-68799ADFA567}"/>
                    </a:ext>
                  </a:extLst>
                </p14:cNvPr>
                <p14:cNvContentPartPr/>
                <p14:nvPr/>
              </p14:nvContentPartPr>
              <p14:xfrm>
                <a:off x="9539280" y="1689336"/>
                <a:ext cx="88560" cy="214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109C07C-0860-F84B-848B-68799ADFA56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30280" y="1680696"/>
                  <a:ext cx="106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41A0891-CDAC-09F6-5A31-75CE47F906A4}"/>
                    </a:ext>
                  </a:extLst>
                </p14:cNvPr>
                <p14:cNvContentPartPr/>
                <p14:nvPr/>
              </p14:nvContentPartPr>
              <p14:xfrm>
                <a:off x="9724680" y="1809576"/>
                <a:ext cx="7560" cy="46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41A0891-CDAC-09F6-5A31-75CE47F906A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715680" y="1800936"/>
                  <a:ext cx="25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51C7C77-528A-BF8E-AE61-08CB240BA841}"/>
                    </a:ext>
                  </a:extLst>
                </p14:cNvPr>
                <p14:cNvContentPartPr/>
                <p14:nvPr/>
              </p14:nvContentPartPr>
              <p14:xfrm>
                <a:off x="9663480" y="1906416"/>
                <a:ext cx="73440" cy="124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51C7C77-528A-BF8E-AE61-08CB240BA84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654840" y="1897416"/>
                  <a:ext cx="9108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558C7BE-99EA-AB9D-AB9F-B2A0598CC3A0}"/>
                  </a:ext>
                </a:extLst>
              </p14:cNvPr>
              <p14:cNvContentPartPr/>
              <p14:nvPr/>
            </p14:nvContentPartPr>
            <p14:xfrm>
              <a:off x="4479840" y="1777896"/>
              <a:ext cx="109080" cy="1335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558C7BE-99EA-AB9D-AB9F-B2A0598CC3A0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4470840" y="1769256"/>
                <a:ext cx="1267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DBF8FB10-9676-D80E-48FD-BF0453BC322E}"/>
                  </a:ext>
                </a:extLst>
              </p14:cNvPr>
              <p14:cNvContentPartPr/>
              <p14:nvPr/>
            </p14:nvContentPartPr>
            <p14:xfrm>
              <a:off x="5206320" y="1128456"/>
              <a:ext cx="146520" cy="435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DBF8FB10-9676-D80E-48FD-BF0453BC322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197680" y="1119816"/>
                <a:ext cx="164160" cy="6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908088F-CBDD-EA1A-F80A-6F398618E608}"/>
              </a:ext>
            </a:extLst>
          </p:cNvPr>
          <p:cNvGrpSpPr/>
          <p:nvPr/>
        </p:nvGrpSpPr>
        <p:grpSpPr>
          <a:xfrm>
            <a:off x="4945320" y="1128456"/>
            <a:ext cx="415080" cy="241200"/>
            <a:chOff x="4945320" y="1128456"/>
            <a:chExt cx="415080" cy="24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12940CA-CBE4-32EB-35E4-0F538086E147}"/>
                    </a:ext>
                  </a:extLst>
                </p14:cNvPr>
                <p14:cNvContentPartPr/>
                <p14:nvPr/>
              </p14:nvContentPartPr>
              <p14:xfrm>
                <a:off x="5274720" y="1157976"/>
                <a:ext cx="360" cy="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12940CA-CBE4-32EB-35E4-0F538086E14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265720" y="11489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29C079D-E460-A826-6BD0-B798F99D3023}"/>
                    </a:ext>
                  </a:extLst>
                </p14:cNvPr>
                <p14:cNvContentPartPr/>
                <p14:nvPr/>
              </p14:nvContentPartPr>
              <p14:xfrm>
                <a:off x="5281920" y="1128456"/>
                <a:ext cx="78480" cy="352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29C079D-E460-A826-6BD0-B798F99D302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273280" y="1119816"/>
                  <a:ext cx="96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30D9681-FBDF-715A-9A5E-5D9F5BB8DEF3}"/>
                    </a:ext>
                  </a:extLst>
                </p14:cNvPr>
                <p14:cNvContentPartPr/>
                <p14:nvPr/>
              </p14:nvContentPartPr>
              <p14:xfrm>
                <a:off x="5208840" y="1178856"/>
                <a:ext cx="59040" cy="18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30D9681-FBDF-715A-9A5E-5D9F5BB8DEF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199840" y="1170216"/>
                  <a:ext cx="76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E710419-DF27-869A-052A-1DFD5DD234CA}"/>
                    </a:ext>
                  </a:extLst>
                </p14:cNvPr>
                <p14:cNvContentPartPr/>
                <p14:nvPr/>
              </p14:nvContentPartPr>
              <p14:xfrm>
                <a:off x="5069880" y="1215576"/>
                <a:ext cx="46800" cy="21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E710419-DF27-869A-052A-1DFD5DD234C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060880" y="1206576"/>
                  <a:ext cx="64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5D384EC-823F-6527-0572-E8A7BD032A1B}"/>
                    </a:ext>
                  </a:extLst>
                </p14:cNvPr>
                <p14:cNvContentPartPr/>
                <p14:nvPr/>
              </p14:nvContentPartPr>
              <p14:xfrm>
                <a:off x="4957560" y="1257696"/>
                <a:ext cx="48960" cy="16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5D384EC-823F-6527-0572-E8A7BD032A1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948920" y="1249056"/>
                  <a:ext cx="66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946F079-58CB-3DB3-E6F2-0FFBEE905B02}"/>
                    </a:ext>
                  </a:extLst>
                </p14:cNvPr>
                <p14:cNvContentPartPr/>
                <p14:nvPr/>
              </p14:nvContentPartPr>
              <p14:xfrm>
                <a:off x="4945320" y="1278216"/>
                <a:ext cx="44280" cy="91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946F079-58CB-3DB3-E6F2-0FFBEE905B0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936680" y="1269216"/>
                  <a:ext cx="61920" cy="10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4C1599A0-81C9-B34C-08FD-2E840BD47FDC}"/>
                  </a:ext>
                </a:extLst>
              </p14:cNvPr>
              <p14:cNvContentPartPr/>
              <p14:nvPr/>
            </p14:nvContentPartPr>
            <p14:xfrm>
              <a:off x="5045400" y="1449576"/>
              <a:ext cx="17280" cy="1270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4C1599A0-81C9-B34C-08FD-2E840BD47FDC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036760" y="1440936"/>
                <a:ext cx="349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B60F5EA3-CC80-C9EF-940C-393277C31F03}"/>
                  </a:ext>
                </a:extLst>
              </p14:cNvPr>
              <p14:cNvContentPartPr/>
              <p14:nvPr/>
            </p14:nvContentPartPr>
            <p14:xfrm>
              <a:off x="5094360" y="1645416"/>
              <a:ext cx="46800" cy="1310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B60F5EA3-CC80-C9EF-940C-393277C31F03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085360" y="1636776"/>
                <a:ext cx="6444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2D1290F5-66D9-ABF7-57A2-B5320182D613}"/>
                  </a:ext>
                </a:extLst>
              </p14:cNvPr>
              <p14:cNvContentPartPr/>
              <p14:nvPr/>
            </p14:nvContentPartPr>
            <p14:xfrm>
              <a:off x="5142960" y="1903176"/>
              <a:ext cx="29520" cy="7524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2D1290F5-66D9-ABF7-57A2-B5320182D613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134320" y="1894176"/>
                <a:ext cx="471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8D18DA8D-FBB0-079F-D7FA-CBBD61CEA900}"/>
                  </a:ext>
                </a:extLst>
              </p14:cNvPr>
              <p14:cNvContentPartPr/>
              <p14:nvPr/>
            </p14:nvContentPartPr>
            <p14:xfrm>
              <a:off x="5194080" y="2099736"/>
              <a:ext cx="24840" cy="669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8D18DA8D-FBB0-079F-D7FA-CBBD61CEA90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185440" y="2091096"/>
                <a:ext cx="42480" cy="8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E42A3BE-A35E-F9E5-3682-6F9CACB2AA58}"/>
              </a:ext>
            </a:extLst>
          </p:cNvPr>
          <p:cNvGrpSpPr/>
          <p:nvPr/>
        </p:nvGrpSpPr>
        <p:grpSpPr>
          <a:xfrm>
            <a:off x="4946400" y="2248416"/>
            <a:ext cx="304200" cy="91440"/>
            <a:chOff x="4946400" y="2248416"/>
            <a:chExt cx="304200" cy="9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AE02A25-71AA-6A80-16C5-B6E6834E54E4}"/>
                    </a:ext>
                  </a:extLst>
                </p14:cNvPr>
                <p14:cNvContentPartPr/>
                <p14:nvPr/>
              </p14:nvContentPartPr>
              <p14:xfrm>
                <a:off x="5243040" y="2276136"/>
                <a:ext cx="7560" cy="1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AE02A25-71AA-6A80-16C5-B6E6834E54E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234040" y="2267496"/>
                  <a:ext cx="25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715D9E8-ADF6-D0F4-1F67-E7935967F741}"/>
                    </a:ext>
                  </a:extLst>
                </p14:cNvPr>
                <p14:cNvContentPartPr/>
                <p14:nvPr/>
              </p14:nvContentPartPr>
              <p14:xfrm>
                <a:off x="5135760" y="2286576"/>
                <a:ext cx="48960" cy="3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715D9E8-ADF6-D0F4-1F67-E7935967F74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126760" y="2277936"/>
                  <a:ext cx="66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F9098B5-B03C-0962-8C81-4820209D98C4}"/>
                    </a:ext>
                  </a:extLst>
                </p14:cNvPr>
                <p14:cNvContentPartPr/>
                <p14:nvPr/>
              </p14:nvContentPartPr>
              <p14:xfrm>
                <a:off x="5031000" y="2288376"/>
                <a:ext cx="29520" cy="54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F9098B5-B03C-0962-8C81-4820209D98C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022000" y="2279376"/>
                  <a:ext cx="47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8FF496D-80C6-5BCD-F038-FAF5C876EEA0}"/>
                    </a:ext>
                  </a:extLst>
                </p14:cNvPr>
                <p14:cNvContentPartPr/>
                <p14:nvPr/>
              </p14:nvContentPartPr>
              <p14:xfrm>
                <a:off x="5016240" y="2288376"/>
                <a:ext cx="44280" cy="108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8FF496D-80C6-5BCD-F038-FAF5C876EEA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007240" y="2279376"/>
                  <a:ext cx="61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EA2CBC1-E233-CDBD-81F1-BF7639B8EF70}"/>
                    </a:ext>
                  </a:extLst>
                </p14:cNvPr>
                <p14:cNvContentPartPr/>
                <p14:nvPr/>
              </p14:nvContentPartPr>
              <p14:xfrm>
                <a:off x="4946400" y="2248416"/>
                <a:ext cx="162360" cy="914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EA2CBC1-E233-CDBD-81F1-BF7639B8EF7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937400" y="2239776"/>
                  <a:ext cx="18000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B0410BD-56E4-4EE7-A504-2082FBF83B5A}"/>
              </a:ext>
            </a:extLst>
          </p:cNvPr>
          <p:cNvGrpSpPr/>
          <p:nvPr/>
        </p:nvGrpSpPr>
        <p:grpSpPr>
          <a:xfrm>
            <a:off x="6969240" y="2367216"/>
            <a:ext cx="305280" cy="220320"/>
            <a:chOff x="6969240" y="2367216"/>
            <a:chExt cx="305280" cy="22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9D8D9A9-E660-BC98-2BBC-72A3D50C670D}"/>
                    </a:ext>
                  </a:extLst>
                </p14:cNvPr>
                <p14:cNvContentPartPr/>
                <p14:nvPr/>
              </p14:nvContentPartPr>
              <p14:xfrm>
                <a:off x="6969240" y="2484936"/>
                <a:ext cx="13680" cy="102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9D8D9A9-E660-BC98-2BBC-72A3D50C670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960600" y="2476296"/>
                  <a:ext cx="313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4864B2B-7BDD-928B-9C8B-EB2CD42A12B8}"/>
                    </a:ext>
                  </a:extLst>
                </p14:cNvPr>
                <p14:cNvContentPartPr/>
                <p14:nvPr/>
              </p14:nvContentPartPr>
              <p14:xfrm>
                <a:off x="7018200" y="2367216"/>
                <a:ext cx="2880" cy="43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4864B2B-7BDD-928B-9C8B-EB2CD42A12B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09200" y="2358216"/>
                  <a:ext cx="205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EC6B554-5F5B-12CD-4D5B-F247E158EFBC}"/>
                    </a:ext>
                  </a:extLst>
                </p14:cNvPr>
                <p14:cNvContentPartPr/>
                <p14:nvPr/>
              </p14:nvContentPartPr>
              <p14:xfrm>
                <a:off x="7032600" y="2503656"/>
                <a:ext cx="90720" cy="42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EC6B554-5F5B-12CD-4D5B-F247E158EFB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023960" y="2495016"/>
                  <a:ext cx="108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C49584E-7B26-E0DD-AD7E-8759FCA72B93}"/>
                    </a:ext>
                  </a:extLst>
                </p14:cNvPr>
                <p14:cNvContentPartPr/>
                <p14:nvPr/>
              </p14:nvContentPartPr>
              <p14:xfrm>
                <a:off x="7212960" y="2393856"/>
                <a:ext cx="37080" cy="149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C49584E-7B26-E0DD-AD7E-8759FCA72B9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204320" y="2385216"/>
                  <a:ext cx="54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B7E798C-C6C2-5C98-4DEC-DFE363D91B61}"/>
                    </a:ext>
                  </a:extLst>
                </p14:cNvPr>
                <p14:cNvContentPartPr/>
                <p14:nvPr/>
              </p14:nvContentPartPr>
              <p14:xfrm>
                <a:off x="7147440" y="2464776"/>
                <a:ext cx="127080" cy="18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B7E798C-C6C2-5C98-4DEC-DFE363D91B6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138440" y="2455776"/>
                  <a:ext cx="14472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EFD69CAF-1A5C-728F-3D39-02336004AB18}"/>
                  </a:ext>
                </a:extLst>
              </p14:cNvPr>
              <p14:cNvContentPartPr/>
              <p14:nvPr/>
            </p14:nvContentPartPr>
            <p14:xfrm>
              <a:off x="7476480" y="2430576"/>
              <a:ext cx="149040" cy="943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EFD69CAF-1A5C-728F-3D39-02336004AB18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7467480" y="2421576"/>
                <a:ext cx="16668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C9FB6A9B-8289-2486-3D86-560B5124A1E8}"/>
                  </a:ext>
                </a:extLst>
              </p14:cNvPr>
              <p14:cNvContentPartPr/>
              <p14:nvPr/>
            </p14:nvContentPartPr>
            <p14:xfrm>
              <a:off x="7675560" y="2293776"/>
              <a:ext cx="281520" cy="1976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C9FB6A9B-8289-2486-3D86-560B5124A1E8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7666920" y="2284776"/>
                <a:ext cx="299160" cy="21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FCB928B-62BB-7B59-FDB0-13D086134B90}"/>
              </a:ext>
            </a:extLst>
          </p:cNvPr>
          <p:cNvGrpSpPr/>
          <p:nvPr/>
        </p:nvGrpSpPr>
        <p:grpSpPr>
          <a:xfrm>
            <a:off x="8117640" y="2189736"/>
            <a:ext cx="1933920" cy="426600"/>
            <a:chOff x="8117640" y="2189736"/>
            <a:chExt cx="1933920" cy="42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9CB206F-44EF-4C40-8FAE-361280BB13EB}"/>
                    </a:ext>
                  </a:extLst>
                </p14:cNvPr>
                <p14:cNvContentPartPr/>
                <p14:nvPr/>
              </p14:nvContentPartPr>
              <p14:xfrm>
                <a:off x="8117640" y="2389896"/>
                <a:ext cx="88200" cy="12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9CB206F-44EF-4C40-8FAE-361280BB13E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109000" y="2381256"/>
                  <a:ext cx="1058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689DCB3-1F87-40E7-99D1-8D7581DDBE34}"/>
                    </a:ext>
                  </a:extLst>
                </p14:cNvPr>
                <p14:cNvContentPartPr/>
                <p14:nvPr/>
              </p14:nvContentPartPr>
              <p14:xfrm>
                <a:off x="8159040" y="2437056"/>
                <a:ext cx="105120" cy="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689DCB3-1F87-40E7-99D1-8D7581DDBE3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150400" y="2428416"/>
                  <a:ext cx="122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A7FF37E-E74C-0AA6-6795-4E1716A94457}"/>
                    </a:ext>
                  </a:extLst>
                </p14:cNvPr>
                <p14:cNvContentPartPr/>
                <p14:nvPr/>
              </p14:nvContentPartPr>
              <p14:xfrm>
                <a:off x="8390880" y="2194776"/>
                <a:ext cx="207720" cy="235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A7FF37E-E74C-0AA6-6795-4E1716A9445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381880" y="2186136"/>
                  <a:ext cx="225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791FC08-53E0-B9EC-B9E2-0F06AC41BB52}"/>
                    </a:ext>
                  </a:extLst>
                </p14:cNvPr>
                <p14:cNvContentPartPr/>
                <p14:nvPr/>
              </p14:nvContentPartPr>
              <p14:xfrm>
                <a:off x="8643600" y="2325816"/>
                <a:ext cx="147240" cy="90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791FC08-53E0-B9EC-B9E2-0F06AC41BB5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634960" y="2316816"/>
                  <a:ext cx="164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EED8035-E4C6-52C7-4C1E-4A90B1482476}"/>
                    </a:ext>
                  </a:extLst>
                </p14:cNvPr>
                <p14:cNvContentPartPr/>
                <p14:nvPr/>
              </p14:nvContentPartPr>
              <p14:xfrm>
                <a:off x="8652600" y="2306736"/>
                <a:ext cx="196920" cy="309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EED8035-E4C6-52C7-4C1E-4A90B148247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643600" y="2298096"/>
                  <a:ext cx="2145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FE0C579-0936-D6DE-5447-9F0901C1ECE3}"/>
                    </a:ext>
                  </a:extLst>
                </p14:cNvPr>
                <p14:cNvContentPartPr/>
                <p14:nvPr/>
              </p14:nvContentPartPr>
              <p14:xfrm>
                <a:off x="8922240" y="2357496"/>
                <a:ext cx="144360" cy="558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FE0C579-0936-D6DE-5447-9F0901C1ECE3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913600" y="2348496"/>
                  <a:ext cx="162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089189E-7352-B625-9E87-58CFA968B76C}"/>
                    </a:ext>
                  </a:extLst>
                </p14:cNvPr>
                <p14:cNvContentPartPr/>
                <p14:nvPr/>
              </p14:nvContentPartPr>
              <p14:xfrm>
                <a:off x="9068760" y="2315376"/>
                <a:ext cx="322200" cy="111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089189E-7352-B625-9E87-58CFA968B76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059760" y="2306376"/>
                  <a:ext cx="339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935A5D0-5B23-B507-A90F-BA7FCD7465B4}"/>
                    </a:ext>
                  </a:extLst>
                </p14:cNvPr>
                <p14:cNvContentPartPr/>
                <p14:nvPr/>
              </p14:nvContentPartPr>
              <p14:xfrm>
                <a:off x="9417240" y="2304936"/>
                <a:ext cx="81000" cy="1162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935A5D0-5B23-B507-A90F-BA7FCD7465B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408600" y="2296296"/>
                  <a:ext cx="98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B2C58DC-A675-BD05-BE6C-88D6DA9C0128}"/>
                    </a:ext>
                  </a:extLst>
                </p14:cNvPr>
                <p14:cNvContentPartPr/>
                <p14:nvPr/>
              </p14:nvContentPartPr>
              <p14:xfrm>
                <a:off x="9641520" y="2210256"/>
                <a:ext cx="107640" cy="243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B2C58DC-A675-BD05-BE6C-88D6DA9C0128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632880" y="2201616"/>
                  <a:ext cx="125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7089A9E-8F25-CCF3-59C1-261E1D799811}"/>
                    </a:ext>
                  </a:extLst>
                </p14:cNvPr>
                <p14:cNvContentPartPr/>
                <p14:nvPr/>
              </p14:nvContentPartPr>
              <p14:xfrm>
                <a:off x="9828720" y="2189736"/>
                <a:ext cx="89640" cy="229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7089A9E-8F25-CCF3-59C1-261E1D79981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819720" y="2181096"/>
                  <a:ext cx="1072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538A56D-8565-1600-29AA-AA17AB799397}"/>
                    </a:ext>
                  </a:extLst>
                </p14:cNvPr>
                <p14:cNvContentPartPr/>
                <p14:nvPr/>
              </p14:nvContentPartPr>
              <p14:xfrm>
                <a:off x="10034280" y="2310336"/>
                <a:ext cx="7560" cy="45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538A56D-8565-1600-29AA-AA17AB79939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025280" y="2301336"/>
                  <a:ext cx="25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7E2DFED-F217-5A1C-1CCD-81C1F3CCB47F}"/>
                    </a:ext>
                  </a:extLst>
                </p14:cNvPr>
                <p14:cNvContentPartPr/>
                <p14:nvPr/>
              </p14:nvContentPartPr>
              <p14:xfrm>
                <a:off x="9951120" y="2492496"/>
                <a:ext cx="100440" cy="1166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7E2DFED-F217-5A1C-1CCD-81C1F3CCB47F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942480" y="2483496"/>
                  <a:ext cx="11808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0532F9A-CDE0-F56D-B338-BCD665C7AC30}"/>
              </a:ext>
            </a:extLst>
          </p:cNvPr>
          <p:cNvGrpSpPr/>
          <p:nvPr/>
        </p:nvGrpSpPr>
        <p:grpSpPr>
          <a:xfrm>
            <a:off x="5186880" y="3985416"/>
            <a:ext cx="478080" cy="231840"/>
            <a:chOff x="5186880" y="3985416"/>
            <a:chExt cx="47808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5F2D999-75B6-9B68-C970-66DE1DE96FF5}"/>
                    </a:ext>
                  </a:extLst>
                </p14:cNvPr>
                <p14:cNvContentPartPr/>
                <p14:nvPr/>
              </p14:nvContentPartPr>
              <p14:xfrm>
                <a:off x="5186880" y="4131576"/>
                <a:ext cx="5400" cy="85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5F2D999-75B6-9B68-C970-66DE1DE96FF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178240" y="4122936"/>
                  <a:ext cx="230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D3A63B1-39C3-F488-2E74-D368C775A6AF}"/>
                    </a:ext>
                  </a:extLst>
                </p14:cNvPr>
                <p14:cNvContentPartPr/>
                <p14:nvPr/>
              </p14:nvContentPartPr>
              <p14:xfrm>
                <a:off x="5243040" y="3985416"/>
                <a:ext cx="37080" cy="52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D3A63B1-39C3-F488-2E74-D368C775A6A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234040" y="3976416"/>
                  <a:ext cx="54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4DECF7D-CCD7-80C4-C1D2-FB14F60D9968}"/>
                    </a:ext>
                  </a:extLst>
                </p14:cNvPr>
                <p14:cNvContentPartPr/>
                <p14:nvPr/>
              </p14:nvContentPartPr>
              <p14:xfrm>
                <a:off x="5308920" y="4119336"/>
                <a:ext cx="124560" cy="61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4DECF7D-CCD7-80C4-C1D2-FB14F60D9968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299920" y="4110696"/>
                  <a:ext cx="142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56BBDD8-8215-30B0-51CD-B09D6831DDDB}"/>
                    </a:ext>
                  </a:extLst>
                </p14:cNvPr>
                <p14:cNvContentPartPr/>
                <p14:nvPr/>
              </p14:nvContentPartPr>
              <p14:xfrm>
                <a:off x="5512680" y="3999096"/>
                <a:ext cx="62280" cy="1285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56BBDD8-8215-30B0-51CD-B09D6831DDD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504040" y="3990456"/>
                  <a:ext cx="799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04079DE-4BAC-891C-6C62-9B6C622F6837}"/>
                    </a:ext>
                  </a:extLst>
                </p14:cNvPr>
                <p14:cNvContentPartPr/>
                <p14:nvPr/>
              </p14:nvContentPartPr>
              <p14:xfrm>
                <a:off x="5506200" y="4052016"/>
                <a:ext cx="158760" cy="75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04079DE-4BAC-891C-6C62-9B6C622F683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497560" y="4043016"/>
                  <a:ext cx="17640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DD7D20D-A2DD-7716-2150-744E3BB97612}"/>
              </a:ext>
            </a:extLst>
          </p:cNvPr>
          <p:cNvGrpSpPr/>
          <p:nvPr/>
        </p:nvGrpSpPr>
        <p:grpSpPr>
          <a:xfrm>
            <a:off x="6008400" y="3557376"/>
            <a:ext cx="3323880" cy="1086120"/>
            <a:chOff x="6008400" y="3557376"/>
            <a:chExt cx="3323880" cy="108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4831C5A-E730-7B5D-EE9E-471EF01386EA}"/>
                    </a:ext>
                  </a:extLst>
                </p14:cNvPr>
                <p14:cNvContentPartPr/>
                <p14:nvPr/>
              </p14:nvContentPartPr>
              <p14:xfrm>
                <a:off x="8168760" y="3557376"/>
                <a:ext cx="154080" cy="460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4831C5A-E730-7B5D-EE9E-471EF01386E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160120" y="3548376"/>
                  <a:ext cx="17172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6F030EF-C448-B2AA-1952-EA88FB839653}"/>
                    </a:ext>
                  </a:extLst>
                </p14:cNvPr>
                <p14:cNvContentPartPr/>
                <p14:nvPr/>
              </p14:nvContentPartPr>
              <p14:xfrm>
                <a:off x="6008400" y="3833136"/>
                <a:ext cx="214560" cy="256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6F030EF-C448-B2AA-1952-EA88FB83965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999400" y="3824496"/>
                  <a:ext cx="2322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F9762CE-E496-1CAB-F7BB-67EDAC00FC9F}"/>
                    </a:ext>
                  </a:extLst>
                </p14:cNvPr>
                <p14:cNvContentPartPr/>
                <p14:nvPr/>
              </p14:nvContentPartPr>
              <p14:xfrm>
                <a:off x="6228000" y="3974976"/>
                <a:ext cx="178200" cy="69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F9762CE-E496-1CAB-F7BB-67EDAC00FC9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219360" y="3965976"/>
                  <a:ext cx="195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18C0B64-C593-0913-ACCC-4FD60460644C}"/>
                    </a:ext>
                  </a:extLst>
                </p14:cNvPr>
                <p14:cNvContentPartPr/>
                <p14:nvPr/>
              </p14:nvContentPartPr>
              <p14:xfrm>
                <a:off x="6337440" y="3950496"/>
                <a:ext cx="188280" cy="335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18C0B64-C593-0913-ACCC-4FD60460644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328440" y="3941856"/>
                  <a:ext cx="2059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DC6214B-B081-EA85-F616-1155BCB6CEFB}"/>
                    </a:ext>
                  </a:extLst>
                </p14:cNvPr>
                <p14:cNvContentPartPr/>
                <p14:nvPr/>
              </p14:nvContentPartPr>
              <p14:xfrm>
                <a:off x="6586560" y="3969936"/>
                <a:ext cx="139320" cy="601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DC6214B-B081-EA85-F616-1155BCB6CEF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577560" y="3960936"/>
                  <a:ext cx="1569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117A16C-633E-A7BC-82A8-7349BB54CAEA}"/>
                    </a:ext>
                  </a:extLst>
                </p14:cNvPr>
                <p14:cNvContentPartPr/>
                <p14:nvPr/>
              </p14:nvContentPartPr>
              <p14:xfrm>
                <a:off x="6761880" y="3908736"/>
                <a:ext cx="302760" cy="94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117A16C-633E-A7BC-82A8-7349BB54CAEA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753240" y="3900096"/>
                  <a:ext cx="320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0A90980-2B20-EC13-DE2B-E086DB90F088}"/>
                    </a:ext>
                  </a:extLst>
                </p14:cNvPr>
                <p14:cNvContentPartPr/>
                <p14:nvPr/>
              </p14:nvContentPartPr>
              <p14:xfrm>
                <a:off x="7102440" y="3887136"/>
                <a:ext cx="113400" cy="102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0A90980-2B20-EC13-DE2B-E086DB90F08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093800" y="3878496"/>
                  <a:ext cx="1310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1B8F04D-182E-372E-43C8-5F0571873356}"/>
                    </a:ext>
                  </a:extLst>
                </p14:cNvPr>
                <p14:cNvContentPartPr/>
                <p14:nvPr/>
              </p14:nvContentPartPr>
              <p14:xfrm>
                <a:off x="7338960" y="3686616"/>
                <a:ext cx="174240" cy="3013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1B8F04D-182E-372E-43C8-5F0571873356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330320" y="3677976"/>
                  <a:ext cx="1918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FA116F9-B247-AB2A-28E2-1CE895FA87FD}"/>
                    </a:ext>
                  </a:extLst>
                </p14:cNvPr>
                <p14:cNvContentPartPr/>
                <p14:nvPr/>
              </p14:nvContentPartPr>
              <p14:xfrm>
                <a:off x="7608240" y="3701016"/>
                <a:ext cx="97920" cy="2912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FA116F9-B247-AB2A-28E2-1CE895FA87F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599240" y="3692016"/>
                  <a:ext cx="1155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EFC8721-CE7F-8DFA-38AB-14D2E47F9918}"/>
                    </a:ext>
                  </a:extLst>
                </p14:cNvPr>
                <p14:cNvContentPartPr/>
                <p14:nvPr/>
              </p14:nvContentPartPr>
              <p14:xfrm>
                <a:off x="6030360" y="4451616"/>
                <a:ext cx="190440" cy="1663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EFC8721-CE7F-8DFA-38AB-14D2E47F9918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021720" y="4442616"/>
                  <a:ext cx="208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FA290AF-A540-FE90-1F6A-6300CEDEF7AD}"/>
                    </a:ext>
                  </a:extLst>
                </p14:cNvPr>
                <p14:cNvContentPartPr/>
                <p14:nvPr/>
              </p14:nvContentPartPr>
              <p14:xfrm>
                <a:off x="6255000" y="4454136"/>
                <a:ext cx="163800" cy="892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FA290AF-A540-FE90-1F6A-6300CEDEF7AD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246000" y="4445496"/>
                  <a:ext cx="1814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64B2EB1-7EEE-EB44-0F42-D09E8E07C3F2}"/>
                    </a:ext>
                  </a:extLst>
                </p14:cNvPr>
                <p14:cNvContentPartPr/>
                <p14:nvPr/>
              </p14:nvContentPartPr>
              <p14:xfrm>
                <a:off x="6456240" y="4322736"/>
                <a:ext cx="140400" cy="210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64B2EB1-7EEE-EB44-0F42-D09E8E07C3F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447240" y="4313736"/>
                  <a:ext cx="1580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803E476-449E-5280-E10C-6776C32E095D}"/>
                    </a:ext>
                  </a:extLst>
                </p14:cNvPr>
                <p14:cNvContentPartPr/>
                <p14:nvPr/>
              </p14:nvContentPartPr>
              <p14:xfrm>
                <a:off x="6761880" y="4404816"/>
                <a:ext cx="134640" cy="183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803E476-449E-5280-E10C-6776C32E095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753240" y="4395816"/>
                  <a:ext cx="152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9FDD6FD-2965-D19A-54F0-D80D6842E02F}"/>
                    </a:ext>
                  </a:extLst>
                </p14:cNvPr>
                <p14:cNvContentPartPr/>
                <p14:nvPr/>
              </p14:nvContentPartPr>
              <p14:xfrm>
                <a:off x="6820560" y="4442256"/>
                <a:ext cx="114840" cy="262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9FDD6FD-2965-D19A-54F0-D80D6842E02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811560" y="4433256"/>
                  <a:ext cx="1324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DBDC3BC-40D9-428E-C207-354BD003541E}"/>
                    </a:ext>
                  </a:extLst>
                </p14:cNvPr>
                <p14:cNvContentPartPr/>
                <p14:nvPr/>
              </p14:nvContentPartPr>
              <p14:xfrm>
                <a:off x="7044840" y="4340376"/>
                <a:ext cx="229680" cy="3031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DBDC3BC-40D9-428E-C207-354BD003541E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036200" y="4331376"/>
                  <a:ext cx="2473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87F7757-F33C-DC2B-5A63-5A1E2BED4805}"/>
                    </a:ext>
                  </a:extLst>
                </p14:cNvPr>
                <p14:cNvContentPartPr/>
                <p14:nvPr/>
              </p14:nvContentPartPr>
              <p14:xfrm>
                <a:off x="7305840" y="4354416"/>
                <a:ext cx="163800" cy="576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87F7757-F33C-DC2B-5A63-5A1E2BED480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296840" y="4345416"/>
                  <a:ext cx="1814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31A3461-F342-1F14-997B-D4CC09DBD1EB}"/>
                    </a:ext>
                  </a:extLst>
                </p14:cNvPr>
                <p14:cNvContentPartPr/>
                <p14:nvPr/>
              </p14:nvContentPartPr>
              <p14:xfrm>
                <a:off x="7491960" y="4284576"/>
                <a:ext cx="121320" cy="95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31A3461-F342-1F14-997B-D4CC09DBD1E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483320" y="4275576"/>
                  <a:ext cx="1389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86F3FEB-01D1-0329-EA9F-EE41483E0DC8}"/>
                    </a:ext>
                  </a:extLst>
                </p14:cNvPr>
                <p14:cNvContentPartPr/>
                <p14:nvPr/>
              </p14:nvContentPartPr>
              <p14:xfrm>
                <a:off x="7656840" y="4279896"/>
                <a:ext cx="137160" cy="565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86F3FEB-01D1-0329-EA9F-EE41483E0DC8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647840" y="4270896"/>
                  <a:ext cx="154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0D01933-37A6-A795-0AC2-EF43331A248B}"/>
                    </a:ext>
                  </a:extLst>
                </p14:cNvPr>
                <p14:cNvContentPartPr/>
                <p14:nvPr/>
              </p14:nvContentPartPr>
              <p14:xfrm>
                <a:off x="7812720" y="4219056"/>
                <a:ext cx="108360" cy="1069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0D01933-37A6-A795-0AC2-EF43331A248B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803720" y="4210416"/>
                  <a:ext cx="1260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623EC83-9451-DD2D-4B5D-F35329167E01}"/>
                    </a:ext>
                  </a:extLst>
                </p14:cNvPr>
                <p14:cNvContentPartPr/>
                <p14:nvPr/>
              </p14:nvContentPartPr>
              <p14:xfrm>
                <a:off x="8005680" y="4101696"/>
                <a:ext cx="161280" cy="2887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623EC83-9451-DD2D-4B5D-F35329167E01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996680" y="4092696"/>
                  <a:ext cx="1789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99502FA-8D4D-823F-A6B7-6A6AEC04CC11}"/>
                    </a:ext>
                  </a:extLst>
                </p14:cNvPr>
                <p14:cNvContentPartPr/>
                <p14:nvPr/>
              </p14:nvContentPartPr>
              <p14:xfrm>
                <a:off x="8288280" y="4070736"/>
                <a:ext cx="139680" cy="2660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99502FA-8D4D-823F-A6B7-6A6AEC04CC1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279640" y="4061736"/>
                  <a:ext cx="1573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5479F8B-429D-32D5-B30E-D5D31991E601}"/>
                    </a:ext>
                  </a:extLst>
                </p14:cNvPr>
                <p14:cNvContentPartPr/>
                <p14:nvPr/>
              </p14:nvContentPartPr>
              <p14:xfrm>
                <a:off x="8234640" y="4201416"/>
                <a:ext cx="287640" cy="1018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5479F8B-429D-32D5-B30E-D5D31991E601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226000" y="4192776"/>
                  <a:ext cx="3052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2EF1BFF-EE94-A188-A8CA-F326332F89BE}"/>
                    </a:ext>
                  </a:extLst>
                </p14:cNvPr>
                <p14:cNvContentPartPr/>
                <p14:nvPr/>
              </p14:nvContentPartPr>
              <p14:xfrm>
                <a:off x="8539560" y="4175136"/>
                <a:ext cx="224280" cy="1144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2EF1BFF-EE94-A188-A8CA-F326332F89BE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530560" y="4166136"/>
                  <a:ext cx="241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D991640-0E6D-DA5E-F0C7-A2E2B0D5811D}"/>
                    </a:ext>
                  </a:extLst>
                </p14:cNvPr>
                <p14:cNvContentPartPr/>
                <p14:nvPr/>
              </p14:nvContentPartPr>
              <p14:xfrm>
                <a:off x="8852040" y="4037256"/>
                <a:ext cx="53640" cy="1584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D991640-0E6D-DA5E-F0C7-A2E2B0D5811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843040" y="4028616"/>
                  <a:ext cx="71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676E060-130A-464D-4FC6-56F094142C0F}"/>
                    </a:ext>
                  </a:extLst>
                </p14:cNvPr>
                <p14:cNvContentPartPr/>
                <p14:nvPr/>
              </p14:nvContentPartPr>
              <p14:xfrm>
                <a:off x="8800560" y="4098456"/>
                <a:ext cx="132120" cy="15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676E060-130A-464D-4FC6-56F094142C0F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791560" y="4089456"/>
                  <a:ext cx="149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682F703-39B5-32DC-F932-DA0D92549293}"/>
                    </a:ext>
                  </a:extLst>
                </p14:cNvPr>
                <p14:cNvContentPartPr/>
                <p14:nvPr/>
              </p14:nvContentPartPr>
              <p14:xfrm>
                <a:off x="9010080" y="3927816"/>
                <a:ext cx="151560" cy="2797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682F703-39B5-32DC-F932-DA0D92549293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001440" y="3918816"/>
                  <a:ext cx="1692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D1A1B3F-E458-45DE-CFEA-4A6B011D5E6E}"/>
                    </a:ext>
                  </a:extLst>
                </p14:cNvPr>
                <p14:cNvContentPartPr/>
                <p14:nvPr/>
              </p14:nvContentPartPr>
              <p14:xfrm>
                <a:off x="9322200" y="4095936"/>
                <a:ext cx="10080" cy="306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D1A1B3F-E458-45DE-CFEA-4A6B011D5E6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313560" y="4086936"/>
                  <a:ext cx="27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8190914-5162-E714-E3DA-F3F35FFB9BB8}"/>
                    </a:ext>
                  </a:extLst>
                </p14:cNvPr>
                <p14:cNvContentPartPr/>
                <p14:nvPr/>
              </p14:nvContentPartPr>
              <p14:xfrm>
                <a:off x="9205200" y="4233096"/>
                <a:ext cx="117360" cy="1213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8190914-5162-E714-E3DA-F3F35FFB9BB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196200" y="4224456"/>
                  <a:ext cx="13500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4968B782-4A68-4ADB-4257-DFC7D173C386}"/>
              </a:ext>
            </a:extLst>
          </p:cNvPr>
          <p:cNvGrpSpPr/>
          <p:nvPr/>
        </p:nvGrpSpPr>
        <p:grpSpPr>
          <a:xfrm>
            <a:off x="6220800" y="5434416"/>
            <a:ext cx="866160" cy="351360"/>
            <a:chOff x="6220800" y="5434416"/>
            <a:chExt cx="86616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55C737A-BF87-6764-FCC3-1411B57BAEF5}"/>
                    </a:ext>
                  </a:extLst>
                </p14:cNvPr>
                <p14:cNvContentPartPr/>
                <p14:nvPr/>
              </p14:nvContentPartPr>
              <p14:xfrm>
                <a:off x="6220800" y="5626296"/>
                <a:ext cx="275760" cy="1594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55C737A-BF87-6764-FCC3-1411B57BAEF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211800" y="5617656"/>
                  <a:ext cx="293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8EBFDDC-07BE-699F-E983-8E9219540271}"/>
                    </a:ext>
                  </a:extLst>
                </p14:cNvPr>
                <p14:cNvContentPartPr/>
                <p14:nvPr/>
              </p14:nvContentPartPr>
              <p14:xfrm>
                <a:off x="6555960" y="5434416"/>
                <a:ext cx="52920" cy="257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8EBFDDC-07BE-699F-E983-8E921954027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547320" y="5425776"/>
                  <a:ext cx="705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8D84F6D-EE5B-65F7-5F2F-B5F6B00ED777}"/>
                    </a:ext>
                  </a:extLst>
                </p14:cNvPr>
                <p14:cNvContentPartPr/>
                <p14:nvPr/>
              </p14:nvContentPartPr>
              <p14:xfrm>
                <a:off x="6491520" y="5608296"/>
                <a:ext cx="297720" cy="507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8D84F6D-EE5B-65F7-5F2F-B5F6B00ED777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482520" y="5599296"/>
                  <a:ext cx="3153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0DA2A32-B34A-954F-4740-F0B6A6004B41}"/>
                    </a:ext>
                  </a:extLst>
                </p14:cNvPr>
                <p14:cNvContentPartPr/>
                <p14:nvPr/>
              </p14:nvContentPartPr>
              <p14:xfrm>
                <a:off x="6825240" y="5529456"/>
                <a:ext cx="24840" cy="102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0DA2A32-B34A-954F-4740-F0B6A6004B41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816600" y="5520816"/>
                  <a:ext cx="424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CD18BC6-1496-20BD-9209-968F4FCB2F01}"/>
                    </a:ext>
                  </a:extLst>
                </p14:cNvPr>
                <p14:cNvContentPartPr/>
                <p14:nvPr/>
              </p14:nvContentPartPr>
              <p14:xfrm>
                <a:off x="6920640" y="5558616"/>
                <a:ext cx="166320" cy="435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CD18BC6-1496-20BD-9209-968F4FCB2F01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911640" y="5549976"/>
                  <a:ext cx="18396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2D5EAD0A-E903-6E4B-A033-1873C366CE75}"/>
              </a:ext>
            </a:extLst>
          </p:cNvPr>
          <p:cNvGrpSpPr/>
          <p:nvPr/>
        </p:nvGrpSpPr>
        <p:grpSpPr>
          <a:xfrm>
            <a:off x="7481160" y="5131296"/>
            <a:ext cx="651600" cy="489600"/>
            <a:chOff x="7481160" y="5131296"/>
            <a:chExt cx="651600" cy="48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D82C26D-A7AB-6972-8718-5E9478015491}"/>
                    </a:ext>
                  </a:extLst>
                </p14:cNvPr>
                <p14:cNvContentPartPr/>
                <p14:nvPr/>
              </p14:nvContentPartPr>
              <p14:xfrm>
                <a:off x="7481160" y="5363136"/>
                <a:ext cx="205200" cy="1281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D82C26D-A7AB-6972-8718-5E9478015491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7472520" y="5354136"/>
                  <a:ext cx="222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D4FBB7E-C389-988F-D238-D9D1A144459B}"/>
                    </a:ext>
                  </a:extLst>
                </p14:cNvPr>
                <p14:cNvContentPartPr/>
                <p14:nvPr/>
              </p14:nvContentPartPr>
              <p14:xfrm>
                <a:off x="7673040" y="5131296"/>
                <a:ext cx="364320" cy="2995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D4FBB7E-C389-988F-D238-D9D1A144459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664400" y="5122296"/>
                  <a:ext cx="3819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1955D1C-B08D-D15D-1D06-1868ECCE6F51}"/>
                    </a:ext>
                  </a:extLst>
                </p14:cNvPr>
                <p14:cNvContentPartPr/>
                <p14:nvPr/>
              </p14:nvContentPartPr>
              <p14:xfrm>
                <a:off x="8073720" y="5328936"/>
                <a:ext cx="17280" cy="151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1955D1C-B08D-D15D-1D06-1868ECCE6F51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065080" y="5319936"/>
                  <a:ext cx="349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881D1E8-F1D4-35E1-ED48-63816F480BD6}"/>
                    </a:ext>
                  </a:extLst>
                </p14:cNvPr>
                <p14:cNvContentPartPr/>
                <p14:nvPr/>
              </p14:nvContentPartPr>
              <p14:xfrm>
                <a:off x="8027640" y="5407776"/>
                <a:ext cx="105120" cy="2131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881D1E8-F1D4-35E1-ED48-63816F480BD6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018640" y="5398776"/>
                  <a:ext cx="122760" cy="23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7C66DCD6-9221-FC0A-15BA-8EB23AC52612}"/>
                  </a:ext>
                </a:extLst>
              </p14:cNvPr>
              <p14:cNvContentPartPr/>
              <p14:nvPr/>
            </p14:nvContentPartPr>
            <p14:xfrm>
              <a:off x="5603760" y="6019776"/>
              <a:ext cx="156240" cy="37080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7C66DCD6-9221-FC0A-15BA-8EB23AC52612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5595120" y="6011136"/>
                <a:ext cx="173880" cy="38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43349399-8702-A4E0-9F25-BBC64E099DD3}"/>
              </a:ext>
            </a:extLst>
          </p:cNvPr>
          <p:cNvGrpSpPr/>
          <p:nvPr/>
        </p:nvGrpSpPr>
        <p:grpSpPr>
          <a:xfrm>
            <a:off x="6105960" y="4860576"/>
            <a:ext cx="868320" cy="457920"/>
            <a:chOff x="6105960" y="4860576"/>
            <a:chExt cx="868320" cy="45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DE629BA-957F-721A-4548-D33829AC6D43}"/>
                    </a:ext>
                  </a:extLst>
                </p14:cNvPr>
                <p14:cNvContentPartPr/>
                <p14:nvPr/>
              </p14:nvContentPartPr>
              <p14:xfrm>
                <a:off x="6184440" y="4895856"/>
                <a:ext cx="126720" cy="4226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DE629BA-957F-721A-4548-D33829AC6D43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175800" y="4887216"/>
                  <a:ext cx="14436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7D3F11C-EEC3-6D5E-B962-F20C94ABD3A6}"/>
                    </a:ext>
                  </a:extLst>
                </p14:cNvPr>
                <p14:cNvContentPartPr/>
                <p14:nvPr/>
              </p14:nvContentPartPr>
              <p14:xfrm>
                <a:off x="6105960" y="5112576"/>
                <a:ext cx="222120" cy="597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7D3F11C-EEC3-6D5E-B962-F20C94ABD3A6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6097320" y="5103936"/>
                  <a:ext cx="2397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5393A08-22F2-E38B-FC3B-937BBBAC7935}"/>
                    </a:ext>
                  </a:extLst>
                </p14:cNvPr>
                <p14:cNvContentPartPr/>
                <p14:nvPr/>
              </p14:nvContentPartPr>
              <p14:xfrm>
                <a:off x="6362280" y="5057496"/>
                <a:ext cx="119880" cy="1288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5393A08-22F2-E38B-FC3B-937BBBAC7935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353280" y="5048496"/>
                  <a:ext cx="1375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C7A768D-3F79-A80B-7477-4114AFBAB675}"/>
                    </a:ext>
                  </a:extLst>
                </p14:cNvPr>
                <p14:cNvContentPartPr/>
                <p14:nvPr/>
              </p14:nvContentPartPr>
              <p14:xfrm>
                <a:off x="6463800" y="5021856"/>
                <a:ext cx="310680" cy="1036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C7A768D-3F79-A80B-7477-4114AFBAB675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454800" y="5012856"/>
                  <a:ext cx="3283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F69645A-6950-1545-E54E-39330548BD3B}"/>
                    </a:ext>
                  </a:extLst>
                </p14:cNvPr>
                <p14:cNvContentPartPr/>
                <p14:nvPr/>
              </p14:nvContentPartPr>
              <p14:xfrm>
                <a:off x="6882120" y="4860576"/>
                <a:ext cx="82800" cy="1796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F69645A-6950-1545-E54E-39330548BD3B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873120" y="4851936"/>
                  <a:ext cx="1004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452A356-5583-23E7-4AAB-91413BEEC497}"/>
                    </a:ext>
                  </a:extLst>
                </p14:cNvPr>
                <p14:cNvContentPartPr/>
                <p14:nvPr/>
              </p14:nvContentPartPr>
              <p14:xfrm>
                <a:off x="6869160" y="4967136"/>
                <a:ext cx="105120" cy="100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452A356-5583-23E7-4AAB-91413BEEC49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860520" y="4958136"/>
                  <a:ext cx="12276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A28081AF-40D6-C0E0-5DF9-69BBC7E2CBAC}"/>
              </a:ext>
            </a:extLst>
          </p:cNvPr>
          <p:cNvGrpSpPr/>
          <p:nvPr/>
        </p:nvGrpSpPr>
        <p:grpSpPr>
          <a:xfrm>
            <a:off x="7196040" y="4562496"/>
            <a:ext cx="1697400" cy="432360"/>
            <a:chOff x="7196040" y="4562496"/>
            <a:chExt cx="169740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92659CA-4033-CDAC-FE0D-F9DA949EEC5E}"/>
                    </a:ext>
                  </a:extLst>
                </p14:cNvPr>
                <p14:cNvContentPartPr/>
                <p14:nvPr/>
              </p14:nvContentPartPr>
              <p14:xfrm>
                <a:off x="7196040" y="4903056"/>
                <a:ext cx="156240" cy="338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92659CA-4033-CDAC-FE0D-F9DA949EEC5E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187040" y="4894056"/>
                  <a:ext cx="173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7E7AF4A-465F-1752-C71C-8CBAF6BBE450}"/>
                    </a:ext>
                  </a:extLst>
                </p14:cNvPr>
                <p14:cNvContentPartPr/>
                <p14:nvPr/>
              </p14:nvContentPartPr>
              <p14:xfrm>
                <a:off x="7239960" y="4962096"/>
                <a:ext cx="129600" cy="327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7E7AF4A-465F-1752-C71C-8CBAF6BBE450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230960" y="4953456"/>
                  <a:ext cx="147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91F597A-90C7-6191-8F33-9C42770830A0}"/>
                    </a:ext>
                  </a:extLst>
                </p14:cNvPr>
                <p14:cNvContentPartPr/>
                <p14:nvPr/>
              </p14:nvContentPartPr>
              <p14:xfrm>
                <a:off x="7525800" y="4652496"/>
                <a:ext cx="162000" cy="3409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91F597A-90C7-6191-8F33-9C42770830A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7516800" y="4643496"/>
                  <a:ext cx="1796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AFFC51F-7CE5-8393-DE18-F75101477E74}"/>
                    </a:ext>
                  </a:extLst>
                </p14:cNvPr>
                <p14:cNvContentPartPr/>
                <p14:nvPr/>
              </p14:nvContentPartPr>
              <p14:xfrm>
                <a:off x="7522920" y="4770576"/>
                <a:ext cx="261360" cy="1008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AFFC51F-7CE5-8393-DE18-F75101477E74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7513920" y="4761936"/>
                  <a:ext cx="2790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228F5A7-2C9B-AF21-E9B0-7C6BCD5F4145}"/>
                    </a:ext>
                  </a:extLst>
                </p14:cNvPr>
                <p14:cNvContentPartPr/>
                <p14:nvPr/>
              </p14:nvContentPartPr>
              <p14:xfrm>
                <a:off x="7797600" y="4777776"/>
                <a:ext cx="242280" cy="774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228F5A7-2C9B-AF21-E9B0-7C6BCD5F4145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7788960" y="4769136"/>
                  <a:ext cx="2599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DFA93AA-A171-97E6-057C-92FFF922D4B6}"/>
                    </a:ext>
                  </a:extLst>
                </p14:cNvPr>
                <p14:cNvContentPartPr/>
                <p14:nvPr/>
              </p14:nvContentPartPr>
              <p14:xfrm>
                <a:off x="8164080" y="4622616"/>
                <a:ext cx="97920" cy="1594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DFA93AA-A171-97E6-057C-92FFF922D4B6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155080" y="4613616"/>
                  <a:ext cx="1155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930D1B8-ADAC-6EBA-10E4-466D21FE3B45}"/>
                    </a:ext>
                  </a:extLst>
                </p14:cNvPr>
                <p14:cNvContentPartPr/>
                <p14:nvPr/>
              </p14:nvContentPartPr>
              <p14:xfrm>
                <a:off x="8129880" y="4703616"/>
                <a:ext cx="146520" cy="151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930D1B8-ADAC-6EBA-10E4-466D21FE3B45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8121240" y="4694976"/>
                  <a:ext cx="164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53B888B-27C6-4DDA-2361-345EE5BA0D69}"/>
                    </a:ext>
                  </a:extLst>
                </p14:cNvPr>
                <p14:cNvContentPartPr/>
                <p14:nvPr/>
              </p14:nvContentPartPr>
              <p14:xfrm>
                <a:off x="8454240" y="4611096"/>
                <a:ext cx="2880" cy="1360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53B888B-27C6-4DDA-2361-345EE5BA0D69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445240" y="4602456"/>
                  <a:ext cx="205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B9158AA-4C61-FE5E-5F91-55C90BF067E7}"/>
                    </a:ext>
                  </a:extLst>
                </p14:cNvPr>
                <p14:cNvContentPartPr/>
                <p14:nvPr/>
              </p14:nvContentPartPr>
              <p14:xfrm>
                <a:off x="8407800" y="4673016"/>
                <a:ext cx="122400" cy="190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B9158AA-4C61-FE5E-5F91-55C90BF067E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399160" y="4664016"/>
                  <a:ext cx="140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50C6427-DEA1-F5CA-3E75-D6D7D6E2B9A9}"/>
                    </a:ext>
                  </a:extLst>
                </p14:cNvPr>
                <p14:cNvContentPartPr/>
                <p14:nvPr/>
              </p14:nvContentPartPr>
              <p14:xfrm>
                <a:off x="8697240" y="4562496"/>
                <a:ext cx="5760" cy="1544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50C6427-DEA1-F5CA-3E75-D6D7D6E2B9A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688600" y="4553496"/>
                  <a:ext cx="23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3D28704-EB4D-B7E7-896E-6008CD6B832B}"/>
                    </a:ext>
                  </a:extLst>
                </p14:cNvPr>
                <p14:cNvContentPartPr/>
                <p14:nvPr/>
              </p14:nvContentPartPr>
              <p14:xfrm>
                <a:off x="8839440" y="4579416"/>
                <a:ext cx="19800" cy="320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3D28704-EB4D-B7E7-896E-6008CD6B832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830440" y="4570776"/>
                  <a:ext cx="37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4B6D3656-C532-46B4-8A09-A11101E62230}"/>
                    </a:ext>
                  </a:extLst>
                </p14:cNvPr>
                <p14:cNvContentPartPr/>
                <p14:nvPr/>
              </p14:nvContentPartPr>
              <p14:xfrm>
                <a:off x="8785800" y="4723416"/>
                <a:ext cx="107640" cy="1663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4B6D3656-C532-46B4-8A09-A11101E62230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776800" y="4714416"/>
                  <a:ext cx="12528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99111842-9F1D-2BFE-DAB0-2349E2BE19AA}"/>
                  </a:ext>
                </a:extLst>
              </p14:cNvPr>
              <p14:cNvContentPartPr/>
              <p14:nvPr/>
            </p14:nvContentPartPr>
            <p14:xfrm>
              <a:off x="4852800" y="670176"/>
              <a:ext cx="92880" cy="1656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99111842-9F1D-2BFE-DAB0-2349E2BE19AA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4844160" y="661176"/>
                <a:ext cx="11052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Group 230">
            <a:extLst>
              <a:ext uri="{FF2B5EF4-FFF2-40B4-BE49-F238E27FC236}">
                <a16:creationId xmlns:a16="http://schemas.microsoft.com/office/drawing/2014/main" id="{9EAFEEC7-91EB-8BE4-4473-A94B4B5BF7B4}"/>
              </a:ext>
            </a:extLst>
          </p:cNvPr>
          <p:cNvGrpSpPr/>
          <p:nvPr/>
        </p:nvGrpSpPr>
        <p:grpSpPr>
          <a:xfrm>
            <a:off x="4328640" y="707616"/>
            <a:ext cx="356400" cy="142560"/>
            <a:chOff x="4328640" y="707616"/>
            <a:chExt cx="356400" cy="14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5FD42D5-0B55-489D-8160-4B3C69F42540}"/>
                    </a:ext>
                  </a:extLst>
                </p14:cNvPr>
                <p14:cNvContentPartPr/>
                <p14:nvPr/>
              </p14:nvContentPartPr>
              <p14:xfrm>
                <a:off x="4596840" y="707616"/>
                <a:ext cx="88200" cy="198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5FD42D5-0B55-489D-8160-4B3C69F42540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587840" y="698616"/>
                  <a:ext cx="105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1C438F3-8FA2-D090-804E-A107E8CD451F}"/>
                    </a:ext>
                  </a:extLst>
                </p14:cNvPr>
                <p14:cNvContentPartPr/>
                <p14:nvPr/>
              </p14:nvContentPartPr>
              <p14:xfrm>
                <a:off x="4465080" y="743976"/>
                <a:ext cx="24840" cy="93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1C438F3-8FA2-D090-804E-A107E8CD451F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456440" y="735336"/>
                  <a:ext cx="424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081618F-20DE-39BF-ADF2-4BA796F2AEA8}"/>
                    </a:ext>
                  </a:extLst>
                </p14:cNvPr>
                <p14:cNvContentPartPr/>
                <p14:nvPr/>
              </p14:nvContentPartPr>
              <p14:xfrm>
                <a:off x="4328640" y="777456"/>
                <a:ext cx="17280" cy="3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081618F-20DE-39BF-ADF2-4BA796F2AEA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319640" y="768456"/>
                  <a:ext cx="34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858ADE6-E0AE-A264-85C5-9DE701F3AE96}"/>
                    </a:ext>
                  </a:extLst>
                </p14:cNvPr>
                <p14:cNvContentPartPr/>
                <p14:nvPr/>
              </p14:nvContentPartPr>
              <p14:xfrm>
                <a:off x="4331160" y="777456"/>
                <a:ext cx="15120" cy="727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858ADE6-E0AE-A264-85C5-9DE701F3AE9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322160" y="768456"/>
                  <a:ext cx="32760" cy="9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97945097-229B-5368-01E1-077819560BB1}"/>
                  </a:ext>
                </a:extLst>
              </p14:cNvPr>
              <p14:cNvContentPartPr/>
              <p14:nvPr/>
            </p14:nvContentPartPr>
            <p14:xfrm>
              <a:off x="4313880" y="935136"/>
              <a:ext cx="12600" cy="6948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97945097-229B-5368-01E1-077819560BB1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4305240" y="926136"/>
                <a:ext cx="3024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22ADEAAF-1390-928F-587C-D5CE714FD33E}"/>
                  </a:ext>
                </a:extLst>
              </p14:cNvPr>
              <p14:cNvContentPartPr/>
              <p14:nvPr/>
            </p14:nvContentPartPr>
            <p14:xfrm>
              <a:off x="4284720" y="1088856"/>
              <a:ext cx="2880" cy="4032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22ADEAAF-1390-928F-587C-D5CE714FD33E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4275720" y="1079856"/>
                <a:ext cx="2052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1131B961-542F-FE4F-E019-F00DFFCA0A6F}"/>
              </a:ext>
            </a:extLst>
          </p:cNvPr>
          <p:cNvGrpSpPr/>
          <p:nvPr/>
        </p:nvGrpSpPr>
        <p:grpSpPr>
          <a:xfrm>
            <a:off x="4187160" y="1207296"/>
            <a:ext cx="168120" cy="161280"/>
            <a:chOff x="4187160" y="1207296"/>
            <a:chExt cx="168120" cy="16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9941A2F-7FE2-CE3D-580B-ADE07C606E0A}"/>
                    </a:ext>
                  </a:extLst>
                </p14:cNvPr>
                <p14:cNvContentPartPr/>
                <p14:nvPr/>
              </p14:nvContentPartPr>
              <p14:xfrm>
                <a:off x="4240800" y="1212336"/>
                <a:ext cx="12600" cy="489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9941A2F-7FE2-CE3D-580B-ADE07C606E0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4232160" y="1203336"/>
                  <a:ext cx="302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86422A6-0C79-9046-1882-841C484B3B29}"/>
                    </a:ext>
                  </a:extLst>
                </p14:cNvPr>
                <p14:cNvContentPartPr/>
                <p14:nvPr/>
              </p14:nvContentPartPr>
              <p14:xfrm>
                <a:off x="4240800" y="1284696"/>
                <a:ext cx="360" cy="93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86422A6-0C79-9046-1882-841C484B3B29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232160" y="1275696"/>
                  <a:ext cx="18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763883A-7EC7-943F-3573-9B82B43B67E1}"/>
                    </a:ext>
                  </a:extLst>
                </p14:cNvPr>
                <p14:cNvContentPartPr/>
                <p14:nvPr/>
              </p14:nvContentPartPr>
              <p14:xfrm>
                <a:off x="4187160" y="1207296"/>
                <a:ext cx="168120" cy="1612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763883A-7EC7-943F-3573-9B82B43B67E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4178520" y="1198656"/>
                  <a:ext cx="18576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D1456ABA-311F-D467-5D1A-A63C64CD5B3D}"/>
              </a:ext>
            </a:extLst>
          </p:cNvPr>
          <p:cNvGrpSpPr/>
          <p:nvPr/>
        </p:nvGrpSpPr>
        <p:grpSpPr>
          <a:xfrm>
            <a:off x="9939600" y="3843936"/>
            <a:ext cx="275400" cy="312120"/>
            <a:chOff x="9939600" y="3843936"/>
            <a:chExt cx="27540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B8DE45A-72E9-D52F-8708-B8A80E46EAB0}"/>
                    </a:ext>
                  </a:extLst>
                </p14:cNvPr>
                <p14:cNvContentPartPr/>
                <p14:nvPr/>
              </p14:nvContentPartPr>
              <p14:xfrm>
                <a:off x="9939600" y="3843936"/>
                <a:ext cx="153720" cy="3121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B8DE45A-72E9-D52F-8708-B8A80E46EAB0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930600" y="3834936"/>
                  <a:ext cx="1713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5ADC8D3-6B81-1801-13A0-B3EF7953522A}"/>
                    </a:ext>
                  </a:extLst>
                </p14:cNvPr>
                <p14:cNvContentPartPr/>
                <p14:nvPr/>
              </p14:nvContentPartPr>
              <p14:xfrm>
                <a:off x="10075680" y="3850416"/>
                <a:ext cx="139320" cy="2966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5ADC8D3-6B81-1801-13A0-B3EF7953522A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066680" y="3841416"/>
                  <a:ext cx="15696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C0804612-4819-4014-E82E-F24129C0D3F5}"/>
              </a:ext>
            </a:extLst>
          </p:cNvPr>
          <p:cNvGrpSpPr/>
          <p:nvPr/>
        </p:nvGrpSpPr>
        <p:grpSpPr>
          <a:xfrm>
            <a:off x="10465920" y="3715416"/>
            <a:ext cx="797040" cy="356040"/>
            <a:chOff x="10465920" y="3715416"/>
            <a:chExt cx="797040" cy="35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CE761D2-1FF9-C78A-EE04-326C5105BBF2}"/>
                    </a:ext>
                  </a:extLst>
                </p14:cNvPr>
                <p14:cNvContentPartPr/>
                <p14:nvPr/>
              </p14:nvContentPartPr>
              <p14:xfrm>
                <a:off x="10465920" y="3866256"/>
                <a:ext cx="168480" cy="2052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CE761D2-1FF9-C78A-EE04-326C5105BBF2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456920" y="3857616"/>
                  <a:ext cx="186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30D3041-5BB9-F7A8-2750-068F2469F260}"/>
                    </a:ext>
                  </a:extLst>
                </p14:cNvPr>
                <p14:cNvContentPartPr/>
                <p14:nvPr/>
              </p14:nvContentPartPr>
              <p14:xfrm>
                <a:off x="10753200" y="3756456"/>
                <a:ext cx="185760" cy="2235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30D3041-5BB9-F7A8-2750-068F2469F260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744560" y="3747456"/>
                  <a:ext cx="2034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C7D89A3-AE40-A2F7-A228-CC193E036432}"/>
                    </a:ext>
                  </a:extLst>
                </p14:cNvPr>
                <p14:cNvContentPartPr/>
                <p14:nvPr/>
              </p14:nvContentPartPr>
              <p14:xfrm>
                <a:off x="11014560" y="3816936"/>
                <a:ext cx="54000" cy="1612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C7D89A3-AE40-A2F7-A228-CC193E036432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005560" y="3808296"/>
                  <a:ext cx="716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9E0B1BE-67AF-7A95-1EC4-FC49FACD5650}"/>
                    </a:ext>
                  </a:extLst>
                </p14:cNvPr>
                <p14:cNvContentPartPr/>
                <p14:nvPr/>
              </p14:nvContentPartPr>
              <p14:xfrm>
                <a:off x="11113920" y="3715416"/>
                <a:ext cx="149040" cy="3513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9E0B1BE-67AF-7A95-1EC4-FC49FACD5650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1105280" y="3706776"/>
                  <a:ext cx="166680" cy="36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919F4198-EDE7-24BA-ED28-200BEE598AE1}"/>
              </a:ext>
            </a:extLst>
          </p:cNvPr>
          <p:cNvGrpSpPr/>
          <p:nvPr/>
        </p:nvGrpSpPr>
        <p:grpSpPr>
          <a:xfrm>
            <a:off x="5652720" y="1861776"/>
            <a:ext cx="819720" cy="866520"/>
            <a:chOff x="5652720" y="1861776"/>
            <a:chExt cx="819720" cy="86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2313DA6-C22A-A192-DDE5-ACC1ADDEE0D0}"/>
                    </a:ext>
                  </a:extLst>
                </p14:cNvPr>
                <p14:cNvContentPartPr/>
                <p14:nvPr/>
              </p14:nvContentPartPr>
              <p14:xfrm>
                <a:off x="5652720" y="2176776"/>
                <a:ext cx="63720" cy="928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2313DA6-C22A-A192-DDE5-ACC1ADDEE0D0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5643720" y="2168136"/>
                  <a:ext cx="813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6915A1C-F347-BF97-A794-8C15B2A99449}"/>
                    </a:ext>
                  </a:extLst>
                </p14:cNvPr>
                <p14:cNvContentPartPr/>
                <p14:nvPr/>
              </p14:nvContentPartPr>
              <p14:xfrm>
                <a:off x="5780520" y="2128176"/>
                <a:ext cx="303840" cy="1047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6915A1C-F347-BF97-A794-8C15B2A99449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5771880" y="2119536"/>
                  <a:ext cx="3214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C3A6664-6CF2-755C-1DD7-F46EDF765338}"/>
                    </a:ext>
                  </a:extLst>
                </p14:cNvPr>
                <p14:cNvContentPartPr/>
                <p14:nvPr/>
              </p14:nvContentPartPr>
              <p14:xfrm>
                <a:off x="6125760" y="2080296"/>
                <a:ext cx="134640" cy="536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C3A6664-6CF2-755C-1DD7-F46EDF765338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116760" y="2071296"/>
                  <a:ext cx="1522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B0125D1-0E49-1858-E862-B2B03BE3971A}"/>
                    </a:ext>
                  </a:extLst>
                </p14:cNvPr>
                <p14:cNvContentPartPr/>
                <p14:nvPr/>
              </p14:nvContentPartPr>
              <p14:xfrm>
                <a:off x="6336360" y="1861776"/>
                <a:ext cx="96840" cy="1886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B0125D1-0E49-1858-E862-B2B03BE3971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327360" y="1852776"/>
                  <a:ext cx="1144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659AD8C-0A9F-A409-40EB-B43C91E7A81A}"/>
                    </a:ext>
                  </a:extLst>
                </p14:cNvPr>
                <p14:cNvContentPartPr/>
                <p14:nvPr/>
              </p14:nvContentPartPr>
              <p14:xfrm>
                <a:off x="6318360" y="1928376"/>
                <a:ext cx="154080" cy="237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659AD8C-0A9F-A409-40EB-B43C91E7A81A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309360" y="1919376"/>
                  <a:ext cx="171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C6C0FD6-BE8A-ED5F-1366-1B3068D1D411}"/>
                    </a:ext>
                  </a:extLst>
                </p14:cNvPr>
                <p14:cNvContentPartPr/>
                <p14:nvPr/>
              </p14:nvContentPartPr>
              <p14:xfrm>
                <a:off x="5921280" y="2275776"/>
                <a:ext cx="426600" cy="4525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C6C0FD6-BE8A-ED5F-1366-1B3068D1D411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912280" y="2266776"/>
                  <a:ext cx="44424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466F78E6-37F5-C3DB-4897-B2C7975B47FE}"/>
                    </a:ext>
                  </a:extLst>
                </p14:cNvPr>
                <p14:cNvContentPartPr/>
                <p14:nvPr/>
              </p14:nvContentPartPr>
              <p14:xfrm>
                <a:off x="6072120" y="2451816"/>
                <a:ext cx="123480" cy="932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466F78E6-37F5-C3DB-4897-B2C7975B47FE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6063120" y="2442816"/>
                  <a:ext cx="141120" cy="110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70169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C1980-5A95-F504-188D-643B9AF2E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326D47-EDCA-DDA0-86EB-1F930DB52575}"/>
                  </a:ext>
                </a:extLst>
              </p14:cNvPr>
              <p14:cNvContentPartPr/>
              <p14:nvPr/>
            </p14:nvContentPartPr>
            <p14:xfrm>
              <a:off x="2851488" y="1737072"/>
              <a:ext cx="1708920" cy="1783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326D47-EDCA-DDA0-86EB-1F930DB525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42488" y="1728432"/>
                <a:ext cx="1726560" cy="180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305334B-A6EE-BE46-1EEA-3FDA9DB5BD94}"/>
                  </a:ext>
                </a:extLst>
              </p14:cNvPr>
              <p14:cNvContentPartPr/>
              <p14:nvPr/>
            </p14:nvContentPartPr>
            <p14:xfrm>
              <a:off x="990288" y="1065672"/>
              <a:ext cx="54000" cy="173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305334B-A6EE-BE46-1EEA-3FDA9DB5BD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1648" y="1056672"/>
                <a:ext cx="716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A8F2ACF-006F-6AE5-E518-B5ACB3B47619}"/>
                  </a:ext>
                </a:extLst>
              </p14:cNvPr>
              <p14:cNvContentPartPr/>
              <p14:nvPr/>
            </p14:nvContentPartPr>
            <p14:xfrm>
              <a:off x="1012248" y="947952"/>
              <a:ext cx="594720" cy="366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A8F2ACF-006F-6AE5-E518-B5ACB3B4761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3608" y="938952"/>
                <a:ext cx="61236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6B5662-403E-DB9D-1A77-A07A076AABFD}"/>
                  </a:ext>
                </a:extLst>
              </p14:cNvPr>
              <p14:cNvContentPartPr/>
              <p14:nvPr/>
            </p14:nvContentPartPr>
            <p14:xfrm>
              <a:off x="488448" y="1423152"/>
              <a:ext cx="131760" cy="28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6B5662-403E-DB9D-1A77-A07A076AABF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9448" y="1414152"/>
                <a:ext cx="14940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EA241BB-2114-10EC-602A-0E8199F9EDA5}"/>
                  </a:ext>
                </a:extLst>
              </p14:cNvPr>
              <p14:cNvContentPartPr/>
              <p14:nvPr/>
            </p14:nvContentPartPr>
            <p14:xfrm>
              <a:off x="668448" y="1458072"/>
              <a:ext cx="85680" cy="70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EA241BB-2114-10EC-602A-0E8199F9EDA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9808" y="1449432"/>
                <a:ext cx="1033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01C97EB-2B96-A9E7-295F-8B1A61129E37}"/>
                  </a:ext>
                </a:extLst>
              </p14:cNvPr>
              <p14:cNvContentPartPr/>
              <p14:nvPr/>
            </p14:nvContentPartPr>
            <p14:xfrm>
              <a:off x="787968" y="1407312"/>
              <a:ext cx="73440" cy="92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01C97EB-2B96-A9E7-295F-8B1A61129E3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9328" y="1398312"/>
                <a:ext cx="910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14922C-EFEA-C38E-7ABF-A929C71706CA}"/>
                  </a:ext>
                </a:extLst>
              </p14:cNvPr>
              <p14:cNvContentPartPr/>
              <p14:nvPr/>
            </p14:nvContentPartPr>
            <p14:xfrm>
              <a:off x="922248" y="1416672"/>
              <a:ext cx="102600" cy="43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14922C-EFEA-C38E-7ABF-A929C71706C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3248" y="1408032"/>
                <a:ext cx="1202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3C323E1-2247-7A1A-051B-9E82AB4B3D4C}"/>
                  </a:ext>
                </a:extLst>
              </p14:cNvPr>
              <p14:cNvContentPartPr/>
              <p14:nvPr/>
            </p14:nvContentPartPr>
            <p14:xfrm>
              <a:off x="1041408" y="1391472"/>
              <a:ext cx="107640" cy="68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3C323E1-2247-7A1A-051B-9E82AB4B3D4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32768" y="1382472"/>
                <a:ext cx="12528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F196DCE-063D-05F8-9EC0-8784C05DD420}"/>
                  </a:ext>
                </a:extLst>
              </p14:cNvPr>
              <p14:cNvContentPartPr/>
              <p14:nvPr/>
            </p14:nvContentPartPr>
            <p14:xfrm>
              <a:off x="2461248" y="1408392"/>
              <a:ext cx="2418120" cy="2544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F196DCE-063D-05F8-9EC0-8784C05DD42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52248" y="1399392"/>
                <a:ext cx="2435760" cy="256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744C242-AB91-EEF7-CD11-4668ED98D84C}"/>
                  </a:ext>
                </a:extLst>
              </p14:cNvPr>
              <p14:cNvContentPartPr/>
              <p14:nvPr/>
            </p14:nvContentPartPr>
            <p14:xfrm>
              <a:off x="3340728" y="1518192"/>
              <a:ext cx="95040" cy="284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744C242-AB91-EEF7-CD11-4668ED98D84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32088" y="1509192"/>
                <a:ext cx="11268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1723191-37F2-BAE1-0459-DA0F5BC2EC56}"/>
                  </a:ext>
                </a:extLst>
              </p14:cNvPr>
              <p14:cNvContentPartPr/>
              <p14:nvPr/>
            </p14:nvContentPartPr>
            <p14:xfrm>
              <a:off x="3835728" y="1395432"/>
              <a:ext cx="32040" cy="353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1723191-37F2-BAE1-0459-DA0F5BC2EC5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27088" y="1386792"/>
                <a:ext cx="4968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2CC7A5D-AD58-B6B2-CF07-9F8ED534C609}"/>
                  </a:ext>
                </a:extLst>
              </p14:cNvPr>
              <p14:cNvContentPartPr/>
              <p14:nvPr/>
            </p14:nvContentPartPr>
            <p14:xfrm>
              <a:off x="4267368" y="1498032"/>
              <a:ext cx="214920" cy="331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2CC7A5D-AD58-B6B2-CF07-9F8ED534C60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58728" y="1489032"/>
                <a:ext cx="23256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D19C4CE-2B43-3F70-44F5-76E73606221D}"/>
                  </a:ext>
                </a:extLst>
              </p14:cNvPr>
              <p14:cNvContentPartPr/>
              <p14:nvPr/>
            </p14:nvContentPartPr>
            <p14:xfrm>
              <a:off x="4486968" y="2022192"/>
              <a:ext cx="363600" cy="91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D19C4CE-2B43-3F70-44F5-76E73606221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77968" y="2013192"/>
                <a:ext cx="3812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B65E85B-27EE-6BCD-87E2-7730E3812B03}"/>
                  </a:ext>
                </a:extLst>
              </p14:cNvPr>
              <p14:cNvContentPartPr/>
              <p14:nvPr/>
            </p14:nvContentPartPr>
            <p14:xfrm>
              <a:off x="4589568" y="2561832"/>
              <a:ext cx="339480" cy="63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B65E85B-27EE-6BCD-87E2-7730E3812B0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580568" y="2552832"/>
                <a:ext cx="3571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E43690A-D640-B776-FFB1-68BC58F705E1}"/>
                  </a:ext>
                </a:extLst>
              </p14:cNvPr>
              <p14:cNvContentPartPr/>
              <p14:nvPr/>
            </p14:nvContentPartPr>
            <p14:xfrm>
              <a:off x="3618648" y="1843992"/>
              <a:ext cx="74160" cy="96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E43690A-D640-B776-FFB1-68BC58F705E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10008" y="1835352"/>
                <a:ext cx="9180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BDEFC25-5D44-79C0-AE59-535D766F4449}"/>
                  </a:ext>
                </a:extLst>
              </p14:cNvPr>
              <p14:cNvContentPartPr/>
              <p14:nvPr/>
            </p14:nvContentPartPr>
            <p14:xfrm>
              <a:off x="4008888" y="1833552"/>
              <a:ext cx="360" cy="97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BDEFC25-5D44-79C0-AE59-535D766F444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00248" y="1824912"/>
                <a:ext cx="1800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2D0BCC9-3450-D264-7025-31F0E471A097}"/>
                  </a:ext>
                </a:extLst>
              </p14:cNvPr>
              <p14:cNvContentPartPr/>
              <p14:nvPr/>
            </p14:nvContentPartPr>
            <p14:xfrm>
              <a:off x="4311288" y="1999872"/>
              <a:ext cx="68400" cy="109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2D0BCC9-3450-D264-7025-31F0E471A09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02648" y="1990872"/>
                <a:ext cx="860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042DCB8-57DD-E4F1-E5C1-454D3823B7FE}"/>
                  </a:ext>
                </a:extLst>
              </p14:cNvPr>
              <p14:cNvContentPartPr/>
              <p14:nvPr/>
            </p14:nvContentPartPr>
            <p14:xfrm>
              <a:off x="4403808" y="2369232"/>
              <a:ext cx="65160" cy="99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042DCB8-57DD-E4F1-E5C1-454D3823B7F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95168" y="2360232"/>
                <a:ext cx="8280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AB3571F-28C6-34C4-3A90-E3DDA5819598}"/>
                  </a:ext>
                </a:extLst>
              </p14:cNvPr>
              <p14:cNvContentPartPr/>
              <p14:nvPr/>
            </p14:nvContentPartPr>
            <p14:xfrm>
              <a:off x="4408848" y="3038112"/>
              <a:ext cx="419040" cy="265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AB3571F-28C6-34C4-3A90-E3DDA581959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99848" y="3029112"/>
                <a:ext cx="43668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EFD8B4F-5F54-21E2-D3FC-52BB142C9CBB}"/>
                  </a:ext>
                </a:extLst>
              </p14:cNvPr>
              <p14:cNvContentPartPr/>
              <p14:nvPr/>
            </p14:nvContentPartPr>
            <p14:xfrm>
              <a:off x="4269528" y="2725992"/>
              <a:ext cx="92520" cy="1249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EFD8B4F-5F54-21E2-D3FC-52BB142C9CB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60888" y="2716992"/>
                <a:ext cx="11016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9590E1C-54C2-281E-D40C-AF0EFBCBE274}"/>
                  </a:ext>
                </a:extLst>
              </p14:cNvPr>
              <p14:cNvContentPartPr/>
              <p14:nvPr/>
            </p14:nvContentPartPr>
            <p14:xfrm>
              <a:off x="4304088" y="2802312"/>
              <a:ext cx="24840" cy="122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9590E1C-54C2-281E-D40C-AF0EFBCBE27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95088" y="2793672"/>
                <a:ext cx="424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7EED85D-F760-18F0-3A68-434F69E4A4E4}"/>
                  </a:ext>
                </a:extLst>
              </p14:cNvPr>
              <p14:cNvContentPartPr/>
              <p14:nvPr/>
            </p14:nvContentPartPr>
            <p14:xfrm>
              <a:off x="2885328" y="1846872"/>
              <a:ext cx="209520" cy="2422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7EED85D-F760-18F0-3A68-434F69E4A4E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876328" y="1837872"/>
                <a:ext cx="2271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546A01C-2178-B27C-298C-BAFAFA63C537}"/>
                  </a:ext>
                </a:extLst>
              </p14:cNvPr>
              <p14:cNvContentPartPr/>
              <p14:nvPr/>
            </p14:nvContentPartPr>
            <p14:xfrm>
              <a:off x="3679848" y="3206952"/>
              <a:ext cx="29520" cy="4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546A01C-2178-B27C-298C-BAFAFA63C53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670848" y="3198312"/>
                <a:ext cx="471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B0499C0-E61B-5220-12F3-9026361CDBC5}"/>
                  </a:ext>
                </a:extLst>
              </p14:cNvPr>
              <p14:cNvContentPartPr/>
              <p14:nvPr/>
            </p14:nvContentPartPr>
            <p14:xfrm>
              <a:off x="3443328" y="3172032"/>
              <a:ext cx="16920" cy="21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B0499C0-E61B-5220-12F3-9026361CDBC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34328" y="3163392"/>
                <a:ext cx="345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BCCA57C-1A70-F71E-2AEF-CF137ED7CA72}"/>
                  </a:ext>
                </a:extLst>
              </p14:cNvPr>
              <p14:cNvContentPartPr/>
              <p14:nvPr/>
            </p14:nvContentPartPr>
            <p14:xfrm>
              <a:off x="3321288" y="3001392"/>
              <a:ext cx="19800" cy="14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BCCA57C-1A70-F71E-2AEF-CF137ED7CA7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312648" y="2992752"/>
                <a:ext cx="374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4821CEF-57EF-93B9-6E46-950ED62D3EFB}"/>
                  </a:ext>
                </a:extLst>
              </p14:cNvPr>
              <p14:cNvContentPartPr/>
              <p14:nvPr/>
            </p14:nvContentPartPr>
            <p14:xfrm>
              <a:off x="3194568" y="2056392"/>
              <a:ext cx="90720" cy="867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4821CEF-57EF-93B9-6E46-950ED62D3EF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85928" y="2047392"/>
                <a:ext cx="10836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EC3161A-67D9-D1BA-4518-C7DE583FF7AD}"/>
                  </a:ext>
                </a:extLst>
              </p14:cNvPr>
              <p14:cNvContentPartPr/>
              <p14:nvPr/>
            </p14:nvContentPartPr>
            <p14:xfrm>
              <a:off x="3304368" y="2016432"/>
              <a:ext cx="63000" cy="360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EC3161A-67D9-D1BA-4518-C7DE583FF7A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295368" y="2007792"/>
                <a:ext cx="806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B31DF82-5FAF-A061-4A38-CA0112225F12}"/>
                  </a:ext>
                </a:extLst>
              </p14:cNvPr>
              <p14:cNvContentPartPr/>
              <p14:nvPr/>
            </p14:nvContentPartPr>
            <p14:xfrm>
              <a:off x="3418848" y="1923912"/>
              <a:ext cx="24840" cy="1321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B31DF82-5FAF-A061-4A38-CA0112225F1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410208" y="1914912"/>
                <a:ext cx="424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36168FE-C5B4-CF9F-DB41-84AABA793351}"/>
                  </a:ext>
                </a:extLst>
              </p14:cNvPr>
              <p14:cNvContentPartPr/>
              <p14:nvPr/>
            </p14:nvContentPartPr>
            <p14:xfrm>
              <a:off x="1356048" y="946152"/>
              <a:ext cx="2158200" cy="486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36168FE-C5B4-CF9F-DB41-84AABA79335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347408" y="937152"/>
                <a:ext cx="217584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56AFED8-C691-CF7E-8147-EF82972FEF20}"/>
                  </a:ext>
                </a:extLst>
              </p14:cNvPr>
              <p14:cNvContentPartPr/>
              <p14:nvPr/>
            </p14:nvContentPartPr>
            <p14:xfrm>
              <a:off x="3399408" y="1361232"/>
              <a:ext cx="151560" cy="482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56AFED8-C691-CF7E-8147-EF82972FEF2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90408" y="1352592"/>
                <a:ext cx="1692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E1CB263-D718-33AD-4F2C-D770F8CD8AF4}"/>
                  </a:ext>
                </a:extLst>
              </p14:cNvPr>
              <p14:cNvContentPartPr/>
              <p14:nvPr/>
            </p14:nvContentPartPr>
            <p14:xfrm>
              <a:off x="3538368" y="1311552"/>
              <a:ext cx="88200" cy="1393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E1CB263-D718-33AD-4F2C-D770F8CD8AF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529368" y="1302552"/>
                <a:ext cx="1058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EA9ABC6-7110-9093-A65E-E3A2DB7B68C6}"/>
                  </a:ext>
                </a:extLst>
              </p14:cNvPr>
              <p14:cNvContentPartPr/>
              <p14:nvPr/>
            </p14:nvContentPartPr>
            <p14:xfrm>
              <a:off x="5062248" y="565632"/>
              <a:ext cx="10080" cy="2077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EA9ABC6-7110-9093-A65E-E3A2DB7B68C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053608" y="556992"/>
                <a:ext cx="277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F060392-2B9C-B2C4-FAB0-0BC0EF9B20A7}"/>
                  </a:ext>
                </a:extLst>
              </p14:cNvPr>
              <p14:cNvContentPartPr/>
              <p14:nvPr/>
            </p14:nvContentPartPr>
            <p14:xfrm>
              <a:off x="5059728" y="407232"/>
              <a:ext cx="649080" cy="3477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F060392-2B9C-B2C4-FAB0-0BC0EF9B20A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051088" y="398232"/>
                <a:ext cx="66672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EB9D7DA-E4EF-C695-0D54-9D0906DE3844}"/>
                  </a:ext>
                </a:extLst>
              </p14:cNvPr>
              <p14:cNvContentPartPr/>
              <p14:nvPr/>
            </p14:nvContentPartPr>
            <p14:xfrm>
              <a:off x="5157648" y="65952"/>
              <a:ext cx="125640" cy="3182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EB9D7DA-E4EF-C695-0D54-9D0906DE384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48648" y="56952"/>
                <a:ext cx="14328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E9EAB59-9267-072F-8ECD-62560B19450F}"/>
                  </a:ext>
                </a:extLst>
              </p14:cNvPr>
              <p14:cNvContentPartPr/>
              <p14:nvPr/>
            </p14:nvContentPartPr>
            <p14:xfrm>
              <a:off x="5103648" y="202032"/>
              <a:ext cx="241920" cy="1098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E9EAB59-9267-072F-8ECD-62560B19450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095008" y="193032"/>
                <a:ext cx="25956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35AD140-6CD5-3A1B-5355-3F773BF51657}"/>
                  </a:ext>
                </a:extLst>
              </p14:cNvPr>
              <p14:cNvContentPartPr/>
              <p14:nvPr/>
            </p14:nvContentPartPr>
            <p14:xfrm>
              <a:off x="5361408" y="210672"/>
              <a:ext cx="250200" cy="766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35AD140-6CD5-3A1B-5355-3F773BF5165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352408" y="201672"/>
                <a:ext cx="2678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D12FCBA-9052-7573-657F-014E415A70F1}"/>
                  </a:ext>
                </a:extLst>
              </p14:cNvPr>
              <p14:cNvContentPartPr/>
              <p14:nvPr/>
            </p14:nvContentPartPr>
            <p14:xfrm>
              <a:off x="5697648" y="110592"/>
              <a:ext cx="81720" cy="1425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D12FCBA-9052-7573-657F-014E415A70F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689008" y="101592"/>
                <a:ext cx="993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0E4FF24-C53E-5CBB-66DC-AA2C709A28EC}"/>
                  </a:ext>
                </a:extLst>
              </p14:cNvPr>
              <p14:cNvContentPartPr/>
              <p14:nvPr/>
            </p14:nvContentPartPr>
            <p14:xfrm>
              <a:off x="5649768" y="172152"/>
              <a:ext cx="141840" cy="10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0E4FF24-C53E-5CBB-66DC-AA2C709A28E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641128" y="163512"/>
                <a:ext cx="1594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CEF9D1A-2094-E2D7-8DDF-C84244C845D6}"/>
                  </a:ext>
                </a:extLst>
              </p14:cNvPr>
              <p14:cNvContentPartPr/>
              <p14:nvPr/>
            </p14:nvContentPartPr>
            <p14:xfrm>
              <a:off x="5155128" y="968112"/>
              <a:ext cx="581040" cy="3240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CEF9D1A-2094-E2D7-8DDF-C84244C845D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146128" y="959472"/>
                <a:ext cx="59868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626109D-C5AD-D953-BDC9-EB38A72D6EA7}"/>
                  </a:ext>
                </a:extLst>
              </p14:cNvPr>
              <p14:cNvContentPartPr/>
              <p14:nvPr/>
            </p14:nvContentPartPr>
            <p14:xfrm>
              <a:off x="5346648" y="1363032"/>
              <a:ext cx="57600" cy="137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626109D-C5AD-D953-BDC9-EB38A72D6EA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337648" y="1354032"/>
                <a:ext cx="752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794CF0C-52EC-973B-4BF4-9C821351169A}"/>
                  </a:ext>
                </a:extLst>
              </p14:cNvPr>
              <p14:cNvContentPartPr/>
              <p14:nvPr/>
            </p14:nvContentPartPr>
            <p14:xfrm>
              <a:off x="5491368" y="1372032"/>
              <a:ext cx="100440" cy="763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794CF0C-52EC-973B-4BF4-9C821351169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482368" y="1363392"/>
                <a:ext cx="1180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8F9546F-6730-967E-0E1A-F10BED8842D8}"/>
                  </a:ext>
                </a:extLst>
              </p14:cNvPr>
              <p14:cNvContentPartPr/>
              <p14:nvPr/>
            </p14:nvContentPartPr>
            <p14:xfrm>
              <a:off x="5644728" y="1359792"/>
              <a:ext cx="134640" cy="687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8F9546F-6730-967E-0E1A-F10BED8842D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636088" y="1350792"/>
                <a:ext cx="1522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97A4A20-5223-AE94-428B-3B8A0F95E934}"/>
                  </a:ext>
                </a:extLst>
              </p14:cNvPr>
              <p14:cNvContentPartPr/>
              <p14:nvPr/>
            </p14:nvContentPartPr>
            <p14:xfrm>
              <a:off x="5820768" y="1346472"/>
              <a:ext cx="115200" cy="939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97A4A20-5223-AE94-428B-3B8A0F95E93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811768" y="1337472"/>
                <a:ext cx="132840" cy="11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B5FDCA3-361C-64DD-1CDE-C3AF5EA70AFA}"/>
              </a:ext>
            </a:extLst>
          </p:cNvPr>
          <p:cNvGrpSpPr/>
          <p:nvPr/>
        </p:nvGrpSpPr>
        <p:grpSpPr>
          <a:xfrm>
            <a:off x="7747200" y="557856"/>
            <a:ext cx="1980000" cy="521280"/>
            <a:chOff x="7747200" y="557856"/>
            <a:chExt cx="1980000" cy="52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5A256F0-131C-B9FB-D754-90775A3581D8}"/>
                    </a:ext>
                  </a:extLst>
                </p14:cNvPr>
                <p14:cNvContentPartPr/>
                <p14:nvPr/>
              </p14:nvContentPartPr>
              <p14:xfrm>
                <a:off x="7747200" y="809856"/>
                <a:ext cx="129600" cy="115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5A256F0-131C-B9FB-D754-90775A3581D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738200" y="801216"/>
                  <a:ext cx="147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92E5ACE-8732-ED93-47A7-4C934ED1CFDE}"/>
                    </a:ext>
                  </a:extLst>
                </p14:cNvPr>
                <p14:cNvContentPartPr/>
                <p14:nvPr/>
              </p14:nvContentPartPr>
              <p14:xfrm>
                <a:off x="7959240" y="845856"/>
                <a:ext cx="173520" cy="51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92E5ACE-8732-ED93-47A7-4C934ED1CFD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50240" y="836856"/>
                  <a:ext cx="191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293B811-5422-ED12-6FDF-161244F320BC}"/>
                    </a:ext>
                  </a:extLst>
                </p14:cNvPr>
                <p14:cNvContentPartPr/>
                <p14:nvPr/>
              </p14:nvContentPartPr>
              <p14:xfrm>
                <a:off x="8042040" y="803016"/>
                <a:ext cx="205200" cy="276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293B811-5422-ED12-6FDF-161244F320B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33400" y="794376"/>
                  <a:ext cx="2228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35A0E35-6F5D-0D62-09F3-64DE1408D3E5}"/>
                    </a:ext>
                  </a:extLst>
                </p14:cNvPr>
                <p14:cNvContentPartPr/>
                <p14:nvPr/>
              </p14:nvContentPartPr>
              <p14:xfrm>
                <a:off x="8263080" y="859896"/>
                <a:ext cx="130320" cy="52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35A0E35-6F5D-0D62-09F3-64DE1408D3E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254440" y="851256"/>
                  <a:ext cx="1479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5A6CB7C-8696-17DA-31AE-51C7496E137A}"/>
                    </a:ext>
                  </a:extLst>
                </p14:cNvPr>
                <p14:cNvContentPartPr/>
                <p14:nvPr/>
              </p14:nvContentPartPr>
              <p14:xfrm>
                <a:off x="8426880" y="818136"/>
                <a:ext cx="83880" cy="986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5A6CB7C-8696-17DA-31AE-51C7496E137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17880" y="809136"/>
                  <a:ext cx="101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60494A7-0A30-655C-3806-B035065DF34B}"/>
                    </a:ext>
                  </a:extLst>
                </p14:cNvPr>
                <p14:cNvContentPartPr/>
                <p14:nvPr/>
              </p14:nvContentPartPr>
              <p14:xfrm>
                <a:off x="8602920" y="813096"/>
                <a:ext cx="141840" cy="48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60494A7-0A30-655C-3806-B035065DF34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94280" y="804456"/>
                  <a:ext cx="159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605EAF3-6D73-C043-74CA-62C3EDDE4451}"/>
                    </a:ext>
                  </a:extLst>
                </p14:cNvPr>
                <p14:cNvContentPartPr/>
                <p14:nvPr/>
              </p14:nvContentPartPr>
              <p14:xfrm>
                <a:off x="8802720" y="755496"/>
                <a:ext cx="127440" cy="100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605EAF3-6D73-C043-74CA-62C3EDDE445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93720" y="746496"/>
                  <a:ext cx="1450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B0267DC-E5C0-999D-7AE6-6845EF34F67E}"/>
                    </a:ext>
                  </a:extLst>
                </p14:cNvPr>
                <p14:cNvContentPartPr/>
                <p14:nvPr/>
              </p14:nvContentPartPr>
              <p14:xfrm>
                <a:off x="9005040" y="614736"/>
                <a:ext cx="195840" cy="261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B0267DC-E5C0-999D-7AE6-6845EF34F67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996040" y="606096"/>
                  <a:ext cx="213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50574C3-610C-7A3E-6848-9F713F605D14}"/>
                    </a:ext>
                  </a:extLst>
                </p14:cNvPr>
                <p14:cNvContentPartPr/>
                <p14:nvPr/>
              </p14:nvContentPartPr>
              <p14:xfrm>
                <a:off x="9291960" y="708336"/>
                <a:ext cx="93960" cy="132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50574C3-610C-7A3E-6848-9F713F605D1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282960" y="699696"/>
                  <a:ext cx="1116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7D20B67-AE9E-D8A2-2432-FA5D720B41B8}"/>
                    </a:ext>
                  </a:extLst>
                </p14:cNvPr>
                <p14:cNvContentPartPr/>
                <p14:nvPr/>
              </p14:nvContentPartPr>
              <p14:xfrm>
                <a:off x="9331920" y="639936"/>
                <a:ext cx="158760" cy="15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7D20B67-AE9E-D8A2-2432-FA5D720B41B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323280" y="631296"/>
                  <a:ext cx="176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6C368B2-9609-2B03-B1BA-A0965752C9E3}"/>
                    </a:ext>
                  </a:extLst>
                </p14:cNvPr>
                <p14:cNvContentPartPr/>
                <p14:nvPr/>
              </p14:nvContentPartPr>
              <p14:xfrm>
                <a:off x="9497880" y="557856"/>
                <a:ext cx="73080" cy="253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6C368B2-9609-2B03-B1BA-A0965752C9E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88880" y="549216"/>
                  <a:ext cx="90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32CA06F-30C5-8FF6-4C8C-5866B5C68C38}"/>
                    </a:ext>
                  </a:extLst>
                </p14:cNvPr>
                <p14:cNvContentPartPr/>
                <p14:nvPr/>
              </p14:nvContentPartPr>
              <p14:xfrm>
                <a:off x="9726840" y="671616"/>
                <a:ext cx="360" cy="41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32CA06F-30C5-8FF6-4C8C-5866B5C68C3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18200" y="662976"/>
                  <a:ext cx="18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8725236-56A6-7A05-EF2E-8E9571834072}"/>
                    </a:ext>
                  </a:extLst>
                </p14:cNvPr>
                <p14:cNvContentPartPr/>
                <p14:nvPr/>
              </p14:nvContentPartPr>
              <p14:xfrm>
                <a:off x="9639360" y="777456"/>
                <a:ext cx="78480" cy="105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8725236-56A6-7A05-EF2E-8E957183407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30360" y="768456"/>
                  <a:ext cx="9612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241C29C-F212-9452-17F2-2F36EC8EA48E}"/>
              </a:ext>
            </a:extLst>
          </p:cNvPr>
          <p:cNvGrpSpPr/>
          <p:nvPr/>
        </p:nvGrpSpPr>
        <p:grpSpPr>
          <a:xfrm>
            <a:off x="3609000" y="1507176"/>
            <a:ext cx="166680" cy="209880"/>
            <a:chOff x="3609000" y="1507176"/>
            <a:chExt cx="16668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7AED8A3-6789-0528-0B26-FF13C05A0710}"/>
                    </a:ext>
                  </a:extLst>
                </p14:cNvPr>
                <p14:cNvContentPartPr/>
                <p14:nvPr/>
              </p14:nvContentPartPr>
              <p14:xfrm>
                <a:off x="3609000" y="1525536"/>
                <a:ext cx="133920" cy="191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7AED8A3-6789-0528-0B26-FF13C05A071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00360" y="1516896"/>
                  <a:ext cx="151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0CA3C9E-E101-A2BE-FE03-A270736B254B}"/>
                    </a:ext>
                  </a:extLst>
                </p14:cNvPr>
                <p14:cNvContentPartPr/>
                <p14:nvPr/>
              </p14:nvContentPartPr>
              <p14:xfrm>
                <a:off x="3636000" y="1507176"/>
                <a:ext cx="139680" cy="35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0CA3C9E-E101-A2BE-FE03-A270736B254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627360" y="1498176"/>
                  <a:ext cx="15732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4FC1B99-D434-F7F5-8B0A-8B40AB6312CC}"/>
                  </a:ext>
                </a:extLst>
              </p14:cNvPr>
              <p14:cNvContentPartPr/>
              <p14:nvPr/>
            </p14:nvContentPartPr>
            <p14:xfrm>
              <a:off x="5321160" y="1114776"/>
              <a:ext cx="34560" cy="86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4FC1B99-D434-F7F5-8B0A-8B40AB6312C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312160" y="1105776"/>
                <a:ext cx="5220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55100E7D-D096-E886-5B16-A0F8FD303563}"/>
              </a:ext>
            </a:extLst>
          </p:cNvPr>
          <p:cNvGrpSpPr/>
          <p:nvPr/>
        </p:nvGrpSpPr>
        <p:grpSpPr>
          <a:xfrm>
            <a:off x="7742880" y="1162656"/>
            <a:ext cx="2023560" cy="432360"/>
            <a:chOff x="7742880" y="1162656"/>
            <a:chExt cx="202356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35FB88B-837C-6CF7-929B-76C30E1C174F}"/>
                    </a:ext>
                  </a:extLst>
                </p14:cNvPr>
                <p14:cNvContentPartPr/>
                <p14:nvPr/>
              </p14:nvContentPartPr>
              <p14:xfrm>
                <a:off x="7742880" y="1333656"/>
                <a:ext cx="99360" cy="118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35FB88B-837C-6CF7-929B-76C30E1C174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34240" y="1324656"/>
                  <a:ext cx="117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A0DC897-308B-3072-6CB9-5CE780486B88}"/>
                    </a:ext>
                  </a:extLst>
                </p14:cNvPr>
                <p14:cNvContentPartPr/>
                <p14:nvPr/>
              </p14:nvContentPartPr>
              <p14:xfrm>
                <a:off x="7934040" y="1361016"/>
                <a:ext cx="191520" cy="52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A0DC897-308B-3072-6CB9-5CE780486B8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25040" y="1352016"/>
                  <a:ext cx="2091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6444779-48F9-28BE-29A3-BFF565A142CC}"/>
                    </a:ext>
                  </a:extLst>
                </p14:cNvPr>
                <p14:cNvContentPartPr/>
                <p14:nvPr/>
              </p14:nvContentPartPr>
              <p14:xfrm>
                <a:off x="8044560" y="1320336"/>
                <a:ext cx="210240" cy="274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6444779-48F9-28BE-29A3-BFF565A142C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035560" y="1311336"/>
                  <a:ext cx="2278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5C94414-01EA-5246-7EF3-95179EC2829D}"/>
                    </a:ext>
                  </a:extLst>
                </p14:cNvPr>
                <p14:cNvContentPartPr/>
                <p14:nvPr/>
              </p14:nvContentPartPr>
              <p14:xfrm>
                <a:off x="8295840" y="1382256"/>
                <a:ext cx="129600" cy="51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5C94414-01EA-5246-7EF3-95179EC2829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86840" y="1373256"/>
                  <a:ext cx="147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E4F3E38-5336-C715-9A19-DC107DAF7C2F}"/>
                    </a:ext>
                  </a:extLst>
                </p14:cNvPr>
                <p14:cNvContentPartPr/>
                <p14:nvPr/>
              </p14:nvContentPartPr>
              <p14:xfrm>
                <a:off x="8470800" y="1342656"/>
                <a:ext cx="120240" cy="71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E4F3E38-5336-C715-9A19-DC107DAF7C2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462160" y="1333656"/>
                  <a:ext cx="137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699D06D-19AD-6FD0-DCD6-057883B2B724}"/>
                    </a:ext>
                  </a:extLst>
                </p14:cNvPr>
                <p14:cNvContentPartPr/>
                <p14:nvPr/>
              </p14:nvContentPartPr>
              <p14:xfrm>
                <a:off x="8651520" y="1343016"/>
                <a:ext cx="129600" cy="33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699D06D-19AD-6FD0-DCD6-057883B2B72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642880" y="1334376"/>
                  <a:ext cx="147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7E00007-8862-FA18-C4E3-361CA70A795E}"/>
                    </a:ext>
                  </a:extLst>
                </p14:cNvPr>
                <p14:cNvContentPartPr/>
                <p14:nvPr/>
              </p14:nvContentPartPr>
              <p14:xfrm>
                <a:off x="8817480" y="1295136"/>
                <a:ext cx="119880" cy="82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7E00007-8862-FA18-C4E3-361CA70A795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08840" y="1286496"/>
                  <a:ext cx="1375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1CB6CA4-85E9-732A-50A8-949D44376F3A}"/>
                    </a:ext>
                  </a:extLst>
                </p14:cNvPr>
                <p14:cNvContentPartPr/>
                <p14:nvPr/>
              </p14:nvContentPartPr>
              <p14:xfrm>
                <a:off x="9034560" y="1169856"/>
                <a:ext cx="188280" cy="216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1CB6CA4-85E9-732A-50A8-949D44376F3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025560" y="1161216"/>
                  <a:ext cx="205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CC707DF-6C30-A38B-0E07-5C478C0BAEDB}"/>
                    </a:ext>
                  </a:extLst>
                </p14:cNvPr>
                <p14:cNvContentPartPr/>
                <p14:nvPr/>
              </p14:nvContentPartPr>
              <p14:xfrm>
                <a:off x="9302760" y="1210536"/>
                <a:ext cx="176040" cy="117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CC707DF-6C30-A38B-0E07-5C478C0BAED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93760" y="1201896"/>
                  <a:ext cx="1936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9720225-B7EC-0AE8-7F24-B0E2A125ED48}"/>
                    </a:ext>
                  </a:extLst>
                </p14:cNvPr>
                <p14:cNvContentPartPr/>
                <p14:nvPr/>
              </p14:nvContentPartPr>
              <p14:xfrm>
                <a:off x="9417240" y="1253016"/>
                <a:ext cx="66240" cy="125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9720225-B7EC-0AE8-7F24-B0E2A125ED4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408600" y="1244016"/>
                  <a:ext cx="838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51D00D4-5FC8-4FAD-93B9-5F9737175B70}"/>
                    </a:ext>
                  </a:extLst>
                </p14:cNvPr>
                <p14:cNvContentPartPr/>
                <p14:nvPr/>
              </p14:nvContentPartPr>
              <p14:xfrm>
                <a:off x="9517320" y="1162656"/>
                <a:ext cx="73440" cy="183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51D00D4-5FC8-4FAD-93B9-5F9737175B7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08320" y="1154016"/>
                  <a:ext cx="910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DF90197-858C-6F0C-72FB-CF64E688F77D}"/>
                    </a:ext>
                  </a:extLst>
                </p14:cNvPr>
                <p14:cNvContentPartPr/>
                <p14:nvPr/>
              </p14:nvContentPartPr>
              <p14:xfrm>
                <a:off x="9766080" y="1238256"/>
                <a:ext cx="360" cy="66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DF90197-858C-6F0C-72FB-CF64E688F77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757080" y="1229616"/>
                  <a:ext cx="18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F4F1488-8CD1-23A9-2298-2F4E385D1673}"/>
                    </a:ext>
                  </a:extLst>
                </p14:cNvPr>
                <p14:cNvContentPartPr/>
                <p14:nvPr/>
              </p14:nvContentPartPr>
              <p14:xfrm>
                <a:off x="9631800" y="1405656"/>
                <a:ext cx="95400" cy="149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F4F1488-8CD1-23A9-2298-2F4E385D167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623160" y="1397016"/>
                  <a:ext cx="11304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F724661-546E-B1BF-2A35-8C5EDB097163}"/>
              </a:ext>
            </a:extLst>
          </p:cNvPr>
          <p:cNvGrpSpPr/>
          <p:nvPr/>
        </p:nvGrpSpPr>
        <p:grpSpPr>
          <a:xfrm>
            <a:off x="4077360" y="1497456"/>
            <a:ext cx="199800" cy="260640"/>
            <a:chOff x="4077360" y="1497456"/>
            <a:chExt cx="19980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F8DFB45-45ED-60FD-396F-DFD68752C64E}"/>
                    </a:ext>
                  </a:extLst>
                </p14:cNvPr>
                <p14:cNvContentPartPr/>
                <p14:nvPr/>
              </p14:nvContentPartPr>
              <p14:xfrm>
                <a:off x="4077360" y="1497456"/>
                <a:ext cx="199800" cy="140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F8DFB45-45ED-60FD-396F-DFD68752C64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68720" y="1488456"/>
                  <a:ext cx="2174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2D3F3A5-C760-1CFB-01C5-2FA42942E7EA}"/>
                    </a:ext>
                  </a:extLst>
                </p14:cNvPr>
                <p14:cNvContentPartPr/>
                <p14:nvPr/>
              </p14:nvContentPartPr>
              <p14:xfrm>
                <a:off x="4196880" y="1562616"/>
                <a:ext cx="15480" cy="195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2D3F3A5-C760-1CFB-01C5-2FA42942E7E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188240" y="1553616"/>
                  <a:ext cx="3312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E2CB45B-A70D-2840-6EFF-DEFEC0D4FF81}"/>
              </a:ext>
            </a:extLst>
          </p:cNvPr>
          <p:cNvGrpSpPr/>
          <p:nvPr/>
        </p:nvGrpSpPr>
        <p:grpSpPr>
          <a:xfrm>
            <a:off x="5118120" y="1011456"/>
            <a:ext cx="242280" cy="284760"/>
            <a:chOff x="5118120" y="1011456"/>
            <a:chExt cx="24228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3ED13C4-2522-38C9-1125-D5B9859DA838}"/>
                    </a:ext>
                  </a:extLst>
                </p14:cNvPr>
                <p14:cNvContentPartPr/>
                <p14:nvPr/>
              </p14:nvContentPartPr>
              <p14:xfrm>
                <a:off x="5118120" y="1011456"/>
                <a:ext cx="54360" cy="284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3ED13C4-2522-38C9-1125-D5B9859DA83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09120" y="1002816"/>
                  <a:ext cx="720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9EFFE80-2B0F-A6F9-3D12-AF2C178383C5}"/>
                    </a:ext>
                  </a:extLst>
                </p14:cNvPr>
                <p14:cNvContentPartPr/>
                <p14:nvPr/>
              </p14:nvContentPartPr>
              <p14:xfrm>
                <a:off x="5301360" y="1096776"/>
                <a:ext cx="59040" cy="36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9EFFE80-2B0F-A6F9-3D12-AF2C178383C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292720" y="1088136"/>
                  <a:ext cx="7668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95B25DB-7CDF-D147-6EE8-5FED40781F22}"/>
              </a:ext>
            </a:extLst>
          </p:cNvPr>
          <p:cNvGrpSpPr/>
          <p:nvPr/>
        </p:nvGrpSpPr>
        <p:grpSpPr>
          <a:xfrm>
            <a:off x="7691040" y="1689336"/>
            <a:ext cx="2045880" cy="430560"/>
            <a:chOff x="7691040" y="1689336"/>
            <a:chExt cx="2045880" cy="43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D23E9D4-1D24-6B2D-53C3-0DE98C6EE55B}"/>
                    </a:ext>
                  </a:extLst>
                </p14:cNvPr>
                <p14:cNvContentPartPr/>
                <p14:nvPr/>
              </p14:nvContentPartPr>
              <p14:xfrm>
                <a:off x="7691040" y="1911096"/>
                <a:ext cx="373320" cy="95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D23E9D4-1D24-6B2D-53C3-0DE98C6EE55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682040" y="1902456"/>
                  <a:ext cx="390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1526092-3F13-5D20-4AA1-C3ACE015E016}"/>
                    </a:ext>
                  </a:extLst>
                </p14:cNvPr>
                <p14:cNvContentPartPr/>
                <p14:nvPr/>
              </p14:nvContentPartPr>
              <p14:xfrm>
                <a:off x="8008560" y="1887336"/>
                <a:ext cx="219960" cy="232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1526092-3F13-5D20-4AA1-C3ACE015E01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999560" y="1878696"/>
                  <a:ext cx="237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41FBCEF-9C06-164A-AA48-F794A7638679}"/>
                    </a:ext>
                  </a:extLst>
                </p14:cNvPr>
                <p14:cNvContentPartPr/>
                <p14:nvPr/>
              </p14:nvContentPartPr>
              <p14:xfrm>
                <a:off x="8256600" y="1897416"/>
                <a:ext cx="132120" cy="38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41FBCEF-9C06-164A-AA48-F794A763867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247960" y="1888416"/>
                  <a:ext cx="149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E06D9FD-E1A2-4FE1-5251-499AD39CF357}"/>
                    </a:ext>
                  </a:extLst>
                </p14:cNvPr>
                <p14:cNvContentPartPr/>
                <p14:nvPr/>
              </p14:nvContentPartPr>
              <p14:xfrm>
                <a:off x="8425080" y="1868976"/>
                <a:ext cx="356400" cy="79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E06D9FD-E1A2-4FE1-5251-499AD39CF35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416080" y="1860336"/>
                  <a:ext cx="374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C7CD12E-4CFD-214B-1459-648719137CA1}"/>
                    </a:ext>
                  </a:extLst>
                </p14:cNvPr>
                <p14:cNvContentPartPr/>
                <p14:nvPr/>
              </p14:nvContentPartPr>
              <p14:xfrm>
                <a:off x="8822520" y="1843416"/>
                <a:ext cx="180720" cy="88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C7CD12E-4CFD-214B-1459-648719137CA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813520" y="1834776"/>
                  <a:ext cx="1983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61763E9-601C-7C32-ADB3-AD5DA953D1FE}"/>
                    </a:ext>
                  </a:extLst>
                </p14:cNvPr>
                <p14:cNvContentPartPr/>
                <p14:nvPr/>
              </p14:nvContentPartPr>
              <p14:xfrm>
                <a:off x="9092160" y="1704816"/>
                <a:ext cx="208440" cy="253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61763E9-601C-7C32-ADB3-AD5DA953D1F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83160" y="1695816"/>
                  <a:ext cx="2260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8ADEF31-839C-4B05-8B91-4335AF8B3E35}"/>
                    </a:ext>
                  </a:extLst>
                </p14:cNvPr>
                <p14:cNvContentPartPr/>
                <p14:nvPr/>
              </p14:nvContentPartPr>
              <p14:xfrm>
                <a:off x="9347760" y="1764216"/>
                <a:ext cx="134280" cy="145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8ADEF31-839C-4B05-8B91-4335AF8B3E3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339120" y="1755216"/>
                  <a:ext cx="1519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B6B5FB9-A497-00AB-BE66-DAE74F40D13C}"/>
                    </a:ext>
                  </a:extLst>
                </p14:cNvPr>
                <p14:cNvContentPartPr/>
                <p14:nvPr/>
              </p14:nvContentPartPr>
              <p14:xfrm>
                <a:off x="9539280" y="1689336"/>
                <a:ext cx="88560" cy="214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B6B5FB9-A497-00AB-BE66-DAE74F40D13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30280" y="1680696"/>
                  <a:ext cx="106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52A346C-E222-68BB-A756-6EDB646B9052}"/>
                    </a:ext>
                  </a:extLst>
                </p14:cNvPr>
                <p14:cNvContentPartPr/>
                <p14:nvPr/>
              </p14:nvContentPartPr>
              <p14:xfrm>
                <a:off x="9724680" y="1809576"/>
                <a:ext cx="7560" cy="46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52A346C-E222-68BB-A756-6EDB646B905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715680" y="1800936"/>
                  <a:ext cx="25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A359849-BED6-468B-9EDB-215FE030FCB9}"/>
                    </a:ext>
                  </a:extLst>
                </p14:cNvPr>
                <p14:cNvContentPartPr/>
                <p14:nvPr/>
              </p14:nvContentPartPr>
              <p14:xfrm>
                <a:off x="9663480" y="1906416"/>
                <a:ext cx="73440" cy="124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A359849-BED6-468B-9EDB-215FE030FCB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654840" y="1897416"/>
                  <a:ext cx="9108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2076B57F-F4F4-9519-EA3D-24C521B750FF}"/>
                  </a:ext>
                </a:extLst>
              </p14:cNvPr>
              <p14:cNvContentPartPr/>
              <p14:nvPr/>
            </p14:nvContentPartPr>
            <p14:xfrm>
              <a:off x="4479840" y="1777896"/>
              <a:ext cx="109080" cy="1335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2076B57F-F4F4-9519-EA3D-24C521B750FF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4470840" y="1769256"/>
                <a:ext cx="1267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BF002F1A-3CFD-EA4D-C4A8-98D57C6AF500}"/>
                  </a:ext>
                </a:extLst>
              </p14:cNvPr>
              <p14:cNvContentPartPr/>
              <p14:nvPr/>
            </p14:nvContentPartPr>
            <p14:xfrm>
              <a:off x="5206320" y="1128456"/>
              <a:ext cx="146520" cy="435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BF002F1A-3CFD-EA4D-C4A8-98D57C6AF500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197680" y="1119816"/>
                <a:ext cx="164160" cy="6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05EFFE6-DA51-FAFC-F00D-3156800C2078}"/>
              </a:ext>
            </a:extLst>
          </p:cNvPr>
          <p:cNvGrpSpPr/>
          <p:nvPr/>
        </p:nvGrpSpPr>
        <p:grpSpPr>
          <a:xfrm>
            <a:off x="4945320" y="1128456"/>
            <a:ext cx="415080" cy="241200"/>
            <a:chOff x="4945320" y="1128456"/>
            <a:chExt cx="415080" cy="24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C2CF38D-4E8A-F747-DAFB-D5669DD08C69}"/>
                    </a:ext>
                  </a:extLst>
                </p14:cNvPr>
                <p14:cNvContentPartPr/>
                <p14:nvPr/>
              </p14:nvContentPartPr>
              <p14:xfrm>
                <a:off x="5274720" y="1157976"/>
                <a:ext cx="360" cy="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C2CF38D-4E8A-F747-DAFB-D5669DD08C6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265720" y="11489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E4451D5-5127-F755-47A7-4C1799A2D18B}"/>
                    </a:ext>
                  </a:extLst>
                </p14:cNvPr>
                <p14:cNvContentPartPr/>
                <p14:nvPr/>
              </p14:nvContentPartPr>
              <p14:xfrm>
                <a:off x="5281920" y="1128456"/>
                <a:ext cx="78480" cy="352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E4451D5-5127-F755-47A7-4C1799A2D18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273280" y="1119816"/>
                  <a:ext cx="96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A33A274-6352-3193-3382-14EF0FF07D73}"/>
                    </a:ext>
                  </a:extLst>
                </p14:cNvPr>
                <p14:cNvContentPartPr/>
                <p14:nvPr/>
              </p14:nvContentPartPr>
              <p14:xfrm>
                <a:off x="5208840" y="1178856"/>
                <a:ext cx="59040" cy="18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A33A274-6352-3193-3382-14EF0FF07D7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199840" y="1170216"/>
                  <a:ext cx="76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9A5044C-CDDF-3EBA-60A8-0A63CF39B229}"/>
                    </a:ext>
                  </a:extLst>
                </p14:cNvPr>
                <p14:cNvContentPartPr/>
                <p14:nvPr/>
              </p14:nvContentPartPr>
              <p14:xfrm>
                <a:off x="5069880" y="1215576"/>
                <a:ext cx="46800" cy="21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9A5044C-CDDF-3EBA-60A8-0A63CF39B22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060880" y="1206576"/>
                  <a:ext cx="64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842A3D8-254D-C62C-4806-1AE2656788D6}"/>
                    </a:ext>
                  </a:extLst>
                </p14:cNvPr>
                <p14:cNvContentPartPr/>
                <p14:nvPr/>
              </p14:nvContentPartPr>
              <p14:xfrm>
                <a:off x="4957560" y="1257696"/>
                <a:ext cx="48960" cy="16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842A3D8-254D-C62C-4806-1AE2656788D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948920" y="1249056"/>
                  <a:ext cx="66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798E8DE-9FA9-51DA-477B-0E848624B923}"/>
                    </a:ext>
                  </a:extLst>
                </p14:cNvPr>
                <p14:cNvContentPartPr/>
                <p14:nvPr/>
              </p14:nvContentPartPr>
              <p14:xfrm>
                <a:off x="4945320" y="1278216"/>
                <a:ext cx="44280" cy="91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798E8DE-9FA9-51DA-477B-0E848624B92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936680" y="1269216"/>
                  <a:ext cx="61920" cy="10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CE4FA221-3536-B42B-982C-F7275A868147}"/>
                  </a:ext>
                </a:extLst>
              </p14:cNvPr>
              <p14:cNvContentPartPr/>
              <p14:nvPr/>
            </p14:nvContentPartPr>
            <p14:xfrm>
              <a:off x="5045400" y="1449576"/>
              <a:ext cx="17280" cy="1270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CE4FA221-3536-B42B-982C-F7275A868147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036760" y="1440936"/>
                <a:ext cx="349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D84239F8-76C3-49A6-8438-3C90DD85FA08}"/>
                  </a:ext>
                </a:extLst>
              </p14:cNvPr>
              <p14:cNvContentPartPr/>
              <p14:nvPr/>
            </p14:nvContentPartPr>
            <p14:xfrm>
              <a:off x="5094360" y="1645416"/>
              <a:ext cx="46800" cy="1310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D84239F8-76C3-49A6-8438-3C90DD85FA08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085360" y="1636776"/>
                <a:ext cx="6444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9C895201-DB3A-8746-6CF9-A15D67C1F29E}"/>
                  </a:ext>
                </a:extLst>
              </p14:cNvPr>
              <p14:cNvContentPartPr/>
              <p14:nvPr/>
            </p14:nvContentPartPr>
            <p14:xfrm>
              <a:off x="5142960" y="1903176"/>
              <a:ext cx="29520" cy="7524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9C895201-DB3A-8746-6CF9-A15D67C1F29E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134320" y="1894176"/>
                <a:ext cx="471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CC40557-4C79-EC47-FF2A-03B136708860}"/>
                  </a:ext>
                </a:extLst>
              </p14:cNvPr>
              <p14:cNvContentPartPr/>
              <p14:nvPr/>
            </p14:nvContentPartPr>
            <p14:xfrm>
              <a:off x="5194080" y="2099736"/>
              <a:ext cx="24840" cy="669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CC40557-4C79-EC47-FF2A-03B13670886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185440" y="2091096"/>
                <a:ext cx="42480" cy="8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8B0C873-6E54-C3DE-49EE-939FE9314FEA}"/>
              </a:ext>
            </a:extLst>
          </p:cNvPr>
          <p:cNvGrpSpPr/>
          <p:nvPr/>
        </p:nvGrpSpPr>
        <p:grpSpPr>
          <a:xfrm>
            <a:off x="4946400" y="2248416"/>
            <a:ext cx="304200" cy="91440"/>
            <a:chOff x="4946400" y="2248416"/>
            <a:chExt cx="304200" cy="9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F385474-BF93-C391-3602-175A00242A09}"/>
                    </a:ext>
                  </a:extLst>
                </p14:cNvPr>
                <p14:cNvContentPartPr/>
                <p14:nvPr/>
              </p14:nvContentPartPr>
              <p14:xfrm>
                <a:off x="5243040" y="2276136"/>
                <a:ext cx="7560" cy="1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F385474-BF93-C391-3602-175A00242A0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234040" y="2267496"/>
                  <a:ext cx="25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9DCDF87-B693-47C8-2C52-90F75FDC30EE}"/>
                    </a:ext>
                  </a:extLst>
                </p14:cNvPr>
                <p14:cNvContentPartPr/>
                <p14:nvPr/>
              </p14:nvContentPartPr>
              <p14:xfrm>
                <a:off x="5135760" y="2286576"/>
                <a:ext cx="48960" cy="3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9DCDF87-B693-47C8-2C52-90F75FDC30E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126760" y="2277936"/>
                  <a:ext cx="66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D5AA41A-E07D-C635-B997-34AB5EF60B6A}"/>
                    </a:ext>
                  </a:extLst>
                </p14:cNvPr>
                <p14:cNvContentPartPr/>
                <p14:nvPr/>
              </p14:nvContentPartPr>
              <p14:xfrm>
                <a:off x="5031000" y="2288376"/>
                <a:ext cx="29520" cy="54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D5AA41A-E07D-C635-B997-34AB5EF60B6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022000" y="2279376"/>
                  <a:ext cx="47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41B5C04-2A79-8311-1436-F3081F24BEC9}"/>
                    </a:ext>
                  </a:extLst>
                </p14:cNvPr>
                <p14:cNvContentPartPr/>
                <p14:nvPr/>
              </p14:nvContentPartPr>
              <p14:xfrm>
                <a:off x="5016240" y="2288376"/>
                <a:ext cx="44280" cy="108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41B5C04-2A79-8311-1436-F3081F24BEC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007240" y="2279376"/>
                  <a:ext cx="61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32B4F8C-F850-E69E-A5A3-9254B0050F50}"/>
                    </a:ext>
                  </a:extLst>
                </p14:cNvPr>
                <p14:cNvContentPartPr/>
                <p14:nvPr/>
              </p14:nvContentPartPr>
              <p14:xfrm>
                <a:off x="4946400" y="2248416"/>
                <a:ext cx="162360" cy="914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32B4F8C-F850-E69E-A5A3-9254B0050F5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937400" y="2239776"/>
                  <a:ext cx="18000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465CCAE-1C46-6793-E6B9-5D3381204CCB}"/>
              </a:ext>
            </a:extLst>
          </p:cNvPr>
          <p:cNvGrpSpPr/>
          <p:nvPr/>
        </p:nvGrpSpPr>
        <p:grpSpPr>
          <a:xfrm>
            <a:off x="6969240" y="2367216"/>
            <a:ext cx="305280" cy="220320"/>
            <a:chOff x="6969240" y="2367216"/>
            <a:chExt cx="305280" cy="22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8AAFA0D-A449-AAD5-48AA-60314A3735F0}"/>
                    </a:ext>
                  </a:extLst>
                </p14:cNvPr>
                <p14:cNvContentPartPr/>
                <p14:nvPr/>
              </p14:nvContentPartPr>
              <p14:xfrm>
                <a:off x="6969240" y="2484936"/>
                <a:ext cx="13680" cy="102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8AAFA0D-A449-AAD5-48AA-60314A3735F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960600" y="2476296"/>
                  <a:ext cx="313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9A31940-8D00-14BC-2DB4-65B96441D7A5}"/>
                    </a:ext>
                  </a:extLst>
                </p14:cNvPr>
                <p14:cNvContentPartPr/>
                <p14:nvPr/>
              </p14:nvContentPartPr>
              <p14:xfrm>
                <a:off x="7018200" y="2367216"/>
                <a:ext cx="2880" cy="43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9A31940-8D00-14BC-2DB4-65B96441D7A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09200" y="2358216"/>
                  <a:ext cx="205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BD30CC4-C2DC-63A9-A2D5-0AA4408AAB89}"/>
                    </a:ext>
                  </a:extLst>
                </p14:cNvPr>
                <p14:cNvContentPartPr/>
                <p14:nvPr/>
              </p14:nvContentPartPr>
              <p14:xfrm>
                <a:off x="7032600" y="2503656"/>
                <a:ext cx="90720" cy="42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BD30CC4-C2DC-63A9-A2D5-0AA4408AAB8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023960" y="2495016"/>
                  <a:ext cx="108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41A6E9B-3BCE-2954-8FEA-2FF789F8F82F}"/>
                    </a:ext>
                  </a:extLst>
                </p14:cNvPr>
                <p14:cNvContentPartPr/>
                <p14:nvPr/>
              </p14:nvContentPartPr>
              <p14:xfrm>
                <a:off x="7212960" y="2393856"/>
                <a:ext cx="37080" cy="149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41A6E9B-3BCE-2954-8FEA-2FF789F8F82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204320" y="2385216"/>
                  <a:ext cx="54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FF2B667-1FEE-284B-222D-6C8D9500DA8E}"/>
                    </a:ext>
                  </a:extLst>
                </p14:cNvPr>
                <p14:cNvContentPartPr/>
                <p14:nvPr/>
              </p14:nvContentPartPr>
              <p14:xfrm>
                <a:off x="7147440" y="2464776"/>
                <a:ext cx="127080" cy="18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FF2B667-1FEE-284B-222D-6C8D9500DA8E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138440" y="2455776"/>
                  <a:ext cx="14472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94DF3EC-C34D-CC44-120F-535DD20F4FA4}"/>
                  </a:ext>
                </a:extLst>
              </p14:cNvPr>
              <p14:cNvContentPartPr/>
              <p14:nvPr/>
            </p14:nvContentPartPr>
            <p14:xfrm>
              <a:off x="7476480" y="2430576"/>
              <a:ext cx="149040" cy="943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94DF3EC-C34D-CC44-120F-535DD20F4FA4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7467480" y="2421576"/>
                <a:ext cx="16668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25D7BB92-2320-C2DF-713C-5A4CF64D47A1}"/>
                  </a:ext>
                </a:extLst>
              </p14:cNvPr>
              <p14:cNvContentPartPr/>
              <p14:nvPr/>
            </p14:nvContentPartPr>
            <p14:xfrm>
              <a:off x="7675560" y="2293776"/>
              <a:ext cx="281520" cy="1976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25D7BB92-2320-C2DF-713C-5A4CF64D47A1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7666920" y="2284776"/>
                <a:ext cx="299160" cy="21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5299629E-F2FC-D8B2-893C-E52370AFF496}"/>
              </a:ext>
            </a:extLst>
          </p:cNvPr>
          <p:cNvGrpSpPr/>
          <p:nvPr/>
        </p:nvGrpSpPr>
        <p:grpSpPr>
          <a:xfrm>
            <a:off x="8117640" y="2189736"/>
            <a:ext cx="1933920" cy="426600"/>
            <a:chOff x="8117640" y="2189736"/>
            <a:chExt cx="1933920" cy="42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23EA656-6833-9EAE-E8EB-CBE14999AEC5}"/>
                    </a:ext>
                  </a:extLst>
                </p14:cNvPr>
                <p14:cNvContentPartPr/>
                <p14:nvPr/>
              </p14:nvContentPartPr>
              <p14:xfrm>
                <a:off x="8117640" y="2389896"/>
                <a:ext cx="88200" cy="12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23EA656-6833-9EAE-E8EB-CBE14999AEC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109000" y="2381256"/>
                  <a:ext cx="1058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47A207D-9C82-FF5D-384E-2D0110442087}"/>
                    </a:ext>
                  </a:extLst>
                </p14:cNvPr>
                <p14:cNvContentPartPr/>
                <p14:nvPr/>
              </p14:nvContentPartPr>
              <p14:xfrm>
                <a:off x="8159040" y="2437056"/>
                <a:ext cx="105120" cy="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47A207D-9C82-FF5D-384E-2D011044208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150400" y="2428416"/>
                  <a:ext cx="122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26E969C-8679-CC7C-A0D2-A72C94B50C8D}"/>
                    </a:ext>
                  </a:extLst>
                </p14:cNvPr>
                <p14:cNvContentPartPr/>
                <p14:nvPr/>
              </p14:nvContentPartPr>
              <p14:xfrm>
                <a:off x="8390880" y="2194776"/>
                <a:ext cx="207720" cy="235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26E969C-8679-CC7C-A0D2-A72C94B50C8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381880" y="2186136"/>
                  <a:ext cx="225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1FC4483-30FF-D150-E18A-B16B34EDED31}"/>
                    </a:ext>
                  </a:extLst>
                </p14:cNvPr>
                <p14:cNvContentPartPr/>
                <p14:nvPr/>
              </p14:nvContentPartPr>
              <p14:xfrm>
                <a:off x="8643600" y="2325816"/>
                <a:ext cx="147240" cy="90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1FC4483-30FF-D150-E18A-B16B34EDED3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634960" y="2316816"/>
                  <a:ext cx="164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787942A-E509-FED6-412E-AB2023AF0BBA}"/>
                    </a:ext>
                  </a:extLst>
                </p14:cNvPr>
                <p14:cNvContentPartPr/>
                <p14:nvPr/>
              </p14:nvContentPartPr>
              <p14:xfrm>
                <a:off x="8652600" y="2306736"/>
                <a:ext cx="196920" cy="309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787942A-E509-FED6-412E-AB2023AF0BB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643600" y="2298096"/>
                  <a:ext cx="2145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8286EE2-413E-417D-518D-700A88574CDC}"/>
                    </a:ext>
                  </a:extLst>
                </p14:cNvPr>
                <p14:cNvContentPartPr/>
                <p14:nvPr/>
              </p14:nvContentPartPr>
              <p14:xfrm>
                <a:off x="8922240" y="2357496"/>
                <a:ext cx="144360" cy="558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8286EE2-413E-417D-518D-700A88574CD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913600" y="2348496"/>
                  <a:ext cx="162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2884004-E9B1-924C-4108-6FF13EEE48FC}"/>
                    </a:ext>
                  </a:extLst>
                </p14:cNvPr>
                <p14:cNvContentPartPr/>
                <p14:nvPr/>
              </p14:nvContentPartPr>
              <p14:xfrm>
                <a:off x="9068760" y="2315376"/>
                <a:ext cx="322200" cy="111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2884004-E9B1-924C-4108-6FF13EEE48F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059760" y="2306376"/>
                  <a:ext cx="339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AB203F6-988A-C6B0-1756-6F62B5A4171B}"/>
                    </a:ext>
                  </a:extLst>
                </p14:cNvPr>
                <p14:cNvContentPartPr/>
                <p14:nvPr/>
              </p14:nvContentPartPr>
              <p14:xfrm>
                <a:off x="9417240" y="2304936"/>
                <a:ext cx="81000" cy="1162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AB203F6-988A-C6B0-1756-6F62B5A4171B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408600" y="2296296"/>
                  <a:ext cx="98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69110D5-E380-E76E-8B29-69284C2A9206}"/>
                    </a:ext>
                  </a:extLst>
                </p14:cNvPr>
                <p14:cNvContentPartPr/>
                <p14:nvPr/>
              </p14:nvContentPartPr>
              <p14:xfrm>
                <a:off x="9641520" y="2210256"/>
                <a:ext cx="107640" cy="243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69110D5-E380-E76E-8B29-69284C2A920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632880" y="2201616"/>
                  <a:ext cx="125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9B7B0DA-30D3-E884-C956-C3177F8AC638}"/>
                    </a:ext>
                  </a:extLst>
                </p14:cNvPr>
                <p14:cNvContentPartPr/>
                <p14:nvPr/>
              </p14:nvContentPartPr>
              <p14:xfrm>
                <a:off x="9828720" y="2189736"/>
                <a:ext cx="89640" cy="229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9B7B0DA-30D3-E884-C956-C3177F8AC63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819720" y="2181096"/>
                  <a:ext cx="1072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384F78C-C200-A101-D402-B42390C650F1}"/>
                    </a:ext>
                  </a:extLst>
                </p14:cNvPr>
                <p14:cNvContentPartPr/>
                <p14:nvPr/>
              </p14:nvContentPartPr>
              <p14:xfrm>
                <a:off x="10034280" y="2310336"/>
                <a:ext cx="7560" cy="45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384F78C-C200-A101-D402-B42390C650F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025280" y="2301336"/>
                  <a:ext cx="25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9914983-94E7-8FFA-6E0E-644FF00A1891}"/>
                    </a:ext>
                  </a:extLst>
                </p14:cNvPr>
                <p14:cNvContentPartPr/>
                <p14:nvPr/>
              </p14:nvContentPartPr>
              <p14:xfrm>
                <a:off x="9951120" y="2492496"/>
                <a:ext cx="100440" cy="1166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9914983-94E7-8FFA-6E0E-644FF00A189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942480" y="2483496"/>
                  <a:ext cx="11808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653DF26A-5758-92E5-A0DC-E83B21A37DA2}"/>
              </a:ext>
            </a:extLst>
          </p:cNvPr>
          <p:cNvGrpSpPr/>
          <p:nvPr/>
        </p:nvGrpSpPr>
        <p:grpSpPr>
          <a:xfrm>
            <a:off x="5186880" y="3985416"/>
            <a:ext cx="478080" cy="231840"/>
            <a:chOff x="5186880" y="3985416"/>
            <a:chExt cx="47808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1DC4219-3817-FB66-4D66-6996610E6256}"/>
                    </a:ext>
                  </a:extLst>
                </p14:cNvPr>
                <p14:cNvContentPartPr/>
                <p14:nvPr/>
              </p14:nvContentPartPr>
              <p14:xfrm>
                <a:off x="5186880" y="4131576"/>
                <a:ext cx="5400" cy="85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1DC4219-3817-FB66-4D66-6996610E625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178240" y="4122936"/>
                  <a:ext cx="230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023A402-6AD5-58F4-5FBE-9738C19A2612}"/>
                    </a:ext>
                  </a:extLst>
                </p14:cNvPr>
                <p14:cNvContentPartPr/>
                <p14:nvPr/>
              </p14:nvContentPartPr>
              <p14:xfrm>
                <a:off x="5243040" y="3985416"/>
                <a:ext cx="37080" cy="52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023A402-6AD5-58F4-5FBE-9738C19A261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234040" y="3976416"/>
                  <a:ext cx="54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1AF215E-1898-866D-EFDE-C75942687D79}"/>
                    </a:ext>
                  </a:extLst>
                </p14:cNvPr>
                <p14:cNvContentPartPr/>
                <p14:nvPr/>
              </p14:nvContentPartPr>
              <p14:xfrm>
                <a:off x="5308920" y="4119336"/>
                <a:ext cx="124560" cy="61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1AF215E-1898-866D-EFDE-C75942687D7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299920" y="4110696"/>
                  <a:ext cx="142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2552D88-B5B5-4A08-8375-0EF38CE5FEF5}"/>
                    </a:ext>
                  </a:extLst>
                </p14:cNvPr>
                <p14:cNvContentPartPr/>
                <p14:nvPr/>
              </p14:nvContentPartPr>
              <p14:xfrm>
                <a:off x="5512680" y="3999096"/>
                <a:ext cx="62280" cy="1285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2552D88-B5B5-4A08-8375-0EF38CE5FEF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504040" y="3990456"/>
                  <a:ext cx="799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7FEA347-D784-70BA-1E8C-89995042892E}"/>
                    </a:ext>
                  </a:extLst>
                </p14:cNvPr>
                <p14:cNvContentPartPr/>
                <p14:nvPr/>
              </p14:nvContentPartPr>
              <p14:xfrm>
                <a:off x="5506200" y="4052016"/>
                <a:ext cx="158760" cy="75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7FEA347-D784-70BA-1E8C-89995042892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497560" y="4043016"/>
                  <a:ext cx="17640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6A99C15-CF71-F26A-04CF-88425C270C69}"/>
              </a:ext>
            </a:extLst>
          </p:cNvPr>
          <p:cNvGrpSpPr/>
          <p:nvPr/>
        </p:nvGrpSpPr>
        <p:grpSpPr>
          <a:xfrm>
            <a:off x="6008400" y="3557376"/>
            <a:ext cx="3323880" cy="1086120"/>
            <a:chOff x="6008400" y="3557376"/>
            <a:chExt cx="3323880" cy="108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36F3E5B-3C95-6965-1F17-712806A579B5}"/>
                    </a:ext>
                  </a:extLst>
                </p14:cNvPr>
                <p14:cNvContentPartPr/>
                <p14:nvPr/>
              </p14:nvContentPartPr>
              <p14:xfrm>
                <a:off x="8168760" y="3557376"/>
                <a:ext cx="154080" cy="460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36F3E5B-3C95-6965-1F17-712806A579B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160120" y="3548376"/>
                  <a:ext cx="17172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4A87E53-90E6-69E0-2174-16CEA1E3EFE6}"/>
                    </a:ext>
                  </a:extLst>
                </p14:cNvPr>
                <p14:cNvContentPartPr/>
                <p14:nvPr/>
              </p14:nvContentPartPr>
              <p14:xfrm>
                <a:off x="6008400" y="3833136"/>
                <a:ext cx="214560" cy="256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4A87E53-90E6-69E0-2174-16CEA1E3EFE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999400" y="3824496"/>
                  <a:ext cx="2322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9E8FFBE-E7D8-73CC-B309-87132AD7CD0E}"/>
                    </a:ext>
                  </a:extLst>
                </p14:cNvPr>
                <p14:cNvContentPartPr/>
                <p14:nvPr/>
              </p14:nvContentPartPr>
              <p14:xfrm>
                <a:off x="6228000" y="3974976"/>
                <a:ext cx="178200" cy="69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9E8FFBE-E7D8-73CC-B309-87132AD7CD0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219360" y="3965976"/>
                  <a:ext cx="195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BFC8252-3632-30E6-5DCD-DDCB08655530}"/>
                    </a:ext>
                  </a:extLst>
                </p14:cNvPr>
                <p14:cNvContentPartPr/>
                <p14:nvPr/>
              </p14:nvContentPartPr>
              <p14:xfrm>
                <a:off x="6337440" y="3950496"/>
                <a:ext cx="188280" cy="335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BFC8252-3632-30E6-5DCD-DDCB0865553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328440" y="3941856"/>
                  <a:ext cx="2059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027967A-3FD4-15CF-A0C0-C89FFF174665}"/>
                    </a:ext>
                  </a:extLst>
                </p14:cNvPr>
                <p14:cNvContentPartPr/>
                <p14:nvPr/>
              </p14:nvContentPartPr>
              <p14:xfrm>
                <a:off x="6586560" y="3969936"/>
                <a:ext cx="139320" cy="601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027967A-3FD4-15CF-A0C0-C89FFF174665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577560" y="3960936"/>
                  <a:ext cx="1569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5B5D752-72CE-BD26-F37B-66AA0C3BD405}"/>
                    </a:ext>
                  </a:extLst>
                </p14:cNvPr>
                <p14:cNvContentPartPr/>
                <p14:nvPr/>
              </p14:nvContentPartPr>
              <p14:xfrm>
                <a:off x="6761880" y="3908736"/>
                <a:ext cx="302760" cy="94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5B5D752-72CE-BD26-F37B-66AA0C3BD40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753240" y="3900096"/>
                  <a:ext cx="320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28C6FA7-D9F9-BFF1-582E-E796204154F3}"/>
                    </a:ext>
                  </a:extLst>
                </p14:cNvPr>
                <p14:cNvContentPartPr/>
                <p14:nvPr/>
              </p14:nvContentPartPr>
              <p14:xfrm>
                <a:off x="7102440" y="3887136"/>
                <a:ext cx="113400" cy="102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28C6FA7-D9F9-BFF1-582E-E796204154F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093800" y="3878496"/>
                  <a:ext cx="1310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FA62CEA-067D-CFBB-64BE-AB1D60CD6576}"/>
                    </a:ext>
                  </a:extLst>
                </p14:cNvPr>
                <p14:cNvContentPartPr/>
                <p14:nvPr/>
              </p14:nvContentPartPr>
              <p14:xfrm>
                <a:off x="7338960" y="3686616"/>
                <a:ext cx="174240" cy="3013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FA62CEA-067D-CFBB-64BE-AB1D60CD6576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330320" y="3677976"/>
                  <a:ext cx="1918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67E86E8-0654-99D9-6934-59F86A9892D7}"/>
                    </a:ext>
                  </a:extLst>
                </p14:cNvPr>
                <p14:cNvContentPartPr/>
                <p14:nvPr/>
              </p14:nvContentPartPr>
              <p14:xfrm>
                <a:off x="7608240" y="3701016"/>
                <a:ext cx="97920" cy="2912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67E86E8-0654-99D9-6934-59F86A9892D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599240" y="3692016"/>
                  <a:ext cx="1155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8A664F9-77A3-AEEE-28CD-80982A51EAF7}"/>
                    </a:ext>
                  </a:extLst>
                </p14:cNvPr>
                <p14:cNvContentPartPr/>
                <p14:nvPr/>
              </p14:nvContentPartPr>
              <p14:xfrm>
                <a:off x="6030360" y="4451616"/>
                <a:ext cx="190440" cy="1663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8A664F9-77A3-AEEE-28CD-80982A51EAF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021720" y="4442616"/>
                  <a:ext cx="208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D159331-A619-7F8A-3198-25E02C8DB2CF}"/>
                    </a:ext>
                  </a:extLst>
                </p14:cNvPr>
                <p14:cNvContentPartPr/>
                <p14:nvPr/>
              </p14:nvContentPartPr>
              <p14:xfrm>
                <a:off x="6255000" y="4454136"/>
                <a:ext cx="163800" cy="892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D159331-A619-7F8A-3198-25E02C8DB2CF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246000" y="4445496"/>
                  <a:ext cx="1814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28EA691-9C2D-C58E-A5D1-2311A1833F46}"/>
                    </a:ext>
                  </a:extLst>
                </p14:cNvPr>
                <p14:cNvContentPartPr/>
                <p14:nvPr/>
              </p14:nvContentPartPr>
              <p14:xfrm>
                <a:off x="6456240" y="4322736"/>
                <a:ext cx="140400" cy="210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28EA691-9C2D-C58E-A5D1-2311A1833F4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447240" y="4313736"/>
                  <a:ext cx="1580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DAF8730-854A-BAB6-19DF-102C856267B5}"/>
                    </a:ext>
                  </a:extLst>
                </p14:cNvPr>
                <p14:cNvContentPartPr/>
                <p14:nvPr/>
              </p14:nvContentPartPr>
              <p14:xfrm>
                <a:off x="6761880" y="4404816"/>
                <a:ext cx="134640" cy="183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DAF8730-854A-BAB6-19DF-102C856267B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753240" y="4395816"/>
                  <a:ext cx="152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2E74901-7645-1CEC-047B-625133B200E6}"/>
                    </a:ext>
                  </a:extLst>
                </p14:cNvPr>
                <p14:cNvContentPartPr/>
                <p14:nvPr/>
              </p14:nvContentPartPr>
              <p14:xfrm>
                <a:off x="6820560" y="4442256"/>
                <a:ext cx="114840" cy="262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2E74901-7645-1CEC-047B-625133B200E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811560" y="4433256"/>
                  <a:ext cx="1324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9E178A3-50FA-E9A3-233C-96B7C0BC5A73}"/>
                    </a:ext>
                  </a:extLst>
                </p14:cNvPr>
                <p14:cNvContentPartPr/>
                <p14:nvPr/>
              </p14:nvContentPartPr>
              <p14:xfrm>
                <a:off x="7044840" y="4340376"/>
                <a:ext cx="229680" cy="3031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9E178A3-50FA-E9A3-233C-96B7C0BC5A7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036200" y="4331376"/>
                  <a:ext cx="2473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F114ED5-C558-E3F3-966A-E2EE2F535946}"/>
                    </a:ext>
                  </a:extLst>
                </p14:cNvPr>
                <p14:cNvContentPartPr/>
                <p14:nvPr/>
              </p14:nvContentPartPr>
              <p14:xfrm>
                <a:off x="7305840" y="4354416"/>
                <a:ext cx="163800" cy="576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F114ED5-C558-E3F3-966A-E2EE2F535946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296840" y="4345416"/>
                  <a:ext cx="1814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A45C789-1A92-B812-2845-D7D5FAEE4C0C}"/>
                    </a:ext>
                  </a:extLst>
                </p14:cNvPr>
                <p14:cNvContentPartPr/>
                <p14:nvPr/>
              </p14:nvContentPartPr>
              <p14:xfrm>
                <a:off x="7491960" y="4284576"/>
                <a:ext cx="121320" cy="95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A45C789-1A92-B812-2845-D7D5FAEE4C0C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483320" y="4275576"/>
                  <a:ext cx="1389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042FCB4-E7CA-B84F-E937-7A2D963F4EF2}"/>
                    </a:ext>
                  </a:extLst>
                </p14:cNvPr>
                <p14:cNvContentPartPr/>
                <p14:nvPr/>
              </p14:nvContentPartPr>
              <p14:xfrm>
                <a:off x="7656840" y="4279896"/>
                <a:ext cx="137160" cy="565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042FCB4-E7CA-B84F-E937-7A2D963F4EF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647840" y="4270896"/>
                  <a:ext cx="154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E071E6E-02AD-D7AB-85EB-4FB128AA9891}"/>
                    </a:ext>
                  </a:extLst>
                </p14:cNvPr>
                <p14:cNvContentPartPr/>
                <p14:nvPr/>
              </p14:nvContentPartPr>
              <p14:xfrm>
                <a:off x="7812720" y="4219056"/>
                <a:ext cx="108360" cy="1069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E071E6E-02AD-D7AB-85EB-4FB128AA989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803720" y="4210416"/>
                  <a:ext cx="1260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5B2E35D-118F-891C-8918-9D611A1351A5}"/>
                    </a:ext>
                  </a:extLst>
                </p14:cNvPr>
                <p14:cNvContentPartPr/>
                <p14:nvPr/>
              </p14:nvContentPartPr>
              <p14:xfrm>
                <a:off x="8005680" y="4101696"/>
                <a:ext cx="161280" cy="2887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5B2E35D-118F-891C-8918-9D611A1351A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996680" y="4092696"/>
                  <a:ext cx="1789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26B52EF-95E3-02FC-0F70-0C7C5326810B}"/>
                    </a:ext>
                  </a:extLst>
                </p14:cNvPr>
                <p14:cNvContentPartPr/>
                <p14:nvPr/>
              </p14:nvContentPartPr>
              <p14:xfrm>
                <a:off x="8288280" y="4070736"/>
                <a:ext cx="139680" cy="2660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26B52EF-95E3-02FC-0F70-0C7C5326810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279640" y="4061736"/>
                  <a:ext cx="1573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65E9CCB-38B7-CC54-C369-1EE6863395F1}"/>
                    </a:ext>
                  </a:extLst>
                </p14:cNvPr>
                <p14:cNvContentPartPr/>
                <p14:nvPr/>
              </p14:nvContentPartPr>
              <p14:xfrm>
                <a:off x="8234640" y="4201416"/>
                <a:ext cx="287640" cy="1018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65E9CCB-38B7-CC54-C369-1EE6863395F1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226000" y="4192776"/>
                  <a:ext cx="3052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C853B66-ECFB-3EC7-C5EB-9C217B568DD6}"/>
                    </a:ext>
                  </a:extLst>
                </p14:cNvPr>
                <p14:cNvContentPartPr/>
                <p14:nvPr/>
              </p14:nvContentPartPr>
              <p14:xfrm>
                <a:off x="8539560" y="4175136"/>
                <a:ext cx="224280" cy="1144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C853B66-ECFB-3EC7-C5EB-9C217B568DD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530560" y="4166136"/>
                  <a:ext cx="241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A856651-F4EE-83F5-0A40-BC2E51C6FF22}"/>
                    </a:ext>
                  </a:extLst>
                </p14:cNvPr>
                <p14:cNvContentPartPr/>
                <p14:nvPr/>
              </p14:nvContentPartPr>
              <p14:xfrm>
                <a:off x="8852040" y="4037256"/>
                <a:ext cx="53640" cy="1584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A856651-F4EE-83F5-0A40-BC2E51C6FF22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843040" y="4028616"/>
                  <a:ext cx="71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F7648F7-2D14-AF60-DCB4-2D2E3F002DD8}"/>
                    </a:ext>
                  </a:extLst>
                </p14:cNvPr>
                <p14:cNvContentPartPr/>
                <p14:nvPr/>
              </p14:nvContentPartPr>
              <p14:xfrm>
                <a:off x="8800560" y="4098456"/>
                <a:ext cx="132120" cy="15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F7648F7-2D14-AF60-DCB4-2D2E3F002DD8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791560" y="4089456"/>
                  <a:ext cx="149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B7C8D37-2C80-E478-16D0-B4F23A498184}"/>
                    </a:ext>
                  </a:extLst>
                </p14:cNvPr>
                <p14:cNvContentPartPr/>
                <p14:nvPr/>
              </p14:nvContentPartPr>
              <p14:xfrm>
                <a:off x="9010080" y="3927816"/>
                <a:ext cx="151560" cy="2797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B7C8D37-2C80-E478-16D0-B4F23A49818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001440" y="3918816"/>
                  <a:ext cx="1692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B85880E-AEC1-66F1-513B-8F4C3170962D}"/>
                    </a:ext>
                  </a:extLst>
                </p14:cNvPr>
                <p14:cNvContentPartPr/>
                <p14:nvPr/>
              </p14:nvContentPartPr>
              <p14:xfrm>
                <a:off x="9322200" y="4095936"/>
                <a:ext cx="10080" cy="306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B85880E-AEC1-66F1-513B-8F4C3170962D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313560" y="4086936"/>
                  <a:ext cx="27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93EB41C-839A-FC23-DD15-B542E7030C4B}"/>
                    </a:ext>
                  </a:extLst>
                </p14:cNvPr>
                <p14:cNvContentPartPr/>
                <p14:nvPr/>
              </p14:nvContentPartPr>
              <p14:xfrm>
                <a:off x="9205200" y="4233096"/>
                <a:ext cx="117360" cy="1213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93EB41C-839A-FC23-DD15-B542E7030C4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196200" y="4224456"/>
                  <a:ext cx="13500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B2504FFC-4BE7-911C-B6C4-1B9FAAD603D1}"/>
              </a:ext>
            </a:extLst>
          </p:cNvPr>
          <p:cNvGrpSpPr/>
          <p:nvPr/>
        </p:nvGrpSpPr>
        <p:grpSpPr>
          <a:xfrm>
            <a:off x="6220800" y="5434416"/>
            <a:ext cx="866160" cy="351360"/>
            <a:chOff x="6220800" y="5434416"/>
            <a:chExt cx="86616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D2EDCE9-F584-181B-99DE-9E8CF6C21EE6}"/>
                    </a:ext>
                  </a:extLst>
                </p14:cNvPr>
                <p14:cNvContentPartPr/>
                <p14:nvPr/>
              </p14:nvContentPartPr>
              <p14:xfrm>
                <a:off x="6220800" y="5626296"/>
                <a:ext cx="275760" cy="1594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D2EDCE9-F584-181B-99DE-9E8CF6C21EE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211800" y="5617656"/>
                  <a:ext cx="293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CC15264-7881-31F5-755B-7F78C1B78DF5}"/>
                    </a:ext>
                  </a:extLst>
                </p14:cNvPr>
                <p14:cNvContentPartPr/>
                <p14:nvPr/>
              </p14:nvContentPartPr>
              <p14:xfrm>
                <a:off x="6555960" y="5434416"/>
                <a:ext cx="52920" cy="257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CC15264-7881-31F5-755B-7F78C1B78DF5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547320" y="5425776"/>
                  <a:ext cx="705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9E6B7F5-D637-AA32-4CF3-C51C985E50DB}"/>
                    </a:ext>
                  </a:extLst>
                </p14:cNvPr>
                <p14:cNvContentPartPr/>
                <p14:nvPr/>
              </p14:nvContentPartPr>
              <p14:xfrm>
                <a:off x="6491520" y="5608296"/>
                <a:ext cx="297720" cy="507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9E6B7F5-D637-AA32-4CF3-C51C985E50D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482520" y="5599296"/>
                  <a:ext cx="3153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E9BC106-EAFD-CC97-EE8C-A8DA53DB313F}"/>
                    </a:ext>
                  </a:extLst>
                </p14:cNvPr>
                <p14:cNvContentPartPr/>
                <p14:nvPr/>
              </p14:nvContentPartPr>
              <p14:xfrm>
                <a:off x="6825240" y="5529456"/>
                <a:ext cx="24840" cy="102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E9BC106-EAFD-CC97-EE8C-A8DA53DB313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816600" y="5520816"/>
                  <a:ext cx="424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068993C-813C-C60C-1438-C6415DCC4EF9}"/>
                    </a:ext>
                  </a:extLst>
                </p14:cNvPr>
                <p14:cNvContentPartPr/>
                <p14:nvPr/>
              </p14:nvContentPartPr>
              <p14:xfrm>
                <a:off x="6920640" y="5558616"/>
                <a:ext cx="166320" cy="435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068993C-813C-C60C-1438-C6415DCC4EF9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911640" y="5549976"/>
                  <a:ext cx="18396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AA9D4E96-D377-B79E-C97D-547AF851B6DF}"/>
              </a:ext>
            </a:extLst>
          </p:cNvPr>
          <p:cNvGrpSpPr/>
          <p:nvPr/>
        </p:nvGrpSpPr>
        <p:grpSpPr>
          <a:xfrm>
            <a:off x="7481160" y="5131296"/>
            <a:ext cx="651600" cy="489600"/>
            <a:chOff x="7481160" y="5131296"/>
            <a:chExt cx="651600" cy="48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B921AB8-DCE1-0791-FC6F-9B054A46B479}"/>
                    </a:ext>
                  </a:extLst>
                </p14:cNvPr>
                <p14:cNvContentPartPr/>
                <p14:nvPr/>
              </p14:nvContentPartPr>
              <p14:xfrm>
                <a:off x="7481160" y="5363136"/>
                <a:ext cx="205200" cy="1281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B921AB8-DCE1-0791-FC6F-9B054A46B479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7472520" y="5354136"/>
                  <a:ext cx="222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9537131-D6B3-7C18-0D9F-511C84483EFB}"/>
                    </a:ext>
                  </a:extLst>
                </p14:cNvPr>
                <p14:cNvContentPartPr/>
                <p14:nvPr/>
              </p14:nvContentPartPr>
              <p14:xfrm>
                <a:off x="7673040" y="5131296"/>
                <a:ext cx="364320" cy="2995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9537131-D6B3-7C18-0D9F-511C84483EF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664400" y="5122296"/>
                  <a:ext cx="3819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AEE14C0-3C51-2B3F-02EA-77ED0F134B35}"/>
                    </a:ext>
                  </a:extLst>
                </p14:cNvPr>
                <p14:cNvContentPartPr/>
                <p14:nvPr/>
              </p14:nvContentPartPr>
              <p14:xfrm>
                <a:off x="8073720" y="5328936"/>
                <a:ext cx="17280" cy="151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AEE14C0-3C51-2B3F-02EA-77ED0F134B3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065080" y="5319936"/>
                  <a:ext cx="349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D8AF018-1078-A083-B640-9DD10446A131}"/>
                    </a:ext>
                  </a:extLst>
                </p14:cNvPr>
                <p14:cNvContentPartPr/>
                <p14:nvPr/>
              </p14:nvContentPartPr>
              <p14:xfrm>
                <a:off x="8027640" y="5407776"/>
                <a:ext cx="105120" cy="2131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D8AF018-1078-A083-B640-9DD10446A13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018640" y="5398776"/>
                  <a:ext cx="122760" cy="23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C6B6BC6C-837A-CD72-4FEB-12A0EB65C9D7}"/>
                  </a:ext>
                </a:extLst>
              </p14:cNvPr>
              <p14:cNvContentPartPr/>
              <p14:nvPr/>
            </p14:nvContentPartPr>
            <p14:xfrm>
              <a:off x="5603760" y="6019776"/>
              <a:ext cx="156240" cy="37080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C6B6BC6C-837A-CD72-4FEB-12A0EB65C9D7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5595120" y="6011136"/>
                <a:ext cx="173880" cy="38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E2859D43-564B-A56E-0A43-3C741A19B068}"/>
              </a:ext>
            </a:extLst>
          </p:cNvPr>
          <p:cNvGrpSpPr/>
          <p:nvPr/>
        </p:nvGrpSpPr>
        <p:grpSpPr>
          <a:xfrm>
            <a:off x="6105960" y="4860576"/>
            <a:ext cx="868320" cy="457920"/>
            <a:chOff x="6105960" y="4860576"/>
            <a:chExt cx="868320" cy="45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2DA2412-0FF1-A044-DD5B-ECD9F895F612}"/>
                    </a:ext>
                  </a:extLst>
                </p14:cNvPr>
                <p14:cNvContentPartPr/>
                <p14:nvPr/>
              </p14:nvContentPartPr>
              <p14:xfrm>
                <a:off x="6184440" y="4895856"/>
                <a:ext cx="126720" cy="4226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2DA2412-0FF1-A044-DD5B-ECD9F895F612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175800" y="4887216"/>
                  <a:ext cx="14436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AEF2F66-C215-7DF8-05E5-D6B3AE4A1CA1}"/>
                    </a:ext>
                  </a:extLst>
                </p14:cNvPr>
                <p14:cNvContentPartPr/>
                <p14:nvPr/>
              </p14:nvContentPartPr>
              <p14:xfrm>
                <a:off x="6105960" y="5112576"/>
                <a:ext cx="222120" cy="597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AEF2F66-C215-7DF8-05E5-D6B3AE4A1CA1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6097320" y="5103936"/>
                  <a:ext cx="2397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0E6070D-9F5A-DD79-3A76-18A75423ACB1}"/>
                    </a:ext>
                  </a:extLst>
                </p14:cNvPr>
                <p14:cNvContentPartPr/>
                <p14:nvPr/>
              </p14:nvContentPartPr>
              <p14:xfrm>
                <a:off x="6362280" y="5057496"/>
                <a:ext cx="119880" cy="1288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0E6070D-9F5A-DD79-3A76-18A75423ACB1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353280" y="5048496"/>
                  <a:ext cx="1375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607C5BF-C9E8-8CD7-3C85-3C9C2E941FF7}"/>
                    </a:ext>
                  </a:extLst>
                </p14:cNvPr>
                <p14:cNvContentPartPr/>
                <p14:nvPr/>
              </p14:nvContentPartPr>
              <p14:xfrm>
                <a:off x="6463800" y="5021856"/>
                <a:ext cx="310680" cy="1036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607C5BF-C9E8-8CD7-3C85-3C9C2E941FF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454800" y="5012856"/>
                  <a:ext cx="3283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C513FC3-570A-263B-50C2-BB5776048668}"/>
                    </a:ext>
                  </a:extLst>
                </p14:cNvPr>
                <p14:cNvContentPartPr/>
                <p14:nvPr/>
              </p14:nvContentPartPr>
              <p14:xfrm>
                <a:off x="6882120" y="4860576"/>
                <a:ext cx="82800" cy="1796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C513FC3-570A-263B-50C2-BB577604866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873120" y="4851936"/>
                  <a:ext cx="1004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7DD852F-DBFC-05AE-5634-2E32AD4C9F9C}"/>
                    </a:ext>
                  </a:extLst>
                </p14:cNvPr>
                <p14:cNvContentPartPr/>
                <p14:nvPr/>
              </p14:nvContentPartPr>
              <p14:xfrm>
                <a:off x="6869160" y="4967136"/>
                <a:ext cx="105120" cy="100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7DD852F-DBFC-05AE-5634-2E32AD4C9F9C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860520" y="4958136"/>
                  <a:ext cx="12276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766471EA-8631-6BA5-4192-F7FDC099159A}"/>
              </a:ext>
            </a:extLst>
          </p:cNvPr>
          <p:cNvGrpSpPr/>
          <p:nvPr/>
        </p:nvGrpSpPr>
        <p:grpSpPr>
          <a:xfrm>
            <a:off x="7196040" y="4562496"/>
            <a:ext cx="1697400" cy="432360"/>
            <a:chOff x="7196040" y="4562496"/>
            <a:chExt cx="169740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04B8C23-CE4B-ED00-5C52-016C2FAC8C5C}"/>
                    </a:ext>
                  </a:extLst>
                </p14:cNvPr>
                <p14:cNvContentPartPr/>
                <p14:nvPr/>
              </p14:nvContentPartPr>
              <p14:xfrm>
                <a:off x="7196040" y="4903056"/>
                <a:ext cx="156240" cy="338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04B8C23-CE4B-ED00-5C52-016C2FAC8C5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187040" y="4894056"/>
                  <a:ext cx="173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B08ACD5-1A7F-C05E-E719-7B124E428392}"/>
                    </a:ext>
                  </a:extLst>
                </p14:cNvPr>
                <p14:cNvContentPartPr/>
                <p14:nvPr/>
              </p14:nvContentPartPr>
              <p14:xfrm>
                <a:off x="7239960" y="4962096"/>
                <a:ext cx="129600" cy="327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B08ACD5-1A7F-C05E-E719-7B124E42839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230960" y="4953456"/>
                  <a:ext cx="147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80718AB-0CAD-74BF-8122-9C198CA7FAE7}"/>
                    </a:ext>
                  </a:extLst>
                </p14:cNvPr>
                <p14:cNvContentPartPr/>
                <p14:nvPr/>
              </p14:nvContentPartPr>
              <p14:xfrm>
                <a:off x="7525800" y="4652496"/>
                <a:ext cx="162000" cy="3409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80718AB-0CAD-74BF-8122-9C198CA7FAE7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7516800" y="4643496"/>
                  <a:ext cx="1796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3CDDB8C-3C03-9B0E-3849-54166B81172D}"/>
                    </a:ext>
                  </a:extLst>
                </p14:cNvPr>
                <p14:cNvContentPartPr/>
                <p14:nvPr/>
              </p14:nvContentPartPr>
              <p14:xfrm>
                <a:off x="7522920" y="4770576"/>
                <a:ext cx="261360" cy="1008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3CDDB8C-3C03-9B0E-3849-54166B81172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7513920" y="4761936"/>
                  <a:ext cx="2790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6CBB743-D017-7844-834D-8C915165131C}"/>
                    </a:ext>
                  </a:extLst>
                </p14:cNvPr>
                <p14:cNvContentPartPr/>
                <p14:nvPr/>
              </p14:nvContentPartPr>
              <p14:xfrm>
                <a:off x="7797600" y="4777776"/>
                <a:ext cx="242280" cy="774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6CBB743-D017-7844-834D-8C915165131C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7788960" y="4769136"/>
                  <a:ext cx="2599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3059556-8F18-8413-0537-805DCE68DD6F}"/>
                    </a:ext>
                  </a:extLst>
                </p14:cNvPr>
                <p14:cNvContentPartPr/>
                <p14:nvPr/>
              </p14:nvContentPartPr>
              <p14:xfrm>
                <a:off x="8164080" y="4622616"/>
                <a:ext cx="97920" cy="1594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3059556-8F18-8413-0537-805DCE68DD6F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155080" y="4613616"/>
                  <a:ext cx="1155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2A683C9-ECF3-8928-7840-87497B5B169B}"/>
                    </a:ext>
                  </a:extLst>
                </p14:cNvPr>
                <p14:cNvContentPartPr/>
                <p14:nvPr/>
              </p14:nvContentPartPr>
              <p14:xfrm>
                <a:off x="8129880" y="4703616"/>
                <a:ext cx="146520" cy="151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2A683C9-ECF3-8928-7840-87497B5B169B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8121240" y="4694976"/>
                  <a:ext cx="164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3ED69B6-563E-E438-B316-3D5422F66D82}"/>
                    </a:ext>
                  </a:extLst>
                </p14:cNvPr>
                <p14:cNvContentPartPr/>
                <p14:nvPr/>
              </p14:nvContentPartPr>
              <p14:xfrm>
                <a:off x="8454240" y="4611096"/>
                <a:ext cx="2880" cy="1360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3ED69B6-563E-E438-B316-3D5422F66D82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445240" y="4602456"/>
                  <a:ext cx="205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76F4CAE-1B47-2AA8-4A5B-C1AD84DD84FF}"/>
                    </a:ext>
                  </a:extLst>
                </p14:cNvPr>
                <p14:cNvContentPartPr/>
                <p14:nvPr/>
              </p14:nvContentPartPr>
              <p14:xfrm>
                <a:off x="8407800" y="4673016"/>
                <a:ext cx="122400" cy="190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76F4CAE-1B47-2AA8-4A5B-C1AD84DD84FF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399160" y="4664016"/>
                  <a:ext cx="140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2144E21-7C2A-9CD2-1AF3-313A25189B02}"/>
                    </a:ext>
                  </a:extLst>
                </p14:cNvPr>
                <p14:cNvContentPartPr/>
                <p14:nvPr/>
              </p14:nvContentPartPr>
              <p14:xfrm>
                <a:off x="8697240" y="4562496"/>
                <a:ext cx="5760" cy="1544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2144E21-7C2A-9CD2-1AF3-313A25189B02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688600" y="4553496"/>
                  <a:ext cx="23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1D863D5-671B-5505-C029-E412DE240579}"/>
                    </a:ext>
                  </a:extLst>
                </p14:cNvPr>
                <p14:cNvContentPartPr/>
                <p14:nvPr/>
              </p14:nvContentPartPr>
              <p14:xfrm>
                <a:off x="8839440" y="4579416"/>
                <a:ext cx="19800" cy="320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1D863D5-671B-5505-C029-E412DE24057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830440" y="4570776"/>
                  <a:ext cx="37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E9B25F0-517F-2E6F-200C-ACDF2EF0827C}"/>
                    </a:ext>
                  </a:extLst>
                </p14:cNvPr>
                <p14:cNvContentPartPr/>
                <p14:nvPr/>
              </p14:nvContentPartPr>
              <p14:xfrm>
                <a:off x="8785800" y="4723416"/>
                <a:ext cx="107640" cy="1663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E9B25F0-517F-2E6F-200C-ACDF2EF0827C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776800" y="4714416"/>
                  <a:ext cx="12528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4B2F7FEC-1B57-A1B6-E8E2-CE1AA7848E24}"/>
              </a:ext>
            </a:extLst>
          </p:cNvPr>
          <p:cNvGrpSpPr/>
          <p:nvPr/>
        </p:nvGrpSpPr>
        <p:grpSpPr>
          <a:xfrm>
            <a:off x="9939600" y="3843936"/>
            <a:ext cx="275400" cy="312120"/>
            <a:chOff x="9939600" y="3843936"/>
            <a:chExt cx="27540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4249DF0-D23B-4F80-6996-CD12F60A5CAB}"/>
                    </a:ext>
                  </a:extLst>
                </p14:cNvPr>
                <p14:cNvContentPartPr/>
                <p14:nvPr/>
              </p14:nvContentPartPr>
              <p14:xfrm>
                <a:off x="9939600" y="3843936"/>
                <a:ext cx="153720" cy="3121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4249DF0-D23B-4F80-6996-CD12F60A5CAB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930600" y="3834936"/>
                  <a:ext cx="1713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8C919E9-33EF-695B-0FED-23101F8AABEE}"/>
                    </a:ext>
                  </a:extLst>
                </p14:cNvPr>
                <p14:cNvContentPartPr/>
                <p14:nvPr/>
              </p14:nvContentPartPr>
              <p14:xfrm>
                <a:off x="10075680" y="3850416"/>
                <a:ext cx="139320" cy="2966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8C919E9-33EF-695B-0FED-23101F8AABE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066680" y="3841416"/>
                  <a:ext cx="15696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BA5630D7-9A55-66E8-A416-01CE71D4D9E4}"/>
              </a:ext>
            </a:extLst>
          </p:cNvPr>
          <p:cNvGrpSpPr/>
          <p:nvPr/>
        </p:nvGrpSpPr>
        <p:grpSpPr>
          <a:xfrm>
            <a:off x="10465920" y="3715416"/>
            <a:ext cx="797040" cy="356040"/>
            <a:chOff x="10465920" y="3715416"/>
            <a:chExt cx="797040" cy="35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CFAAFFB-408F-8842-5E58-CF08980DEE7C}"/>
                    </a:ext>
                  </a:extLst>
                </p14:cNvPr>
                <p14:cNvContentPartPr/>
                <p14:nvPr/>
              </p14:nvContentPartPr>
              <p14:xfrm>
                <a:off x="10465920" y="3866256"/>
                <a:ext cx="168480" cy="2052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CFAAFFB-408F-8842-5E58-CF08980DEE7C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456920" y="3857616"/>
                  <a:ext cx="186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ACE0C0F-357B-9319-8D77-98743CF2DD84}"/>
                    </a:ext>
                  </a:extLst>
                </p14:cNvPr>
                <p14:cNvContentPartPr/>
                <p14:nvPr/>
              </p14:nvContentPartPr>
              <p14:xfrm>
                <a:off x="10753200" y="3756456"/>
                <a:ext cx="185760" cy="2235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ACE0C0F-357B-9319-8D77-98743CF2DD84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744560" y="3747456"/>
                  <a:ext cx="2034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7097835-6E0F-3D27-72D2-142C67FDA9B5}"/>
                    </a:ext>
                  </a:extLst>
                </p14:cNvPr>
                <p14:cNvContentPartPr/>
                <p14:nvPr/>
              </p14:nvContentPartPr>
              <p14:xfrm>
                <a:off x="11014560" y="3816936"/>
                <a:ext cx="54000" cy="1612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7097835-6E0F-3D27-72D2-142C67FDA9B5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1005560" y="3808296"/>
                  <a:ext cx="716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58593DF-61E8-E2F6-9B57-5885436C70E8}"/>
                    </a:ext>
                  </a:extLst>
                </p14:cNvPr>
                <p14:cNvContentPartPr/>
                <p14:nvPr/>
              </p14:nvContentPartPr>
              <p14:xfrm>
                <a:off x="11113920" y="3715416"/>
                <a:ext cx="149040" cy="3513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58593DF-61E8-E2F6-9B57-5885436C70E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1105280" y="3706776"/>
                  <a:ext cx="166680" cy="36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0A64BB2-B501-92EE-EBCE-7450CD381E5C}"/>
              </a:ext>
            </a:extLst>
          </p:cNvPr>
          <p:cNvGrpSpPr/>
          <p:nvPr/>
        </p:nvGrpSpPr>
        <p:grpSpPr>
          <a:xfrm>
            <a:off x="4569840" y="710136"/>
            <a:ext cx="424800" cy="234000"/>
            <a:chOff x="4569840" y="710136"/>
            <a:chExt cx="424800" cy="23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37E1907-1A5E-F668-55B0-E3149F93A0D8}"/>
                    </a:ext>
                  </a:extLst>
                </p14:cNvPr>
                <p14:cNvContentPartPr/>
                <p14:nvPr/>
              </p14:nvContentPartPr>
              <p14:xfrm>
                <a:off x="4957560" y="718056"/>
                <a:ext cx="360" cy="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37E1907-1A5E-F668-55B0-E3149F93A0D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948920" y="7094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60CABD1-4B6F-91FC-638D-C821647DFDB4}"/>
                    </a:ext>
                  </a:extLst>
                </p14:cNvPr>
                <p14:cNvContentPartPr/>
                <p14:nvPr/>
              </p14:nvContentPartPr>
              <p14:xfrm>
                <a:off x="4911480" y="710136"/>
                <a:ext cx="83160" cy="23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60CABD1-4B6F-91FC-638D-C821647DFDB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902480" y="701136"/>
                  <a:ext cx="100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29851D4-AFFC-FF73-5C03-45A55D3DF1A7}"/>
                    </a:ext>
                  </a:extLst>
                </p14:cNvPr>
                <p14:cNvContentPartPr/>
                <p14:nvPr/>
              </p14:nvContentPartPr>
              <p14:xfrm>
                <a:off x="4728600" y="758736"/>
                <a:ext cx="107640" cy="31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29851D4-AFFC-FF73-5C03-45A55D3DF1A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719600" y="750096"/>
                  <a:ext cx="1252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4616264-8EA8-1D0A-E7E0-AA1DB6A63954}"/>
                    </a:ext>
                  </a:extLst>
                </p14:cNvPr>
                <p14:cNvContentPartPr/>
                <p14:nvPr/>
              </p14:nvContentPartPr>
              <p14:xfrm>
                <a:off x="4582080" y="811656"/>
                <a:ext cx="61200" cy="23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4616264-8EA8-1D0A-E7E0-AA1DB6A63954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573440" y="802656"/>
                  <a:ext cx="78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135C3D3-4041-A450-4547-13C714443324}"/>
                    </a:ext>
                  </a:extLst>
                </p14:cNvPr>
                <p14:cNvContentPartPr/>
                <p14:nvPr/>
              </p14:nvContentPartPr>
              <p14:xfrm>
                <a:off x="4569840" y="876456"/>
                <a:ext cx="32040" cy="67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135C3D3-4041-A450-4547-13C714443324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561200" y="867816"/>
                  <a:ext cx="49680" cy="8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1CB3854-4B8D-42D8-6E96-5B8893408753}"/>
                  </a:ext>
                </a:extLst>
              </p14:cNvPr>
              <p14:cNvContentPartPr/>
              <p14:nvPr/>
            </p14:nvContentPartPr>
            <p14:xfrm>
              <a:off x="4679640" y="1073376"/>
              <a:ext cx="34560" cy="882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1CB3854-4B8D-42D8-6E96-5B8893408753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4671000" y="1064376"/>
                <a:ext cx="522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B7A667B-53F8-502F-1C8C-66E00DF77AE1}"/>
                  </a:ext>
                </a:extLst>
              </p14:cNvPr>
              <p14:cNvContentPartPr/>
              <p14:nvPr/>
            </p14:nvContentPartPr>
            <p14:xfrm>
              <a:off x="4738320" y="1317816"/>
              <a:ext cx="12600" cy="972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B7A667B-53F8-502F-1C8C-66E00DF77AE1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4729320" y="1309176"/>
                <a:ext cx="30240" cy="11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F10AC82D-B2B5-918B-CED0-D66667124BCA}"/>
              </a:ext>
            </a:extLst>
          </p:cNvPr>
          <p:cNvGrpSpPr/>
          <p:nvPr/>
        </p:nvGrpSpPr>
        <p:grpSpPr>
          <a:xfrm>
            <a:off x="4708800" y="1530936"/>
            <a:ext cx="119880" cy="175320"/>
            <a:chOff x="4708800" y="1530936"/>
            <a:chExt cx="119880" cy="17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754B7C5-9A4B-CCC4-F35A-880583229FC8}"/>
                    </a:ext>
                  </a:extLst>
                </p14:cNvPr>
                <p14:cNvContentPartPr/>
                <p14:nvPr/>
              </p14:nvContentPartPr>
              <p14:xfrm>
                <a:off x="4789440" y="1530936"/>
                <a:ext cx="360" cy="20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754B7C5-9A4B-CCC4-F35A-880583229FC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780800" y="1521936"/>
                  <a:ext cx="18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5346224-8C32-0087-8B1E-880AA68D6C67}"/>
                    </a:ext>
                  </a:extLst>
                </p14:cNvPr>
                <p14:cNvContentPartPr/>
                <p14:nvPr/>
              </p14:nvContentPartPr>
              <p14:xfrm>
                <a:off x="4789440" y="1530936"/>
                <a:ext cx="39240" cy="59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5346224-8C32-0087-8B1E-880AA68D6C67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4780800" y="1521936"/>
                  <a:ext cx="568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FFBC33D-9C0E-2275-6D42-1B1FE281C46F}"/>
                    </a:ext>
                  </a:extLst>
                </p14:cNvPr>
                <p14:cNvContentPartPr/>
                <p14:nvPr/>
              </p14:nvContentPartPr>
              <p14:xfrm>
                <a:off x="4740840" y="1617696"/>
                <a:ext cx="34560" cy="42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FFBC33D-9C0E-2275-6D42-1B1FE281C46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4731840" y="1609056"/>
                  <a:ext cx="522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3CEE215-681A-6EA4-5E9C-E287BB0FF9E3}"/>
                    </a:ext>
                  </a:extLst>
                </p14:cNvPr>
                <p14:cNvContentPartPr/>
                <p14:nvPr/>
              </p14:nvContentPartPr>
              <p14:xfrm>
                <a:off x="4708800" y="1686096"/>
                <a:ext cx="2880" cy="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3CEE215-681A-6EA4-5E9C-E287BB0FF9E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700160" y="1677096"/>
                  <a:ext cx="20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C4E2D9E-1064-406D-0B01-B3256F472DDF}"/>
                    </a:ext>
                  </a:extLst>
                </p14:cNvPr>
                <p14:cNvContentPartPr/>
                <p14:nvPr/>
              </p14:nvContentPartPr>
              <p14:xfrm>
                <a:off x="4708800" y="1571616"/>
                <a:ext cx="117000" cy="134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C4E2D9E-1064-406D-0B01-B3256F472DDF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700160" y="1562616"/>
                  <a:ext cx="13464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7516E778-5A9D-A11B-4FC6-E235E1FCCB34}"/>
              </a:ext>
            </a:extLst>
          </p:cNvPr>
          <p:cNvGrpSpPr/>
          <p:nvPr/>
        </p:nvGrpSpPr>
        <p:grpSpPr>
          <a:xfrm>
            <a:off x="6874200" y="2729736"/>
            <a:ext cx="485280" cy="224280"/>
            <a:chOff x="6874200" y="2729736"/>
            <a:chExt cx="485280" cy="22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DC458FD-CE54-81DB-24D4-00B9C471F631}"/>
                    </a:ext>
                  </a:extLst>
                </p14:cNvPr>
                <p14:cNvContentPartPr/>
                <p14:nvPr/>
              </p14:nvContentPartPr>
              <p14:xfrm>
                <a:off x="6874200" y="2799576"/>
                <a:ext cx="62640" cy="1544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DC458FD-CE54-81DB-24D4-00B9C471F631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865200" y="2790576"/>
                  <a:ext cx="802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2C91F32-F86D-97A1-BDD5-A8D72230E258}"/>
                    </a:ext>
                  </a:extLst>
                </p14:cNvPr>
                <p14:cNvContentPartPr/>
                <p14:nvPr/>
              </p14:nvContentPartPr>
              <p14:xfrm>
                <a:off x="6974280" y="2729736"/>
                <a:ext cx="15120" cy="637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2C91F32-F86D-97A1-BDD5-A8D72230E258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965280" y="2720736"/>
                  <a:ext cx="327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ABBBBBE-4A43-0F40-55EA-79FE325E8C26}"/>
                    </a:ext>
                  </a:extLst>
                </p14:cNvPr>
                <p14:cNvContentPartPr/>
                <p14:nvPr/>
              </p14:nvContentPartPr>
              <p14:xfrm>
                <a:off x="7035120" y="2837016"/>
                <a:ext cx="114840" cy="71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ABBBBBE-4A43-0F40-55EA-79FE325E8C26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026120" y="2828016"/>
                  <a:ext cx="1324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57523E0-C0D2-AF9A-7B08-C8AC3ADAB4AE}"/>
                    </a:ext>
                  </a:extLst>
                </p14:cNvPr>
                <p14:cNvContentPartPr/>
                <p14:nvPr/>
              </p14:nvContentPartPr>
              <p14:xfrm>
                <a:off x="7220520" y="2745216"/>
                <a:ext cx="44280" cy="1425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57523E0-C0D2-AF9A-7B08-C8AC3ADAB4AE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211520" y="2736216"/>
                  <a:ext cx="619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E9FDE8E-506A-6B6E-228B-13917DE12E4A}"/>
                    </a:ext>
                  </a:extLst>
                </p14:cNvPr>
                <p14:cNvContentPartPr/>
                <p14:nvPr/>
              </p14:nvContentPartPr>
              <p14:xfrm>
                <a:off x="7222680" y="2811096"/>
                <a:ext cx="136800" cy="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E9FDE8E-506A-6B6E-228B-13917DE12E4A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7214040" y="2802096"/>
                  <a:ext cx="15444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10E35BD3-B88F-2EDA-3598-2BA26E240502}"/>
              </a:ext>
            </a:extLst>
          </p:cNvPr>
          <p:cNvGrpSpPr/>
          <p:nvPr/>
        </p:nvGrpSpPr>
        <p:grpSpPr>
          <a:xfrm>
            <a:off x="7634880" y="2593656"/>
            <a:ext cx="441720" cy="285840"/>
            <a:chOff x="7634880" y="2593656"/>
            <a:chExt cx="44172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5837F39-B1B3-550D-A1D4-B982FFD39D9F}"/>
                    </a:ext>
                  </a:extLst>
                </p14:cNvPr>
                <p14:cNvContentPartPr/>
                <p14:nvPr/>
              </p14:nvContentPartPr>
              <p14:xfrm>
                <a:off x="7634880" y="2745216"/>
                <a:ext cx="134640" cy="1342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5837F39-B1B3-550D-A1D4-B982FFD39D9F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626240" y="2736216"/>
                  <a:ext cx="1522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CC414CF-804B-3F5D-D74A-D8AAC550B52C}"/>
                    </a:ext>
                  </a:extLst>
                </p14:cNvPr>
                <p14:cNvContentPartPr/>
                <p14:nvPr/>
              </p14:nvContentPartPr>
              <p14:xfrm>
                <a:off x="7782840" y="2593656"/>
                <a:ext cx="293760" cy="2494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CC414CF-804B-3F5D-D74A-D8AAC550B52C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773840" y="2585016"/>
                  <a:ext cx="31140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19D6138D-6EB8-1357-8089-996E4208A838}"/>
              </a:ext>
            </a:extLst>
          </p:cNvPr>
          <p:cNvGrpSpPr/>
          <p:nvPr/>
        </p:nvGrpSpPr>
        <p:grpSpPr>
          <a:xfrm>
            <a:off x="8261640" y="2518776"/>
            <a:ext cx="1904400" cy="404640"/>
            <a:chOff x="8261640" y="2518776"/>
            <a:chExt cx="1904400" cy="40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F6410AF9-6210-D75D-99A2-71C179A163D4}"/>
                    </a:ext>
                  </a:extLst>
                </p14:cNvPr>
                <p14:cNvContentPartPr/>
                <p14:nvPr/>
              </p14:nvContentPartPr>
              <p14:xfrm>
                <a:off x="8261640" y="2724696"/>
                <a:ext cx="129600" cy="93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F6410AF9-6210-D75D-99A2-71C179A163D4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8252640" y="2716056"/>
                  <a:ext cx="1472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235314C-6E04-63DB-6E40-4674E054B7ED}"/>
                    </a:ext>
                  </a:extLst>
                </p14:cNvPr>
                <p14:cNvContentPartPr/>
                <p14:nvPr/>
              </p14:nvContentPartPr>
              <p14:xfrm>
                <a:off x="8293320" y="2762856"/>
                <a:ext cx="127080" cy="223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235314C-6E04-63DB-6E40-4674E054B7E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284320" y="2754216"/>
                  <a:ext cx="1447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51B81D9-4BD2-C97C-6326-C7B6BF468F16}"/>
                    </a:ext>
                  </a:extLst>
                </p14:cNvPr>
                <p14:cNvContentPartPr/>
                <p14:nvPr/>
              </p14:nvContentPartPr>
              <p14:xfrm>
                <a:off x="8529840" y="2518776"/>
                <a:ext cx="283320" cy="2736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51B81D9-4BD2-C97C-6326-C7B6BF468F16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8520840" y="2509776"/>
                  <a:ext cx="3009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1F5935E-5DB0-F3EC-3903-84D953DE56DB}"/>
                    </a:ext>
                  </a:extLst>
                </p14:cNvPr>
                <p14:cNvContentPartPr/>
                <p14:nvPr/>
              </p14:nvContentPartPr>
              <p14:xfrm>
                <a:off x="8836920" y="2666376"/>
                <a:ext cx="117360" cy="651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1F5935E-5DB0-F3EC-3903-84D953DE56DB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828280" y="2657736"/>
                  <a:ext cx="1350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54E3B44-F5CC-09E6-A7AE-9F6DB90AD184}"/>
                    </a:ext>
                  </a:extLst>
                </p14:cNvPr>
                <p14:cNvContentPartPr/>
                <p14:nvPr/>
              </p14:nvContentPartPr>
              <p14:xfrm>
                <a:off x="8885880" y="2653416"/>
                <a:ext cx="207720" cy="2401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54E3B44-F5CC-09E6-A7AE-9F6DB90AD184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8876880" y="2644416"/>
                  <a:ext cx="2253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43ED8E0-6D65-CAD8-07B1-660D66042C61}"/>
                    </a:ext>
                  </a:extLst>
                </p14:cNvPr>
                <p14:cNvContentPartPr/>
                <p14:nvPr/>
              </p14:nvContentPartPr>
              <p14:xfrm>
                <a:off x="9168480" y="2684736"/>
                <a:ext cx="139320" cy="428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43ED8E0-6D65-CAD8-07B1-660D66042C61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159840" y="2675736"/>
                  <a:ext cx="156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6F52CDB-A655-447C-05F4-CE0C7D3DCD58}"/>
                    </a:ext>
                  </a:extLst>
                </p14:cNvPr>
                <p14:cNvContentPartPr/>
                <p14:nvPr/>
              </p14:nvContentPartPr>
              <p14:xfrm>
                <a:off x="9322200" y="2642616"/>
                <a:ext cx="268560" cy="1040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6F52CDB-A655-447C-05F4-CE0C7D3DCD58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313200" y="2633976"/>
                  <a:ext cx="286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5F29710-8614-75D5-C333-3F754D9FD4B6}"/>
                    </a:ext>
                  </a:extLst>
                </p14:cNvPr>
                <p14:cNvContentPartPr/>
                <p14:nvPr/>
              </p14:nvContentPartPr>
              <p14:xfrm>
                <a:off x="9616320" y="2633616"/>
                <a:ext cx="78480" cy="907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5F29710-8614-75D5-C333-3F754D9FD4B6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9607320" y="2624616"/>
                  <a:ext cx="961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92574F4-AC2C-7481-CCA3-D745F146AC24}"/>
                    </a:ext>
                  </a:extLst>
                </p14:cNvPr>
                <p14:cNvContentPartPr/>
                <p14:nvPr/>
              </p14:nvContentPartPr>
              <p14:xfrm>
                <a:off x="9725760" y="2539296"/>
                <a:ext cx="140400" cy="2167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92574F4-AC2C-7481-CCA3-D745F146AC24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9717120" y="2530656"/>
                  <a:ext cx="1580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CCB320D-4DDD-6BC6-048B-3807C961617D}"/>
                    </a:ext>
                  </a:extLst>
                </p14:cNvPr>
                <p14:cNvContentPartPr/>
                <p14:nvPr/>
              </p14:nvContentPartPr>
              <p14:xfrm>
                <a:off x="9946800" y="2567016"/>
                <a:ext cx="29160" cy="1947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CCB320D-4DDD-6BC6-048B-3807C961617D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9938160" y="2558016"/>
                  <a:ext cx="46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8B99C724-24A9-BFB2-EF27-22DCD270B592}"/>
                    </a:ext>
                  </a:extLst>
                </p14:cNvPr>
                <p14:cNvContentPartPr/>
                <p14:nvPr/>
              </p14:nvContentPartPr>
              <p14:xfrm>
                <a:off x="10158480" y="2698776"/>
                <a:ext cx="7560" cy="205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8B99C724-24A9-BFB2-EF27-22DCD270B592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149840" y="2689776"/>
                  <a:ext cx="252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7E24D15-3F0F-E3E0-6EB2-6F5631DA3D7C}"/>
                    </a:ext>
                  </a:extLst>
                </p14:cNvPr>
                <p14:cNvContentPartPr/>
                <p14:nvPr/>
              </p14:nvContentPartPr>
              <p14:xfrm>
                <a:off x="10041480" y="2802816"/>
                <a:ext cx="119880" cy="1206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7E24D15-3F0F-E3E0-6EB2-6F5631DA3D7C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032840" y="2793816"/>
                  <a:ext cx="13752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0E7768F8-40F4-8B4D-1A14-B400E15EC78A}"/>
              </a:ext>
            </a:extLst>
          </p:cNvPr>
          <p:cNvGrpSpPr/>
          <p:nvPr/>
        </p:nvGrpSpPr>
        <p:grpSpPr>
          <a:xfrm>
            <a:off x="5533200" y="2074536"/>
            <a:ext cx="699840" cy="742680"/>
            <a:chOff x="5533200" y="2074536"/>
            <a:chExt cx="699840" cy="74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CBA9AF8-24A4-A223-2798-3350FCFAA611}"/>
                    </a:ext>
                  </a:extLst>
                </p14:cNvPr>
                <p14:cNvContentPartPr/>
                <p14:nvPr/>
              </p14:nvContentPartPr>
              <p14:xfrm>
                <a:off x="5533200" y="2286216"/>
                <a:ext cx="78120" cy="1036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CBA9AF8-24A4-A223-2798-3350FCFAA611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5524560" y="2277576"/>
                  <a:ext cx="957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1A86E8F-8DDB-42BD-E839-97262C4C46ED}"/>
                    </a:ext>
                  </a:extLst>
                </p14:cNvPr>
                <p14:cNvContentPartPr/>
                <p14:nvPr/>
              </p14:nvContentPartPr>
              <p14:xfrm>
                <a:off x="5694120" y="2254176"/>
                <a:ext cx="288000" cy="874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1A86E8F-8DDB-42BD-E839-97262C4C46ED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5685120" y="2245176"/>
                  <a:ext cx="305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7FA5392-6EA1-F854-0696-277B1EA5870A}"/>
                    </a:ext>
                  </a:extLst>
                </p14:cNvPr>
                <p14:cNvContentPartPr/>
                <p14:nvPr/>
              </p14:nvContentPartPr>
              <p14:xfrm>
                <a:off x="6001920" y="2238696"/>
                <a:ext cx="84960" cy="306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7FA5392-6EA1-F854-0696-277B1EA5870A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993280" y="2230056"/>
                  <a:ext cx="1026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22344DA-382E-B19E-E0B6-66CBB05079F8}"/>
                    </a:ext>
                  </a:extLst>
                </p14:cNvPr>
                <p14:cNvContentPartPr/>
                <p14:nvPr/>
              </p14:nvContentPartPr>
              <p14:xfrm>
                <a:off x="6148440" y="2074536"/>
                <a:ext cx="70200" cy="1526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22344DA-382E-B19E-E0B6-66CBB05079F8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6139440" y="2065896"/>
                  <a:ext cx="878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516386D-02A4-5461-B573-6A36660D2212}"/>
                    </a:ext>
                  </a:extLst>
                </p14:cNvPr>
                <p14:cNvContentPartPr/>
                <p14:nvPr/>
              </p14:nvContentPartPr>
              <p14:xfrm>
                <a:off x="6118200" y="2132136"/>
                <a:ext cx="114840" cy="10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516386D-02A4-5461-B573-6A36660D2212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6109560" y="2123496"/>
                  <a:ext cx="1324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B0BF58CC-A295-5139-7A9A-B84CA7E4D692}"/>
                    </a:ext>
                  </a:extLst>
                </p14:cNvPr>
                <p14:cNvContentPartPr/>
                <p14:nvPr/>
              </p14:nvContentPartPr>
              <p14:xfrm>
                <a:off x="5779440" y="2410056"/>
                <a:ext cx="429480" cy="4071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B0BF58CC-A295-5139-7A9A-B84CA7E4D692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5770440" y="2401056"/>
                  <a:ext cx="44712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15BFBCB0-5A02-78E0-BF70-F7FC29D282DA}"/>
                    </a:ext>
                  </a:extLst>
                </p14:cNvPr>
                <p14:cNvContentPartPr/>
                <p14:nvPr/>
              </p14:nvContentPartPr>
              <p14:xfrm>
                <a:off x="5986800" y="2564496"/>
                <a:ext cx="12600" cy="907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15BFBCB0-5A02-78E0-BF70-F7FC29D282DA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5977800" y="2555856"/>
                  <a:ext cx="30240" cy="10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17077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14931-77E6-99A1-7786-8482317B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4E2BC4B-F1B3-F1D9-B367-6CAEFF95E8F9}"/>
                  </a:ext>
                </a:extLst>
              </p14:cNvPr>
              <p14:cNvContentPartPr/>
              <p14:nvPr/>
            </p14:nvContentPartPr>
            <p14:xfrm>
              <a:off x="2851488" y="1737072"/>
              <a:ext cx="1708920" cy="1783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4E2BC4B-F1B3-F1D9-B367-6CAEFF95E8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42488" y="1728432"/>
                <a:ext cx="1726560" cy="180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8F369D0-F4D0-AD4A-ED06-44C6C676FE87}"/>
                  </a:ext>
                </a:extLst>
              </p14:cNvPr>
              <p14:cNvContentPartPr/>
              <p14:nvPr/>
            </p14:nvContentPartPr>
            <p14:xfrm>
              <a:off x="990288" y="1065672"/>
              <a:ext cx="54000" cy="173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8F369D0-F4D0-AD4A-ED06-44C6C676FE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1648" y="1056672"/>
                <a:ext cx="716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398454-19F9-0C44-81E0-04EBEA3AB358}"/>
                  </a:ext>
                </a:extLst>
              </p14:cNvPr>
              <p14:cNvContentPartPr/>
              <p14:nvPr/>
            </p14:nvContentPartPr>
            <p14:xfrm>
              <a:off x="1012248" y="947952"/>
              <a:ext cx="594720" cy="366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398454-19F9-0C44-81E0-04EBEA3AB35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3608" y="938952"/>
                <a:ext cx="61236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AA79941-AB24-11D2-6F58-225FA1B116EA}"/>
                  </a:ext>
                </a:extLst>
              </p14:cNvPr>
              <p14:cNvContentPartPr/>
              <p14:nvPr/>
            </p14:nvContentPartPr>
            <p14:xfrm>
              <a:off x="488448" y="1423152"/>
              <a:ext cx="131760" cy="28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AA79941-AB24-11D2-6F58-225FA1B116E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9448" y="1414152"/>
                <a:ext cx="14940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59E1794-DBD3-7030-F052-3DCE8B7575B6}"/>
                  </a:ext>
                </a:extLst>
              </p14:cNvPr>
              <p14:cNvContentPartPr/>
              <p14:nvPr/>
            </p14:nvContentPartPr>
            <p14:xfrm>
              <a:off x="668448" y="1458072"/>
              <a:ext cx="85680" cy="70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59E1794-DBD3-7030-F052-3DCE8B7575B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9808" y="1449432"/>
                <a:ext cx="1033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D73E6D4-A201-BBE8-74D7-9C3C5E530716}"/>
                  </a:ext>
                </a:extLst>
              </p14:cNvPr>
              <p14:cNvContentPartPr/>
              <p14:nvPr/>
            </p14:nvContentPartPr>
            <p14:xfrm>
              <a:off x="787968" y="1407312"/>
              <a:ext cx="73440" cy="92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D73E6D4-A201-BBE8-74D7-9C3C5E53071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9328" y="1398312"/>
                <a:ext cx="910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AC5A7D6-06DD-E9B2-E2F9-C79A02853EC7}"/>
                  </a:ext>
                </a:extLst>
              </p14:cNvPr>
              <p14:cNvContentPartPr/>
              <p14:nvPr/>
            </p14:nvContentPartPr>
            <p14:xfrm>
              <a:off x="922248" y="1416672"/>
              <a:ext cx="102600" cy="43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AC5A7D6-06DD-E9B2-E2F9-C79A02853EC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3248" y="1408032"/>
                <a:ext cx="1202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E23A681-B2FB-F8FA-94F1-4EBE6965766C}"/>
                  </a:ext>
                </a:extLst>
              </p14:cNvPr>
              <p14:cNvContentPartPr/>
              <p14:nvPr/>
            </p14:nvContentPartPr>
            <p14:xfrm>
              <a:off x="1041408" y="1391472"/>
              <a:ext cx="107640" cy="68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E23A681-B2FB-F8FA-94F1-4EBE6965766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32768" y="1382472"/>
                <a:ext cx="12528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C85D21B-837D-BB7D-DEED-B08979C858D0}"/>
                  </a:ext>
                </a:extLst>
              </p14:cNvPr>
              <p14:cNvContentPartPr/>
              <p14:nvPr/>
            </p14:nvContentPartPr>
            <p14:xfrm>
              <a:off x="2461248" y="1408392"/>
              <a:ext cx="2418120" cy="2544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C85D21B-837D-BB7D-DEED-B08979C858D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52248" y="1399392"/>
                <a:ext cx="2435760" cy="256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A539072-78AA-D9B1-2F95-419922C303C5}"/>
                  </a:ext>
                </a:extLst>
              </p14:cNvPr>
              <p14:cNvContentPartPr/>
              <p14:nvPr/>
            </p14:nvContentPartPr>
            <p14:xfrm>
              <a:off x="3340728" y="1518192"/>
              <a:ext cx="95040" cy="284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A539072-78AA-D9B1-2F95-419922C303C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32088" y="1509192"/>
                <a:ext cx="11268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B3E72B1-F889-A63C-211C-480EF328D3AB}"/>
                  </a:ext>
                </a:extLst>
              </p14:cNvPr>
              <p14:cNvContentPartPr/>
              <p14:nvPr/>
            </p14:nvContentPartPr>
            <p14:xfrm>
              <a:off x="3835728" y="1395432"/>
              <a:ext cx="32040" cy="353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B3E72B1-F889-A63C-211C-480EF328D3A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27088" y="1386792"/>
                <a:ext cx="4968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5DCCBE7-7CF0-CE35-0AAD-B0023B6CB0CF}"/>
                  </a:ext>
                </a:extLst>
              </p14:cNvPr>
              <p14:cNvContentPartPr/>
              <p14:nvPr/>
            </p14:nvContentPartPr>
            <p14:xfrm>
              <a:off x="4267368" y="1498032"/>
              <a:ext cx="214920" cy="331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5DCCBE7-7CF0-CE35-0AAD-B0023B6CB0C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58728" y="1489032"/>
                <a:ext cx="23256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7D93C6C-9734-0D6B-55A6-D30E0812BE23}"/>
                  </a:ext>
                </a:extLst>
              </p14:cNvPr>
              <p14:cNvContentPartPr/>
              <p14:nvPr/>
            </p14:nvContentPartPr>
            <p14:xfrm>
              <a:off x="4486968" y="2022192"/>
              <a:ext cx="363600" cy="91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7D93C6C-9734-0D6B-55A6-D30E0812BE2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77968" y="2013192"/>
                <a:ext cx="3812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D459F87-725A-59BD-2994-AF90917A65F9}"/>
                  </a:ext>
                </a:extLst>
              </p14:cNvPr>
              <p14:cNvContentPartPr/>
              <p14:nvPr/>
            </p14:nvContentPartPr>
            <p14:xfrm>
              <a:off x="4589568" y="2561832"/>
              <a:ext cx="339480" cy="63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D459F87-725A-59BD-2994-AF90917A65F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580568" y="2552832"/>
                <a:ext cx="3571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515ED2B-751C-CD74-7577-059CD2D2089A}"/>
                  </a:ext>
                </a:extLst>
              </p14:cNvPr>
              <p14:cNvContentPartPr/>
              <p14:nvPr/>
            </p14:nvContentPartPr>
            <p14:xfrm>
              <a:off x="3618648" y="1843992"/>
              <a:ext cx="74160" cy="96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515ED2B-751C-CD74-7577-059CD2D2089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10008" y="1835352"/>
                <a:ext cx="9180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7E1A4BE-DC5A-C6EA-71F2-A8EA33FB141E}"/>
                  </a:ext>
                </a:extLst>
              </p14:cNvPr>
              <p14:cNvContentPartPr/>
              <p14:nvPr/>
            </p14:nvContentPartPr>
            <p14:xfrm>
              <a:off x="4008888" y="1833552"/>
              <a:ext cx="360" cy="97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7E1A4BE-DC5A-C6EA-71F2-A8EA33FB141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00248" y="1824912"/>
                <a:ext cx="1800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35213A4-B8CB-BD62-21F4-AABDC875D3D6}"/>
                  </a:ext>
                </a:extLst>
              </p14:cNvPr>
              <p14:cNvContentPartPr/>
              <p14:nvPr/>
            </p14:nvContentPartPr>
            <p14:xfrm>
              <a:off x="4311288" y="1999872"/>
              <a:ext cx="68400" cy="109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35213A4-B8CB-BD62-21F4-AABDC875D3D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02648" y="1990872"/>
                <a:ext cx="860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01B66EB-22BA-B238-BE76-C09134777B33}"/>
                  </a:ext>
                </a:extLst>
              </p14:cNvPr>
              <p14:cNvContentPartPr/>
              <p14:nvPr/>
            </p14:nvContentPartPr>
            <p14:xfrm>
              <a:off x="4403808" y="2369232"/>
              <a:ext cx="65160" cy="99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01B66EB-22BA-B238-BE76-C09134777B3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95168" y="2360232"/>
                <a:ext cx="8280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36165BA-E3D2-57C0-1D83-D9019279383D}"/>
                  </a:ext>
                </a:extLst>
              </p14:cNvPr>
              <p14:cNvContentPartPr/>
              <p14:nvPr/>
            </p14:nvContentPartPr>
            <p14:xfrm>
              <a:off x="4408848" y="3038112"/>
              <a:ext cx="419040" cy="265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36165BA-E3D2-57C0-1D83-D9019279383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99848" y="3029112"/>
                <a:ext cx="43668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D51A802-2D11-28B8-B4BE-8465C035B003}"/>
                  </a:ext>
                </a:extLst>
              </p14:cNvPr>
              <p14:cNvContentPartPr/>
              <p14:nvPr/>
            </p14:nvContentPartPr>
            <p14:xfrm>
              <a:off x="4269528" y="2725992"/>
              <a:ext cx="92520" cy="1249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D51A802-2D11-28B8-B4BE-8465C035B00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60888" y="2716992"/>
                <a:ext cx="11016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1FC11A4-C3EB-20F2-6CA7-CC299A7CA9F7}"/>
                  </a:ext>
                </a:extLst>
              </p14:cNvPr>
              <p14:cNvContentPartPr/>
              <p14:nvPr/>
            </p14:nvContentPartPr>
            <p14:xfrm>
              <a:off x="4304088" y="2802312"/>
              <a:ext cx="24840" cy="122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1FC11A4-C3EB-20F2-6CA7-CC299A7CA9F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95088" y="2793672"/>
                <a:ext cx="424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87F24CF-9492-C0FA-3BE1-9ACA260391C4}"/>
                  </a:ext>
                </a:extLst>
              </p14:cNvPr>
              <p14:cNvContentPartPr/>
              <p14:nvPr/>
            </p14:nvContentPartPr>
            <p14:xfrm>
              <a:off x="2885328" y="1846872"/>
              <a:ext cx="209520" cy="2422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87F24CF-9492-C0FA-3BE1-9ACA260391C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876328" y="1837872"/>
                <a:ext cx="2271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5533311-910B-5F01-9044-30385BC3B5AB}"/>
                  </a:ext>
                </a:extLst>
              </p14:cNvPr>
              <p14:cNvContentPartPr/>
              <p14:nvPr/>
            </p14:nvContentPartPr>
            <p14:xfrm>
              <a:off x="3679848" y="3206952"/>
              <a:ext cx="29520" cy="4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5533311-910B-5F01-9044-30385BC3B5A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670848" y="3198312"/>
                <a:ext cx="471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A363051-8B51-3C4D-CA26-E09D669EFC6B}"/>
                  </a:ext>
                </a:extLst>
              </p14:cNvPr>
              <p14:cNvContentPartPr/>
              <p14:nvPr/>
            </p14:nvContentPartPr>
            <p14:xfrm>
              <a:off x="3443328" y="3172032"/>
              <a:ext cx="16920" cy="21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A363051-8B51-3C4D-CA26-E09D669EFC6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34328" y="3163392"/>
                <a:ext cx="345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4EC8122-F49D-346B-65C7-E9DB773EBB68}"/>
                  </a:ext>
                </a:extLst>
              </p14:cNvPr>
              <p14:cNvContentPartPr/>
              <p14:nvPr/>
            </p14:nvContentPartPr>
            <p14:xfrm>
              <a:off x="3321288" y="3001392"/>
              <a:ext cx="19800" cy="14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4EC8122-F49D-346B-65C7-E9DB773EBB6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312648" y="2992752"/>
                <a:ext cx="374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F07EB71-9AAC-DF96-8837-786A79865B23}"/>
                  </a:ext>
                </a:extLst>
              </p14:cNvPr>
              <p14:cNvContentPartPr/>
              <p14:nvPr/>
            </p14:nvContentPartPr>
            <p14:xfrm>
              <a:off x="3194568" y="2056392"/>
              <a:ext cx="90720" cy="867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F07EB71-9AAC-DF96-8837-786A79865B2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85928" y="2047392"/>
                <a:ext cx="10836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9846EB9-AA84-CE65-58A7-BA235E8F4AF4}"/>
                  </a:ext>
                </a:extLst>
              </p14:cNvPr>
              <p14:cNvContentPartPr/>
              <p14:nvPr/>
            </p14:nvContentPartPr>
            <p14:xfrm>
              <a:off x="3304368" y="2016432"/>
              <a:ext cx="63000" cy="360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9846EB9-AA84-CE65-58A7-BA235E8F4AF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295368" y="2007792"/>
                <a:ext cx="806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5504769-A303-E875-0FA3-5D9912BB4DCA}"/>
                  </a:ext>
                </a:extLst>
              </p14:cNvPr>
              <p14:cNvContentPartPr/>
              <p14:nvPr/>
            </p14:nvContentPartPr>
            <p14:xfrm>
              <a:off x="3418848" y="1923912"/>
              <a:ext cx="24840" cy="1321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5504769-A303-E875-0FA3-5D9912BB4DC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410208" y="1914912"/>
                <a:ext cx="424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852A313-27E4-5FCC-A167-35EDCE9DA699}"/>
                  </a:ext>
                </a:extLst>
              </p14:cNvPr>
              <p14:cNvContentPartPr/>
              <p14:nvPr/>
            </p14:nvContentPartPr>
            <p14:xfrm>
              <a:off x="1356048" y="946152"/>
              <a:ext cx="2158200" cy="486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852A313-27E4-5FCC-A167-35EDCE9DA69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347408" y="937152"/>
                <a:ext cx="217584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8064279-F5AB-6959-1BF8-01C0394D4249}"/>
                  </a:ext>
                </a:extLst>
              </p14:cNvPr>
              <p14:cNvContentPartPr/>
              <p14:nvPr/>
            </p14:nvContentPartPr>
            <p14:xfrm>
              <a:off x="3399408" y="1361232"/>
              <a:ext cx="151560" cy="482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8064279-F5AB-6959-1BF8-01C0394D424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90408" y="1352592"/>
                <a:ext cx="1692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F3BF18F-64A9-B2B1-E780-C28B500322C9}"/>
                  </a:ext>
                </a:extLst>
              </p14:cNvPr>
              <p14:cNvContentPartPr/>
              <p14:nvPr/>
            </p14:nvContentPartPr>
            <p14:xfrm>
              <a:off x="3538368" y="1311552"/>
              <a:ext cx="88200" cy="1393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F3BF18F-64A9-B2B1-E780-C28B500322C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529368" y="1302552"/>
                <a:ext cx="1058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CF0A382-3D99-2E69-755F-C2ACED03A57F}"/>
                  </a:ext>
                </a:extLst>
              </p14:cNvPr>
              <p14:cNvContentPartPr/>
              <p14:nvPr/>
            </p14:nvContentPartPr>
            <p14:xfrm>
              <a:off x="5062248" y="565632"/>
              <a:ext cx="10080" cy="2077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CF0A382-3D99-2E69-755F-C2ACED03A57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053608" y="556992"/>
                <a:ext cx="277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D0B4B2D-5ECC-0147-EFCC-53B91F61141B}"/>
                  </a:ext>
                </a:extLst>
              </p14:cNvPr>
              <p14:cNvContentPartPr/>
              <p14:nvPr/>
            </p14:nvContentPartPr>
            <p14:xfrm>
              <a:off x="5059728" y="407232"/>
              <a:ext cx="649080" cy="3477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D0B4B2D-5ECC-0147-EFCC-53B91F61141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051088" y="398232"/>
                <a:ext cx="66672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3E82726-DF6F-C81C-BB59-F6CE2A405595}"/>
                  </a:ext>
                </a:extLst>
              </p14:cNvPr>
              <p14:cNvContentPartPr/>
              <p14:nvPr/>
            </p14:nvContentPartPr>
            <p14:xfrm>
              <a:off x="5157648" y="65952"/>
              <a:ext cx="125640" cy="3182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3E82726-DF6F-C81C-BB59-F6CE2A40559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48648" y="56952"/>
                <a:ext cx="14328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428E52B-064D-CE9E-0153-2973BD60A819}"/>
                  </a:ext>
                </a:extLst>
              </p14:cNvPr>
              <p14:cNvContentPartPr/>
              <p14:nvPr/>
            </p14:nvContentPartPr>
            <p14:xfrm>
              <a:off x="5103648" y="202032"/>
              <a:ext cx="241920" cy="1098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428E52B-064D-CE9E-0153-2973BD60A81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095008" y="193032"/>
                <a:ext cx="25956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6A5526A-E252-6C82-47C3-4A910FA9D94A}"/>
                  </a:ext>
                </a:extLst>
              </p14:cNvPr>
              <p14:cNvContentPartPr/>
              <p14:nvPr/>
            </p14:nvContentPartPr>
            <p14:xfrm>
              <a:off x="5361408" y="210672"/>
              <a:ext cx="250200" cy="766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6A5526A-E252-6C82-47C3-4A910FA9D94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352408" y="201672"/>
                <a:ext cx="2678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841907A-B832-D706-6F8A-8F4121A44D97}"/>
                  </a:ext>
                </a:extLst>
              </p14:cNvPr>
              <p14:cNvContentPartPr/>
              <p14:nvPr/>
            </p14:nvContentPartPr>
            <p14:xfrm>
              <a:off x="5697648" y="110592"/>
              <a:ext cx="81720" cy="1425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841907A-B832-D706-6F8A-8F4121A44D9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689008" y="101592"/>
                <a:ext cx="993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37B5302-AD5C-6E3B-EC4A-1A0C99D22138}"/>
                  </a:ext>
                </a:extLst>
              </p14:cNvPr>
              <p14:cNvContentPartPr/>
              <p14:nvPr/>
            </p14:nvContentPartPr>
            <p14:xfrm>
              <a:off x="5649768" y="172152"/>
              <a:ext cx="141840" cy="10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37B5302-AD5C-6E3B-EC4A-1A0C99D2213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641128" y="163512"/>
                <a:ext cx="1594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BE08B3E-AE75-E319-BB2C-F8AE685517E4}"/>
                  </a:ext>
                </a:extLst>
              </p14:cNvPr>
              <p14:cNvContentPartPr/>
              <p14:nvPr/>
            </p14:nvContentPartPr>
            <p14:xfrm>
              <a:off x="5155128" y="968112"/>
              <a:ext cx="581040" cy="3240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BE08B3E-AE75-E319-BB2C-F8AE685517E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146128" y="959472"/>
                <a:ext cx="59868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EE11913-BB1A-13EE-8B03-B50B1CF01EFC}"/>
                  </a:ext>
                </a:extLst>
              </p14:cNvPr>
              <p14:cNvContentPartPr/>
              <p14:nvPr/>
            </p14:nvContentPartPr>
            <p14:xfrm>
              <a:off x="5346648" y="1363032"/>
              <a:ext cx="57600" cy="137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EE11913-BB1A-13EE-8B03-B50B1CF01EF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337648" y="1354032"/>
                <a:ext cx="752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734852B-95C8-46D0-34AF-13AFB877C659}"/>
                  </a:ext>
                </a:extLst>
              </p14:cNvPr>
              <p14:cNvContentPartPr/>
              <p14:nvPr/>
            </p14:nvContentPartPr>
            <p14:xfrm>
              <a:off x="5491368" y="1372032"/>
              <a:ext cx="100440" cy="763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734852B-95C8-46D0-34AF-13AFB877C65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482368" y="1363392"/>
                <a:ext cx="1180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5C5CF97-1C07-E9D5-0E78-3884B3758990}"/>
                  </a:ext>
                </a:extLst>
              </p14:cNvPr>
              <p14:cNvContentPartPr/>
              <p14:nvPr/>
            </p14:nvContentPartPr>
            <p14:xfrm>
              <a:off x="5644728" y="1359792"/>
              <a:ext cx="134640" cy="687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5C5CF97-1C07-E9D5-0E78-3884B375899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636088" y="1350792"/>
                <a:ext cx="1522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2A43CB7-48E1-A463-0395-199548C36AE5}"/>
                  </a:ext>
                </a:extLst>
              </p14:cNvPr>
              <p14:cNvContentPartPr/>
              <p14:nvPr/>
            </p14:nvContentPartPr>
            <p14:xfrm>
              <a:off x="5820768" y="1346472"/>
              <a:ext cx="115200" cy="939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2A43CB7-48E1-A463-0395-199548C36AE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811768" y="1337472"/>
                <a:ext cx="132840" cy="11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E242622-9BED-14E1-472E-64E7CD623298}"/>
              </a:ext>
            </a:extLst>
          </p:cNvPr>
          <p:cNvGrpSpPr/>
          <p:nvPr/>
        </p:nvGrpSpPr>
        <p:grpSpPr>
          <a:xfrm>
            <a:off x="7747200" y="557856"/>
            <a:ext cx="1980000" cy="521280"/>
            <a:chOff x="7747200" y="557856"/>
            <a:chExt cx="1980000" cy="52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82414C8-AE26-368E-E8CD-439F6A1BF9CD}"/>
                    </a:ext>
                  </a:extLst>
                </p14:cNvPr>
                <p14:cNvContentPartPr/>
                <p14:nvPr/>
              </p14:nvContentPartPr>
              <p14:xfrm>
                <a:off x="7747200" y="809856"/>
                <a:ext cx="129600" cy="115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82414C8-AE26-368E-E8CD-439F6A1BF9C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738200" y="801216"/>
                  <a:ext cx="147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56A9AA7-BB45-F770-E141-D704588D66A0}"/>
                    </a:ext>
                  </a:extLst>
                </p14:cNvPr>
                <p14:cNvContentPartPr/>
                <p14:nvPr/>
              </p14:nvContentPartPr>
              <p14:xfrm>
                <a:off x="7959240" y="845856"/>
                <a:ext cx="173520" cy="51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56A9AA7-BB45-F770-E141-D704588D66A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50240" y="836856"/>
                  <a:ext cx="191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C406741-C690-2D32-DD61-24C75CCF6AE1}"/>
                    </a:ext>
                  </a:extLst>
                </p14:cNvPr>
                <p14:cNvContentPartPr/>
                <p14:nvPr/>
              </p14:nvContentPartPr>
              <p14:xfrm>
                <a:off x="8042040" y="803016"/>
                <a:ext cx="205200" cy="276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C406741-C690-2D32-DD61-24C75CCF6AE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33400" y="794376"/>
                  <a:ext cx="2228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6E94403-BD73-6B3E-4694-0579B610094B}"/>
                    </a:ext>
                  </a:extLst>
                </p14:cNvPr>
                <p14:cNvContentPartPr/>
                <p14:nvPr/>
              </p14:nvContentPartPr>
              <p14:xfrm>
                <a:off x="8263080" y="859896"/>
                <a:ext cx="130320" cy="52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6E94403-BD73-6B3E-4694-0579B610094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254440" y="851256"/>
                  <a:ext cx="1479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4F332F2-3D8F-AA4A-6264-94B2E02EB927}"/>
                    </a:ext>
                  </a:extLst>
                </p14:cNvPr>
                <p14:cNvContentPartPr/>
                <p14:nvPr/>
              </p14:nvContentPartPr>
              <p14:xfrm>
                <a:off x="8426880" y="818136"/>
                <a:ext cx="83880" cy="986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4F332F2-3D8F-AA4A-6264-94B2E02EB92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17880" y="809136"/>
                  <a:ext cx="101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F360788-EBFD-101A-2B51-9A27A1957C2C}"/>
                    </a:ext>
                  </a:extLst>
                </p14:cNvPr>
                <p14:cNvContentPartPr/>
                <p14:nvPr/>
              </p14:nvContentPartPr>
              <p14:xfrm>
                <a:off x="8602920" y="813096"/>
                <a:ext cx="141840" cy="48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F360788-EBFD-101A-2B51-9A27A1957C2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94280" y="804456"/>
                  <a:ext cx="159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6EF6354-450F-95E4-C253-C834049F6BE6}"/>
                    </a:ext>
                  </a:extLst>
                </p14:cNvPr>
                <p14:cNvContentPartPr/>
                <p14:nvPr/>
              </p14:nvContentPartPr>
              <p14:xfrm>
                <a:off x="8802720" y="755496"/>
                <a:ext cx="127440" cy="100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6EF6354-450F-95E4-C253-C834049F6BE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93720" y="746496"/>
                  <a:ext cx="1450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8618958-97E8-55C7-4C4E-4335E7A7CAFA}"/>
                    </a:ext>
                  </a:extLst>
                </p14:cNvPr>
                <p14:cNvContentPartPr/>
                <p14:nvPr/>
              </p14:nvContentPartPr>
              <p14:xfrm>
                <a:off x="9005040" y="614736"/>
                <a:ext cx="195840" cy="261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8618958-97E8-55C7-4C4E-4335E7A7CAF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996040" y="606096"/>
                  <a:ext cx="213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EB73AC0-BD92-89E7-9689-715CE0210862}"/>
                    </a:ext>
                  </a:extLst>
                </p14:cNvPr>
                <p14:cNvContentPartPr/>
                <p14:nvPr/>
              </p14:nvContentPartPr>
              <p14:xfrm>
                <a:off x="9291960" y="708336"/>
                <a:ext cx="93960" cy="132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EB73AC0-BD92-89E7-9689-715CE021086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282960" y="699696"/>
                  <a:ext cx="1116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4690107-C66F-4650-31CC-B4CA442FE55E}"/>
                    </a:ext>
                  </a:extLst>
                </p14:cNvPr>
                <p14:cNvContentPartPr/>
                <p14:nvPr/>
              </p14:nvContentPartPr>
              <p14:xfrm>
                <a:off x="9331920" y="639936"/>
                <a:ext cx="158760" cy="15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4690107-C66F-4650-31CC-B4CA442FE55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323280" y="631296"/>
                  <a:ext cx="176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A8D9378-DE06-0C6C-74A5-97223C58B1E7}"/>
                    </a:ext>
                  </a:extLst>
                </p14:cNvPr>
                <p14:cNvContentPartPr/>
                <p14:nvPr/>
              </p14:nvContentPartPr>
              <p14:xfrm>
                <a:off x="9497880" y="557856"/>
                <a:ext cx="73080" cy="253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A8D9378-DE06-0C6C-74A5-97223C58B1E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88880" y="549216"/>
                  <a:ext cx="90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3782425-1B8F-1B11-5FC0-2BF3A138B0E8}"/>
                    </a:ext>
                  </a:extLst>
                </p14:cNvPr>
                <p14:cNvContentPartPr/>
                <p14:nvPr/>
              </p14:nvContentPartPr>
              <p14:xfrm>
                <a:off x="9726840" y="671616"/>
                <a:ext cx="360" cy="41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3782425-1B8F-1B11-5FC0-2BF3A138B0E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18200" y="662976"/>
                  <a:ext cx="18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2D0565A-0CA7-303A-DF77-21001B678B0D}"/>
                    </a:ext>
                  </a:extLst>
                </p14:cNvPr>
                <p14:cNvContentPartPr/>
                <p14:nvPr/>
              </p14:nvContentPartPr>
              <p14:xfrm>
                <a:off x="9639360" y="777456"/>
                <a:ext cx="78480" cy="105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2D0565A-0CA7-303A-DF77-21001B678B0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30360" y="768456"/>
                  <a:ext cx="9612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7893800-7A78-135D-95CC-035C6B24C70D}"/>
              </a:ext>
            </a:extLst>
          </p:cNvPr>
          <p:cNvGrpSpPr/>
          <p:nvPr/>
        </p:nvGrpSpPr>
        <p:grpSpPr>
          <a:xfrm>
            <a:off x="3609000" y="1507176"/>
            <a:ext cx="166680" cy="209880"/>
            <a:chOff x="3609000" y="1507176"/>
            <a:chExt cx="16668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6CD849D-364E-5F02-A9DD-22E5DAC67B39}"/>
                    </a:ext>
                  </a:extLst>
                </p14:cNvPr>
                <p14:cNvContentPartPr/>
                <p14:nvPr/>
              </p14:nvContentPartPr>
              <p14:xfrm>
                <a:off x="3609000" y="1525536"/>
                <a:ext cx="133920" cy="191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6CD849D-364E-5F02-A9DD-22E5DAC67B3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00360" y="1516896"/>
                  <a:ext cx="151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D73A2A3-9E10-91C2-F6A7-1C3C7CC31F1F}"/>
                    </a:ext>
                  </a:extLst>
                </p14:cNvPr>
                <p14:cNvContentPartPr/>
                <p14:nvPr/>
              </p14:nvContentPartPr>
              <p14:xfrm>
                <a:off x="3636000" y="1507176"/>
                <a:ext cx="139680" cy="35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D73A2A3-9E10-91C2-F6A7-1C3C7CC31F1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627360" y="1498176"/>
                  <a:ext cx="15732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E5F0DFE1-3C26-6288-6B8C-715C0639B989}"/>
                  </a:ext>
                </a:extLst>
              </p14:cNvPr>
              <p14:cNvContentPartPr/>
              <p14:nvPr/>
            </p14:nvContentPartPr>
            <p14:xfrm>
              <a:off x="5321160" y="1114776"/>
              <a:ext cx="34560" cy="86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E5F0DFE1-3C26-6288-6B8C-715C0639B98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312160" y="1105776"/>
                <a:ext cx="5220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20193F99-068C-1799-C30C-989209E4E0A1}"/>
              </a:ext>
            </a:extLst>
          </p:cNvPr>
          <p:cNvGrpSpPr/>
          <p:nvPr/>
        </p:nvGrpSpPr>
        <p:grpSpPr>
          <a:xfrm>
            <a:off x="7742880" y="1162656"/>
            <a:ext cx="2023560" cy="432360"/>
            <a:chOff x="7742880" y="1162656"/>
            <a:chExt cx="202356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B673577-E8CF-E219-DBF8-67C149E916FA}"/>
                    </a:ext>
                  </a:extLst>
                </p14:cNvPr>
                <p14:cNvContentPartPr/>
                <p14:nvPr/>
              </p14:nvContentPartPr>
              <p14:xfrm>
                <a:off x="7742880" y="1333656"/>
                <a:ext cx="99360" cy="118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B673577-E8CF-E219-DBF8-67C149E916F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34240" y="1324656"/>
                  <a:ext cx="117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EF6A62D-0CCB-D703-858C-EC00D7E1BAC7}"/>
                    </a:ext>
                  </a:extLst>
                </p14:cNvPr>
                <p14:cNvContentPartPr/>
                <p14:nvPr/>
              </p14:nvContentPartPr>
              <p14:xfrm>
                <a:off x="7934040" y="1361016"/>
                <a:ext cx="191520" cy="52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EF6A62D-0CCB-D703-858C-EC00D7E1BAC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25040" y="1352016"/>
                  <a:ext cx="2091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A6ED494-FB1A-6179-0335-287BD89FCF30}"/>
                    </a:ext>
                  </a:extLst>
                </p14:cNvPr>
                <p14:cNvContentPartPr/>
                <p14:nvPr/>
              </p14:nvContentPartPr>
              <p14:xfrm>
                <a:off x="8044560" y="1320336"/>
                <a:ext cx="210240" cy="274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A6ED494-FB1A-6179-0335-287BD89FCF3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035560" y="1311336"/>
                  <a:ext cx="2278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1C8BAE3-F1F4-99BB-6D92-954CC3115EC6}"/>
                    </a:ext>
                  </a:extLst>
                </p14:cNvPr>
                <p14:cNvContentPartPr/>
                <p14:nvPr/>
              </p14:nvContentPartPr>
              <p14:xfrm>
                <a:off x="8295840" y="1382256"/>
                <a:ext cx="129600" cy="51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1C8BAE3-F1F4-99BB-6D92-954CC3115EC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86840" y="1373256"/>
                  <a:ext cx="147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4CF29AC-8534-55BB-D28B-D386BF3394A8}"/>
                    </a:ext>
                  </a:extLst>
                </p14:cNvPr>
                <p14:cNvContentPartPr/>
                <p14:nvPr/>
              </p14:nvContentPartPr>
              <p14:xfrm>
                <a:off x="8470800" y="1342656"/>
                <a:ext cx="120240" cy="71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4CF29AC-8534-55BB-D28B-D386BF3394A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462160" y="1333656"/>
                  <a:ext cx="137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F157EAB-10AE-7B66-FFCD-D839F446DF6F}"/>
                    </a:ext>
                  </a:extLst>
                </p14:cNvPr>
                <p14:cNvContentPartPr/>
                <p14:nvPr/>
              </p14:nvContentPartPr>
              <p14:xfrm>
                <a:off x="8651520" y="1343016"/>
                <a:ext cx="129600" cy="33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F157EAB-10AE-7B66-FFCD-D839F446DF6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642880" y="1334376"/>
                  <a:ext cx="147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BD093BC-B60B-A90A-1378-346F59C18219}"/>
                    </a:ext>
                  </a:extLst>
                </p14:cNvPr>
                <p14:cNvContentPartPr/>
                <p14:nvPr/>
              </p14:nvContentPartPr>
              <p14:xfrm>
                <a:off x="8817480" y="1295136"/>
                <a:ext cx="119880" cy="82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BD093BC-B60B-A90A-1378-346F59C1821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08840" y="1286496"/>
                  <a:ext cx="1375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0F973F6-FE73-3AD6-14C0-710DD0D59C1C}"/>
                    </a:ext>
                  </a:extLst>
                </p14:cNvPr>
                <p14:cNvContentPartPr/>
                <p14:nvPr/>
              </p14:nvContentPartPr>
              <p14:xfrm>
                <a:off x="9034560" y="1169856"/>
                <a:ext cx="188280" cy="216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0F973F6-FE73-3AD6-14C0-710DD0D59C1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025560" y="1161216"/>
                  <a:ext cx="205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2532B1E-E8B8-973B-B306-565B86F85D0E}"/>
                    </a:ext>
                  </a:extLst>
                </p14:cNvPr>
                <p14:cNvContentPartPr/>
                <p14:nvPr/>
              </p14:nvContentPartPr>
              <p14:xfrm>
                <a:off x="9302760" y="1210536"/>
                <a:ext cx="176040" cy="117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2532B1E-E8B8-973B-B306-565B86F85D0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93760" y="1201896"/>
                  <a:ext cx="1936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BBEE819-51F2-13E2-FA6A-2792D0F45C6D}"/>
                    </a:ext>
                  </a:extLst>
                </p14:cNvPr>
                <p14:cNvContentPartPr/>
                <p14:nvPr/>
              </p14:nvContentPartPr>
              <p14:xfrm>
                <a:off x="9417240" y="1253016"/>
                <a:ext cx="66240" cy="125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BBEE819-51F2-13E2-FA6A-2792D0F45C6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408600" y="1244016"/>
                  <a:ext cx="838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664C520-B4D1-BC7E-5195-6EEAA158758E}"/>
                    </a:ext>
                  </a:extLst>
                </p14:cNvPr>
                <p14:cNvContentPartPr/>
                <p14:nvPr/>
              </p14:nvContentPartPr>
              <p14:xfrm>
                <a:off x="9517320" y="1162656"/>
                <a:ext cx="73440" cy="183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664C520-B4D1-BC7E-5195-6EEAA158758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08320" y="1154016"/>
                  <a:ext cx="910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491E641-DBA5-BC81-B989-6796D403DFE9}"/>
                    </a:ext>
                  </a:extLst>
                </p14:cNvPr>
                <p14:cNvContentPartPr/>
                <p14:nvPr/>
              </p14:nvContentPartPr>
              <p14:xfrm>
                <a:off x="9766080" y="1238256"/>
                <a:ext cx="360" cy="66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491E641-DBA5-BC81-B989-6796D403DFE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757080" y="1229616"/>
                  <a:ext cx="18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B465E97-27C7-185E-CA31-BC4E6CB93C1D}"/>
                    </a:ext>
                  </a:extLst>
                </p14:cNvPr>
                <p14:cNvContentPartPr/>
                <p14:nvPr/>
              </p14:nvContentPartPr>
              <p14:xfrm>
                <a:off x="9631800" y="1405656"/>
                <a:ext cx="95400" cy="149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B465E97-27C7-185E-CA31-BC4E6CB93C1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623160" y="1397016"/>
                  <a:ext cx="11304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4C0EBA8-AEDB-3F21-8EF0-2C09F6F69B2D}"/>
              </a:ext>
            </a:extLst>
          </p:cNvPr>
          <p:cNvGrpSpPr/>
          <p:nvPr/>
        </p:nvGrpSpPr>
        <p:grpSpPr>
          <a:xfrm>
            <a:off x="4077360" y="1497456"/>
            <a:ext cx="199800" cy="260640"/>
            <a:chOff x="4077360" y="1497456"/>
            <a:chExt cx="19980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75421E6-2F58-2A5C-CAAA-683D1A21673E}"/>
                    </a:ext>
                  </a:extLst>
                </p14:cNvPr>
                <p14:cNvContentPartPr/>
                <p14:nvPr/>
              </p14:nvContentPartPr>
              <p14:xfrm>
                <a:off x="4077360" y="1497456"/>
                <a:ext cx="199800" cy="140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75421E6-2F58-2A5C-CAAA-683D1A21673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68720" y="1488456"/>
                  <a:ext cx="2174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6C5DBFA-4FF2-4E15-B494-72B5B54ABD97}"/>
                    </a:ext>
                  </a:extLst>
                </p14:cNvPr>
                <p14:cNvContentPartPr/>
                <p14:nvPr/>
              </p14:nvContentPartPr>
              <p14:xfrm>
                <a:off x="4196880" y="1562616"/>
                <a:ext cx="15480" cy="195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6C5DBFA-4FF2-4E15-B494-72B5B54ABD9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188240" y="1553616"/>
                  <a:ext cx="3312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7F9B591-CC35-5C67-2FD8-5FFDA963C222}"/>
              </a:ext>
            </a:extLst>
          </p:cNvPr>
          <p:cNvGrpSpPr/>
          <p:nvPr/>
        </p:nvGrpSpPr>
        <p:grpSpPr>
          <a:xfrm>
            <a:off x="5118120" y="1011456"/>
            <a:ext cx="242280" cy="284760"/>
            <a:chOff x="5118120" y="1011456"/>
            <a:chExt cx="24228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CBC0712-1B27-DFF3-A41C-F64DAAD0DBD7}"/>
                    </a:ext>
                  </a:extLst>
                </p14:cNvPr>
                <p14:cNvContentPartPr/>
                <p14:nvPr/>
              </p14:nvContentPartPr>
              <p14:xfrm>
                <a:off x="5118120" y="1011456"/>
                <a:ext cx="54360" cy="284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CBC0712-1B27-DFF3-A41C-F64DAAD0DBD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09120" y="1002816"/>
                  <a:ext cx="720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4E375F1-AD0B-D15B-D75B-F24009E520E5}"/>
                    </a:ext>
                  </a:extLst>
                </p14:cNvPr>
                <p14:cNvContentPartPr/>
                <p14:nvPr/>
              </p14:nvContentPartPr>
              <p14:xfrm>
                <a:off x="5301360" y="1096776"/>
                <a:ext cx="59040" cy="36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4E375F1-AD0B-D15B-D75B-F24009E520E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292720" y="1088136"/>
                  <a:ext cx="7668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49C37BA-2510-40C5-3884-109D65CFAE9B}"/>
              </a:ext>
            </a:extLst>
          </p:cNvPr>
          <p:cNvGrpSpPr/>
          <p:nvPr/>
        </p:nvGrpSpPr>
        <p:grpSpPr>
          <a:xfrm>
            <a:off x="7691040" y="1689336"/>
            <a:ext cx="2045880" cy="430560"/>
            <a:chOff x="7691040" y="1689336"/>
            <a:chExt cx="2045880" cy="43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DC4687E-A712-05DD-2268-D54726806C2C}"/>
                    </a:ext>
                  </a:extLst>
                </p14:cNvPr>
                <p14:cNvContentPartPr/>
                <p14:nvPr/>
              </p14:nvContentPartPr>
              <p14:xfrm>
                <a:off x="7691040" y="1911096"/>
                <a:ext cx="373320" cy="95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DC4687E-A712-05DD-2268-D54726806C2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682040" y="1902456"/>
                  <a:ext cx="390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B5905E0-EED5-3B03-6CCA-6E64079EBE1C}"/>
                    </a:ext>
                  </a:extLst>
                </p14:cNvPr>
                <p14:cNvContentPartPr/>
                <p14:nvPr/>
              </p14:nvContentPartPr>
              <p14:xfrm>
                <a:off x="8008560" y="1887336"/>
                <a:ext cx="219960" cy="232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B5905E0-EED5-3B03-6CCA-6E64079EBE1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999560" y="1878696"/>
                  <a:ext cx="237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23586B4-B31E-3FCF-CBB1-48F22A75DE65}"/>
                    </a:ext>
                  </a:extLst>
                </p14:cNvPr>
                <p14:cNvContentPartPr/>
                <p14:nvPr/>
              </p14:nvContentPartPr>
              <p14:xfrm>
                <a:off x="8256600" y="1897416"/>
                <a:ext cx="132120" cy="38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23586B4-B31E-3FCF-CBB1-48F22A75DE6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247960" y="1888416"/>
                  <a:ext cx="149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111E2C3-0373-FB65-0176-1EEADA07503A}"/>
                    </a:ext>
                  </a:extLst>
                </p14:cNvPr>
                <p14:cNvContentPartPr/>
                <p14:nvPr/>
              </p14:nvContentPartPr>
              <p14:xfrm>
                <a:off x="8425080" y="1868976"/>
                <a:ext cx="356400" cy="79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111E2C3-0373-FB65-0176-1EEADA07503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416080" y="1860336"/>
                  <a:ext cx="374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BDC44C7-324C-A140-2A5B-20F6284B09E6}"/>
                    </a:ext>
                  </a:extLst>
                </p14:cNvPr>
                <p14:cNvContentPartPr/>
                <p14:nvPr/>
              </p14:nvContentPartPr>
              <p14:xfrm>
                <a:off x="8822520" y="1843416"/>
                <a:ext cx="180720" cy="88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BDC44C7-324C-A140-2A5B-20F6284B09E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813520" y="1834776"/>
                  <a:ext cx="1983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564C24B-0F18-CF3B-FD0C-35A7C2F2BF1E}"/>
                    </a:ext>
                  </a:extLst>
                </p14:cNvPr>
                <p14:cNvContentPartPr/>
                <p14:nvPr/>
              </p14:nvContentPartPr>
              <p14:xfrm>
                <a:off x="9092160" y="1704816"/>
                <a:ext cx="208440" cy="253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564C24B-0F18-CF3B-FD0C-35A7C2F2BF1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83160" y="1695816"/>
                  <a:ext cx="2260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93B0D07-307F-4495-B137-ACABD8FA70C2}"/>
                    </a:ext>
                  </a:extLst>
                </p14:cNvPr>
                <p14:cNvContentPartPr/>
                <p14:nvPr/>
              </p14:nvContentPartPr>
              <p14:xfrm>
                <a:off x="9347760" y="1764216"/>
                <a:ext cx="134280" cy="145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93B0D07-307F-4495-B137-ACABD8FA70C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339120" y="1755216"/>
                  <a:ext cx="1519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9CED0DC-580C-A82A-7287-9857ED54FD93}"/>
                    </a:ext>
                  </a:extLst>
                </p14:cNvPr>
                <p14:cNvContentPartPr/>
                <p14:nvPr/>
              </p14:nvContentPartPr>
              <p14:xfrm>
                <a:off x="9539280" y="1689336"/>
                <a:ext cx="88560" cy="214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9CED0DC-580C-A82A-7287-9857ED54FD9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30280" y="1680696"/>
                  <a:ext cx="106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72C77EC-5064-7036-AB7C-F71AB5432DD8}"/>
                    </a:ext>
                  </a:extLst>
                </p14:cNvPr>
                <p14:cNvContentPartPr/>
                <p14:nvPr/>
              </p14:nvContentPartPr>
              <p14:xfrm>
                <a:off x="9724680" y="1809576"/>
                <a:ext cx="7560" cy="46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72C77EC-5064-7036-AB7C-F71AB5432DD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715680" y="1800936"/>
                  <a:ext cx="25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9E462D7-0FA9-2E20-FA51-779A4980B9F8}"/>
                    </a:ext>
                  </a:extLst>
                </p14:cNvPr>
                <p14:cNvContentPartPr/>
                <p14:nvPr/>
              </p14:nvContentPartPr>
              <p14:xfrm>
                <a:off x="9663480" y="1906416"/>
                <a:ext cx="73440" cy="124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9E462D7-0FA9-2E20-FA51-779A4980B9F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654840" y="1897416"/>
                  <a:ext cx="9108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778586B9-AF48-EC50-2684-C54BB90833EC}"/>
                  </a:ext>
                </a:extLst>
              </p14:cNvPr>
              <p14:cNvContentPartPr/>
              <p14:nvPr/>
            </p14:nvContentPartPr>
            <p14:xfrm>
              <a:off x="4479840" y="1777896"/>
              <a:ext cx="109080" cy="1335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778586B9-AF48-EC50-2684-C54BB90833EC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4470840" y="1769256"/>
                <a:ext cx="1267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AC83145-FF9C-FF25-0EA3-2410F8456D9B}"/>
                  </a:ext>
                </a:extLst>
              </p14:cNvPr>
              <p14:cNvContentPartPr/>
              <p14:nvPr/>
            </p14:nvContentPartPr>
            <p14:xfrm>
              <a:off x="5206320" y="1128456"/>
              <a:ext cx="146520" cy="435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AC83145-FF9C-FF25-0EA3-2410F8456D9B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197680" y="1119816"/>
                <a:ext cx="164160" cy="6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19FB1766-E396-3FA2-11E0-F9199E02FF88}"/>
              </a:ext>
            </a:extLst>
          </p:cNvPr>
          <p:cNvGrpSpPr/>
          <p:nvPr/>
        </p:nvGrpSpPr>
        <p:grpSpPr>
          <a:xfrm>
            <a:off x="4945320" y="1128456"/>
            <a:ext cx="415080" cy="241200"/>
            <a:chOff x="4945320" y="1128456"/>
            <a:chExt cx="415080" cy="24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B9EB911-1627-2CB0-B2D8-2C66288CC253}"/>
                    </a:ext>
                  </a:extLst>
                </p14:cNvPr>
                <p14:cNvContentPartPr/>
                <p14:nvPr/>
              </p14:nvContentPartPr>
              <p14:xfrm>
                <a:off x="5274720" y="1157976"/>
                <a:ext cx="360" cy="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B9EB911-1627-2CB0-B2D8-2C66288CC25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265720" y="11489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58E22BB-C9A1-F771-8963-884745CFF37B}"/>
                    </a:ext>
                  </a:extLst>
                </p14:cNvPr>
                <p14:cNvContentPartPr/>
                <p14:nvPr/>
              </p14:nvContentPartPr>
              <p14:xfrm>
                <a:off x="5281920" y="1128456"/>
                <a:ext cx="78480" cy="352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58E22BB-C9A1-F771-8963-884745CFF37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273280" y="1119816"/>
                  <a:ext cx="96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E79DB42-0B65-C74F-8F9F-C9D6A56C8509}"/>
                    </a:ext>
                  </a:extLst>
                </p14:cNvPr>
                <p14:cNvContentPartPr/>
                <p14:nvPr/>
              </p14:nvContentPartPr>
              <p14:xfrm>
                <a:off x="5208840" y="1178856"/>
                <a:ext cx="59040" cy="18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E79DB42-0B65-C74F-8F9F-C9D6A56C850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199840" y="1170216"/>
                  <a:ext cx="76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DD07314-E944-2D7B-880D-0DD48B9F983B}"/>
                    </a:ext>
                  </a:extLst>
                </p14:cNvPr>
                <p14:cNvContentPartPr/>
                <p14:nvPr/>
              </p14:nvContentPartPr>
              <p14:xfrm>
                <a:off x="5069880" y="1215576"/>
                <a:ext cx="46800" cy="21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DD07314-E944-2D7B-880D-0DD48B9F983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060880" y="1206576"/>
                  <a:ext cx="64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756111B-7157-AEDB-AA27-7AA3171345D1}"/>
                    </a:ext>
                  </a:extLst>
                </p14:cNvPr>
                <p14:cNvContentPartPr/>
                <p14:nvPr/>
              </p14:nvContentPartPr>
              <p14:xfrm>
                <a:off x="4957560" y="1257696"/>
                <a:ext cx="48960" cy="16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756111B-7157-AEDB-AA27-7AA3171345D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948920" y="1249056"/>
                  <a:ext cx="66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FD6C667-B830-6ABE-1262-2DC3F8A8184D}"/>
                    </a:ext>
                  </a:extLst>
                </p14:cNvPr>
                <p14:cNvContentPartPr/>
                <p14:nvPr/>
              </p14:nvContentPartPr>
              <p14:xfrm>
                <a:off x="4945320" y="1278216"/>
                <a:ext cx="44280" cy="91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FD6C667-B830-6ABE-1262-2DC3F8A8184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936680" y="1269216"/>
                  <a:ext cx="61920" cy="10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01A4DAB3-4195-29A0-A970-F8136E214EE2}"/>
                  </a:ext>
                </a:extLst>
              </p14:cNvPr>
              <p14:cNvContentPartPr/>
              <p14:nvPr/>
            </p14:nvContentPartPr>
            <p14:xfrm>
              <a:off x="5045400" y="1449576"/>
              <a:ext cx="17280" cy="1270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01A4DAB3-4195-29A0-A970-F8136E214EE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036760" y="1440936"/>
                <a:ext cx="349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AD2F6B43-2F62-6DCE-AD01-33AD0730346E}"/>
                  </a:ext>
                </a:extLst>
              </p14:cNvPr>
              <p14:cNvContentPartPr/>
              <p14:nvPr/>
            </p14:nvContentPartPr>
            <p14:xfrm>
              <a:off x="5094360" y="1645416"/>
              <a:ext cx="46800" cy="1310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AD2F6B43-2F62-6DCE-AD01-33AD0730346E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085360" y="1636776"/>
                <a:ext cx="6444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31A53707-A986-4641-75C6-9A7FD983B25D}"/>
                  </a:ext>
                </a:extLst>
              </p14:cNvPr>
              <p14:cNvContentPartPr/>
              <p14:nvPr/>
            </p14:nvContentPartPr>
            <p14:xfrm>
              <a:off x="5142960" y="1903176"/>
              <a:ext cx="29520" cy="7524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31A53707-A986-4641-75C6-9A7FD983B25D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134320" y="1894176"/>
                <a:ext cx="471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1A95F14B-7D53-9FE7-BDA3-E18CEB40B209}"/>
                  </a:ext>
                </a:extLst>
              </p14:cNvPr>
              <p14:cNvContentPartPr/>
              <p14:nvPr/>
            </p14:nvContentPartPr>
            <p14:xfrm>
              <a:off x="5194080" y="2099736"/>
              <a:ext cx="24840" cy="669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1A95F14B-7D53-9FE7-BDA3-E18CEB40B209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185440" y="2091096"/>
                <a:ext cx="42480" cy="8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37A512D-87D0-7581-3003-7C1541F2DFCB}"/>
              </a:ext>
            </a:extLst>
          </p:cNvPr>
          <p:cNvGrpSpPr/>
          <p:nvPr/>
        </p:nvGrpSpPr>
        <p:grpSpPr>
          <a:xfrm>
            <a:off x="4946400" y="2248416"/>
            <a:ext cx="304200" cy="91440"/>
            <a:chOff x="4946400" y="2248416"/>
            <a:chExt cx="304200" cy="9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E39BD7D-4A16-4C95-8E19-44E78B404A69}"/>
                    </a:ext>
                  </a:extLst>
                </p14:cNvPr>
                <p14:cNvContentPartPr/>
                <p14:nvPr/>
              </p14:nvContentPartPr>
              <p14:xfrm>
                <a:off x="5243040" y="2276136"/>
                <a:ext cx="7560" cy="1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E39BD7D-4A16-4C95-8E19-44E78B404A6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234040" y="2267496"/>
                  <a:ext cx="25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EE80106-28F5-00C3-5CD3-4D2F585C5E68}"/>
                    </a:ext>
                  </a:extLst>
                </p14:cNvPr>
                <p14:cNvContentPartPr/>
                <p14:nvPr/>
              </p14:nvContentPartPr>
              <p14:xfrm>
                <a:off x="5135760" y="2286576"/>
                <a:ext cx="48960" cy="3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EE80106-28F5-00C3-5CD3-4D2F585C5E6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126760" y="2277936"/>
                  <a:ext cx="66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267691B-61C6-41ED-F162-5869AC287040}"/>
                    </a:ext>
                  </a:extLst>
                </p14:cNvPr>
                <p14:cNvContentPartPr/>
                <p14:nvPr/>
              </p14:nvContentPartPr>
              <p14:xfrm>
                <a:off x="5031000" y="2288376"/>
                <a:ext cx="29520" cy="54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267691B-61C6-41ED-F162-5869AC28704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022000" y="2279376"/>
                  <a:ext cx="47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D1BBD55-39EB-FFF2-B646-C301F2BF1174}"/>
                    </a:ext>
                  </a:extLst>
                </p14:cNvPr>
                <p14:cNvContentPartPr/>
                <p14:nvPr/>
              </p14:nvContentPartPr>
              <p14:xfrm>
                <a:off x="5016240" y="2288376"/>
                <a:ext cx="44280" cy="108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D1BBD55-39EB-FFF2-B646-C301F2BF117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007240" y="2279376"/>
                  <a:ext cx="61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8BB73FE-CA73-4461-5BEA-9284C624F323}"/>
                    </a:ext>
                  </a:extLst>
                </p14:cNvPr>
                <p14:cNvContentPartPr/>
                <p14:nvPr/>
              </p14:nvContentPartPr>
              <p14:xfrm>
                <a:off x="4946400" y="2248416"/>
                <a:ext cx="162360" cy="914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8BB73FE-CA73-4461-5BEA-9284C624F32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937400" y="2239776"/>
                  <a:ext cx="18000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2AFA2F2-EA91-4A60-AF11-1CC734CCFF5A}"/>
              </a:ext>
            </a:extLst>
          </p:cNvPr>
          <p:cNvGrpSpPr/>
          <p:nvPr/>
        </p:nvGrpSpPr>
        <p:grpSpPr>
          <a:xfrm>
            <a:off x="6969240" y="2367216"/>
            <a:ext cx="305280" cy="220320"/>
            <a:chOff x="6969240" y="2367216"/>
            <a:chExt cx="305280" cy="22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069C47D-AA64-0BAA-2892-FF0FD50B8C25}"/>
                    </a:ext>
                  </a:extLst>
                </p14:cNvPr>
                <p14:cNvContentPartPr/>
                <p14:nvPr/>
              </p14:nvContentPartPr>
              <p14:xfrm>
                <a:off x="6969240" y="2484936"/>
                <a:ext cx="13680" cy="102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069C47D-AA64-0BAA-2892-FF0FD50B8C2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960600" y="2476296"/>
                  <a:ext cx="313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A6D07F5-F4D3-F233-FA8A-F1EB99188699}"/>
                    </a:ext>
                  </a:extLst>
                </p14:cNvPr>
                <p14:cNvContentPartPr/>
                <p14:nvPr/>
              </p14:nvContentPartPr>
              <p14:xfrm>
                <a:off x="7018200" y="2367216"/>
                <a:ext cx="2880" cy="43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A6D07F5-F4D3-F233-FA8A-F1EB9918869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09200" y="2358216"/>
                  <a:ext cx="205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5CA6FE9-124B-FFFE-DE33-0EC75393C488}"/>
                    </a:ext>
                  </a:extLst>
                </p14:cNvPr>
                <p14:cNvContentPartPr/>
                <p14:nvPr/>
              </p14:nvContentPartPr>
              <p14:xfrm>
                <a:off x="7032600" y="2503656"/>
                <a:ext cx="90720" cy="42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5CA6FE9-124B-FFFE-DE33-0EC75393C48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023960" y="2495016"/>
                  <a:ext cx="108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07921F9-FB27-C04E-4E5D-64661C8D0CB5}"/>
                    </a:ext>
                  </a:extLst>
                </p14:cNvPr>
                <p14:cNvContentPartPr/>
                <p14:nvPr/>
              </p14:nvContentPartPr>
              <p14:xfrm>
                <a:off x="7212960" y="2393856"/>
                <a:ext cx="37080" cy="149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07921F9-FB27-C04E-4E5D-64661C8D0CB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204320" y="2385216"/>
                  <a:ext cx="54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81EC332-FD45-740D-0A34-2E228F02684D}"/>
                    </a:ext>
                  </a:extLst>
                </p14:cNvPr>
                <p14:cNvContentPartPr/>
                <p14:nvPr/>
              </p14:nvContentPartPr>
              <p14:xfrm>
                <a:off x="7147440" y="2464776"/>
                <a:ext cx="127080" cy="18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81EC332-FD45-740D-0A34-2E228F02684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138440" y="2455776"/>
                  <a:ext cx="14472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E2DD3E4B-450F-CAD1-44B2-0324F0813DE9}"/>
                  </a:ext>
                </a:extLst>
              </p14:cNvPr>
              <p14:cNvContentPartPr/>
              <p14:nvPr/>
            </p14:nvContentPartPr>
            <p14:xfrm>
              <a:off x="7476480" y="2430576"/>
              <a:ext cx="149040" cy="943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E2DD3E4B-450F-CAD1-44B2-0324F0813DE9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7467480" y="2421576"/>
                <a:ext cx="16668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1BDEB96-A63C-5332-525E-7CEED040213A}"/>
                  </a:ext>
                </a:extLst>
              </p14:cNvPr>
              <p14:cNvContentPartPr/>
              <p14:nvPr/>
            </p14:nvContentPartPr>
            <p14:xfrm>
              <a:off x="7675560" y="2293776"/>
              <a:ext cx="281520" cy="1976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1BDEB96-A63C-5332-525E-7CEED040213A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7666920" y="2284776"/>
                <a:ext cx="299160" cy="21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3E1B6FCC-3364-7E9A-E426-34381A86D81C}"/>
              </a:ext>
            </a:extLst>
          </p:cNvPr>
          <p:cNvGrpSpPr/>
          <p:nvPr/>
        </p:nvGrpSpPr>
        <p:grpSpPr>
          <a:xfrm>
            <a:off x="8117640" y="2189736"/>
            <a:ext cx="1933920" cy="426600"/>
            <a:chOff x="8117640" y="2189736"/>
            <a:chExt cx="1933920" cy="42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8148E1D-CE91-4641-0C03-BD22CED56C68}"/>
                    </a:ext>
                  </a:extLst>
                </p14:cNvPr>
                <p14:cNvContentPartPr/>
                <p14:nvPr/>
              </p14:nvContentPartPr>
              <p14:xfrm>
                <a:off x="8117640" y="2389896"/>
                <a:ext cx="88200" cy="12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8148E1D-CE91-4641-0C03-BD22CED56C6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109000" y="2381256"/>
                  <a:ext cx="1058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CF6B8C8-41E6-1F69-7709-F0159698BADA}"/>
                    </a:ext>
                  </a:extLst>
                </p14:cNvPr>
                <p14:cNvContentPartPr/>
                <p14:nvPr/>
              </p14:nvContentPartPr>
              <p14:xfrm>
                <a:off x="8159040" y="2437056"/>
                <a:ext cx="105120" cy="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CF6B8C8-41E6-1F69-7709-F0159698BAD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150400" y="2428416"/>
                  <a:ext cx="122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4F0163C-8640-D898-8493-CE7D0FFFEA0C}"/>
                    </a:ext>
                  </a:extLst>
                </p14:cNvPr>
                <p14:cNvContentPartPr/>
                <p14:nvPr/>
              </p14:nvContentPartPr>
              <p14:xfrm>
                <a:off x="8390880" y="2194776"/>
                <a:ext cx="207720" cy="235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4F0163C-8640-D898-8493-CE7D0FFFEA0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381880" y="2186136"/>
                  <a:ext cx="225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25AE8BD-53B4-BAF6-1347-99D683910D0A}"/>
                    </a:ext>
                  </a:extLst>
                </p14:cNvPr>
                <p14:cNvContentPartPr/>
                <p14:nvPr/>
              </p14:nvContentPartPr>
              <p14:xfrm>
                <a:off x="8643600" y="2325816"/>
                <a:ext cx="147240" cy="90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25AE8BD-53B4-BAF6-1347-99D683910D0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634960" y="2316816"/>
                  <a:ext cx="164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A969423-8C66-CF73-701C-D0ED404816E8}"/>
                    </a:ext>
                  </a:extLst>
                </p14:cNvPr>
                <p14:cNvContentPartPr/>
                <p14:nvPr/>
              </p14:nvContentPartPr>
              <p14:xfrm>
                <a:off x="8652600" y="2306736"/>
                <a:ext cx="196920" cy="309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A969423-8C66-CF73-701C-D0ED404816E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643600" y="2298096"/>
                  <a:ext cx="2145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F9E8248-6404-FC9D-EAA5-C9F30791C451}"/>
                    </a:ext>
                  </a:extLst>
                </p14:cNvPr>
                <p14:cNvContentPartPr/>
                <p14:nvPr/>
              </p14:nvContentPartPr>
              <p14:xfrm>
                <a:off x="8922240" y="2357496"/>
                <a:ext cx="144360" cy="558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F9E8248-6404-FC9D-EAA5-C9F30791C45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913600" y="2348496"/>
                  <a:ext cx="162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0E16A3B-BC09-EE0E-3F7B-AF4D85707284}"/>
                    </a:ext>
                  </a:extLst>
                </p14:cNvPr>
                <p14:cNvContentPartPr/>
                <p14:nvPr/>
              </p14:nvContentPartPr>
              <p14:xfrm>
                <a:off x="9068760" y="2315376"/>
                <a:ext cx="322200" cy="111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0E16A3B-BC09-EE0E-3F7B-AF4D85707284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059760" y="2306376"/>
                  <a:ext cx="339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6998B96-2D21-89DF-2A55-F0F1C1538771}"/>
                    </a:ext>
                  </a:extLst>
                </p14:cNvPr>
                <p14:cNvContentPartPr/>
                <p14:nvPr/>
              </p14:nvContentPartPr>
              <p14:xfrm>
                <a:off x="9417240" y="2304936"/>
                <a:ext cx="81000" cy="1162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6998B96-2D21-89DF-2A55-F0F1C153877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408600" y="2296296"/>
                  <a:ext cx="98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5D29860-4359-ACCD-95CE-769AD9EFB98F}"/>
                    </a:ext>
                  </a:extLst>
                </p14:cNvPr>
                <p14:cNvContentPartPr/>
                <p14:nvPr/>
              </p14:nvContentPartPr>
              <p14:xfrm>
                <a:off x="9641520" y="2210256"/>
                <a:ext cx="107640" cy="243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5D29860-4359-ACCD-95CE-769AD9EFB98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632880" y="2201616"/>
                  <a:ext cx="125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5C9273A-4F26-8534-1792-03BCDC112A20}"/>
                    </a:ext>
                  </a:extLst>
                </p14:cNvPr>
                <p14:cNvContentPartPr/>
                <p14:nvPr/>
              </p14:nvContentPartPr>
              <p14:xfrm>
                <a:off x="9828720" y="2189736"/>
                <a:ext cx="89640" cy="229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5C9273A-4F26-8534-1792-03BCDC112A2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819720" y="2181096"/>
                  <a:ext cx="1072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7BD2EF6-9FA5-949D-63CB-3D522FA481F2}"/>
                    </a:ext>
                  </a:extLst>
                </p14:cNvPr>
                <p14:cNvContentPartPr/>
                <p14:nvPr/>
              </p14:nvContentPartPr>
              <p14:xfrm>
                <a:off x="10034280" y="2310336"/>
                <a:ext cx="7560" cy="45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7BD2EF6-9FA5-949D-63CB-3D522FA481F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025280" y="2301336"/>
                  <a:ext cx="25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378BEF9-205D-129C-B6EB-C25BDD6177BC}"/>
                    </a:ext>
                  </a:extLst>
                </p14:cNvPr>
                <p14:cNvContentPartPr/>
                <p14:nvPr/>
              </p14:nvContentPartPr>
              <p14:xfrm>
                <a:off x="9951120" y="2492496"/>
                <a:ext cx="100440" cy="1166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378BEF9-205D-129C-B6EB-C25BDD6177B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942480" y="2483496"/>
                  <a:ext cx="11808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84DBAD40-9F76-DAEB-D71B-D2A10647428D}"/>
              </a:ext>
            </a:extLst>
          </p:cNvPr>
          <p:cNvGrpSpPr/>
          <p:nvPr/>
        </p:nvGrpSpPr>
        <p:grpSpPr>
          <a:xfrm>
            <a:off x="5186880" y="3985416"/>
            <a:ext cx="478080" cy="231840"/>
            <a:chOff x="5186880" y="3985416"/>
            <a:chExt cx="47808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B2B860A-9BB9-F336-3EB0-335E14BD4CBB}"/>
                    </a:ext>
                  </a:extLst>
                </p14:cNvPr>
                <p14:cNvContentPartPr/>
                <p14:nvPr/>
              </p14:nvContentPartPr>
              <p14:xfrm>
                <a:off x="5186880" y="4131576"/>
                <a:ext cx="5400" cy="85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B2B860A-9BB9-F336-3EB0-335E14BD4CB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178240" y="4122936"/>
                  <a:ext cx="230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0ABA6B1-F2BE-4FCA-033D-49E434D56AFB}"/>
                    </a:ext>
                  </a:extLst>
                </p14:cNvPr>
                <p14:cNvContentPartPr/>
                <p14:nvPr/>
              </p14:nvContentPartPr>
              <p14:xfrm>
                <a:off x="5243040" y="3985416"/>
                <a:ext cx="37080" cy="52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0ABA6B1-F2BE-4FCA-033D-49E434D56AF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234040" y="3976416"/>
                  <a:ext cx="54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F209A00-FD91-6DEC-012F-CE9CD9528D2E}"/>
                    </a:ext>
                  </a:extLst>
                </p14:cNvPr>
                <p14:cNvContentPartPr/>
                <p14:nvPr/>
              </p14:nvContentPartPr>
              <p14:xfrm>
                <a:off x="5308920" y="4119336"/>
                <a:ext cx="124560" cy="61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F209A00-FD91-6DEC-012F-CE9CD9528D2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299920" y="4110696"/>
                  <a:ext cx="142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9F0A109-C41C-C93B-D6D0-E2F1751CC57B}"/>
                    </a:ext>
                  </a:extLst>
                </p14:cNvPr>
                <p14:cNvContentPartPr/>
                <p14:nvPr/>
              </p14:nvContentPartPr>
              <p14:xfrm>
                <a:off x="5512680" y="3999096"/>
                <a:ext cx="62280" cy="1285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9F0A109-C41C-C93B-D6D0-E2F1751CC57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504040" y="3990456"/>
                  <a:ext cx="799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B804F11-A566-A45C-3835-CE74E2653C9F}"/>
                    </a:ext>
                  </a:extLst>
                </p14:cNvPr>
                <p14:cNvContentPartPr/>
                <p14:nvPr/>
              </p14:nvContentPartPr>
              <p14:xfrm>
                <a:off x="5506200" y="4052016"/>
                <a:ext cx="158760" cy="75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B804F11-A566-A45C-3835-CE74E2653C9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497560" y="4043016"/>
                  <a:ext cx="17640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297729A-43DC-7055-7D06-4FFDDEDD52EE}"/>
              </a:ext>
            </a:extLst>
          </p:cNvPr>
          <p:cNvGrpSpPr/>
          <p:nvPr/>
        </p:nvGrpSpPr>
        <p:grpSpPr>
          <a:xfrm>
            <a:off x="6008400" y="3557376"/>
            <a:ext cx="3323880" cy="1086120"/>
            <a:chOff x="6008400" y="3557376"/>
            <a:chExt cx="3323880" cy="108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AC3F161-D51F-4211-B38F-393B92D571B9}"/>
                    </a:ext>
                  </a:extLst>
                </p14:cNvPr>
                <p14:cNvContentPartPr/>
                <p14:nvPr/>
              </p14:nvContentPartPr>
              <p14:xfrm>
                <a:off x="8168760" y="3557376"/>
                <a:ext cx="154080" cy="460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AC3F161-D51F-4211-B38F-393B92D571B9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160120" y="3548376"/>
                  <a:ext cx="17172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103E97E-A67D-B85A-26C4-14A9870C2BF7}"/>
                    </a:ext>
                  </a:extLst>
                </p14:cNvPr>
                <p14:cNvContentPartPr/>
                <p14:nvPr/>
              </p14:nvContentPartPr>
              <p14:xfrm>
                <a:off x="6008400" y="3833136"/>
                <a:ext cx="214560" cy="256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103E97E-A67D-B85A-26C4-14A9870C2BF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999400" y="3824496"/>
                  <a:ext cx="2322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98034C1-2A7B-79F9-63F3-4B8DE681AF34}"/>
                    </a:ext>
                  </a:extLst>
                </p14:cNvPr>
                <p14:cNvContentPartPr/>
                <p14:nvPr/>
              </p14:nvContentPartPr>
              <p14:xfrm>
                <a:off x="6228000" y="3974976"/>
                <a:ext cx="178200" cy="69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98034C1-2A7B-79F9-63F3-4B8DE681AF3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219360" y="3965976"/>
                  <a:ext cx="195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39E3A84-DB2D-97D6-A123-69C5AF0AE85C}"/>
                    </a:ext>
                  </a:extLst>
                </p14:cNvPr>
                <p14:cNvContentPartPr/>
                <p14:nvPr/>
              </p14:nvContentPartPr>
              <p14:xfrm>
                <a:off x="6337440" y="3950496"/>
                <a:ext cx="188280" cy="335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39E3A84-DB2D-97D6-A123-69C5AF0AE85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328440" y="3941856"/>
                  <a:ext cx="2059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78601F4-5085-0F7D-B4E8-9E63016C9310}"/>
                    </a:ext>
                  </a:extLst>
                </p14:cNvPr>
                <p14:cNvContentPartPr/>
                <p14:nvPr/>
              </p14:nvContentPartPr>
              <p14:xfrm>
                <a:off x="6586560" y="3969936"/>
                <a:ext cx="139320" cy="601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78601F4-5085-0F7D-B4E8-9E63016C931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577560" y="3960936"/>
                  <a:ext cx="1569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04F9019-6831-49CB-8402-0680044ED22B}"/>
                    </a:ext>
                  </a:extLst>
                </p14:cNvPr>
                <p14:cNvContentPartPr/>
                <p14:nvPr/>
              </p14:nvContentPartPr>
              <p14:xfrm>
                <a:off x="6761880" y="3908736"/>
                <a:ext cx="302760" cy="94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04F9019-6831-49CB-8402-0680044ED22B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753240" y="3900096"/>
                  <a:ext cx="320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87CD049-5C34-B9C1-894D-98ED3291978B}"/>
                    </a:ext>
                  </a:extLst>
                </p14:cNvPr>
                <p14:cNvContentPartPr/>
                <p14:nvPr/>
              </p14:nvContentPartPr>
              <p14:xfrm>
                <a:off x="7102440" y="3887136"/>
                <a:ext cx="113400" cy="102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87CD049-5C34-B9C1-894D-98ED3291978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093800" y="3878496"/>
                  <a:ext cx="1310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EDA8AEB-AFD1-D2CC-0415-00BD27656F78}"/>
                    </a:ext>
                  </a:extLst>
                </p14:cNvPr>
                <p14:cNvContentPartPr/>
                <p14:nvPr/>
              </p14:nvContentPartPr>
              <p14:xfrm>
                <a:off x="7338960" y="3686616"/>
                <a:ext cx="174240" cy="3013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EDA8AEB-AFD1-D2CC-0415-00BD27656F7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330320" y="3677976"/>
                  <a:ext cx="1918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FAD1BB6-E3B2-7A32-E8F9-8F281DD01C8B}"/>
                    </a:ext>
                  </a:extLst>
                </p14:cNvPr>
                <p14:cNvContentPartPr/>
                <p14:nvPr/>
              </p14:nvContentPartPr>
              <p14:xfrm>
                <a:off x="7608240" y="3701016"/>
                <a:ext cx="97920" cy="2912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FAD1BB6-E3B2-7A32-E8F9-8F281DD01C8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599240" y="3692016"/>
                  <a:ext cx="1155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90F2A0B-0C92-43FC-06C1-330A5A6CE6C0}"/>
                    </a:ext>
                  </a:extLst>
                </p14:cNvPr>
                <p14:cNvContentPartPr/>
                <p14:nvPr/>
              </p14:nvContentPartPr>
              <p14:xfrm>
                <a:off x="6030360" y="4451616"/>
                <a:ext cx="190440" cy="1663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90F2A0B-0C92-43FC-06C1-330A5A6CE6C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021720" y="4442616"/>
                  <a:ext cx="208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5161B77-C2AE-1640-1E98-66F8D470A1D5}"/>
                    </a:ext>
                  </a:extLst>
                </p14:cNvPr>
                <p14:cNvContentPartPr/>
                <p14:nvPr/>
              </p14:nvContentPartPr>
              <p14:xfrm>
                <a:off x="6255000" y="4454136"/>
                <a:ext cx="163800" cy="892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5161B77-C2AE-1640-1E98-66F8D470A1D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246000" y="4445496"/>
                  <a:ext cx="1814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467B8C6-A05F-7589-64D5-19C0A55CC08F}"/>
                    </a:ext>
                  </a:extLst>
                </p14:cNvPr>
                <p14:cNvContentPartPr/>
                <p14:nvPr/>
              </p14:nvContentPartPr>
              <p14:xfrm>
                <a:off x="6456240" y="4322736"/>
                <a:ext cx="140400" cy="210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467B8C6-A05F-7589-64D5-19C0A55CC08F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447240" y="4313736"/>
                  <a:ext cx="1580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58037B0-DC63-F17B-A6A6-61393B94C9BB}"/>
                    </a:ext>
                  </a:extLst>
                </p14:cNvPr>
                <p14:cNvContentPartPr/>
                <p14:nvPr/>
              </p14:nvContentPartPr>
              <p14:xfrm>
                <a:off x="6761880" y="4404816"/>
                <a:ext cx="134640" cy="183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58037B0-DC63-F17B-A6A6-61393B94C9BB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753240" y="4395816"/>
                  <a:ext cx="152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FC75399-7B9B-7799-5B0A-37295E5A2BB0}"/>
                    </a:ext>
                  </a:extLst>
                </p14:cNvPr>
                <p14:cNvContentPartPr/>
                <p14:nvPr/>
              </p14:nvContentPartPr>
              <p14:xfrm>
                <a:off x="6820560" y="4442256"/>
                <a:ext cx="114840" cy="262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FC75399-7B9B-7799-5B0A-37295E5A2BB0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811560" y="4433256"/>
                  <a:ext cx="1324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7B3999E-282C-4057-E248-C7E2F080202C}"/>
                    </a:ext>
                  </a:extLst>
                </p14:cNvPr>
                <p14:cNvContentPartPr/>
                <p14:nvPr/>
              </p14:nvContentPartPr>
              <p14:xfrm>
                <a:off x="7044840" y="4340376"/>
                <a:ext cx="229680" cy="3031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7B3999E-282C-4057-E248-C7E2F080202C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036200" y="4331376"/>
                  <a:ext cx="2473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C0223A5-69A2-999C-FAF4-347AC61C6546}"/>
                    </a:ext>
                  </a:extLst>
                </p14:cNvPr>
                <p14:cNvContentPartPr/>
                <p14:nvPr/>
              </p14:nvContentPartPr>
              <p14:xfrm>
                <a:off x="7305840" y="4354416"/>
                <a:ext cx="163800" cy="576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C0223A5-69A2-999C-FAF4-347AC61C6546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296840" y="4345416"/>
                  <a:ext cx="1814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D316E87-4F7B-5C54-9107-874D1B04F6D1}"/>
                    </a:ext>
                  </a:extLst>
                </p14:cNvPr>
                <p14:cNvContentPartPr/>
                <p14:nvPr/>
              </p14:nvContentPartPr>
              <p14:xfrm>
                <a:off x="7491960" y="4284576"/>
                <a:ext cx="121320" cy="95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D316E87-4F7B-5C54-9107-874D1B04F6D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483320" y="4275576"/>
                  <a:ext cx="1389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306F133-F0F7-8776-F87A-BBB58B1B35BC}"/>
                    </a:ext>
                  </a:extLst>
                </p14:cNvPr>
                <p14:cNvContentPartPr/>
                <p14:nvPr/>
              </p14:nvContentPartPr>
              <p14:xfrm>
                <a:off x="7656840" y="4279896"/>
                <a:ext cx="137160" cy="565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306F133-F0F7-8776-F87A-BBB58B1B35BC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647840" y="4270896"/>
                  <a:ext cx="154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FDDCEEC-5D98-7141-9EFE-412FDD59517B}"/>
                    </a:ext>
                  </a:extLst>
                </p14:cNvPr>
                <p14:cNvContentPartPr/>
                <p14:nvPr/>
              </p14:nvContentPartPr>
              <p14:xfrm>
                <a:off x="7812720" y="4219056"/>
                <a:ext cx="108360" cy="1069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FDDCEEC-5D98-7141-9EFE-412FDD59517B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803720" y="4210416"/>
                  <a:ext cx="1260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E072D13-C860-6A5B-DA0F-DC9FA208D4B3}"/>
                    </a:ext>
                  </a:extLst>
                </p14:cNvPr>
                <p14:cNvContentPartPr/>
                <p14:nvPr/>
              </p14:nvContentPartPr>
              <p14:xfrm>
                <a:off x="8005680" y="4101696"/>
                <a:ext cx="161280" cy="2887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E072D13-C860-6A5B-DA0F-DC9FA208D4B3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996680" y="4092696"/>
                  <a:ext cx="1789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AEEC5D1-C317-0DF3-4162-27161F3D6909}"/>
                    </a:ext>
                  </a:extLst>
                </p14:cNvPr>
                <p14:cNvContentPartPr/>
                <p14:nvPr/>
              </p14:nvContentPartPr>
              <p14:xfrm>
                <a:off x="8288280" y="4070736"/>
                <a:ext cx="139680" cy="2660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AEEC5D1-C317-0DF3-4162-27161F3D6909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279640" y="4061736"/>
                  <a:ext cx="1573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D96B8FA-163A-3ABE-4130-82366F7527AF}"/>
                    </a:ext>
                  </a:extLst>
                </p14:cNvPr>
                <p14:cNvContentPartPr/>
                <p14:nvPr/>
              </p14:nvContentPartPr>
              <p14:xfrm>
                <a:off x="8234640" y="4201416"/>
                <a:ext cx="287640" cy="1018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D96B8FA-163A-3ABE-4130-82366F7527A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226000" y="4192776"/>
                  <a:ext cx="3052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80C910A-34C2-B60F-3240-3649F20C43A0}"/>
                    </a:ext>
                  </a:extLst>
                </p14:cNvPr>
                <p14:cNvContentPartPr/>
                <p14:nvPr/>
              </p14:nvContentPartPr>
              <p14:xfrm>
                <a:off x="8539560" y="4175136"/>
                <a:ext cx="224280" cy="1144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80C910A-34C2-B60F-3240-3649F20C43A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530560" y="4166136"/>
                  <a:ext cx="241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19439EF-B896-A148-531E-CA1484A02AD6}"/>
                    </a:ext>
                  </a:extLst>
                </p14:cNvPr>
                <p14:cNvContentPartPr/>
                <p14:nvPr/>
              </p14:nvContentPartPr>
              <p14:xfrm>
                <a:off x="8852040" y="4037256"/>
                <a:ext cx="53640" cy="1584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19439EF-B896-A148-531E-CA1484A02AD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843040" y="4028616"/>
                  <a:ext cx="71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9F83DDE-C04D-FDF6-3135-DA446D8DF775}"/>
                    </a:ext>
                  </a:extLst>
                </p14:cNvPr>
                <p14:cNvContentPartPr/>
                <p14:nvPr/>
              </p14:nvContentPartPr>
              <p14:xfrm>
                <a:off x="8800560" y="4098456"/>
                <a:ext cx="132120" cy="15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9F83DDE-C04D-FDF6-3135-DA446D8DF77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791560" y="4089456"/>
                  <a:ext cx="149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76032B5-6BE0-BA19-BAEC-B1FD403D8572}"/>
                    </a:ext>
                  </a:extLst>
                </p14:cNvPr>
                <p14:cNvContentPartPr/>
                <p14:nvPr/>
              </p14:nvContentPartPr>
              <p14:xfrm>
                <a:off x="9010080" y="3927816"/>
                <a:ext cx="151560" cy="2797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76032B5-6BE0-BA19-BAEC-B1FD403D8572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001440" y="3918816"/>
                  <a:ext cx="1692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8E6D3DD-FAD6-D1D8-D443-73729F8B8FA9}"/>
                    </a:ext>
                  </a:extLst>
                </p14:cNvPr>
                <p14:cNvContentPartPr/>
                <p14:nvPr/>
              </p14:nvContentPartPr>
              <p14:xfrm>
                <a:off x="9322200" y="4095936"/>
                <a:ext cx="10080" cy="306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8E6D3DD-FAD6-D1D8-D443-73729F8B8FA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313560" y="4086936"/>
                  <a:ext cx="27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AB07F1B-C08C-E86C-BBCE-FC780B6CE102}"/>
                    </a:ext>
                  </a:extLst>
                </p14:cNvPr>
                <p14:cNvContentPartPr/>
                <p14:nvPr/>
              </p14:nvContentPartPr>
              <p14:xfrm>
                <a:off x="9205200" y="4233096"/>
                <a:ext cx="117360" cy="1213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AB07F1B-C08C-E86C-BBCE-FC780B6CE10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196200" y="4224456"/>
                  <a:ext cx="13500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E3A00CA2-1F4C-2619-48E7-D491F5B2ACD7}"/>
              </a:ext>
            </a:extLst>
          </p:cNvPr>
          <p:cNvGrpSpPr/>
          <p:nvPr/>
        </p:nvGrpSpPr>
        <p:grpSpPr>
          <a:xfrm>
            <a:off x="6220800" y="5434416"/>
            <a:ext cx="866160" cy="351360"/>
            <a:chOff x="6220800" y="5434416"/>
            <a:chExt cx="86616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82917CF-95A5-0AA2-C585-D1A3EF9E3238}"/>
                    </a:ext>
                  </a:extLst>
                </p14:cNvPr>
                <p14:cNvContentPartPr/>
                <p14:nvPr/>
              </p14:nvContentPartPr>
              <p14:xfrm>
                <a:off x="6220800" y="5626296"/>
                <a:ext cx="275760" cy="1594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82917CF-95A5-0AA2-C585-D1A3EF9E3238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211800" y="5617656"/>
                  <a:ext cx="293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82C40CA-FC91-12C3-AC1C-28134A502BBE}"/>
                    </a:ext>
                  </a:extLst>
                </p14:cNvPr>
                <p14:cNvContentPartPr/>
                <p14:nvPr/>
              </p14:nvContentPartPr>
              <p14:xfrm>
                <a:off x="6555960" y="5434416"/>
                <a:ext cx="52920" cy="257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82C40CA-FC91-12C3-AC1C-28134A502BBE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547320" y="5425776"/>
                  <a:ext cx="705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6692041-7337-92F9-153B-961C231F80BE}"/>
                    </a:ext>
                  </a:extLst>
                </p14:cNvPr>
                <p14:cNvContentPartPr/>
                <p14:nvPr/>
              </p14:nvContentPartPr>
              <p14:xfrm>
                <a:off x="6491520" y="5608296"/>
                <a:ext cx="297720" cy="507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6692041-7337-92F9-153B-961C231F80B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482520" y="5599296"/>
                  <a:ext cx="3153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27845EF-9994-9AB5-9C41-32BD40AC783F}"/>
                    </a:ext>
                  </a:extLst>
                </p14:cNvPr>
                <p14:cNvContentPartPr/>
                <p14:nvPr/>
              </p14:nvContentPartPr>
              <p14:xfrm>
                <a:off x="6825240" y="5529456"/>
                <a:ext cx="24840" cy="102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27845EF-9994-9AB5-9C41-32BD40AC783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816600" y="5520816"/>
                  <a:ext cx="424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B095294-5939-59D8-5BBD-3B74B320E103}"/>
                    </a:ext>
                  </a:extLst>
                </p14:cNvPr>
                <p14:cNvContentPartPr/>
                <p14:nvPr/>
              </p14:nvContentPartPr>
              <p14:xfrm>
                <a:off x="6920640" y="5558616"/>
                <a:ext cx="166320" cy="435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B095294-5939-59D8-5BBD-3B74B320E10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911640" y="5549976"/>
                  <a:ext cx="18396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A1A55A80-9BAB-32FE-DE84-A42B3455BC65}"/>
              </a:ext>
            </a:extLst>
          </p:cNvPr>
          <p:cNvGrpSpPr/>
          <p:nvPr/>
        </p:nvGrpSpPr>
        <p:grpSpPr>
          <a:xfrm>
            <a:off x="7481160" y="5131296"/>
            <a:ext cx="651600" cy="489600"/>
            <a:chOff x="7481160" y="5131296"/>
            <a:chExt cx="651600" cy="48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5628EF5-3969-C118-B074-692DB967088E}"/>
                    </a:ext>
                  </a:extLst>
                </p14:cNvPr>
                <p14:cNvContentPartPr/>
                <p14:nvPr/>
              </p14:nvContentPartPr>
              <p14:xfrm>
                <a:off x="7481160" y="5363136"/>
                <a:ext cx="205200" cy="1281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5628EF5-3969-C118-B074-692DB967088E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7472520" y="5354136"/>
                  <a:ext cx="222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D0DB7CA-8141-8579-A426-F351970C03FD}"/>
                    </a:ext>
                  </a:extLst>
                </p14:cNvPr>
                <p14:cNvContentPartPr/>
                <p14:nvPr/>
              </p14:nvContentPartPr>
              <p14:xfrm>
                <a:off x="7673040" y="5131296"/>
                <a:ext cx="364320" cy="2995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D0DB7CA-8141-8579-A426-F351970C03F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664400" y="5122296"/>
                  <a:ext cx="3819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BF89A7B-D805-8701-C5C8-5B89F012BF31}"/>
                    </a:ext>
                  </a:extLst>
                </p14:cNvPr>
                <p14:cNvContentPartPr/>
                <p14:nvPr/>
              </p14:nvContentPartPr>
              <p14:xfrm>
                <a:off x="8073720" y="5328936"/>
                <a:ext cx="17280" cy="151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BF89A7B-D805-8701-C5C8-5B89F012BF31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065080" y="5319936"/>
                  <a:ext cx="349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154EF21-3EE8-2B4A-B573-E5E0833EB510}"/>
                    </a:ext>
                  </a:extLst>
                </p14:cNvPr>
                <p14:cNvContentPartPr/>
                <p14:nvPr/>
              </p14:nvContentPartPr>
              <p14:xfrm>
                <a:off x="8027640" y="5407776"/>
                <a:ext cx="105120" cy="2131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154EF21-3EE8-2B4A-B573-E5E0833EB510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018640" y="5398776"/>
                  <a:ext cx="122760" cy="23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8764464C-A8FE-C161-2010-5913D069762D}"/>
                  </a:ext>
                </a:extLst>
              </p14:cNvPr>
              <p14:cNvContentPartPr/>
              <p14:nvPr/>
            </p14:nvContentPartPr>
            <p14:xfrm>
              <a:off x="5603760" y="6019776"/>
              <a:ext cx="156240" cy="37080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8764464C-A8FE-C161-2010-5913D069762D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5595120" y="6011136"/>
                <a:ext cx="173880" cy="38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386F4412-AA66-39DA-0059-662514F800C7}"/>
              </a:ext>
            </a:extLst>
          </p:cNvPr>
          <p:cNvGrpSpPr/>
          <p:nvPr/>
        </p:nvGrpSpPr>
        <p:grpSpPr>
          <a:xfrm>
            <a:off x="6105960" y="4860576"/>
            <a:ext cx="868320" cy="457920"/>
            <a:chOff x="6105960" y="4860576"/>
            <a:chExt cx="868320" cy="45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BE256A4-D7E8-F53F-EF1E-781E9DF37CEF}"/>
                    </a:ext>
                  </a:extLst>
                </p14:cNvPr>
                <p14:cNvContentPartPr/>
                <p14:nvPr/>
              </p14:nvContentPartPr>
              <p14:xfrm>
                <a:off x="6184440" y="4895856"/>
                <a:ext cx="126720" cy="4226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BE256A4-D7E8-F53F-EF1E-781E9DF37CE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175800" y="4887216"/>
                  <a:ext cx="14436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C3C4920-C4D8-9E7B-C25E-5A426C117C60}"/>
                    </a:ext>
                  </a:extLst>
                </p14:cNvPr>
                <p14:cNvContentPartPr/>
                <p14:nvPr/>
              </p14:nvContentPartPr>
              <p14:xfrm>
                <a:off x="6105960" y="5112576"/>
                <a:ext cx="222120" cy="597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C3C4920-C4D8-9E7B-C25E-5A426C117C6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6097320" y="5103936"/>
                  <a:ext cx="2397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B201A40-B8F4-B9BE-9DE8-AAADDDB96AB8}"/>
                    </a:ext>
                  </a:extLst>
                </p14:cNvPr>
                <p14:cNvContentPartPr/>
                <p14:nvPr/>
              </p14:nvContentPartPr>
              <p14:xfrm>
                <a:off x="6362280" y="5057496"/>
                <a:ext cx="119880" cy="1288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B201A40-B8F4-B9BE-9DE8-AAADDDB96AB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353280" y="5048496"/>
                  <a:ext cx="1375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6CAF0B7-9C43-58C7-1E46-24702F053F12}"/>
                    </a:ext>
                  </a:extLst>
                </p14:cNvPr>
                <p14:cNvContentPartPr/>
                <p14:nvPr/>
              </p14:nvContentPartPr>
              <p14:xfrm>
                <a:off x="6463800" y="5021856"/>
                <a:ext cx="310680" cy="1036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6CAF0B7-9C43-58C7-1E46-24702F053F12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454800" y="5012856"/>
                  <a:ext cx="3283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E2B0666-DC20-E682-1999-29086C8FDB73}"/>
                    </a:ext>
                  </a:extLst>
                </p14:cNvPr>
                <p14:cNvContentPartPr/>
                <p14:nvPr/>
              </p14:nvContentPartPr>
              <p14:xfrm>
                <a:off x="6882120" y="4860576"/>
                <a:ext cx="82800" cy="1796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E2B0666-DC20-E682-1999-29086C8FDB7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873120" y="4851936"/>
                  <a:ext cx="1004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1C538CB-A4AF-5D82-1FA7-1CFDA0C6866A}"/>
                    </a:ext>
                  </a:extLst>
                </p14:cNvPr>
                <p14:cNvContentPartPr/>
                <p14:nvPr/>
              </p14:nvContentPartPr>
              <p14:xfrm>
                <a:off x="6869160" y="4967136"/>
                <a:ext cx="105120" cy="100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1C538CB-A4AF-5D82-1FA7-1CFDA0C6866A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860520" y="4958136"/>
                  <a:ext cx="12276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3EED0C1E-93A5-DC91-E275-9838F8E20CD7}"/>
              </a:ext>
            </a:extLst>
          </p:cNvPr>
          <p:cNvGrpSpPr/>
          <p:nvPr/>
        </p:nvGrpSpPr>
        <p:grpSpPr>
          <a:xfrm>
            <a:off x="7196040" y="4562496"/>
            <a:ext cx="1697400" cy="432360"/>
            <a:chOff x="7196040" y="4562496"/>
            <a:chExt cx="169740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AC7D5E7-5841-43D5-F721-864BC8FCCB28}"/>
                    </a:ext>
                  </a:extLst>
                </p14:cNvPr>
                <p14:cNvContentPartPr/>
                <p14:nvPr/>
              </p14:nvContentPartPr>
              <p14:xfrm>
                <a:off x="7196040" y="4903056"/>
                <a:ext cx="156240" cy="338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AC7D5E7-5841-43D5-F721-864BC8FCCB28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187040" y="4894056"/>
                  <a:ext cx="173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74955D4-57FA-537B-8D67-74572927661E}"/>
                    </a:ext>
                  </a:extLst>
                </p14:cNvPr>
                <p14:cNvContentPartPr/>
                <p14:nvPr/>
              </p14:nvContentPartPr>
              <p14:xfrm>
                <a:off x="7239960" y="4962096"/>
                <a:ext cx="129600" cy="327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74955D4-57FA-537B-8D67-74572927661E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230960" y="4953456"/>
                  <a:ext cx="147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46310B1-3D2B-3C5D-D9E5-5E0E287F8B87}"/>
                    </a:ext>
                  </a:extLst>
                </p14:cNvPr>
                <p14:cNvContentPartPr/>
                <p14:nvPr/>
              </p14:nvContentPartPr>
              <p14:xfrm>
                <a:off x="7525800" y="4652496"/>
                <a:ext cx="162000" cy="3409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46310B1-3D2B-3C5D-D9E5-5E0E287F8B87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7516800" y="4643496"/>
                  <a:ext cx="1796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5E7DEDC-D3F7-CB61-6083-FE0DEA301315}"/>
                    </a:ext>
                  </a:extLst>
                </p14:cNvPr>
                <p14:cNvContentPartPr/>
                <p14:nvPr/>
              </p14:nvContentPartPr>
              <p14:xfrm>
                <a:off x="7522920" y="4770576"/>
                <a:ext cx="261360" cy="1008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5E7DEDC-D3F7-CB61-6083-FE0DEA301315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7513920" y="4761936"/>
                  <a:ext cx="2790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9C78E8A-FDEA-5425-13FA-B0A5D091E0D1}"/>
                    </a:ext>
                  </a:extLst>
                </p14:cNvPr>
                <p14:cNvContentPartPr/>
                <p14:nvPr/>
              </p14:nvContentPartPr>
              <p14:xfrm>
                <a:off x="7797600" y="4777776"/>
                <a:ext cx="242280" cy="774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9C78E8A-FDEA-5425-13FA-B0A5D091E0D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7788960" y="4769136"/>
                  <a:ext cx="2599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B89A961-C504-B8BE-84B9-A17D8366BF91}"/>
                    </a:ext>
                  </a:extLst>
                </p14:cNvPr>
                <p14:cNvContentPartPr/>
                <p14:nvPr/>
              </p14:nvContentPartPr>
              <p14:xfrm>
                <a:off x="8164080" y="4622616"/>
                <a:ext cx="97920" cy="1594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B89A961-C504-B8BE-84B9-A17D8366BF91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155080" y="4613616"/>
                  <a:ext cx="1155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92E1A6F-FE5D-0EC5-692D-599C37734BCD}"/>
                    </a:ext>
                  </a:extLst>
                </p14:cNvPr>
                <p14:cNvContentPartPr/>
                <p14:nvPr/>
              </p14:nvContentPartPr>
              <p14:xfrm>
                <a:off x="8129880" y="4703616"/>
                <a:ext cx="146520" cy="151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92E1A6F-FE5D-0EC5-692D-599C37734BC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8121240" y="4694976"/>
                  <a:ext cx="164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EDC43A9-CC0D-CCDD-237E-C39C9DA51B9E}"/>
                    </a:ext>
                  </a:extLst>
                </p14:cNvPr>
                <p14:cNvContentPartPr/>
                <p14:nvPr/>
              </p14:nvContentPartPr>
              <p14:xfrm>
                <a:off x="8454240" y="4611096"/>
                <a:ext cx="2880" cy="1360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EDC43A9-CC0D-CCDD-237E-C39C9DA51B9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445240" y="4602456"/>
                  <a:ext cx="205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1A34E57-A07C-265D-8F2A-D2AC94103DE6}"/>
                    </a:ext>
                  </a:extLst>
                </p14:cNvPr>
                <p14:cNvContentPartPr/>
                <p14:nvPr/>
              </p14:nvContentPartPr>
              <p14:xfrm>
                <a:off x="8407800" y="4673016"/>
                <a:ext cx="122400" cy="190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1A34E57-A07C-265D-8F2A-D2AC94103DE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399160" y="4664016"/>
                  <a:ext cx="140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1C786A2-7AE9-3B69-E9D8-01D47AB6C62F}"/>
                    </a:ext>
                  </a:extLst>
                </p14:cNvPr>
                <p14:cNvContentPartPr/>
                <p14:nvPr/>
              </p14:nvContentPartPr>
              <p14:xfrm>
                <a:off x="8697240" y="4562496"/>
                <a:ext cx="5760" cy="1544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1C786A2-7AE9-3B69-E9D8-01D47AB6C62F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688600" y="4553496"/>
                  <a:ext cx="23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1E5AA35-175F-B9A9-C948-4AE46D07C0E9}"/>
                    </a:ext>
                  </a:extLst>
                </p14:cNvPr>
                <p14:cNvContentPartPr/>
                <p14:nvPr/>
              </p14:nvContentPartPr>
              <p14:xfrm>
                <a:off x="8839440" y="4579416"/>
                <a:ext cx="19800" cy="320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1E5AA35-175F-B9A9-C948-4AE46D07C0E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830440" y="4570776"/>
                  <a:ext cx="37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6B0ED21-99CE-FE91-E245-64831DC2F014}"/>
                    </a:ext>
                  </a:extLst>
                </p14:cNvPr>
                <p14:cNvContentPartPr/>
                <p14:nvPr/>
              </p14:nvContentPartPr>
              <p14:xfrm>
                <a:off x="8785800" y="4723416"/>
                <a:ext cx="107640" cy="1663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6B0ED21-99CE-FE91-E245-64831DC2F014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776800" y="4714416"/>
                  <a:ext cx="12528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42C6C21-3A99-D5A1-C4F3-A06AAEA71789}"/>
              </a:ext>
            </a:extLst>
          </p:cNvPr>
          <p:cNvGrpSpPr/>
          <p:nvPr/>
        </p:nvGrpSpPr>
        <p:grpSpPr>
          <a:xfrm>
            <a:off x="9939600" y="3843936"/>
            <a:ext cx="275400" cy="312120"/>
            <a:chOff x="9939600" y="3843936"/>
            <a:chExt cx="27540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7C0752E-E64E-17CD-B30E-36EBD11AE682}"/>
                    </a:ext>
                  </a:extLst>
                </p14:cNvPr>
                <p14:cNvContentPartPr/>
                <p14:nvPr/>
              </p14:nvContentPartPr>
              <p14:xfrm>
                <a:off x="9939600" y="3843936"/>
                <a:ext cx="153720" cy="3121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7C0752E-E64E-17CD-B30E-36EBD11AE682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930600" y="3834936"/>
                  <a:ext cx="1713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1888BA4-8E46-FA50-5016-9F293291668F}"/>
                    </a:ext>
                  </a:extLst>
                </p14:cNvPr>
                <p14:cNvContentPartPr/>
                <p14:nvPr/>
              </p14:nvContentPartPr>
              <p14:xfrm>
                <a:off x="10075680" y="3850416"/>
                <a:ext cx="139320" cy="2966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1888BA4-8E46-FA50-5016-9F293291668F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066680" y="3841416"/>
                  <a:ext cx="15696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8544BD40-6833-FEED-2178-735607C50708}"/>
              </a:ext>
            </a:extLst>
          </p:cNvPr>
          <p:cNvGrpSpPr/>
          <p:nvPr/>
        </p:nvGrpSpPr>
        <p:grpSpPr>
          <a:xfrm>
            <a:off x="10465920" y="3715416"/>
            <a:ext cx="797040" cy="356040"/>
            <a:chOff x="10465920" y="3715416"/>
            <a:chExt cx="797040" cy="35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ADC7CEF-A849-767D-0E9D-8771B4C45837}"/>
                    </a:ext>
                  </a:extLst>
                </p14:cNvPr>
                <p14:cNvContentPartPr/>
                <p14:nvPr/>
              </p14:nvContentPartPr>
              <p14:xfrm>
                <a:off x="10465920" y="3866256"/>
                <a:ext cx="168480" cy="2052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ADC7CEF-A849-767D-0E9D-8771B4C4583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456920" y="3857616"/>
                  <a:ext cx="186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8F3AB59-5557-B643-B665-981C9BA4C453}"/>
                    </a:ext>
                  </a:extLst>
                </p14:cNvPr>
                <p14:cNvContentPartPr/>
                <p14:nvPr/>
              </p14:nvContentPartPr>
              <p14:xfrm>
                <a:off x="10753200" y="3756456"/>
                <a:ext cx="185760" cy="2235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8F3AB59-5557-B643-B665-981C9BA4C45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744560" y="3747456"/>
                  <a:ext cx="2034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37ECAA8-F767-C803-B1FA-E6802431DDEA}"/>
                    </a:ext>
                  </a:extLst>
                </p14:cNvPr>
                <p14:cNvContentPartPr/>
                <p14:nvPr/>
              </p14:nvContentPartPr>
              <p14:xfrm>
                <a:off x="11014560" y="3816936"/>
                <a:ext cx="54000" cy="1612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37ECAA8-F767-C803-B1FA-E6802431DDEA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1005560" y="3808296"/>
                  <a:ext cx="716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9559759-D1DD-D6B3-F19F-D8AFDF48D2B0}"/>
                    </a:ext>
                  </a:extLst>
                </p14:cNvPr>
                <p14:cNvContentPartPr/>
                <p14:nvPr/>
              </p14:nvContentPartPr>
              <p14:xfrm>
                <a:off x="11113920" y="3715416"/>
                <a:ext cx="149040" cy="3513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9559759-D1DD-D6B3-F19F-D8AFDF48D2B0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1105280" y="3706776"/>
                  <a:ext cx="166680" cy="36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A9DC43C-548A-C3F0-E231-544DA73D3C91}"/>
                  </a:ext>
                </a:extLst>
              </p14:cNvPr>
              <p14:cNvContentPartPr/>
              <p14:nvPr/>
            </p14:nvContentPartPr>
            <p14:xfrm>
              <a:off x="4708800" y="1686096"/>
              <a:ext cx="2880" cy="3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A9DC43C-548A-C3F0-E231-544DA73D3C9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700160" y="1677096"/>
                <a:ext cx="2052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5" name="Group 254">
            <a:extLst>
              <a:ext uri="{FF2B5EF4-FFF2-40B4-BE49-F238E27FC236}">
                <a16:creationId xmlns:a16="http://schemas.microsoft.com/office/drawing/2014/main" id="{C3321E0A-29E4-9839-1731-6E14AD35D4C8}"/>
              </a:ext>
            </a:extLst>
          </p:cNvPr>
          <p:cNvGrpSpPr/>
          <p:nvPr/>
        </p:nvGrpSpPr>
        <p:grpSpPr>
          <a:xfrm>
            <a:off x="7634880" y="2593656"/>
            <a:ext cx="441720" cy="285840"/>
            <a:chOff x="7634880" y="2593656"/>
            <a:chExt cx="44172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B5DC7E1-FB36-ACC3-4656-9B61E1DFE8FF}"/>
                    </a:ext>
                  </a:extLst>
                </p14:cNvPr>
                <p14:cNvContentPartPr/>
                <p14:nvPr/>
              </p14:nvContentPartPr>
              <p14:xfrm>
                <a:off x="7634880" y="2745216"/>
                <a:ext cx="134640" cy="1342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B5DC7E1-FB36-ACC3-4656-9B61E1DFE8F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626240" y="2736216"/>
                  <a:ext cx="1522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AFD44E4-EDB1-A693-177E-9E457D23A927}"/>
                    </a:ext>
                  </a:extLst>
                </p14:cNvPr>
                <p14:cNvContentPartPr/>
                <p14:nvPr/>
              </p14:nvContentPartPr>
              <p14:xfrm>
                <a:off x="7782840" y="2593656"/>
                <a:ext cx="293760" cy="2494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AFD44E4-EDB1-A693-177E-9E457D23A92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773840" y="2585016"/>
                  <a:ext cx="31140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C04D81A8-F1E2-0C66-C159-5BBD9C291C54}"/>
              </a:ext>
            </a:extLst>
          </p:cNvPr>
          <p:cNvGrpSpPr/>
          <p:nvPr/>
        </p:nvGrpSpPr>
        <p:grpSpPr>
          <a:xfrm>
            <a:off x="8261640" y="2518776"/>
            <a:ext cx="1904400" cy="404640"/>
            <a:chOff x="8261640" y="2518776"/>
            <a:chExt cx="1904400" cy="40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0605BD6-9075-A4FE-2718-68961700B842}"/>
                    </a:ext>
                  </a:extLst>
                </p14:cNvPr>
                <p14:cNvContentPartPr/>
                <p14:nvPr/>
              </p14:nvContentPartPr>
              <p14:xfrm>
                <a:off x="8261640" y="2724696"/>
                <a:ext cx="129600" cy="93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0605BD6-9075-A4FE-2718-68961700B842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252640" y="2716056"/>
                  <a:ext cx="1472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E47FB92-058A-9154-A255-E3C782D4A332}"/>
                    </a:ext>
                  </a:extLst>
                </p14:cNvPr>
                <p14:cNvContentPartPr/>
                <p14:nvPr/>
              </p14:nvContentPartPr>
              <p14:xfrm>
                <a:off x="8293320" y="2762856"/>
                <a:ext cx="127080" cy="223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E47FB92-058A-9154-A255-E3C782D4A33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284320" y="2754216"/>
                  <a:ext cx="1447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A54085C-FEC7-6809-E0FD-C153FC94CDCF}"/>
                    </a:ext>
                  </a:extLst>
                </p14:cNvPr>
                <p14:cNvContentPartPr/>
                <p14:nvPr/>
              </p14:nvContentPartPr>
              <p14:xfrm>
                <a:off x="8529840" y="2518776"/>
                <a:ext cx="283320" cy="2736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A54085C-FEC7-6809-E0FD-C153FC94CDC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520840" y="2509776"/>
                  <a:ext cx="3009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F592593-40C5-02E8-B71D-45AFCA0C268F}"/>
                    </a:ext>
                  </a:extLst>
                </p14:cNvPr>
                <p14:cNvContentPartPr/>
                <p14:nvPr/>
              </p14:nvContentPartPr>
              <p14:xfrm>
                <a:off x="8836920" y="2666376"/>
                <a:ext cx="117360" cy="651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F592593-40C5-02E8-B71D-45AFCA0C268F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828280" y="2657736"/>
                  <a:ext cx="1350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9998662-94DF-7E1A-A032-725A9C3A5493}"/>
                    </a:ext>
                  </a:extLst>
                </p14:cNvPr>
                <p14:cNvContentPartPr/>
                <p14:nvPr/>
              </p14:nvContentPartPr>
              <p14:xfrm>
                <a:off x="8885880" y="2653416"/>
                <a:ext cx="207720" cy="2401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9998662-94DF-7E1A-A032-725A9C3A549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876880" y="2644416"/>
                  <a:ext cx="2253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A7BEE28-7538-7949-A8D6-C0FB8C83A9BB}"/>
                    </a:ext>
                  </a:extLst>
                </p14:cNvPr>
                <p14:cNvContentPartPr/>
                <p14:nvPr/>
              </p14:nvContentPartPr>
              <p14:xfrm>
                <a:off x="9168480" y="2684736"/>
                <a:ext cx="139320" cy="428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A7BEE28-7538-7949-A8D6-C0FB8C83A9BB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159840" y="2675736"/>
                  <a:ext cx="156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D63DD3A-C662-7AB1-87E1-1A29BE9DBDB7}"/>
                    </a:ext>
                  </a:extLst>
                </p14:cNvPr>
                <p14:cNvContentPartPr/>
                <p14:nvPr/>
              </p14:nvContentPartPr>
              <p14:xfrm>
                <a:off x="9322200" y="2642616"/>
                <a:ext cx="268560" cy="1040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D63DD3A-C662-7AB1-87E1-1A29BE9DBDB7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313200" y="2633976"/>
                  <a:ext cx="286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F1A6C80-5E2E-E7C8-71AE-AF734D99F3E2}"/>
                    </a:ext>
                  </a:extLst>
                </p14:cNvPr>
                <p14:cNvContentPartPr/>
                <p14:nvPr/>
              </p14:nvContentPartPr>
              <p14:xfrm>
                <a:off x="9616320" y="2633616"/>
                <a:ext cx="78480" cy="907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F1A6C80-5E2E-E7C8-71AE-AF734D99F3E2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607320" y="2624616"/>
                  <a:ext cx="961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6C7C2B4-8133-2349-865D-081DB0B2718F}"/>
                    </a:ext>
                  </a:extLst>
                </p14:cNvPr>
                <p14:cNvContentPartPr/>
                <p14:nvPr/>
              </p14:nvContentPartPr>
              <p14:xfrm>
                <a:off x="9725760" y="2539296"/>
                <a:ext cx="140400" cy="2167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6C7C2B4-8133-2349-865D-081DB0B2718F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717120" y="2530656"/>
                  <a:ext cx="1580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2165240-22EB-6A94-3DA4-2DADC52105EB}"/>
                    </a:ext>
                  </a:extLst>
                </p14:cNvPr>
                <p14:cNvContentPartPr/>
                <p14:nvPr/>
              </p14:nvContentPartPr>
              <p14:xfrm>
                <a:off x="9946800" y="2567016"/>
                <a:ext cx="29160" cy="1947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2165240-22EB-6A94-3DA4-2DADC52105E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938160" y="2558016"/>
                  <a:ext cx="46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106BABA-3FB7-8620-4465-3D52DD585D90}"/>
                    </a:ext>
                  </a:extLst>
                </p14:cNvPr>
                <p14:cNvContentPartPr/>
                <p14:nvPr/>
              </p14:nvContentPartPr>
              <p14:xfrm>
                <a:off x="10158480" y="2698776"/>
                <a:ext cx="7560" cy="205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106BABA-3FB7-8620-4465-3D52DD585D9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149840" y="2689776"/>
                  <a:ext cx="252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B55FBA1-C521-2627-706C-A60E108B17EC}"/>
                    </a:ext>
                  </a:extLst>
                </p14:cNvPr>
                <p14:cNvContentPartPr/>
                <p14:nvPr/>
              </p14:nvContentPartPr>
              <p14:xfrm>
                <a:off x="10041480" y="2802816"/>
                <a:ext cx="119880" cy="1206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B55FBA1-C521-2627-706C-A60E108B17E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032840" y="2793816"/>
                  <a:ext cx="13752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5F81B750-EFC7-2CD1-2A61-53E3EC509FA1}"/>
              </a:ext>
            </a:extLst>
          </p:cNvPr>
          <p:cNvGrpSpPr/>
          <p:nvPr/>
        </p:nvGrpSpPr>
        <p:grpSpPr>
          <a:xfrm>
            <a:off x="7634880" y="2806056"/>
            <a:ext cx="2394720" cy="410400"/>
            <a:chOff x="7634880" y="2806056"/>
            <a:chExt cx="2394720" cy="41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74F468D-348E-6C6D-8125-6C27FFFD42A2}"/>
                    </a:ext>
                  </a:extLst>
                </p14:cNvPr>
                <p14:cNvContentPartPr/>
                <p14:nvPr/>
              </p14:nvContentPartPr>
              <p14:xfrm>
                <a:off x="7634880" y="3029256"/>
                <a:ext cx="239400" cy="1400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74F468D-348E-6C6D-8125-6C27FFFD42A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626240" y="3020256"/>
                  <a:ext cx="257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8736C24-C3E2-F584-A05F-EF8A3177A96D}"/>
                    </a:ext>
                  </a:extLst>
                </p14:cNvPr>
                <p14:cNvContentPartPr/>
                <p14:nvPr/>
              </p14:nvContentPartPr>
              <p14:xfrm>
                <a:off x="7873920" y="2952216"/>
                <a:ext cx="302760" cy="1814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8736C24-C3E2-F584-A05F-EF8A3177A96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864920" y="2943576"/>
                  <a:ext cx="3204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E0AFA11-6B7A-8E90-1671-62B147E96554}"/>
                    </a:ext>
                  </a:extLst>
                </p14:cNvPr>
                <p14:cNvContentPartPr/>
                <p14:nvPr/>
              </p14:nvContentPartPr>
              <p14:xfrm>
                <a:off x="8349480" y="3054096"/>
                <a:ext cx="117360" cy="93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E0AFA11-6B7A-8E90-1671-62B147E9655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340480" y="3045096"/>
                  <a:ext cx="135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7FCD484-5DBD-8612-7EAA-0926E52A63DE}"/>
                    </a:ext>
                  </a:extLst>
                </p14:cNvPr>
                <p14:cNvContentPartPr/>
                <p14:nvPr/>
              </p14:nvContentPartPr>
              <p14:xfrm>
                <a:off x="8359200" y="3089736"/>
                <a:ext cx="132120" cy="205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7FCD484-5DBD-8612-7EAA-0926E52A63DE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350200" y="3080736"/>
                  <a:ext cx="149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696E39E-94B2-F1C9-A700-D29DBB22D983}"/>
                    </a:ext>
                  </a:extLst>
                </p14:cNvPr>
                <p14:cNvContentPartPr/>
                <p14:nvPr/>
              </p14:nvContentPartPr>
              <p14:xfrm>
                <a:off x="8641080" y="2806056"/>
                <a:ext cx="181440" cy="2746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696E39E-94B2-F1C9-A700-D29DBB22D983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632440" y="2797416"/>
                  <a:ext cx="1990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651ED027-E41A-EED4-EC44-CD5FAAA5FEAE}"/>
                    </a:ext>
                  </a:extLst>
                </p14:cNvPr>
                <p14:cNvContentPartPr/>
                <p14:nvPr/>
              </p14:nvContentPartPr>
              <p14:xfrm>
                <a:off x="8858880" y="2988216"/>
                <a:ext cx="100440" cy="799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651ED027-E41A-EED4-EC44-CD5FAAA5FEA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849880" y="2979576"/>
                  <a:ext cx="118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3197EA2-EF93-F0F9-2E21-B4B7EE5FC0EA}"/>
                    </a:ext>
                  </a:extLst>
                </p14:cNvPr>
                <p14:cNvContentPartPr/>
                <p14:nvPr/>
              </p14:nvContentPartPr>
              <p14:xfrm>
                <a:off x="8902800" y="2970216"/>
                <a:ext cx="193320" cy="2462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3197EA2-EF93-F0F9-2E21-B4B7EE5FC0E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893800" y="2961216"/>
                  <a:ext cx="2109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E1184B7-1BC0-9379-035E-263D3CBC6D0F}"/>
                    </a:ext>
                  </a:extLst>
                </p14:cNvPr>
                <p14:cNvContentPartPr/>
                <p14:nvPr/>
              </p14:nvContentPartPr>
              <p14:xfrm>
                <a:off x="9119880" y="3023136"/>
                <a:ext cx="149040" cy="442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E1184B7-1BC0-9379-035E-263D3CBC6D0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110880" y="3014496"/>
                  <a:ext cx="1666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C470EE9-2208-A4AE-BFED-F08B843FCCAC}"/>
                    </a:ext>
                  </a:extLst>
                </p14:cNvPr>
                <p14:cNvContentPartPr/>
                <p14:nvPr/>
              </p14:nvContentPartPr>
              <p14:xfrm>
                <a:off x="9272160" y="2969856"/>
                <a:ext cx="296640" cy="734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C470EE9-2208-A4AE-BFED-F08B843FCCA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263160" y="2961216"/>
                  <a:ext cx="3142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53512141-3045-1C83-51CF-9C6EE004AE36}"/>
                    </a:ext>
                  </a:extLst>
                </p14:cNvPr>
                <p14:cNvContentPartPr/>
                <p14:nvPr/>
              </p14:nvContentPartPr>
              <p14:xfrm>
                <a:off x="9590400" y="2921976"/>
                <a:ext cx="86760" cy="813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53512141-3045-1C83-51CF-9C6EE004AE36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581760" y="2912976"/>
                  <a:ext cx="1044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1DA3B52-429B-A805-99FB-D03A6B6F2A8C}"/>
                    </a:ext>
                  </a:extLst>
                </p14:cNvPr>
                <p14:cNvContentPartPr/>
                <p14:nvPr/>
              </p14:nvContentPartPr>
              <p14:xfrm>
                <a:off x="9736560" y="2884896"/>
                <a:ext cx="134640" cy="1576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1DA3B52-429B-A805-99FB-D03A6B6F2A8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727560" y="2875896"/>
                  <a:ext cx="152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D12BE24A-D281-41BF-7116-421DB78DC3D3}"/>
                    </a:ext>
                  </a:extLst>
                </p14:cNvPr>
                <p14:cNvContentPartPr/>
                <p14:nvPr/>
              </p14:nvContentPartPr>
              <p14:xfrm>
                <a:off x="9883080" y="2856456"/>
                <a:ext cx="45720" cy="1944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D12BE24A-D281-41BF-7116-421DB78DC3D3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874080" y="2847456"/>
                  <a:ext cx="633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87911C2-A6E4-41A4-85A8-A126A4E639DE}"/>
                    </a:ext>
                  </a:extLst>
                </p14:cNvPr>
                <p14:cNvContentPartPr/>
                <p14:nvPr/>
              </p14:nvContentPartPr>
              <p14:xfrm>
                <a:off x="10022040" y="2957256"/>
                <a:ext cx="2880" cy="165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87911C2-A6E4-41A4-85A8-A126A4E639D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013040" y="2948256"/>
                  <a:ext cx="20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8275100-7F0C-39EC-0167-8225A16B4F4D}"/>
                    </a:ext>
                  </a:extLst>
                </p14:cNvPr>
                <p14:cNvContentPartPr/>
                <p14:nvPr/>
              </p14:nvContentPartPr>
              <p14:xfrm>
                <a:off x="9902520" y="3069216"/>
                <a:ext cx="127080" cy="1378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8275100-7F0C-39EC-0167-8225A16B4F4D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893880" y="3060576"/>
                  <a:ext cx="14472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5DB4B079-DADB-E0FB-0142-039456F5B064}"/>
              </a:ext>
            </a:extLst>
          </p:cNvPr>
          <p:cNvGrpSpPr/>
          <p:nvPr/>
        </p:nvGrpSpPr>
        <p:grpSpPr>
          <a:xfrm>
            <a:off x="4647960" y="653976"/>
            <a:ext cx="424800" cy="280440"/>
            <a:chOff x="4647960" y="653976"/>
            <a:chExt cx="424800" cy="28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C4F04864-809A-4B6F-BD87-941B96422CEC}"/>
                    </a:ext>
                  </a:extLst>
                </p14:cNvPr>
                <p14:cNvContentPartPr/>
                <p14:nvPr/>
              </p14:nvContentPartPr>
              <p14:xfrm>
                <a:off x="5009040" y="653976"/>
                <a:ext cx="63720" cy="295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C4F04864-809A-4B6F-BD87-941B96422CEC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000040" y="644976"/>
                  <a:ext cx="81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4A9AAB1-5D37-940F-FDC4-F4B4E89876DD}"/>
                    </a:ext>
                  </a:extLst>
                </p14:cNvPr>
                <p14:cNvContentPartPr/>
                <p14:nvPr/>
              </p14:nvContentPartPr>
              <p14:xfrm>
                <a:off x="4813920" y="714816"/>
                <a:ext cx="68760" cy="230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4A9AAB1-5D37-940F-FDC4-F4B4E89876DD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804920" y="706176"/>
                  <a:ext cx="86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7C47138-58F7-6201-8B66-12EC6B11DFFC}"/>
                    </a:ext>
                  </a:extLst>
                </p14:cNvPr>
                <p14:cNvContentPartPr/>
                <p14:nvPr/>
              </p14:nvContentPartPr>
              <p14:xfrm>
                <a:off x="4647960" y="769176"/>
                <a:ext cx="24840" cy="118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7C47138-58F7-6201-8B66-12EC6B11DFFC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639320" y="760536"/>
                  <a:ext cx="42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59F3D3E-E7E1-E29A-5B19-E0E948AB64D7}"/>
                    </a:ext>
                  </a:extLst>
                </p14:cNvPr>
                <p14:cNvContentPartPr/>
                <p14:nvPr/>
              </p14:nvContentPartPr>
              <p14:xfrm>
                <a:off x="4672440" y="769176"/>
                <a:ext cx="48960" cy="1652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59F3D3E-E7E1-E29A-5B19-E0E948AB64D7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663440" y="760536"/>
                  <a:ext cx="66600" cy="18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4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00FAC7CF-38C7-58D2-00C5-167F962B40B1}"/>
                  </a:ext>
                </a:extLst>
              </p14:cNvPr>
              <p14:cNvContentPartPr/>
              <p14:nvPr/>
            </p14:nvContentPartPr>
            <p14:xfrm>
              <a:off x="4770000" y="1100736"/>
              <a:ext cx="48960" cy="5580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00FAC7CF-38C7-58D2-00C5-167F962B40B1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4761000" y="1092096"/>
                <a:ext cx="6660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6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B4DE0BA4-B419-A760-DAC6-0F733E82F071}"/>
                  </a:ext>
                </a:extLst>
              </p14:cNvPr>
              <p14:cNvContentPartPr/>
              <p14:nvPr/>
            </p14:nvContentPartPr>
            <p14:xfrm>
              <a:off x="4835880" y="1305576"/>
              <a:ext cx="12600" cy="11088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B4DE0BA4-B419-A760-DAC6-0F733E82F071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4826880" y="1296936"/>
                <a:ext cx="3024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8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678DCB6A-C58B-E771-F8DF-AE0923F293AB}"/>
                  </a:ext>
                </a:extLst>
              </p14:cNvPr>
              <p14:cNvContentPartPr/>
              <p14:nvPr/>
            </p14:nvContentPartPr>
            <p14:xfrm>
              <a:off x="4881960" y="1539936"/>
              <a:ext cx="37080" cy="8100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678DCB6A-C58B-E771-F8DF-AE0923F293AB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4873320" y="1530936"/>
                <a:ext cx="54720" cy="9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8" name="Group 277">
            <a:extLst>
              <a:ext uri="{FF2B5EF4-FFF2-40B4-BE49-F238E27FC236}">
                <a16:creationId xmlns:a16="http://schemas.microsoft.com/office/drawing/2014/main" id="{37529B4F-78A5-1B92-5951-29EA9EA872AE}"/>
              </a:ext>
            </a:extLst>
          </p:cNvPr>
          <p:cNvGrpSpPr/>
          <p:nvPr/>
        </p:nvGrpSpPr>
        <p:grpSpPr>
          <a:xfrm>
            <a:off x="4870080" y="1736496"/>
            <a:ext cx="163440" cy="435960"/>
            <a:chOff x="4870080" y="1736496"/>
            <a:chExt cx="163440" cy="43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0BEB699F-F4E0-8D80-7AE2-8EB66FA0C73A}"/>
                    </a:ext>
                  </a:extLst>
                </p14:cNvPr>
                <p14:cNvContentPartPr/>
                <p14:nvPr/>
              </p14:nvContentPartPr>
              <p14:xfrm>
                <a:off x="4921200" y="1736496"/>
                <a:ext cx="12600" cy="1231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0BEB699F-F4E0-8D80-7AE2-8EB66FA0C73A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4912200" y="1727496"/>
                  <a:ext cx="30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CD87D49-3B42-94D6-9698-975208BA7915}"/>
                    </a:ext>
                  </a:extLst>
                </p14:cNvPr>
                <p14:cNvContentPartPr/>
                <p14:nvPr/>
              </p14:nvContentPartPr>
              <p14:xfrm>
                <a:off x="4977360" y="1895616"/>
                <a:ext cx="5400" cy="702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CD87D49-3B42-94D6-9698-975208BA791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968360" y="1886976"/>
                  <a:ext cx="230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A16DC87-BEEA-B570-1E9E-E889FD892383}"/>
                    </a:ext>
                  </a:extLst>
                </p14:cNvPr>
                <p14:cNvContentPartPr/>
                <p14:nvPr/>
              </p14:nvContentPartPr>
              <p14:xfrm>
                <a:off x="5004000" y="2024856"/>
                <a:ext cx="15120" cy="558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A16DC87-BEEA-B570-1E9E-E889FD89238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995360" y="2016216"/>
                  <a:ext cx="32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5C9CCD7-4821-0288-971F-0C7FC4364524}"/>
                    </a:ext>
                  </a:extLst>
                </p14:cNvPr>
                <p14:cNvContentPartPr/>
                <p14:nvPr/>
              </p14:nvContentPartPr>
              <p14:xfrm>
                <a:off x="4896720" y="2122416"/>
                <a:ext cx="136800" cy="201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5C9CCD7-4821-0288-971F-0C7FC436452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888080" y="2113776"/>
                  <a:ext cx="154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27786A8-A809-E88F-1FE7-A85AB9E70FA5}"/>
                    </a:ext>
                  </a:extLst>
                </p14:cNvPr>
                <p14:cNvContentPartPr/>
                <p14:nvPr/>
              </p14:nvContentPartPr>
              <p14:xfrm>
                <a:off x="4870080" y="2083536"/>
                <a:ext cx="83160" cy="889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27786A8-A809-E88F-1FE7-A85AB9E70FA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4861080" y="2074536"/>
                  <a:ext cx="10080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92236CE6-91AC-7506-B241-8C69A91F65A0}"/>
              </a:ext>
            </a:extLst>
          </p:cNvPr>
          <p:cNvGrpSpPr/>
          <p:nvPr/>
        </p:nvGrpSpPr>
        <p:grpSpPr>
          <a:xfrm>
            <a:off x="729720" y="2479176"/>
            <a:ext cx="873360" cy="424440"/>
            <a:chOff x="729720" y="2479176"/>
            <a:chExt cx="873360" cy="42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1738211-05AE-C1FF-C77E-8427AA17B023}"/>
                    </a:ext>
                  </a:extLst>
                </p14:cNvPr>
                <p14:cNvContentPartPr/>
                <p14:nvPr/>
              </p14:nvContentPartPr>
              <p14:xfrm>
                <a:off x="729720" y="2495736"/>
                <a:ext cx="171000" cy="2934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1738211-05AE-C1FF-C77E-8427AA17B023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20720" y="2487096"/>
                  <a:ext cx="1886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BA533BB-3849-2F14-D3F5-15C3DD46ACEE}"/>
                    </a:ext>
                  </a:extLst>
                </p14:cNvPr>
                <p14:cNvContentPartPr/>
                <p14:nvPr/>
              </p14:nvContentPartPr>
              <p14:xfrm>
                <a:off x="939240" y="2665296"/>
                <a:ext cx="214920" cy="666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BA533BB-3849-2F14-D3F5-15C3DD46ACEE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30600" y="2656656"/>
                  <a:ext cx="2325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8DCA077-E6B4-2E6E-27EF-3A36BC456D39}"/>
                    </a:ext>
                  </a:extLst>
                </p14:cNvPr>
                <p14:cNvContentPartPr/>
                <p14:nvPr/>
              </p14:nvContentPartPr>
              <p14:xfrm>
                <a:off x="1178280" y="2661336"/>
                <a:ext cx="2880" cy="2422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8DCA077-E6B4-2E6E-27EF-3A36BC456D39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169640" y="2652696"/>
                  <a:ext cx="205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A0A7770-EBC2-DD07-40AC-02361C9992B3}"/>
                    </a:ext>
                  </a:extLst>
                </p14:cNvPr>
                <p14:cNvContentPartPr/>
                <p14:nvPr/>
              </p14:nvContentPartPr>
              <p14:xfrm>
                <a:off x="1203480" y="2652336"/>
                <a:ext cx="43560" cy="727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A0A7770-EBC2-DD07-40AC-02361C9992B3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194840" y="2643336"/>
                  <a:ext cx="612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DCFE7AC-187C-18B5-1A4A-63567DF07F01}"/>
                    </a:ext>
                  </a:extLst>
                </p14:cNvPr>
                <p14:cNvContentPartPr/>
                <p14:nvPr/>
              </p14:nvContentPartPr>
              <p14:xfrm>
                <a:off x="1336680" y="2479176"/>
                <a:ext cx="73800" cy="1969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DCFE7AC-187C-18B5-1A4A-63567DF07F01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327680" y="2470536"/>
                  <a:ext cx="91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CAE91CD8-48A0-3E05-B9DC-B79711C1102B}"/>
                    </a:ext>
                  </a:extLst>
                </p14:cNvPr>
                <p14:cNvContentPartPr/>
                <p14:nvPr/>
              </p14:nvContentPartPr>
              <p14:xfrm>
                <a:off x="1307520" y="2610936"/>
                <a:ext cx="107640" cy="68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CAE91CD8-48A0-3E05-B9DC-B79711C1102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298880" y="2602296"/>
                  <a:ext cx="125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F71D47DC-FF85-241E-02A0-5D61C0DB29A1}"/>
                    </a:ext>
                  </a:extLst>
                </p14:cNvPr>
                <p14:cNvContentPartPr/>
                <p14:nvPr/>
              </p14:nvContentPartPr>
              <p14:xfrm>
                <a:off x="1458720" y="2610936"/>
                <a:ext cx="56520" cy="43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F71D47DC-FF85-241E-02A0-5D61C0DB29A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450080" y="2602296"/>
                  <a:ext cx="741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0A7C7A3-ADDC-E00F-AA36-C88C6B8CBCE2}"/>
                    </a:ext>
                  </a:extLst>
                </p14:cNvPr>
                <p14:cNvContentPartPr/>
                <p14:nvPr/>
              </p14:nvContentPartPr>
              <p14:xfrm>
                <a:off x="1388160" y="2567016"/>
                <a:ext cx="214920" cy="3196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0A7C7A3-ADDC-E00F-AA36-C88C6B8CBCE2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379160" y="2558376"/>
                  <a:ext cx="232560" cy="33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2CC61561-E1C0-E7A5-1D9A-9752FAA4D261}"/>
              </a:ext>
            </a:extLst>
          </p:cNvPr>
          <p:cNvGrpSpPr/>
          <p:nvPr/>
        </p:nvGrpSpPr>
        <p:grpSpPr>
          <a:xfrm>
            <a:off x="1017000" y="2995776"/>
            <a:ext cx="864000" cy="250920"/>
            <a:chOff x="1017000" y="2995776"/>
            <a:chExt cx="86400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93D9910-BB91-3128-6F73-17A99F3A03C6}"/>
                    </a:ext>
                  </a:extLst>
                </p14:cNvPr>
                <p14:cNvContentPartPr/>
                <p14:nvPr/>
              </p14:nvContentPartPr>
              <p14:xfrm>
                <a:off x="1017000" y="2995776"/>
                <a:ext cx="188280" cy="2509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93D9910-BB91-3128-6F73-17A99F3A03C6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08360" y="2986776"/>
                  <a:ext cx="2059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938F2EA-B540-C3EC-4F57-A42BBC4124E1}"/>
                    </a:ext>
                  </a:extLst>
                </p14:cNvPr>
                <p14:cNvContentPartPr/>
                <p14:nvPr/>
              </p14:nvContentPartPr>
              <p14:xfrm>
                <a:off x="1088280" y="3118176"/>
                <a:ext cx="129240" cy="950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938F2EA-B540-C3EC-4F57-A42BBC4124E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79280" y="3109176"/>
                  <a:ext cx="146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01BCD302-A012-85AB-5CF3-28B27247D0F8}"/>
                    </a:ext>
                  </a:extLst>
                </p14:cNvPr>
                <p14:cNvContentPartPr/>
                <p14:nvPr/>
              </p14:nvContentPartPr>
              <p14:xfrm>
                <a:off x="1239120" y="3127176"/>
                <a:ext cx="168480" cy="554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01BCD302-A012-85AB-5CF3-28B27247D0F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230480" y="3118536"/>
                  <a:ext cx="1861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3A7A6A7-9FE5-8A02-6A68-BA661F3C055C}"/>
                    </a:ext>
                  </a:extLst>
                </p14:cNvPr>
                <p14:cNvContentPartPr/>
                <p14:nvPr/>
              </p14:nvContentPartPr>
              <p14:xfrm>
                <a:off x="1407240" y="3078216"/>
                <a:ext cx="86040" cy="882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3A7A6A7-9FE5-8A02-6A68-BA661F3C055C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398600" y="3069576"/>
                  <a:ext cx="1036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0C5CBC31-92A1-6D50-CC14-0C4AAE7AE042}"/>
                    </a:ext>
                  </a:extLst>
                </p14:cNvPr>
                <p14:cNvContentPartPr/>
                <p14:nvPr/>
              </p14:nvContentPartPr>
              <p14:xfrm>
                <a:off x="1529280" y="3087576"/>
                <a:ext cx="156240" cy="568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0C5CBC31-92A1-6D50-CC14-0C4AAE7AE042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520640" y="3078936"/>
                  <a:ext cx="1738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EE1B68F-F05B-0539-2D2B-A74EE234670D}"/>
                    </a:ext>
                  </a:extLst>
                </p14:cNvPr>
                <p14:cNvContentPartPr/>
                <p14:nvPr/>
              </p14:nvContentPartPr>
              <p14:xfrm>
                <a:off x="1688040" y="3018456"/>
                <a:ext cx="192960" cy="1263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EE1B68F-F05B-0539-2D2B-A74EE234670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679040" y="3009456"/>
                  <a:ext cx="21060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65579CF3-4D0F-70E9-747D-3ECB0184C7FA}"/>
              </a:ext>
            </a:extLst>
          </p:cNvPr>
          <p:cNvGrpSpPr/>
          <p:nvPr/>
        </p:nvGrpSpPr>
        <p:grpSpPr>
          <a:xfrm>
            <a:off x="5493240" y="2093256"/>
            <a:ext cx="693000" cy="773280"/>
            <a:chOff x="5493240" y="2093256"/>
            <a:chExt cx="693000" cy="77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7A0AD71D-7986-A038-BD1B-75C79F7EA005}"/>
                    </a:ext>
                  </a:extLst>
                </p14:cNvPr>
                <p14:cNvContentPartPr/>
                <p14:nvPr/>
              </p14:nvContentPartPr>
              <p14:xfrm>
                <a:off x="5493240" y="2329056"/>
                <a:ext cx="47520" cy="1033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7A0AD71D-7986-A038-BD1B-75C79F7EA005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5484600" y="2320056"/>
                  <a:ext cx="65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405AD299-13D2-87E0-566A-4978E2E7F9E1}"/>
                    </a:ext>
                  </a:extLst>
                </p14:cNvPr>
                <p14:cNvContentPartPr/>
                <p14:nvPr/>
              </p14:nvContentPartPr>
              <p14:xfrm>
                <a:off x="5620320" y="2309616"/>
                <a:ext cx="217800" cy="925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405AD299-13D2-87E0-566A-4978E2E7F9E1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5611680" y="2300616"/>
                  <a:ext cx="235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E4F8793D-6386-CAA7-4ADE-8562302A3B4F}"/>
                    </a:ext>
                  </a:extLst>
                </p14:cNvPr>
                <p14:cNvContentPartPr/>
                <p14:nvPr/>
              </p14:nvContentPartPr>
              <p14:xfrm>
                <a:off x="5850000" y="2281896"/>
                <a:ext cx="112680" cy="424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E4F8793D-6386-CAA7-4ADE-8562302A3B4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5841360" y="2272896"/>
                  <a:ext cx="1303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FCEE112-198E-4CED-D7D7-A6B34D74D395}"/>
                    </a:ext>
                  </a:extLst>
                </p14:cNvPr>
                <p14:cNvContentPartPr/>
                <p14:nvPr/>
              </p14:nvContentPartPr>
              <p14:xfrm>
                <a:off x="6053760" y="2093256"/>
                <a:ext cx="96840" cy="1717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FCEE112-198E-4CED-D7D7-A6B34D74D395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044760" y="2084616"/>
                  <a:ext cx="1144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2113600-CDCA-116D-2316-63A901A5362C}"/>
                    </a:ext>
                  </a:extLst>
                </p14:cNvPr>
                <p14:cNvContentPartPr/>
                <p14:nvPr/>
              </p14:nvContentPartPr>
              <p14:xfrm>
                <a:off x="6010920" y="2164896"/>
                <a:ext cx="171000" cy="475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2113600-CDCA-116D-2316-63A901A5362C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002280" y="2155896"/>
                  <a:ext cx="1886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8E6B7475-6B9C-BBC3-FEF1-0FC412E6552B}"/>
                    </a:ext>
                  </a:extLst>
                </p14:cNvPr>
                <p14:cNvContentPartPr/>
                <p14:nvPr/>
              </p14:nvContentPartPr>
              <p14:xfrm>
                <a:off x="5730120" y="2457936"/>
                <a:ext cx="456120" cy="4086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8E6B7475-6B9C-BBC3-FEF1-0FC412E6552B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5721480" y="2449296"/>
                  <a:ext cx="47376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4E59B71-B7DD-A519-49C7-9AA1DBC89149}"/>
                    </a:ext>
                  </a:extLst>
                </p14:cNvPr>
                <p14:cNvContentPartPr/>
                <p14:nvPr/>
              </p14:nvContentPartPr>
              <p14:xfrm>
                <a:off x="5915520" y="2614896"/>
                <a:ext cx="95760" cy="716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4E59B71-B7DD-A519-49C7-9AA1DBC89149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5906880" y="2606256"/>
                  <a:ext cx="113400" cy="8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16129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4F2338D-061F-8A6A-5EBE-EDA2E7AB1E2C}"/>
                  </a:ext>
                </a:extLst>
              </p14:cNvPr>
              <p14:cNvContentPartPr/>
              <p14:nvPr/>
            </p14:nvContentPartPr>
            <p14:xfrm>
              <a:off x="2880360" y="1179576"/>
              <a:ext cx="1524240" cy="1513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4F2338D-061F-8A6A-5EBE-EDA2E7AB1E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71360" y="1170936"/>
                <a:ext cx="1541880" cy="153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9E84DBB-B053-5793-D862-5E5D8912B2AF}"/>
              </a:ext>
            </a:extLst>
          </p:cNvPr>
          <p:cNvGrpSpPr/>
          <p:nvPr/>
        </p:nvGrpSpPr>
        <p:grpSpPr>
          <a:xfrm>
            <a:off x="7209000" y="378216"/>
            <a:ext cx="2623320" cy="758160"/>
            <a:chOff x="7209000" y="378216"/>
            <a:chExt cx="2623320" cy="75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122B815-CFBB-0A7D-47AA-E0E4B9A632A5}"/>
                    </a:ext>
                  </a:extLst>
                </p14:cNvPr>
                <p14:cNvContentPartPr/>
                <p14:nvPr/>
              </p14:nvContentPartPr>
              <p14:xfrm>
                <a:off x="7235280" y="676656"/>
                <a:ext cx="38880" cy="264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122B815-CFBB-0A7D-47AA-E0E4B9A632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26640" y="668016"/>
                  <a:ext cx="565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9626EAE-E0B9-74AC-1638-011DBE382860}"/>
                    </a:ext>
                  </a:extLst>
                </p14:cNvPr>
                <p14:cNvContentPartPr/>
                <p14:nvPr/>
              </p14:nvContentPartPr>
              <p14:xfrm>
                <a:off x="7209000" y="444816"/>
                <a:ext cx="2623320" cy="524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9626EAE-E0B9-74AC-1638-011DBE38286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00360" y="436176"/>
                  <a:ext cx="264096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430B269-32A7-2F0E-3C2C-E8E45AE64311}"/>
                    </a:ext>
                  </a:extLst>
                </p14:cNvPr>
                <p14:cNvContentPartPr/>
                <p14:nvPr/>
              </p14:nvContentPartPr>
              <p14:xfrm>
                <a:off x="7693560" y="556056"/>
                <a:ext cx="67680" cy="351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430B269-32A7-2F0E-3C2C-E8E45AE6431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84560" y="547056"/>
                  <a:ext cx="853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B9E3ED4-D522-C9BB-E62D-D81300D4F963}"/>
                    </a:ext>
                  </a:extLst>
                </p14:cNvPr>
                <p14:cNvContentPartPr/>
                <p14:nvPr/>
              </p14:nvContentPartPr>
              <p14:xfrm>
                <a:off x="7571160" y="1017216"/>
                <a:ext cx="78840" cy="119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B9E3ED4-D522-C9BB-E62D-D81300D4F96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62520" y="1008216"/>
                  <a:ext cx="96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96493C2-32FC-9E3B-45E5-69581F0FEC76}"/>
                    </a:ext>
                  </a:extLst>
                </p14:cNvPr>
                <p14:cNvContentPartPr/>
                <p14:nvPr/>
              </p14:nvContentPartPr>
              <p14:xfrm>
                <a:off x="8044560" y="501336"/>
                <a:ext cx="119520" cy="370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96493C2-32FC-9E3B-45E5-69581F0FEC7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35560" y="492696"/>
                  <a:ext cx="13716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03E3B31-9D23-B6A3-0439-58C7903A3DE0}"/>
                    </a:ext>
                  </a:extLst>
                </p14:cNvPr>
                <p14:cNvContentPartPr/>
                <p14:nvPr/>
              </p14:nvContentPartPr>
              <p14:xfrm>
                <a:off x="8012520" y="1030896"/>
                <a:ext cx="27360" cy="87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03E3B31-9D23-B6A3-0439-58C7903A3DE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003520" y="1022256"/>
                  <a:ext cx="450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D22352E-4D8A-DD66-3A14-796F69759311}"/>
                    </a:ext>
                  </a:extLst>
                </p14:cNvPr>
                <p14:cNvContentPartPr/>
                <p14:nvPr/>
              </p14:nvContentPartPr>
              <p14:xfrm>
                <a:off x="8490600" y="440136"/>
                <a:ext cx="90000" cy="469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D22352E-4D8A-DD66-3A14-796F697593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81960" y="431496"/>
                  <a:ext cx="10764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38ACE20-C7A7-84E3-B70C-10857CC99420}"/>
                    </a:ext>
                  </a:extLst>
                </p14:cNvPr>
                <p14:cNvContentPartPr/>
                <p14:nvPr/>
              </p14:nvContentPartPr>
              <p14:xfrm>
                <a:off x="8439480" y="1003536"/>
                <a:ext cx="81000" cy="63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38ACE20-C7A7-84E3-B70C-10857CC9942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30840" y="994536"/>
                  <a:ext cx="986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DFCCF79-DE77-8EB3-001F-7B96C63570CE}"/>
                    </a:ext>
                  </a:extLst>
                </p14:cNvPr>
                <p14:cNvContentPartPr/>
                <p14:nvPr/>
              </p14:nvContentPartPr>
              <p14:xfrm>
                <a:off x="8873640" y="403416"/>
                <a:ext cx="119520" cy="479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DFCCF79-DE77-8EB3-001F-7B96C63570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64640" y="394776"/>
                  <a:ext cx="13716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58A67B0-0901-DA6A-BFE4-5DFB9073E411}"/>
                    </a:ext>
                  </a:extLst>
                </p14:cNvPr>
                <p14:cNvContentPartPr/>
                <p14:nvPr/>
              </p14:nvContentPartPr>
              <p14:xfrm>
                <a:off x="8820000" y="955296"/>
                <a:ext cx="95400" cy="123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58A67B0-0901-DA6A-BFE4-5DFB9073E41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11000" y="946656"/>
                  <a:ext cx="113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BB09A0F-ECFF-CA59-5D4A-54AD79ABAC1D}"/>
                    </a:ext>
                  </a:extLst>
                </p14:cNvPr>
                <p14:cNvContentPartPr/>
                <p14:nvPr/>
              </p14:nvContentPartPr>
              <p14:xfrm>
                <a:off x="9271440" y="378216"/>
                <a:ext cx="90000" cy="525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BB09A0F-ECFF-CA59-5D4A-54AD79ABAC1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62800" y="369576"/>
                  <a:ext cx="10764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C31F93B-1B14-A679-0494-CB45830D5AC7}"/>
                    </a:ext>
                  </a:extLst>
                </p14:cNvPr>
                <p14:cNvContentPartPr/>
                <p14:nvPr/>
              </p14:nvContentPartPr>
              <p14:xfrm>
                <a:off x="9178200" y="981576"/>
                <a:ext cx="99720" cy="78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C31F93B-1B14-A679-0494-CB45830D5AC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69560" y="972576"/>
                  <a:ext cx="1173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3175E17-42A0-D728-612D-76E702EDC7A3}"/>
                    </a:ext>
                  </a:extLst>
                </p14:cNvPr>
                <p14:cNvContentPartPr/>
                <p14:nvPr/>
              </p14:nvContentPartPr>
              <p14:xfrm>
                <a:off x="9246600" y="1018656"/>
                <a:ext cx="5400" cy="88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3175E17-42A0-D728-612D-76E702EDC7A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37960" y="1010016"/>
                  <a:ext cx="230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7350060-9D9B-2F08-53C4-B97133624517}"/>
                    </a:ext>
                  </a:extLst>
                </p14:cNvPr>
                <p14:cNvContentPartPr/>
                <p14:nvPr/>
              </p14:nvContentPartPr>
              <p14:xfrm>
                <a:off x="9568440" y="887976"/>
                <a:ext cx="88560" cy="152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7350060-9D9B-2F08-53C4-B9713362451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59800" y="879336"/>
                  <a:ext cx="106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9635F0C-0B7D-0188-3B9E-4CFB9F4FC4C1}"/>
                    </a:ext>
                  </a:extLst>
                </p14:cNvPr>
                <p14:cNvContentPartPr/>
                <p14:nvPr/>
              </p14:nvContentPartPr>
              <p14:xfrm>
                <a:off x="9622080" y="875016"/>
                <a:ext cx="94680" cy="126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9635F0C-0B7D-0188-3B9E-4CFB9F4FC4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13440" y="866016"/>
                  <a:ext cx="1123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C91061C-35B0-1F6D-894E-BE5343E8D978}"/>
                    </a:ext>
                  </a:extLst>
                </p14:cNvPr>
                <p14:cNvContentPartPr/>
                <p14:nvPr/>
              </p14:nvContentPartPr>
              <p14:xfrm>
                <a:off x="9083520" y="520776"/>
                <a:ext cx="122040" cy="2361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C91061C-35B0-1F6D-894E-BE5343E8D97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74880" y="512136"/>
                  <a:ext cx="139680" cy="25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2EC2986-162E-9CDD-F491-3650AE50BB6F}"/>
              </a:ext>
            </a:extLst>
          </p:cNvPr>
          <p:cNvGrpSpPr/>
          <p:nvPr/>
        </p:nvGrpSpPr>
        <p:grpSpPr>
          <a:xfrm>
            <a:off x="9434520" y="560016"/>
            <a:ext cx="195480" cy="144360"/>
            <a:chOff x="9434520" y="560016"/>
            <a:chExt cx="195480" cy="1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7BFE24D-F2C9-57E5-745F-2100EA5A532A}"/>
                    </a:ext>
                  </a:extLst>
                </p14:cNvPr>
                <p14:cNvContentPartPr/>
                <p14:nvPr/>
              </p14:nvContentPartPr>
              <p14:xfrm>
                <a:off x="9434520" y="565776"/>
                <a:ext cx="15120" cy="138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7BFE24D-F2C9-57E5-745F-2100EA5A532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25520" y="557136"/>
                  <a:ext cx="32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62D9AEC-8691-D4DB-1DAF-E736F1B41496}"/>
                    </a:ext>
                  </a:extLst>
                </p14:cNvPr>
                <p14:cNvContentPartPr/>
                <p14:nvPr/>
              </p14:nvContentPartPr>
              <p14:xfrm>
                <a:off x="9519480" y="560016"/>
                <a:ext cx="110520" cy="1148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62D9AEC-8691-D4DB-1DAF-E736F1B4149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10840" y="551016"/>
                  <a:ext cx="12816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389C543-6CE3-FE36-9B6B-8666556B3928}"/>
              </a:ext>
            </a:extLst>
          </p:cNvPr>
          <p:cNvGrpSpPr/>
          <p:nvPr/>
        </p:nvGrpSpPr>
        <p:grpSpPr>
          <a:xfrm>
            <a:off x="1144080" y="171216"/>
            <a:ext cx="3289680" cy="2497680"/>
            <a:chOff x="1144080" y="171216"/>
            <a:chExt cx="3289680" cy="249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01502EB-51B3-B73A-4152-9EB8D75020CC}"/>
                    </a:ext>
                  </a:extLst>
                </p14:cNvPr>
                <p14:cNvContentPartPr/>
                <p14:nvPr/>
              </p14:nvContentPartPr>
              <p14:xfrm>
                <a:off x="3359520" y="1560816"/>
                <a:ext cx="660960" cy="785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01502EB-51B3-B73A-4152-9EB8D75020C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50520" y="1552176"/>
                  <a:ext cx="678600" cy="80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9D63B7B-56AC-D33F-B495-A1865F9021EE}"/>
                    </a:ext>
                  </a:extLst>
                </p14:cNvPr>
                <p14:cNvContentPartPr/>
                <p14:nvPr/>
              </p14:nvContentPartPr>
              <p14:xfrm>
                <a:off x="3526560" y="1325376"/>
                <a:ext cx="5400" cy="17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9D63B7B-56AC-D33F-B495-A1865F9021E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17560" y="1316376"/>
                  <a:ext cx="230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2C04437-2570-F95E-F889-E2A74C0A2241}"/>
                    </a:ext>
                  </a:extLst>
                </p14:cNvPr>
                <p14:cNvContentPartPr/>
                <p14:nvPr/>
              </p14:nvContentPartPr>
              <p14:xfrm>
                <a:off x="3504600" y="1226736"/>
                <a:ext cx="46800" cy="364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2C04437-2570-F95E-F889-E2A74C0A224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95600" y="1218096"/>
                  <a:ext cx="644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5C14D6A-4CF1-62BC-A2C6-0435D5A0ABEA}"/>
                    </a:ext>
                  </a:extLst>
                </p14:cNvPr>
                <p14:cNvContentPartPr/>
                <p14:nvPr/>
              </p14:nvContentPartPr>
              <p14:xfrm>
                <a:off x="3821400" y="1281096"/>
                <a:ext cx="271080" cy="309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5C14D6A-4CF1-62BC-A2C6-0435D5A0AB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12760" y="1272456"/>
                  <a:ext cx="2887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BBF0436-6121-5D5B-07D7-715B436C4435}"/>
                    </a:ext>
                  </a:extLst>
                </p14:cNvPr>
                <p14:cNvContentPartPr/>
                <p14:nvPr/>
              </p14:nvContentPartPr>
              <p14:xfrm>
                <a:off x="3645720" y="1637856"/>
                <a:ext cx="96840" cy="98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BBF0436-6121-5D5B-07D7-715B436C443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36720" y="1629216"/>
                  <a:ext cx="114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B6EEB70-34ED-C8D6-FCF8-4E5761219041}"/>
                    </a:ext>
                  </a:extLst>
                </p14:cNvPr>
                <p14:cNvContentPartPr/>
                <p14:nvPr/>
              </p14:nvContentPartPr>
              <p14:xfrm>
                <a:off x="4004280" y="1847016"/>
                <a:ext cx="429480" cy="117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B6EEB70-34ED-C8D6-FCF8-4E57612190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95640" y="1838016"/>
                  <a:ext cx="447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CFF64D2-A8B4-806E-4F53-2204C546A87D}"/>
                    </a:ext>
                  </a:extLst>
                </p14:cNvPr>
                <p14:cNvContentPartPr/>
                <p14:nvPr/>
              </p14:nvContentPartPr>
              <p14:xfrm>
                <a:off x="3858120" y="1832256"/>
                <a:ext cx="10080" cy="124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CFF64D2-A8B4-806E-4F53-2204C546A87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49120" y="1823616"/>
                  <a:ext cx="27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96A38F8-D700-9B3F-3ED2-321B56A77891}"/>
                    </a:ext>
                  </a:extLst>
                </p14:cNvPr>
                <p14:cNvContentPartPr/>
                <p14:nvPr/>
              </p14:nvContentPartPr>
              <p14:xfrm>
                <a:off x="3834000" y="2287656"/>
                <a:ext cx="146160" cy="306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96A38F8-D700-9B3F-3ED2-321B56A7789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25360" y="2279016"/>
                  <a:ext cx="1638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C4C9D9C-0ED3-B5CE-AD19-C26542E44CBD}"/>
                    </a:ext>
                  </a:extLst>
                </p14:cNvPr>
                <p14:cNvContentPartPr/>
                <p14:nvPr/>
              </p14:nvContentPartPr>
              <p14:xfrm>
                <a:off x="3810960" y="2102976"/>
                <a:ext cx="93600" cy="67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C4C9D9C-0ED3-B5CE-AD19-C26542E44CB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02320" y="2094336"/>
                  <a:ext cx="1112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EFCC066-EE11-9F91-E2DA-A781BC878856}"/>
                    </a:ext>
                  </a:extLst>
                </p14:cNvPr>
                <p14:cNvContentPartPr/>
                <p14:nvPr/>
              </p14:nvContentPartPr>
              <p14:xfrm>
                <a:off x="3209760" y="2341656"/>
                <a:ext cx="219960" cy="327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EFCC066-EE11-9F91-E2DA-A781BC87885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01120" y="2333016"/>
                  <a:ext cx="2376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7A2D32B-2804-1877-7769-578412AD691B}"/>
                    </a:ext>
                  </a:extLst>
                </p14:cNvPr>
                <p14:cNvContentPartPr/>
                <p14:nvPr/>
              </p14:nvContentPartPr>
              <p14:xfrm>
                <a:off x="3569760" y="2163816"/>
                <a:ext cx="88920" cy="121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7A2D32B-2804-1877-7769-578412AD691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60760" y="2155176"/>
                  <a:ext cx="106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09465CF-F95B-6907-9E54-16D384DC2360}"/>
                    </a:ext>
                  </a:extLst>
                </p14:cNvPr>
                <p14:cNvContentPartPr/>
                <p14:nvPr/>
              </p14:nvContentPartPr>
              <p14:xfrm>
                <a:off x="2875320" y="1857456"/>
                <a:ext cx="517320" cy="76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09465CF-F95B-6907-9E54-16D384DC236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66680" y="1848816"/>
                  <a:ext cx="534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5A62489-1CC5-7C9B-28A9-DEC618A523C8}"/>
                    </a:ext>
                  </a:extLst>
                </p14:cNvPr>
                <p14:cNvContentPartPr/>
                <p14:nvPr/>
              </p14:nvContentPartPr>
              <p14:xfrm>
                <a:off x="3430800" y="2060856"/>
                <a:ext cx="103680" cy="94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5A62489-1CC5-7C9B-28A9-DEC618A523C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21800" y="2051856"/>
                  <a:ext cx="121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B1326CA-81A8-1074-BB54-AF30DA36FB6B}"/>
                    </a:ext>
                  </a:extLst>
                </p14:cNvPr>
                <p14:cNvContentPartPr/>
                <p14:nvPr/>
              </p14:nvContentPartPr>
              <p14:xfrm>
                <a:off x="3482640" y="2106936"/>
                <a:ext cx="19800" cy="59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B1326CA-81A8-1074-BB54-AF30DA36FB6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73640" y="2098296"/>
                  <a:ext cx="37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6BD158F-13F1-DE72-B69E-F281EFDC34C6}"/>
                    </a:ext>
                  </a:extLst>
                </p14:cNvPr>
                <p14:cNvContentPartPr/>
                <p14:nvPr/>
              </p14:nvContentPartPr>
              <p14:xfrm>
                <a:off x="3462840" y="1806336"/>
                <a:ext cx="84600" cy="108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6BD158F-13F1-DE72-B69E-F281EFDC34C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54200" y="1797696"/>
                  <a:ext cx="102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6EDB517-C98A-651E-7DEE-7FC5CD1D07A5}"/>
                    </a:ext>
                  </a:extLst>
                </p14:cNvPr>
                <p14:cNvContentPartPr/>
                <p14:nvPr/>
              </p14:nvContentPartPr>
              <p14:xfrm>
                <a:off x="3499560" y="1761696"/>
                <a:ext cx="32040" cy="26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6EDB517-C98A-651E-7DEE-7FC5CD1D07A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90920" y="1752696"/>
                  <a:ext cx="49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DA34E68-0C15-18D9-F0B4-BE891E0078E2}"/>
                    </a:ext>
                  </a:extLst>
                </p14:cNvPr>
                <p14:cNvContentPartPr/>
                <p14:nvPr/>
              </p14:nvContentPartPr>
              <p14:xfrm>
                <a:off x="2702160" y="323136"/>
                <a:ext cx="32040" cy="162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DA34E68-0C15-18D9-F0B4-BE891E0078E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693520" y="314136"/>
                  <a:ext cx="496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70A6248-9813-BB61-2A66-055CFD9B4A40}"/>
                    </a:ext>
                  </a:extLst>
                </p14:cNvPr>
                <p14:cNvContentPartPr/>
                <p14:nvPr/>
              </p14:nvContentPartPr>
              <p14:xfrm>
                <a:off x="2654280" y="235656"/>
                <a:ext cx="642240" cy="308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70A6248-9813-BB61-2A66-055CFD9B4A4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645640" y="226656"/>
                  <a:ext cx="6598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9E5475F-E985-344A-ED30-DBFD614C4BCA}"/>
                    </a:ext>
                  </a:extLst>
                </p14:cNvPr>
                <p14:cNvContentPartPr/>
                <p14:nvPr/>
              </p14:nvContentPartPr>
              <p14:xfrm>
                <a:off x="1731960" y="289656"/>
                <a:ext cx="185400" cy="327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9E5475F-E985-344A-ED30-DBFD614C4B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22960" y="280656"/>
                  <a:ext cx="2030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4BBABE-6F69-76E2-9222-1C81EFC72B50}"/>
                    </a:ext>
                  </a:extLst>
                </p14:cNvPr>
                <p14:cNvContentPartPr/>
                <p14:nvPr/>
              </p14:nvContentPartPr>
              <p14:xfrm>
                <a:off x="1946520" y="334656"/>
                <a:ext cx="139320" cy="64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4BBABE-6F69-76E2-9222-1C81EFC72B5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37520" y="326016"/>
                  <a:ext cx="156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B6681B3-8E0C-3650-E053-EC3B419E9063}"/>
                    </a:ext>
                  </a:extLst>
                </p14:cNvPr>
                <p14:cNvContentPartPr/>
                <p14:nvPr/>
              </p14:nvContentPartPr>
              <p14:xfrm>
                <a:off x="2107440" y="301896"/>
                <a:ext cx="75960" cy="82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B6681B3-8E0C-3650-E053-EC3B419E906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98440" y="292896"/>
                  <a:ext cx="936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687F96B-F6B8-564E-186A-49A238DE8652}"/>
                    </a:ext>
                  </a:extLst>
                </p14:cNvPr>
                <p14:cNvContentPartPr/>
                <p14:nvPr/>
              </p14:nvContentPartPr>
              <p14:xfrm>
                <a:off x="2248920" y="317376"/>
                <a:ext cx="63720" cy="36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687F96B-F6B8-564E-186A-49A238DE865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39920" y="308736"/>
                  <a:ext cx="81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084E3C3-E9A5-C445-448E-862D64A99FC3}"/>
                    </a:ext>
                  </a:extLst>
                </p14:cNvPr>
                <p14:cNvContentPartPr/>
                <p14:nvPr/>
              </p14:nvContentPartPr>
              <p14:xfrm>
                <a:off x="2348640" y="247176"/>
                <a:ext cx="161280" cy="118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084E3C3-E9A5-C445-448E-862D64A99FC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40000" y="238536"/>
                  <a:ext cx="178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EE08244-4D95-13D9-87E0-923C3DEB93A3}"/>
                    </a:ext>
                  </a:extLst>
                </p14:cNvPr>
                <p14:cNvContentPartPr/>
                <p14:nvPr/>
              </p14:nvContentPartPr>
              <p14:xfrm>
                <a:off x="3075480" y="292896"/>
                <a:ext cx="434520" cy="118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EE08244-4D95-13D9-87E0-923C3DEB93A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066480" y="284256"/>
                  <a:ext cx="4521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6A60905-36C5-10B3-8170-10EA5E18DEC9}"/>
                    </a:ext>
                  </a:extLst>
                </p14:cNvPr>
                <p14:cNvContentPartPr/>
                <p14:nvPr/>
              </p14:nvContentPartPr>
              <p14:xfrm>
                <a:off x="3636000" y="188136"/>
                <a:ext cx="381600" cy="935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6A60905-36C5-10B3-8170-10EA5E18DEC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27360" y="179496"/>
                  <a:ext cx="399240" cy="9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35915D2-0844-4F91-871A-4023A7DCF8F7}"/>
                    </a:ext>
                  </a:extLst>
                </p14:cNvPr>
                <p14:cNvContentPartPr/>
                <p14:nvPr/>
              </p14:nvContentPartPr>
              <p14:xfrm>
                <a:off x="3580200" y="1063656"/>
                <a:ext cx="112680" cy="96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35915D2-0844-4F91-871A-4023A7DCF8F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71200" y="1054656"/>
                  <a:ext cx="1303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8080888-8AF7-9DBB-5E42-396009FB170D}"/>
                    </a:ext>
                  </a:extLst>
                </p14:cNvPr>
                <p14:cNvContentPartPr/>
                <p14:nvPr/>
              </p14:nvContentPartPr>
              <p14:xfrm>
                <a:off x="3689640" y="1073376"/>
                <a:ext cx="73440" cy="77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8080888-8AF7-9DBB-5E42-396009FB170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81000" y="1064376"/>
                  <a:ext cx="91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34ECF33-955B-595E-4999-EB3BDD15C658}"/>
                    </a:ext>
                  </a:extLst>
                </p14:cNvPr>
                <p14:cNvContentPartPr/>
                <p14:nvPr/>
              </p14:nvContentPartPr>
              <p14:xfrm>
                <a:off x="3301560" y="171216"/>
                <a:ext cx="668880" cy="213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34ECF33-955B-595E-4999-EB3BDD15C65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292920" y="162216"/>
                  <a:ext cx="686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0A70988-E97E-9ED9-F258-373DE94FF9A1}"/>
                    </a:ext>
                  </a:extLst>
                </p14:cNvPr>
                <p14:cNvContentPartPr/>
                <p14:nvPr/>
              </p14:nvContentPartPr>
              <p14:xfrm>
                <a:off x="2161080" y="2078496"/>
                <a:ext cx="19800" cy="139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0A70988-E97E-9ED9-F258-373DE94FF9A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152080" y="2069856"/>
                  <a:ext cx="374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5D5EF76-CCC7-8F2A-02C0-771CEDF55044}"/>
                    </a:ext>
                  </a:extLst>
                </p14:cNvPr>
                <p14:cNvContentPartPr/>
                <p14:nvPr/>
              </p14:nvContentPartPr>
              <p14:xfrm>
                <a:off x="2148840" y="2405376"/>
                <a:ext cx="19800" cy="127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5D5EF76-CCC7-8F2A-02C0-771CEDF5504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39840" y="2396376"/>
                  <a:ext cx="37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3E6D743-3857-9C92-05EF-73F3803F4927}"/>
                    </a:ext>
                  </a:extLst>
                </p14:cNvPr>
                <p14:cNvContentPartPr/>
                <p14:nvPr/>
              </p14:nvContentPartPr>
              <p14:xfrm>
                <a:off x="2163240" y="2589696"/>
                <a:ext cx="78480" cy="48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3E6D743-3857-9C92-05EF-73F3803F492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54600" y="2581056"/>
                  <a:ext cx="961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DA5D52C-BEF1-0613-3C0B-5961C2D5E125}"/>
                    </a:ext>
                  </a:extLst>
                </p14:cNvPr>
                <p14:cNvContentPartPr/>
                <p14:nvPr/>
              </p14:nvContentPartPr>
              <p14:xfrm>
                <a:off x="1492920" y="1422576"/>
                <a:ext cx="12600" cy="218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DA5D52C-BEF1-0613-3C0B-5961C2D5E12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483920" y="1413576"/>
                  <a:ext cx="302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96D592B-0C59-7961-5D00-C04E98B1C599}"/>
                    </a:ext>
                  </a:extLst>
                </p14:cNvPr>
                <p14:cNvContentPartPr/>
                <p14:nvPr/>
              </p14:nvContentPartPr>
              <p14:xfrm>
                <a:off x="1362240" y="1388376"/>
                <a:ext cx="498600" cy="329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96D592B-0C59-7961-5D00-C04E98B1C59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53600" y="1379376"/>
                  <a:ext cx="5162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2A769E6-3310-4447-F690-8866CE2DF09F}"/>
                    </a:ext>
                  </a:extLst>
                </p14:cNvPr>
                <p14:cNvContentPartPr/>
                <p14:nvPr/>
              </p14:nvContentPartPr>
              <p14:xfrm>
                <a:off x="1212120" y="1096416"/>
                <a:ext cx="121680" cy="400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A769E6-3310-4447-F690-8866CE2DF09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203480" y="1087776"/>
                  <a:ext cx="13932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3E835B4-ED04-7099-B630-A5A9837C1449}"/>
                    </a:ext>
                  </a:extLst>
                </p14:cNvPr>
                <p14:cNvContentPartPr/>
                <p14:nvPr/>
              </p14:nvContentPartPr>
              <p14:xfrm>
                <a:off x="1180800" y="1258056"/>
                <a:ext cx="190440" cy="111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3E835B4-ED04-7099-B630-A5A9837C144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71800" y="1249056"/>
                  <a:ext cx="2080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31D8B30-3DC7-71BA-5B1E-7AA97149A2F8}"/>
                    </a:ext>
                  </a:extLst>
                </p14:cNvPr>
                <p14:cNvContentPartPr/>
                <p14:nvPr/>
              </p14:nvContentPartPr>
              <p14:xfrm>
                <a:off x="1367640" y="1229976"/>
                <a:ext cx="205920" cy="96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31D8B30-3DC7-71BA-5B1E-7AA97149A2F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359000" y="1221336"/>
                  <a:ext cx="223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2379FD8-CF66-D86C-AD34-3DDB6C2B98A0}"/>
                    </a:ext>
                  </a:extLst>
                </p14:cNvPr>
                <p14:cNvContentPartPr/>
                <p14:nvPr/>
              </p14:nvContentPartPr>
              <p14:xfrm>
                <a:off x="1668960" y="1067616"/>
                <a:ext cx="55800" cy="187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2379FD8-CF66-D86C-AD34-3DDB6C2B98A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660320" y="1058616"/>
                  <a:ext cx="73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4A314E8-4BB4-FD71-403F-7C8A943BB5A4}"/>
                    </a:ext>
                  </a:extLst>
                </p14:cNvPr>
                <p14:cNvContentPartPr/>
                <p14:nvPr/>
              </p14:nvContentPartPr>
              <p14:xfrm>
                <a:off x="1619640" y="1134216"/>
                <a:ext cx="156240" cy="6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4A314E8-4BB4-FD71-403F-7C8A943BB5A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611000" y="1125576"/>
                  <a:ext cx="173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F572718-BC64-AFAB-9470-87F6A0ED5FF4}"/>
                    </a:ext>
                  </a:extLst>
                </p14:cNvPr>
                <p14:cNvContentPartPr/>
                <p14:nvPr/>
              </p14:nvContentPartPr>
              <p14:xfrm>
                <a:off x="1753920" y="1517976"/>
                <a:ext cx="110160" cy="25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F572718-BC64-AFAB-9470-87F6A0ED5FF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44920" y="1508976"/>
                  <a:ext cx="1278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2EDA7E8-CA8F-0867-211C-64F79BD90DA9}"/>
                    </a:ext>
                  </a:extLst>
                </p14:cNvPr>
                <p14:cNvContentPartPr/>
                <p14:nvPr/>
              </p14:nvContentPartPr>
              <p14:xfrm>
                <a:off x="1970640" y="1490256"/>
                <a:ext cx="95400" cy="5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2EDA7E8-CA8F-0867-211C-64F79BD90DA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962000" y="1481256"/>
                  <a:ext cx="1130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F26E830-9EC8-2C17-603E-ABA70145E8E6}"/>
                    </a:ext>
                  </a:extLst>
                </p14:cNvPr>
                <p14:cNvContentPartPr/>
                <p14:nvPr/>
              </p14:nvContentPartPr>
              <p14:xfrm>
                <a:off x="2139120" y="1496736"/>
                <a:ext cx="15120" cy="87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F26E830-9EC8-2C17-603E-ABA70145E8E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130120" y="1487736"/>
                  <a:ext cx="32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7ACE826-5035-68CF-C9CC-8AC57A9135D3}"/>
                    </a:ext>
                  </a:extLst>
                </p14:cNvPr>
                <p14:cNvContentPartPr/>
                <p14:nvPr/>
              </p14:nvContentPartPr>
              <p14:xfrm>
                <a:off x="2139120" y="1771416"/>
                <a:ext cx="10080" cy="109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7ACE826-5035-68CF-C9CC-8AC57A9135D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130120" y="1762776"/>
                  <a:ext cx="27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8ADFC11-C160-94F8-8338-511BD510996F}"/>
                    </a:ext>
                  </a:extLst>
                </p14:cNvPr>
                <p14:cNvContentPartPr/>
                <p14:nvPr/>
              </p14:nvContentPartPr>
              <p14:xfrm>
                <a:off x="1144080" y="797616"/>
                <a:ext cx="222120" cy="135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8ADFC11-C160-94F8-8338-511BD510996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35440" y="788616"/>
                  <a:ext cx="2397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88E0DF2-EB43-3FB6-47F5-5B7FAC2DDB09}"/>
                    </a:ext>
                  </a:extLst>
                </p14:cNvPr>
                <p14:cNvContentPartPr/>
                <p14:nvPr/>
              </p14:nvContentPartPr>
              <p14:xfrm>
                <a:off x="1412280" y="774936"/>
                <a:ext cx="119880" cy="99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88E0DF2-EB43-3FB6-47F5-5B7FAC2DDB0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403640" y="766296"/>
                  <a:ext cx="137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956CB5A-AB49-6E3C-2F91-E9B8206090AC}"/>
                    </a:ext>
                  </a:extLst>
                </p14:cNvPr>
                <p14:cNvContentPartPr/>
                <p14:nvPr/>
              </p14:nvContentPartPr>
              <p14:xfrm>
                <a:off x="1580760" y="776736"/>
                <a:ext cx="73440" cy="81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956CB5A-AB49-6E3C-2F91-E9B8206090A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571760" y="767736"/>
                  <a:ext cx="91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FC28265-0B14-CA86-A052-A7EB0FA451B7}"/>
                    </a:ext>
                  </a:extLst>
                </p14:cNvPr>
                <p14:cNvContentPartPr/>
                <p14:nvPr/>
              </p14:nvContentPartPr>
              <p14:xfrm>
                <a:off x="1823040" y="752976"/>
                <a:ext cx="25920" cy="165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FC28265-0B14-CA86-A052-A7EB0FA451B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814400" y="744336"/>
                  <a:ext cx="43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5700BE5-37DD-A044-83E6-5B570FDADC45}"/>
                    </a:ext>
                  </a:extLst>
                </p14:cNvPr>
                <p14:cNvContentPartPr/>
                <p14:nvPr/>
              </p14:nvContentPartPr>
              <p14:xfrm>
                <a:off x="1827360" y="674136"/>
                <a:ext cx="485280" cy="286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5700BE5-37DD-A044-83E6-5B570FDADC4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818360" y="665136"/>
                  <a:ext cx="5029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74AD55D-AA3E-A863-28E5-62F7E27D4859}"/>
                    </a:ext>
                  </a:extLst>
                </p14:cNvPr>
                <p14:cNvContentPartPr/>
                <p14:nvPr/>
              </p14:nvContentPartPr>
              <p14:xfrm>
                <a:off x="2148840" y="784656"/>
                <a:ext cx="124560" cy="26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74AD55D-AA3E-A863-28E5-62F7E27D485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139840" y="776016"/>
                  <a:ext cx="142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95B585D-C39C-6952-2B78-6002ADD3A66C}"/>
                    </a:ext>
                  </a:extLst>
                </p14:cNvPr>
                <p14:cNvContentPartPr/>
                <p14:nvPr/>
              </p14:nvContentPartPr>
              <p14:xfrm>
                <a:off x="2465640" y="2462976"/>
                <a:ext cx="95400" cy="37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95B585D-C39C-6952-2B78-6002ADD3A66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57000" y="2454336"/>
                  <a:ext cx="1130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FFAA0B1-686B-4E9D-3429-E7BAA30FFBFA}"/>
                    </a:ext>
                  </a:extLst>
                </p14:cNvPr>
                <p14:cNvContentPartPr/>
                <p14:nvPr/>
              </p14:nvContentPartPr>
              <p14:xfrm>
                <a:off x="2658240" y="2407896"/>
                <a:ext cx="39240" cy="21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FFAA0B1-686B-4E9D-3429-E7BAA30FFBF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649600" y="2398896"/>
                  <a:ext cx="56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CBA0578-5B79-2980-E3DF-700B11739A92}"/>
                    </a:ext>
                  </a:extLst>
                </p14:cNvPr>
                <p14:cNvContentPartPr/>
                <p14:nvPr/>
              </p14:nvContentPartPr>
              <p14:xfrm>
                <a:off x="2828880" y="2333736"/>
                <a:ext cx="63720" cy="28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CBA0578-5B79-2980-E3DF-700B11739A9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20240" y="2325096"/>
                  <a:ext cx="81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36FF1EA-2BA3-D6F5-8FB7-9D9DF8E0FDD4}"/>
                    </a:ext>
                  </a:extLst>
                </p14:cNvPr>
                <p14:cNvContentPartPr/>
                <p14:nvPr/>
              </p14:nvContentPartPr>
              <p14:xfrm>
                <a:off x="2836440" y="2333016"/>
                <a:ext cx="44280" cy="28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36FF1EA-2BA3-D6F5-8FB7-9D9DF8E0FDD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827440" y="2324376"/>
                  <a:ext cx="619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BD32B9E-ED1E-51C6-5EB4-1406F28EE6BA}"/>
                    </a:ext>
                  </a:extLst>
                </p14:cNvPr>
                <p14:cNvContentPartPr/>
                <p14:nvPr/>
              </p14:nvContentPartPr>
              <p14:xfrm>
                <a:off x="2814480" y="2273616"/>
                <a:ext cx="142200" cy="162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BD32B9E-ED1E-51C6-5EB4-1406F28EE6B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805480" y="2264976"/>
                  <a:ext cx="1598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5D91F5E-D6FC-67A9-F411-2FD345CD66FB}"/>
                    </a:ext>
                  </a:extLst>
                </p14:cNvPr>
                <p14:cNvContentPartPr/>
                <p14:nvPr/>
              </p14:nvContentPartPr>
              <p14:xfrm>
                <a:off x="3076920" y="2115216"/>
                <a:ext cx="6120" cy="39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5D91F5E-D6FC-67A9-F411-2FD345CD66F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068280" y="2106216"/>
                  <a:ext cx="237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CCDEF65-009B-7A60-F186-A732EF1EBD4C}"/>
                    </a:ext>
                  </a:extLst>
                </p14:cNvPr>
                <p14:cNvContentPartPr/>
                <p14:nvPr/>
              </p14:nvContentPartPr>
              <p14:xfrm>
                <a:off x="3082680" y="2094336"/>
                <a:ext cx="27360" cy="17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CCDEF65-009B-7A60-F186-A732EF1EBD4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073680" y="2085336"/>
                  <a:ext cx="450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977D66B-9E16-B572-E086-B0C24FD55E3B}"/>
                    </a:ext>
                  </a:extLst>
                </p14:cNvPr>
                <p14:cNvContentPartPr/>
                <p14:nvPr/>
              </p14:nvContentPartPr>
              <p14:xfrm>
                <a:off x="3023280" y="2090736"/>
                <a:ext cx="174240" cy="263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977D66B-9E16-B572-E086-B0C24FD55E3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014640" y="2081736"/>
                  <a:ext cx="1918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4EC6D50-05FF-F450-E85E-8EBADBE1AEBD}"/>
                    </a:ext>
                  </a:extLst>
                </p14:cNvPr>
                <p14:cNvContentPartPr/>
                <p14:nvPr/>
              </p14:nvContentPartPr>
              <p14:xfrm>
                <a:off x="3105720" y="2084976"/>
                <a:ext cx="55440" cy="28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4EC6D50-05FF-F450-E85E-8EBADBE1AEB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096720" y="2076336"/>
                  <a:ext cx="73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48D68FE-FF98-7B88-4539-B2DE3BE4C80F}"/>
                    </a:ext>
                  </a:extLst>
                </p14:cNvPr>
                <p14:cNvContentPartPr/>
                <p14:nvPr/>
              </p14:nvContentPartPr>
              <p14:xfrm>
                <a:off x="3184920" y="1546416"/>
                <a:ext cx="24840" cy="1926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48D68FE-FF98-7B88-4539-B2DE3BE4C80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176280" y="1537416"/>
                  <a:ext cx="424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B8FC193-0E72-4CE8-6165-245658C3C936}"/>
                    </a:ext>
                  </a:extLst>
                </p14:cNvPr>
                <p14:cNvContentPartPr/>
                <p14:nvPr/>
              </p14:nvContentPartPr>
              <p14:xfrm>
                <a:off x="3296880" y="1512216"/>
                <a:ext cx="89640" cy="1497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B8FC193-0E72-4CE8-6165-245658C3C93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288240" y="1503576"/>
                  <a:ext cx="1072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4466731-084A-9ADD-53C6-9ED22ED226A7}"/>
                    </a:ext>
                  </a:extLst>
                </p14:cNvPr>
                <p14:cNvContentPartPr/>
                <p14:nvPr/>
              </p14:nvContentPartPr>
              <p14:xfrm>
                <a:off x="2370600" y="797616"/>
                <a:ext cx="73440" cy="133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4466731-084A-9ADD-53C6-9ED22ED226A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361960" y="788976"/>
                  <a:ext cx="910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DB0A1B2-1CA9-1250-7D9E-2B95E04F4AB1}"/>
                    </a:ext>
                  </a:extLst>
                </p14:cNvPr>
                <p14:cNvContentPartPr/>
                <p14:nvPr/>
              </p14:nvContentPartPr>
              <p14:xfrm>
                <a:off x="2604600" y="774936"/>
                <a:ext cx="107640" cy="11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DB0A1B2-1CA9-1250-7D9E-2B95E04F4AB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95960" y="766296"/>
                  <a:ext cx="125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3A32049-D7F1-BAAB-C514-068A858F4D7C}"/>
                    </a:ext>
                  </a:extLst>
                </p14:cNvPr>
                <p14:cNvContentPartPr/>
                <p14:nvPr/>
              </p14:nvContentPartPr>
              <p14:xfrm>
                <a:off x="2912040" y="729576"/>
                <a:ext cx="95400" cy="3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3A32049-D7F1-BAAB-C514-068A858F4D7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03040" y="720576"/>
                  <a:ext cx="1130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E39282C-76CC-1F6F-F30B-43EFFDA9DAA8}"/>
                    </a:ext>
                  </a:extLst>
                </p14:cNvPr>
                <p14:cNvContentPartPr/>
                <p14:nvPr/>
              </p14:nvContentPartPr>
              <p14:xfrm>
                <a:off x="3148560" y="714096"/>
                <a:ext cx="136800" cy="2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E39282C-76CC-1F6F-F30B-43EFFDA9DAA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139560" y="705096"/>
                  <a:ext cx="1544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70FBE24-57A9-D151-5E4F-E06CDB44BE2E}"/>
                    </a:ext>
                  </a:extLst>
                </p14:cNvPr>
                <p14:cNvContentPartPr/>
                <p14:nvPr/>
              </p14:nvContentPartPr>
              <p14:xfrm>
                <a:off x="3407040" y="703656"/>
                <a:ext cx="161280" cy="9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70FBE24-57A9-D151-5E4F-E06CDB44BE2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398040" y="694656"/>
                  <a:ext cx="178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F2BC4FE-5EDE-7A61-E520-C5CD3C077BB3}"/>
                    </a:ext>
                  </a:extLst>
                </p14:cNvPr>
                <p14:cNvContentPartPr/>
                <p14:nvPr/>
              </p14:nvContentPartPr>
              <p14:xfrm>
                <a:off x="3748320" y="671616"/>
                <a:ext cx="117360" cy="21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F2BC4FE-5EDE-7A61-E520-C5CD3C077BB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739320" y="662976"/>
                  <a:ext cx="135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4BD5822-FC0B-E7A7-E6D3-6055BC1E430D}"/>
                    </a:ext>
                  </a:extLst>
                </p14:cNvPr>
                <p14:cNvContentPartPr/>
                <p14:nvPr/>
              </p14:nvContentPartPr>
              <p14:xfrm>
                <a:off x="4009320" y="667656"/>
                <a:ext cx="75960" cy="10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4BD5822-FC0B-E7A7-E6D3-6055BC1E430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000320" y="659016"/>
                  <a:ext cx="936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BDACA6A-4BB3-4C2F-8B03-5A440FA11223}"/>
                    </a:ext>
                  </a:extLst>
                </p14:cNvPr>
                <p14:cNvContentPartPr/>
                <p14:nvPr/>
              </p14:nvContentPartPr>
              <p14:xfrm>
                <a:off x="4294440" y="675216"/>
                <a:ext cx="37080" cy="43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BDACA6A-4BB3-4C2F-8B03-5A440FA1122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285800" y="666216"/>
                  <a:ext cx="547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589095C-4416-57B7-66B6-7F70ABC1F182}"/>
                    </a:ext>
                  </a:extLst>
                </p14:cNvPr>
                <p14:cNvContentPartPr/>
                <p14:nvPr/>
              </p14:nvContentPartPr>
              <p14:xfrm>
                <a:off x="4296960" y="681696"/>
                <a:ext cx="68760" cy="590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589095C-4416-57B7-66B6-7F70ABC1F18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287960" y="672696"/>
                  <a:ext cx="864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E84D9C8-ABED-C198-8195-947071C9891A}"/>
                    </a:ext>
                  </a:extLst>
                </p14:cNvPr>
                <p14:cNvContentPartPr/>
                <p14:nvPr/>
              </p14:nvContentPartPr>
              <p14:xfrm>
                <a:off x="4126320" y="834336"/>
                <a:ext cx="34560" cy="590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E84D9C8-ABED-C198-8195-947071C9891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17320" y="825336"/>
                  <a:ext cx="522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CDE024A-3CA4-2608-ABBB-A288B64CB34A}"/>
                    </a:ext>
                  </a:extLst>
                </p14:cNvPr>
                <p14:cNvContentPartPr/>
                <p14:nvPr/>
              </p14:nvContentPartPr>
              <p14:xfrm>
                <a:off x="4019040" y="958536"/>
                <a:ext cx="41760" cy="565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CDE024A-3CA4-2608-ABBB-A288B64CB34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010040" y="949896"/>
                  <a:ext cx="59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EC7A181-DDA1-7045-5C7D-21BF2F3726E9}"/>
                    </a:ext>
                  </a:extLst>
                </p14:cNvPr>
                <p14:cNvContentPartPr/>
                <p14:nvPr/>
              </p14:nvContentPartPr>
              <p14:xfrm>
                <a:off x="3921480" y="1097496"/>
                <a:ext cx="12600" cy="8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EC7A181-DDA1-7045-5C7D-21BF2F3726E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912480" y="1088856"/>
                  <a:ext cx="30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FD2DFA4-BB77-46EC-24BD-AD97A374B819}"/>
                    </a:ext>
                  </a:extLst>
                </p14:cNvPr>
                <p14:cNvContentPartPr/>
                <p14:nvPr/>
              </p14:nvContentPartPr>
              <p14:xfrm>
                <a:off x="3916440" y="1097496"/>
                <a:ext cx="17280" cy="19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FD2DFA4-BB77-46EC-24BD-AD97A374B81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907800" y="1088856"/>
                  <a:ext cx="34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AF3D6B9-B328-E327-AB4F-CC55BE1482D4}"/>
                    </a:ext>
                  </a:extLst>
                </p14:cNvPr>
                <p14:cNvContentPartPr/>
                <p14:nvPr/>
              </p14:nvContentPartPr>
              <p14:xfrm>
                <a:off x="3882240" y="1041336"/>
                <a:ext cx="198360" cy="1252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AF3D6B9-B328-E327-AB4F-CC55BE1482D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873600" y="1032696"/>
                  <a:ext cx="21600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D39395BC-C6EC-9A09-1002-0A293A1BCA89}"/>
              </a:ext>
            </a:extLst>
          </p:cNvPr>
          <p:cNvGrpSpPr/>
          <p:nvPr/>
        </p:nvGrpSpPr>
        <p:grpSpPr>
          <a:xfrm>
            <a:off x="6398640" y="2182536"/>
            <a:ext cx="1963080" cy="583200"/>
            <a:chOff x="6398640" y="2182536"/>
            <a:chExt cx="1963080" cy="58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297BF5E-74B8-9AB1-DC9B-22FB502ABB00}"/>
                    </a:ext>
                  </a:extLst>
                </p14:cNvPr>
                <p14:cNvContentPartPr/>
                <p14:nvPr/>
              </p14:nvContentPartPr>
              <p14:xfrm>
                <a:off x="6398640" y="2537136"/>
                <a:ext cx="312480" cy="90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297BF5E-74B8-9AB1-DC9B-22FB502ABB0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390000" y="2528496"/>
                  <a:ext cx="3301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C738F54-91D5-47AA-DBD2-1C9861B0F28F}"/>
                    </a:ext>
                  </a:extLst>
                </p14:cNvPr>
                <p14:cNvContentPartPr/>
                <p14:nvPr/>
              </p14:nvContentPartPr>
              <p14:xfrm>
                <a:off x="6684120" y="2501496"/>
                <a:ext cx="164520" cy="2642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C738F54-91D5-47AA-DBD2-1C9861B0F28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675120" y="2492496"/>
                  <a:ext cx="1821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71CD8DC-ED08-3EA9-8842-47D25875FF37}"/>
                    </a:ext>
                  </a:extLst>
                </p14:cNvPr>
                <p14:cNvContentPartPr/>
                <p14:nvPr/>
              </p14:nvContentPartPr>
              <p14:xfrm>
                <a:off x="6900840" y="2514456"/>
                <a:ext cx="127080" cy="43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71CD8DC-ED08-3EA9-8842-47D25875FF3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892200" y="2505816"/>
                  <a:ext cx="1447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CE1ADB6-155F-BB47-4EFB-6B0A36A13328}"/>
                    </a:ext>
                  </a:extLst>
                </p14:cNvPr>
                <p14:cNvContentPartPr/>
                <p14:nvPr/>
              </p14:nvContentPartPr>
              <p14:xfrm>
                <a:off x="7074000" y="2460456"/>
                <a:ext cx="280800" cy="94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CE1ADB6-155F-BB47-4EFB-6B0A36A1332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065360" y="2451456"/>
                  <a:ext cx="298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36963B2-306D-5526-A1FB-80C246EC328F}"/>
                    </a:ext>
                  </a:extLst>
                </p14:cNvPr>
                <p14:cNvContentPartPr/>
                <p14:nvPr/>
              </p14:nvContentPartPr>
              <p14:xfrm>
                <a:off x="7411320" y="2419056"/>
                <a:ext cx="143640" cy="727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36963B2-306D-5526-A1FB-80C246EC328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402320" y="2410056"/>
                  <a:ext cx="161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DA4D531-F63F-E276-B4E5-72CFF7B47A15}"/>
                    </a:ext>
                  </a:extLst>
                </p14:cNvPr>
                <p14:cNvContentPartPr/>
                <p14:nvPr/>
              </p14:nvContentPartPr>
              <p14:xfrm>
                <a:off x="7627320" y="2235096"/>
                <a:ext cx="146160" cy="257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DA4D531-F63F-E276-B4E5-72CFF7B47A1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618680" y="2226096"/>
                  <a:ext cx="1638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59CACA9-CEFB-E373-59DA-F437BA0B9011}"/>
                    </a:ext>
                  </a:extLst>
                </p14:cNvPr>
                <p14:cNvContentPartPr/>
                <p14:nvPr/>
              </p14:nvContentPartPr>
              <p14:xfrm>
                <a:off x="7859520" y="2308536"/>
                <a:ext cx="24480" cy="129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59CACA9-CEFB-E373-59DA-F437BA0B901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850880" y="2299896"/>
                  <a:ext cx="42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50DE180-F0AB-B5F1-D682-B2039369A7D1}"/>
                    </a:ext>
                  </a:extLst>
                </p14:cNvPr>
                <p14:cNvContentPartPr/>
                <p14:nvPr/>
              </p14:nvContentPartPr>
              <p14:xfrm>
                <a:off x="7985880" y="2255976"/>
                <a:ext cx="110160" cy="141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50DE180-F0AB-B5F1-D682-B2039369A7D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977240" y="2246976"/>
                  <a:ext cx="1278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3A7C495-BFE7-7F38-B1A0-A5045DACD3D0}"/>
                    </a:ext>
                  </a:extLst>
                </p14:cNvPr>
                <p14:cNvContentPartPr/>
                <p14:nvPr/>
              </p14:nvContentPartPr>
              <p14:xfrm>
                <a:off x="8141760" y="2182536"/>
                <a:ext cx="76320" cy="339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3A7C495-BFE7-7F38-B1A0-A5045DACD3D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132760" y="2173536"/>
                  <a:ext cx="939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35B30E7-432F-99A3-89B0-015BDFC10DFE}"/>
                    </a:ext>
                  </a:extLst>
                </p14:cNvPr>
                <p14:cNvContentPartPr/>
                <p14:nvPr/>
              </p14:nvContentPartPr>
              <p14:xfrm>
                <a:off x="8344440" y="2349216"/>
                <a:ext cx="17280" cy="52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35B30E7-432F-99A3-89B0-015BDFC10DF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335800" y="2340576"/>
                  <a:ext cx="349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951F662-5DEF-C94E-A59F-CD6E51236503}"/>
                    </a:ext>
                  </a:extLst>
                </p14:cNvPr>
                <p14:cNvContentPartPr/>
                <p14:nvPr/>
              </p14:nvContentPartPr>
              <p14:xfrm>
                <a:off x="8261640" y="2495736"/>
                <a:ext cx="92880" cy="136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951F662-5DEF-C94E-A59F-CD6E5123650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252640" y="2486736"/>
                  <a:ext cx="110520" cy="154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18968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12AFE-E71B-7B23-7F4F-BE625157E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F9BE906-F1B4-EBAA-435F-FF648AC9B7BD}"/>
                  </a:ext>
                </a:extLst>
              </p14:cNvPr>
              <p14:cNvContentPartPr/>
              <p14:nvPr/>
            </p14:nvContentPartPr>
            <p14:xfrm>
              <a:off x="2880360" y="1179576"/>
              <a:ext cx="1524240" cy="1513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F9BE906-F1B4-EBAA-435F-FF648AC9B7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71360" y="1170936"/>
                <a:ext cx="1541880" cy="153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5C32C2F-3F4F-F3EA-91B7-E2AC5B823D70}"/>
              </a:ext>
            </a:extLst>
          </p:cNvPr>
          <p:cNvGrpSpPr/>
          <p:nvPr/>
        </p:nvGrpSpPr>
        <p:grpSpPr>
          <a:xfrm>
            <a:off x="7209000" y="378216"/>
            <a:ext cx="2623320" cy="758160"/>
            <a:chOff x="7209000" y="378216"/>
            <a:chExt cx="2623320" cy="75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15E9A3D-A596-2B1A-DB40-5EC1EE8FF6E3}"/>
                    </a:ext>
                  </a:extLst>
                </p14:cNvPr>
                <p14:cNvContentPartPr/>
                <p14:nvPr/>
              </p14:nvContentPartPr>
              <p14:xfrm>
                <a:off x="7235280" y="676656"/>
                <a:ext cx="38880" cy="264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15E9A3D-A596-2B1A-DB40-5EC1EE8FF6E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26640" y="668016"/>
                  <a:ext cx="565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4C7838D-45BB-84C6-D660-0938E2902AE4}"/>
                    </a:ext>
                  </a:extLst>
                </p14:cNvPr>
                <p14:cNvContentPartPr/>
                <p14:nvPr/>
              </p14:nvContentPartPr>
              <p14:xfrm>
                <a:off x="7209000" y="444816"/>
                <a:ext cx="2623320" cy="524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4C7838D-45BB-84C6-D660-0938E2902AE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00360" y="436176"/>
                  <a:ext cx="264096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9208E9F-9A0C-1C68-3453-713DB06D0D51}"/>
                    </a:ext>
                  </a:extLst>
                </p14:cNvPr>
                <p14:cNvContentPartPr/>
                <p14:nvPr/>
              </p14:nvContentPartPr>
              <p14:xfrm>
                <a:off x="7693560" y="556056"/>
                <a:ext cx="67680" cy="351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9208E9F-9A0C-1C68-3453-713DB06D0D5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84560" y="547056"/>
                  <a:ext cx="853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8BDAEC0-46CF-0F98-D7A0-D45D3BBED155}"/>
                    </a:ext>
                  </a:extLst>
                </p14:cNvPr>
                <p14:cNvContentPartPr/>
                <p14:nvPr/>
              </p14:nvContentPartPr>
              <p14:xfrm>
                <a:off x="7571160" y="1017216"/>
                <a:ext cx="78840" cy="119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8BDAEC0-46CF-0F98-D7A0-D45D3BBED15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62520" y="1008216"/>
                  <a:ext cx="96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75CD1AF-2550-562A-CD0D-F5F8A94F0C62}"/>
                    </a:ext>
                  </a:extLst>
                </p14:cNvPr>
                <p14:cNvContentPartPr/>
                <p14:nvPr/>
              </p14:nvContentPartPr>
              <p14:xfrm>
                <a:off x="8044560" y="501336"/>
                <a:ext cx="119520" cy="370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75CD1AF-2550-562A-CD0D-F5F8A94F0C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35560" y="492696"/>
                  <a:ext cx="13716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60B5372-216C-5B5E-6452-9B317C33CA2F}"/>
                    </a:ext>
                  </a:extLst>
                </p14:cNvPr>
                <p14:cNvContentPartPr/>
                <p14:nvPr/>
              </p14:nvContentPartPr>
              <p14:xfrm>
                <a:off x="8012520" y="1030896"/>
                <a:ext cx="27360" cy="87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60B5372-216C-5B5E-6452-9B317C33CA2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003520" y="1022256"/>
                  <a:ext cx="450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3E6C0EF-9957-6FBF-D740-6CA1F30745DA}"/>
                    </a:ext>
                  </a:extLst>
                </p14:cNvPr>
                <p14:cNvContentPartPr/>
                <p14:nvPr/>
              </p14:nvContentPartPr>
              <p14:xfrm>
                <a:off x="8490600" y="440136"/>
                <a:ext cx="90000" cy="469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3E6C0EF-9957-6FBF-D740-6CA1F30745D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81960" y="431496"/>
                  <a:ext cx="10764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B1A2380-9A3D-4888-DDD2-2897AC5D689D}"/>
                    </a:ext>
                  </a:extLst>
                </p14:cNvPr>
                <p14:cNvContentPartPr/>
                <p14:nvPr/>
              </p14:nvContentPartPr>
              <p14:xfrm>
                <a:off x="8439480" y="1003536"/>
                <a:ext cx="81000" cy="63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B1A2380-9A3D-4888-DDD2-2897AC5D689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30840" y="994536"/>
                  <a:ext cx="986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7B2F886-4CBC-B4B4-E289-9E4C47790579}"/>
                    </a:ext>
                  </a:extLst>
                </p14:cNvPr>
                <p14:cNvContentPartPr/>
                <p14:nvPr/>
              </p14:nvContentPartPr>
              <p14:xfrm>
                <a:off x="8873640" y="403416"/>
                <a:ext cx="119520" cy="479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7B2F886-4CBC-B4B4-E289-9E4C4779057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64640" y="394776"/>
                  <a:ext cx="13716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B9C6042-5E01-E0CA-5240-3BA0F83B2A84}"/>
                    </a:ext>
                  </a:extLst>
                </p14:cNvPr>
                <p14:cNvContentPartPr/>
                <p14:nvPr/>
              </p14:nvContentPartPr>
              <p14:xfrm>
                <a:off x="8820000" y="955296"/>
                <a:ext cx="95400" cy="123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B9C6042-5E01-E0CA-5240-3BA0F83B2A8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11000" y="946656"/>
                  <a:ext cx="113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4109A6E-F2C3-9CDA-16C7-46B1F76314C1}"/>
                    </a:ext>
                  </a:extLst>
                </p14:cNvPr>
                <p14:cNvContentPartPr/>
                <p14:nvPr/>
              </p14:nvContentPartPr>
              <p14:xfrm>
                <a:off x="9271440" y="378216"/>
                <a:ext cx="90000" cy="525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4109A6E-F2C3-9CDA-16C7-46B1F76314C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62800" y="369576"/>
                  <a:ext cx="10764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ACCBEC4-D391-1A20-92B4-48D681DE93BD}"/>
                    </a:ext>
                  </a:extLst>
                </p14:cNvPr>
                <p14:cNvContentPartPr/>
                <p14:nvPr/>
              </p14:nvContentPartPr>
              <p14:xfrm>
                <a:off x="9178200" y="981576"/>
                <a:ext cx="99720" cy="78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ACCBEC4-D391-1A20-92B4-48D681DE93B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69560" y="972576"/>
                  <a:ext cx="1173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C7D5243-55FC-69E3-F817-4EE494138898}"/>
                    </a:ext>
                  </a:extLst>
                </p14:cNvPr>
                <p14:cNvContentPartPr/>
                <p14:nvPr/>
              </p14:nvContentPartPr>
              <p14:xfrm>
                <a:off x="9246600" y="1018656"/>
                <a:ext cx="5400" cy="88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C7D5243-55FC-69E3-F817-4EE49413889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37960" y="1010016"/>
                  <a:ext cx="230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8E4C99C-D535-04FE-3A2A-07EAD0F0D450}"/>
                    </a:ext>
                  </a:extLst>
                </p14:cNvPr>
                <p14:cNvContentPartPr/>
                <p14:nvPr/>
              </p14:nvContentPartPr>
              <p14:xfrm>
                <a:off x="9568440" y="887976"/>
                <a:ext cx="88560" cy="152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8E4C99C-D535-04FE-3A2A-07EAD0F0D45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59800" y="879336"/>
                  <a:ext cx="106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C95F816-4872-DD3D-4E78-1DC9F1476202}"/>
                    </a:ext>
                  </a:extLst>
                </p14:cNvPr>
                <p14:cNvContentPartPr/>
                <p14:nvPr/>
              </p14:nvContentPartPr>
              <p14:xfrm>
                <a:off x="9622080" y="875016"/>
                <a:ext cx="94680" cy="126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C95F816-4872-DD3D-4E78-1DC9F147620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13440" y="866016"/>
                  <a:ext cx="1123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8BC5721-E7F5-FA10-59B8-454B35E27245}"/>
                    </a:ext>
                  </a:extLst>
                </p14:cNvPr>
                <p14:cNvContentPartPr/>
                <p14:nvPr/>
              </p14:nvContentPartPr>
              <p14:xfrm>
                <a:off x="9083520" y="520776"/>
                <a:ext cx="122040" cy="2361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8BC5721-E7F5-FA10-59B8-454B35E2724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74880" y="512136"/>
                  <a:ext cx="139680" cy="25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8824025-7B98-7B2C-4163-6223AE18A7D4}"/>
              </a:ext>
            </a:extLst>
          </p:cNvPr>
          <p:cNvGrpSpPr/>
          <p:nvPr/>
        </p:nvGrpSpPr>
        <p:grpSpPr>
          <a:xfrm>
            <a:off x="9434520" y="560016"/>
            <a:ext cx="195480" cy="144360"/>
            <a:chOff x="9434520" y="560016"/>
            <a:chExt cx="195480" cy="1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2908485-B8C2-BA30-F673-DFA7A93338BE}"/>
                    </a:ext>
                  </a:extLst>
                </p14:cNvPr>
                <p14:cNvContentPartPr/>
                <p14:nvPr/>
              </p14:nvContentPartPr>
              <p14:xfrm>
                <a:off x="9434520" y="565776"/>
                <a:ext cx="15120" cy="138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2908485-B8C2-BA30-F673-DFA7A93338B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25520" y="557136"/>
                  <a:ext cx="32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333F5AB-AD68-2993-AA5A-E1D9D706D286}"/>
                    </a:ext>
                  </a:extLst>
                </p14:cNvPr>
                <p14:cNvContentPartPr/>
                <p14:nvPr/>
              </p14:nvContentPartPr>
              <p14:xfrm>
                <a:off x="9519480" y="560016"/>
                <a:ext cx="110520" cy="1148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333F5AB-AD68-2993-AA5A-E1D9D706D28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10840" y="551016"/>
                  <a:ext cx="12816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55F448C-C97C-7DF3-92A7-D3D74B95EE55}"/>
              </a:ext>
            </a:extLst>
          </p:cNvPr>
          <p:cNvGrpSpPr/>
          <p:nvPr/>
        </p:nvGrpSpPr>
        <p:grpSpPr>
          <a:xfrm>
            <a:off x="1144080" y="171216"/>
            <a:ext cx="3289680" cy="2497680"/>
            <a:chOff x="1144080" y="171216"/>
            <a:chExt cx="3289680" cy="249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B63C826-057B-F822-4D6A-FE547BA2BB3C}"/>
                    </a:ext>
                  </a:extLst>
                </p14:cNvPr>
                <p14:cNvContentPartPr/>
                <p14:nvPr/>
              </p14:nvContentPartPr>
              <p14:xfrm>
                <a:off x="3359520" y="1560816"/>
                <a:ext cx="660960" cy="785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B63C826-057B-F822-4D6A-FE547BA2BB3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50520" y="1552176"/>
                  <a:ext cx="678600" cy="80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57E1427-F6D3-1DEA-C66A-C51E744B81A3}"/>
                    </a:ext>
                  </a:extLst>
                </p14:cNvPr>
                <p14:cNvContentPartPr/>
                <p14:nvPr/>
              </p14:nvContentPartPr>
              <p14:xfrm>
                <a:off x="3526560" y="1325376"/>
                <a:ext cx="5400" cy="17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57E1427-F6D3-1DEA-C66A-C51E744B81A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17560" y="1316376"/>
                  <a:ext cx="230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4600CB4-912D-4531-58C0-37C85C44D89F}"/>
                    </a:ext>
                  </a:extLst>
                </p14:cNvPr>
                <p14:cNvContentPartPr/>
                <p14:nvPr/>
              </p14:nvContentPartPr>
              <p14:xfrm>
                <a:off x="3504600" y="1226736"/>
                <a:ext cx="46800" cy="364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4600CB4-912D-4531-58C0-37C85C44D89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95600" y="1218096"/>
                  <a:ext cx="644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9F93C5D-E79C-A7AC-8078-12C9BDF47F77}"/>
                    </a:ext>
                  </a:extLst>
                </p14:cNvPr>
                <p14:cNvContentPartPr/>
                <p14:nvPr/>
              </p14:nvContentPartPr>
              <p14:xfrm>
                <a:off x="3821400" y="1281096"/>
                <a:ext cx="271080" cy="309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9F93C5D-E79C-A7AC-8078-12C9BDF47F7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12760" y="1272456"/>
                  <a:ext cx="2887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A35B3F3-9C23-B3BF-1C41-EE6081800DB9}"/>
                    </a:ext>
                  </a:extLst>
                </p14:cNvPr>
                <p14:cNvContentPartPr/>
                <p14:nvPr/>
              </p14:nvContentPartPr>
              <p14:xfrm>
                <a:off x="3645720" y="1637856"/>
                <a:ext cx="96840" cy="98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A35B3F3-9C23-B3BF-1C41-EE6081800DB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36720" y="1629216"/>
                  <a:ext cx="114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6654089-C26C-0B90-C1B9-8F9C2C3774FB}"/>
                    </a:ext>
                  </a:extLst>
                </p14:cNvPr>
                <p14:cNvContentPartPr/>
                <p14:nvPr/>
              </p14:nvContentPartPr>
              <p14:xfrm>
                <a:off x="4004280" y="1847016"/>
                <a:ext cx="429480" cy="117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6654089-C26C-0B90-C1B9-8F9C2C3774F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95640" y="1838016"/>
                  <a:ext cx="447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125EA81-3CE2-93EE-02DD-07BCE8CE7F54}"/>
                    </a:ext>
                  </a:extLst>
                </p14:cNvPr>
                <p14:cNvContentPartPr/>
                <p14:nvPr/>
              </p14:nvContentPartPr>
              <p14:xfrm>
                <a:off x="3858120" y="1832256"/>
                <a:ext cx="10080" cy="124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125EA81-3CE2-93EE-02DD-07BCE8CE7F5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49120" y="1823616"/>
                  <a:ext cx="27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8F8047A-3A99-4E81-C3DA-D09EF645F21D}"/>
                    </a:ext>
                  </a:extLst>
                </p14:cNvPr>
                <p14:cNvContentPartPr/>
                <p14:nvPr/>
              </p14:nvContentPartPr>
              <p14:xfrm>
                <a:off x="3834000" y="2287656"/>
                <a:ext cx="146160" cy="306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8F8047A-3A99-4E81-C3DA-D09EF645F21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25360" y="2279016"/>
                  <a:ext cx="1638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88136B5-0D48-DCC8-2B02-29BCEEE3920D}"/>
                    </a:ext>
                  </a:extLst>
                </p14:cNvPr>
                <p14:cNvContentPartPr/>
                <p14:nvPr/>
              </p14:nvContentPartPr>
              <p14:xfrm>
                <a:off x="3810960" y="2102976"/>
                <a:ext cx="93600" cy="67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88136B5-0D48-DCC8-2B02-29BCEEE3920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02320" y="2094336"/>
                  <a:ext cx="1112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A5E70D8-FB44-080F-3FFF-B2F2AD226A07}"/>
                    </a:ext>
                  </a:extLst>
                </p14:cNvPr>
                <p14:cNvContentPartPr/>
                <p14:nvPr/>
              </p14:nvContentPartPr>
              <p14:xfrm>
                <a:off x="3209760" y="2341656"/>
                <a:ext cx="219960" cy="327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A5E70D8-FB44-080F-3FFF-B2F2AD226A0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01120" y="2333016"/>
                  <a:ext cx="2376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1100379-97ED-4735-E9FB-201682AD9469}"/>
                    </a:ext>
                  </a:extLst>
                </p14:cNvPr>
                <p14:cNvContentPartPr/>
                <p14:nvPr/>
              </p14:nvContentPartPr>
              <p14:xfrm>
                <a:off x="3569760" y="2163816"/>
                <a:ext cx="88920" cy="121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1100379-97ED-4735-E9FB-201682AD946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60760" y="2155176"/>
                  <a:ext cx="106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87B49E1-CBA5-EE72-87E8-4C4547EC87C5}"/>
                    </a:ext>
                  </a:extLst>
                </p14:cNvPr>
                <p14:cNvContentPartPr/>
                <p14:nvPr/>
              </p14:nvContentPartPr>
              <p14:xfrm>
                <a:off x="2875320" y="1857456"/>
                <a:ext cx="517320" cy="76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87B49E1-CBA5-EE72-87E8-4C4547EC87C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66680" y="1848816"/>
                  <a:ext cx="534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79738CB-A808-C2F2-B461-2EAE39CDDF3B}"/>
                    </a:ext>
                  </a:extLst>
                </p14:cNvPr>
                <p14:cNvContentPartPr/>
                <p14:nvPr/>
              </p14:nvContentPartPr>
              <p14:xfrm>
                <a:off x="3430800" y="2060856"/>
                <a:ext cx="103680" cy="94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79738CB-A808-C2F2-B461-2EAE39CDDF3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21800" y="2051856"/>
                  <a:ext cx="121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438769B-1ADD-9A09-3533-DAABD66639E4}"/>
                    </a:ext>
                  </a:extLst>
                </p14:cNvPr>
                <p14:cNvContentPartPr/>
                <p14:nvPr/>
              </p14:nvContentPartPr>
              <p14:xfrm>
                <a:off x="3482640" y="2106936"/>
                <a:ext cx="19800" cy="59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438769B-1ADD-9A09-3533-DAABD66639E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73640" y="2098296"/>
                  <a:ext cx="37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140C14B-A6A6-4ADF-2185-33E7F050B3EC}"/>
                    </a:ext>
                  </a:extLst>
                </p14:cNvPr>
                <p14:cNvContentPartPr/>
                <p14:nvPr/>
              </p14:nvContentPartPr>
              <p14:xfrm>
                <a:off x="3462840" y="1806336"/>
                <a:ext cx="84600" cy="108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140C14B-A6A6-4ADF-2185-33E7F050B3E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54200" y="1797696"/>
                  <a:ext cx="102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BDB586E-F14A-8BF6-EEAE-937B25C54CD3}"/>
                    </a:ext>
                  </a:extLst>
                </p14:cNvPr>
                <p14:cNvContentPartPr/>
                <p14:nvPr/>
              </p14:nvContentPartPr>
              <p14:xfrm>
                <a:off x="3499560" y="1761696"/>
                <a:ext cx="32040" cy="26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BDB586E-F14A-8BF6-EEAE-937B25C54C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90920" y="1752696"/>
                  <a:ext cx="49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A141E9B-8360-5A8D-72A9-9B5E6251CB8F}"/>
                    </a:ext>
                  </a:extLst>
                </p14:cNvPr>
                <p14:cNvContentPartPr/>
                <p14:nvPr/>
              </p14:nvContentPartPr>
              <p14:xfrm>
                <a:off x="2702160" y="323136"/>
                <a:ext cx="32040" cy="162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A141E9B-8360-5A8D-72A9-9B5E6251CB8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693520" y="314136"/>
                  <a:ext cx="496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1A21B7D-75F8-8FD5-6F97-DEDC912122BB}"/>
                    </a:ext>
                  </a:extLst>
                </p14:cNvPr>
                <p14:cNvContentPartPr/>
                <p14:nvPr/>
              </p14:nvContentPartPr>
              <p14:xfrm>
                <a:off x="2654280" y="235656"/>
                <a:ext cx="642240" cy="308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1A21B7D-75F8-8FD5-6F97-DEDC912122B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645640" y="226656"/>
                  <a:ext cx="6598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309E805-F2F5-96BB-7B17-07D7752FE985}"/>
                    </a:ext>
                  </a:extLst>
                </p14:cNvPr>
                <p14:cNvContentPartPr/>
                <p14:nvPr/>
              </p14:nvContentPartPr>
              <p14:xfrm>
                <a:off x="1731960" y="289656"/>
                <a:ext cx="185400" cy="327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309E805-F2F5-96BB-7B17-07D7752FE98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22960" y="280656"/>
                  <a:ext cx="2030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23C03F3-C86F-FD6C-ADB3-DD3ECF747964}"/>
                    </a:ext>
                  </a:extLst>
                </p14:cNvPr>
                <p14:cNvContentPartPr/>
                <p14:nvPr/>
              </p14:nvContentPartPr>
              <p14:xfrm>
                <a:off x="1946520" y="334656"/>
                <a:ext cx="139320" cy="64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23C03F3-C86F-FD6C-ADB3-DD3ECF74796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37520" y="326016"/>
                  <a:ext cx="156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DDA5412-A55B-CC64-39AD-177E8938E6DE}"/>
                    </a:ext>
                  </a:extLst>
                </p14:cNvPr>
                <p14:cNvContentPartPr/>
                <p14:nvPr/>
              </p14:nvContentPartPr>
              <p14:xfrm>
                <a:off x="2107440" y="301896"/>
                <a:ext cx="75960" cy="82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DDA5412-A55B-CC64-39AD-177E8938E6D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98440" y="292896"/>
                  <a:ext cx="936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6365CCD-6E51-A510-68A6-98595285035F}"/>
                    </a:ext>
                  </a:extLst>
                </p14:cNvPr>
                <p14:cNvContentPartPr/>
                <p14:nvPr/>
              </p14:nvContentPartPr>
              <p14:xfrm>
                <a:off x="2248920" y="317376"/>
                <a:ext cx="63720" cy="36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6365CCD-6E51-A510-68A6-98595285035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39920" y="308736"/>
                  <a:ext cx="81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7741679-8987-1B04-1140-586962AE3283}"/>
                    </a:ext>
                  </a:extLst>
                </p14:cNvPr>
                <p14:cNvContentPartPr/>
                <p14:nvPr/>
              </p14:nvContentPartPr>
              <p14:xfrm>
                <a:off x="2348640" y="247176"/>
                <a:ext cx="161280" cy="118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7741679-8987-1B04-1140-586962AE328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40000" y="238536"/>
                  <a:ext cx="178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FBEA276-7277-7202-93F1-970C621AC8FC}"/>
                    </a:ext>
                  </a:extLst>
                </p14:cNvPr>
                <p14:cNvContentPartPr/>
                <p14:nvPr/>
              </p14:nvContentPartPr>
              <p14:xfrm>
                <a:off x="3075480" y="292896"/>
                <a:ext cx="434520" cy="118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FBEA276-7277-7202-93F1-970C621AC8F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066480" y="284256"/>
                  <a:ext cx="4521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064DF73-B691-4E89-1099-554C381ED5B3}"/>
                    </a:ext>
                  </a:extLst>
                </p14:cNvPr>
                <p14:cNvContentPartPr/>
                <p14:nvPr/>
              </p14:nvContentPartPr>
              <p14:xfrm>
                <a:off x="3636000" y="188136"/>
                <a:ext cx="381600" cy="935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064DF73-B691-4E89-1099-554C381ED5B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27360" y="179496"/>
                  <a:ext cx="399240" cy="9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A715D2F-5BA0-0F67-DDD9-4041727109E8}"/>
                    </a:ext>
                  </a:extLst>
                </p14:cNvPr>
                <p14:cNvContentPartPr/>
                <p14:nvPr/>
              </p14:nvContentPartPr>
              <p14:xfrm>
                <a:off x="3580200" y="1063656"/>
                <a:ext cx="112680" cy="96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A715D2F-5BA0-0F67-DDD9-4041727109E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71200" y="1054656"/>
                  <a:ext cx="1303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B437B24-F260-FFC9-4C9A-4BDE9745EE79}"/>
                    </a:ext>
                  </a:extLst>
                </p14:cNvPr>
                <p14:cNvContentPartPr/>
                <p14:nvPr/>
              </p14:nvContentPartPr>
              <p14:xfrm>
                <a:off x="3689640" y="1073376"/>
                <a:ext cx="73440" cy="77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B437B24-F260-FFC9-4C9A-4BDE9745EE7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81000" y="1064376"/>
                  <a:ext cx="91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8FE80D0-A5AB-6BAF-3E2A-A58813B4B31A}"/>
                    </a:ext>
                  </a:extLst>
                </p14:cNvPr>
                <p14:cNvContentPartPr/>
                <p14:nvPr/>
              </p14:nvContentPartPr>
              <p14:xfrm>
                <a:off x="3301560" y="171216"/>
                <a:ext cx="668880" cy="213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8FE80D0-A5AB-6BAF-3E2A-A58813B4B31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292920" y="162216"/>
                  <a:ext cx="686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13D3B-5B57-8CD7-F2B4-56BF135E8319}"/>
                    </a:ext>
                  </a:extLst>
                </p14:cNvPr>
                <p14:cNvContentPartPr/>
                <p14:nvPr/>
              </p14:nvContentPartPr>
              <p14:xfrm>
                <a:off x="2161080" y="2078496"/>
                <a:ext cx="19800" cy="139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13D3B-5B57-8CD7-F2B4-56BF135E831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152080" y="2069856"/>
                  <a:ext cx="374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C2B8942-F70D-7704-32CA-BD589A563976}"/>
                    </a:ext>
                  </a:extLst>
                </p14:cNvPr>
                <p14:cNvContentPartPr/>
                <p14:nvPr/>
              </p14:nvContentPartPr>
              <p14:xfrm>
                <a:off x="2148840" y="2405376"/>
                <a:ext cx="19800" cy="127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C2B8942-F70D-7704-32CA-BD589A56397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39840" y="2396376"/>
                  <a:ext cx="37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4B0AD84-28F3-DC22-972D-3C8DEC954F6D}"/>
                    </a:ext>
                  </a:extLst>
                </p14:cNvPr>
                <p14:cNvContentPartPr/>
                <p14:nvPr/>
              </p14:nvContentPartPr>
              <p14:xfrm>
                <a:off x="2163240" y="2589696"/>
                <a:ext cx="78480" cy="48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4B0AD84-28F3-DC22-972D-3C8DEC954F6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54600" y="2581056"/>
                  <a:ext cx="961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EB4363E-A8D3-5F7A-600D-CA0EC3E448E3}"/>
                    </a:ext>
                  </a:extLst>
                </p14:cNvPr>
                <p14:cNvContentPartPr/>
                <p14:nvPr/>
              </p14:nvContentPartPr>
              <p14:xfrm>
                <a:off x="1492920" y="1422576"/>
                <a:ext cx="12600" cy="218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EB4363E-A8D3-5F7A-600D-CA0EC3E448E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483920" y="1413576"/>
                  <a:ext cx="302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31CB0B2-C35A-1610-151E-1956707B4F9C}"/>
                    </a:ext>
                  </a:extLst>
                </p14:cNvPr>
                <p14:cNvContentPartPr/>
                <p14:nvPr/>
              </p14:nvContentPartPr>
              <p14:xfrm>
                <a:off x="1362240" y="1388376"/>
                <a:ext cx="498600" cy="329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31CB0B2-C35A-1610-151E-1956707B4F9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53600" y="1379376"/>
                  <a:ext cx="5162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353BD4F-DE17-4CCC-C82E-F19EED2985DD}"/>
                    </a:ext>
                  </a:extLst>
                </p14:cNvPr>
                <p14:cNvContentPartPr/>
                <p14:nvPr/>
              </p14:nvContentPartPr>
              <p14:xfrm>
                <a:off x="1212120" y="1096416"/>
                <a:ext cx="121680" cy="400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353BD4F-DE17-4CCC-C82E-F19EED2985D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203480" y="1087776"/>
                  <a:ext cx="13932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B1C86D0-F901-699E-E172-2C009CF90DFE}"/>
                    </a:ext>
                  </a:extLst>
                </p14:cNvPr>
                <p14:cNvContentPartPr/>
                <p14:nvPr/>
              </p14:nvContentPartPr>
              <p14:xfrm>
                <a:off x="1180800" y="1258056"/>
                <a:ext cx="190440" cy="111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B1C86D0-F901-699E-E172-2C009CF90DF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71800" y="1249056"/>
                  <a:ext cx="2080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5A87EF1-B104-9A0A-5386-2CCD1D79EBF3}"/>
                    </a:ext>
                  </a:extLst>
                </p14:cNvPr>
                <p14:cNvContentPartPr/>
                <p14:nvPr/>
              </p14:nvContentPartPr>
              <p14:xfrm>
                <a:off x="1367640" y="1229976"/>
                <a:ext cx="205920" cy="96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5A87EF1-B104-9A0A-5386-2CCD1D79EBF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359000" y="1221336"/>
                  <a:ext cx="223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84666B2-325A-67FF-A8CC-8C8B093C82D9}"/>
                    </a:ext>
                  </a:extLst>
                </p14:cNvPr>
                <p14:cNvContentPartPr/>
                <p14:nvPr/>
              </p14:nvContentPartPr>
              <p14:xfrm>
                <a:off x="1668960" y="1067616"/>
                <a:ext cx="55800" cy="187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84666B2-325A-67FF-A8CC-8C8B093C82D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660320" y="1058616"/>
                  <a:ext cx="73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B60A857-C3A1-39C4-1F5B-030FFCDDB302}"/>
                    </a:ext>
                  </a:extLst>
                </p14:cNvPr>
                <p14:cNvContentPartPr/>
                <p14:nvPr/>
              </p14:nvContentPartPr>
              <p14:xfrm>
                <a:off x="1619640" y="1134216"/>
                <a:ext cx="156240" cy="6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B60A857-C3A1-39C4-1F5B-030FFCDDB30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611000" y="1125576"/>
                  <a:ext cx="173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0190203-7D66-AC47-9741-40CFA3B712FB}"/>
                    </a:ext>
                  </a:extLst>
                </p14:cNvPr>
                <p14:cNvContentPartPr/>
                <p14:nvPr/>
              </p14:nvContentPartPr>
              <p14:xfrm>
                <a:off x="1753920" y="1517976"/>
                <a:ext cx="110160" cy="25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0190203-7D66-AC47-9741-40CFA3B712F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44920" y="1508976"/>
                  <a:ext cx="1278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4935728-36FB-797C-E3FD-B986A83BC0B4}"/>
                    </a:ext>
                  </a:extLst>
                </p14:cNvPr>
                <p14:cNvContentPartPr/>
                <p14:nvPr/>
              </p14:nvContentPartPr>
              <p14:xfrm>
                <a:off x="1970640" y="1490256"/>
                <a:ext cx="95400" cy="5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4935728-36FB-797C-E3FD-B986A83BC0B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962000" y="1481256"/>
                  <a:ext cx="1130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8C61400-9B0B-000E-4F3C-54A399979051}"/>
                    </a:ext>
                  </a:extLst>
                </p14:cNvPr>
                <p14:cNvContentPartPr/>
                <p14:nvPr/>
              </p14:nvContentPartPr>
              <p14:xfrm>
                <a:off x="2139120" y="1496736"/>
                <a:ext cx="15120" cy="87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8C61400-9B0B-000E-4F3C-54A39997905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130120" y="1487736"/>
                  <a:ext cx="32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7F6EE57-06E1-A6E4-0EB9-837D7BE9CC24}"/>
                    </a:ext>
                  </a:extLst>
                </p14:cNvPr>
                <p14:cNvContentPartPr/>
                <p14:nvPr/>
              </p14:nvContentPartPr>
              <p14:xfrm>
                <a:off x="2139120" y="1771416"/>
                <a:ext cx="10080" cy="109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7F6EE57-06E1-A6E4-0EB9-837D7BE9CC2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130120" y="1762776"/>
                  <a:ext cx="27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18FA9AA-3B3F-CE14-409D-2547212F0582}"/>
                    </a:ext>
                  </a:extLst>
                </p14:cNvPr>
                <p14:cNvContentPartPr/>
                <p14:nvPr/>
              </p14:nvContentPartPr>
              <p14:xfrm>
                <a:off x="1144080" y="797616"/>
                <a:ext cx="222120" cy="135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18FA9AA-3B3F-CE14-409D-2547212F058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35440" y="788616"/>
                  <a:ext cx="2397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BE07C18-B6F5-0547-A94F-FFD62E721205}"/>
                    </a:ext>
                  </a:extLst>
                </p14:cNvPr>
                <p14:cNvContentPartPr/>
                <p14:nvPr/>
              </p14:nvContentPartPr>
              <p14:xfrm>
                <a:off x="1412280" y="774936"/>
                <a:ext cx="119880" cy="99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BE07C18-B6F5-0547-A94F-FFD62E72120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403640" y="766296"/>
                  <a:ext cx="137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1136941-0E13-E2B2-FDF0-F5F92744243A}"/>
                    </a:ext>
                  </a:extLst>
                </p14:cNvPr>
                <p14:cNvContentPartPr/>
                <p14:nvPr/>
              </p14:nvContentPartPr>
              <p14:xfrm>
                <a:off x="1580760" y="776736"/>
                <a:ext cx="73440" cy="81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1136941-0E13-E2B2-FDF0-F5F92744243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571760" y="767736"/>
                  <a:ext cx="91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DD2D292-DB1A-A9C0-9C03-81C4D4E47FA4}"/>
                    </a:ext>
                  </a:extLst>
                </p14:cNvPr>
                <p14:cNvContentPartPr/>
                <p14:nvPr/>
              </p14:nvContentPartPr>
              <p14:xfrm>
                <a:off x="1823040" y="752976"/>
                <a:ext cx="25920" cy="165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DD2D292-DB1A-A9C0-9C03-81C4D4E47FA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814400" y="744336"/>
                  <a:ext cx="43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BA836F3-0F5F-040A-3CBC-570C740E4111}"/>
                    </a:ext>
                  </a:extLst>
                </p14:cNvPr>
                <p14:cNvContentPartPr/>
                <p14:nvPr/>
              </p14:nvContentPartPr>
              <p14:xfrm>
                <a:off x="1827360" y="674136"/>
                <a:ext cx="485280" cy="286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BA836F3-0F5F-040A-3CBC-570C740E411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818360" y="665136"/>
                  <a:ext cx="5029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A064452-BE6C-4AF8-C40C-18B9E095F345}"/>
                    </a:ext>
                  </a:extLst>
                </p14:cNvPr>
                <p14:cNvContentPartPr/>
                <p14:nvPr/>
              </p14:nvContentPartPr>
              <p14:xfrm>
                <a:off x="2148840" y="784656"/>
                <a:ext cx="124560" cy="26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A064452-BE6C-4AF8-C40C-18B9E095F34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139840" y="776016"/>
                  <a:ext cx="142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01D01B3-9AFF-B154-3F7A-C3B094721D77}"/>
                    </a:ext>
                  </a:extLst>
                </p14:cNvPr>
                <p14:cNvContentPartPr/>
                <p14:nvPr/>
              </p14:nvContentPartPr>
              <p14:xfrm>
                <a:off x="2465640" y="2462976"/>
                <a:ext cx="95400" cy="37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01D01B3-9AFF-B154-3F7A-C3B094721D7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57000" y="2454336"/>
                  <a:ext cx="1130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97D6CE8-F626-89ED-E3E3-F538964E4987}"/>
                    </a:ext>
                  </a:extLst>
                </p14:cNvPr>
                <p14:cNvContentPartPr/>
                <p14:nvPr/>
              </p14:nvContentPartPr>
              <p14:xfrm>
                <a:off x="2658240" y="2407896"/>
                <a:ext cx="39240" cy="21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97D6CE8-F626-89ED-E3E3-F538964E498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649600" y="2398896"/>
                  <a:ext cx="56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74E1E8F-E6B5-0295-8520-37B86EA4AC12}"/>
                    </a:ext>
                  </a:extLst>
                </p14:cNvPr>
                <p14:cNvContentPartPr/>
                <p14:nvPr/>
              </p14:nvContentPartPr>
              <p14:xfrm>
                <a:off x="2828880" y="2333736"/>
                <a:ext cx="63720" cy="28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74E1E8F-E6B5-0295-8520-37B86EA4AC1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20240" y="2325096"/>
                  <a:ext cx="81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CEDAAB3-B533-E39D-CFDC-C18A0E1F0381}"/>
                    </a:ext>
                  </a:extLst>
                </p14:cNvPr>
                <p14:cNvContentPartPr/>
                <p14:nvPr/>
              </p14:nvContentPartPr>
              <p14:xfrm>
                <a:off x="2836440" y="2333016"/>
                <a:ext cx="44280" cy="28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CEDAAB3-B533-E39D-CFDC-C18A0E1F038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827440" y="2324376"/>
                  <a:ext cx="619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246B8C4-7568-6D1B-E67F-C10B6B4D67AF}"/>
                    </a:ext>
                  </a:extLst>
                </p14:cNvPr>
                <p14:cNvContentPartPr/>
                <p14:nvPr/>
              </p14:nvContentPartPr>
              <p14:xfrm>
                <a:off x="2814480" y="2273616"/>
                <a:ext cx="142200" cy="162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246B8C4-7568-6D1B-E67F-C10B6B4D67A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805480" y="2264976"/>
                  <a:ext cx="1598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7144D95-DE15-21CF-84AC-1FC14BF64B9A}"/>
                    </a:ext>
                  </a:extLst>
                </p14:cNvPr>
                <p14:cNvContentPartPr/>
                <p14:nvPr/>
              </p14:nvContentPartPr>
              <p14:xfrm>
                <a:off x="3076920" y="2115216"/>
                <a:ext cx="6120" cy="39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7144D95-DE15-21CF-84AC-1FC14BF64B9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068280" y="2106216"/>
                  <a:ext cx="237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DE84A08-D6E9-46A8-1ADB-FFE75AB1DC8C}"/>
                    </a:ext>
                  </a:extLst>
                </p14:cNvPr>
                <p14:cNvContentPartPr/>
                <p14:nvPr/>
              </p14:nvContentPartPr>
              <p14:xfrm>
                <a:off x="3082680" y="2094336"/>
                <a:ext cx="27360" cy="17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DE84A08-D6E9-46A8-1ADB-FFE75AB1DC8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073680" y="2085336"/>
                  <a:ext cx="450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C26D6E8-20E1-61F2-9742-9577D71B68D8}"/>
                    </a:ext>
                  </a:extLst>
                </p14:cNvPr>
                <p14:cNvContentPartPr/>
                <p14:nvPr/>
              </p14:nvContentPartPr>
              <p14:xfrm>
                <a:off x="3023280" y="2090736"/>
                <a:ext cx="174240" cy="263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C26D6E8-20E1-61F2-9742-9577D71B68D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014640" y="2081736"/>
                  <a:ext cx="1918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C79101A-B2BE-87AE-3920-EAD3A1C6E631}"/>
                    </a:ext>
                  </a:extLst>
                </p14:cNvPr>
                <p14:cNvContentPartPr/>
                <p14:nvPr/>
              </p14:nvContentPartPr>
              <p14:xfrm>
                <a:off x="3105720" y="2084976"/>
                <a:ext cx="55440" cy="28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C79101A-B2BE-87AE-3920-EAD3A1C6E63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096720" y="2076336"/>
                  <a:ext cx="73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45CE5B6-4C89-0062-3FE3-46BDD11801AA}"/>
                    </a:ext>
                  </a:extLst>
                </p14:cNvPr>
                <p14:cNvContentPartPr/>
                <p14:nvPr/>
              </p14:nvContentPartPr>
              <p14:xfrm>
                <a:off x="3184920" y="1546416"/>
                <a:ext cx="24840" cy="1926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45CE5B6-4C89-0062-3FE3-46BDD11801A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176280" y="1537416"/>
                  <a:ext cx="424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651ABB1-4341-79C0-5A39-3D43C858EFAC}"/>
                    </a:ext>
                  </a:extLst>
                </p14:cNvPr>
                <p14:cNvContentPartPr/>
                <p14:nvPr/>
              </p14:nvContentPartPr>
              <p14:xfrm>
                <a:off x="3296880" y="1512216"/>
                <a:ext cx="89640" cy="1497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651ABB1-4341-79C0-5A39-3D43C858EFA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288240" y="1503576"/>
                  <a:ext cx="1072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2A9C708-6EA9-E73D-70DA-863A93A0634C}"/>
                    </a:ext>
                  </a:extLst>
                </p14:cNvPr>
                <p14:cNvContentPartPr/>
                <p14:nvPr/>
              </p14:nvContentPartPr>
              <p14:xfrm>
                <a:off x="2370600" y="797616"/>
                <a:ext cx="73440" cy="133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2A9C708-6EA9-E73D-70DA-863A93A0634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361960" y="788976"/>
                  <a:ext cx="910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214952B-9CB4-4309-2943-7F20B0DE2212}"/>
                    </a:ext>
                  </a:extLst>
                </p14:cNvPr>
                <p14:cNvContentPartPr/>
                <p14:nvPr/>
              </p14:nvContentPartPr>
              <p14:xfrm>
                <a:off x="2604600" y="774936"/>
                <a:ext cx="107640" cy="11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214952B-9CB4-4309-2943-7F20B0DE221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95960" y="766296"/>
                  <a:ext cx="125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20512E0-911B-BD77-38B6-9AA20DF8B623}"/>
                    </a:ext>
                  </a:extLst>
                </p14:cNvPr>
                <p14:cNvContentPartPr/>
                <p14:nvPr/>
              </p14:nvContentPartPr>
              <p14:xfrm>
                <a:off x="2912040" y="729576"/>
                <a:ext cx="95400" cy="3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20512E0-911B-BD77-38B6-9AA20DF8B62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03040" y="720576"/>
                  <a:ext cx="1130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78F52C4-A4F0-7B16-6062-2FBF0F741942}"/>
                    </a:ext>
                  </a:extLst>
                </p14:cNvPr>
                <p14:cNvContentPartPr/>
                <p14:nvPr/>
              </p14:nvContentPartPr>
              <p14:xfrm>
                <a:off x="3148560" y="714096"/>
                <a:ext cx="136800" cy="2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78F52C4-A4F0-7B16-6062-2FBF0F74194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139560" y="705096"/>
                  <a:ext cx="1544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6B1A3DD-E863-6AA4-AB07-24052A6FBA6C}"/>
                    </a:ext>
                  </a:extLst>
                </p14:cNvPr>
                <p14:cNvContentPartPr/>
                <p14:nvPr/>
              </p14:nvContentPartPr>
              <p14:xfrm>
                <a:off x="3407040" y="703656"/>
                <a:ext cx="161280" cy="9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6B1A3DD-E863-6AA4-AB07-24052A6FBA6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398040" y="694656"/>
                  <a:ext cx="178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30DE292-A1A3-11ED-FD4D-A76AD5B8A0B7}"/>
                    </a:ext>
                  </a:extLst>
                </p14:cNvPr>
                <p14:cNvContentPartPr/>
                <p14:nvPr/>
              </p14:nvContentPartPr>
              <p14:xfrm>
                <a:off x="3748320" y="671616"/>
                <a:ext cx="117360" cy="21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30DE292-A1A3-11ED-FD4D-A76AD5B8A0B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739320" y="662976"/>
                  <a:ext cx="135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3FB1A06-DEBC-9B1A-E907-338422364A14}"/>
                    </a:ext>
                  </a:extLst>
                </p14:cNvPr>
                <p14:cNvContentPartPr/>
                <p14:nvPr/>
              </p14:nvContentPartPr>
              <p14:xfrm>
                <a:off x="4009320" y="667656"/>
                <a:ext cx="75960" cy="10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3FB1A06-DEBC-9B1A-E907-338422364A1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000320" y="659016"/>
                  <a:ext cx="9360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DB1191F7-DF21-EB43-9603-AF10CD5D1928}"/>
              </a:ext>
            </a:extLst>
          </p:cNvPr>
          <p:cNvGrpSpPr/>
          <p:nvPr/>
        </p:nvGrpSpPr>
        <p:grpSpPr>
          <a:xfrm>
            <a:off x="6398640" y="2182536"/>
            <a:ext cx="1963080" cy="583200"/>
            <a:chOff x="6398640" y="2182536"/>
            <a:chExt cx="1963080" cy="58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89EEAE8-2FA7-2605-93F1-D9D6EA330BD1}"/>
                    </a:ext>
                  </a:extLst>
                </p14:cNvPr>
                <p14:cNvContentPartPr/>
                <p14:nvPr/>
              </p14:nvContentPartPr>
              <p14:xfrm>
                <a:off x="6398640" y="2537136"/>
                <a:ext cx="312480" cy="90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89EEAE8-2FA7-2605-93F1-D9D6EA330BD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390000" y="2528496"/>
                  <a:ext cx="3301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8E7EA1E-99FE-1D6A-C71A-68A6C078EFDB}"/>
                    </a:ext>
                  </a:extLst>
                </p14:cNvPr>
                <p14:cNvContentPartPr/>
                <p14:nvPr/>
              </p14:nvContentPartPr>
              <p14:xfrm>
                <a:off x="6684120" y="2501496"/>
                <a:ext cx="164520" cy="2642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8E7EA1E-99FE-1D6A-C71A-68A6C078EFD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675120" y="2492496"/>
                  <a:ext cx="1821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F9AA50C-6333-FF57-3A9D-7EA7B2FAB348}"/>
                    </a:ext>
                  </a:extLst>
                </p14:cNvPr>
                <p14:cNvContentPartPr/>
                <p14:nvPr/>
              </p14:nvContentPartPr>
              <p14:xfrm>
                <a:off x="6900840" y="2514456"/>
                <a:ext cx="127080" cy="43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F9AA50C-6333-FF57-3A9D-7EA7B2FAB34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92200" y="2505816"/>
                  <a:ext cx="1447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ECBAE36-CF90-1B11-0F9D-B83CA6538625}"/>
                    </a:ext>
                  </a:extLst>
                </p14:cNvPr>
                <p14:cNvContentPartPr/>
                <p14:nvPr/>
              </p14:nvContentPartPr>
              <p14:xfrm>
                <a:off x="7074000" y="2460456"/>
                <a:ext cx="280800" cy="94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ECBAE36-CF90-1B11-0F9D-B83CA653862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5360" y="2451456"/>
                  <a:ext cx="298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78A5278-B463-B06E-B8B6-F87DC50F1485}"/>
                    </a:ext>
                  </a:extLst>
                </p14:cNvPr>
                <p14:cNvContentPartPr/>
                <p14:nvPr/>
              </p14:nvContentPartPr>
              <p14:xfrm>
                <a:off x="7411320" y="2419056"/>
                <a:ext cx="143640" cy="727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78A5278-B463-B06E-B8B6-F87DC50F148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402320" y="2410056"/>
                  <a:ext cx="161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571F2A3-242B-2FE4-9AE7-3C1E08016E13}"/>
                    </a:ext>
                  </a:extLst>
                </p14:cNvPr>
                <p14:cNvContentPartPr/>
                <p14:nvPr/>
              </p14:nvContentPartPr>
              <p14:xfrm>
                <a:off x="7627320" y="2235096"/>
                <a:ext cx="146160" cy="257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571F2A3-242B-2FE4-9AE7-3C1E08016E1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618680" y="2226096"/>
                  <a:ext cx="1638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17339EB-AED3-4969-28E0-63B45388481C}"/>
                    </a:ext>
                  </a:extLst>
                </p14:cNvPr>
                <p14:cNvContentPartPr/>
                <p14:nvPr/>
              </p14:nvContentPartPr>
              <p14:xfrm>
                <a:off x="7859520" y="2308536"/>
                <a:ext cx="24480" cy="129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17339EB-AED3-4969-28E0-63B45388481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850880" y="2299896"/>
                  <a:ext cx="42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015A5BC-2742-F064-D3C8-38E02BD862E2}"/>
                    </a:ext>
                  </a:extLst>
                </p14:cNvPr>
                <p14:cNvContentPartPr/>
                <p14:nvPr/>
              </p14:nvContentPartPr>
              <p14:xfrm>
                <a:off x="7985880" y="2255976"/>
                <a:ext cx="110160" cy="141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015A5BC-2742-F064-D3C8-38E02BD862E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977240" y="2246976"/>
                  <a:ext cx="1278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7E707EE-42DA-8848-6090-DA7ACC99D601}"/>
                    </a:ext>
                  </a:extLst>
                </p14:cNvPr>
                <p14:cNvContentPartPr/>
                <p14:nvPr/>
              </p14:nvContentPartPr>
              <p14:xfrm>
                <a:off x="8141760" y="2182536"/>
                <a:ext cx="76320" cy="339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7E707EE-42DA-8848-6090-DA7ACC99D60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132760" y="2173536"/>
                  <a:ext cx="939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B510DC2-050F-1D29-0252-06ECBF4ABA96}"/>
                    </a:ext>
                  </a:extLst>
                </p14:cNvPr>
                <p14:cNvContentPartPr/>
                <p14:nvPr/>
              </p14:nvContentPartPr>
              <p14:xfrm>
                <a:off x="8344440" y="2349216"/>
                <a:ext cx="17280" cy="52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B510DC2-050F-1D29-0252-06ECBF4ABA9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335800" y="2340576"/>
                  <a:ext cx="349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20A48FC-5C7C-92B2-8622-2D3026388BD4}"/>
                    </a:ext>
                  </a:extLst>
                </p14:cNvPr>
                <p14:cNvContentPartPr/>
                <p14:nvPr/>
              </p14:nvContentPartPr>
              <p14:xfrm>
                <a:off x="8261640" y="2495736"/>
                <a:ext cx="92880" cy="136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20A48FC-5C7C-92B2-8622-2D3026388BD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252640" y="2486736"/>
                  <a:ext cx="11052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9FE05BF-4361-B787-D8E4-91A7BA7ADE62}"/>
              </a:ext>
            </a:extLst>
          </p:cNvPr>
          <p:cNvGrpSpPr/>
          <p:nvPr/>
        </p:nvGrpSpPr>
        <p:grpSpPr>
          <a:xfrm>
            <a:off x="6420600" y="2727216"/>
            <a:ext cx="1924200" cy="558000"/>
            <a:chOff x="6420600" y="2727216"/>
            <a:chExt cx="1924200" cy="55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7900BA0-886D-C347-3307-3BDA907A93FB}"/>
                    </a:ext>
                  </a:extLst>
                </p14:cNvPr>
                <p14:cNvContentPartPr/>
                <p14:nvPr/>
              </p14:nvContentPartPr>
              <p14:xfrm>
                <a:off x="6420600" y="3036816"/>
                <a:ext cx="98280" cy="93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7900BA0-886D-C347-3307-3BDA907A93F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411960" y="3028176"/>
                  <a:ext cx="115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2F35740-9B3D-3483-FDDF-5E3B0741CD9D}"/>
                    </a:ext>
                  </a:extLst>
                </p14:cNvPr>
                <p14:cNvContentPartPr/>
                <p14:nvPr/>
              </p14:nvContentPartPr>
              <p14:xfrm>
                <a:off x="6618240" y="3043296"/>
                <a:ext cx="136800" cy="39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2F35740-9B3D-3483-FDDF-5E3B0741CD9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609240" y="3034656"/>
                  <a:ext cx="154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D1F6747-44BF-2136-071B-BCF281F09388}"/>
                    </a:ext>
                  </a:extLst>
                </p14:cNvPr>
                <p14:cNvContentPartPr/>
                <p14:nvPr/>
              </p14:nvContentPartPr>
              <p14:xfrm>
                <a:off x="6728040" y="2991096"/>
                <a:ext cx="207720" cy="294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D1F6747-44BF-2136-071B-BCF281F0938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719040" y="2982096"/>
                  <a:ext cx="2253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A445804-2A8A-500E-0302-91387F3A02B9}"/>
                    </a:ext>
                  </a:extLst>
                </p14:cNvPr>
                <p14:cNvContentPartPr/>
                <p14:nvPr/>
              </p14:nvContentPartPr>
              <p14:xfrm>
                <a:off x="6978960" y="2978496"/>
                <a:ext cx="139320" cy="57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A445804-2A8A-500E-0302-91387F3A02B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970320" y="2969856"/>
                  <a:ext cx="1569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2E435D7-4C2B-F426-A4CD-D0F6F55933BE}"/>
                    </a:ext>
                  </a:extLst>
                </p14:cNvPr>
                <p14:cNvContentPartPr/>
                <p14:nvPr/>
              </p14:nvContentPartPr>
              <p14:xfrm>
                <a:off x="7135200" y="2932776"/>
                <a:ext cx="128160" cy="106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2E435D7-4C2B-F426-A4CD-D0F6F55933B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126200" y="2924136"/>
                  <a:ext cx="1458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B1D473D-BBAA-2762-D567-451639A4BD00}"/>
                    </a:ext>
                  </a:extLst>
                </p14:cNvPr>
                <p14:cNvContentPartPr/>
                <p14:nvPr/>
              </p14:nvContentPartPr>
              <p14:xfrm>
                <a:off x="7342200" y="2943216"/>
                <a:ext cx="102960" cy="45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B1D473D-BBAA-2762-D567-451639A4BD0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333200" y="2934576"/>
                  <a:ext cx="1206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C6990D0-6EE3-D97E-9F17-CAB07E4A499A}"/>
                    </a:ext>
                  </a:extLst>
                </p14:cNvPr>
                <p14:cNvContentPartPr/>
                <p14:nvPr/>
              </p14:nvContentPartPr>
              <p14:xfrm>
                <a:off x="7479000" y="2894256"/>
                <a:ext cx="156240" cy="119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C6990D0-6EE3-D97E-9F17-CAB07E4A499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470000" y="2885616"/>
                  <a:ext cx="1738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097935C-E8C7-3342-F18A-7CA2B1781A64}"/>
                    </a:ext>
                  </a:extLst>
                </p14:cNvPr>
                <p14:cNvContentPartPr/>
                <p14:nvPr/>
              </p14:nvContentPartPr>
              <p14:xfrm>
                <a:off x="7726680" y="2796336"/>
                <a:ext cx="130320" cy="250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097935C-E8C7-3342-F18A-7CA2B1781A6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718040" y="2787336"/>
                  <a:ext cx="1479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991AB75-5015-AE91-E3EF-488409E09B41}"/>
                    </a:ext>
                  </a:extLst>
                </p14:cNvPr>
                <p14:cNvContentPartPr/>
                <p14:nvPr/>
              </p14:nvContentPartPr>
              <p14:xfrm>
                <a:off x="7971480" y="2809656"/>
                <a:ext cx="2880" cy="114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991AB75-5015-AE91-E3EF-488409E09B4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962480" y="2801016"/>
                  <a:ext cx="20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38ACA61-F1C9-00A8-116D-6EB98989AE6A}"/>
                    </a:ext>
                  </a:extLst>
                </p14:cNvPr>
                <p14:cNvContentPartPr/>
                <p14:nvPr/>
              </p14:nvContentPartPr>
              <p14:xfrm>
                <a:off x="8107920" y="2790576"/>
                <a:ext cx="360" cy="93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38ACA61-F1C9-00A8-116D-6EB98989AE6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099280" y="2781936"/>
                  <a:ext cx="180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76CAF1D-BD25-CC84-784F-1783A5BE3E83}"/>
                    </a:ext>
                  </a:extLst>
                </p14:cNvPr>
                <p14:cNvContentPartPr/>
                <p14:nvPr/>
              </p14:nvContentPartPr>
              <p14:xfrm>
                <a:off x="8161560" y="2727216"/>
                <a:ext cx="54000" cy="211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76CAF1D-BD25-CC84-784F-1783A5BE3E8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152920" y="2718216"/>
                  <a:ext cx="716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E3CB480-2B66-BFEE-97E6-25C7001B8F8B}"/>
                    </a:ext>
                  </a:extLst>
                </p14:cNvPr>
                <p14:cNvContentPartPr/>
                <p14:nvPr/>
              </p14:nvContentPartPr>
              <p14:xfrm>
                <a:off x="8337240" y="2796336"/>
                <a:ext cx="7560" cy="69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E3CB480-2B66-BFEE-97E6-25C7001B8F8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328240" y="2787336"/>
                  <a:ext cx="252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0D5B1D3-B2C9-25F8-F5AF-0F598A732E8C}"/>
                    </a:ext>
                  </a:extLst>
                </p14:cNvPr>
                <p14:cNvContentPartPr/>
                <p14:nvPr/>
              </p14:nvContentPartPr>
              <p14:xfrm>
                <a:off x="8227440" y="3030336"/>
                <a:ext cx="110160" cy="123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0D5B1D3-B2C9-25F8-F5AF-0F598A732E8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218440" y="3021696"/>
                  <a:ext cx="12780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F57EA29-1625-D88D-88DB-15F2A9E03114}"/>
              </a:ext>
            </a:extLst>
          </p:cNvPr>
          <p:cNvGrpSpPr/>
          <p:nvPr/>
        </p:nvGrpSpPr>
        <p:grpSpPr>
          <a:xfrm>
            <a:off x="3689640" y="1338336"/>
            <a:ext cx="115560" cy="162720"/>
            <a:chOff x="3689640" y="1338336"/>
            <a:chExt cx="115560" cy="16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53042D4-8B98-605C-F403-18B0B4F8C27C}"/>
                    </a:ext>
                  </a:extLst>
                </p14:cNvPr>
                <p14:cNvContentPartPr/>
                <p14:nvPr/>
              </p14:nvContentPartPr>
              <p14:xfrm>
                <a:off x="3689640" y="1354176"/>
                <a:ext cx="22320" cy="146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53042D4-8B98-605C-F403-18B0B4F8C27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681000" y="1345176"/>
                  <a:ext cx="399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214CE23-D943-E5EB-8687-F58D32FA5947}"/>
                    </a:ext>
                  </a:extLst>
                </p14:cNvPr>
                <p14:cNvContentPartPr/>
                <p14:nvPr/>
              </p14:nvContentPartPr>
              <p14:xfrm>
                <a:off x="3792240" y="1338336"/>
                <a:ext cx="12960" cy="137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214CE23-D943-E5EB-8687-F58D32FA594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783240" y="1329336"/>
                  <a:ext cx="30600" cy="15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960E7CC-283D-5138-AAA7-C9C4E092066A}"/>
                  </a:ext>
                </a:extLst>
              </p14:cNvPr>
              <p14:cNvContentPartPr/>
              <p14:nvPr/>
            </p14:nvContentPartPr>
            <p14:xfrm>
              <a:off x="4077360" y="674136"/>
              <a:ext cx="127080" cy="158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960E7CC-283D-5138-AAA7-C9C4E092066A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4068720" y="665496"/>
                <a:ext cx="14472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E0254DA6-7317-4289-8DC8-A9E3E8AC67A1}"/>
              </a:ext>
            </a:extLst>
          </p:cNvPr>
          <p:cNvGrpSpPr/>
          <p:nvPr/>
        </p:nvGrpSpPr>
        <p:grpSpPr>
          <a:xfrm>
            <a:off x="4370040" y="689616"/>
            <a:ext cx="380880" cy="195480"/>
            <a:chOff x="4370040" y="689616"/>
            <a:chExt cx="380880" cy="1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FE51014-D310-B2DB-6477-0658DE29C55D}"/>
                    </a:ext>
                  </a:extLst>
                </p14:cNvPr>
                <p14:cNvContentPartPr/>
                <p14:nvPr/>
              </p14:nvContentPartPr>
              <p14:xfrm>
                <a:off x="4370040" y="689616"/>
                <a:ext cx="229680" cy="41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FE51014-D310-B2DB-6477-0658DE29C55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361400" y="680976"/>
                  <a:ext cx="247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215B88A-C48A-2798-3F9B-E9F4D2EDEACD}"/>
                    </a:ext>
                  </a:extLst>
                </p14:cNvPr>
                <p14:cNvContentPartPr/>
                <p14:nvPr/>
              </p14:nvContentPartPr>
              <p14:xfrm>
                <a:off x="4733280" y="745056"/>
                <a:ext cx="10080" cy="6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215B88A-C48A-2798-3F9B-E9F4D2EDEAC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724640" y="736056"/>
                  <a:ext cx="27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3496BAB-82D1-7D39-E145-5F5D4027372B}"/>
                    </a:ext>
                  </a:extLst>
                </p14:cNvPr>
                <p14:cNvContentPartPr/>
                <p14:nvPr/>
              </p14:nvContentPartPr>
              <p14:xfrm>
                <a:off x="4713840" y="745056"/>
                <a:ext cx="37080" cy="140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3496BAB-82D1-7D39-E145-5F5D4027372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705200" y="736056"/>
                  <a:ext cx="54720" cy="15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33DDB99-7CF2-1765-612C-3204FF301CB3}"/>
                  </a:ext>
                </a:extLst>
              </p14:cNvPr>
              <p14:cNvContentPartPr/>
              <p14:nvPr/>
            </p14:nvContentPartPr>
            <p14:xfrm>
              <a:off x="4682160" y="1034136"/>
              <a:ext cx="10080" cy="1076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33DDB99-7CF2-1765-612C-3204FF301CB3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673160" y="1025496"/>
                <a:ext cx="27720" cy="12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FC0036E6-473A-C97C-AB1F-7470ACE3B799}"/>
              </a:ext>
            </a:extLst>
          </p:cNvPr>
          <p:cNvGrpSpPr/>
          <p:nvPr/>
        </p:nvGrpSpPr>
        <p:grpSpPr>
          <a:xfrm>
            <a:off x="4338720" y="1249776"/>
            <a:ext cx="353520" cy="299520"/>
            <a:chOff x="4338720" y="1249776"/>
            <a:chExt cx="353520" cy="29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F12569A-8DA9-F3CF-5D82-C98032CEEE51}"/>
                    </a:ext>
                  </a:extLst>
                </p14:cNvPr>
                <p14:cNvContentPartPr/>
                <p14:nvPr/>
              </p14:nvContentPartPr>
              <p14:xfrm>
                <a:off x="4691880" y="1249776"/>
                <a:ext cx="360" cy="65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F12569A-8DA9-F3CF-5D82-C98032CEEE5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683240" y="1240776"/>
                  <a:ext cx="18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12816EE-7099-2DCC-324D-DDB76340B175}"/>
                    </a:ext>
                  </a:extLst>
                </p14:cNvPr>
                <p14:cNvContentPartPr/>
                <p14:nvPr/>
              </p14:nvContentPartPr>
              <p14:xfrm>
                <a:off x="4618800" y="1339776"/>
                <a:ext cx="70920" cy="28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12816EE-7099-2DCC-324D-DDB76340B17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609800" y="1331136"/>
                  <a:ext cx="88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9B52AE7-761B-7F8A-5229-DFEB5D885D0F}"/>
                    </a:ext>
                  </a:extLst>
                </p14:cNvPr>
                <p14:cNvContentPartPr/>
                <p14:nvPr/>
              </p14:nvContentPartPr>
              <p14:xfrm>
                <a:off x="4419000" y="1426896"/>
                <a:ext cx="68760" cy="38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9B52AE7-761B-7F8A-5229-DFEB5D885D0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410000" y="1417896"/>
                  <a:ext cx="864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95047EC-61FA-9CD4-3238-74A3EC889FCB}"/>
                    </a:ext>
                  </a:extLst>
                </p14:cNvPr>
                <p14:cNvContentPartPr/>
                <p14:nvPr/>
              </p14:nvContentPartPr>
              <p14:xfrm>
                <a:off x="4382280" y="1492776"/>
                <a:ext cx="2880" cy="1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95047EC-61FA-9CD4-3238-74A3EC889FC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373280" y="1483776"/>
                  <a:ext cx="205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37C0860-4FA2-C758-9B2E-F1615479DC00}"/>
                    </a:ext>
                  </a:extLst>
                </p14:cNvPr>
                <p14:cNvContentPartPr/>
                <p14:nvPr/>
              </p14:nvContentPartPr>
              <p14:xfrm>
                <a:off x="4338720" y="1407456"/>
                <a:ext cx="126360" cy="141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37C0860-4FA2-C758-9B2E-F1615479DC0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30080" y="1398456"/>
                  <a:ext cx="14400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246B2A9-C20C-8FBF-6306-77B8F82B11A1}"/>
              </a:ext>
            </a:extLst>
          </p:cNvPr>
          <p:cNvGrpSpPr/>
          <p:nvPr/>
        </p:nvGrpSpPr>
        <p:grpSpPr>
          <a:xfrm>
            <a:off x="7388640" y="702576"/>
            <a:ext cx="115200" cy="190440"/>
            <a:chOff x="7388640" y="702576"/>
            <a:chExt cx="115200" cy="19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805B5D8-4AB5-8C18-1348-6A66C1ACB5B2}"/>
                    </a:ext>
                  </a:extLst>
                </p14:cNvPr>
                <p14:cNvContentPartPr/>
                <p14:nvPr/>
              </p14:nvContentPartPr>
              <p14:xfrm>
                <a:off x="7388640" y="721296"/>
                <a:ext cx="15120" cy="164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805B5D8-4AB5-8C18-1348-6A66C1ACB5B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380000" y="712656"/>
                  <a:ext cx="327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2570D3E-0831-93AE-B1FB-BB0AA14CFF01}"/>
                    </a:ext>
                  </a:extLst>
                </p14:cNvPr>
                <p14:cNvContentPartPr/>
                <p14:nvPr/>
              </p14:nvContentPartPr>
              <p14:xfrm>
                <a:off x="7497000" y="702576"/>
                <a:ext cx="6840" cy="190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2570D3E-0831-93AE-B1FB-BB0AA14CFF0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488360" y="693936"/>
                  <a:ext cx="24480" cy="20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15EA3AF-3C20-534E-D992-4C96690D3A07}"/>
                  </a:ext>
                </a:extLst>
              </p14:cNvPr>
              <p14:cNvContentPartPr/>
              <p14:nvPr/>
            </p14:nvContentPartPr>
            <p14:xfrm>
              <a:off x="2037168" y="4549752"/>
              <a:ext cx="110160" cy="1346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15EA3AF-3C20-534E-D992-4C96690D3A07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028168" y="4541112"/>
                <a:ext cx="12780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D09AA70-E24A-062A-E96C-2E1472258BE6}"/>
                  </a:ext>
                </a:extLst>
              </p14:cNvPr>
              <p14:cNvContentPartPr/>
              <p14:nvPr/>
            </p14:nvContentPartPr>
            <p14:xfrm>
              <a:off x="2222568" y="4588992"/>
              <a:ext cx="141840" cy="576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D09AA70-E24A-062A-E96C-2E1472258BE6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2213568" y="4579992"/>
                <a:ext cx="1594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FD74374-BD2F-2016-EC99-1294BC491BC7}"/>
                  </a:ext>
                </a:extLst>
              </p14:cNvPr>
              <p14:cNvContentPartPr/>
              <p14:nvPr/>
            </p14:nvContentPartPr>
            <p14:xfrm>
              <a:off x="2337768" y="4563432"/>
              <a:ext cx="155880" cy="2448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FD74374-BD2F-2016-EC99-1294BC491BC7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2328768" y="4554432"/>
                <a:ext cx="1735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BEF5B1D2-E39A-EFEE-B052-ACED0771EE59}"/>
                  </a:ext>
                </a:extLst>
              </p14:cNvPr>
              <p14:cNvContentPartPr/>
              <p14:nvPr/>
            </p14:nvContentPartPr>
            <p14:xfrm>
              <a:off x="2530368" y="4578912"/>
              <a:ext cx="106920" cy="561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BEF5B1D2-E39A-EFEE-B052-ACED0771EE59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2521368" y="4570272"/>
                <a:ext cx="12456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270BF98A-4FFB-FC56-9F4A-ED3C0F53A30C}"/>
                  </a:ext>
                </a:extLst>
              </p14:cNvPr>
              <p14:cNvContentPartPr/>
              <p14:nvPr/>
            </p14:nvContentPartPr>
            <p14:xfrm>
              <a:off x="2688048" y="4521672"/>
              <a:ext cx="102600" cy="892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270BF98A-4FFB-FC56-9F4A-ED3C0F53A30C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2679408" y="4513032"/>
                <a:ext cx="12024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9752E179-FDE2-3107-5013-C6AB68178E3E}"/>
                  </a:ext>
                </a:extLst>
              </p14:cNvPr>
              <p14:cNvContentPartPr/>
              <p14:nvPr/>
            </p14:nvContentPartPr>
            <p14:xfrm>
              <a:off x="2851488" y="4522032"/>
              <a:ext cx="112680" cy="4572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9752E179-FDE2-3107-5013-C6AB68178E3E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2842848" y="4513392"/>
                <a:ext cx="1303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4B48FF57-E758-DD70-F29A-2203A223BE8F}"/>
                  </a:ext>
                </a:extLst>
              </p14:cNvPr>
              <p14:cNvContentPartPr/>
              <p14:nvPr/>
            </p14:nvContentPartPr>
            <p14:xfrm>
              <a:off x="3007368" y="4488912"/>
              <a:ext cx="146520" cy="7668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4B48FF57-E758-DD70-F29A-2203A223BE8F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2998728" y="4479912"/>
                <a:ext cx="1641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252B351F-BB89-1971-A914-ABA7CB66B29F}"/>
                  </a:ext>
                </a:extLst>
              </p14:cNvPr>
              <p14:cNvContentPartPr/>
              <p14:nvPr/>
            </p14:nvContentPartPr>
            <p14:xfrm>
              <a:off x="1115568" y="4582152"/>
              <a:ext cx="158760" cy="16380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252B351F-BB89-1971-A914-ABA7CB66B29F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106568" y="4573512"/>
                <a:ext cx="17640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E078243A-3BD6-AEBC-1BC5-02D4F678DDBA}"/>
                  </a:ext>
                </a:extLst>
              </p14:cNvPr>
              <p14:cNvContentPartPr/>
              <p14:nvPr/>
            </p14:nvContentPartPr>
            <p14:xfrm>
              <a:off x="1307448" y="4593672"/>
              <a:ext cx="59400" cy="9504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E078243A-3BD6-AEBC-1BC5-02D4F678DDBA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298448" y="4584672"/>
                <a:ext cx="7704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5311087D-5DF3-2FDF-C82C-11CA6F8F4D07}"/>
                  </a:ext>
                </a:extLst>
              </p14:cNvPr>
              <p14:cNvContentPartPr/>
              <p14:nvPr/>
            </p14:nvContentPartPr>
            <p14:xfrm>
              <a:off x="1481328" y="4604832"/>
              <a:ext cx="2880" cy="6552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5311087D-5DF3-2FDF-C82C-11CA6F8F4D07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472328" y="4596192"/>
                <a:ext cx="205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54C507B7-13A4-7622-1CB0-8AFC9DDAB21C}"/>
                  </a:ext>
                </a:extLst>
              </p14:cNvPr>
              <p14:cNvContentPartPr/>
              <p14:nvPr/>
            </p14:nvContentPartPr>
            <p14:xfrm>
              <a:off x="1495728" y="4467672"/>
              <a:ext cx="29520" cy="547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54C507B7-13A4-7622-1CB0-8AFC9DDAB21C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1487088" y="4458672"/>
                <a:ext cx="471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824682ED-5493-5B10-0691-62F67CC398EA}"/>
                  </a:ext>
                </a:extLst>
              </p14:cNvPr>
              <p14:cNvContentPartPr/>
              <p14:nvPr/>
            </p14:nvContentPartPr>
            <p14:xfrm>
              <a:off x="1551528" y="4411152"/>
              <a:ext cx="186120" cy="25560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824682ED-5493-5B10-0691-62F67CC398EA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1542528" y="4402152"/>
                <a:ext cx="2037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3952556C-2CF8-4F71-36BE-E6314AD5BBA2}"/>
                  </a:ext>
                </a:extLst>
              </p14:cNvPr>
              <p14:cNvContentPartPr/>
              <p14:nvPr/>
            </p14:nvContentPartPr>
            <p14:xfrm>
              <a:off x="3159288" y="4251672"/>
              <a:ext cx="173160" cy="32940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3952556C-2CF8-4F71-36BE-E6314AD5BBA2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3150288" y="4243032"/>
                <a:ext cx="19080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54D03130-9991-096E-DF55-0620EFB6B973}"/>
                  </a:ext>
                </a:extLst>
              </p14:cNvPr>
              <p14:cNvContentPartPr/>
              <p14:nvPr/>
            </p14:nvContentPartPr>
            <p14:xfrm>
              <a:off x="3378168" y="4455432"/>
              <a:ext cx="10080" cy="8424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54D03130-9991-096E-DF55-0620EFB6B973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3369168" y="4446432"/>
                <a:ext cx="2772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6C32F90A-F6AD-9D97-B485-CE4D9C00B501}"/>
                  </a:ext>
                </a:extLst>
              </p14:cNvPr>
              <p14:cNvContentPartPr/>
              <p14:nvPr/>
            </p14:nvContentPartPr>
            <p14:xfrm>
              <a:off x="3426768" y="4319712"/>
              <a:ext cx="10080" cy="10116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6C32F90A-F6AD-9D97-B485-CE4D9C00B501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3418128" y="4310712"/>
                <a:ext cx="2772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8A07EA81-5DBC-0052-7B9A-44807D232807}"/>
                  </a:ext>
                </a:extLst>
              </p14:cNvPr>
              <p14:cNvContentPartPr/>
              <p14:nvPr/>
            </p14:nvContentPartPr>
            <p14:xfrm>
              <a:off x="3482928" y="4455432"/>
              <a:ext cx="100440" cy="360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8A07EA81-5DBC-0052-7B9A-44807D232807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3474288" y="4446432"/>
                <a:ext cx="1180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01AEDD11-3A45-205A-D500-50755ABF2BA5}"/>
                  </a:ext>
                </a:extLst>
              </p14:cNvPr>
              <p14:cNvContentPartPr/>
              <p14:nvPr/>
            </p14:nvContentPartPr>
            <p14:xfrm>
              <a:off x="3658608" y="4258512"/>
              <a:ext cx="63720" cy="21816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01AEDD11-3A45-205A-D500-50755ABF2BA5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3649608" y="4249872"/>
                <a:ext cx="8136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1A5ACEDE-8284-E402-6D7A-4C5113742264}"/>
                  </a:ext>
                </a:extLst>
              </p14:cNvPr>
              <p14:cNvContentPartPr/>
              <p14:nvPr/>
            </p14:nvContentPartPr>
            <p14:xfrm>
              <a:off x="3614688" y="4367592"/>
              <a:ext cx="92880" cy="108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1A5ACEDE-8284-E402-6D7A-4C5113742264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3605688" y="4358952"/>
                <a:ext cx="11052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55EAFF48-3F01-9D08-1A38-2C356A84167F}"/>
                  </a:ext>
                </a:extLst>
              </p14:cNvPr>
              <p14:cNvContentPartPr/>
              <p14:nvPr/>
            </p14:nvContentPartPr>
            <p14:xfrm>
              <a:off x="4074768" y="4329432"/>
              <a:ext cx="137520" cy="10800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55EAFF48-3F01-9D08-1A38-2C356A84167F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4066128" y="4320792"/>
                <a:ext cx="15516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7CF0F011-D658-9549-112C-80351ECA61AB}"/>
                  </a:ext>
                </a:extLst>
              </p14:cNvPr>
              <p14:cNvContentPartPr/>
              <p14:nvPr/>
            </p14:nvContentPartPr>
            <p14:xfrm>
              <a:off x="4221648" y="4172472"/>
              <a:ext cx="339480" cy="2329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7CF0F011-D658-9549-112C-80351ECA61AB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4213008" y="4163832"/>
                <a:ext cx="35712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613AFC72-F69F-10A4-7D1E-91849B301E5E}"/>
                  </a:ext>
                </a:extLst>
              </p14:cNvPr>
              <p14:cNvContentPartPr/>
              <p14:nvPr/>
            </p14:nvContentPartPr>
            <p14:xfrm>
              <a:off x="4620528" y="4112352"/>
              <a:ext cx="108720" cy="37296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613AFC72-F69F-10A4-7D1E-91849B301E5E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4611888" y="4103712"/>
                <a:ext cx="12636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4E44F614-DC3E-3C07-9B2F-C5C63F549632}"/>
                  </a:ext>
                </a:extLst>
              </p14:cNvPr>
              <p14:cNvContentPartPr/>
              <p14:nvPr/>
            </p14:nvContentPartPr>
            <p14:xfrm>
              <a:off x="5039568" y="4000032"/>
              <a:ext cx="204480" cy="45720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4E44F614-DC3E-3C07-9B2F-C5C63F549632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5030568" y="3991392"/>
                <a:ext cx="222120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C1E9039-0391-313E-D114-5E5B39C89502}"/>
                  </a:ext>
                </a:extLst>
              </p14:cNvPr>
              <p14:cNvContentPartPr/>
              <p14:nvPr/>
            </p14:nvContentPartPr>
            <p14:xfrm>
              <a:off x="1661688" y="5115312"/>
              <a:ext cx="195480" cy="31356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C1E9039-0391-313E-D114-5E5B39C89502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1652688" y="5106312"/>
                <a:ext cx="21312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4D689374-5230-1ABA-50CC-9E62B648BEE1}"/>
                  </a:ext>
                </a:extLst>
              </p14:cNvPr>
              <p14:cNvContentPartPr/>
              <p14:nvPr/>
            </p14:nvContentPartPr>
            <p14:xfrm>
              <a:off x="1929888" y="5135472"/>
              <a:ext cx="114840" cy="5652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4D689374-5230-1ABA-50CC-9E62B648BEE1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1920888" y="5126832"/>
                <a:ext cx="13248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B0C3F7D9-5062-0097-B73C-ACFEAB9772C1}"/>
                  </a:ext>
                </a:extLst>
              </p14:cNvPr>
              <p14:cNvContentPartPr/>
              <p14:nvPr/>
            </p14:nvContentPartPr>
            <p14:xfrm>
              <a:off x="2076048" y="5091552"/>
              <a:ext cx="285480" cy="849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B0C3F7D9-5062-0097-B73C-ACFEAB9772C1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2067408" y="5082912"/>
                <a:ext cx="30312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E5649E47-F6F3-5DA2-A720-E833DD427BD9}"/>
                  </a:ext>
                </a:extLst>
              </p14:cNvPr>
              <p14:cNvContentPartPr/>
              <p14:nvPr/>
            </p14:nvContentPartPr>
            <p14:xfrm>
              <a:off x="2380968" y="5046912"/>
              <a:ext cx="119880" cy="7380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E5649E47-F6F3-5DA2-A720-E833DD427BD9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2371968" y="5037912"/>
                <a:ext cx="13752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133B125F-EA0E-773B-2FCB-75AD31C4747B}"/>
                  </a:ext>
                </a:extLst>
              </p14:cNvPr>
              <p14:cNvContentPartPr/>
              <p14:nvPr/>
            </p14:nvContentPartPr>
            <p14:xfrm>
              <a:off x="2541888" y="4911192"/>
              <a:ext cx="276120" cy="33012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133B125F-EA0E-773B-2FCB-75AD31C4747B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2532888" y="4902552"/>
                <a:ext cx="29376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3FAF19F5-7807-E0BD-0377-AC96F5097AAE}"/>
                  </a:ext>
                </a:extLst>
              </p14:cNvPr>
              <p14:cNvContentPartPr/>
              <p14:nvPr/>
            </p14:nvContentPartPr>
            <p14:xfrm>
              <a:off x="2749248" y="5000832"/>
              <a:ext cx="158760" cy="16128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3FAF19F5-7807-E0BD-0377-AC96F5097AAE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2740248" y="4991832"/>
                <a:ext cx="1764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D674F3E2-3560-AD44-1C5D-B229EAE04C8B}"/>
                  </a:ext>
                </a:extLst>
              </p14:cNvPr>
              <p14:cNvContentPartPr/>
              <p14:nvPr/>
            </p14:nvContentPartPr>
            <p14:xfrm>
              <a:off x="2929608" y="5014512"/>
              <a:ext cx="114840" cy="9000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D674F3E2-3560-AD44-1C5D-B229EAE04C8B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2920608" y="5005512"/>
                <a:ext cx="1324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BB0B21F7-A7EE-BA5A-F3D4-7EB618B08233}"/>
                  </a:ext>
                </a:extLst>
              </p14:cNvPr>
              <p14:cNvContentPartPr/>
              <p14:nvPr/>
            </p14:nvContentPartPr>
            <p14:xfrm>
              <a:off x="3063528" y="5011992"/>
              <a:ext cx="95400" cy="6264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BB0B21F7-A7EE-BA5A-F3D4-7EB618B08233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3054888" y="5003352"/>
                <a:ext cx="11304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0FA996C6-AA8B-B1D8-0086-C3FA22DAAAEA}"/>
                  </a:ext>
                </a:extLst>
              </p14:cNvPr>
              <p14:cNvContentPartPr/>
              <p14:nvPr/>
            </p14:nvContentPartPr>
            <p14:xfrm>
              <a:off x="3193128" y="4960512"/>
              <a:ext cx="78120" cy="11196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0FA996C6-AA8B-B1D8-0086-C3FA22DAAAEA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3184128" y="4951872"/>
                <a:ext cx="9576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1EA6A434-C675-4A4D-62D6-A8323CA90582}"/>
                  </a:ext>
                </a:extLst>
              </p14:cNvPr>
              <p14:cNvContentPartPr/>
              <p14:nvPr/>
            </p14:nvContentPartPr>
            <p14:xfrm>
              <a:off x="3297528" y="4852152"/>
              <a:ext cx="178560" cy="23940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1EA6A434-C675-4A4D-62D6-A8323CA90582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3288888" y="4843152"/>
                <a:ext cx="19620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DF0FF2D1-24D6-F230-6F42-A4F04E153B9B}"/>
                  </a:ext>
                </a:extLst>
              </p14:cNvPr>
              <p14:cNvContentPartPr/>
              <p14:nvPr/>
            </p14:nvContentPartPr>
            <p14:xfrm>
              <a:off x="3668328" y="4912992"/>
              <a:ext cx="95400" cy="864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DF0FF2D1-24D6-F230-6F42-A4F04E153B9B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3659328" y="4903992"/>
                <a:ext cx="1130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84DB7881-ECAD-5497-EFF3-57C93AB9A0E4}"/>
                  </a:ext>
                </a:extLst>
              </p14:cNvPr>
              <p14:cNvContentPartPr/>
              <p14:nvPr/>
            </p14:nvContentPartPr>
            <p14:xfrm>
              <a:off x="3678048" y="4948632"/>
              <a:ext cx="132120" cy="3060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84DB7881-ECAD-5497-EFF3-57C93AB9A0E4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3669408" y="4939992"/>
                <a:ext cx="1497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BC3499DB-8526-5EE2-ED5E-D04E41E883B8}"/>
                  </a:ext>
                </a:extLst>
              </p14:cNvPr>
              <p14:cNvContentPartPr/>
              <p14:nvPr/>
            </p14:nvContentPartPr>
            <p14:xfrm>
              <a:off x="3936528" y="4582152"/>
              <a:ext cx="512280" cy="37728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BC3499DB-8526-5EE2-ED5E-D04E41E883B8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3927528" y="4573512"/>
                <a:ext cx="52992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97F9700B-DDD3-E86A-60F7-B398389ED5A3}"/>
                  </a:ext>
                </a:extLst>
              </p14:cNvPr>
              <p14:cNvContentPartPr/>
              <p14:nvPr/>
            </p14:nvContentPartPr>
            <p14:xfrm>
              <a:off x="4531608" y="4774032"/>
              <a:ext cx="17280" cy="2556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97F9700B-DDD3-E86A-60F7-B398389ED5A3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4522608" y="4765032"/>
                <a:ext cx="349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881353E0-53A8-CACF-597E-EE6F2DD255AA}"/>
                  </a:ext>
                </a:extLst>
              </p14:cNvPr>
              <p14:cNvContentPartPr/>
              <p14:nvPr/>
            </p14:nvContentPartPr>
            <p14:xfrm>
              <a:off x="4458168" y="4884552"/>
              <a:ext cx="83160" cy="10944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881353E0-53A8-CACF-597E-EE6F2DD255AA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4449528" y="4875552"/>
                <a:ext cx="1008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B01318C2-6A9B-8BEE-BDB8-8DED5ABD8BB3}"/>
                  </a:ext>
                </a:extLst>
              </p14:cNvPr>
              <p14:cNvContentPartPr/>
              <p14:nvPr/>
            </p14:nvContentPartPr>
            <p14:xfrm>
              <a:off x="6460128" y="4733352"/>
              <a:ext cx="360" cy="36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B01318C2-6A9B-8BEE-BDB8-8DED5ABD8BB3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6451488" y="472435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F720854D-7908-FF3F-2A9B-21990E09751C}"/>
                  </a:ext>
                </a:extLst>
              </p14:cNvPr>
              <p14:cNvContentPartPr/>
              <p14:nvPr/>
            </p14:nvContentPartPr>
            <p14:xfrm>
              <a:off x="5921208" y="4443192"/>
              <a:ext cx="188280" cy="36324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F720854D-7908-FF3F-2A9B-21990E09751C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5912568" y="4434552"/>
                <a:ext cx="20592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A40AC9B7-39BE-59C5-41BC-58C4F7C2D392}"/>
                  </a:ext>
                </a:extLst>
              </p14:cNvPr>
              <p14:cNvContentPartPr/>
              <p14:nvPr/>
            </p14:nvContentPartPr>
            <p14:xfrm>
              <a:off x="6062328" y="4435992"/>
              <a:ext cx="168840" cy="34920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A40AC9B7-39BE-59C5-41BC-58C4F7C2D392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6053688" y="4426992"/>
                <a:ext cx="18648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76208839-A808-4480-4E88-50208F99903B}"/>
                  </a:ext>
                </a:extLst>
              </p14:cNvPr>
              <p14:cNvContentPartPr/>
              <p14:nvPr/>
            </p14:nvContentPartPr>
            <p14:xfrm>
              <a:off x="6640128" y="4428432"/>
              <a:ext cx="232920" cy="25236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76208839-A808-4480-4E88-50208F99903B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6631488" y="4419792"/>
                <a:ext cx="2505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41FBF772-6722-D272-C400-9C3693CB815B}"/>
                  </a:ext>
                </a:extLst>
              </p14:cNvPr>
              <p14:cNvContentPartPr/>
              <p14:nvPr/>
            </p14:nvContentPartPr>
            <p14:xfrm>
              <a:off x="6900408" y="4371192"/>
              <a:ext cx="257400" cy="29916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41FBF772-6722-D272-C400-9C3693CB815B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6891768" y="4362192"/>
                <a:ext cx="27504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B4416CC3-9346-3D1B-E010-89A0EE61CB92}"/>
                  </a:ext>
                </a:extLst>
              </p14:cNvPr>
              <p14:cNvContentPartPr/>
              <p14:nvPr/>
            </p14:nvContentPartPr>
            <p14:xfrm>
              <a:off x="7186608" y="4464072"/>
              <a:ext cx="51480" cy="14472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B4416CC3-9346-3D1B-E010-89A0EE61CB92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7177968" y="4455072"/>
                <a:ext cx="6912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4D1DAF08-FDD6-8FD3-CDD5-5FCE972ED52E}"/>
                  </a:ext>
                </a:extLst>
              </p14:cNvPr>
              <p14:cNvContentPartPr/>
              <p14:nvPr/>
            </p14:nvContentPartPr>
            <p14:xfrm>
              <a:off x="7311888" y="4367592"/>
              <a:ext cx="105840" cy="31212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4D1DAF08-FDD6-8FD3-CDD5-5FCE972ED52E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7302888" y="4358592"/>
                <a:ext cx="123480" cy="32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2EE5198-50E9-4C79-349B-2E17F945CF2A}"/>
              </a:ext>
            </a:extLst>
          </p:cNvPr>
          <p:cNvGrpSpPr/>
          <p:nvPr/>
        </p:nvGrpSpPr>
        <p:grpSpPr>
          <a:xfrm>
            <a:off x="1746360" y="5555376"/>
            <a:ext cx="492840" cy="176040"/>
            <a:chOff x="1746360" y="5555376"/>
            <a:chExt cx="492840" cy="17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E211D75-00D6-8ACD-2871-6AA8A7039918}"/>
                    </a:ext>
                  </a:extLst>
                </p14:cNvPr>
                <p14:cNvContentPartPr/>
                <p14:nvPr/>
              </p14:nvContentPartPr>
              <p14:xfrm>
                <a:off x="1746360" y="5609016"/>
                <a:ext cx="73440" cy="1224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E211D75-00D6-8ACD-2871-6AA8A703991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737720" y="5600016"/>
                  <a:ext cx="910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F34EEA7-E59A-C115-3F16-C016C9677AF9}"/>
                    </a:ext>
                  </a:extLst>
                </p14:cNvPr>
                <p14:cNvContentPartPr/>
                <p14:nvPr/>
              </p14:nvContentPartPr>
              <p14:xfrm>
                <a:off x="1868400" y="5615496"/>
                <a:ext cx="119880" cy="903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F34EEA7-E59A-C115-3F16-C016C9677AF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859400" y="5606856"/>
                  <a:ext cx="137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5E7216A-37BB-FD82-7280-C55C8B07AD71}"/>
                    </a:ext>
                  </a:extLst>
                </p14:cNvPr>
                <p14:cNvContentPartPr/>
                <p14:nvPr/>
              </p14:nvContentPartPr>
              <p14:xfrm>
                <a:off x="2026800" y="5605416"/>
                <a:ext cx="102600" cy="734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5E7216A-37BB-FD82-7280-C55C8B07AD7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018160" y="5596416"/>
                  <a:ext cx="1202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AE2EAF1-D4C9-9972-FC82-2F0E9BFCB616}"/>
                    </a:ext>
                  </a:extLst>
                </p14:cNvPr>
                <p14:cNvContentPartPr/>
                <p14:nvPr/>
              </p14:nvContentPartPr>
              <p14:xfrm>
                <a:off x="2163240" y="5555376"/>
                <a:ext cx="75960" cy="1076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AE2EAF1-D4C9-9972-FC82-2F0E9BFCB61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154600" y="5546736"/>
                  <a:ext cx="9360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C4346373-BD05-7CD4-8D2F-44D2E07BB662}"/>
              </a:ext>
            </a:extLst>
          </p:cNvPr>
          <p:cNvGrpSpPr/>
          <p:nvPr/>
        </p:nvGrpSpPr>
        <p:grpSpPr>
          <a:xfrm>
            <a:off x="2458440" y="5539176"/>
            <a:ext cx="134280" cy="91440"/>
            <a:chOff x="2458440" y="5539176"/>
            <a:chExt cx="134280" cy="9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BD921E1-0D0F-1386-D2F1-0ED955BD61A4}"/>
                    </a:ext>
                  </a:extLst>
                </p14:cNvPr>
                <p14:cNvContentPartPr/>
                <p14:nvPr/>
              </p14:nvContentPartPr>
              <p14:xfrm>
                <a:off x="2458440" y="5539176"/>
                <a:ext cx="119880" cy="338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BD921E1-0D0F-1386-D2F1-0ED955BD61A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449440" y="5530536"/>
                  <a:ext cx="137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478C4EF-B426-2562-D42E-62715A713C5C}"/>
                    </a:ext>
                  </a:extLst>
                </p14:cNvPr>
                <p14:cNvContentPartPr/>
                <p14:nvPr/>
              </p14:nvContentPartPr>
              <p14:xfrm>
                <a:off x="2465640" y="5595336"/>
                <a:ext cx="127080" cy="352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478C4EF-B426-2562-D42E-62715A713C5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457000" y="5586696"/>
                  <a:ext cx="14472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513CEA7-F01B-ED7A-C0E7-BE46F95FDF9D}"/>
              </a:ext>
            </a:extLst>
          </p:cNvPr>
          <p:cNvGrpSpPr/>
          <p:nvPr/>
        </p:nvGrpSpPr>
        <p:grpSpPr>
          <a:xfrm>
            <a:off x="2771640" y="5341896"/>
            <a:ext cx="659880" cy="357840"/>
            <a:chOff x="2771640" y="5341896"/>
            <a:chExt cx="659880" cy="35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4BAD6B4-68A0-010F-0ADA-6FC39633F475}"/>
                    </a:ext>
                  </a:extLst>
                </p14:cNvPr>
                <p14:cNvContentPartPr/>
                <p14:nvPr/>
              </p14:nvContentPartPr>
              <p14:xfrm>
                <a:off x="2916720" y="5397336"/>
                <a:ext cx="271080" cy="1310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4BAD6B4-68A0-010F-0ADA-6FC39633F47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908080" y="5388696"/>
                  <a:ext cx="2887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DE02DDB-2C38-CCEB-5CC4-865C7714B141}"/>
                    </a:ext>
                  </a:extLst>
                </p14:cNvPr>
                <p14:cNvContentPartPr/>
                <p14:nvPr/>
              </p14:nvContentPartPr>
              <p14:xfrm>
                <a:off x="3201480" y="5413176"/>
                <a:ext cx="120240" cy="712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DE02DDB-2C38-CCEB-5CC4-865C7714B14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192840" y="5404536"/>
                  <a:ext cx="137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BCF7ECE-65E3-7CC1-F929-3B6EFFA2B9F5}"/>
                    </a:ext>
                  </a:extLst>
                </p14:cNvPr>
                <p14:cNvContentPartPr/>
                <p14:nvPr/>
              </p14:nvContentPartPr>
              <p14:xfrm>
                <a:off x="3350520" y="5379336"/>
                <a:ext cx="81000" cy="1011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BCF7ECE-65E3-7CC1-F929-3B6EFFA2B9F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341520" y="5370336"/>
                  <a:ext cx="98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490A1F0-DA5D-8C5F-A1F8-1DB005C3AED4}"/>
                    </a:ext>
                  </a:extLst>
                </p14:cNvPr>
                <p14:cNvContentPartPr/>
                <p14:nvPr/>
              </p14:nvContentPartPr>
              <p14:xfrm>
                <a:off x="2771640" y="5341896"/>
                <a:ext cx="174600" cy="3578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490A1F0-DA5D-8C5F-A1F8-1DB005C3AED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763000" y="5332896"/>
                  <a:ext cx="192240" cy="37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901ABAE-BBAE-4BBC-7783-D32F800C4D4B}"/>
              </a:ext>
            </a:extLst>
          </p:cNvPr>
          <p:cNvGrpSpPr/>
          <p:nvPr/>
        </p:nvGrpSpPr>
        <p:grpSpPr>
          <a:xfrm>
            <a:off x="3636000" y="5119056"/>
            <a:ext cx="966600" cy="413280"/>
            <a:chOff x="3636000" y="5119056"/>
            <a:chExt cx="966600" cy="41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CF93D04-8F74-8A7C-6895-504DF6C466A4}"/>
                    </a:ext>
                  </a:extLst>
                </p14:cNvPr>
                <p14:cNvContentPartPr/>
                <p14:nvPr/>
              </p14:nvContentPartPr>
              <p14:xfrm>
                <a:off x="3672720" y="5335776"/>
                <a:ext cx="16920" cy="928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CF93D04-8F74-8A7C-6895-504DF6C466A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663720" y="5327136"/>
                  <a:ext cx="345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9224824-2C57-CD15-B173-A7DD201BF5F2}"/>
                    </a:ext>
                  </a:extLst>
                </p14:cNvPr>
                <p14:cNvContentPartPr/>
                <p14:nvPr/>
              </p14:nvContentPartPr>
              <p14:xfrm>
                <a:off x="3636000" y="5358096"/>
                <a:ext cx="107640" cy="255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9224824-2C57-CD15-B173-A7DD201BF5F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627360" y="5349096"/>
                  <a:ext cx="125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BA9C23F-20AC-8350-3889-00F61AE9D1F7}"/>
                    </a:ext>
                  </a:extLst>
                </p14:cNvPr>
                <p14:cNvContentPartPr/>
                <p14:nvPr/>
              </p14:nvContentPartPr>
              <p14:xfrm>
                <a:off x="3880080" y="5276736"/>
                <a:ext cx="19800" cy="1105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BA9C23F-20AC-8350-3889-00F61AE9D1F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871080" y="5268096"/>
                  <a:ext cx="374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4496A6E-2EF1-9FD3-93B6-89291AE24A41}"/>
                    </a:ext>
                  </a:extLst>
                </p14:cNvPr>
                <p14:cNvContentPartPr/>
                <p14:nvPr/>
              </p14:nvContentPartPr>
              <p14:xfrm>
                <a:off x="4001760" y="5156496"/>
                <a:ext cx="191160" cy="3758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4496A6E-2EF1-9FD3-93B6-89291AE24A4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993120" y="5147496"/>
                  <a:ext cx="20880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106454A-D281-7C63-63A0-886EBF61C47C}"/>
                    </a:ext>
                  </a:extLst>
                </p14:cNvPr>
                <p14:cNvContentPartPr/>
                <p14:nvPr/>
              </p14:nvContentPartPr>
              <p14:xfrm>
                <a:off x="4362480" y="5170176"/>
                <a:ext cx="100080" cy="914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106454A-D281-7C63-63A0-886EBF61C47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353840" y="5161536"/>
                  <a:ext cx="1177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CA70E6C-C8CA-F573-2028-06D3D1044EFE}"/>
                    </a:ext>
                  </a:extLst>
                </p14:cNvPr>
                <p14:cNvContentPartPr/>
                <p14:nvPr/>
              </p14:nvContentPartPr>
              <p14:xfrm>
                <a:off x="4425840" y="5119056"/>
                <a:ext cx="176760" cy="2768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CA70E6C-C8CA-F573-2028-06D3D1044EF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417200" y="5110056"/>
                  <a:ext cx="1944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099BE8D-9A9D-08A9-90DE-67DD9E519B10}"/>
                    </a:ext>
                  </a:extLst>
                </p14:cNvPr>
                <p14:cNvContentPartPr/>
                <p14:nvPr/>
              </p14:nvContentPartPr>
              <p14:xfrm>
                <a:off x="4509000" y="5327136"/>
                <a:ext cx="86760" cy="835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099BE8D-9A9D-08A9-90DE-67DD9E519B1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500360" y="5318496"/>
                  <a:ext cx="10440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1710D49C-DF5D-55D3-0011-7A05D3A31E9C}"/>
              </a:ext>
            </a:extLst>
          </p:cNvPr>
          <p:cNvGrpSpPr/>
          <p:nvPr/>
        </p:nvGrpSpPr>
        <p:grpSpPr>
          <a:xfrm>
            <a:off x="4818600" y="5108616"/>
            <a:ext cx="395640" cy="432000"/>
            <a:chOff x="4818600" y="5108616"/>
            <a:chExt cx="39564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43AF547-12D9-23E8-4478-FF02FB4F2436}"/>
                    </a:ext>
                  </a:extLst>
                </p14:cNvPr>
                <p14:cNvContentPartPr/>
                <p14:nvPr/>
              </p14:nvContentPartPr>
              <p14:xfrm>
                <a:off x="4818600" y="5124816"/>
                <a:ext cx="244080" cy="1368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43AF547-12D9-23E8-4478-FF02FB4F243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809960" y="5115816"/>
                  <a:ext cx="2617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3667B6C-4F73-0EB8-3DDA-4382AE4E5106}"/>
                    </a:ext>
                  </a:extLst>
                </p14:cNvPr>
                <p14:cNvContentPartPr/>
                <p14:nvPr/>
              </p14:nvContentPartPr>
              <p14:xfrm>
                <a:off x="5186880" y="5108616"/>
                <a:ext cx="6120" cy="291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3667B6C-4F73-0EB8-3DDA-4382AE4E510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178240" y="5099616"/>
                  <a:ext cx="237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DD4EC9E1-6D15-F88C-45AF-256A0D581E3F}"/>
                    </a:ext>
                  </a:extLst>
                </p14:cNvPr>
                <p14:cNvContentPartPr/>
                <p14:nvPr/>
              </p14:nvContentPartPr>
              <p14:xfrm>
                <a:off x="5050440" y="5253336"/>
                <a:ext cx="163800" cy="2872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DD4EC9E1-6D15-F88C-45AF-256A0D581E3F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041440" y="5244336"/>
                  <a:ext cx="18144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164301F6-ED0A-9552-9504-A04E91BD180A}"/>
              </a:ext>
            </a:extLst>
          </p:cNvPr>
          <p:cNvGrpSpPr/>
          <p:nvPr/>
        </p:nvGrpSpPr>
        <p:grpSpPr>
          <a:xfrm>
            <a:off x="5901840" y="4949136"/>
            <a:ext cx="282600" cy="373320"/>
            <a:chOff x="5901840" y="4949136"/>
            <a:chExt cx="28260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A7509C8-4110-4436-4043-F5F42106796B}"/>
                    </a:ext>
                  </a:extLst>
                </p14:cNvPr>
                <p14:cNvContentPartPr/>
                <p14:nvPr/>
              </p14:nvContentPartPr>
              <p14:xfrm>
                <a:off x="5901840" y="5011776"/>
                <a:ext cx="133920" cy="3106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A7509C8-4110-4436-4043-F5F42106796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892840" y="5003136"/>
                  <a:ext cx="1515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40CD72F-C409-5FEF-2EFC-87C9E30B9F5B}"/>
                    </a:ext>
                  </a:extLst>
                </p14:cNvPr>
                <p14:cNvContentPartPr/>
                <p14:nvPr/>
              </p14:nvContentPartPr>
              <p14:xfrm>
                <a:off x="6057360" y="4949136"/>
                <a:ext cx="127080" cy="3466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40CD72F-C409-5FEF-2EFC-87C9E30B9F5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048360" y="4940496"/>
                  <a:ext cx="144720" cy="36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0E4EAE11-9AE3-EF19-2567-1232DEE3DCE3}"/>
              </a:ext>
            </a:extLst>
          </p:cNvPr>
          <p:cNvGrpSpPr/>
          <p:nvPr/>
        </p:nvGrpSpPr>
        <p:grpSpPr>
          <a:xfrm>
            <a:off x="6698520" y="4759776"/>
            <a:ext cx="1139400" cy="382320"/>
            <a:chOff x="6698520" y="4759776"/>
            <a:chExt cx="113940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AD4C887F-C696-CF7D-22F2-2F29016FD255}"/>
                    </a:ext>
                  </a:extLst>
                </p14:cNvPr>
                <p14:cNvContentPartPr/>
                <p14:nvPr/>
              </p14:nvContentPartPr>
              <p14:xfrm>
                <a:off x="6698520" y="5025816"/>
                <a:ext cx="251640" cy="1162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AD4C887F-C696-CF7D-22F2-2F29016FD255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689880" y="5016816"/>
                  <a:ext cx="269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816D59B-0BAD-ED98-D384-992E0550ADE7}"/>
                    </a:ext>
                  </a:extLst>
                </p14:cNvPr>
                <p14:cNvContentPartPr/>
                <p14:nvPr/>
              </p14:nvContentPartPr>
              <p14:xfrm>
                <a:off x="7059240" y="5003496"/>
                <a:ext cx="56880" cy="684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816D59B-0BAD-ED98-D384-992E0550ADE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050240" y="4994496"/>
                  <a:ext cx="745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D9454E9-91FD-0392-4B2F-9CD35A5AA097}"/>
                    </a:ext>
                  </a:extLst>
                </p14:cNvPr>
                <p14:cNvContentPartPr/>
                <p14:nvPr/>
              </p14:nvContentPartPr>
              <p14:xfrm>
                <a:off x="7173360" y="4826376"/>
                <a:ext cx="237600" cy="258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D9454E9-91FD-0392-4B2F-9CD35A5AA09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164720" y="4817736"/>
                  <a:ext cx="2552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926C6DF-BD6B-2C38-53FB-4277C663CDA2}"/>
                    </a:ext>
                  </a:extLst>
                </p14:cNvPr>
                <p14:cNvContentPartPr/>
                <p14:nvPr/>
              </p14:nvContentPartPr>
              <p14:xfrm>
                <a:off x="7444800" y="4985136"/>
                <a:ext cx="141840" cy="579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926C6DF-BD6B-2C38-53FB-4277C663CDA2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435800" y="4976136"/>
                  <a:ext cx="1594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01F6C36-1CBB-D96F-B4AC-CF8B9614BAD8}"/>
                    </a:ext>
                  </a:extLst>
                </p14:cNvPr>
                <p14:cNvContentPartPr/>
                <p14:nvPr/>
              </p14:nvContentPartPr>
              <p14:xfrm>
                <a:off x="7664040" y="4759776"/>
                <a:ext cx="54000" cy="2502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01F6C36-1CBB-D96F-B4AC-CF8B9614BAD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655400" y="4751136"/>
                  <a:ext cx="716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13A7E12-68CC-823E-0EA8-60D87F52360B}"/>
                    </a:ext>
                  </a:extLst>
                </p14:cNvPr>
                <p14:cNvContentPartPr/>
                <p14:nvPr/>
              </p14:nvContentPartPr>
              <p14:xfrm>
                <a:off x="7749360" y="4941936"/>
                <a:ext cx="88560" cy="745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13A7E12-68CC-823E-0EA8-60D87F52360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740360" y="4932936"/>
                  <a:ext cx="10620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FC50DFBB-7262-9270-43E3-43583E88E232}"/>
              </a:ext>
            </a:extLst>
          </p:cNvPr>
          <p:cNvGrpSpPr/>
          <p:nvPr/>
        </p:nvGrpSpPr>
        <p:grpSpPr>
          <a:xfrm>
            <a:off x="8390880" y="4768776"/>
            <a:ext cx="202680" cy="228600"/>
            <a:chOff x="8390880" y="4768776"/>
            <a:chExt cx="20268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BD12A65-BE73-23F4-9B8A-50C9172E0246}"/>
                    </a:ext>
                  </a:extLst>
                </p14:cNvPr>
                <p14:cNvContentPartPr/>
                <p14:nvPr/>
              </p14:nvContentPartPr>
              <p14:xfrm>
                <a:off x="8390880" y="4768776"/>
                <a:ext cx="183240" cy="2286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BD12A65-BE73-23F4-9B8A-50C9172E024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381880" y="4759776"/>
                  <a:ext cx="2008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A5A1AC1-62D7-9EA2-3494-318828247161}"/>
                    </a:ext>
                  </a:extLst>
                </p14:cNvPr>
                <p14:cNvContentPartPr/>
                <p14:nvPr/>
              </p14:nvContentPartPr>
              <p14:xfrm>
                <a:off x="8515080" y="4907736"/>
                <a:ext cx="78480" cy="817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A5A1AC1-62D7-9EA2-3494-31882824716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506440" y="4899096"/>
                  <a:ext cx="9612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22178B34-E447-10A6-3548-3416EE082118}"/>
              </a:ext>
            </a:extLst>
          </p:cNvPr>
          <p:cNvGrpSpPr/>
          <p:nvPr/>
        </p:nvGrpSpPr>
        <p:grpSpPr>
          <a:xfrm>
            <a:off x="1652760" y="5822856"/>
            <a:ext cx="1386360" cy="309960"/>
            <a:chOff x="1652760" y="5822856"/>
            <a:chExt cx="1386360" cy="3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6C4CA2D-E9D1-F491-4C11-E8EABF7EA59C}"/>
                    </a:ext>
                  </a:extLst>
                </p14:cNvPr>
                <p14:cNvContentPartPr/>
                <p14:nvPr/>
              </p14:nvContentPartPr>
              <p14:xfrm>
                <a:off x="1652760" y="6034536"/>
                <a:ext cx="132840" cy="982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6C4CA2D-E9D1-F491-4C11-E8EABF7EA59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644120" y="6025536"/>
                  <a:ext cx="150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A8665DF-4A71-4DB2-F8FA-37F4D9E8CB78}"/>
                    </a:ext>
                  </a:extLst>
                </p14:cNvPr>
                <p14:cNvContentPartPr/>
                <p14:nvPr/>
              </p14:nvContentPartPr>
              <p14:xfrm>
                <a:off x="1816200" y="5960376"/>
                <a:ext cx="301320" cy="1418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A8665DF-4A71-4DB2-F8FA-37F4D9E8CB78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807560" y="5951376"/>
                  <a:ext cx="3189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CA2CD0C-BE0B-2DF3-3E0A-7BDC01815FE6}"/>
                    </a:ext>
                  </a:extLst>
                </p14:cNvPr>
                <p14:cNvContentPartPr/>
                <p14:nvPr/>
              </p14:nvContentPartPr>
              <p14:xfrm>
                <a:off x="2195280" y="5990256"/>
                <a:ext cx="68760" cy="597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CA2CD0C-BE0B-2DF3-3E0A-7BDC01815FE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186280" y="5981616"/>
                  <a:ext cx="86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1E333C8F-E6CA-884F-86BB-F18F1C67A988}"/>
                    </a:ext>
                  </a:extLst>
                </p14:cNvPr>
                <p14:cNvContentPartPr/>
                <p14:nvPr/>
              </p14:nvContentPartPr>
              <p14:xfrm>
                <a:off x="2404800" y="5822856"/>
                <a:ext cx="81000" cy="2012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1E333C8F-E6CA-884F-86BB-F18F1C67A98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395800" y="5814216"/>
                  <a:ext cx="986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BB98219-68AD-852F-DED8-848182BD256E}"/>
                    </a:ext>
                  </a:extLst>
                </p14:cNvPr>
                <p14:cNvContentPartPr/>
                <p14:nvPr/>
              </p14:nvContentPartPr>
              <p14:xfrm>
                <a:off x="2329200" y="5928696"/>
                <a:ext cx="158760" cy="306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BB98219-68AD-852F-DED8-848182BD256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320560" y="5919696"/>
                  <a:ext cx="176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D5F88E0-433F-3A6C-B3CF-EE3339F76310}"/>
                    </a:ext>
                  </a:extLst>
                </p14:cNvPr>
                <p14:cNvContentPartPr/>
                <p14:nvPr/>
              </p14:nvContentPartPr>
              <p14:xfrm>
                <a:off x="2658240" y="5864256"/>
                <a:ext cx="12600" cy="1303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D5F88E0-433F-3A6C-B3CF-EE3339F7631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649600" y="5855616"/>
                  <a:ext cx="302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A552BE2-4865-1378-7283-B67B070587C9}"/>
                    </a:ext>
                  </a:extLst>
                </p14:cNvPr>
                <p14:cNvContentPartPr/>
                <p14:nvPr/>
              </p14:nvContentPartPr>
              <p14:xfrm>
                <a:off x="2587680" y="5909976"/>
                <a:ext cx="166320" cy="435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A552BE2-4865-1378-7283-B67B070587C9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578680" y="5900976"/>
                  <a:ext cx="1839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BF678FE-630C-2A70-BCEE-65D37A72BFDC}"/>
                    </a:ext>
                  </a:extLst>
                </p14:cNvPr>
                <p14:cNvContentPartPr/>
                <p14:nvPr/>
              </p14:nvContentPartPr>
              <p14:xfrm>
                <a:off x="2843640" y="5864256"/>
                <a:ext cx="10080" cy="1036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BF678FE-630C-2A70-BCEE-65D37A72BFD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835000" y="5855616"/>
                  <a:ext cx="27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6CCC3B9-E454-6411-0A52-6017E10410E6}"/>
                    </a:ext>
                  </a:extLst>
                </p14:cNvPr>
                <p14:cNvContentPartPr/>
                <p14:nvPr/>
              </p14:nvContentPartPr>
              <p14:xfrm>
                <a:off x="2758320" y="5900256"/>
                <a:ext cx="173520" cy="644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6CCC3B9-E454-6411-0A52-6017E10410E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749680" y="5891256"/>
                  <a:ext cx="1911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BF9D594-49FC-4CD3-7D10-04C0BD142F16}"/>
                    </a:ext>
                  </a:extLst>
                </p14:cNvPr>
                <p14:cNvContentPartPr/>
                <p14:nvPr/>
              </p14:nvContentPartPr>
              <p14:xfrm>
                <a:off x="3009600" y="5848776"/>
                <a:ext cx="22320" cy="295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BF9D594-49FC-4CD3-7D10-04C0BD142F16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000600" y="5840136"/>
                  <a:ext cx="39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0D60A44-30C0-A933-E7EB-01C1AE0C610A}"/>
                    </a:ext>
                  </a:extLst>
                </p14:cNvPr>
                <p14:cNvContentPartPr/>
                <p14:nvPr/>
              </p14:nvContentPartPr>
              <p14:xfrm>
                <a:off x="2938680" y="5955336"/>
                <a:ext cx="100440" cy="1612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0D60A44-30C0-A933-E7EB-01C1AE0C610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930040" y="5946696"/>
                  <a:ext cx="118080" cy="17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6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BB8ABA4B-3F46-2F2B-BAC0-F8654D23875E}"/>
                  </a:ext>
                </a:extLst>
              </p14:cNvPr>
              <p14:cNvContentPartPr/>
              <p14:nvPr/>
            </p14:nvContentPartPr>
            <p14:xfrm>
              <a:off x="1035000" y="6308856"/>
              <a:ext cx="242280" cy="49932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BB8ABA4B-3F46-2F2B-BAC0-F8654D23875E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1026000" y="6300216"/>
                <a:ext cx="259920" cy="51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623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0CA7A0-0E5A-8139-8636-CB6CEF305E2B}"/>
                  </a:ext>
                </a:extLst>
              </p14:cNvPr>
              <p14:cNvContentPartPr/>
              <p14:nvPr/>
            </p14:nvContentPartPr>
            <p14:xfrm>
              <a:off x="669744" y="1123200"/>
              <a:ext cx="5400" cy="85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0CA7A0-0E5A-8139-8636-CB6CEF305E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1104" y="1114560"/>
                <a:ext cx="230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FF84C58-1F71-8C4D-F316-0383D7BF308B}"/>
                  </a:ext>
                </a:extLst>
              </p14:cNvPr>
              <p14:cNvContentPartPr/>
              <p14:nvPr/>
            </p14:nvContentPartPr>
            <p14:xfrm>
              <a:off x="725904" y="977040"/>
              <a:ext cx="37080" cy="52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FF84C58-1F71-8C4D-F316-0383D7BF30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6904" y="968040"/>
                <a:ext cx="5472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B769FAC-D305-770B-134F-8250AD0F15E2}"/>
                  </a:ext>
                </a:extLst>
              </p14:cNvPr>
              <p14:cNvContentPartPr/>
              <p14:nvPr/>
            </p14:nvContentPartPr>
            <p14:xfrm>
              <a:off x="791784" y="1110960"/>
              <a:ext cx="124560" cy="61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B769FAC-D305-770B-134F-8250AD0F15E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2784" y="1102320"/>
                <a:ext cx="14220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7055FAB-A5FE-ED47-ACBF-9F589C7CBC02}"/>
                  </a:ext>
                </a:extLst>
              </p14:cNvPr>
              <p14:cNvContentPartPr/>
              <p14:nvPr/>
            </p14:nvContentPartPr>
            <p14:xfrm>
              <a:off x="995544" y="990720"/>
              <a:ext cx="62280" cy="128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7055FAB-A5FE-ED47-ACBF-9F589C7CBC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86904" y="982080"/>
                <a:ext cx="799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CA7366F-069A-7DD3-6F0D-9C53B14CE13B}"/>
                  </a:ext>
                </a:extLst>
              </p14:cNvPr>
              <p14:cNvContentPartPr/>
              <p14:nvPr/>
            </p14:nvContentPartPr>
            <p14:xfrm>
              <a:off x="989064" y="1043640"/>
              <a:ext cx="158760" cy="7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CA7366F-069A-7DD3-6F0D-9C53B14CE13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0424" y="1034640"/>
                <a:ext cx="1764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44143D9-8C61-75CA-C081-79C9D86342F8}"/>
                  </a:ext>
                </a:extLst>
              </p14:cNvPr>
              <p14:cNvContentPartPr/>
              <p14:nvPr/>
            </p14:nvContentPartPr>
            <p14:xfrm>
              <a:off x="3651624" y="549000"/>
              <a:ext cx="154080" cy="460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44143D9-8C61-75CA-C081-79C9D86342F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42984" y="540000"/>
                <a:ext cx="17172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357CB6A-81FB-8923-D6A3-2E0D68FF5354}"/>
                  </a:ext>
                </a:extLst>
              </p14:cNvPr>
              <p14:cNvContentPartPr/>
              <p14:nvPr/>
            </p14:nvContentPartPr>
            <p14:xfrm>
              <a:off x="1491264" y="824760"/>
              <a:ext cx="214560" cy="256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357CB6A-81FB-8923-D6A3-2E0D68FF535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82264" y="816120"/>
                <a:ext cx="2322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40E0484-E065-D0D6-B9AA-BBF53495394E}"/>
                  </a:ext>
                </a:extLst>
              </p14:cNvPr>
              <p14:cNvContentPartPr/>
              <p14:nvPr/>
            </p14:nvContentPartPr>
            <p14:xfrm>
              <a:off x="1710864" y="966600"/>
              <a:ext cx="178200" cy="69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40E0484-E065-D0D6-B9AA-BBF53495394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02224" y="957600"/>
                <a:ext cx="1958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D65658C-3B14-5FB5-7B04-6F47DB6E4832}"/>
                  </a:ext>
                </a:extLst>
              </p14:cNvPr>
              <p14:cNvContentPartPr/>
              <p14:nvPr/>
            </p14:nvContentPartPr>
            <p14:xfrm>
              <a:off x="1820304" y="942120"/>
              <a:ext cx="188280" cy="335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D65658C-3B14-5FB5-7B04-6F47DB6E483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11304" y="933480"/>
                <a:ext cx="20592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AA9CC8C-7571-8968-1147-4F1DB15E3EC0}"/>
                  </a:ext>
                </a:extLst>
              </p14:cNvPr>
              <p14:cNvContentPartPr/>
              <p14:nvPr/>
            </p14:nvContentPartPr>
            <p14:xfrm>
              <a:off x="2069424" y="961560"/>
              <a:ext cx="139320" cy="60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AA9CC8C-7571-8968-1147-4F1DB15E3EC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60424" y="952560"/>
                <a:ext cx="1569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EAFF0E6-4712-BAC1-17B5-FA4A17D46058}"/>
                  </a:ext>
                </a:extLst>
              </p14:cNvPr>
              <p14:cNvContentPartPr/>
              <p14:nvPr/>
            </p14:nvContentPartPr>
            <p14:xfrm>
              <a:off x="2244744" y="900360"/>
              <a:ext cx="302760" cy="94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EAFF0E6-4712-BAC1-17B5-FA4A17D4605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36104" y="891720"/>
                <a:ext cx="32040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18BDD95-E6C6-D144-D271-97AEB93707DB}"/>
                  </a:ext>
                </a:extLst>
              </p14:cNvPr>
              <p14:cNvContentPartPr/>
              <p14:nvPr/>
            </p14:nvContentPartPr>
            <p14:xfrm>
              <a:off x="2585304" y="878760"/>
              <a:ext cx="113400" cy="102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18BDD95-E6C6-D144-D271-97AEB93707D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76664" y="870120"/>
                <a:ext cx="1310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B62ACFE-8C17-0979-5995-80BAC235A998}"/>
                  </a:ext>
                </a:extLst>
              </p14:cNvPr>
              <p14:cNvContentPartPr/>
              <p14:nvPr/>
            </p14:nvContentPartPr>
            <p14:xfrm>
              <a:off x="2821824" y="678240"/>
              <a:ext cx="174240" cy="301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B62ACFE-8C17-0979-5995-80BAC235A99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13184" y="669600"/>
                <a:ext cx="19188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D2CAEE5-B965-466B-60B8-7CC5573ECA22}"/>
                  </a:ext>
                </a:extLst>
              </p14:cNvPr>
              <p14:cNvContentPartPr/>
              <p14:nvPr/>
            </p14:nvContentPartPr>
            <p14:xfrm>
              <a:off x="3091104" y="692640"/>
              <a:ext cx="97920" cy="2912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D2CAEE5-B965-466B-60B8-7CC5573ECA2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82104" y="683640"/>
                <a:ext cx="11556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BE7AEB2-D458-6194-B79B-3B9547527385}"/>
                  </a:ext>
                </a:extLst>
              </p14:cNvPr>
              <p14:cNvContentPartPr/>
              <p14:nvPr/>
            </p14:nvContentPartPr>
            <p14:xfrm>
              <a:off x="1513224" y="1443240"/>
              <a:ext cx="190440" cy="1663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BE7AEB2-D458-6194-B79B-3B954752738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504584" y="1434240"/>
                <a:ext cx="20808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206D497-C931-3D57-1E48-E9303C755E5F}"/>
                  </a:ext>
                </a:extLst>
              </p14:cNvPr>
              <p14:cNvContentPartPr/>
              <p14:nvPr/>
            </p14:nvContentPartPr>
            <p14:xfrm>
              <a:off x="1737864" y="1445760"/>
              <a:ext cx="163800" cy="892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206D497-C931-3D57-1E48-E9303C755E5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28864" y="1437120"/>
                <a:ext cx="18144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A0A9649-5A8E-8E61-4128-A5F7C68B25A5}"/>
                  </a:ext>
                </a:extLst>
              </p14:cNvPr>
              <p14:cNvContentPartPr/>
              <p14:nvPr/>
            </p14:nvContentPartPr>
            <p14:xfrm>
              <a:off x="1939104" y="1314360"/>
              <a:ext cx="140400" cy="2109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A0A9649-5A8E-8E61-4128-A5F7C68B25A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30104" y="1305360"/>
                <a:ext cx="1580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3A17EF9-9C7A-57B2-0601-320021020939}"/>
                  </a:ext>
                </a:extLst>
              </p14:cNvPr>
              <p14:cNvContentPartPr/>
              <p14:nvPr/>
            </p14:nvContentPartPr>
            <p14:xfrm>
              <a:off x="2244744" y="1396440"/>
              <a:ext cx="134640" cy="18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3A17EF9-9C7A-57B2-0601-32002102093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236104" y="1387440"/>
                <a:ext cx="152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F309F62-1AA1-C1D9-FCFF-3D0305F8355D}"/>
                  </a:ext>
                </a:extLst>
              </p14:cNvPr>
              <p14:cNvContentPartPr/>
              <p14:nvPr/>
            </p14:nvContentPartPr>
            <p14:xfrm>
              <a:off x="2303424" y="1433880"/>
              <a:ext cx="114840" cy="262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F309F62-1AA1-C1D9-FCFF-3D0305F8355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94424" y="1424880"/>
                <a:ext cx="1324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AE29E39-38AF-F328-C65D-E3E2EE7838AC}"/>
                  </a:ext>
                </a:extLst>
              </p14:cNvPr>
              <p14:cNvContentPartPr/>
              <p14:nvPr/>
            </p14:nvContentPartPr>
            <p14:xfrm>
              <a:off x="2527704" y="1332000"/>
              <a:ext cx="229680" cy="3031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AE29E39-38AF-F328-C65D-E3E2EE7838A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519064" y="1323000"/>
                <a:ext cx="24732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D6A355D-C15A-6677-98F3-8B10D264EACA}"/>
                  </a:ext>
                </a:extLst>
              </p14:cNvPr>
              <p14:cNvContentPartPr/>
              <p14:nvPr/>
            </p14:nvContentPartPr>
            <p14:xfrm>
              <a:off x="2788704" y="1346040"/>
              <a:ext cx="163800" cy="576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D6A355D-C15A-6677-98F3-8B10D264EAC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79704" y="1337040"/>
                <a:ext cx="1814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2FE3BC3-E8B7-6F57-780A-4B2ECB82B053}"/>
                  </a:ext>
                </a:extLst>
              </p14:cNvPr>
              <p14:cNvContentPartPr/>
              <p14:nvPr/>
            </p14:nvContentPartPr>
            <p14:xfrm>
              <a:off x="2974824" y="1276200"/>
              <a:ext cx="121320" cy="957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2FE3BC3-E8B7-6F57-780A-4B2ECB82B05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966184" y="1267200"/>
                <a:ext cx="1389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E1A84C9-FC2F-5C4A-34EB-7706E66893EB}"/>
                  </a:ext>
                </a:extLst>
              </p14:cNvPr>
              <p14:cNvContentPartPr/>
              <p14:nvPr/>
            </p14:nvContentPartPr>
            <p14:xfrm>
              <a:off x="3139704" y="1271520"/>
              <a:ext cx="137160" cy="565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E1A84C9-FC2F-5C4A-34EB-7706E66893E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130704" y="1262520"/>
                <a:ext cx="15480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10B6E3C-17BB-8420-3BC4-AA06F1CDB8F2}"/>
                  </a:ext>
                </a:extLst>
              </p14:cNvPr>
              <p14:cNvContentPartPr/>
              <p14:nvPr/>
            </p14:nvContentPartPr>
            <p14:xfrm>
              <a:off x="3295584" y="1210680"/>
              <a:ext cx="108360" cy="1069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10B6E3C-17BB-8420-3BC4-AA06F1CDB8F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286584" y="1202040"/>
                <a:ext cx="12600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ED3AF04-E7BA-E315-1E57-2F9694947151}"/>
                  </a:ext>
                </a:extLst>
              </p14:cNvPr>
              <p14:cNvContentPartPr/>
              <p14:nvPr/>
            </p14:nvContentPartPr>
            <p14:xfrm>
              <a:off x="3488544" y="1093320"/>
              <a:ext cx="161280" cy="2887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ED3AF04-E7BA-E315-1E57-2F969494715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479544" y="1084320"/>
                <a:ext cx="17892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27CB0D0-99C6-37B4-2E48-A1B487723859}"/>
                  </a:ext>
                </a:extLst>
              </p14:cNvPr>
              <p14:cNvContentPartPr/>
              <p14:nvPr/>
            </p14:nvContentPartPr>
            <p14:xfrm>
              <a:off x="3771144" y="1062360"/>
              <a:ext cx="139680" cy="2660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27CB0D0-99C6-37B4-2E48-A1B48772385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762504" y="1053360"/>
                <a:ext cx="15732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CF2F390-F375-6B09-149D-07E2B58F6FCA}"/>
                  </a:ext>
                </a:extLst>
              </p14:cNvPr>
              <p14:cNvContentPartPr/>
              <p14:nvPr/>
            </p14:nvContentPartPr>
            <p14:xfrm>
              <a:off x="3717504" y="1193040"/>
              <a:ext cx="287640" cy="1018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CF2F390-F375-6B09-149D-07E2B58F6FC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708864" y="1184400"/>
                <a:ext cx="30528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7117D37-7995-615C-9FAA-2E7C29DA2307}"/>
                  </a:ext>
                </a:extLst>
              </p14:cNvPr>
              <p14:cNvContentPartPr/>
              <p14:nvPr/>
            </p14:nvContentPartPr>
            <p14:xfrm>
              <a:off x="4022424" y="1166760"/>
              <a:ext cx="224280" cy="1144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7117D37-7995-615C-9FAA-2E7C29DA230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13424" y="1157760"/>
                <a:ext cx="24192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6C6115D-39E9-EB44-D17E-B86E6D7BA156}"/>
                  </a:ext>
                </a:extLst>
              </p14:cNvPr>
              <p14:cNvContentPartPr/>
              <p14:nvPr/>
            </p14:nvContentPartPr>
            <p14:xfrm>
              <a:off x="4334904" y="1028880"/>
              <a:ext cx="53640" cy="1584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6C6115D-39E9-EB44-D17E-B86E6D7BA15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325904" y="1020240"/>
                <a:ext cx="7128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E363DF9-4955-47F3-B24D-68C6DA7846FD}"/>
                  </a:ext>
                </a:extLst>
              </p14:cNvPr>
              <p14:cNvContentPartPr/>
              <p14:nvPr/>
            </p14:nvContentPartPr>
            <p14:xfrm>
              <a:off x="4283424" y="1090080"/>
              <a:ext cx="132120" cy="158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E363DF9-4955-47F3-B24D-68C6DA7846F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274424" y="1081080"/>
                <a:ext cx="14976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8FC6BB2-2FDD-1148-E2E4-B75740953C8C}"/>
                  </a:ext>
                </a:extLst>
              </p14:cNvPr>
              <p14:cNvContentPartPr/>
              <p14:nvPr/>
            </p14:nvContentPartPr>
            <p14:xfrm>
              <a:off x="4492944" y="919440"/>
              <a:ext cx="151560" cy="2797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8FC6BB2-2FDD-1148-E2E4-B75740953C8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484304" y="910440"/>
                <a:ext cx="16920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CF69E2A-689D-989F-E336-32A75498FFE9}"/>
                  </a:ext>
                </a:extLst>
              </p14:cNvPr>
              <p14:cNvContentPartPr/>
              <p14:nvPr/>
            </p14:nvContentPartPr>
            <p14:xfrm>
              <a:off x="4805064" y="1087560"/>
              <a:ext cx="10080" cy="306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CF69E2A-689D-989F-E336-32A75498FFE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796424" y="1078560"/>
                <a:ext cx="277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0E83C62-D3FC-12F4-586C-4DD0FEC36E5C}"/>
                  </a:ext>
                </a:extLst>
              </p14:cNvPr>
              <p14:cNvContentPartPr/>
              <p14:nvPr/>
            </p14:nvContentPartPr>
            <p14:xfrm>
              <a:off x="4688064" y="1224720"/>
              <a:ext cx="117360" cy="1213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0E83C62-D3FC-12F4-586C-4DD0FEC36E5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679064" y="1216080"/>
                <a:ext cx="1350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029CB6B-7651-DD77-55C9-E0D20117EFE5}"/>
                  </a:ext>
                </a:extLst>
              </p14:cNvPr>
              <p14:cNvContentPartPr/>
              <p14:nvPr/>
            </p14:nvContentPartPr>
            <p14:xfrm>
              <a:off x="1667304" y="1887480"/>
              <a:ext cx="126720" cy="4226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029CB6B-7651-DD77-55C9-E0D20117EFE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658664" y="1878840"/>
                <a:ext cx="144360" cy="4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F02D059-66EF-8552-C4ED-2F750CAA0AE6}"/>
                  </a:ext>
                </a:extLst>
              </p14:cNvPr>
              <p14:cNvContentPartPr/>
              <p14:nvPr/>
            </p14:nvContentPartPr>
            <p14:xfrm>
              <a:off x="1588824" y="2104200"/>
              <a:ext cx="222120" cy="597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F02D059-66EF-8552-C4ED-2F750CAA0AE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580184" y="2095560"/>
                <a:ext cx="2397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A31CAF9-DC11-A141-2CAB-26B450196D58}"/>
                  </a:ext>
                </a:extLst>
              </p14:cNvPr>
              <p14:cNvContentPartPr/>
              <p14:nvPr/>
            </p14:nvContentPartPr>
            <p14:xfrm>
              <a:off x="1845144" y="2049120"/>
              <a:ext cx="119880" cy="1288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A31CAF9-DC11-A141-2CAB-26B450196D5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836144" y="2040120"/>
                <a:ext cx="13752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5E8A5AC-274D-B412-2E18-78E0ED841D94}"/>
                  </a:ext>
                </a:extLst>
              </p14:cNvPr>
              <p14:cNvContentPartPr/>
              <p14:nvPr/>
            </p14:nvContentPartPr>
            <p14:xfrm>
              <a:off x="1946664" y="2013480"/>
              <a:ext cx="310680" cy="1036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5E8A5AC-274D-B412-2E18-78E0ED841D9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37664" y="2004480"/>
                <a:ext cx="32832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874887F-BEE3-CCDA-7687-44985D674653}"/>
                  </a:ext>
                </a:extLst>
              </p14:cNvPr>
              <p14:cNvContentPartPr/>
              <p14:nvPr/>
            </p14:nvContentPartPr>
            <p14:xfrm>
              <a:off x="2364984" y="1852200"/>
              <a:ext cx="82800" cy="1796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874887F-BEE3-CCDA-7687-44985D67465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355984" y="1843560"/>
                <a:ext cx="1004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BF0B124-809D-BFF4-95A3-0A86F744AD52}"/>
                  </a:ext>
                </a:extLst>
              </p14:cNvPr>
              <p14:cNvContentPartPr/>
              <p14:nvPr/>
            </p14:nvContentPartPr>
            <p14:xfrm>
              <a:off x="2352024" y="1958760"/>
              <a:ext cx="105120" cy="100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BF0B124-809D-BFF4-95A3-0A86F744AD5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343384" y="1949760"/>
                <a:ext cx="12276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E53039C-81CE-8068-DA18-991FD10B5576}"/>
                  </a:ext>
                </a:extLst>
              </p14:cNvPr>
              <p14:cNvContentPartPr/>
              <p14:nvPr/>
            </p14:nvContentPartPr>
            <p14:xfrm>
              <a:off x="2678904" y="1894680"/>
              <a:ext cx="156240" cy="338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E53039C-81CE-8068-DA18-991FD10B557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669904" y="1885680"/>
                <a:ext cx="1738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9534E85-8D9E-B0FB-0753-8564DB56B472}"/>
                  </a:ext>
                </a:extLst>
              </p14:cNvPr>
              <p14:cNvContentPartPr/>
              <p14:nvPr/>
            </p14:nvContentPartPr>
            <p14:xfrm>
              <a:off x="2722824" y="1953720"/>
              <a:ext cx="129600" cy="327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9534E85-8D9E-B0FB-0753-8564DB56B47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713824" y="1945080"/>
                <a:ext cx="1472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FA638AB-B171-006A-2662-7B221F44AE9D}"/>
                  </a:ext>
                </a:extLst>
              </p14:cNvPr>
              <p14:cNvContentPartPr/>
              <p14:nvPr/>
            </p14:nvContentPartPr>
            <p14:xfrm>
              <a:off x="3008664" y="1644120"/>
              <a:ext cx="162000" cy="3409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FA638AB-B171-006A-2662-7B221F44AE9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999664" y="1635120"/>
                <a:ext cx="17964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EB800CB-6B11-345B-1460-F3AAC3C46545}"/>
                  </a:ext>
                </a:extLst>
              </p14:cNvPr>
              <p14:cNvContentPartPr/>
              <p14:nvPr/>
            </p14:nvContentPartPr>
            <p14:xfrm>
              <a:off x="3005784" y="1762200"/>
              <a:ext cx="261360" cy="1008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EB800CB-6B11-345B-1460-F3AAC3C4654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996784" y="1753560"/>
                <a:ext cx="2790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E429641-A312-E572-96A5-473959550E3C}"/>
                  </a:ext>
                </a:extLst>
              </p14:cNvPr>
              <p14:cNvContentPartPr/>
              <p14:nvPr/>
            </p14:nvContentPartPr>
            <p14:xfrm>
              <a:off x="3280464" y="1769400"/>
              <a:ext cx="242280" cy="774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E429641-A312-E572-96A5-473959550E3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271824" y="1760760"/>
                <a:ext cx="25992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F760007-006B-5FA1-ACDD-15226A7B3AEA}"/>
                  </a:ext>
                </a:extLst>
              </p14:cNvPr>
              <p14:cNvContentPartPr/>
              <p14:nvPr/>
            </p14:nvContentPartPr>
            <p14:xfrm>
              <a:off x="3646944" y="1614240"/>
              <a:ext cx="97920" cy="1594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F760007-006B-5FA1-ACDD-15226A7B3AE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637944" y="1605240"/>
                <a:ext cx="11556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5B5B50F-626D-6E5D-2858-3BF1FFE0E5F9}"/>
                  </a:ext>
                </a:extLst>
              </p14:cNvPr>
              <p14:cNvContentPartPr/>
              <p14:nvPr/>
            </p14:nvContentPartPr>
            <p14:xfrm>
              <a:off x="3612744" y="1695240"/>
              <a:ext cx="146520" cy="151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5B5B50F-626D-6E5D-2858-3BF1FFE0E5F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604104" y="1686600"/>
                <a:ext cx="1641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D6C3432-C127-6AEE-531E-F563AD248098}"/>
                  </a:ext>
                </a:extLst>
              </p14:cNvPr>
              <p14:cNvContentPartPr/>
              <p14:nvPr/>
            </p14:nvContentPartPr>
            <p14:xfrm>
              <a:off x="3937104" y="1602720"/>
              <a:ext cx="2880" cy="1360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D6C3432-C127-6AEE-531E-F563AD24809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928104" y="1594080"/>
                <a:ext cx="2052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75ECB78-440A-135A-BF5F-E42C05F06FA8}"/>
                  </a:ext>
                </a:extLst>
              </p14:cNvPr>
              <p14:cNvContentPartPr/>
              <p14:nvPr/>
            </p14:nvContentPartPr>
            <p14:xfrm>
              <a:off x="3890664" y="1664640"/>
              <a:ext cx="122400" cy="190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75ECB78-440A-135A-BF5F-E42C05F06FA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882024" y="1655640"/>
                <a:ext cx="1400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07469E2-FEFF-5556-A9A9-AFC2989EC001}"/>
                  </a:ext>
                </a:extLst>
              </p14:cNvPr>
              <p14:cNvContentPartPr/>
              <p14:nvPr/>
            </p14:nvContentPartPr>
            <p14:xfrm>
              <a:off x="4180104" y="1554120"/>
              <a:ext cx="5760" cy="1544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07469E2-FEFF-5556-A9A9-AFC2989EC00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171464" y="1545120"/>
                <a:ext cx="2340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5D6D830-D131-ECD6-C6F0-5F58ACB7047E}"/>
                  </a:ext>
                </a:extLst>
              </p14:cNvPr>
              <p14:cNvContentPartPr/>
              <p14:nvPr/>
            </p14:nvContentPartPr>
            <p14:xfrm>
              <a:off x="5422464" y="835560"/>
              <a:ext cx="153720" cy="3121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5D6D830-D131-ECD6-C6F0-5F58ACB7047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413464" y="826560"/>
                <a:ext cx="17136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4F55541-D21F-4028-37D7-BADB58BD8B22}"/>
                  </a:ext>
                </a:extLst>
              </p14:cNvPr>
              <p14:cNvContentPartPr/>
              <p14:nvPr/>
            </p14:nvContentPartPr>
            <p14:xfrm>
              <a:off x="5558544" y="842040"/>
              <a:ext cx="139320" cy="2966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4F55541-D21F-4028-37D7-BADB58BD8B2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549544" y="833040"/>
                <a:ext cx="15696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32F4ED9-3C49-F9E0-62D5-2188F6CEBE7E}"/>
                  </a:ext>
                </a:extLst>
              </p14:cNvPr>
              <p14:cNvContentPartPr/>
              <p14:nvPr/>
            </p14:nvContentPartPr>
            <p14:xfrm>
              <a:off x="5948784" y="857880"/>
              <a:ext cx="168480" cy="2052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532F4ED9-3C49-F9E0-62D5-2188F6CEBE7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939784" y="849240"/>
                <a:ext cx="1861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2CD5E9A-B3EE-FD79-4E30-44AAD7FB3AD8}"/>
                  </a:ext>
                </a:extLst>
              </p14:cNvPr>
              <p14:cNvContentPartPr/>
              <p14:nvPr/>
            </p14:nvContentPartPr>
            <p14:xfrm>
              <a:off x="6236064" y="748080"/>
              <a:ext cx="185760" cy="2235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2CD5E9A-B3EE-FD79-4E30-44AAD7FB3AD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227424" y="739080"/>
                <a:ext cx="2034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0EB2424-7A9C-FFC0-FA72-DD9B47B2AB4B}"/>
                  </a:ext>
                </a:extLst>
              </p14:cNvPr>
              <p14:cNvContentPartPr/>
              <p14:nvPr/>
            </p14:nvContentPartPr>
            <p14:xfrm>
              <a:off x="6497424" y="808560"/>
              <a:ext cx="54000" cy="1612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0EB2424-7A9C-FFC0-FA72-DD9B47B2AB4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488424" y="799920"/>
                <a:ext cx="7164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F970BD3-6CB7-E472-93FA-D01DFD07988A}"/>
                  </a:ext>
                </a:extLst>
              </p14:cNvPr>
              <p14:cNvContentPartPr/>
              <p14:nvPr/>
            </p14:nvContentPartPr>
            <p14:xfrm>
              <a:off x="6596784" y="707040"/>
              <a:ext cx="149040" cy="3513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F970BD3-6CB7-E472-93FA-D01DFD07988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588144" y="698400"/>
                <a:ext cx="16668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273B3C8-9184-B2E1-8DE4-1CFA91410D57}"/>
                  </a:ext>
                </a:extLst>
              </p14:cNvPr>
              <p14:cNvContentPartPr/>
              <p14:nvPr/>
            </p14:nvContentPartPr>
            <p14:xfrm>
              <a:off x="2894040" y="1656576"/>
              <a:ext cx="191520" cy="3913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273B3C8-9184-B2E1-8DE4-1CFA91410D5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885040" y="1647936"/>
                <a:ext cx="209160" cy="40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2CC4BE21-94A6-0C34-307C-27A6B580195E}"/>
              </a:ext>
            </a:extLst>
          </p:cNvPr>
          <p:cNvGrpSpPr/>
          <p:nvPr/>
        </p:nvGrpSpPr>
        <p:grpSpPr>
          <a:xfrm>
            <a:off x="4277520" y="1453176"/>
            <a:ext cx="419760" cy="326160"/>
            <a:chOff x="4277520" y="1453176"/>
            <a:chExt cx="419760" cy="32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867952B-E8C6-66E2-83ED-3BD38F03E4EB}"/>
                    </a:ext>
                  </a:extLst>
                </p14:cNvPr>
                <p14:cNvContentPartPr/>
                <p14:nvPr/>
              </p14:nvContentPartPr>
              <p14:xfrm>
                <a:off x="4277520" y="1453176"/>
                <a:ext cx="74160" cy="326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867952B-E8C6-66E2-83ED-3BD38F03E4E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268520" y="1444536"/>
                  <a:ext cx="918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44C9993-9A2A-DE7C-A7C7-D03D6267E1E3}"/>
                    </a:ext>
                  </a:extLst>
                </p14:cNvPr>
                <p14:cNvContentPartPr/>
                <p14:nvPr/>
              </p14:nvContentPartPr>
              <p14:xfrm>
                <a:off x="4476960" y="1503936"/>
                <a:ext cx="194040" cy="251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44C9993-9A2A-DE7C-A7C7-D03D6267E1E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468320" y="1494936"/>
                  <a:ext cx="2116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215423B-FB35-65E5-A49B-A62929A8B6D8}"/>
                    </a:ext>
                  </a:extLst>
                </p14:cNvPr>
                <p14:cNvContentPartPr/>
                <p14:nvPr/>
              </p14:nvContentPartPr>
              <p14:xfrm>
                <a:off x="4606920" y="1662696"/>
                <a:ext cx="90360" cy="114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215423B-FB35-65E5-A49B-A62929A8B6D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98280" y="1653696"/>
                  <a:ext cx="10800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83F0C68-601A-A9C4-5F85-76EA11E19B73}"/>
              </a:ext>
            </a:extLst>
          </p:cNvPr>
          <p:cNvGrpSpPr/>
          <p:nvPr/>
        </p:nvGrpSpPr>
        <p:grpSpPr>
          <a:xfrm>
            <a:off x="4945320" y="1534896"/>
            <a:ext cx="412560" cy="423000"/>
            <a:chOff x="4945320" y="1534896"/>
            <a:chExt cx="412560" cy="42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3E6AAF6-54AF-E3C6-0358-02361C1483E0}"/>
                    </a:ext>
                  </a:extLst>
                </p14:cNvPr>
                <p14:cNvContentPartPr/>
                <p14:nvPr/>
              </p14:nvContentPartPr>
              <p14:xfrm>
                <a:off x="4945320" y="1572336"/>
                <a:ext cx="173520" cy="113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3E6AAF6-54AF-E3C6-0358-02361C1483E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936680" y="1563696"/>
                  <a:ext cx="1911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D51FE43-1B1D-C03A-C9D9-B0DDD6359811}"/>
                    </a:ext>
                  </a:extLst>
                </p14:cNvPr>
                <p14:cNvContentPartPr/>
                <p14:nvPr/>
              </p14:nvContentPartPr>
              <p14:xfrm>
                <a:off x="5321160" y="1534896"/>
                <a:ext cx="7560" cy="29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D51FE43-1B1D-C03A-C9D9-B0DDD635981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312160" y="1526256"/>
                  <a:ext cx="25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4217668-7C5A-7E2A-3234-720A1312A6E4}"/>
                    </a:ext>
                  </a:extLst>
                </p14:cNvPr>
                <p14:cNvContentPartPr/>
                <p14:nvPr/>
              </p14:nvContentPartPr>
              <p14:xfrm>
                <a:off x="5172120" y="1732536"/>
                <a:ext cx="185760" cy="225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4217668-7C5A-7E2A-3234-720A1312A6E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163480" y="1723536"/>
                  <a:ext cx="203400" cy="24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DC2E4742-AE9F-E752-F406-E7E00B3B07F4}"/>
                  </a:ext>
                </a:extLst>
              </p14:cNvPr>
              <p14:cNvContentPartPr/>
              <p14:nvPr/>
            </p14:nvContentPartPr>
            <p14:xfrm>
              <a:off x="4443120" y="3765816"/>
              <a:ext cx="168480" cy="3571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DC2E4742-AE9F-E752-F406-E7E00B3B07F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434480" y="3756816"/>
                <a:ext cx="18612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D72E732-E390-E55E-693B-C008FC0968FE}"/>
                  </a:ext>
                </a:extLst>
              </p14:cNvPr>
              <p14:cNvContentPartPr/>
              <p14:nvPr/>
            </p14:nvContentPartPr>
            <p14:xfrm>
              <a:off x="790560" y="5424696"/>
              <a:ext cx="178560" cy="5302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D72E732-E390-E55E-693B-C008FC0968F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81920" y="5415696"/>
                <a:ext cx="196200" cy="54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F9098F0-A484-D428-D99E-BAEB2B64A63F}"/>
              </a:ext>
            </a:extLst>
          </p:cNvPr>
          <p:cNvGrpSpPr/>
          <p:nvPr/>
        </p:nvGrpSpPr>
        <p:grpSpPr>
          <a:xfrm>
            <a:off x="1586520" y="2298816"/>
            <a:ext cx="1857600" cy="768960"/>
            <a:chOff x="1586520" y="2298816"/>
            <a:chExt cx="1857600" cy="76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B581D13-3049-A9E4-7938-5B66429C8D6A}"/>
                    </a:ext>
                  </a:extLst>
                </p14:cNvPr>
                <p14:cNvContentPartPr/>
                <p14:nvPr/>
              </p14:nvContentPartPr>
              <p14:xfrm>
                <a:off x="1636560" y="2895696"/>
                <a:ext cx="280800" cy="172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B581D13-3049-A9E4-7938-5B66429C8D6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27920" y="2887056"/>
                  <a:ext cx="298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AAACF16-EF9D-107A-BB75-656DD833DB2B}"/>
                    </a:ext>
                  </a:extLst>
                </p14:cNvPr>
                <p14:cNvContentPartPr/>
                <p14:nvPr/>
              </p14:nvContentPartPr>
              <p14:xfrm>
                <a:off x="2031840" y="2690496"/>
                <a:ext cx="27360" cy="223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AAACF16-EF9D-107A-BB75-656DD833DB2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022840" y="2681856"/>
                  <a:ext cx="450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B3149A7-B222-6EC2-48AA-2F8C419E66B9}"/>
                    </a:ext>
                  </a:extLst>
                </p14:cNvPr>
                <p14:cNvContentPartPr/>
                <p14:nvPr/>
              </p14:nvContentPartPr>
              <p14:xfrm>
                <a:off x="1938960" y="2838816"/>
                <a:ext cx="353880" cy="63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B3149A7-B222-6EC2-48AA-2F8C419E66B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930320" y="2829816"/>
                  <a:ext cx="371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EEE613E-F4AE-812D-4801-8A06A6D48D8E}"/>
                    </a:ext>
                  </a:extLst>
                </p14:cNvPr>
                <p14:cNvContentPartPr/>
                <p14:nvPr/>
              </p14:nvContentPartPr>
              <p14:xfrm>
                <a:off x="2346120" y="2783736"/>
                <a:ext cx="58320" cy="117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EEE613E-F4AE-812D-4801-8A06A6D48D8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337480" y="2775096"/>
                  <a:ext cx="759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FCED211-6C38-A0CD-AC2C-750D702AF15C}"/>
                    </a:ext>
                  </a:extLst>
                </p14:cNvPr>
                <p14:cNvContentPartPr/>
                <p14:nvPr/>
              </p14:nvContentPartPr>
              <p14:xfrm>
                <a:off x="2436480" y="2820816"/>
                <a:ext cx="185760" cy="47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FCED211-6C38-A0CD-AC2C-750D702AF15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427840" y="2811816"/>
                  <a:ext cx="203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940D47D-B8B4-86EB-43EA-7F10592D3D60}"/>
                    </a:ext>
                  </a:extLst>
                </p14:cNvPr>
                <p14:cNvContentPartPr/>
                <p14:nvPr/>
              </p14:nvContentPartPr>
              <p14:xfrm>
                <a:off x="2853360" y="2687256"/>
                <a:ext cx="168480" cy="134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940D47D-B8B4-86EB-43EA-7F10592D3D6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44720" y="2678256"/>
                  <a:ext cx="1861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F4459C5-1809-12A9-6995-A8CE8E2DBD8D}"/>
                    </a:ext>
                  </a:extLst>
                </p14:cNvPr>
                <p14:cNvContentPartPr/>
                <p14:nvPr/>
              </p14:nvContentPartPr>
              <p14:xfrm>
                <a:off x="3053520" y="2496816"/>
                <a:ext cx="283320" cy="264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F4459C5-1809-12A9-6995-A8CE8E2DBD8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044520" y="2488176"/>
                  <a:ext cx="3009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EEF1FBA-CE14-D0B9-8B6F-27DCCE26450A}"/>
                    </a:ext>
                  </a:extLst>
                </p14:cNvPr>
                <p14:cNvContentPartPr/>
                <p14:nvPr/>
              </p14:nvContentPartPr>
              <p14:xfrm>
                <a:off x="3399480" y="2645856"/>
                <a:ext cx="10080" cy="403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EEF1FBA-CE14-D0B9-8B6F-27DCCE26450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390840" y="2637216"/>
                  <a:ext cx="277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C4BDFA-5546-FA0C-C244-BDCEEB56E1B9}"/>
                    </a:ext>
                  </a:extLst>
                </p14:cNvPr>
                <p14:cNvContentPartPr/>
                <p14:nvPr/>
              </p14:nvContentPartPr>
              <p14:xfrm>
                <a:off x="3290040" y="2794536"/>
                <a:ext cx="154080" cy="1213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C4BDFA-5546-FA0C-C244-BDCEEB56E1B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281040" y="2785896"/>
                  <a:ext cx="1717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3A881B9-5B1A-9C7D-7F8A-546BB5D1C77D}"/>
                    </a:ext>
                  </a:extLst>
                </p14:cNvPr>
                <p14:cNvContentPartPr/>
                <p14:nvPr/>
              </p14:nvContentPartPr>
              <p14:xfrm>
                <a:off x="1586520" y="2519136"/>
                <a:ext cx="131040" cy="163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3A881B9-5B1A-9C7D-7F8A-546BB5D1C77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577880" y="2510496"/>
                  <a:ext cx="1486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67E50F4-9C21-0CFF-BE71-480BF51A8F4B}"/>
                    </a:ext>
                  </a:extLst>
                </p14:cNvPr>
                <p14:cNvContentPartPr/>
                <p14:nvPr/>
              </p14:nvContentPartPr>
              <p14:xfrm>
                <a:off x="1753560" y="2529216"/>
                <a:ext cx="276120" cy="102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67E50F4-9C21-0CFF-BE71-480BF51A8F4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744560" y="2520576"/>
                  <a:ext cx="2937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7694ACB-8733-65F3-B6CF-41B06A51E4F0}"/>
                    </a:ext>
                  </a:extLst>
                </p14:cNvPr>
                <p14:cNvContentPartPr/>
                <p14:nvPr/>
              </p14:nvContentPartPr>
              <p14:xfrm>
                <a:off x="2073240" y="2515176"/>
                <a:ext cx="112680" cy="334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7694ACB-8733-65F3-B6CF-41B06A51E4F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064240" y="2506536"/>
                  <a:ext cx="1303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1F121FE-D9F4-4076-CBAD-66BC8EDE25C2}"/>
                    </a:ext>
                  </a:extLst>
                </p14:cNvPr>
                <p14:cNvContentPartPr/>
                <p14:nvPr/>
              </p14:nvContentPartPr>
              <p14:xfrm>
                <a:off x="2260800" y="2315016"/>
                <a:ext cx="95400" cy="2167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1F121FE-D9F4-4076-CBAD-66BC8EDE25C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252160" y="2306376"/>
                  <a:ext cx="1130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EAED4D3-242D-8FBB-01DC-DC71E6F3C6A1}"/>
                    </a:ext>
                  </a:extLst>
                </p14:cNvPr>
                <p14:cNvContentPartPr/>
                <p14:nvPr/>
              </p14:nvContentPartPr>
              <p14:xfrm>
                <a:off x="2205000" y="2410416"/>
                <a:ext cx="151560" cy="34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EAED4D3-242D-8FBB-01DC-DC71E6F3C6A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196000" y="2401416"/>
                  <a:ext cx="1692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23CE463-16E1-DB14-A2FB-AF859CD74C9E}"/>
                    </a:ext>
                  </a:extLst>
                </p14:cNvPr>
                <p14:cNvContentPartPr/>
                <p14:nvPr/>
              </p14:nvContentPartPr>
              <p14:xfrm>
                <a:off x="2458440" y="2375136"/>
                <a:ext cx="90720" cy="17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23CE463-16E1-DB14-A2FB-AF859CD74C9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49440" y="2366496"/>
                  <a:ext cx="1083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93C0437-5528-E7EC-DD9A-0019E16BBE8E}"/>
                    </a:ext>
                  </a:extLst>
                </p14:cNvPr>
                <p14:cNvContentPartPr/>
                <p14:nvPr/>
              </p14:nvContentPartPr>
              <p14:xfrm>
                <a:off x="2641320" y="2332296"/>
                <a:ext cx="129600" cy="450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93C0437-5528-E7EC-DD9A-0019E16BBE8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632320" y="2323296"/>
                  <a:ext cx="1472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F9DDE43-DE9E-DE57-BD70-AF6FF551F061}"/>
                    </a:ext>
                  </a:extLst>
                </p14:cNvPr>
                <p14:cNvContentPartPr/>
                <p14:nvPr/>
              </p14:nvContentPartPr>
              <p14:xfrm>
                <a:off x="2899800" y="2298816"/>
                <a:ext cx="7560" cy="61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F9DDE43-DE9E-DE57-BD70-AF6FF551F06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890800" y="2290176"/>
                  <a:ext cx="252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BCFBA12-14B0-3C8C-EF2F-17B05819F81E}"/>
                    </a:ext>
                  </a:extLst>
                </p14:cNvPr>
                <p14:cNvContentPartPr/>
                <p14:nvPr/>
              </p14:nvContentPartPr>
              <p14:xfrm>
                <a:off x="2875320" y="2403576"/>
                <a:ext cx="75960" cy="1224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BCFBA12-14B0-3C8C-EF2F-17B05819F81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866680" y="2394936"/>
                  <a:ext cx="93600" cy="14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2199A70-B8A2-E28D-05D2-8609F070DA4F}"/>
                  </a:ext>
                </a:extLst>
              </p14:cNvPr>
              <p14:cNvContentPartPr/>
              <p14:nvPr/>
            </p14:nvContentPartPr>
            <p14:xfrm>
              <a:off x="970920" y="3267576"/>
              <a:ext cx="197640" cy="3675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2199A70-B8A2-E28D-05D2-8609F070DA4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62280" y="3258936"/>
                <a:ext cx="215280" cy="38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5F86B379-B455-004E-990D-8D18462EDDD1}"/>
              </a:ext>
            </a:extLst>
          </p:cNvPr>
          <p:cNvGrpSpPr/>
          <p:nvPr/>
        </p:nvGrpSpPr>
        <p:grpSpPr>
          <a:xfrm>
            <a:off x="853560" y="3827736"/>
            <a:ext cx="3499560" cy="1202040"/>
            <a:chOff x="853560" y="3827736"/>
            <a:chExt cx="3499560" cy="12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3CDEDCA-41A8-9B84-5EEF-E6F5C8988A20}"/>
                    </a:ext>
                  </a:extLst>
                </p14:cNvPr>
                <p14:cNvContentPartPr/>
                <p14:nvPr/>
              </p14:nvContentPartPr>
              <p14:xfrm>
                <a:off x="853560" y="4107096"/>
                <a:ext cx="113400" cy="435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3CDEDCA-41A8-9B84-5EEF-E6F5C8988A2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44920" y="4098456"/>
                  <a:ext cx="13104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DF1EA30-8BE0-1231-0DB8-2E4E3841E4B3}"/>
                    </a:ext>
                  </a:extLst>
                </p14:cNvPr>
                <p14:cNvContentPartPr/>
                <p14:nvPr/>
              </p14:nvContentPartPr>
              <p14:xfrm>
                <a:off x="1034280" y="4391856"/>
                <a:ext cx="100440" cy="80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DF1EA30-8BE0-1231-0DB8-2E4E3841E4B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25640" y="4382856"/>
                  <a:ext cx="1180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DFB1D3E-AD95-7D76-4FC5-01BEECE0EA05}"/>
                    </a:ext>
                  </a:extLst>
                </p14:cNvPr>
                <p14:cNvContentPartPr/>
                <p14:nvPr/>
              </p14:nvContentPartPr>
              <p14:xfrm>
                <a:off x="1216080" y="4355856"/>
                <a:ext cx="66960" cy="84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DFB1D3E-AD95-7D76-4FC5-01BEECE0EA0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07080" y="4347216"/>
                  <a:ext cx="846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4550574-BD3E-BE19-7B42-F5F178864152}"/>
                    </a:ext>
                  </a:extLst>
                </p14:cNvPr>
                <p14:cNvContentPartPr/>
                <p14:nvPr/>
              </p14:nvContentPartPr>
              <p14:xfrm>
                <a:off x="1341720" y="4120416"/>
                <a:ext cx="90720" cy="285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4550574-BD3E-BE19-7B42-F5F17886415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332720" y="4111416"/>
                  <a:ext cx="1083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FBC8BAE-4982-26E9-2063-47A7CB31F33F}"/>
                    </a:ext>
                  </a:extLst>
                </p14:cNvPr>
                <p14:cNvContentPartPr/>
                <p14:nvPr/>
              </p14:nvContentPartPr>
              <p14:xfrm>
                <a:off x="1463760" y="4328856"/>
                <a:ext cx="118080" cy="85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FBC8BAE-4982-26E9-2063-47A7CB31F33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454760" y="4320216"/>
                  <a:ext cx="1357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EF23E97-9D18-043C-5AA4-1A7A29B182E9}"/>
                    </a:ext>
                  </a:extLst>
                </p14:cNvPr>
                <p14:cNvContentPartPr/>
                <p14:nvPr/>
              </p14:nvContentPartPr>
              <p14:xfrm>
                <a:off x="1600200" y="4334616"/>
                <a:ext cx="136800" cy="71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EF23E97-9D18-043C-5AA4-1A7A29B182E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591200" y="4325976"/>
                  <a:ext cx="1544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279543C-80E9-18B0-CB80-9DC0D4861A2F}"/>
                    </a:ext>
                  </a:extLst>
                </p14:cNvPr>
                <p14:cNvContentPartPr/>
                <p14:nvPr/>
              </p14:nvContentPartPr>
              <p14:xfrm>
                <a:off x="1770840" y="4347936"/>
                <a:ext cx="112680" cy="64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279543C-80E9-18B0-CB80-9DC0D4861A2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62200" y="4338936"/>
                  <a:ext cx="1303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6485B81-F61A-880C-8431-B4DE5DDF423C}"/>
                    </a:ext>
                  </a:extLst>
                </p14:cNvPr>
                <p14:cNvContentPartPr/>
                <p14:nvPr/>
              </p14:nvContentPartPr>
              <p14:xfrm>
                <a:off x="2426760" y="4245336"/>
                <a:ext cx="5400" cy="69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6485B81-F61A-880C-8431-B4DE5DDF423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17760" y="4236696"/>
                  <a:ext cx="230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3A73787-C61D-02F8-0037-A7F4ED0694C2}"/>
                    </a:ext>
                  </a:extLst>
                </p14:cNvPr>
                <p14:cNvContentPartPr/>
                <p14:nvPr/>
              </p14:nvContentPartPr>
              <p14:xfrm>
                <a:off x="2448720" y="4123656"/>
                <a:ext cx="360" cy="24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3A73787-C61D-02F8-0037-A7F4ED0694C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39720" y="4114656"/>
                  <a:ext cx="18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7EFB22D-959D-F95F-0680-C5AEC4B87715}"/>
                    </a:ext>
                  </a:extLst>
                </p14:cNvPr>
                <p14:cNvContentPartPr/>
                <p14:nvPr/>
              </p14:nvContentPartPr>
              <p14:xfrm>
                <a:off x="2521800" y="4199976"/>
                <a:ext cx="48960" cy="91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7EFB22D-959D-F95F-0680-C5AEC4B8771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513160" y="4190976"/>
                  <a:ext cx="66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E8A29BF-3593-813E-8785-E35F2C245625}"/>
                    </a:ext>
                  </a:extLst>
                </p14:cNvPr>
                <p14:cNvContentPartPr/>
                <p14:nvPr/>
              </p14:nvContentPartPr>
              <p14:xfrm>
                <a:off x="2682720" y="3987936"/>
                <a:ext cx="174960" cy="259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E8A29BF-3593-813E-8785-E35F2C24562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674080" y="3978936"/>
                  <a:ext cx="1926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1A34504-A84A-6CF8-FD01-CF31ABFF039F}"/>
                    </a:ext>
                  </a:extLst>
                </p14:cNvPr>
                <p14:cNvContentPartPr/>
                <p14:nvPr/>
              </p14:nvContentPartPr>
              <p14:xfrm>
                <a:off x="2738880" y="3971376"/>
                <a:ext cx="149040" cy="32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1A34504-A84A-6CF8-FD01-CF31ABFF039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729880" y="3962736"/>
                  <a:ext cx="166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45724BF-0D73-C32D-A6D1-5E0B5ADD6753}"/>
                    </a:ext>
                  </a:extLst>
                </p14:cNvPr>
                <p14:cNvContentPartPr/>
                <p14:nvPr/>
              </p14:nvContentPartPr>
              <p14:xfrm>
                <a:off x="2716920" y="4121136"/>
                <a:ext cx="154080" cy="32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45724BF-0D73-C32D-A6D1-5E0B5ADD675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707920" y="4112136"/>
                  <a:ext cx="1717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D72CBE9-1369-25FB-A5B8-C10E716C53D5}"/>
                    </a:ext>
                  </a:extLst>
                </p14:cNvPr>
                <p14:cNvContentPartPr/>
                <p14:nvPr/>
              </p14:nvContentPartPr>
              <p14:xfrm>
                <a:off x="2885040" y="4160736"/>
                <a:ext cx="271080" cy="56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D72CBE9-1369-25FB-A5B8-C10E716C53D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876400" y="4152096"/>
                  <a:ext cx="2887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9F44A8A-8325-4ABE-028F-499AE67598D7}"/>
                    </a:ext>
                  </a:extLst>
                </p14:cNvPr>
                <p14:cNvContentPartPr/>
                <p14:nvPr/>
              </p14:nvContentPartPr>
              <p14:xfrm>
                <a:off x="3177000" y="4073976"/>
                <a:ext cx="116640" cy="359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9F44A8A-8325-4ABE-028F-499AE67598D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168000" y="4064976"/>
                  <a:ext cx="13428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CA73171-42FC-423C-2ABD-B6E59A64B2E8}"/>
                    </a:ext>
                  </a:extLst>
                </p14:cNvPr>
                <p14:cNvContentPartPr/>
                <p14:nvPr/>
              </p14:nvContentPartPr>
              <p14:xfrm>
                <a:off x="3437280" y="3909816"/>
                <a:ext cx="40680" cy="263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CA73171-42FC-423C-2ABD-B6E59A64B2E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428640" y="3900816"/>
                  <a:ext cx="583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614BFC5-8F44-1C77-94CC-275B9AECE6AA}"/>
                    </a:ext>
                  </a:extLst>
                </p14:cNvPr>
                <p14:cNvContentPartPr/>
                <p14:nvPr/>
              </p14:nvContentPartPr>
              <p14:xfrm>
                <a:off x="3372840" y="4096656"/>
                <a:ext cx="119880" cy="12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614BFC5-8F44-1C77-94CC-275B9AECE6A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363840" y="4088016"/>
                  <a:ext cx="137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2B1E678-7F68-D355-A661-C17D98EA4642}"/>
                    </a:ext>
                  </a:extLst>
                </p14:cNvPr>
                <p14:cNvContentPartPr/>
                <p14:nvPr/>
              </p14:nvContentPartPr>
              <p14:xfrm>
                <a:off x="3575160" y="4104936"/>
                <a:ext cx="59040" cy="403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2B1E678-7F68-D355-A661-C17D98EA464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566520" y="4095936"/>
                  <a:ext cx="766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4FC3E06-D078-AB79-9EB5-58A7067C1800}"/>
                    </a:ext>
                  </a:extLst>
                </p14:cNvPr>
                <p14:cNvContentPartPr/>
                <p14:nvPr/>
              </p14:nvContentPartPr>
              <p14:xfrm>
                <a:off x="3450960" y="4087656"/>
                <a:ext cx="219960" cy="428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4FC3E06-D078-AB79-9EB5-58A7067C180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441960" y="4079016"/>
                  <a:ext cx="23760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5E02914-8397-907D-C1E8-D15EBF91675E}"/>
                    </a:ext>
                  </a:extLst>
                </p14:cNvPr>
                <p14:cNvContentPartPr/>
                <p14:nvPr/>
              </p14:nvContentPartPr>
              <p14:xfrm>
                <a:off x="3791520" y="3827736"/>
                <a:ext cx="140040" cy="3596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5E02914-8397-907D-C1E8-D15EBF91675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782880" y="3818736"/>
                  <a:ext cx="15768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B7FAC96-58E2-869C-DBEB-8AB1A2640DD4}"/>
                    </a:ext>
                  </a:extLst>
                </p14:cNvPr>
                <p14:cNvContentPartPr/>
                <p14:nvPr/>
              </p14:nvContentPartPr>
              <p14:xfrm>
                <a:off x="4053240" y="3866616"/>
                <a:ext cx="5400" cy="9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B7FAC96-58E2-869C-DBEB-8AB1A2640DD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044240" y="3857976"/>
                  <a:ext cx="23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E544A0A-919A-71B4-B1BD-0CF8267EC30A}"/>
                    </a:ext>
                  </a:extLst>
                </p14:cNvPr>
                <p14:cNvContentPartPr/>
                <p14:nvPr/>
              </p14:nvContentPartPr>
              <p14:xfrm>
                <a:off x="4043160" y="3833496"/>
                <a:ext cx="105480" cy="327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E544A0A-919A-71B4-B1BD-0CF8267EC30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034160" y="3824856"/>
                  <a:ext cx="1231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708F905-9129-4450-6F85-C5A2AAF3FB55}"/>
                    </a:ext>
                  </a:extLst>
                </p14:cNvPr>
                <p14:cNvContentPartPr/>
                <p14:nvPr/>
              </p14:nvContentPartPr>
              <p14:xfrm>
                <a:off x="1531800" y="4863456"/>
                <a:ext cx="249120" cy="166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708F905-9129-4450-6F85-C5A2AAF3FB5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523160" y="4854816"/>
                  <a:ext cx="2667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EAA1B65-0A28-EFCC-89B8-7C455496A38B}"/>
                    </a:ext>
                  </a:extLst>
                </p14:cNvPr>
                <p14:cNvContentPartPr/>
                <p14:nvPr/>
              </p14:nvContentPartPr>
              <p14:xfrm>
                <a:off x="1914840" y="4723416"/>
                <a:ext cx="70920" cy="226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EAA1B65-0A28-EFCC-89B8-7C455496A38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905840" y="4714416"/>
                  <a:ext cx="885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96B117E-3610-1539-25E3-48320A39E6AA}"/>
                    </a:ext>
                  </a:extLst>
                </p14:cNvPr>
                <p14:cNvContentPartPr/>
                <p14:nvPr/>
              </p14:nvContentPartPr>
              <p14:xfrm>
                <a:off x="1858680" y="4807656"/>
                <a:ext cx="346680" cy="910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96B117E-3610-1539-25E3-48320A39E6A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849680" y="4799016"/>
                  <a:ext cx="3643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ACAF2FD-204C-0845-BFA0-3114D91A3B6D}"/>
                    </a:ext>
                  </a:extLst>
                </p14:cNvPr>
                <p14:cNvContentPartPr/>
                <p14:nvPr/>
              </p14:nvContentPartPr>
              <p14:xfrm>
                <a:off x="2275920" y="4757256"/>
                <a:ext cx="56160" cy="109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ACAF2FD-204C-0845-BFA0-3114D91A3B6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266920" y="4748256"/>
                  <a:ext cx="738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2D22531-58C9-2A8C-9BBE-2D26B3C9C6CB}"/>
                    </a:ext>
                  </a:extLst>
                </p14:cNvPr>
                <p14:cNvContentPartPr/>
                <p14:nvPr/>
              </p14:nvContentPartPr>
              <p14:xfrm>
                <a:off x="2360880" y="4798296"/>
                <a:ext cx="171000" cy="43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2D22531-58C9-2A8C-9BBE-2D26B3C9C6C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352240" y="4789656"/>
                  <a:ext cx="188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E18F677-0C8D-0C7C-2128-32196A74D02F}"/>
                    </a:ext>
                  </a:extLst>
                </p14:cNvPr>
                <p14:cNvContentPartPr/>
                <p14:nvPr/>
              </p14:nvContentPartPr>
              <p14:xfrm>
                <a:off x="2910960" y="4667616"/>
                <a:ext cx="110880" cy="1105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E18F677-0C8D-0C7C-2128-32196A74D02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02320" y="4658616"/>
                  <a:ext cx="1285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7A1C244-B0A8-F853-6DEC-C8417BE3DCFB}"/>
                    </a:ext>
                  </a:extLst>
                </p14:cNvPr>
                <p14:cNvContentPartPr/>
                <p14:nvPr/>
              </p14:nvContentPartPr>
              <p14:xfrm>
                <a:off x="3077640" y="4655016"/>
                <a:ext cx="246600" cy="88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7A1C244-B0A8-F853-6DEC-C8417BE3DCF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069000" y="4646016"/>
                  <a:ext cx="2642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0F20BDE-8678-D841-D716-B67C6C5C0228}"/>
                    </a:ext>
                  </a:extLst>
                </p14:cNvPr>
                <p14:cNvContentPartPr/>
                <p14:nvPr/>
              </p14:nvContentPartPr>
              <p14:xfrm>
                <a:off x="3394800" y="4637016"/>
                <a:ext cx="151560" cy="428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0F20BDE-8678-D841-D716-B67C6C5C022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385800" y="4628376"/>
                  <a:ext cx="169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C328823-E202-1C8E-65A2-B9EAA3EF059A}"/>
                    </a:ext>
                  </a:extLst>
                </p14:cNvPr>
                <p14:cNvContentPartPr/>
                <p14:nvPr/>
              </p14:nvContentPartPr>
              <p14:xfrm>
                <a:off x="3664080" y="4467456"/>
                <a:ext cx="50400" cy="181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C328823-E202-1C8E-65A2-B9EAA3EF059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655080" y="4458456"/>
                  <a:ext cx="680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F240312-2CA8-95DD-405D-9CEE2960D86B}"/>
                    </a:ext>
                  </a:extLst>
                </p14:cNvPr>
                <p14:cNvContentPartPr/>
                <p14:nvPr/>
              </p14:nvContentPartPr>
              <p14:xfrm>
                <a:off x="3626280" y="4516776"/>
                <a:ext cx="146520" cy="37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F240312-2CA8-95DD-405D-9CEE2960D86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617640" y="4508136"/>
                  <a:ext cx="1641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B1897DC-C69B-F9F0-434E-5EAF74A5AAB6}"/>
                    </a:ext>
                  </a:extLst>
                </p14:cNvPr>
                <p14:cNvContentPartPr/>
                <p14:nvPr/>
              </p14:nvContentPartPr>
              <p14:xfrm>
                <a:off x="3945960" y="4479336"/>
                <a:ext cx="124560" cy="19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B1897DC-C69B-F9F0-434E-5EAF74A5AAB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936960" y="4470696"/>
                  <a:ext cx="1422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D34F261-09E2-E2CE-E3FC-976141E5845A}"/>
                    </a:ext>
                  </a:extLst>
                </p14:cNvPr>
                <p14:cNvContentPartPr/>
                <p14:nvPr/>
              </p14:nvContentPartPr>
              <p14:xfrm>
                <a:off x="3935880" y="4531536"/>
                <a:ext cx="141840" cy="378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D34F261-09E2-E2CE-E3FC-976141E5845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927240" y="4522536"/>
                  <a:ext cx="1594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2A511A3-021A-E06E-3CE7-A0C56676A246}"/>
                    </a:ext>
                  </a:extLst>
                </p14:cNvPr>
                <p14:cNvContentPartPr/>
                <p14:nvPr/>
              </p14:nvContentPartPr>
              <p14:xfrm>
                <a:off x="4204080" y="4428576"/>
                <a:ext cx="136440" cy="342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2A511A3-021A-E06E-3CE7-A0C56676A24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195440" y="4419576"/>
                  <a:ext cx="154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696694C-11A4-2F81-AF34-724C1066D7B2}"/>
                    </a:ext>
                  </a:extLst>
                </p14:cNvPr>
                <p14:cNvContentPartPr/>
                <p14:nvPr/>
              </p14:nvContentPartPr>
              <p14:xfrm>
                <a:off x="4206600" y="4491576"/>
                <a:ext cx="146520" cy="40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696694C-11A4-2F81-AF34-724C1066D7B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197960" y="4482936"/>
                  <a:ext cx="16416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96889A5-B036-C000-14E7-145A50A8CD2F}"/>
              </a:ext>
            </a:extLst>
          </p:cNvPr>
          <p:cNvGrpSpPr/>
          <p:nvPr/>
        </p:nvGrpSpPr>
        <p:grpSpPr>
          <a:xfrm>
            <a:off x="4521240" y="4341096"/>
            <a:ext cx="358920" cy="478800"/>
            <a:chOff x="4521240" y="4341096"/>
            <a:chExt cx="358920" cy="47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3404276-A0C5-3758-C224-F761A2DE8CC7}"/>
                    </a:ext>
                  </a:extLst>
                </p14:cNvPr>
                <p14:cNvContentPartPr/>
                <p14:nvPr/>
              </p14:nvContentPartPr>
              <p14:xfrm>
                <a:off x="4521240" y="4341096"/>
                <a:ext cx="192240" cy="148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3404276-A0C5-3758-C224-F761A2DE8CC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512600" y="4332456"/>
                  <a:ext cx="2098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172BDC5-DBA3-76D0-E7E1-AEBCE83F7095}"/>
                    </a:ext>
                  </a:extLst>
                </p14:cNvPr>
                <p14:cNvContentPartPr/>
                <p14:nvPr/>
              </p14:nvContentPartPr>
              <p14:xfrm>
                <a:off x="4877280" y="4342896"/>
                <a:ext cx="2880" cy="403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172BDC5-DBA3-76D0-E7E1-AEBCE83F709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868280" y="4334256"/>
                  <a:ext cx="205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7272A72-78BD-03DF-99A5-77F9046D5BAD}"/>
                    </a:ext>
                  </a:extLst>
                </p14:cNvPr>
                <p14:cNvContentPartPr/>
                <p14:nvPr/>
              </p14:nvContentPartPr>
              <p14:xfrm>
                <a:off x="4623480" y="4549536"/>
                <a:ext cx="192960" cy="270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7272A72-78BD-03DF-99A5-77F9046D5BA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614840" y="4540536"/>
                  <a:ext cx="210600" cy="28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A9668605-2C8C-37CC-4057-18FC3E41CCF6}"/>
              </a:ext>
            </a:extLst>
          </p:cNvPr>
          <p:cNvGrpSpPr/>
          <p:nvPr/>
        </p:nvGrpSpPr>
        <p:grpSpPr>
          <a:xfrm>
            <a:off x="7064280" y="3383136"/>
            <a:ext cx="1078200" cy="415080"/>
            <a:chOff x="7064280" y="3383136"/>
            <a:chExt cx="107820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91239E9-BD06-2566-3663-7A67776D0702}"/>
                    </a:ext>
                  </a:extLst>
                </p14:cNvPr>
                <p14:cNvContentPartPr/>
                <p14:nvPr/>
              </p14:nvContentPartPr>
              <p14:xfrm>
                <a:off x="7064280" y="3408336"/>
                <a:ext cx="141120" cy="389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91239E9-BD06-2566-3663-7A67776D070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055640" y="3399336"/>
                  <a:ext cx="15876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7087847-5FF8-9484-539A-9D5068B2C0FD}"/>
                    </a:ext>
                  </a:extLst>
                </p14:cNvPr>
                <p14:cNvContentPartPr/>
                <p14:nvPr/>
              </p14:nvContentPartPr>
              <p14:xfrm>
                <a:off x="7314840" y="3648096"/>
                <a:ext cx="96120" cy="1069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7087847-5FF8-9484-539A-9D5068B2C0F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306200" y="3639096"/>
                  <a:ext cx="113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2FC8687-D9DC-66A6-C2C3-B1A934D88B88}"/>
                    </a:ext>
                  </a:extLst>
                </p14:cNvPr>
                <p14:cNvContentPartPr/>
                <p14:nvPr/>
              </p14:nvContentPartPr>
              <p14:xfrm>
                <a:off x="7498440" y="3645576"/>
                <a:ext cx="97200" cy="864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2FC8687-D9DC-66A6-C2C3-B1A934D88B8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489440" y="3636936"/>
                  <a:ext cx="114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E77EAEC-D5A0-0214-F9CB-52605E5FAB5F}"/>
                    </a:ext>
                  </a:extLst>
                </p14:cNvPr>
                <p14:cNvContentPartPr/>
                <p14:nvPr/>
              </p14:nvContentPartPr>
              <p14:xfrm>
                <a:off x="7646040" y="3383136"/>
                <a:ext cx="55080" cy="3294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E77EAEC-D5A0-0214-F9CB-52605E5FAB5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637040" y="3374136"/>
                  <a:ext cx="727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7DDCDED-252C-3A37-9AFC-2796292FE3EE}"/>
                    </a:ext>
                  </a:extLst>
                </p14:cNvPr>
                <p14:cNvContentPartPr/>
                <p14:nvPr/>
              </p14:nvContentPartPr>
              <p14:xfrm>
                <a:off x="7715520" y="3617856"/>
                <a:ext cx="84240" cy="810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7DDCDED-252C-3A37-9AFC-2796292FE3E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706520" y="3608856"/>
                  <a:ext cx="101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BA75CB9-9ECD-8707-83BF-F59F779A15C0}"/>
                    </a:ext>
                  </a:extLst>
                </p14:cNvPr>
                <p14:cNvContentPartPr/>
                <p14:nvPr/>
              </p14:nvContentPartPr>
              <p14:xfrm>
                <a:off x="7839720" y="3617136"/>
                <a:ext cx="141840" cy="770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BA75CB9-9ECD-8707-83BF-F59F779A15C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831080" y="3608496"/>
                  <a:ext cx="159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F750BA1-0725-85D1-DCCA-6A437C40A197}"/>
                    </a:ext>
                  </a:extLst>
                </p14:cNvPr>
                <p14:cNvContentPartPr/>
                <p14:nvPr/>
              </p14:nvContentPartPr>
              <p14:xfrm>
                <a:off x="8061480" y="3629376"/>
                <a:ext cx="81000" cy="331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F750BA1-0725-85D1-DCCA-6A437C40A19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052840" y="3620376"/>
                  <a:ext cx="9864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2E1DDD8A-CDF6-6799-3E6E-72D3C8D55435}"/>
              </a:ext>
            </a:extLst>
          </p:cNvPr>
          <p:cNvGrpSpPr/>
          <p:nvPr/>
        </p:nvGrpSpPr>
        <p:grpSpPr>
          <a:xfrm>
            <a:off x="8588160" y="3274056"/>
            <a:ext cx="690480" cy="326160"/>
            <a:chOff x="8588160" y="3274056"/>
            <a:chExt cx="690480" cy="32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8163531-43D8-A5C0-6F2D-F4971B099C77}"/>
                    </a:ext>
                  </a:extLst>
                </p14:cNvPr>
                <p14:cNvContentPartPr/>
                <p14:nvPr/>
              </p14:nvContentPartPr>
              <p14:xfrm>
                <a:off x="8588160" y="3544416"/>
                <a:ext cx="10080" cy="45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8163531-43D8-A5C0-6F2D-F4971B099C7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579520" y="3535416"/>
                  <a:ext cx="277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6806972-1C93-A77E-B404-A7D9E898CF79}"/>
                    </a:ext>
                  </a:extLst>
                </p14:cNvPr>
                <p14:cNvContentPartPr/>
                <p14:nvPr/>
              </p14:nvContentPartPr>
              <p14:xfrm>
                <a:off x="8642520" y="3532536"/>
                <a:ext cx="50400" cy="67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6806972-1C93-A77E-B404-A7D9E898CF7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633520" y="3523896"/>
                  <a:ext cx="680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983B95C-ABD9-434D-227D-F1FB8DBC22C2}"/>
                    </a:ext>
                  </a:extLst>
                </p14:cNvPr>
                <p14:cNvContentPartPr/>
                <p14:nvPr/>
              </p14:nvContentPartPr>
              <p14:xfrm>
                <a:off x="8746920" y="3358656"/>
                <a:ext cx="48960" cy="2156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983B95C-ABD9-434D-227D-F1FB8DBC22C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737920" y="3350016"/>
                  <a:ext cx="666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085ACF5-A1C4-62CE-9972-8A1CABB01607}"/>
                    </a:ext>
                  </a:extLst>
                </p14:cNvPr>
                <p14:cNvContentPartPr/>
                <p14:nvPr/>
              </p14:nvContentPartPr>
              <p14:xfrm>
                <a:off x="8836920" y="3274056"/>
                <a:ext cx="114840" cy="532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085ACF5-A1C4-62CE-9972-8A1CABB0160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828280" y="3265416"/>
                  <a:ext cx="1324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051FBC4-8E89-34D3-6288-800ACF3FC602}"/>
                    </a:ext>
                  </a:extLst>
                </p14:cNvPr>
                <p14:cNvContentPartPr/>
                <p14:nvPr/>
              </p14:nvContentPartPr>
              <p14:xfrm>
                <a:off x="8751600" y="3454776"/>
                <a:ext cx="144360" cy="345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051FBC4-8E89-34D3-6288-800ACF3FC60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742960" y="3445776"/>
                  <a:ext cx="1620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B7E0BEC-6691-6BE9-5663-3937BBF4F21E}"/>
                    </a:ext>
                  </a:extLst>
                </p14:cNvPr>
                <p14:cNvContentPartPr/>
                <p14:nvPr/>
              </p14:nvContentPartPr>
              <p14:xfrm>
                <a:off x="8895600" y="3528576"/>
                <a:ext cx="119880" cy="298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B7E0BEC-6691-6BE9-5663-3937BBF4F21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886600" y="3519576"/>
                  <a:ext cx="1375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807884A-7F72-0C76-D557-CD655F2BFB12}"/>
                    </a:ext>
                  </a:extLst>
                </p14:cNvPr>
                <p14:cNvContentPartPr/>
                <p14:nvPr/>
              </p14:nvContentPartPr>
              <p14:xfrm>
                <a:off x="9077760" y="3357216"/>
                <a:ext cx="74160" cy="1879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807884A-7F72-0C76-D557-CD655F2BFB1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068760" y="3348216"/>
                  <a:ext cx="918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DF11F47-738F-088F-197F-E0CCA10DEF61}"/>
                    </a:ext>
                  </a:extLst>
                </p14:cNvPr>
                <p14:cNvContentPartPr/>
                <p14:nvPr/>
              </p14:nvContentPartPr>
              <p14:xfrm>
                <a:off x="9217440" y="3357936"/>
                <a:ext cx="61200" cy="1652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DF11F47-738F-088F-197F-E0CCA10DEF6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208440" y="3348936"/>
                  <a:ext cx="7884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5F8FABAF-46BF-436A-0C46-1E6194D24139}"/>
              </a:ext>
            </a:extLst>
          </p:cNvPr>
          <p:cNvGrpSpPr/>
          <p:nvPr/>
        </p:nvGrpSpPr>
        <p:grpSpPr>
          <a:xfrm>
            <a:off x="9453960" y="3253176"/>
            <a:ext cx="227160" cy="263160"/>
            <a:chOff x="9453960" y="3253176"/>
            <a:chExt cx="227160" cy="26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8D6D465-64A5-2FC2-5167-4F981863EE90}"/>
                    </a:ext>
                  </a:extLst>
                </p14:cNvPr>
                <p14:cNvContentPartPr/>
                <p14:nvPr/>
              </p14:nvContentPartPr>
              <p14:xfrm>
                <a:off x="9453960" y="3263616"/>
                <a:ext cx="127080" cy="2527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8D6D465-64A5-2FC2-5167-4F981863EE9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444960" y="3254616"/>
                  <a:ext cx="1447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1CF004B-408A-B572-DB81-57AFCCD16774}"/>
                    </a:ext>
                  </a:extLst>
                </p14:cNvPr>
                <p14:cNvContentPartPr/>
                <p14:nvPr/>
              </p14:nvContentPartPr>
              <p14:xfrm>
                <a:off x="9634680" y="3253176"/>
                <a:ext cx="46440" cy="230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1CF004B-408A-B572-DB81-57AFCCD1677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626040" y="3244176"/>
                  <a:ext cx="64080" cy="24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C77F21EB-1D05-DE20-8551-3F9ECFF08B38}"/>
                  </a:ext>
                </a:extLst>
              </p14:cNvPr>
              <p14:cNvContentPartPr/>
              <p14:nvPr/>
            </p14:nvContentPartPr>
            <p14:xfrm>
              <a:off x="10124280" y="3162096"/>
              <a:ext cx="123120" cy="41436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C77F21EB-1D05-DE20-8551-3F9ECFF08B38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0115280" y="3153456"/>
                <a:ext cx="140760" cy="43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5426DF7-24E5-505B-DAE2-3AAC2D51C8F5}"/>
              </a:ext>
            </a:extLst>
          </p:cNvPr>
          <p:cNvGrpSpPr/>
          <p:nvPr/>
        </p:nvGrpSpPr>
        <p:grpSpPr>
          <a:xfrm>
            <a:off x="7832880" y="3947976"/>
            <a:ext cx="870120" cy="294120"/>
            <a:chOff x="7832880" y="3947976"/>
            <a:chExt cx="87012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A92AB21-CDD1-9133-F64E-9E14275C3AF5}"/>
                    </a:ext>
                  </a:extLst>
                </p14:cNvPr>
                <p14:cNvContentPartPr/>
                <p14:nvPr/>
              </p14:nvContentPartPr>
              <p14:xfrm>
                <a:off x="7832880" y="4087296"/>
                <a:ext cx="304920" cy="1548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A92AB21-CDD1-9133-F64E-9E14275C3AF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823880" y="4078656"/>
                  <a:ext cx="3225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4EC66F3-56C2-26DD-AC82-EBAD11321DAD}"/>
                    </a:ext>
                  </a:extLst>
                </p14:cNvPr>
                <p14:cNvContentPartPr/>
                <p14:nvPr/>
              </p14:nvContentPartPr>
              <p14:xfrm>
                <a:off x="8215200" y="3947976"/>
                <a:ext cx="54000" cy="2278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4EC66F3-56C2-26DD-AC82-EBAD11321DA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206560" y="3938976"/>
                  <a:ext cx="716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0F1BDDC-0110-4932-BFD0-336A62A31234}"/>
                    </a:ext>
                  </a:extLst>
                </p14:cNvPr>
                <p14:cNvContentPartPr/>
                <p14:nvPr/>
              </p14:nvContentPartPr>
              <p14:xfrm>
                <a:off x="8122680" y="4086936"/>
                <a:ext cx="275760" cy="514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0F1BDDC-0110-4932-BFD0-336A62A3123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113680" y="4077936"/>
                  <a:ext cx="2934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9FB9155-31D4-4115-DF62-6AA81B4DC31E}"/>
                    </a:ext>
                  </a:extLst>
                </p14:cNvPr>
                <p14:cNvContentPartPr/>
                <p14:nvPr/>
              </p14:nvContentPartPr>
              <p14:xfrm>
                <a:off x="8444520" y="4072176"/>
                <a:ext cx="19440" cy="867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9FB9155-31D4-4115-DF62-6AA81B4DC31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435520" y="4063536"/>
                  <a:ext cx="37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2252982-8944-6E30-0D3F-2DD2AF7C227C}"/>
                    </a:ext>
                  </a:extLst>
                </p14:cNvPr>
                <p14:cNvContentPartPr/>
                <p14:nvPr/>
              </p14:nvContentPartPr>
              <p14:xfrm>
                <a:off x="8544240" y="4073256"/>
                <a:ext cx="158760" cy="547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2252982-8944-6E30-0D3F-2DD2AF7C227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535600" y="4064256"/>
                  <a:ext cx="17640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2B5417F2-A21D-D47A-9178-49A8533A10CF}"/>
              </a:ext>
            </a:extLst>
          </p:cNvPr>
          <p:cNvGrpSpPr/>
          <p:nvPr/>
        </p:nvGrpSpPr>
        <p:grpSpPr>
          <a:xfrm>
            <a:off x="9010080" y="3750336"/>
            <a:ext cx="765720" cy="335520"/>
            <a:chOff x="9010080" y="3750336"/>
            <a:chExt cx="765720" cy="33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70F64A5-890D-2C34-2206-4CAB07A39256}"/>
                    </a:ext>
                  </a:extLst>
                </p14:cNvPr>
                <p14:cNvContentPartPr/>
                <p14:nvPr/>
              </p14:nvContentPartPr>
              <p14:xfrm>
                <a:off x="9010080" y="3966696"/>
                <a:ext cx="102600" cy="1191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70F64A5-890D-2C34-2206-4CAB07A3925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001080" y="3957696"/>
                  <a:ext cx="1202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E46830D-5BD8-75DD-709E-EEC843A0E8FC}"/>
                    </a:ext>
                  </a:extLst>
                </p14:cNvPr>
                <p14:cNvContentPartPr/>
                <p14:nvPr/>
              </p14:nvContentPartPr>
              <p14:xfrm>
                <a:off x="9200160" y="3958776"/>
                <a:ext cx="278640" cy="954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E46830D-5BD8-75DD-709E-EEC843A0E8F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191160" y="3949776"/>
                  <a:ext cx="296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5EAB349-EA77-5307-E4F5-5C101191E156}"/>
                    </a:ext>
                  </a:extLst>
                </p14:cNvPr>
                <p14:cNvContentPartPr/>
                <p14:nvPr/>
              </p14:nvContentPartPr>
              <p14:xfrm>
                <a:off x="9539280" y="3960216"/>
                <a:ext cx="75960" cy="212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5EAB349-EA77-5307-E4F5-5C101191E15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530280" y="3951216"/>
                  <a:ext cx="936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C8A3107-4FE9-8E5A-D388-2F582F71BCC2}"/>
                    </a:ext>
                  </a:extLst>
                </p14:cNvPr>
                <p14:cNvContentPartPr/>
                <p14:nvPr/>
              </p14:nvContentPartPr>
              <p14:xfrm>
                <a:off x="9734040" y="3750336"/>
                <a:ext cx="41760" cy="2343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C8A3107-4FE9-8E5A-D388-2F582F71BCC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725400" y="3741696"/>
                  <a:ext cx="594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61A521D-FC6D-CB0C-372F-76A51528E4C3}"/>
                    </a:ext>
                  </a:extLst>
                </p14:cNvPr>
                <p14:cNvContentPartPr/>
                <p14:nvPr/>
              </p14:nvContentPartPr>
              <p14:xfrm>
                <a:off x="9668520" y="3872376"/>
                <a:ext cx="105120" cy="12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61A521D-FC6D-CB0C-372F-76A51528E4C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659520" y="3863376"/>
                  <a:ext cx="12276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DCADF9E6-B55B-9741-0A68-DBA74283A42E}"/>
              </a:ext>
            </a:extLst>
          </p:cNvPr>
          <p:cNvGrpSpPr/>
          <p:nvPr/>
        </p:nvGrpSpPr>
        <p:grpSpPr>
          <a:xfrm>
            <a:off x="10038960" y="3778776"/>
            <a:ext cx="375840" cy="128160"/>
            <a:chOff x="10038960" y="3778776"/>
            <a:chExt cx="37584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06750C8-FCB6-56A7-C0CB-0A2D13296CE4}"/>
                    </a:ext>
                  </a:extLst>
                </p14:cNvPr>
                <p14:cNvContentPartPr/>
                <p14:nvPr/>
              </p14:nvContentPartPr>
              <p14:xfrm>
                <a:off x="10038960" y="3810456"/>
                <a:ext cx="156240" cy="288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06750C8-FCB6-56A7-C0CB-0A2D13296CE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030320" y="3801816"/>
                  <a:ext cx="173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7E0DC6B-9BD8-F14D-2F64-374F1073A79A}"/>
                    </a:ext>
                  </a:extLst>
                </p14:cNvPr>
                <p14:cNvContentPartPr/>
                <p14:nvPr/>
              </p14:nvContentPartPr>
              <p14:xfrm>
                <a:off x="10048680" y="3879576"/>
                <a:ext cx="119880" cy="27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7E0DC6B-9BD8-F14D-2F64-374F1073A79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040040" y="3870936"/>
                  <a:ext cx="137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4FF09F8-516D-A64A-BCB0-317838127A29}"/>
                    </a:ext>
                  </a:extLst>
                </p14:cNvPr>
                <p14:cNvContentPartPr/>
                <p14:nvPr/>
              </p14:nvContentPartPr>
              <p14:xfrm>
                <a:off x="10280520" y="3778776"/>
                <a:ext cx="119880" cy="280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4FF09F8-516D-A64A-BCB0-317838127A2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271520" y="3770136"/>
                  <a:ext cx="1375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98675AB-EBF4-0699-C18C-D0202C9B1236}"/>
                    </a:ext>
                  </a:extLst>
                </p14:cNvPr>
                <p14:cNvContentPartPr/>
                <p14:nvPr/>
              </p14:nvContentPartPr>
              <p14:xfrm>
                <a:off x="10307160" y="3834936"/>
                <a:ext cx="107640" cy="280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98675AB-EBF4-0699-C18C-D0202C9B123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298520" y="3826296"/>
                  <a:ext cx="12528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546D160-4513-6EF1-F296-B32C6E4F6ACE}"/>
              </a:ext>
            </a:extLst>
          </p:cNvPr>
          <p:cNvGrpSpPr/>
          <p:nvPr/>
        </p:nvGrpSpPr>
        <p:grpSpPr>
          <a:xfrm>
            <a:off x="10582920" y="3721176"/>
            <a:ext cx="297720" cy="235800"/>
            <a:chOff x="10582920" y="3721176"/>
            <a:chExt cx="29772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4FF9A76-538E-E9DE-EBFA-DEAD61D09620}"/>
                    </a:ext>
                  </a:extLst>
                </p14:cNvPr>
                <p14:cNvContentPartPr/>
                <p14:nvPr/>
              </p14:nvContentPartPr>
              <p14:xfrm>
                <a:off x="10582920" y="3737016"/>
                <a:ext cx="151560" cy="69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4FF9A76-538E-E9DE-EBFA-DEAD61D0962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573920" y="3728376"/>
                  <a:ext cx="1692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CF96ECE-2644-2887-C326-EABF768F6676}"/>
                    </a:ext>
                  </a:extLst>
                </p14:cNvPr>
                <p14:cNvContentPartPr/>
                <p14:nvPr/>
              </p14:nvContentPartPr>
              <p14:xfrm>
                <a:off x="10877760" y="3721176"/>
                <a:ext cx="2880" cy="482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CF96ECE-2644-2887-C326-EABF768F667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869120" y="3712536"/>
                  <a:ext cx="205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5EEF424-6E39-91FB-22C0-B17C90660C5B}"/>
                    </a:ext>
                  </a:extLst>
                </p14:cNvPr>
                <p14:cNvContentPartPr/>
                <p14:nvPr/>
              </p14:nvContentPartPr>
              <p14:xfrm>
                <a:off x="10775520" y="3879576"/>
                <a:ext cx="90720" cy="774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5EEF424-6E39-91FB-22C0-B17C90660C5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766520" y="3870936"/>
                  <a:ext cx="108360" cy="9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12545202-EA46-B974-1659-4D4E16556874}"/>
                  </a:ext>
                </a:extLst>
              </p14:cNvPr>
              <p14:cNvContentPartPr/>
              <p14:nvPr/>
            </p14:nvContentPartPr>
            <p14:xfrm>
              <a:off x="7266600" y="4369896"/>
              <a:ext cx="222120" cy="35388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12545202-EA46-B974-1659-4D4E16556874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7257960" y="4360896"/>
                <a:ext cx="239760" cy="37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5533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8D8A8-97F2-C7E9-70B6-E5FB4326D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F6F47-DBBB-E2C3-90C9-B76D98699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Enqueue O(1)</a:t>
            </a:r>
          </a:p>
          <a:p>
            <a:r>
              <a:rPr lang="en-ZA" dirty="0"/>
              <a:t>Dequeue O(1)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58E6F73-8FDB-1E4C-CA13-1681E09907CC}"/>
              </a:ext>
            </a:extLst>
          </p:cNvPr>
          <p:cNvGrpSpPr/>
          <p:nvPr/>
        </p:nvGrpSpPr>
        <p:grpSpPr>
          <a:xfrm>
            <a:off x="3767760" y="1872216"/>
            <a:ext cx="1017000" cy="312480"/>
            <a:chOff x="3767760" y="1872216"/>
            <a:chExt cx="1017000" cy="3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85B3B39-4BAA-C77F-AF1C-20213C1C949D}"/>
                    </a:ext>
                  </a:extLst>
                </p14:cNvPr>
                <p14:cNvContentPartPr/>
                <p14:nvPr/>
              </p14:nvContentPartPr>
              <p14:xfrm>
                <a:off x="3767760" y="2006856"/>
                <a:ext cx="68760" cy="73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85B3B39-4BAA-C77F-AF1C-20213C1C949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59120" y="1997856"/>
                  <a:ext cx="864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406266D-B263-E5E3-E8A1-53625B367735}"/>
                    </a:ext>
                  </a:extLst>
                </p14:cNvPr>
                <p14:cNvContentPartPr/>
                <p14:nvPr/>
              </p14:nvContentPartPr>
              <p14:xfrm>
                <a:off x="3904200" y="1878696"/>
                <a:ext cx="127080" cy="306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406266D-B263-E5E3-E8A1-53625B36773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95560" y="1869696"/>
                  <a:ext cx="1447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E7466AE-B935-BD57-0301-48A2745F4262}"/>
                    </a:ext>
                  </a:extLst>
                </p14:cNvPr>
                <p14:cNvContentPartPr/>
                <p14:nvPr/>
              </p14:nvContentPartPr>
              <p14:xfrm>
                <a:off x="3882240" y="2055096"/>
                <a:ext cx="134640" cy="15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E7466AE-B935-BD57-0301-48A2745F426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73600" y="2046096"/>
                  <a:ext cx="1522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89B094E-4509-B3C1-D5A1-6F0C3CCE2109}"/>
                    </a:ext>
                  </a:extLst>
                </p14:cNvPr>
                <p14:cNvContentPartPr/>
                <p14:nvPr/>
              </p14:nvContentPartPr>
              <p14:xfrm>
                <a:off x="4035960" y="1881936"/>
                <a:ext cx="139320" cy="240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89B094E-4509-B3C1-D5A1-6F0C3CCE21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26960" y="1873296"/>
                  <a:ext cx="1569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356F8E5-0E91-4DAD-BA44-605F72BE3A2D}"/>
                    </a:ext>
                  </a:extLst>
                </p14:cNvPr>
                <p14:cNvContentPartPr/>
                <p14:nvPr/>
              </p14:nvContentPartPr>
              <p14:xfrm>
                <a:off x="3994560" y="2033136"/>
                <a:ext cx="134640" cy="41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56F8E5-0E91-4DAD-BA44-605F72BE3A2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85560" y="2024136"/>
                  <a:ext cx="1522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6E91426-6452-ED05-30AE-83D4CD6B1C90}"/>
                    </a:ext>
                  </a:extLst>
                </p14:cNvPr>
                <p14:cNvContentPartPr/>
                <p14:nvPr/>
              </p14:nvContentPartPr>
              <p14:xfrm>
                <a:off x="4172400" y="1949256"/>
                <a:ext cx="46800" cy="30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6E91426-6452-ED05-30AE-83D4CD6B1C9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63760" y="1940616"/>
                  <a:ext cx="644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1BCAE17-AFB8-040A-BD55-45DCB245D11C}"/>
                    </a:ext>
                  </a:extLst>
                </p14:cNvPr>
                <p14:cNvContentPartPr/>
                <p14:nvPr/>
              </p14:nvContentPartPr>
              <p14:xfrm>
                <a:off x="4217400" y="1985976"/>
                <a:ext cx="57600" cy="51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1BCAE17-AFB8-040A-BD55-45DCB245D11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08760" y="1977336"/>
                  <a:ext cx="752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1C4E2BE-78A6-5E4B-D6E7-587F72AF806F}"/>
                    </a:ext>
                  </a:extLst>
                </p14:cNvPr>
                <p14:cNvContentPartPr/>
                <p14:nvPr/>
              </p14:nvContentPartPr>
              <p14:xfrm>
                <a:off x="4267800" y="1985976"/>
                <a:ext cx="56520" cy="41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1C4E2BE-78A6-5E4B-D6E7-587F72AF806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58800" y="1977336"/>
                  <a:ext cx="741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AA10375-F192-3061-0A1E-F7AF02264438}"/>
                    </a:ext>
                  </a:extLst>
                </p14:cNvPr>
                <p14:cNvContentPartPr/>
                <p14:nvPr/>
              </p14:nvContentPartPr>
              <p14:xfrm>
                <a:off x="4335840" y="1896696"/>
                <a:ext cx="17280" cy="56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AA10375-F192-3061-0A1E-F7AF0226443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27200" y="1887696"/>
                  <a:ext cx="34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F25A569-86D5-1CC8-8E9A-31DAD9012844}"/>
                    </a:ext>
                  </a:extLst>
                </p14:cNvPr>
                <p14:cNvContentPartPr/>
                <p14:nvPr/>
              </p14:nvContentPartPr>
              <p14:xfrm>
                <a:off x="4396680" y="1956456"/>
                <a:ext cx="98640" cy="88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F25A569-86D5-1CC8-8E9A-31DAD90128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88040" y="1947816"/>
                  <a:ext cx="116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9A141D4-E625-FE17-A56A-45BFDC81903C}"/>
                    </a:ext>
                  </a:extLst>
                </p14:cNvPr>
                <p14:cNvContentPartPr/>
                <p14:nvPr/>
              </p14:nvContentPartPr>
              <p14:xfrm>
                <a:off x="4538160" y="1994256"/>
                <a:ext cx="102600" cy="35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9A141D4-E625-FE17-A56A-45BFDC8190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29520" y="1985256"/>
                  <a:ext cx="120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CC0332B-1E0F-4EB6-BA39-4776F34420E1}"/>
                    </a:ext>
                  </a:extLst>
                </p14:cNvPr>
                <p14:cNvContentPartPr/>
                <p14:nvPr/>
              </p14:nvContentPartPr>
              <p14:xfrm>
                <a:off x="4713840" y="1872216"/>
                <a:ext cx="39240" cy="150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CC0332B-1E0F-4EB6-BA39-4776F34420E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04840" y="1863216"/>
                  <a:ext cx="568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FAAE11F-638F-8A62-D677-C705ED9F9950}"/>
                    </a:ext>
                  </a:extLst>
                </p14:cNvPr>
                <p14:cNvContentPartPr/>
                <p14:nvPr/>
              </p14:nvContentPartPr>
              <p14:xfrm>
                <a:off x="4655160" y="1961496"/>
                <a:ext cx="129600" cy="15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FAAE11F-638F-8A62-D677-C705ED9F995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46520" y="1952856"/>
                  <a:ext cx="14724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42ACCF4-3661-6A1A-7FEB-911250677706}"/>
              </a:ext>
            </a:extLst>
          </p:cNvPr>
          <p:cNvGrpSpPr/>
          <p:nvPr/>
        </p:nvGrpSpPr>
        <p:grpSpPr>
          <a:xfrm>
            <a:off x="3743280" y="2380896"/>
            <a:ext cx="1168560" cy="324360"/>
            <a:chOff x="3743280" y="2380896"/>
            <a:chExt cx="1168560" cy="32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B170891-6834-CA0E-5DE5-5935DFF03AC8}"/>
                    </a:ext>
                  </a:extLst>
                </p14:cNvPr>
                <p14:cNvContentPartPr/>
                <p14:nvPr/>
              </p14:nvContentPartPr>
              <p14:xfrm>
                <a:off x="3743280" y="2538576"/>
                <a:ext cx="112680" cy="115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B170891-6834-CA0E-5DE5-5935DFF03A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34640" y="2529936"/>
                  <a:ext cx="1303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A7DCF8E-A445-E57C-51C2-D7EDE90D4988}"/>
                    </a:ext>
                  </a:extLst>
                </p14:cNvPr>
                <p14:cNvContentPartPr/>
                <p14:nvPr/>
              </p14:nvContentPartPr>
              <p14:xfrm>
                <a:off x="3911400" y="2387016"/>
                <a:ext cx="142200" cy="318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A7DCF8E-A445-E57C-51C2-D7EDE90D498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02400" y="2378016"/>
                  <a:ext cx="1598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5D31831-572E-DDB1-D620-C8FC33539FDC}"/>
                    </a:ext>
                  </a:extLst>
                </p14:cNvPr>
                <p14:cNvContentPartPr/>
                <p14:nvPr/>
              </p14:nvContentPartPr>
              <p14:xfrm>
                <a:off x="3926160" y="2524176"/>
                <a:ext cx="178200" cy="51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5D31831-572E-DDB1-D620-C8FC33539FD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17520" y="2515176"/>
                  <a:ext cx="1958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FD6D26C-50E1-99D4-D386-8BD648858E24}"/>
                    </a:ext>
                  </a:extLst>
                </p14:cNvPr>
                <p14:cNvContentPartPr/>
                <p14:nvPr/>
              </p14:nvContentPartPr>
              <p14:xfrm>
                <a:off x="4059360" y="2380896"/>
                <a:ext cx="135360" cy="280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FD6D26C-50E1-99D4-D386-8BD648858E2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50720" y="2372256"/>
                  <a:ext cx="1530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495A3D6-58A5-8106-41C3-ADBC6A831576}"/>
                    </a:ext>
                  </a:extLst>
                </p14:cNvPr>
                <p14:cNvContentPartPr/>
                <p14:nvPr/>
              </p14:nvContentPartPr>
              <p14:xfrm>
                <a:off x="4045680" y="2550096"/>
                <a:ext cx="138960" cy="59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495A3D6-58A5-8106-41C3-ADBC6A83157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37040" y="2541096"/>
                  <a:ext cx="156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8D9BECE-B9F8-5F2E-E6EE-EF05E5E93984}"/>
                    </a:ext>
                  </a:extLst>
                </p14:cNvPr>
                <p14:cNvContentPartPr/>
                <p14:nvPr/>
              </p14:nvContentPartPr>
              <p14:xfrm>
                <a:off x="4228560" y="2447496"/>
                <a:ext cx="19800" cy="53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8D9BECE-B9F8-5F2E-E6EE-EF05E5E9398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19920" y="2438856"/>
                  <a:ext cx="374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B670376-1F81-67F1-2EC2-6CD5AD786578}"/>
                    </a:ext>
                  </a:extLst>
                </p14:cNvPr>
                <p14:cNvContentPartPr/>
                <p14:nvPr/>
              </p14:nvContentPartPr>
              <p14:xfrm>
                <a:off x="4275000" y="2514096"/>
                <a:ext cx="61200" cy="57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B670376-1F81-67F1-2EC2-6CD5AD78657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66000" y="2505456"/>
                  <a:ext cx="788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2C5FD2F-282A-EFBE-BFC4-BC5E360907F3}"/>
                    </a:ext>
                  </a:extLst>
                </p14:cNvPr>
                <p14:cNvContentPartPr/>
                <p14:nvPr/>
              </p14:nvContentPartPr>
              <p14:xfrm>
                <a:off x="4392000" y="2541816"/>
                <a:ext cx="10080" cy="21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2C5FD2F-282A-EFBE-BFC4-BC5E360907F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83360" y="2533176"/>
                  <a:ext cx="27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DE83127-559D-95C1-AF08-8DF0D1A8E053}"/>
                    </a:ext>
                  </a:extLst>
                </p14:cNvPr>
                <p14:cNvContentPartPr/>
                <p14:nvPr/>
              </p14:nvContentPartPr>
              <p14:xfrm>
                <a:off x="4419000" y="2419056"/>
                <a:ext cx="22320" cy="78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DE83127-559D-95C1-AF08-8DF0D1A8E05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10000" y="2410416"/>
                  <a:ext cx="399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BAF3E5F-CE82-B8B9-F66C-920FA073624E}"/>
                    </a:ext>
                  </a:extLst>
                </p14:cNvPr>
                <p14:cNvContentPartPr/>
                <p14:nvPr/>
              </p14:nvContentPartPr>
              <p14:xfrm>
                <a:off x="4457880" y="2496096"/>
                <a:ext cx="268560" cy="91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BAF3E5F-CE82-B8B9-F66C-920FA073624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48880" y="2487096"/>
                  <a:ext cx="286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C14EE0B-FDB4-61C3-3DAE-CB49AB9D360B}"/>
                    </a:ext>
                  </a:extLst>
                </p14:cNvPr>
                <p14:cNvContentPartPr/>
                <p14:nvPr/>
              </p14:nvContentPartPr>
              <p14:xfrm>
                <a:off x="4811040" y="2396376"/>
                <a:ext cx="78840" cy="180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C14EE0B-FDB4-61C3-3DAE-CB49AB9D360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02400" y="2387736"/>
                  <a:ext cx="964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7003AEA-BD16-A258-3DE1-8D0F4AE41AB7}"/>
                    </a:ext>
                  </a:extLst>
                </p14:cNvPr>
                <p14:cNvContentPartPr/>
                <p14:nvPr/>
              </p14:nvContentPartPr>
              <p14:xfrm>
                <a:off x="4745520" y="2455776"/>
                <a:ext cx="166320" cy="9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7003AEA-BD16-A258-3DE1-8D0F4AE41AB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36880" y="2446776"/>
                  <a:ext cx="183960" cy="2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44635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1BE2-31A2-91E0-656B-3BD505578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Queue using a linked data structure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72F494-CD66-06F8-CE3A-6B439850F66F}"/>
              </a:ext>
            </a:extLst>
          </p:cNvPr>
          <p:cNvGrpSpPr/>
          <p:nvPr/>
        </p:nvGrpSpPr>
        <p:grpSpPr>
          <a:xfrm>
            <a:off x="1017360" y="1724976"/>
            <a:ext cx="988560" cy="569880"/>
            <a:chOff x="1017360" y="1724976"/>
            <a:chExt cx="988560" cy="56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630B76B-0526-F499-DEEB-7B7F0D998276}"/>
                    </a:ext>
                  </a:extLst>
                </p14:cNvPr>
                <p14:cNvContentPartPr/>
                <p14:nvPr/>
              </p14:nvContentPartPr>
              <p14:xfrm>
                <a:off x="1092960" y="1724976"/>
                <a:ext cx="110520" cy="374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630B76B-0526-F499-DEEB-7B7F0D99827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84320" y="1716336"/>
                  <a:ext cx="1281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70B08F2-F504-97F4-7E43-A8AD16E90B69}"/>
                    </a:ext>
                  </a:extLst>
                </p14:cNvPr>
                <p14:cNvContentPartPr/>
                <p14:nvPr/>
              </p14:nvContentPartPr>
              <p14:xfrm>
                <a:off x="1017360" y="1969056"/>
                <a:ext cx="185760" cy="37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70B08F2-F504-97F4-7E43-A8AD16E90B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8720" y="1960056"/>
                  <a:ext cx="203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C8E53E9-3146-C00B-7E6D-4BBB6B14A4D7}"/>
                    </a:ext>
                  </a:extLst>
                </p14:cNvPr>
                <p14:cNvContentPartPr/>
                <p14:nvPr/>
              </p14:nvContentPartPr>
              <p14:xfrm>
                <a:off x="1222200" y="1881216"/>
                <a:ext cx="39240" cy="122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C8E53E9-3146-C00B-7E6D-4BBB6B14A4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13560" y="1872576"/>
                  <a:ext cx="568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DD21F6C-DC85-CDFE-62CB-CB33DBF2B369}"/>
                    </a:ext>
                  </a:extLst>
                </p14:cNvPr>
                <p14:cNvContentPartPr/>
                <p14:nvPr/>
              </p14:nvContentPartPr>
              <p14:xfrm>
                <a:off x="1311840" y="1898856"/>
                <a:ext cx="235800" cy="77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DD21F6C-DC85-CDFE-62CB-CB33DBF2B36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02840" y="1890216"/>
                  <a:ext cx="2534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9B4F103-A85E-57B4-1A37-BD7A75C507BE}"/>
                    </a:ext>
                  </a:extLst>
                </p14:cNvPr>
                <p14:cNvContentPartPr/>
                <p14:nvPr/>
              </p14:nvContentPartPr>
              <p14:xfrm>
                <a:off x="1664640" y="1770696"/>
                <a:ext cx="72360" cy="167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9B4F103-A85E-57B4-1A37-BD7A75C507B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56000" y="1761696"/>
                  <a:ext cx="900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15C452E-E21F-AED4-9ECA-93903CCA445B}"/>
                    </a:ext>
                  </a:extLst>
                </p14:cNvPr>
                <p14:cNvContentPartPr/>
                <p14:nvPr/>
              </p14:nvContentPartPr>
              <p14:xfrm>
                <a:off x="1551240" y="1852056"/>
                <a:ext cx="209880" cy="28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15C452E-E21F-AED4-9ECA-93903CCA445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42600" y="1843056"/>
                  <a:ext cx="2275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5510BF4-276E-3CCD-390E-52B1E9460D64}"/>
                    </a:ext>
                  </a:extLst>
                </p14:cNvPr>
                <p14:cNvContentPartPr/>
                <p14:nvPr/>
              </p14:nvContentPartPr>
              <p14:xfrm>
                <a:off x="1385640" y="2118816"/>
                <a:ext cx="24840" cy="168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5510BF4-276E-3CCD-390E-52B1E9460D6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76640" y="2110176"/>
                  <a:ext cx="424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180E290-93B0-30CA-EDEC-79A6833FD96C}"/>
                    </a:ext>
                  </a:extLst>
                </p14:cNvPr>
                <p14:cNvContentPartPr/>
                <p14:nvPr/>
              </p14:nvContentPartPr>
              <p14:xfrm>
                <a:off x="1392840" y="1978776"/>
                <a:ext cx="613080" cy="316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180E290-93B0-30CA-EDEC-79A6833FD96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84200" y="1970136"/>
                  <a:ext cx="6307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72251B4-6C0C-30D9-20A6-D3B51D0E4034}"/>
                    </a:ext>
                  </a:extLst>
                </p14:cNvPr>
                <p14:cNvContentPartPr/>
                <p14:nvPr/>
              </p14:nvContentPartPr>
              <p14:xfrm>
                <a:off x="1599480" y="2115216"/>
                <a:ext cx="38160" cy="43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72251B4-6C0C-30D9-20A6-D3B51D0E403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90480" y="2106216"/>
                  <a:ext cx="5580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C2EA5D7-5BA1-7F1D-B5EC-7703DD68E301}"/>
              </a:ext>
            </a:extLst>
          </p:cNvPr>
          <p:cNvGrpSpPr/>
          <p:nvPr/>
        </p:nvGrpSpPr>
        <p:grpSpPr>
          <a:xfrm>
            <a:off x="1068480" y="2521656"/>
            <a:ext cx="987840" cy="509040"/>
            <a:chOff x="1068480" y="2521656"/>
            <a:chExt cx="987840" cy="50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5D0A992-A5BF-9BC0-F5FA-41903E80EE32}"/>
                    </a:ext>
                  </a:extLst>
                </p14:cNvPr>
                <p14:cNvContentPartPr/>
                <p14:nvPr/>
              </p14:nvContentPartPr>
              <p14:xfrm>
                <a:off x="1068480" y="2581056"/>
                <a:ext cx="236880" cy="133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5D0A992-A5BF-9BC0-F5FA-41903E80EE3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59480" y="2572056"/>
                  <a:ext cx="2545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0855E2F-1EEE-8DE2-C748-E6A206CC224B}"/>
                    </a:ext>
                  </a:extLst>
                </p14:cNvPr>
                <p14:cNvContentPartPr/>
                <p14:nvPr/>
              </p14:nvContentPartPr>
              <p14:xfrm>
                <a:off x="1348920" y="2569536"/>
                <a:ext cx="132120" cy="101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0855E2F-1EEE-8DE2-C748-E6A206CC224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40280" y="2560536"/>
                  <a:ext cx="1497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CDC2B7-A303-C9E0-9C77-B57D9D6543F1}"/>
                    </a:ext>
                  </a:extLst>
                </p14:cNvPr>
                <p14:cNvContentPartPr/>
                <p14:nvPr/>
              </p14:nvContentPartPr>
              <p14:xfrm>
                <a:off x="1555920" y="2521656"/>
                <a:ext cx="78840" cy="124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CDC2B7-A303-C9E0-9C77-B57D9D6543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46920" y="2512656"/>
                  <a:ext cx="964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3C3CBCA-15F6-C400-CFA5-BD964738A194}"/>
                    </a:ext>
                  </a:extLst>
                </p14:cNvPr>
                <p14:cNvContentPartPr/>
                <p14:nvPr/>
              </p14:nvContentPartPr>
              <p14:xfrm>
                <a:off x="1440000" y="2811816"/>
                <a:ext cx="22320" cy="213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3C3CBCA-15F6-C400-CFA5-BD964738A19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31000" y="2802816"/>
                  <a:ext cx="399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3B43F08-169C-991C-743A-7073B1DA5D19}"/>
                    </a:ext>
                  </a:extLst>
                </p14:cNvPr>
                <p14:cNvContentPartPr/>
                <p14:nvPr/>
              </p14:nvContentPartPr>
              <p14:xfrm>
                <a:off x="1427400" y="2695536"/>
                <a:ext cx="628920" cy="335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3B43F08-169C-991C-743A-7073B1DA5D1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18760" y="2686536"/>
                  <a:ext cx="6465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816B691-FFD8-C437-6D8B-C25CC259907A}"/>
                    </a:ext>
                  </a:extLst>
                </p14:cNvPr>
                <p14:cNvContentPartPr/>
                <p14:nvPr/>
              </p14:nvContentPartPr>
              <p14:xfrm>
                <a:off x="1635480" y="2828736"/>
                <a:ext cx="80640" cy="52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816B691-FFD8-C437-6D8B-C25CC259907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26840" y="2820096"/>
                  <a:ext cx="9828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BCA3792-93BE-7BE4-06E7-0657BEB2976D}"/>
              </a:ext>
            </a:extLst>
          </p:cNvPr>
          <p:cNvGrpSpPr/>
          <p:nvPr/>
        </p:nvGrpSpPr>
        <p:grpSpPr>
          <a:xfrm>
            <a:off x="1002960" y="3740616"/>
            <a:ext cx="1836360" cy="468000"/>
            <a:chOff x="1002960" y="3740616"/>
            <a:chExt cx="1836360" cy="46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EF7CC03-8F38-289A-6905-EA5C2B30D89C}"/>
                    </a:ext>
                  </a:extLst>
                </p14:cNvPr>
                <p14:cNvContentPartPr/>
                <p14:nvPr/>
              </p14:nvContentPartPr>
              <p14:xfrm>
                <a:off x="1002960" y="3740616"/>
                <a:ext cx="224640" cy="336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EF7CC03-8F38-289A-6905-EA5C2B30D89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93960" y="3731976"/>
                  <a:ext cx="2422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023B3CD-D61D-67F8-305F-79701B13C206}"/>
                    </a:ext>
                  </a:extLst>
                </p14:cNvPr>
                <p14:cNvContentPartPr/>
                <p14:nvPr/>
              </p14:nvContentPartPr>
              <p14:xfrm>
                <a:off x="1197720" y="3971016"/>
                <a:ext cx="251640" cy="48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023B3CD-D61D-67F8-305F-79701B13C20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89080" y="3962016"/>
                  <a:ext cx="2692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5BA35AE-759B-F48B-D9D7-3DAF73B6550C}"/>
                    </a:ext>
                  </a:extLst>
                </p14:cNvPr>
                <p14:cNvContentPartPr/>
                <p14:nvPr/>
              </p14:nvContentPartPr>
              <p14:xfrm>
                <a:off x="1418400" y="3917016"/>
                <a:ext cx="72720" cy="277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5BA35AE-759B-F48B-D9D7-3DAF73B6550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09760" y="3908376"/>
                  <a:ext cx="903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C64E5B6-2BC5-D2D9-FFFB-C1005D31CAF3}"/>
                    </a:ext>
                  </a:extLst>
                </p14:cNvPr>
                <p14:cNvContentPartPr/>
                <p14:nvPr/>
              </p14:nvContentPartPr>
              <p14:xfrm>
                <a:off x="1592640" y="3752136"/>
                <a:ext cx="93240" cy="278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C64E5B6-2BC5-D2D9-FFFB-C1005D31CAF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84000" y="3743136"/>
                  <a:ext cx="110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DD2A448-DDFD-C2BD-2E35-2D2460834B1E}"/>
                    </a:ext>
                  </a:extLst>
                </p14:cNvPr>
                <p14:cNvContentPartPr/>
                <p14:nvPr/>
              </p14:nvContentPartPr>
              <p14:xfrm>
                <a:off x="1590480" y="3944736"/>
                <a:ext cx="122400" cy="15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DD2A448-DDFD-C2BD-2E35-2D2460834B1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81480" y="3935736"/>
                  <a:ext cx="140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C3C98AA-B3EA-6672-C4B7-48B4CC6AAB8E}"/>
                    </a:ext>
                  </a:extLst>
                </p14:cNvPr>
                <p14:cNvContentPartPr/>
                <p14:nvPr/>
              </p14:nvContentPartPr>
              <p14:xfrm>
                <a:off x="1763640" y="3955176"/>
                <a:ext cx="63720" cy="28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C3C98AA-B3EA-6672-C4B7-48B4CC6AAB8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54640" y="3946536"/>
                  <a:ext cx="81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8431442-9828-C993-056C-CF0EC05A0DBC}"/>
                    </a:ext>
                  </a:extLst>
                </p14:cNvPr>
                <p14:cNvContentPartPr/>
                <p14:nvPr/>
              </p14:nvContentPartPr>
              <p14:xfrm>
                <a:off x="1658520" y="3918816"/>
                <a:ext cx="212400" cy="289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8431442-9828-C993-056C-CF0EC05A0DB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49880" y="3909816"/>
                  <a:ext cx="2300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C8C34B5-DD45-51FB-630C-57EA3C6FB044}"/>
                    </a:ext>
                  </a:extLst>
                </p14:cNvPr>
                <p14:cNvContentPartPr/>
                <p14:nvPr/>
              </p14:nvContentPartPr>
              <p14:xfrm>
                <a:off x="2041200" y="3742776"/>
                <a:ext cx="193320" cy="246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C8C34B5-DD45-51FB-630C-57EA3C6FB04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32200" y="3734136"/>
                  <a:ext cx="2109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5853063-E91E-CED4-D44D-FF6AC6AA2650}"/>
                    </a:ext>
                  </a:extLst>
                </p14:cNvPr>
                <p14:cNvContentPartPr/>
                <p14:nvPr/>
              </p14:nvContentPartPr>
              <p14:xfrm>
                <a:off x="2080440" y="3868416"/>
                <a:ext cx="160200" cy="84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5853063-E91E-CED4-D44D-FF6AC6AA265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71800" y="3859416"/>
                  <a:ext cx="1778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67E0CDD-7404-E640-8417-571FE89B0BBA}"/>
                    </a:ext>
                  </a:extLst>
                </p14:cNvPr>
                <p14:cNvContentPartPr/>
                <p14:nvPr/>
              </p14:nvContentPartPr>
              <p14:xfrm>
                <a:off x="2300040" y="3870576"/>
                <a:ext cx="102600" cy="62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67E0CDD-7404-E640-8417-571FE89B0BB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91040" y="3861936"/>
                  <a:ext cx="1202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4C7AA5F-B71C-BEA6-05ED-958DEC056123}"/>
                    </a:ext>
                  </a:extLst>
                </p14:cNvPr>
                <p14:cNvContentPartPr/>
                <p14:nvPr/>
              </p14:nvContentPartPr>
              <p14:xfrm>
                <a:off x="2414520" y="3845016"/>
                <a:ext cx="244080" cy="77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4C7AA5F-B71C-BEA6-05ED-958DEC05612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05880" y="3836016"/>
                  <a:ext cx="2617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2FF623E-FBEB-BA02-82F2-D379C215489D}"/>
                    </a:ext>
                  </a:extLst>
                </p14:cNvPr>
                <p14:cNvContentPartPr/>
                <p14:nvPr/>
              </p14:nvContentPartPr>
              <p14:xfrm>
                <a:off x="2719440" y="3826296"/>
                <a:ext cx="119880" cy="91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2FF623E-FBEB-BA02-82F2-D379C215489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10440" y="3817296"/>
                  <a:ext cx="137520" cy="108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9017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89B19C-68F1-D63D-4359-285C05652A15}"/>
                  </a:ext>
                </a:extLst>
              </p14:cNvPr>
              <p14:cNvContentPartPr/>
              <p14:nvPr/>
            </p14:nvContentPartPr>
            <p14:xfrm>
              <a:off x="1092960" y="1724976"/>
              <a:ext cx="110520" cy="374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89B19C-68F1-D63D-4359-285C05652A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4320" y="1716336"/>
                <a:ext cx="12816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09F86C2-748B-227E-8539-690E6A0237FB}"/>
                  </a:ext>
                </a:extLst>
              </p14:cNvPr>
              <p14:cNvContentPartPr/>
              <p14:nvPr/>
            </p14:nvContentPartPr>
            <p14:xfrm>
              <a:off x="1017360" y="1969056"/>
              <a:ext cx="185760" cy="37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09F86C2-748B-227E-8539-690E6A0237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8720" y="1960056"/>
                <a:ext cx="2034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585FF16-9E59-F6F0-F481-AB26DDA4AB1D}"/>
                  </a:ext>
                </a:extLst>
              </p14:cNvPr>
              <p14:cNvContentPartPr/>
              <p14:nvPr/>
            </p14:nvContentPartPr>
            <p14:xfrm>
              <a:off x="1222200" y="1881216"/>
              <a:ext cx="39240" cy="122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585FF16-9E59-F6F0-F481-AB26DDA4AB1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13560" y="1872576"/>
                <a:ext cx="5688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C4488BD-6AD5-1824-A3D2-6FE60D341823}"/>
                  </a:ext>
                </a:extLst>
              </p14:cNvPr>
              <p14:cNvContentPartPr/>
              <p14:nvPr/>
            </p14:nvContentPartPr>
            <p14:xfrm>
              <a:off x="1311840" y="1898856"/>
              <a:ext cx="235800" cy="7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C4488BD-6AD5-1824-A3D2-6FE60D34182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02840" y="1890216"/>
                <a:ext cx="2534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2FF7D9B-8F6D-64F4-105A-07A11C9792EF}"/>
                  </a:ext>
                </a:extLst>
              </p14:cNvPr>
              <p14:cNvContentPartPr/>
              <p14:nvPr/>
            </p14:nvContentPartPr>
            <p14:xfrm>
              <a:off x="1664640" y="1770696"/>
              <a:ext cx="72360" cy="167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FF7D9B-8F6D-64F4-105A-07A11C9792E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56000" y="1761696"/>
                <a:ext cx="900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CE9F7C4-886F-684B-EBA6-6DD313ECF10F}"/>
                  </a:ext>
                </a:extLst>
              </p14:cNvPr>
              <p14:cNvContentPartPr/>
              <p14:nvPr/>
            </p14:nvContentPartPr>
            <p14:xfrm>
              <a:off x="1551240" y="1852056"/>
              <a:ext cx="209880" cy="28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CE9F7C4-886F-684B-EBA6-6DD313ECF10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42600" y="1843056"/>
                <a:ext cx="2275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FE5672-1D7D-7E0E-6276-78409AB699A9}"/>
                  </a:ext>
                </a:extLst>
              </p14:cNvPr>
              <p14:cNvContentPartPr/>
              <p14:nvPr/>
            </p14:nvContentPartPr>
            <p14:xfrm>
              <a:off x="1385640" y="2118816"/>
              <a:ext cx="24840" cy="168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FE5672-1D7D-7E0E-6276-78409AB699A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76640" y="2110176"/>
                <a:ext cx="424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BF1E3D5-443C-5AA3-9A0B-9005AE73075C}"/>
                  </a:ext>
                </a:extLst>
              </p14:cNvPr>
              <p14:cNvContentPartPr/>
              <p14:nvPr/>
            </p14:nvContentPartPr>
            <p14:xfrm>
              <a:off x="1392840" y="1978776"/>
              <a:ext cx="613080" cy="316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BF1E3D5-443C-5AA3-9A0B-9005AE73075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84200" y="1970136"/>
                <a:ext cx="63072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3E4DEF4-0E10-761E-F2D4-05164EA99339}"/>
                  </a:ext>
                </a:extLst>
              </p14:cNvPr>
              <p14:cNvContentPartPr/>
              <p14:nvPr/>
            </p14:nvContentPartPr>
            <p14:xfrm>
              <a:off x="1068480" y="2581056"/>
              <a:ext cx="236880" cy="1339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3E4DEF4-0E10-761E-F2D4-05164EA9933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59480" y="2572056"/>
                <a:ext cx="2545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7305011-05CC-73DF-17C2-99F969190C5F}"/>
                  </a:ext>
                </a:extLst>
              </p14:cNvPr>
              <p14:cNvContentPartPr/>
              <p14:nvPr/>
            </p14:nvContentPartPr>
            <p14:xfrm>
              <a:off x="1348920" y="2569536"/>
              <a:ext cx="132120" cy="101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7305011-05CC-73DF-17C2-99F969190C5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40280" y="2560536"/>
                <a:ext cx="14976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E9BA503-3AC3-61AF-3A4C-B02A8673A48D}"/>
                  </a:ext>
                </a:extLst>
              </p14:cNvPr>
              <p14:cNvContentPartPr/>
              <p14:nvPr/>
            </p14:nvContentPartPr>
            <p14:xfrm>
              <a:off x="1555920" y="2521656"/>
              <a:ext cx="78840" cy="124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E9BA503-3AC3-61AF-3A4C-B02A8673A48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546920" y="2512656"/>
                <a:ext cx="9648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681B542-6DDA-4E6C-8EAD-FB21D28A19BB}"/>
                  </a:ext>
                </a:extLst>
              </p14:cNvPr>
              <p14:cNvContentPartPr/>
              <p14:nvPr/>
            </p14:nvContentPartPr>
            <p14:xfrm>
              <a:off x="1440000" y="2811816"/>
              <a:ext cx="22320" cy="213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681B542-6DDA-4E6C-8EAD-FB21D28A19B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31000" y="2802816"/>
                <a:ext cx="3996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2A9A334-0AAE-8777-F1D6-2751EB81E933}"/>
                  </a:ext>
                </a:extLst>
              </p14:cNvPr>
              <p14:cNvContentPartPr/>
              <p14:nvPr/>
            </p14:nvContentPartPr>
            <p14:xfrm>
              <a:off x="1427400" y="2695536"/>
              <a:ext cx="628920" cy="3351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2A9A334-0AAE-8777-F1D6-2751EB81E93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418760" y="2686536"/>
                <a:ext cx="64656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9A70558-F93B-152D-397E-E12EB8C63904}"/>
                  </a:ext>
                </a:extLst>
              </p14:cNvPr>
              <p14:cNvContentPartPr/>
              <p14:nvPr/>
            </p14:nvContentPartPr>
            <p14:xfrm>
              <a:off x="1936800" y="4997016"/>
              <a:ext cx="1008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9A70558-F93B-152D-397E-E12EB8C6390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27800" y="4988376"/>
                <a:ext cx="2772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19D1ADB1-D604-33E0-A112-2AB44850C9BB}"/>
              </a:ext>
            </a:extLst>
          </p:cNvPr>
          <p:cNvGrpSpPr/>
          <p:nvPr/>
        </p:nvGrpSpPr>
        <p:grpSpPr>
          <a:xfrm>
            <a:off x="8849160" y="1051416"/>
            <a:ext cx="1682640" cy="454680"/>
            <a:chOff x="8849160" y="1051416"/>
            <a:chExt cx="1682640" cy="45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555869D-9070-1A11-8CC5-F1458AA76726}"/>
                    </a:ext>
                  </a:extLst>
                </p14:cNvPr>
                <p14:cNvContentPartPr/>
                <p14:nvPr/>
              </p14:nvContentPartPr>
              <p14:xfrm>
                <a:off x="8849160" y="1230696"/>
                <a:ext cx="93240" cy="86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555869D-9070-1A11-8CC5-F1458AA7672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40520" y="1222056"/>
                  <a:ext cx="110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1A3A764-7B94-B553-5BD2-CCA486C17602}"/>
                    </a:ext>
                  </a:extLst>
                </p14:cNvPr>
                <p14:cNvContentPartPr/>
                <p14:nvPr/>
              </p14:nvContentPartPr>
              <p14:xfrm>
                <a:off x="8971200" y="1276416"/>
                <a:ext cx="129600" cy="34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1A3A764-7B94-B553-5BD2-CCA486C1760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962200" y="1267776"/>
                  <a:ext cx="147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8353870-1097-E80C-77DC-11B892564EEA}"/>
                    </a:ext>
                  </a:extLst>
                </p14:cNvPr>
                <p14:cNvContentPartPr/>
                <p14:nvPr/>
              </p14:nvContentPartPr>
              <p14:xfrm>
                <a:off x="9061560" y="1234296"/>
                <a:ext cx="204840" cy="271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8353870-1097-E80C-77DC-11B892564EE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52560" y="1225296"/>
                  <a:ext cx="2224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69909A2-27F8-EB78-E8AF-307134FFAF24}"/>
                    </a:ext>
                  </a:extLst>
                </p14:cNvPr>
                <p14:cNvContentPartPr/>
                <p14:nvPr/>
              </p14:nvContentPartPr>
              <p14:xfrm>
                <a:off x="9305280" y="1278936"/>
                <a:ext cx="85680" cy="35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69909A2-27F8-EB78-E8AF-307134FFAF2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296280" y="1269936"/>
                  <a:ext cx="1033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E90330E-ED18-1764-CA3C-18A2C0964B2E}"/>
                    </a:ext>
                  </a:extLst>
                </p14:cNvPr>
                <p14:cNvContentPartPr/>
                <p14:nvPr/>
              </p14:nvContentPartPr>
              <p14:xfrm>
                <a:off x="9436680" y="1240056"/>
                <a:ext cx="91440" cy="80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E90330E-ED18-1764-CA3C-18A2C0964B2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428040" y="1231056"/>
                  <a:ext cx="1090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0B39A19-97F4-A508-54FB-0EBAE862D60B}"/>
                    </a:ext>
                  </a:extLst>
                </p14:cNvPr>
                <p14:cNvContentPartPr/>
                <p14:nvPr/>
              </p14:nvContentPartPr>
              <p14:xfrm>
                <a:off x="9585720" y="1254456"/>
                <a:ext cx="83160" cy="41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0B39A19-97F4-A508-54FB-0EBAE862D60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576720" y="1245816"/>
                  <a:ext cx="1008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955DD71-AF5F-7471-D5E9-F49DB498FDFE}"/>
                    </a:ext>
                  </a:extLst>
                </p14:cNvPr>
                <p14:cNvContentPartPr/>
                <p14:nvPr/>
              </p14:nvContentPartPr>
              <p14:xfrm>
                <a:off x="9689760" y="1245096"/>
                <a:ext cx="88560" cy="67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955DD71-AF5F-7471-D5E9-F49DB498FDF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81120" y="1236456"/>
                  <a:ext cx="1062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2317D93-19D7-5582-C7C0-65B396C48CD6}"/>
                    </a:ext>
                  </a:extLst>
                </p14:cNvPr>
                <p14:cNvContentPartPr/>
                <p14:nvPr/>
              </p14:nvContentPartPr>
              <p14:xfrm>
                <a:off x="9909360" y="1064736"/>
                <a:ext cx="208080" cy="245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2317D93-19D7-5582-C7C0-65B396C48CD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900720" y="1056096"/>
                  <a:ext cx="2257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2FB7A5E-1BC2-37C4-288E-A93CA1F1C467}"/>
                    </a:ext>
                  </a:extLst>
                </p14:cNvPr>
                <p14:cNvContentPartPr/>
                <p14:nvPr/>
              </p14:nvContentPartPr>
              <p14:xfrm>
                <a:off x="10107360" y="1171296"/>
                <a:ext cx="101880" cy="151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2FB7A5E-1BC2-37C4-288E-A93CA1F1C46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98360" y="1162296"/>
                  <a:ext cx="1195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43B79DA-189E-081C-CD65-B6FD533ADAAE}"/>
                    </a:ext>
                  </a:extLst>
                </p14:cNvPr>
                <p14:cNvContentPartPr/>
                <p14:nvPr/>
              </p14:nvContentPartPr>
              <p14:xfrm>
                <a:off x="10182960" y="1139256"/>
                <a:ext cx="85680" cy="2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43B79DA-189E-081C-CD65-B6FD533ADAA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173960" y="1130256"/>
                  <a:ext cx="1033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F343038-6E82-BF40-143B-103024FF9119}"/>
                    </a:ext>
                  </a:extLst>
                </p14:cNvPr>
                <p14:cNvContentPartPr/>
                <p14:nvPr/>
              </p14:nvContentPartPr>
              <p14:xfrm>
                <a:off x="10329480" y="1051416"/>
                <a:ext cx="75600" cy="209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F343038-6E82-BF40-143B-103024FF911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320840" y="1042416"/>
                  <a:ext cx="932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F13DACC-9736-7161-CA32-EC8FADE4201D}"/>
                    </a:ext>
                  </a:extLst>
                </p14:cNvPr>
                <p14:cNvContentPartPr/>
                <p14:nvPr/>
              </p14:nvContentPartPr>
              <p14:xfrm>
                <a:off x="10521720" y="1213776"/>
                <a:ext cx="10080" cy="36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F13DACC-9736-7161-CA32-EC8FADE4201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513080" y="1205136"/>
                  <a:ext cx="27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866E652-88B5-1CE1-86D5-084C9C8039FF}"/>
                    </a:ext>
                  </a:extLst>
                </p14:cNvPr>
                <p14:cNvContentPartPr/>
                <p14:nvPr/>
              </p14:nvContentPartPr>
              <p14:xfrm>
                <a:off x="10356120" y="1403136"/>
                <a:ext cx="129600" cy="84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66E652-88B5-1CE1-86D5-084C9C8039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47120" y="1394496"/>
                  <a:ext cx="147240" cy="10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DA24898-1F38-E88F-ACB7-7C21E675056A}"/>
                  </a:ext>
                </a:extLst>
              </p14:cNvPr>
              <p14:cNvContentPartPr/>
              <p14:nvPr/>
            </p14:nvContentPartPr>
            <p14:xfrm>
              <a:off x="1812600" y="2505816"/>
              <a:ext cx="1389600" cy="3884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DA24898-1F38-E88F-ACB7-7C21E675056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803960" y="2496816"/>
                <a:ext cx="1407240" cy="40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0903E483-4FCA-BB47-F62D-9D44DD067117}"/>
              </a:ext>
            </a:extLst>
          </p:cNvPr>
          <p:cNvGrpSpPr/>
          <p:nvPr/>
        </p:nvGrpSpPr>
        <p:grpSpPr>
          <a:xfrm>
            <a:off x="1702440" y="1816776"/>
            <a:ext cx="2225160" cy="765360"/>
            <a:chOff x="1702440" y="1816776"/>
            <a:chExt cx="2225160" cy="76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E0478B1-DE1E-DBBA-15A0-A45C0F7C9CB0}"/>
                    </a:ext>
                  </a:extLst>
                </p14:cNvPr>
                <p14:cNvContentPartPr/>
                <p14:nvPr/>
              </p14:nvContentPartPr>
              <p14:xfrm>
                <a:off x="2787480" y="2255976"/>
                <a:ext cx="29520" cy="289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E0478B1-DE1E-DBBA-15A0-A45C0F7C9CB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78840" y="2246976"/>
                  <a:ext cx="471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BE1CB62-3728-6D3D-67BF-EFBCAB2845AA}"/>
                    </a:ext>
                  </a:extLst>
                </p14:cNvPr>
                <p14:cNvContentPartPr/>
                <p14:nvPr/>
              </p14:nvContentPartPr>
              <p14:xfrm>
                <a:off x="2799720" y="2107296"/>
                <a:ext cx="1127880" cy="474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BE1CB62-3728-6D3D-67BF-EFBCAB2845A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791080" y="2098296"/>
                  <a:ext cx="114552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1233A43-CA78-46B8-DFB3-C12F63AD954F}"/>
                    </a:ext>
                  </a:extLst>
                </p14:cNvPr>
                <p14:cNvContentPartPr/>
                <p14:nvPr/>
              </p14:nvContentPartPr>
              <p14:xfrm>
                <a:off x="3482640" y="2168856"/>
                <a:ext cx="22320" cy="332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1233A43-CA78-46B8-DFB3-C12F63AD954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73640" y="2159856"/>
                  <a:ext cx="399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5155A2D-2E33-CE1F-5D28-78F20A805BDC}"/>
                    </a:ext>
                  </a:extLst>
                </p14:cNvPr>
                <p14:cNvContentPartPr/>
                <p14:nvPr/>
              </p14:nvContentPartPr>
              <p14:xfrm>
                <a:off x="3674160" y="2285136"/>
                <a:ext cx="25560" cy="53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5155A2D-2E33-CE1F-5D28-78F20A805BD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65520" y="2276136"/>
                  <a:ext cx="43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BAFD197-5764-49F9-D6CD-F729D6B862AE}"/>
                    </a:ext>
                  </a:extLst>
                </p14:cNvPr>
                <p14:cNvContentPartPr/>
                <p14:nvPr/>
              </p14:nvContentPartPr>
              <p14:xfrm>
                <a:off x="1702440" y="1816776"/>
                <a:ext cx="1360800" cy="345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BAFD197-5764-49F9-D6CD-F729D6B862A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93800" y="1808136"/>
                  <a:ext cx="137844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1157538-738E-6221-6C1D-798EA8C05CB8}"/>
                    </a:ext>
                  </a:extLst>
                </p14:cNvPr>
                <p14:cNvContentPartPr/>
                <p14:nvPr/>
              </p14:nvContentPartPr>
              <p14:xfrm>
                <a:off x="2909520" y="2060856"/>
                <a:ext cx="122400" cy="95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1157538-738E-6221-6C1D-798EA8C05CB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900880" y="2051856"/>
                  <a:ext cx="1400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B4AA03A-BDB2-C983-6AFD-D0F342A948E5}"/>
                    </a:ext>
                  </a:extLst>
                </p14:cNvPr>
                <p14:cNvContentPartPr/>
                <p14:nvPr/>
              </p14:nvContentPartPr>
              <p14:xfrm>
                <a:off x="3021840" y="2065896"/>
                <a:ext cx="83160" cy="124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B4AA03A-BDB2-C983-6AFD-D0F342A948E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12840" y="2056896"/>
                  <a:ext cx="1008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0EDBDE2-A347-DBF9-865F-B275719BAFDE}"/>
                    </a:ext>
                  </a:extLst>
                </p14:cNvPr>
                <p14:cNvContentPartPr/>
                <p14:nvPr/>
              </p14:nvContentPartPr>
              <p14:xfrm>
                <a:off x="3029040" y="2289096"/>
                <a:ext cx="97920" cy="155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0EDBDE2-A347-DBF9-865F-B275719BAFD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20040" y="2280456"/>
                  <a:ext cx="115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76B9E33-AF00-A771-C177-484CB710239C}"/>
                    </a:ext>
                  </a:extLst>
                </p14:cNvPr>
                <p14:cNvContentPartPr/>
                <p14:nvPr/>
              </p14:nvContentPartPr>
              <p14:xfrm>
                <a:off x="3087360" y="2260656"/>
                <a:ext cx="163800" cy="23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76B9E33-AF00-A771-C177-484CB710239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78720" y="2252016"/>
                  <a:ext cx="181440" cy="4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16132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3A3A81-6860-ABCB-F188-22AD21D61BAB}"/>
                  </a:ext>
                </a:extLst>
              </p14:cNvPr>
              <p14:cNvContentPartPr/>
              <p14:nvPr/>
            </p14:nvContentPartPr>
            <p14:xfrm>
              <a:off x="1092960" y="1724976"/>
              <a:ext cx="110520" cy="374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3A3A81-6860-ABCB-F188-22AD21D61B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4320" y="1716336"/>
                <a:ext cx="12816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D2BFDA5-C1D4-7C34-8333-AFB3EEC98B15}"/>
                  </a:ext>
                </a:extLst>
              </p14:cNvPr>
              <p14:cNvContentPartPr/>
              <p14:nvPr/>
            </p14:nvContentPartPr>
            <p14:xfrm>
              <a:off x="1017360" y="1969056"/>
              <a:ext cx="185760" cy="37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D2BFDA5-C1D4-7C34-8333-AFB3EEC98B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8720" y="1960056"/>
                <a:ext cx="2034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C3D25B-63E5-236A-7713-F24AFAAD8A83}"/>
                  </a:ext>
                </a:extLst>
              </p14:cNvPr>
              <p14:cNvContentPartPr/>
              <p14:nvPr/>
            </p14:nvContentPartPr>
            <p14:xfrm>
              <a:off x="1222200" y="1881216"/>
              <a:ext cx="39240" cy="122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C3D25B-63E5-236A-7713-F24AFAAD8A8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13560" y="1872576"/>
                <a:ext cx="5688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0A9849B-62DF-B496-57DA-40359A716CFD}"/>
                  </a:ext>
                </a:extLst>
              </p14:cNvPr>
              <p14:cNvContentPartPr/>
              <p14:nvPr/>
            </p14:nvContentPartPr>
            <p14:xfrm>
              <a:off x="1311840" y="1898856"/>
              <a:ext cx="235800" cy="7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0A9849B-62DF-B496-57DA-40359A716CF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02840" y="1890216"/>
                <a:ext cx="2534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E73F800-FDE5-E706-92EE-137F5ACB5BB1}"/>
                  </a:ext>
                </a:extLst>
              </p14:cNvPr>
              <p14:cNvContentPartPr/>
              <p14:nvPr/>
            </p14:nvContentPartPr>
            <p14:xfrm>
              <a:off x="1664640" y="1770696"/>
              <a:ext cx="72360" cy="167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E73F800-FDE5-E706-92EE-137F5ACB5BB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56000" y="1761696"/>
                <a:ext cx="900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B066963-F56C-023C-E165-9D6B90BD5B54}"/>
                  </a:ext>
                </a:extLst>
              </p14:cNvPr>
              <p14:cNvContentPartPr/>
              <p14:nvPr/>
            </p14:nvContentPartPr>
            <p14:xfrm>
              <a:off x="1551240" y="1852056"/>
              <a:ext cx="209880" cy="28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B066963-F56C-023C-E165-9D6B90BD5B5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42600" y="1843056"/>
                <a:ext cx="2275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4ED9538-0553-D6ED-1D4E-5847050925E1}"/>
                  </a:ext>
                </a:extLst>
              </p14:cNvPr>
              <p14:cNvContentPartPr/>
              <p14:nvPr/>
            </p14:nvContentPartPr>
            <p14:xfrm>
              <a:off x="1385640" y="2118816"/>
              <a:ext cx="24840" cy="168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4ED9538-0553-D6ED-1D4E-5847050925E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76640" y="2110176"/>
                <a:ext cx="424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35A28EC-9E46-B1B1-919F-9DEFC72ECDBC}"/>
                  </a:ext>
                </a:extLst>
              </p14:cNvPr>
              <p14:cNvContentPartPr/>
              <p14:nvPr/>
            </p14:nvContentPartPr>
            <p14:xfrm>
              <a:off x="1392840" y="1978776"/>
              <a:ext cx="613080" cy="316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35A28EC-9E46-B1B1-919F-9DEFC72ECDB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84200" y="1970136"/>
                <a:ext cx="63072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15D5655-3D26-4DC1-58C7-B79199949DCE}"/>
                  </a:ext>
                </a:extLst>
              </p14:cNvPr>
              <p14:cNvContentPartPr/>
              <p14:nvPr/>
            </p14:nvContentPartPr>
            <p14:xfrm>
              <a:off x="1068480" y="2581056"/>
              <a:ext cx="236880" cy="133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15D5655-3D26-4DC1-58C7-B79199949DC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59480" y="2572056"/>
                <a:ext cx="2545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D3E4211-92B7-640F-C3E2-F4AA76221A20}"/>
                  </a:ext>
                </a:extLst>
              </p14:cNvPr>
              <p14:cNvContentPartPr/>
              <p14:nvPr/>
            </p14:nvContentPartPr>
            <p14:xfrm>
              <a:off x="1348920" y="2569536"/>
              <a:ext cx="132120" cy="10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D3E4211-92B7-640F-C3E2-F4AA76221A2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40280" y="2560536"/>
                <a:ext cx="14976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FD128AD-3CB8-68CA-9FAC-AE429A828202}"/>
                  </a:ext>
                </a:extLst>
              </p14:cNvPr>
              <p14:cNvContentPartPr/>
              <p14:nvPr/>
            </p14:nvContentPartPr>
            <p14:xfrm>
              <a:off x="1555920" y="2521656"/>
              <a:ext cx="78840" cy="124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FD128AD-3CB8-68CA-9FAC-AE429A82820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546920" y="2512656"/>
                <a:ext cx="9648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762A6D6-F011-C0FE-79AB-143FD15FE103}"/>
                  </a:ext>
                </a:extLst>
              </p14:cNvPr>
              <p14:cNvContentPartPr/>
              <p14:nvPr/>
            </p14:nvContentPartPr>
            <p14:xfrm>
              <a:off x="1440000" y="2811816"/>
              <a:ext cx="22320" cy="2131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762A6D6-F011-C0FE-79AB-143FD15FE10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31000" y="2802816"/>
                <a:ext cx="3996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9C3C5DE-703E-47B8-2F39-AF33B4781656}"/>
                  </a:ext>
                </a:extLst>
              </p14:cNvPr>
              <p14:cNvContentPartPr/>
              <p14:nvPr/>
            </p14:nvContentPartPr>
            <p14:xfrm>
              <a:off x="1427400" y="2695536"/>
              <a:ext cx="628920" cy="335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9C3C5DE-703E-47B8-2F39-AF33B478165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418760" y="2686536"/>
                <a:ext cx="64656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BBE4A1D-4F7F-0C25-3019-2C2EAC772556}"/>
                  </a:ext>
                </a:extLst>
              </p14:cNvPr>
              <p14:cNvContentPartPr/>
              <p14:nvPr/>
            </p14:nvContentPartPr>
            <p14:xfrm>
              <a:off x="2787480" y="2255976"/>
              <a:ext cx="29520" cy="289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BBE4A1D-4F7F-0C25-3019-2C2EAC77255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778840" y="2246976"/>
                <a:ext cx="4716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9142722-6330-E339-A2ED-52E1BADC4B76}"/>
                  </a:ext>
                </a:extLst>
              </p14:cNvPr>
              <p14:cNvContentPartPr/>
              <p14:nvPr/>
            </p14:nvContentPartPr>
            <p14:xfrm>
              <a:off x="2799720" y="2107296"/>
              <a:ext cx="1127880" cy="474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9142722-6330-E339-A2ED-52E1BADC4B7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791080" y="2098296"/>
                <a:ext cx="1145520" cy="4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EB9AF79-76A5-E628-000F-FFF7381E1A7E}"/>
                  </a:ext>
                </a:extLst>
              </p14:cNvPr>
              <p14:cNvContentPartPr/>
              <p14:nvPr/>
            </p14:nvContentPartPr>
            <p14:xfrm>
              <a:off x="3482640" y="2168856"/>
              <a:ext cx="22320" cy="332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EB9AF79-76A5-E628-000F-FFF7381E1A7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473640" y="2159856"/>
                <a:ext cx="3996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3D8F592-6ABD-DA54-FC78-6C06C896F24C}"/>
                  </a:ext>
                </a:extLst>
              </p14:cNvPr>
              <p14:cNvContentPartPr/>
              <p14:nvPr/>
            </p14:nvContentPartPr>
            <p14:xfrm>
              <a:off x="1702440" y="1816776"/>
              <a:ext cx="1360800" cy="345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3D8F592-6ABD-DA54-FC78-6C06C896F24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693800" y="1808136"/>
                <a:ext cx="137844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8D0DA9F-58FC-9D92-40B9-4379A598D60D}"/>
                  </a:ext>
                </a:extLst>
              </p14:cNvPr>
              <p14:cNvContentPartPr/>
              <p14:nvPr/>
            </p14:nvContentPartPr>
            <p14:xfrm>
              <a:off x="2909520" y="2060856"/>
              <a:ext cx="122400" cy="95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8D0DA9F-58FC-9D92-40B9-4379A598D60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900880" y="2051856"/>
                <a:ext cx="1400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F1D9244-C558-1C8B-C6EE-C1C0C677FDC9}"/>
                  </a:ext>
                </a:extLst>
              </p14:cNvPr>
              <p14:cNvContentPartPr/>
              <p14:nvPr/>
            </p14:nvContentPartPr>
            <p14:xfrm>
              <a:off x="3021840" y="2065896"/>
              <a:ext cx="83160" cy="1245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F1D9244-C558-1C8B-C6EE-C1C0C677FDC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012840" y="2056896"/>
                <a:ext cx="1008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5917199-411F-BB84-F2CD-52DD8E7B5D94}"/>
                  </a:ext>
                </a:extLst>
              </p14:cNvPr>
              <p14:cNvContentPartPr/>
              <p14:nvPr/>
            </p14:nvContentPartPr>
            <p14:xfrm>
              <a:off x="1887840" y="4639536"/>
              <a:ext cx="27360" cy="140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5917199-411F-BB84-F2CD-52DD8E7B5D9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79200" y="4630896"/>
                <a:ext cx="4500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BE5AA38-416E-451B-F0DF-66B87D328B53}"/>
                  </a:ext>
                </a:extLst>
              </p14:cNvPr>
              <p14:cNvContentPartPr/>
              <p14:nvPr/>
            </p14:nvContentPartPr>
            <p14:xfrm>
              <a:off x="1912320" y="2262816"/>
              <a:ext cx="3529080" cy="5986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BE5AA38-416E-451B-F0DF-66B87D328B5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903320" y="2254176"/>
                <a:ext cx="3546720" cy="61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72E82799-EF10-6558-C4B5-5F1BFD5EC17D}"/>
              </a:ext>
            </a:extLst>
          </p:cNvPr>
          <p:cNvGrpSpPr/>
          <p:nvPr/>
        </p:nvGrpSpPr>
        <p:grpSpPr>
          <a:xfrm>
            <a:off x="8229960" y="1075896"/>
            <a:ext cx="1977840" cy="1061640"/>
            <a:chOff x="8229960" y="1075896"/>
            <a:chExt cx="1977840" cy="106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D96495A-00F4-F81E-A99D-939303837631}"/>
                    </a:ext>
                  </a:extLst>
                </p14:cNvPr>
                <p14:cNvContentPartPr/>
                <p14:nvPr/>
              </p14:nvContentPartPr>
              <p14:xfrm>
                <a:off x="8293320" y="1330056"/>
                <a:ext cx="89280" cy="79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D96495A-00F4-F81E-A99D-93930383763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84320" y="1321056"/>
                  <a:ext cx="106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CF8859C-3798-C95D-FD6C-B5CA92412B52}"/>
                    </a:ext>
                  </a:extLst>
                </p14:cNvPr>
                <p14:cNvContentPartPr/>
                <p14:nvPr/>
              </p14:nvContentPartPr>
              <p14:xfrm>
                <a:off x="8432280" y="1352736"/>
                <a:ext cx="198000" cy="28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CF8859C-3798-C95D-FD6C-B5CA92412B5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423280" y="1344096"/>
                  <a:ext cx="215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16427E4-F67C-8177-60C5-DC4E566EB070}"/>
                    </a:ext>
                  </a:extLst>
                </p14:cNvPr>
                <p14:cNvContentPartPr/>
                <p14:nvPr/>
              </p14:nvContentPartPr>
              <p14:xfrm>
                <a:off x="8517960" y="1297656"/>
                <a:ext cx="236880" cy="282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16427E4-F67C-8177-60C5-DC4E566EB07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09320" y="1289016"/>
                  <a:ext cx="2545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ADE68A6-6C26-C4BA-F372-8A6F13B22EE7}"/>
                    </a:ext>
                  </a:extLst>
                </p14:cNvPr>
                <p14:cNvContentPartPr/>
                <p14:nvPr/>
              </p14:nvContentPartPr>
              <p14:xfrm>
                <a:off x="8729640" y="1322856"/>
                <a:ext cx="151560" cy="51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ADE68A6-6C26-C4BA-F372-8A6F13B22EE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721000" y="1314216"/>
                  <a:ext cx="169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9B248AC-9BC5-A91F-E3FB-64DA2649B389}"/>
                    </a:ext>
                  </a:extLst>
                </p14:cNvPr>
                <p14:cNvContentPartPr/>
                <p14:nvPr/>
              </p14:nvContentPartPr>
              <p14:xfrm>
                <a:off x="8904240" y="1278576"/>
                <a:ext cx="298800" cy="93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9B248AC-9BC5-A91F-E3FB-64DA2649B38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95600" y="1269936"/>
                  <a:ext cx="3164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6B3DD66-A29C-A364-659E-DE8D34EEF897}"/>
                    </a:ext>
                  </a:extLst>
                </p14:cNvPr>
                <p14:cNvContentPartPr/>
                <p14:nvPr/>
              </p14:nvContentPartPr>
              <p14:xfrm>
                <a:off x="9229680" y="1272816"/>
                <a:ext cx="110160" cy="72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6B3DD66-A29C-A364-659E-DE8D34EEF89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220680" y="1263816"/>
                  <a:ext cx="1278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B4A9C1B-F9DC-B3E2-AC6C-1C4F495E91D0}"/>
                    </a:ext>
                  </a:extLst>
                </p14:cNvPr>
                <p14:cNvContentPartPr/>
                <p14:nvPr/>
              </p14:nvContentPartPr>
              <p14:xfrm>
                <a:off x="9463680" y="1134936"/>
                <a:ext cx="136800" cy="187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B4A9C1B-F9DC-B3E2-AC6C-1C4F495E91D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54680" y="1126296"/>
                  <a:ext cx="154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CA5C3DB-7F8E-B069-C4CE-B6042A9BB2F7}"/>
                    </a:ext>
                  </a:extLst>
                </p14:cNvPr>
                <p14:cNvContentPartPr/>
                <p14:nvPr/>
              </p14:nvContentPartPr>
              <p14:xfrm>
                <a:off x="9644040" y="1182096"/>
                <a:ext cx="89640" cy="145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CA5C3DB-7F8E-B069-C4CE-B6042A9BB2F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635400" y="1173456"/>
                  <a:ext cx="1072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6BEA2D3-7621-E3BA-A405-F9A56E72659F}"/>
                    </a:ext>
                  </a:extLst>
                </p14:cNvPr>
                <p14:cNvContentPartPr/>
                <p14:nvPr/>
              </p14:nvContentPartPr>
              <p14:xfrm>
                <a:off x="9719640" y="1130256"/>
                <a:ext cx="183240" cy="22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6BEA2D3-7621-E3BA-A405-F9A56E72659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11000" y="1121256"/>
                  <a:ext cx="200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AC149A4-F45B-B4B5-66FC-48538A56E7AE}"/>
                    </a:ext>
                  </a:extLst>
                </p14:cNvPr>
                <p14:cNvContentPartPr/>
                <p14:nvPr/>
              </p14:nvContentPartPr>
              <p14:xfrm>
                <a:off x="9802440" y="1075896"/>
                <a:ext cx="212040" cy="377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AC149A4-F45B-B4B5-66FC-48538A56E7A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93800" y="1066896"/>
                  <a:ext cx="2296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2722E5C-B15C-BDF4-BA12-4D15E2099AF0}"/>
                    </a:ext>
                  </a:extLst>
                </p14:cNvPr>
                <p14:cNvContentPartPr/>
                <p14:nvPr/>
              </p14:nvContentPartPr>
              <p14:xfrm>
                <a:off x="10153800" y="1241496"/>
                <a:ext cx="2880" cy="37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2722E5C-B15C-BDF4-BA12-4D15E2099AF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44800" y="1232856"/>
                  <a:ext cx="20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B3807F9-8A2E-6670-90D9-B29E43CA7B48}"/>
                    </a:ext>
                  </a:extLst>
                </p14:cNvPr>
                <p14:cNvContentPartPr/>
                <p14:nvPr/>
              </p14:nvContentPartPr>
              <p14:xfrm>
                <a:off x="9934200" y="1461096"/>
                <a:ext cx="134640" cy="124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B3807F9-8A2E-6670-90D9-B29E43CA7B4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925560" y="1452096"/>
                  <a:ext cx="1522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0356536-0C6F-4720-F273-D540E112DB20}"/>
                    </a:ext>
                  </a:extLst>
                </p14:cNvPr>
                <p14:cNvContentPartPr/>
                <p14:nvPr/>
              </p14:nvContentPartPr>
              <p14:xfrm>
                <a:off x="8229960" y="1893096"/>
                <a:ext cx="383040" cy="92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0356536-0C6F-4720-F273-D540E112DB2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220960" y="1884096"/>
                  <a:ext cx="4006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C39A48A-746F-C5F6-8EDC-8C3B5AE3F550}"/>
                    </a:ext>
                  </a:extLst>
                </p14:cNvPr>
                <p14:cNvContentPartPr/>
                <p14:nvPr/>
              </p14:nvContentPartPr>
              <p14:xfrm>
                <a:off x="8605440" y="1867176"/>
                <a:ext cx="222120" cy="270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C39A48A-746F-C5F6-8EDC-8C3B5AE3F55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596440" y="1858536"/>
                  <a:ext cx="2397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1B5679A-11B7-CD93-E9B1-83BF42288ACC}"/>
                    </a:ext>
                  </a:extLst>
                </p14:cNvPr>
                <p14:cNvContentPartPr/>
                <p14:nvPr/>
              </p14:nvContentPartPr>
              <p14:xfrm>
                <a:off x="8878320" y="1897416"/>
                <a:ext cx="127080" cy="26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1B5679A-11B7-CD93-E9B1-83BF42288AC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69680" y="1888416"/>
                  <a:ext cx="144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8169C43-2E62-5867-AA15-16F6D7604732}"/>
                    </a:ext>
                  </a:extLst>
                </p14:cNvPr>
                <p14:cNvContentPartPr/>
                <p14:nvPr/>
              </p14:nvContentPartPr>
              <p14:xfrm>
                <a:off x="9040320" y="1848096"/>
                <a:ext cx="96840" cy="74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169C43-2E62-5867-AA15-16F6D760473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31680" y="1839456"/>
                  <a:ext cx="114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4FD9A73-0960-3703-2031-CADC574193CB}"/>
                    </a:ext>
                  </a:extLst>
                </p14:cNvPr>
                <p14:cNvContentPartPr/>
                <p14:nvPr/>
              </p14:nvContentPartPr>
              <p14:xfrm>
                <a:off x="9241920" y="1841976"/>
                <a:ext cx="110160" cy="55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4FD9A73-0960-3703-2031-CADC574193C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32920" y="1833336"/>
                  <a:ext cx="1278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BFF3DEE-0D49-110D-11CA-987960750B1C}"/>
                    </a:ext>
                  </a:extLst>
                </p14:cNvPr>
                <p14:cNvContentPartPr/>
                <p14:nvPr/>
              </p14:nvContentPartPr>
              <p14:xfrm>
                <a:off x="9392760" y="1812816"/>
                <a:ext cx="132120" cy="55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BFF3DEE-0D49-110D-11CA-987960750B1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83760" y="1803816"/>
                  <a:ext cx="149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D44990D-2528-A6E0-DB16-07DB8C6ADB12}"/>
                    </a:ext>
                  </a:extLst>
                </p14:cNvPr>
                <p14:cNvContentPartPr/>
                <p14:nvPr/>
              </p14:nvContentPartPr>
              <p14:xfrm>
                <a:off x="9580680" y="1651176"/>
                <a:ext cx="161280" cy="232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D44990D-2528-A6E0-DB16-07DB8C6ADB1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71680" y="1642176"/>
                  <a:ext cx="1789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5760981-F23D-6AAA-61BA-1ED94213F9B1}"/>
                    </a:ext>
                  </a:extLst>
                </p14:cNvPr>
                <p14:cNvContentPartPr/>
                <p14:nvPr/>
              </p14:nvContentPartPr>
              <p14:xfrm>
                <a:off x="9763920" y="1678896"/>
                <a:ext cx="165960" cy="135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5760981-F23D-6AAA-61BA-1ED94213F9B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55280" y="1669896"/>
                  <a:ext cx="183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8F8B828-F3F5-ED05-7E23-E2DD5456F334}"/>
                    </a:ext>
                  </a:extLst>
                </p14:cNvPr>
                <p14:cNvContentPartPr/>
                <p14:nvPr/>
              </p14:nvContentPartPr>
              <p14:xfrm>
                <a:off x="9878040" y="1726056"/>
                <a:ext cx="68760" cy="121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8F8B828-F3F5-ED05-7E23-E2DD5456F33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869400" y="1717056"/>
                  <a:ext cx="864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8A1500C-80DF-8388-6CD8-518CF560DE83}"/>
                    </a:ext>
                  </a:extLst>
                </p14:cNvPr>
                <p14:cNvContentPartPr/>
                <p14:nvPr/>
              </p14:nvContentPartPr>
              <p14:xfrm>
                <a:off x="10019520" y="1663416"/>
                <a:ext cx="51480" cy="208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8A1500C-80DF-8388-6CD8-518CF560DE8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010880" y="1654416"/>
                  <a:ext cx="691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48A2981-8FBA-B6C7-55D4-2D999DFCF44D}"/>
                    </a:ext>
                  </a:extLst>
                </p14:cNvPr>
                <p14:cNvContentPartPr/>
                <p14:nvPr/>
              </p14:nvContentPartPr>
              <p14:xfrm>
                <a:off x="10195200" y="1776456"/>
                <a:ext cx="12600" cy="37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48A2981-8FBA-B6C7-55D4-2D999DFCF44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186200" y="1767456"/>
                  <a:ext cx="302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E49C53E-B940-ADF5-0B45-F653A0D90231}"/>
                    </a:ext>
                  </a:extLst>
                </p14:cNvPr>
                <p14:cNvContentPartPr/>
                <p14:nvPr/>
              </p14:nvContentPartPr>
              <p14:xfrm>
                <a:off x="10065960" y="1927296"/>
                <a:ext cx="141840" cy="150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E49C53E-B940-ADF5-0B45-F653A0D9023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056960" y="1918656"/>
                  <a:ext cx="15948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4634A9E-360C-E0DA-CDC8-B274B0896D66}"/>
              </a:ext>
            </a:extLst>
          </p:cNvPr>
          <p:cNvGrpSpPr/>
          <p:nvPr/>
        </p:nvGrpSpPr>
        <p:grpSpPr>
          <a:xfrm>
            <a:off x="3023280" y="2237256"/>
            <a:ext cx="179280" cy="193680"/>
            <a:chOff x="3023280" y="2237256"/>
            <a:chExt cx="17928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B3B342B-44A3-0208-165B-CFC58DA3BBB5}"/>
                    </a:ext>
                  </a:extLst>
                </p14:cNvPr>
                <p14:cNvContentPartPr/>
                <p14:nvPr/>
              </p14:nvContentPartPr>
              <p14:xfrm>
                <a:off x="3023280" y="2279016"/>
                <a:ext cx="79200" cy="151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B3B342B-44A3-0208-165B-CFC58DA3BBB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14280" y="2270376"/>
                  <a:ext cx="968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0EFA9F1-C933-1BB0-EB0A-355438B0F170}"/>
                    </a:ext>
                  </a:extLst>
                </p14:cNvPr>
                <p14:cNvContentPartPr/>
                <p14:nvPr/>
              </p14:nvContentPartPr>
              <p14:xfrm>
                <a:off x="3053520" y="2237256"/>
                <a:ext cx="149040" cy="33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0EFA9F1-C933-1BB0-EB0A-355438B0F17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44520" y="2228256"/>
                  <a:ext cx="16668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D6EDA08-26FE-E753-DE27-8722EF587569}"/>
              </a:ext>
            </a:extLst>
          </p:cNvPr>
          <p:cNvGrpSpPr/>
          <p:nvPr/>
        </p:nvGrpSpPr>
        <p:grpSpPr>
          <a:xfrm>
            <a:off x="3675240" y="1914336"/>
            <a:ext cx="2509200" cy="426240"/>
            <a:chOff x="3675240" y="1914336"/>
            <a:chExt cx="2509200" cy="42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4E0BADB-5379-7DE5-586F-8DAE228E96A6}"/>
                    </a:ext>
                  </a:extLst>
                </p14:cNvPr>
                <p14:cNvContentPartPr/>
                <p14:nvPr/>
              </p14:nvContentPartPr>
              <p14:xfrm>
                <a:off x="4894200" y="2018376"/>
                <a:ext cx="105120" cy="105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4E0BADB-5379-7DE5-586F-8DAE228E96A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885560" y="2009736"/>
                  <a:ext cx="1227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DE13DD8-6DFF-BB0D-A984-C32F50319EF3}"/>
                    </a:ext>
                  </a:extLst>
                </p14:cNvPr>
                <p14:cNvContentPartPr/>
                <p14:nvPr/>
              </p14:nvContentPartPr>
              <p14:xfrm>
                <a:off x="5038560" y="2032416"/>
                <a:ext cx="36360" cy="280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DE13DD8-6DFF-BB0D-A984-C32F50319EF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029920" y="2023416"/>
                  <a:ext cx="54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3B975CF-A6B8-57B7-5B00-8A79D2EE15F6}"/>
                    </a:ext>
                  </a:extLst>
                </p14:cNvPr>
                <p14:cNvContentPartPr/>
                <p14:nvPr/>
              </p14:nvContentPartPr>
              <p14:xfrm>
                <a:off x="4931280" y="1914336"/>
                <a:ext cx="1253160" cy="426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3B975CF-A6B8-57B7-5B00-8A79D2EE15F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22280" y="1905696"/>
                  <a:ext cx="127080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EED479C-560B-F4CE-D358-D400C9452C6D}"/>
                    </a:ext>
                  </a:extLst>
                </p14:cNvPr>
                <p14:cNvContentPartPr/>
                <p14:nvPr/>
              </p14:nvContentPartPr>
              <p14:xfrm>
                <a:off x="5605920" y="1996776"/>
                <a:ext cx="95760" cy="298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EED479C-560B-F4CE-D358-D400C9452C6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596920" y="1987776"/>
                  <a:ext cx="1134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4ACEF17-9BD3-7496-FBE2-4748FADE1663}"/>
                    </a:ext>
                  </a:extLst>
                </p14:cNvPr>
                <p14:cNvContentPartPr/>
                <p14:nvPr/>
              </p14:nvContentPartPr>
              <p14:xfrm>
                <a:off x="5906160" y="2096496"/>
                <a:ext cx="59040" cy="40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4ACEF17-9BD3-7496-FBE2-4748FADE166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97520" y="2087856"/>
                  <a:ext cx="766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B7057C0-9069-3ED0-9DA7-BEBA1D4AFECC}"/>
                    </a:ext>
                  </a:extLst>
                </p14:cNvPr>
                <p14:cNvContentPartPr/>
                <p14:nvPr/>
              </p14:nvContentPartPr>
              <p14:xfrm>
                <a:off x="3675240" y="2171376"/>
                <a:ext cx="1238040" cy="144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B7057C0-9069-3ED0-9DA7-BEBA1D4AFEC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66240" y="2162736"/>
                  <a:ext cx="12556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AE79C15-7B32-AD03-D61F-1438CB209F7D}"/>
                    </a:ext>
                  </a:extLst>
                </p14:cNvPr>
                <p14:cNvContentPartPr/>
                <p14:nvPr/>
              </p14:nvContentPartPr>
              <p14:xfrm>
                <a:off x="4827960" y="2099736"/>
                <a:ext cx="221040" cy="168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AE79C15-7B32-AD03-D61F-1438CB209F7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19320" y="2091096"/>
                  <a:ext cx="2386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D22265C-CFA4-7107-F347-22E356D55783}"/>
                    </a:ext>
                  </a:extLst>
                </p14:cNvPr>
                <p14:cNvContentPartPr/>
                <p14:nvPr/>
              </p14:nvContentPartPr>
              <p14:xfrm>
                <a:off x="5279040" y="2080296"/>
                <a:ext cx="173160" cy="115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D22265C-CFA4-7107-F347-22E356D5578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70400" y="2071296"/>
                  <a:ext cx="1908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51E2DC5-288E-0593-E387-B55E2C5D837D}"/>
                    </a:ext>
                  </a:extLst>
                </p14:cNvPr>
                <p14:cNvContentPartPr/>
                <p14:nvPr/>
              </p14:nvContentPartPr>
              <p14:xfrm>
                <a:off x="5384160" y="2108736"/>
                <a:ext cx="27360" cy="140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51E2DC5-288E-0593-E387-B55E2C5D837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375520" y="2099736"/>
                  <a:ext cx="45000" cy="158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7301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E9C39-04FE-A14E-7556-0D967A5E1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E046977-5E86-7AE7-42F7-DF4E30F128E8}"/>
                  </a:ext>
                </a:extLst>
              </p14:cNvPr>
              <p14:cNvContentPartPr/>
              <p14:nvPr/>
            </p14:nvContentPartPr>
            <p14:xfrm>
              <a:off x="1092960" y="1724976"/>
              <a:ext cx="110520" cy="374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E046977-5E86-7AE7-42F7-DF4E30F128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4320" y="1716336"/>
                <a:ext cx="12816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E132C1C-AC23-E26B-63BC-8E6EB78D2767}"/>
                  </a:ext>
                </a:extLst>
              </p14:cNvPr>
              <p14:cNvContentPartPr/>
              <p14:nvPr/>
            </p14:nvContentPartPr>
            <p14:xfrm>
              <a:off x="1017360" y="1969056"/>
              <a:ext cx="185760" cy="37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E132C1C-AC23-E26B-63BC-8E6EB78D27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8720" y="1960056"/>
                <a:ext cx="2034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B8BA5F9-723F-DDDE-6BE6-94B8CF94C6A2}"/>
                  </a:ext>
                </a:extLst>
              </p14:cNvPr>
              <p14:cNvContentPartPr/>
              <p14:nvPr/>
            </p14:nvContentPartPr>
            <p14:xfrm>
              <a:off x="1222200" y="1881216"/>
              <a:ext cx="39240" cy="122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B8BA5F9-723F-DDDE-6BE6-94B8CF94C6A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13560" y="1872576"/>
                <a:ext cx="5688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E2F1EC2-58E8-7F4D-71AF-B32E2A09A62B}"/>
                  </a:ext>
                </a:extLst>
              </p14:cNvPr>
              <p14:cNvContentPartPr/>
              <p14:nvPr/>
            </p14:nvContentPartPr>
            <p14:xfrm>
              <a:off x="1311840" y="1898856"/>
              <a:ext cx="235800" cy="7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E2F1EC2-58E8-7F4D-71AF-B32E2A09A62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02840" y="1890216"/>
                <a:ext cx="2534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A668D9F-A25D-327C-3137-53C0321FB2F0}"/>
                  </a:ext>
                </a:extLst>
              </p14:cNvPr>
              <p14:cNvContentPartPr/>
              <p14:nvPr/>
            </p14:nvContentPartPr>
            <p14:xfrm>
              <a:off x="1664640" y="1770696"/>
              <a:ext cx="72360" cy="167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A668D9F-A25D-327C-3137-53C0321FB2F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56000" y="1761696"/>
                <a:ext cx="900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3E4747B-228A-0C97-909C-6737984CC26D}"/>
                  </a:ext>
                </a:extLst>
              </p14:cNvPr>
              <p14:cNvContentPartPr/>
              <p14:nvPr/>
            </p14:nvContentPartPr>
            <p14:xfrm>
              <a:off x="1551240" y="1852056"/>
              <a:ext cx="209880" cy="28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3E4747B-228A-0C97-909C-6737984CC26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42600" y="1843056"/>
                <a:ext cx="2275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8DD7D46-571F-E38F-3318-B7E0B522EDF2}"/>
                  </a:ext>
                </a:extLst>
              </p14:cNvPr>
              <p14:cNvContentPartPr/>
              <p14:nvPr/>
            </p14:nvContentPartPr>
            <p14:xfrm>
              <a:off x="1385640" y="2118816"/>
              <a:ext cx="24840" cy="168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8DD7D46-571F-E38F-3318-B7E0B522EDF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76640" y="2110176"/>
                <a:ext cx="424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C4A3060-74E2-9023-A84E-6C677699F730}"/>
                  </a:ext>
                </a:extLst>
              </p14:cNvPr>
              <p14:cNvContentPartPr/>
              <p14:nvPr/>
            </p14:nvContentPartPr>
            <p14:xfrm>
              <a:off x="1392840" y="1978776"/>
              <a:ext cx="613080" cy="316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C4A3060-74E2-9023-A84E-6C677699F73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84200" y="1970136"/>
                <a:ext cx="63072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5322E53-CE1D-98C1-9C54-A827EEAC1169}"/>
                  </a:ext>
                </a:extLst>
              </p14:cNvPr>
              <p14:cNvContentPartPr/>
              <p14:nvPr/>
            </p14:nvContentPartPr>
            <p14:xfrm>
              <a:off x="1068480" y="2581056"/>
              <a:ext cx="236880" cy="133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5322E53-CE1D-98C1-9C54-A827EEAC116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59480" y="2572056"/>
                <a:ext cx="2545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B69D43A-3591-74DE-FD22-5CB57546481E}"/>
                  </a:ext>
                </a:extLst>
              </p14:cNvPr>
              <p14:cNvContentPartPr/>
              <p14:nvPr/>
            </p14:nvContentPartPr>
            <p14:xfrm>
              <a:off x="1348920" y="2569536"/>
              <a:ext cx="132120" cy="10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B69D43A-3591-74DE-FD22-5CB57546481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40280" y="2560536"/>
                <a:ext cx="14976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7E08432-1E54-132F-839B-DD51A52676B3}"/>
                  </a:ext>
                </a:extLst>
              </p14:cNvPr>
              <p14:cNvContentPartPr/>
              <p14:nvPr/>
            </p14:nvContentPartPr>
            <p14:xfrm>
              <a:off x="1555920" y="2521656"/>
              <a:ext cx="78840" cy="124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7E08432-1E54-132F-839B-DD51A52676B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546920" y="2512656"/>
                <a:ext cx="9648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36C4837-F64F-096C-0099-754534E9A162}"/>
                  </a:ext>
                </a:extLst>
              </p14:cNvPr>
              <p14:cNvContentPartPr/>
              <p14:nvPr/>
            </p14:nvContentPartPr>
            <p14:xfrm>
              <a:off x="1440000" y="2811816"/>
              <a:ext cx="22320" cy="2131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36C4837-F64F-096C-0099-754534E9A16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31000" y="2802816"/>
                <a:ext cx="3996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1C87DBB-DA62-FFAC-189C-6420F50FEB08}"/>
                  </a:ext>
                </a:extLst>
              </p14:cNvPr>
              <p14:cNvContentPartPr/>
              <p14:nvPr/>
            </p14:nvContentPartPr>
            <p14:xfrm>
              <a:off x="1427400" y="2695536"/>
              <a:ext cx="628920" cy="335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1C87DBB-DA62-FFAC-189C-6420F50FEB0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418760" y="2686536"/>
                <a:ext cx="64656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F389E7E-1B20-407A-3A91-94AB5BF6421C}"/>
                  </a:ext>
                </a:extLst>
              </p14:cNvPr>
              <p14:cNvContentPartPr/>
              <p14:nvPr/>
            </p14:nvContentPartPr>
            <p14:xfrm>
              <a:off x="2787480" y="2255976"/>
              <a:ext cx="29520" cy="289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F389E7E-1B20-407A-3A91-94AB5BF6421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778840" y="2246976"/>
                <a:ext cx="4716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9E3F114-814D-1E9B-D5A8-6C31D515CD2D}"/>
                  </a:ext>
                </a:extLst>
              </p14:cNvPr>
              <p14:cNvContentPartPr/>
              <p14:nvPr/>
            </p14:nvContentPartPr>
            <p14:xfrm>
              <a:off x="2799720" y="2107296"/>
              <a:ext cx="1127880" cy="474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9E3F114-814D-1E9B-D5A8-6C31D515CD2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791080" y="2098296"/>
                <a:ext cx="1145520" cy="4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4D3360E-78FF-2D59-A416-DEB2ACC18423}"/>
                  </a:ext>
                </a:extLst>
              </p14:cNvPr>
              <p14:cNvContentPartPr/>
              <p14:nvPr/>
            </p14:nvContentPartPr>
            <p14:xfrm>
              <a:off x="3482640" y="2168856"/>
              <a:ext cx="22320" cy="332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4D3360E-78FF-2D59-A416-DEB2ACC1842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473640" y="2159856"/>
                <a:ext cx="3996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C03C59E-69C2-4886-1377-4131177B96C9}"/>
                  </a:ext>
                </a:extLst>
              </p14:cNvPr>
              <p14:cNvContentPartPr/>
              <p14:nvPr/>
            </p14:nvContentPartPr>
            <p14:xfrm>
              <a:off x="1702440" y="1816776"/>
              <a:ext cx="1360800" cy="345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C03C59E-69C2-4886-1377-4131177B96C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693800" y="1808136"/>
                <a:ext cx="137844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53B3E25-B22F-3735-FD47-1925437DA676}"/>
                  </a:ext>
                </a:extLst>
              </p14:cNvPr>
              <p14:cNvContentPartPr/>
              <p14:nvPr/>
            </p14:nvContentPartPr>
            <p14:xfrm>
              <a:off x="2909520" y="2060856"/>
              <a:ext cx="122400" cy="95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53B3E25-B22F-3735-FD47-1925437DA67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900880" y="2051856"/>
                <a:ext cx="1400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B6BA6E9-FA2B-F3A1-B837-A168983BD894}"/>
                  </a:ext>
                </a:extLst>
              </p14:cNvPr>
              <p14:cNvContentPartPr/>
              <p14:nvPr/>
            </p14:nvContentPartPr>
            <p14:xfrm>
              <a:off x="3021840" y="2065896"/>
              <a:ext cx="83160" cy="1245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B6BA6E9-FA2B-F3A1-B837-A168983BD89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012840" y="2056896"/>
                <a:ext cx="100800" cy="14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A811B348-9FEB-21A0-04FE-01E413A8F4A9}"/>
              </a:ext>
            </a:extLst>
          </p:cNvPr>
          <p:cNvGrpSpPr/>
          <p:nvPr/>
        </p:nvGrpSpPr>
        <p:grpSpPr>
          <a:xfrm>
            <a:off x="8229960" y="1075896"/>
            <a:ext cx="1977840" cy="1061640"/>
            <a:chOff x="8229960" y="1075896"/>
            <a:chExt cx="1977840" cy="106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5FEFF46-A5D7-0CE8-5F00-AEEB033B56BD}"/>
                    </a:ext>
                  </a:extLst>
                </p14:cNvPr>
                <p14:cNvContentPartPr/>
                <p14:nvPr/>
              </p14:nvContentPartPr>
              <p14:xfrm>
                <a:off x="8293320" y="1330056"/>
                <a:ext cx="89280" cy="79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5FEFF46-A5D7-0CE8-5F00-AEEB033B56B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84320" y="1321056"/>
                  <a:ext cx="106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71253D4-E781-9031-8E0E-AC84B0E2EF18}"/>
                    </a:ext>
                  </a:extLst>
                </p14:cNvPr>
                <p14:cNvContentPartPr/>
                <p14:nvPr/>
              </p14:nvContentPartPr>
              <p14:xfrm>
                <a:off x="8432280" y="1352736"/>
                <a:ext cx="198000" cy="28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71253D4-E781-9031-8E0E-AC84B0E2EF1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23280" y="1344096"/>
                  <a:ext cx="215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02BA597-A21C-9FC5-A7E0-B708169D9FFA}"/>
                    </a:ext>
                  </a:extLst>
                </p14:cNvPr>
                <p14:cNvContentPartPr/>
                <p14:nvPr/>
              </p14:nvContentPartPr>
              <p14:xfrm>
                <a:off x="8517960" y="1297656"/>
                <a:ext cx="236880" cy="282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02BA597-A21C-9FC5-A7E0-B708169D9FF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509320" y="1289016"/>
                  <a:ext cx="2545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E985F45-9E2F-82E5-6F82-613C67CB18C6}"/>
                    </a:ext>
                  </a:extLst>
                </p14:cNvPr>
                <p14:cNvContentPartPr/>
                <p14:nvPr/>
              </p14:nvContentPartPr>
              <p14:xfrm>
                <a:off x="8729640" y="1322856"/>
                <a:ext cx="151560" cy="51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E985F45-9E2F-82E5-6F82-613C67CB18C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21000" y="1314216"/>
                  <a:ext cx="169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9AA33E8-3A4E-9972-7A8B-78248157C891}"/>
                    </a:ext>
                  </a:extLst>
                </p14:cNvPr>
                <p14:cNvContentPartPr/>
                <p14:nvPr/>
              </p14:nvContentPartPr>
              <p14:xfrm>
                <a:off x="8904240" y="1278576"/>
                <a:ext cx="298800" cy="93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9AA33E8-3A4E-9972-7A8B-78248157C89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95600" y="1269936"/>
                  <a:ext cx="3164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CC4F24D-F5CB-33FF-D289-ADB2F3E9B819}"/>
                    </a:ext>
                  </a:extLst>
                </p14:cNvPr>
                <p14:cNvContentPartPr/>
                <p14:nvPr/>
              </p14:nvContentPartPr>
              <p14:xfrm>
                <a:off x="9229680" y="1272816"/>
                <a:ext cx="110160" cy="72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CC4F24D-F5CB-33FF-D289-ADB2F3E9B81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220680" y="1263816"/>
                  <a:ext cx="1278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4293B8C-9AD1-F5FF-FAE4-384C676759D4}"/>
                    </a:ext>
                  </a:extLst>
                </p14:cNvPr>
                <p14:cNvContentPartPr/>
                <p14:nvPr/>
              </p14:nvContentPartPr>
              <p14:xfrm>
                <a:off x="9463680" y="1134936"/>
                <a:ext cx="136800" cy="187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4293B8C-9AD1-F5FF-FAE4-384C676759D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454680" y="1126296"/>
                  <a:ext cx="154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ADB0D64-E3E5-1F49-38BA-B2D59874432D}"/>
                    </a:ext>
                  </a:extLst>
                </p14:cNvPr>
                <p14:cNvContentPartPr/>
                <p14:nvPr/>
              </p14:nvContentPartPr>
              <p14:xfrm>
                <a:off x="9644040" y="1182096"/>
                <a:ext cx="89640" cy="145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ADB0D64-E3E5-1F49-38BA-B2D5987443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635400" y="1173456"/>
                  <a:ext cx="1072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7383313-9CAF-70B8-B67F-9499B8BFC8B0}"/>
                    </a:ext>
                  </a:extLst>
                </p14:cNvPr>
                <p14:cNvContentPartPr/>
                <p14:nvPr/>
              </p14:nvContentPartPr>
              <p14:xfrm>
                <a:off x="9719640" y="1130256"/>
                <a:ext cx="183240" cy="22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7383313-9CAF-70B8-B67F-9499B8BFC8B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11000" y="1121256"/>
                  <a:ext cx="200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06E1141-45B3-639F-A221-B72208F72DDE}"/>
                    </a:ext>
                  </a:extLst>
                </p14:cNvPr>
                <p14:cNvContentPartPr/>
                <p14:nvPr/>
              </p14:nvContentPartPr>
              <p14:xfrm>
                <a:off x="9802440" y="1075896"/>
                <a:ext cx="212040" cy="377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06E1141-45B3-639F-A221-B72208F72DD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793800" y="1066896"/>
                  <a:ext cx="2296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3B3A718-7107-A5BB-9DF4-39894493AF42}"/>
                    </a:ext>
                  </a:extLst>
                </p14:cNvPr>
                <p14:cNvContentPartPr/>
                <p14:nvPr/>
              </p14:nvContentPartPr>
              <p14:xfrm>
                <a:off x="10153800" y="1241496"/>
                <a:ext cx="2880" cy="37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3B3A718-7107-A5BB-9DF4-39894493AF4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44800" y="1232856"/>
                  <a:ext cx="20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E1E5A39-F2E0-9542-A40D-9B8DFE884456}"/>
                    </a:ext>
                  </a:extLst>
                </p14:cNvPr>
                <p14:cNvContentPartPr/>
                <p14:nvPr/>
              </p14:nvContentPartPr>
              <p14:xfrm>
                <a:off x="9934200" y="1461096"/>
                <a:ext cx="134640" cy="124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E1E5A39-F2E0-9542-A40D-9B8DFE88445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25560" y="1452096"/>
                  <a:ext cx="1522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C11C50-0B5B-852C-12F0-8E765F667215}"/>
                    </a:ext>
                  </a:extLst>
                </p14:cNvPr>
                <p14:cNvContentPartPr/>
                <p14:nvPr/>
              </p14:nvContentPartPr>
              <p14:xfrm>
                <a:off x="8229960" y="1893096"/>
                <a:ext cx="383040" cy="92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2C11C50-0B5B-852C-12F0-8E765F66721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220960" y="1884096"/>
                  <a:ext cx="4006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F32EDB1-5185-CC2D-BBE3-27B678F35B57}"/>
                    </a:ext>
                  </a:extLst>
                </p14:cNvPr>
                <p14:cNvContentPartPr/>
                <p14:nvPr/>
              </p14:nvContentPartPr>
              <p14:xfrm>
                <a:off x="8605440" y="1867176"/>
                <a:ext cx="222120" cy="270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F32EDB1-5185-CC2D-BBE3-27B678F35B5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596440" y="1858536"/>
                  <a:ext cx="2397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1469CB0-00CC-01F2-C792-95F12D5A0E74}"/>
                    </a:ext>
                  </a:extLst>
                </p14:cNvPr>
                <p14:cNvContentPartPr/>
                <p14:nvPr/>
              </p14:nvContentPartPr>
              <p14:xfrm>
                <a:off x="8878320" y="1897416"/>
                <a:ext cx="127080" cy="26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1469CB0-00CC-01F2-C792-95F12D5A0E7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869680" y="1888416"/>
                  <a:ext cx="144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0B00171-1C50-CA71-469A-BE85F8319A14}"/>
                    </a:ext>
                  </a:extLst>
                </p14:cNvPr>
                <p14:cNvContentPartPr/>
                <p14:nvPr/>
              </p14:nvContentPartPr>
              <p14:xfrm>
                <a:off x="9040320" y="1848096"/>
                <a:ext cx="96840" cy="74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0B00171-1C50-CA71-469A-BE85F8319A1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031680" y="1839456"/>
                  <a:ext cx="114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D98D1CF-6E8A-C35C-DCC2-A7939F7E8401}"/>
                    </a:ext>
                  </a:extLst>
                </p14:cNvPr>
                <p14:cNvContentPartPr/>
                <p14:nvPr/>
              </p14:nvContentPartPr>
              <p14:xfrm>
                <a:off x="9241920" y="1841976"/>
                <a:ext cx="110160" cy="55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D98D1CF-6E8A-C35C-DCC2-A7939F7E840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232920" y="1833336"/>
                  <a:ext cx="1278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5D4E81C-EBFA-0B9B-2A2D-CDC52B0C5E97}"/>
                    </a:ext>
                  </a:extLst>
                </p14:cNvPr>
                <p14:cNvContentPartPr/>
                <p14:nvPr/>
              </p14:nvContentPartPr>
              <p14:xfrm>
                <a:off x="9392760" y="1812816"/>
                <a:ext cx="132120" cy="55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5D4E81C-EBFA-0B9B-2A2D-CDC52B0C5E9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83760" y="1803816"/>
                  <a:ext cx="149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3E16AD5-4FE9-790D-7005-B57CC405F480}"/>
                    </a:ext>
                  </a:extLst>
                </p14:cNvPr>
                <p14:cNvContentPartPr/>
                <p14:nvPr/>
              </p14:nvContentPartPr>
              <p14:xfrm>
                <a:off x="9580680" y="1651176"/>
                <a:ext cx="161280" cy="232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3E16AD5-4FE9-790D-7005-B57CC405F48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71680" y="1642176"/>
                  <a:ext cx="1789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F5A39E4-7203-1B5D-A7CC-7DA560972E46}"/>
                    </a:ext>
                  </a:extLst>
                </p14:cNvPr>
                <p14:cNvContentPartPr/>
                <p14:nvPr/>
              </p14:nvContentPartPr>
              <p14:xfrm>
                <a:off x="9763920" y="1678896"/>
                <a:ext cx="165960" cy="135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F5A39E4-7203-1B5D-A7CC-7DA560972E4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755280" y="1669896"/>
                  <a:ext cx="183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F2C141E-7ABD-2FFB-1FD3-A100AA6DF27B}"/>
                    </a:ext>
                  </a:extLst>
                </p14:cNvPr>
                <p14:cNvContentPartPr/>
                <p14:nvPr/>
              </p14:nvContentPartPr>
              <p14:xfrm>
                <a:off x="9878040" y="1726056"/>
                <a:ext cx="68760" cy="121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F2C141E-7ABD-2FFB-1FD3-A100AA6DF27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869400" y="1717056"/>
                  <a:ext cx="864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BF23B51-2713-113A-BCD3-F843629C4903}"/>
                    </a:ext>
                  </a:extLst>
                </p14:cNvPr>
                <p14:cNvContentPartPr/>
                <p14:nvPr/>
              </p14:nvContentPartPr>
              <p14:xfrm>
                <a:off x="10019520" y="1663416"/>
                <a:ext cx="51480" cy="208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BF23B51-2713-113A-BCD3-F843629C490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10880" y="1654416"/>
                  <a:ext cx="691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1BD1C43-98D2-7F84-B1FE-B2D187D0DF8F}"/>
                    </a:ext>
                  </a:extLst>
                </p14:cNvPr>
                <p14:cNvContentPartPr/>
                <p14:nvPr/>
              </p14:nvContentPartPr>
              <p14:xfrm>
                <a:off x="10195200" y="1776456"/>
                <a:ext cx="12600" cy="37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1BD1C43-98D2-7F84-B1FE-B2D187D0DF8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186200" y="1767456"/>
                  <a:ext cx="302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5BB1717-F7AD-B308-43D6-9B8248BD178B}"/>
                    </a:ext>
                  </a:extLst>
                </p14:cNvPr>
                <p14:cNvContentPartPr/>
                <p14:nvPr/>
              </p14:nvContentPartPr>
              <p14:xfrm>
                <a:off x="10065960" y="1927296"/>
                <a:ext cx="141840" cy="150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5BB1717-F7AD-B308-43D6-9B8248BD178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056960" y="1918656"/>
                  <a:ext cx="15948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CF87441-68E3-2AE4-7FA1-8B7D722E55FD}"/>
              </a:ext>
            </a:extLst>
          </p:cNvPr>
          <p:cNvGrpSpPr/>
          <p:nvPr/>
        </p:nvGrpSpPr>
        <p:grpSpPr>
          <a:xfrm>
            <a:off x="3023280" y="2237256"/>
            <a:ext cx="179280" cy="193680"/>
            <a:chOff x="3023280" y="2237256"/>
            <a:chExt cx="17928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C7ED2E7-31E7-CEBE-4C0F-AF73437C22EB}"/>
                    </a:ext>
                  </a:extLst>
                </p14:cNvPr>
                <p14:cNvContentPartPr/>
                <p14:nvPr/>
              </p14:nvContentPartPr>
              <p14:xfrm>
                <a:off x="3023280" y="2279016"/>
                <a:ext cx="79200" cy="151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C7ED2E7-31E7-CEBE-4C0F-AF73437C22E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14280" y="2270376"/>
                  <a:ext cx="968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26F2E4F-AB2F-57E9-BE75-A0E86E5E591E}"/>
                    </a:ext>
                  </a:extLst>
                </p14:cNvPr>
                <p14:cNvContentPartPr/>
                <p14:nvPr/>
              </p14:nvContentPartPr>
              <p14:xfrm>
                <a:off x="3053520" y="2237256"/>
                <a:ext cx="149040" cy="33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26F2E4F-AB2F-57E9-BE75-A0E86E5E591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44520" y="2228256"/>
                  <a:ext cx="16668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074C8D4-4ED4-0A03-BC14-E1F7684C2F8E}"/>
              </a:ext>
            </a:extLst>
          </p:cNvPr>
          <p:cNvGrpSpPr/>
          <p:nvPr/>
        </p:nvGrpSpPr>
        <p:grpSpPr>
          <a:xfrm>
            <a:off x="3675240" y="1914336"/>
            <a:ext cx="2509200" cy="426240"/>
            <a:chOff x="3675240" y="1914336"/>
            <a:chExt cx="2509200" cy="42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0D9782F-2BE5-CFC0-F258-86FCB8BAB2BF}"/>
                    </a:ext>
                  </a:extLst>
                </p14:cNvPr>
                <p14:cNvContentPartPr/>
                <p14:nvPr/>
              </p14:nvContentPartPr>
              <p14:xfrm>
                <a:off x="4894200" y="2018376"/>
                <a:ext cx="105120" cy="105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0D9782F-2BE5-CFC0-F258-86FCB8BAB2B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85560" y="2009736"/>
                  <a:ext cx="1227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319E9C0-A4E0-559F-CA90-FAA9B52DB01A}"/>
                    </a:ext>
                  </a:extLst>
                </p14:cNvPr>
                <p14:cNvContentPartPr/>
                <p14:nvPr/>
              </p14:nvContentPartPr>
              <p14:xfrm>
                <a:off x="5038560" y="2032416"/>
                <a:ext cx="36360" cy="280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319E9C0-A4E0-559F-CA90-FAA9B52DB01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29920" y="2023416"/>
                  <a:ext cx="54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3538639-C814-4D7D-E95D-81F2EA22621C}"/>
                    </a:ext>
                  </a:extLst>
                </p14:cNvPr>
                <p14:cNvContentPartPr/>
                <p14:nvPr/>
              </p14:nvContentPartPr>
              <p14:xfrm>
                <a:off x="4931280" y="1914336"/>
                <a:ext cx="1253160" cy="426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3538639-C814-4D7D-E95D-81F2EA22621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22280" y="1905696"/>
                  <a:ext cx="127080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271B916-A686-28EB-3FCC-4A387E8FCB4E}"/>
                    </a:ext>
                  </a:extLst>
                </p14:cNvPr>
                <p14:cNvContentPartPr/>
                <p14:nvPr/>
              </p14:nvContentPartPr>
              <p14:xfrm>
                <a:off x="5605920" y="1996776"/>
                <a:ext cx="95760" cy="298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271B916-A686-28EB-3FCC-4A387E8FCB4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96920" y="1987776"/>
                  <a:ext cx="1134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732BBDA-C805-BCA9-7072-33B57FC33B3D}"/>
                    </a:ext>
                  </a:extLst>
                </p14:cNvPr>
                <p14:cNvContentPartPr/>
                <p14:nvPr/>
              </p14:nvContentPartPr>
              <p14:xfrm>
                <a:off x="3675240" y="2171376"/>
                <a:ext cx="1238040" cy="144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732BBDA-C805-BCA9-7072-33B57FC33B3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666240" y="2162736"/>
                  <a:ext cx="12556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AC86956-C34A-7274-860B-32D87777A050}"/>
                    </a:ext>
                  </a:extLst>
                </p14:cNvPr>
                <p14:cNvContentPartPr/>
                <p14:nvPr/>
              </p14:nvContentPartPr>
              <p14:xfrm>
                <a:off x="4827960" y="2099736"/>
                <a:ext cx="221040" cy="168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AC86956-C34A-7274-860B-32D87777A05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819320" y="2091096"/>
                  <a:ext cx="2386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8E597C2-4AEB-10AB-5B2E-64301E4115C1}"/>
                    </a:ext>
                  </a:extLst>
                </p14:cNvPr>
                <p14:cNvContentPartPr/>
                <p14:nvPr/>
              </p14:nvContentPartPr>
              <p14:xfrm>
                <a:off x="5279040" y="2080296"/>
                <a:ext cx="173160" cy="115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8E597C2-4AEB-10AB-5B2E-64301E4115C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270400" y="2071296"/>
                  <a:ext cx="1908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06FB97E-00D5-6613-4BDF-B377B0F5A081}"/>
                    </a:ext>
                  </a:extLst>
                </p14:cNvPr>
                <p14:cNvContentPartPr/>
                <p14:nvPr/>
              </p14:nvContentPartPr>
              <p14:xfrm>
                <a:off x="5384160" y="2108736"/>
                <a:ext cx="27360" cy="140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06FB97E-00D5-6613-4BDF-B377B0F5A08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75520" y="2099736"/>
                  <a:ext cx="4500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75C0CA0-C7A3-99D7-30A1-4AC12BA0CE32}"/>
              </a:ext>
            </a:extLst>
          </p:cNvPr>
          <p:cNvGrpSpPr/>
          <p:nvPr/>
        </p:nvGrpSpPr>
        <p:grpSpPr>
          <a:xfrm>
            <a:off x="8164080" y="2142936"/>
            <a:ext cx="2197440" cy="756000"/>
            <a:chOff x="8164080" y="2142936"/>
            <a:chExt cx="2197440" cy="75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7791DEA-7DDD-C9BD-9C92-A275D5BEBF4D}"/>
                    </a:ext>
                  </a:extLst>
                </p14:cNvPr>
                <p14:cNvContentPartPr/>
                <p14:nvPr/>
              </p14:nvContentPartPr>
              <p14:xfrm>
                <a:off x="8164080" y="2462256"/>
                <a:ext cx="331920" cy="77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7791DEA-7DDD-C9BD-9C92-A275D5BEBF4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55080" y="2453256"/>
                  <a:ext cx="3495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D5439D8-2B64-6EE0-5952-F2771B727F06}"/>
                    </a:ext>
                  </a:extLst>
                </p14:cNvPr>
                <p14:cNvContentPartPr/>
                <p14:nvPr/>
              </p14:nvContentPartPr>
              <p14:xfrm>
                <a:off x="8454240" y="2418696"/>
                <a:ext cx="188280" cy="299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D5439D8-2B64-6EE0-5952-F2771B727F0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445240" y="2410056"/>
                  <a:ext cx="2059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ED4400A-AF1E-09B6-775B-D7937FF08F8C}"/>
                    </a:ext>
                  </a:extLst>
                </p14:cNvPr>
                <p14:cNvContentPartPr/>
                <p14:nvPr/>
              </p14:nvContentPartPr>
              <p14:xfrm>
                <a:off x="8700480" y="2485656"/>
                <a:ext cx="136800" cy="22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ED4400A-AF1E-09B6-775B-D7937FF08F8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691480" y="2476656"/>
                  <a:ext cx="154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460B77B-1777-789B-87EC-1038F41A5691}"/>
                    </a:ext>
                  </a:extLst>
                </p14:cNvPr>
                <p14:cNvContentPartPr/>
                <p14:nvPr/>
              </p14:nvContentPartPr>
              <p14:xfrm>
                <a:off x="8890560" y="2417616"/>
                <a:ext cx="346680" cy="77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460B77B-1777-789B-87EC-1038F41A569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81920" y="2408616"/>
                  <a:ext cx="3643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8497F4B-AC90-130C-931E-30DF9808DF7C}"/>
                    </a:ext>
                  </a:extLst>
                </p14:cNvPr>
                <p14:cNvContentPartPr/>
                <p14:nvPr/>
              </p14:nvContentPartPr>
              <p14:xfrm>
                <a:off x="9282240" y="2368656"/>
                <a:ext cx="218160" cy="96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8497F4B-AC90-130C-931E-30DF9808DF7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273600" y="2360016"/>
                  <a:ext cx="2358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650D587-EEAF-607B-AB2D-0CECE329F3B0}"/>
                    </a:ext>
                  </a:extLst>
                </p14:cNvPr>
                <p14:cNvContentPartPr/>
                <p14:nvPr/>
              </p14:nvContentPartPr>
              <p14:xfrm>
                <a:off x="9628200" y="2154816"/>
                <a:ext cx="186840" cy="252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650D587-EEAF-607B-AB2D-0CECE329F3B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619560" y="2146176"/>
                  <a:ext cx="2044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D3FB4DC-1DFD-93EA-A1F3-416A5EC36C34}"/>
                    </a:ext>
                  </a:extLst>
                </p14:cNvPr>
                <p14:cNvContentPartPr/>
                <p14:nvPr/>
              </p14:nvContentPartPr>
              <p14:xfrm>
                <a:off x="9868320" y="2229696"/>
                <a:ext cx="151560" cy="198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D3FB4DC-1DFD-93EA-A1F3-416A5EC36C3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859680" y="2221056"/>
                  <a:ext cx="169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D0F3BFC-F099-75C9-BA8F-567144E7EB5C}"/>
                    </a:ext>
                  </a:extLst>
                </p14:cNvPr>
                <p14:cNvContentPartPr/>
                <p14:nvPr/>
              </p14:nvContentPartPr>
              <p14:xfrm>
                <a:off x="10117080" y="2142936"/>
                <a:ext cx="95400" cy="296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D0F3BFC-F099-75C9-BA8F-567144E7EB5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108440" y="2133936"/>
                  <a:ext cx="1130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006734D-1F2B-04F5-0653-F5C8E4D80CDF}"/>
                    </a:ext>
                  </a:extLst>
                </p14:cNvPr>
                <p14:cNvContentPartPr/>
                <p14:nvPr/>
              </p14:nvContentPartPr>
              <p14:xfrm>
                <a:off x="10356120" y="2306376"/>
                <a:ext cx="5400" cy="128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006734D-1F2B-04F5-0653-F5C8E4D80CD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47120" y="2297376"/>
                  <a:ext cx="230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200A1E4-A306-2665-6113-2F7D20EB9B41}"/>
                    </a:ext>
                  </a:extLst>
                </p14:cNvPr>
                <p14:cNvContentPartPr/>
                <p14:nvPr/>
              </p14:nvContentPartPr>
              <p14:xfrm>
                <a:off x="10044000" y="2663856"/>
                <a:ext cx="229680" cy="235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200A1E4-A306-2665-6113-2F7D20EB9B4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035000" y="2654856"/>
                  <a:ext cx="247320" cy="25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B1BD9C5-AFAF-60C5-B22E-B2C50ECBAC46}"/>
                  </a:ext>
                </a:extLst>
              </p14:cNvPr>
              <p14:cNvContentPartPr/>
              <p14:nvPr/>
            </p14:nvContentPartPr>
            <p14:xfrm>
              <a:off x="7276320" y="1759896"/>
              <a:ext cx="38880" cy="3798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B1BD9C5-AFAF-60C5-B22E-B2C50ECBAC4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267680" y="1751256"/>
                <a:ext cx="5652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1BD6969E-FF1D-8BA1-3040-C97BAE3C79DE}"/>
                  </a:ext>
                </a:extLst>
              </p14:cNvPr>
              <p14:cNvContentPartPr/>
              <p14:nvPr/>
            </p14:nvContentPartPr>
            <p14:xfrm>
              <a:off x="1895040" y="2114496"/>
              <a:ext cx="5243400" cy="75528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1BD6969E-FF1D-8BA1-3040-C97BAE3C79DE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886400" y="2105496"/>
                <a:ext cx="5261040" cy="77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A3F64C46-4CEA-7560-2AD9-102573DE1A5E}"/>
                  </a:ext>
                </a:extLst>
              </p14:cNvPr>
              <p14:cNvContentPartPr/>
              <p14:nvPr/>
            </p14:nvContentPartPr>
            <p14:xfrm>
              <a:off x="973440" y="3213216"/>
              <a:ext cx="12600" cy="5724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A3F64C46-4CEA-7560-2AD9-102573DE1A5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64800" y="3204576"/>
                <a:ext cx="30240" cy="7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1" name="Group 320">
            <a:extLst>
              <a:ext uri="{FF2B5EF4-FFF2-40B4-BE49-F238E27FC236}">
                <a16:creationId xmlns:a16="http://schemas.microsoft.com/office/drawing/2014/main" id="{83EFF4BC-C7F2-DEBB-EFAE-8A762C963BD5}"/>
              </a:ext>
            </a:extLst>
          </p:cNvPr>
          <p:cNvGrpSpPr/>
          <p:nvPr/>
        </p:nvGrpSpPr>
        <p:grpSpPr>
          <a:xfrm>
            <a:off x="5842800" y="1664856"/>
            <a:ext cx="1850760" cy="455760"/>
            <a:chOff x="5842800" y="1664856"/>
            <a:chExt cx="1850760" cy="45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0E88013-8F87-1DA0-B9A1-A222971910C3}"/>
                    </a:ext>
                  </a:extLst>
                </p14:cNvPr>
                <p14:cNvContentPartPr/>
                <p14:nvPr/>
              </p14:nvContentPartPr>
              <p14:xfrm>
                <a:off x="6919200" y="1922616"/>
                <a:ext cx="133560" cy="145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0E88013-8F87-1DA0-B9A1-A222971910C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10560" y="1913616"/>
                  <a:ext cx="1512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BD85BB8-BFA7-472F-DAF3-2D9EF621BAAD}"/>
                    </a:ext>
                  </a:extLst>
                </p14:cNvPr>
                <p14:cNvContentPartPr/>
                <p14:nvPr/>
              </p14:nvContentPartPr>
              <p14:xfrm>
                <a:off x="7475400" y="1867896"/>
                <a:ext cx="52560" cy="60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BD85BB8-BFA7-472F-DAF3-2D9EF621BAA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66760" y="1859256"/>
                  <a:ext cx="702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6275ED6-401F-3350-1FFF-986E1F186C55}"/>
                    </a:ext>
                  </a:extLst>
                </p14:cNvPr>
                <p14:cNvContentPartPr/>
                <p14:nvPr/>
              </p14:nvContentPartPr>
              <p14:xfrm>
                <a:off x="5842800" y="2020176"/>
                <a:ext cx="800280" cy="1004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6275ED6-401F-3350-1FFF-986E1F186C5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833800" y="2011176"/>
                  <a:ext cx="8179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E0272AB-8528-B902-0EF9-5A1712114577}"/>
                    </a:ext>
                  </a:extLst>
                </p14:cNvPr>
                <p14:cNvContentPartPr/>
                <p14:nvPr/>
              </p14:nvContentPartPr>
              <p14:xfrm>
                <a:off x="6588360" y="1936296"/>
                <a:ext cx="93960" cy="1677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E0272AB-8528-B902-0EF9-5A171211457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79720" y="1927656"/>
                  <a:ext cx="1116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7ADDA9B8-A5BB-C7F7-5C80-63E676E9AF24}"/>
                    </a:ext>
                  </a:extLst>
                </p14:cNvPr>
                <p14:cNvContentPartPr/>
                <p14:nvPr/>
              </p14:nvContentPartPr>
              <p14:xfrm>
                <a:off x="6684840" y="1664856"/>
                <a:ext cx="1008720" cy="45396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7ADDA9B8-A5BB-C7F7-5C80-63E676E9AF2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676200" y="1655856"/>
                  <a:ext cx="1026360" cy="471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22206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329FA1E-BBBE-57B5-CE6A-4DEBB200E797}"/>
                  </a:ext>
                </a:extLst>
              </p14:cNvPr>
              <p14:cNvContentPartPr/>
              <p14:nvPr/>
            </p14:nvContentPartPr>
            <p14:xfrm>
              <a:off x="1357488" y="1229760"/>
              <a:ext cx="27360" cy="140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329FA1E-BBBE-57B5-CE6A-4DEBB200E7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8848" y="1221120"/>
                <a:ext cx="4500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E9C0F154-99F7-E82F-67F2-2D13F3DC896E}"/>
                  </a:ext>
                </a:extLst>
              </p14:cNvPr>
              <p14:cNvContentPartPr/>
              <p14:nvPr/>
            </p14:nvContentPartPr>
            <p14:xfrm>
              <a:off x="5782968" y="367560"/>
              <a:ext cx="366480" cy="23760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E9C0F154-99F7-E82F-67F2-2D13F3DC89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74328" y="358560"/>
                <a:ext cx="38412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BF79085B-5C7E-E055-99DD-74BD542174B1}"/>
                  </a:ext>
                </a:extLst>
              </p14:cNvPr>
              <p14:cNvContentPartPr/>
              <p14:nvPr/>
            </p14:nvContentPartPr>
            <p14:xfrm>
              <a:off x="6202368" y="466560"/>
              <a:ext cx="127080" cy="1980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BF79085B-5C7E-E055-99DD-74BD542174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93728" y="457920"/>
                <a:ext cx="1447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7E5B945-799D-40FB-B3EB-F8EF0D5B6B13}"/>
                  </a:ext>
                </a:extLst>
              </p14:cNvPr>
              <p14:cNvContentPartPr/>
              <p14:nvPr/>
            </p14:nvContentPartPr>
            <p14:xfrm>
              <a:off x="6166008" y="463320"/>
              <a:ext cx="180720" cy="1695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7E5B945-799D-40FB-B3EB-F8EF0D5B6B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57008" y="454680"/>
                <a:ext cx="19836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42D0A945-1528-292C-64AE-B6DFE2BF501F}"/>
                  </a:ext>
                </a:extLst>
              </p14:cNvPr>
              <p14:cNvContentPartPr/>
              <p14:nvPr/>
            </p14:nvContentPartPr>
            <p14:xfrm>
              <a:off x="6397128" y="254520"/>
              <a:ext cx="184680" cy="29664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42D0A945-1528-292C-64AE-B6DFE2BF50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88488" y="245520"/>
                <a:ext cx="20232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3F7307FC-A645-A262-DF53-33648E3BE2A1}"/>
                  </a:ext>
                </a:extLst>
              </p14:cNvPr>
              <p14:cNvContentPartPr/>
              <p14:nvPr/>
            </p14:nvContentPartPr>
            <p14:xfrm>
              <a:off x="6485328" y="450360"/>
              <a:ext cx="127080" cy="9468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3F7307FC-A645-A262-DF53-33648E3BE2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76328" y="441720"/>
                <a:ext cx="14472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3A63C14A-E67E-DF87-A134-2EC203CF13BC}"/>
                  </a:ext>
                </a:extLst>
              </p14:cNvPr>
              <p14:cNvContentPartPr/>
              <p14:nvPr/>
            </p14:nvContentPartPr>
            <p14:xfrm>
              <a:off x="6658488" y="461160"/>
              <a:ext cx="141840" cy="496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3A63C14A-E67E-DF87-A134-2EC203CF13B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49488" y="452520"/>
                <a:ext cx="15948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E6D311E6-E9CB-49D3-5B2A-1D2E9A79C9E0}"/>
                  </a:ext>
                </a:extLst>
              </p14:cNvPr>
              <p14:cNvContentPartPr/>
              <p14:nvPr/>
            </p14:nvContentPartPr>
            <p14:xfrm>
              <a:off x="6831648" y="413640"/>
              <a:ext cx="113400" cy="10404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E6D311E6-E9CB-49D3-5B2A-1D2E9A79C9E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22648" y="404640"/>
                <a:ext cx="13104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1A3E0BEB-F995-78D6-6A64-F6961CCB739C}"/>
                  </a:ext>
                </a:extLst>
              </p14:cNvPr>
              <p14:cNvContentPartPr/>
              <p14:nvPr/>
            </p14:nvContentPartPr>
            <p14:xfrm>
              <a:off x="7014168" y="419400"/>
              <a:ext cx="129600" cy="4752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1A3E0BEB-F995-78D6-6A64-F6961CCB739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05528" y="410760"/>
                <a:ext cx="1472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70DE8AE5-A41E-C852-0956-6685C87B9446}"/>
                  </a:ext>
                </a:extLst>
              </p14:cNvPr>
              <p14:cNvContentPartPr/>
              <p14:nvPr/>
            </p14:nvContentPartPr>
            <p14:xfrm>
              <a:off x="7166808" y="392760"/>
              <a:ext cx="86760" cy="748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70DE8AE5-A41E-C852-0956-6685C87B944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158168" y="384120"/>
                <a:ext cx="10440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B16E1AFA-5A3E-9FEF-5F67-63E82E6C2AAB}"/>
                  </a:ext>
                </a:extLst>
              </p14:cNvPr>
              <p14:cNvContentPartPr/>
              <p14:nvPr/>
            </p14:nvContentPartPr>
            <p14:xfrm>
              <a:off x="7342848" y="259200"/>
              <a:ext cx="173160" cy="17640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B16E1AFA-5A3E-9FEF-5F67-63E82E6C2AA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334208" y="250560"/>
                <a:ext cx="19080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4F66B19F-85E3-D147-E795-AECB81201A26}"/>
                  </a:ext>
                </a:extLst>
              </p14:cNvPr>
              <p14:cNvContentPartPr/>
              <p14:nvPr/>
            </p14:nvContentPartPr>
            <p14:xfrm>
              <a:off x="7555608" y="330480"/>
              <a:ext cx="85680" cy="7560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4F66B19F-85E3-D147-E795-AECB81201A2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46968" y="321840"/>
                <a:ext cx="1033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0761F788-D2E1-388F-611E-17BC7C6FAEC8}"/>
                  </a:ext>
                </a:extLst>
              </p14:cNvPr>
              <p14:cNvContentPartPr/>
              <p14:nvPr/>
            </p14:nvContentPartPr>
            <p14:xfrm>
              <a:off x="7672608" y="116280"/>
              <a:ext cx="224640" cy="25128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0761F788-D2E1-388F-611E-17BC7C6FAEC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663968" y="107280"/>
                <a:ext cx="24228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0146B276-C146-A7DD-7BFD-A544393C5D63}"/>
                  </a:ext>
                </a:extLst>
              </p14:cNvPr>
              <p14:cNvContentPartPr/>
              <p14:nvPr/>
            </p14:nvContentPartPr>
            <p14:xfrm>
              <a:off x="7877448" y="290880"/>
              <a:ext cx="119160" cy="13392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0146B276-C146-A7DD-7BFD-A544393C5D6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868808" y="282240"/>
                <a:ext cx="1368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16CA9878-3C69-0119-3FCA-0CC2F13B6B65}"/>
                  </a:ext>
                </a:extLst>
              </p14:cNvPr>
              <p14:cNvContentPartPr/>
              <p14:nvPr/>
            </p14:nvContentPartPr>
            <p14:xfrm>
              <a:off x="8102088" y="176040"/>
              <a:ext cx="153720" cy="27468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16CA9878-3C69-0119-3FCA-0CC2F13B6B6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093448" y="167400"/>
                <a:ext cx="17136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D890F97-7361-6C55-4775-2F1D05041186}"/>
                  </a:ext>
                </a:extLst>
              </p14:cNvPr>
              <p14:cNvContentPartPr/>
              <p14:nvPr/>
            </p14:nvContentPartPr>
            <p14:xfrm>
              <a:off x="8311968" y="114840"/>
              <a:ext cx="65880" cy="3204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D890F97-7361-6C55-4775-2F1D0504118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302968" y="105840"/>
                <a:ext cx="8352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6684381D-5811-98B2-5ED2-D9C6A3A2C7F9}"/>
                  </a:ext>
                </a:extLst>
              </p14:cNvPr>
              <p14:cNvContentPartPr/>
              <p14:nvPr/>
            </p14:nvContentPartPr>
            <p14:xfrm>
              <a:off x="8462808" y="313200"/>
              <a:ext cx="7560" cy="5220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6684381D-5811-98B2-5ED2-D9C6A3A2C7F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453808" y="304200"/>
                <a:ext cx="2520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6BE90B52-2F35-9C71-AB9A-1D7F991F4265}"/>
                  </a:ext>
                </a:extLst>
              </p14:cNvPr>
              <p14:cNvContentPartPr/>
              <p14:nvPr/>
            </p14:nvContentPartPr>
            <p14:xfrm>
              <a:off x="8265168" y="500040"/>
              <a:ext cx="154080" cy="17424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6BE90B52-2F35-9C71-AB9A-1D7F991F426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256528" y="491040"/>
                <a:ext cx="17172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6908338F-F6ED-3125-1620-A083909A09D9}"/>
                  </a:ext>
                </a:extLst>
              </p14:cNvPr>
              <p14:cNvContentPartPr/>
              <p14:nvPr/>
            </p14:nvContentPartPr>
            <p14:xfrm>
              <a:off x="1327608" y="6053472"/>
              <a:ext cx="245160" cy="46080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6908338F-F6ED-3125-1620-A083909A09D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318968" y="6044832"/>
                <a:ext cx="26280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A20F49B1-BA67-4D40-1F70-2290F75A4345}"/>
                  </a:ext>
                </a:extLst>
              </p14:cNvPr>
              <p14:cNvContentPartPr/>
              <p14:nvPr/>
            </p14:nvContentPartPr>
            <p14:xfrm>
              <a:off x="9120888" y="46440"/>
              <a:ext cx="122400" cy="39780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A20F49B1-BA67-4D40-1F70-2290F75A434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112248" y="37800"/>
                <a:ext cx="14004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16F79D4A-AF4D-E0D7-0B7C-B29875BD1D09}"/>
                  </a:ext>
                </a:extLst>
              </p14:cNvPr>
              <p14:cNvContentPartPr/>
              <p14:nvPr/>
            </p14:nvContentPartPr>
            <p14:xfrm>
              <a:off x="9257688" y="38160"/>
              <a:ext cx="139320" cy="39060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16F79D4A-AF4D-E0D7-0B7C-B29875BD1D0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248688" y="29520"/>
                <a:ext cx="15696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AEA31D3A-1D41-8C04-D347-A22FF14629A1}"/>
                  </a:ext>
                </a:extLst>
              </p14:cNvPr>
              <p14:cNvContentPartPr/>
              <p14:nvPr/>
            </p14:nvContentPartPr>
            <p14:xfrm>
              <a:off x="9650088" y="78840"/>
              <a:ext cx="170640" cy="21600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AEA31D3A-1D41-8C04-D347-A22FF14629A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641448" y="70200"/>
                <a:ext cx="18828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02660F4D-C3E2-DB47-61FE-FA793E9E3AC1}"/>
                  </a:ext>
                </a:extLst>
              </p14:cNvPr>
              <p14:cNvContentPartPr/>
              <p14:nvPr/>
            </p14:nvContentPartPr>
            <p14:xfrm>
              <a:off x="9879408" y="0"/>
              <a:ext cx="209880" cy="31716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02660F4D-C3E2-DB47-61FE-FA793E9E3AC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870408" y="-8640"/>
                <a:ext cx="22752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7D144CD2-D90E-3EF2-F925-E638EC2690E2}"/>
                  </a:ext>
                </a:extLst>
              </p14:cNvPr>
              <p14:cNvContentPartPr/>
              <p14:nvPr/>
            </p14:nvContentPartPr>
            <p14:xfrm>
              <a:off x="10108368" y="85320"/>
              <a:ext cx="73440" cy="18468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7D144CD2-D90E-3EF2-F925-E638EC2690E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099728" y="76680"/>
                <a:ext cx="9108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0EB3CBDF-8A65-DCEF-E213-7DFB4A44B2C4}"/>
                  </a:ext>
                </a:extLst>
              </p14:cNvPr>
              <p14:cNvContentPartPr/>
              <p14:nvPr/>
            </p14:nvContentPartPr>
            <p14:xfrm>
              <a:off x="10223568" y="3960"/>
              <a:ext cx="123840" cy="38988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0EB3CBDF-8A65-DCEF-E213-7DFB4A44B2C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214568" y="-4680"/>
                <a:ext cx="14148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CFB58EFE-D04C-697F-8EC0-41768E4B68C2}"/>
                  </a:ext>
                </a:extLst>
              </p14:cNvPr>
              <p14:cNvContentPartPr/>
              <p14:nvPr/>
            </p14:nvContentPartPr>
            <p14:xfrm>
              <a:off x="2759688" y="1103760"/>
              <a:ext cx="144360" cy="10188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CFB58EFE-D04C-697F-8EC0-41768E4B68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750688" y="1095120"/>
                <a:ext cx="16200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D74CBC17-3B3B-6FD5-2C40-1B9C2471E108}"/>
                  </a:ext>
                </a:extLst>
              </p14:cNvPr>
              <p14:cNvContentPartPr/>
              <p14:nvPr/>
            </p14:nvContentPartPr>
            <p14:xfrm>
              <a:off x="4010328" y="145800"/>
              <a:ext cx="156240" cy="11592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D74CBC17-3B3B-6FD5-2C40-1B9C2471E10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001688" y="136800"/>
                <a:ext cx="1738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62F3536F-1DF7-4235-3BA9-C5B9F7CF8C67}"/>
                  </a:ext>
                </a:extLst>
              </p14:cNvPr>
              <p14:cNvContentPartPr/>
              <p14:nvPr/>
            </p14:nvContentPartPr>
            <p14:xfrm>
              <a:off x="4185648" y="141120"/>
              <a:ext cx="144360" cy="7524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62F3536F-1DF7-4235-3BA9-C5B9F7CF8C6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177008" y="132480"/>
                <a:ext cx="1620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9BAF05F2-AA48-E4C5-B069-33A6F882B71F}"/>
                  </a:ext>
                </a:extLst>
              </p14:cNvPr>
              <p14:cNvContentPartPr/>
              <p14:nvPr/>
            </p14:nvContentPartPr>
            <p14:xfrm>
              <a:off x="4346928" y="35640"/>
              <a:ext cx="100440" cy="14436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9BAF05F2-AA48-E4C5-B069-33A6F882B71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337928" y="26640"/>
                <a:ext cx="11808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BE510E6C-0223-23D9-3290-6A859A0D6C81}"/>
                  </a:ext>
                </a:extLst>
              </p14:cNvPr>
              <p14:cNvContentPartPr/>
              <p14:nvPr/>
            </p14:nvContentPartPr>
            <p14:xfrm>
              <a:off x="4512888" y="4680"/>
              <a:ext cx="97920" cy="24660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BE510E6C-0223-23D9-3290-6A859A0D6C8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503888" y="-4320"/>
                <a:ext cx="11556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48B92CAA-36CB-5B68-1AC9-F513D5A8D26B}"/>
                  </a:ext>
                </a:extLst>
              </p14:cNvPr>
              <p14:cNvContentPartPr/>
              <p14:nvPr/>
            </p14:nvContentPartPr>
            <p14:xfrm>
              <a:off x="4741128" y="0"/>
              <a:ext cx="120600" cy="29592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48B92CAA-36CB-5B68-1AC9-F513D5A8D26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732128" y="-8640"/>
                <a:ext cx="13824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B16CD71D-170C-F422-BF91-66B875AF7A7E}"/>
                  </a:ext>
                </a:extLst>
              </p14:cNvPr>
              <p14:cNvContentPartPr/>
              <p14:nvPr/>
            </p14:nvContentPartPr>
            <p14:xfrm>
              <a:off x="962568" y="624600"/>
              <a:ext cx="173520" cy="15624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B16CD71D-170C-F422-BF91-66B875AF7A7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53568" y="615960"/>
                <a:ext cx="19116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4B613F66-D066-82E0-713C-9C290525DA3D}"/>
                  </a:ext>
                </a:extLst>
              </p14:cNvPr>
              <p14:cNvContentPartPr/>
              <p14:nvPr/>
            </p14:nvContentPartPr>
            <p14:xfrm>
              <a:off x="1179648" y="612720"/>
              <a:ext cx="69840" cy="9108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4B613F66-D066-82E0-713C-9C290525DA3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70648" y="603720"/>
                <a:ext cx="8748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52BCCF95-AD5D-20F6-6B64-7E84EA5D6E29}"/>
                  </a:ext>
                </a:extLst>
              </p14:cNvPr>
              <p14:cNvContentPartPr/>
              <p14:nvPr/>
            </p14:nvContentPartPr>
            <p14:xfrm>
              <a:off x="1330848" y="619920"/>
              <a:ext cx="12600" cy="6948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52BCCF95-AD5D-20F6-6B64-7E84EA5D6E2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321848" y="610920"/>
                <a:ext cx="3024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C3997172-5F73-66C7-F0C5-79F14E962410}"/>
                  </a:ext>
                </a:extLst>
              </p14:cNvPr>
              <p14:cNvContentPartPr/>
              <p14:nvPr/>
            </p14:nvContentPartPr>
            <p14:xfrm>
              <a:off x="1442808" y="488520"/>
              <a:ext cx="185760" cy="21060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C3997172-5F73-66C7-F0C5-79F14E96241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434168" y="479520"/>
                <a:ext cx="2034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4CFD66CD-D072-D22A-7A57-301859A777CB}"/>
                  </a:ext>
                </a:extLst>
              </p14:cNvPr>
              <p14:cNvContentPartPr/>
              <p14:nvPr/>
            </p14:nvContentPartPr>
            <p14:xfrm>
              <a:off x="1857528" y="553680"/>
              <a:ext cx="385560" cy="9324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4CFD66CD-D072-D22A-7A57-301859A777C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848528" y="545040"/>
                <a:ext cx="40320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3982128F-AE17-CEB6-1DC0-F84D1CF05065}"/>
                  </a:ext>
                </a:extLst>
              </p14:cNvPr>
              <p14:cNvContentPartPr/>
              <p14:nvPr/>
            </p14:nvContentPartPr>
            <p14:xfrm>
              <a:off x="2189448" y="481680"/>
              <a:ext cx="192600" cy="28656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3982128F-AE17-CEB6-1DC0-F84D1CF0506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180448" y="473040"/>
                <a:ext cx="21024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93B883B2-82E0-6FEF-31FF-FADA3450C66A}"/>
                  </a:ext>
                </a:extLst>
              </p14:cNvPr>
              <p14:cNvContentPartPr/>
              <p14:nvPr/>
            </p14:nvContentPartPr>
            <p14:xfrm>
              <a:off x="2430288" y="476280"/>
              <a:ext cx="168480" cy="5112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93B883B2-82E0-6FEF-31FF-FADA3450C66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421648" y="467640"/>
                <a:ext cx="18612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D42AF28A-61A6-CD08-6F18-F99F21309680}"/>
                  </a:ext>
                </a:extLst>
              </p14:cNvPr>
              <p14:cNvContentPartPr/>
              <p14:nvPr/>
            </p14:nvContentPartPr>
            <p14:xfrm>
              <a:off x="2619648" y="396000"/>
              <a:ext cx="298800" cy="9684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D42AF28A-61A6-CD08-6F18-F99F2130968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611008" y="387000"/>
                <a:ext cx="31644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B1296D92-315A-51FF-BF6A-5FD1AF1AF77C}"/>
                  </a:ext>
                </a:extLst>
              </p14:cNvPr>
              <p14:cNvContentPartPr/>
              <p14:nvPr/>
            </p14:nvContentPartPr>
            <p14:xfrm>
              <a:off x="2915208" y="360360"/>
              <a:ext cx="193680" cy="9360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B1296D92-315A-51FF-BF6A-5FD1AF1AF77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906208" y="351360"/>
                <a:ext cx="21132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11F51613-9F31-3E97-7142-2BAC7B3DA219}"/>
                  </a:ext>
                </a:extLst>
              </p14:cNvPr>
              <p14:cNvContentPartPr/>
              <p14:nvPr/>
            </p14:nvContentPartPr>
            <p14:xfrm>
              <a:off x="3181248" y="142920"/>
              <a:ext cx="168480" cy="32076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11F51613-9F31-3E97-7142-2BAC7B3DA21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172608" y="133920"/>
                <a:ext cx="18612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811DCE82-E389-BB89-AB10-E9163EE3EA0E}"/>
                  </a:ext>
                </a:extLst>
              </p14:cNvPr>
              <p14:cNvContentPartPr/>
              <p14:nvPr/>
            </p14:nvContentPartPr>
            <p14:xfrm>
              <a:off x="3383928" y="308520"/>
              <a:ext cx="2880" cy="6588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811DCE82-E389-BB89-AB10-E9163EE3EA0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374928" y="299880"/>
                <a:ext cx="205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2BFC95B0-26F5-94A7-7E06-C7F0E05F9097}"/>
                  </a:ext>
                </a:extLst>
              </p14:cNvPr>
              <p14:cNvContentPartPr/>
              <p14:nvPr/>
            </p14:nvContentPartPr>
            <p14:xfrm>
              <a:off x="3378888" y="179280"/>
              <a:ext cx="17280" cy="4248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2BFC95B0-26F5-94A7-7E06-C7F0E05F909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370248" y="170640"/>
                <a:ext cx="3492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E391634A-C3DB-4089-2E05-1E793C42BC15}"/>
                  </a:ext>
                </a:extLst>
              </p14:cNvPr>
              <p14:cNvContentPartPr/>
              <p14:nvPr/>
            </p14:nvContentPartPr>
            <p14:xfrm>
              <a:off x="3447288" y="306000"/>
              <a:ext cx="117360" cy="2772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E391634A-C3DB-4089-2E05-1E793C42BC1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438288" y="297360"/>
                <a:ext cx="1350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18477050-58BB-1DF1-5507-409C70DD0590}"/>
                  </a:ext>
                </a:extLst>
              </p14:cNvPr>
              <p14:cNvContentPartPr/>
              <p14:nvPr/>
            </p14:nvContentPartPr>
            <p14:xfrm>
              <a:off x="3656808" y="181800"/>
              <a:ext cx="41760" cy="15804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18477050-58BB-1DF1-5507-409C70DD059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648168" y="173160"/>
                <a:ext cx="5940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DADC1214-6544-5B31-9489-063573FD003F}"/>
                  </a:ext>
                </a:extLst>
              </p14:cNvPr>
              <p14:cNvContentPartPr/>
              <p14:nvPr/>
            </p14:nvContentPartPr>
            <p14:xfrm>
              <a:off x="3620448" y="242640"/>
              <a:ext cx="151560" cy="1008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DADC1214-6544-5B31-9489-063573FD003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611448" y="234000"/>
                <a:ext cx="1692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5D495DA1-A96E-874B-C1D3-FA6D60F83DBA}"/>
                  </a:ext>
                </a:extLst>
              </p14:cNvPr>
              <p14:cNvContentPartPr/>
              <p14:nvPr/>
            </p14:nvContentPartPr>
            <p14:xfrm>
              <a:off x="1471536" y="2200608"/>
              <a:ext cx="12600" cy="6768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5D495DA1-A96E-874B-C1D3-FA6D60F83DB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462896" y="2191608"/>
                <a:ext cx="302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63C8C9B4-4324-945D-599F-C444F0026020}"/>
                  </a:ext>
                </a:extLst>
              </p14:cNvPr>
              <p14:cNvContentPartPr/>
              <p14:nvPr/>
            </p14:nvContentPartPr>
            <p14:xfrm>
              <a:off x="1483776" y="2065248"/>
              <a:ext cx="7560" cy="2484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63C8C9B4-4324-945D-599F-C444F002602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474776" y="2056248"/>
                <a:ext cx="252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BAC725DE-1B12-CB8F-6A3C-D6DE42A019A2}"/>
                  </a:ext>
                </a:extLst>
              </p14:cNvPr>
              <p14:cNvContentPartPr/>
              <p14:nvPr/>
            </p14:nvContentPartPr>
            <p14:xfrm>
              <a:off x="1593936" y="2026008"/>
              <a:ext cx="126360" cy="33768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BAC725DE-1B12-CB8F-6A3C-D6DE42A019A2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584936" y="2017008"/>
                <a:ext cx="14400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79FA1700-2368-5C2D-B263-9AAF5CC36EE2}"/>
                  </a:ext>
                </a:extLst>
              </p14:cNvPr>
              <p14:cNvContentPartPr/>
              <p14:nvPr/>
            </p14:nvContentPartPr>
            <p14:xfrm>
              <a:off x="1569096" y="2204208"/>
              <a:ext cx="112680" cy="3780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79FA1700-2368-5C2D-B263-9AAF5CC36EE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560096" y="2195208"/>
                <a:ext cx="1303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10085068-B576-1F38-CC94-BA17BAF0B0D7}"/>
                  </a:ext>
                </a:extLst>
              </p14:cNvPr>
              <p14:cNvContentPartPr/>
              <p14:nvPr/>
            </p14:nvContentPartPr>
            <p14:xfrm>
              <a:off x="1868976" y="2022408"/>
              <a:ext cx="15120" cy="1116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10085068-B576-1F38-CC94-BA17BAF0B0D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860336" y="2013768"/>
                <a:ext cx="3276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04986337-F433-1274-7448-C638811E96CB}"/>
                  </a:ext>
                </a:extLst>
              </p14:cNvPr>
              <p14:cNvContentPartPr/>
              <p14:nvPr/>
            </p14:nvContentPartPr>
            <p14:xfrm>
              <a:off x="1807416" y="1987848"/>
              <a:ext cx="127800" cy="28692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04986337-F433-1274-7448-C638811E96C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798776" y="1979208"/>
                <a:ext cx="14544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027618AD-15B6-E995-3DDD-5CBB831A0267}"/>
                  </a:ext>
                </a:extLst>
              </p14:cNvPr>
              <p14:cNvContentPartPr/>
              <p14:nvPr/>
            </p14:nvContentPartPr>
            <p14:xfrm>
              <a:off x="2010456" y="2108088"/>
              <a:ext cx="7560" cy="8100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027618AD-15B6-E995-3DDD-5CBB831A026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001456" y="2099448"/>
                <a:ext cx="252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D7B91AA0-44CD-E76D-FD5A-23F71B780FDB}"/>
                  </a:ext>
                </a:extLst>
              </p14:cNvPr>
              <p14:cNvContentPartPr/>
              <p14:nvPr/>
            </p14:nvContentPartPr>
            <p14:xfrm>
              <a:off x="2000736" y="2023848"/>
              <a:ext cx="7560" cy="2736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D7B91AA0-44CD-E76D-FD5A-23F71B780FD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991736" y="2014848"/>
                <a:ext cx="252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3461D9CB-177B-6475-2C5D-0747438D848F}"/>
                  </a:ext>
                </a:extLst>
              </p14:cNvPr>
              <p14:cNvContentPartPr/>
              <p14:nvPr/>
            </p14:nvContentPartPr>
            <p14:xfrm>
              <a:off x="2071296" y="2074968"/>
              <a:ext cx="46800" cy="10800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3461D9CB-177B-6475-2C5D-0747438D848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062656" y="2065968"/>
                <a:ext cx="6444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68735B8A-6EDE-602D-1EEA-ADFB3D392F5C}"/>
                  </a:ext>
                </a:extLst>
              </p14:cNvPr>
              <p14:cNvContentPartPr/>
              <p14:nvPr/>
            </p14:nvContentPartPr>
            <p14:xfrm>
              <a:off x="2229696" y="1990368"/>
              <a:ext cx="117360" cy="11304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68735B8A-6EDE-602D-1EEA-ADFB3D392F5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221056" y="1981368"/>
                <a:ext cx="13500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91BE8DBF-D971-120C-DB92-6AC4C411A801}"/>
                  </a:ext>
                </a:extLst>
              </p14:cNvPr>
              <p14:cNvContentPartPr/>
              <p14:nvPr/>
            </p14:nvContentPartPr>
            <p14:xfrm>
              <a:off x="2271456" y="1934208"/>
              <a:ext cx="122400" cy="4824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91BE8DBF-D971-120C-DB92-6AC4C411A80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262456" y="1925568"/>
                <a:ext cx="14004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F7FCA18D-9DB3-8664-1835-D3D23FE595AD}"/>
                  </a:ext>
                </a:extLst>
              </p14:cNvPr>
              <p14:cNvContentPartPr/>
              <p14:nvPr/>
            </p14:nvContentPartPr>
            <p14:xfrm>
              <a:off x="2263896" y="2013048"/>
              <a:ext cx="114840" cy="4356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F7FCA18D-9DB3-8664-1835-D3D23FE595A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255256" y="2004408"/>
                <a:ext cx="13248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E483B5E7-F86B-C000-E68C-E9D1C87259A8}"/>
                  </a:ext>
                </a:extLst>
              </p14:cNvPr>
              <p14:cNvContentPartPr/>
              <p14:nvPr/>
            </p14:nvContentPartPr>
            <p14:xfrm>
              <a:off x="2439576" y="1983888"/>
              <a:ext cx="185760" cy="6192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E483B5E7-F86B-C000-E68C-E9D1C87259A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430576" y="1974888"/>
                <a:ext cx="20340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0141833E-507D-1B32-CB07-E07437077A88}"/>
                  </a:ext>
                </a:extLst>
              </p14:cNvPr>
              <p14:cNvContentPartPr/>
              <p14:nvPr/>
            </p14:nvContentPartPr>
            <p14:xfrm>
              <a:off x="2656656" y="1965168"/>
              <a:ext cx="39240" cy="18468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0141833E-507D-1B32-CB07-E07437077A8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647656" y="1956168"/>
                <a:ext cx="5688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C1A5185C-E779-8278-67DC-34A75D55C812}"/>
                  </a:ext>
                </a:extLst>
              </p14:cNvPr>
              <p14:cNvContentPartPr/>
              <p14:nvPr/>
            </p14:nvContentPartPr>
            <p14:xfrm>
              <a:off x="2688336" y="1950048"/>
              <a:ext cx="56520" cy="6408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C1A5185C-E779-8278-67DC-34A75D55C81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679336" y="1941408"/>
                <a:ext cx="741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6D50D527-6944-3986-A928-862EF895324F}"/>
                  </a:ext>
                </a:extLst>
              </p14:cNvPr>
              <p14:cNvContentPartPr/>
              <p14:nvPr/>
            </p14:nvContentPartPr>
            <p14:xfrm>
              <a:off x="2863656" y="1762848"/>
              <a:ext cx="56520" cy="19584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6D50D527-6944-3986-A928-862EF895324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855016" y="1753848"/>
                <a:ext cx="7416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292BCF38-F815-A34A-954C-0FBE1A9E457A}"/>
                  </a:ext>
                </a:extLst>
              </p14:cNvPr>
              <p14:cNvContentPartPr/>
              <p14:nvPr/>
            </p14:nvContentPartPr>
            <p14:xfrm>
              <a:off x="2997936" y="1892808"/>
              <a:ext cx="56520" cy="1188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292BCF38-F815-A34A-954C-0FBE1A9E457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988936" y="1884168"/>
                <a:ext cx="741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91080E92-0CDF-728F-A876-893AC44BBE96}"/>
                  </a:ext>
                </a:extLst>
              </p14:cNvPr>
              <p14:cNvContentPartPr/>
              <p14:nvPr/>
            </p14:nvContentPartPr>
            <p14:xfrm>
              <a:off x="2973456" y="1868328"/>
              <a:ext cx="110160" cy="18864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91080E92-0CDF-728F-A876-893AC44BBE9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964816" y="1859688"/>
                <a:ext cx="12780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68CC0D7E-EE87-1FB5-A9C4-ACCB0D17FE78}"/>
                  </a:ext>
                </a:extLst>
              </p14:cNvPr>
              <p14:cNvContentPartPr/>
              <p14:nvPr/>
            </p14:nvContentPartPr>
            <p14:xfrm>
              <a:off x="3171096" y="1747368"/>
              <a:ext cx="107640" cy="16308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68CC0D7E-EE87-1FB5-A9C4-ACCB0D17FE7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162096" y="1738368"/>
                <a:ext cx="12528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D79EC0D9-15EA-B151-E266-F2319356D0A2}"/>
                  </a:ext>
                </a:extLst>
              </p14:cNvPr>
              <p14:cNvContentPartPr/>
              <p14:nvPr/>
            </p14:nvContentPartPr>
            <p14:xfrm>
              <a:off x="3319776" y="1747728"/>
              <a:ext cx="63720" cy="15444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D79EC0D9-15EA-B151-E266-F2319356D0A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311136" y="1739088"/>
                <a:ext cx="8136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C6AB553B-31AA-5109-C918-4857DDD44EC4}"/>
                  </a:ext>
                </a:extLst>
              </p14:cNvPr>
              <p14:cNvContentPartPr/>
              <p14:nvPr/>
            </p14:nvContentPartPr>
            <p14:xfrm>
              <a:off x="3465216" y="1705608"/>
              <a:ext cx="131760" cy="20628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C6AB553B-31AA-5109-C918-4857DDD44EC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456576" y="1696968"/>
                <a:ext cx="1494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E360DCCF-A95A-9106-2E81-43F14A0B4ABD}"/>
                  </a:ext>
                </a:extLst>
              </p14:cNvPr>
              <p14:cNvContentPartPr/>
              <p14:nvPr/>
            </p14:nvContentPartPr>
            <p14:xfrm>
              <a:off x="3856176" y="1599048"/>
              <a:ext cx="156240" cy="27720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E360DCCF-A95A-9106-2E81-43F14A0B4AB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847536" y="1590408"/>
                <a:ext cx="17388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B327A308-9153-47E7-B22E-9243F18ECB7B}"/>
                  </a:ext>
                </a:extLst>
              </p14:cNvPr>
              <p14:cNvContentPartPr/>
              <p14:nvPr/>
            </p14:nvContentPartPr>
            <p14:xfrm>
              <a:off x="4971168" y="577080"/>
              <a:ext cx="139320" cy="586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B327A308-9153-47E7-B22E-9243F18ECB7B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962168" y="568440"/>
                <a:ext cx="1569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E81587A2-2894-3F0E-0286-CE624258E298}"/>
                  </a:ext>
                </a:extLst>
              </p14:cNvPr>
              <p14:cNvContentPartPr/>
              <p14:nvPr/>
            </p14:nvContentPartPr>
            <p14:xfrm>
              <a:off x="5141088" y="536400"/>
              <a:ext cx="122760" cy="8712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E81587A2-2894-3F0E-0286-CE624258E29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132448" y="527760"/>
                <a:ext cx="14040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34704EF-4657-7F6A-FDF8-22FDA6A02CF8}"/>
                  </a:ext>
                </a:extLst>
              </p14:cNvPr>
              <p14:cNvContentPartPr/>
              <p14:nvPr/>
            </p14:nvContentPartPr>
            <p14:xfrm>
              <a:off x="5341968" y="492480"/>
              <a:ext cx="166320" cy="1029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34704EF-4657-7F6A-FDF8-22FDA6A02CF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332968" y="483840"/>
                <a:ext cx="18396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70A9BA04-97BD-2456-1D59-2AE12DC07C4C}"/>
                  </a:ext>
                </a:extLst>
              </p14:cNvPr>
              <p14:cNvContentPartPr/>
              <p14:nvPr/>
            </p14:nvContentPartPr>
            <p14:xfrm>
              <a:off x="1438128" y="863280"/>
              <a:ext cx="239400" cy="2084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70A9BA04-97BD-2456-1D59-2AE12DC07C4C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429128" y="854280"/>
                <a:ext cx="25704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984CDA6-762B-FFF3-9682-146A386D9BDD}"/>
                  </a:ext>
                </a:extLst>
              </p14:cNvPr>
              <p14:cNvContentPartPr/>
              <p14:nvPr/>
            </p14:nvContentPartPr>
            <p14:xfrm>
              <a:off x="1725768" y="932400"/>
              <a:ext cx="81000" cy="273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984CDA6-762B-FFF3-9682-146A386D9BD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716768" y="923400"/>
                <a:ext cx="986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DAA98AB1-DAC5-A125-E600-D0C596533BCE}"/>
                  </a:ext>
                </a:extLst>
              </p14:cNvPr>
              <p14:cNvContentPartPr/>
              <p14:nvPr/>
            </p14:nvContentPartPr>
            <p14:xfrm>
              <a:off x="1642968" y="915120"/>
              <a:ext cx="190440" cy="2530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DAA98AB1-DAC5-A125-E600-D0C596533BC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633968" y="906480"/>
                <a:ext cx="20808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26625D5-6BC7-0B14-3EC5-CD9E4AB59CD1}"/>
                  </a:ext>
                </a:extLst>
              </p14:cNvPr>
              <p14:cNvContentPartPr/>
              <p14:nvPr/>
            </p14:nvContentPartPr>
            <p14:xfrm>
              <a:off x="1825848" y="816840"/>
              <a:ext cx="146520" cy="2001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26625D5-6BC7-0B14-3EC5-CD9E4AB59CD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816848" y="808200"/>
                <a:ext cx="1641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7F1A6B9D-2940-F2BF-44DE-7C00EE675526}"/>
                  </a:ext>
                </a:extLst>
              </p14:cNvPr>
              <p14:cNvContentPartPr/>
              <p14:nvPr/>
            </p14:nvContentPartPr>
            <p14:xfrm>
              <a:off x="1879488" y="891720"/>
              <a:ext cx="114840" cy="986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7F1A6B9D-2940-F2BF-44DE-7C00EE67552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870488" y="882720"/>
                <a:ext cx="1324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F36AE4CD-44D0-16F7-E33D-0F46ABC47689}"/>
                  </a:ext>
                </a:extLst>
              </p14:cNvPr>
              <p14:cNvContentPartPr/>
              <p14:nvPr/>
            </p14:nvContentPartPr>
            <p14:xfrm>
              <a:off x="2008728" y="919440"/>
              <a:ext cx="144360" cy="518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F36AE4CD-44D0-16F7-E33D-0F46ABC4768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999728" y="910440"/>
                <a:ext cx="16200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C27703A-2361-8157-3F1E-E16D09F5B721}"/>
                  </a:ext>
                </a:extLst>
              </p14:cNvPr>
              <p14:cNvContentPartPr/>
              <p14:nvPr/>
            </p14:nvContentPartPr>
            <p14:xfrm>
              <a:off x="2177928" y="875520"/>
              <a:ext cx="101520" cy="11268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C27703A-2361-8157-3F1E-E16D09F5B721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2169288" y="866880"/>
                <a:ext cx="1191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EA214A2-81E8-7AEC-8698-5B2B0D2928D1}"/>
                  </a:ext>
                </a:extLst>
              </p14:cNvPr>
              <p14:cNvContentPartPr/>
              <p14:nvPr/>
            </p14:nvContentPartPr>
            <p14:xfrm>
              <a:off x="2338488" y="892080"/>
              <a:ext cx="143280" cy="572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EA214A2-81E8-7AEC-8698-5B2B0D2928D1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329848" y="883440"/>
                <a:ext cx="1609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64BAE697-6594-ABF2-7F59-9C803B242B16}"/>
                  </a:ext>
                </a:extLst>
              </p14:cNvPr>
              <p14:cNvContentPartPr/>
              <p14:nvPr/>
            </p14:nvContentPartPr>
            <p14:xfrm>
              <a:off x="2491488" y="844920"/>
              <a:ext cx="124560" cy="946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64BAE697-6594-ABF2-7F59-9C803B242B16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482488" y="836280"/>
                <a:ext cx="14220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81BC0A1C-D3ED-94F5-B559-336A3297C3FB}"/>
                  </a:ext>
                </a:extLst>
              </p14:cNvPr>
              <p14:cNvContentPartPr/>
              <p14:nvPr/>
            </p14:nvContentPartPr>
            <p14:xfrm>
              <a:off x="2691288" y="698040"/>
              <a:ext cx="190440" cy="19584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81BC0A1C-D3ED-94F5-B559-336A3297C3F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682288" y="689040"/>
                <a:ext cx="2080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5F9B00B0-CCAF-A86F-4436-E222A9C6FA81}"/>
                  </a:ext>
                </a:extLst>
              </p14:cNvPr>
              <p14:cNvContentPartPr/>
              <p14:nvPr/>
            </p14:nvContentPartPr>
            <p14:xfrm>
              <a:off x="2899728" y="779400"/>
              <a:ext cx="104040" cy="889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5F9B00B0-CCAF-A86F-4436-E222A9C6FA81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890728" y="770760"/>
                <a:ext cx="12168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610E0A2C-C643-8C83-B679-A363CC0BA577}"/>
                  </a:ext>
                </a:extLst>
              </p14:cNvPr>
              <p14:cNvContentPartPr/>
              <p14:nvPr/>
            </p14:nvContentPartPr>
            <p14:xfrm>
              <a:off x="3020328" y="592920"/>
              <a:ext cx="192960" cy="24696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610E0A2C-C643-8C83-B679-A363CC0BA577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011688" y="584280"/>
                <a:ext cx="2106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8AEDB0F4-A38F-E9B2-5841-F6C01B0DC2AA}"/>
                  </a:ext>
                </a:extLst>
              </p14:cNvPr>
              <p14:cNvContentPartPr/>
              <p14:nvPr/>
            </p14:nvContentPartPr>
            <p14:xfrm>
              <a:off x="3203208" y="741240"/>
              <a:ext cx="139320" cy="10080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8AEDB0F4-A38F-E9B2-5841-F6C01B0DC2AA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194568" y="732240"/>
                <a:ext cx="1569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B15ABFC4-6B1A-F40D-07B6-11E0227D0933}"/>
                  </a:ext>
                </a:extLst>
              </p14:cNvPr>
              <p14:cNvContentPartPr/>
              <p14:nvPr/>
            </p14:nvContentPartPr>
            <p14:xfrm>
              <a:off x="3737088" y="555120"/>
              <a:ext cx="98280" cy="18828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B15ABFC4-6B1A-F40D-07B6-11E0227D093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728448" y="546480"/>
                <a:ext cx="1159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6A457535-CFF1-AA3D-A93C-8DADB41002D4}"/>
                  </a:ext>
                </a:extLst>
              </p14:cNvPr>
              <p14:cNvContentPartPr/>
              <p14:nvPr/>
            </p14:nvContentPartPr>
            <p14:xfrm>
              <a:off x="3707928" y="626040"/>
              <a:ext cx="180720" cy="2304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6A457535-CFF1-AA3D-A93C-8DADB41002D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699288" y="617040"/>
                <a:ext cx="1983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D10BD9DA-EDA8-B705-5109-45DB28018397}"/>
                  </a:ext>
                </a:extLst>
              </p14:cNvPr>
              <p14:cNvContentPartPr/>
              <p14:nvPr/>
            </p14:nvContentPartPr>
            <p14:xfrm>
              <a:off x="3902328" y="647640"/>
              <a:ext cx="91080" cy="8532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D10BD9DA-EDA8-B705-5109-45DB28018397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893688" y="638640"/>
                <a:ext cx="10872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3FA1B96C-035F-6286-E5AE-CC229579D913}"/>
                  </a:ext>
                </a:extLst>
              </p14:cNvPr>
              <p14:cNvContentPartPr/>
              <p14:nvPr/>
            </p14:nvContentPartPr>
            <p14:xfrm>
              <a:off x="4061448" y="676080"/>
              <a:ext cx="254160" cy="4680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3FA1B96C-035F-6286-E5AE-CC229579D913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052448" y="667440"/>
                <a:ext cx="27180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3CDA83FB-37BD-DB46-9C78-C82DF50954B0}"/>
                  </a:ext>
                </a:extLst>
              </p14:cNvPr>
              <p14:cNvContentPartPr/>
              <p14:nvPr/>
            </p14:nvContentPartPr>
            <p14:xfrm>
              <a:off x="4250808" y="662400"/>
              <a:ext cx="96120" cy="24408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3CDA83FB-37BD-DB46-9C78-C82DF50954B0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242168" y="653760"/>
                <a:ext cx="11376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60698825-60DE-8BE7-DAFB-5DC5AF01EF6A}"/>
                  </a:ext>
                </a:extLst>
              </p14:cNvPr>
              <p14:cNvContentPartPr/>
              <p14:nvPr/>
            </p14:nvContentPartPr>
            <p14:xfrm>
              <a:off x="4337928" y="629640"/>
              <a:ext cx="77400" cy="748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60698825-60DE-8BE7-DAFB-5DC5AF01EF6A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4328928" y="620640"/>
                <a:ext cx="950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02060848-21C1-45E7-5A0F-E86C48CF3768}"/>
                  </a:ext>
                </a:extLst>
              </p14:cNvPr>
              <p14:cNvContentPartPr/>
              <p14:nvPr/>
            </p14:nvContentPartPr>
            <p14:xfrm>
              <a:off x="4622328" y="621000"/>
              <a:ext cx="134640" cy="1332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02060848-21C1-45E7-5A0F-E86C48CF3768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613688" y="612360"/>
                <a:ext cx="1522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BB70223F-DFAC-049E-1235-72D8A4653A23}"/>
                  </a:ext>
                </a:extLst>
              </p14:cNvPr>
              <p14:cNvContentPartPr/>
              <p14:nvPr/>
            </p14:nvContentPartPr>
            <p14:xfrm>
              <a:off x="4659048" y="668160"/>
              <a:ext cx="144360" cy="190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BB70223F-DFAC-049E-1235-72D8A4653A23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650048" y="659520"/>
                <a:ext cx="1620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D7CB2567-86B3-708C-E67C-595CCB584172}"/>
                  </a:ext>
                </a:extLst>
              </p14:cNvPr>
              <p14:cNvContentPartPr/>
              <p14:nvPr/>
            </p14:nvContentPartPr>
            <p14:xfrm>
              <a:off x="1432368" y="1217520"/>
              <a:ext cx="91440" cy="19296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D7CB2567-86B3-708C-E67C-595CCB58417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423368" y="1208880"/>
                <a:ext cx="10908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E055B568-F98D-36C6-BAC0-6AEB43E7FF95}"/>
                  </a:ext>
                </a:extLst>
              </p14:cNvPr>
              <p14:cNvContentPartPr/>
              <p14:nvPr/>
            </p14:nvContentPartPr>
            <p14:xfrm>
              <a:off x="1396368" y="1309320"/>
              <a:ext cx="163800" cy="198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E055B568-F98D-36C6-BAC0-6AEB43E7FF9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387728" y="1300680"/>
                <a:ext cx="1814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2BDAC457-A7BE-97AD-E84D-262F6312FA93}"/>
                  </a:ext>
                </a:extLst>
              </p14:cNvPr>
              <p14:cNvContentPartPr/>
              <p14:nvPr/>
            </p14:nvContentPartPr>
            <p14:xfrm>
              <a:off x="1548288" y="1307160"/>
              <a:ext cx="363240" cy="9108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2BDAC457-A7BE-97AD-E84D-262F6312FA93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539288" y="1298520"/>
                <a:ext cx="38088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CFA8E4C6-B48B-D22C-AAD9-8729F7743916}"/>
                  </a:ext>
                </a:extLst>
              </p14:cNvPr>
              <p14:cNvContentPartPr/>
              <p14:nvPr/>
            </p14:nvContentPartPr>
            <p14:xfrm>
              <a:off x="1970928" y="1319040"/>
              <a:ext cx="30600" cy="17892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CFA8E4C6-B48B-D22C-AAD9-8729F774391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961928" y="1310400"/>
                <a:ext cx="4824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4403C862-1DBF-C3B2-426E-2B31AEA12CF6}"/>
                  </a:ext>
                </a:extLst>
              </p14:cNvPr>
              <p14:cNvContentPartPr/>
              <p14:nvPr/>
            </p14:nvContentPartPr>
            <p14:xfrm>
              <a:off x="1999368" y="1288080"/>
              <a:ext cx="46800" cy="6480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4403C862-1DBF-C3B2-426E-2B31AEA12CF6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990368" y="1279440"/>
                <a:ext cx="6444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92044269-842C-4696-4A15-13E8BAF0B476}"/>
                  </a:ext>
                </a:extLst>
              </p14:cNvPr>
              <p14:cNvContentPartPr/>
              <p14:nvPr/>
            </p14:nvContentPartPr>
            <p14:xfrm>
              <a:off x="2189088" y="1306080"/>
              <a:ext cx="360" cy="36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92044269-842C-4696-4A15-13E8BAF0B476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2180088" y="129744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35EE993A-F519-72C6-CD62-D8013057D57E}"/>
                  </a:ext>
                </a:extLst>
              </p14:cNvPr>
              <p14:cNvContentPartPr/>
              <p14:nvPr/>
            </p14:nvContentPartPr>
            <p14:xfrm>
              <a:off x="2298168" y="1207080"/>
              <a:ext cx="81360" cy="11448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35EE993A-F519-72C6-CD62-D8013057D57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2289528" y="1198080"/>
                <a:ext cx="9900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B6ED4AB3-C9F3-19DC-023D-E30DAAA6FE4A}"/>
                  </a:ext>
                </a:extLst>
              </p14:cNvPr>
              <p14:cNvContentPartPr/>
              <p14:nvPr/>
            </p14:nvContentPartPr>
            <p14:xfrm>
              <a:off x="2420568" y="1163520"/>
              <a:ext cx="161280" cy="9828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B6ED4AB3-C9F3-19DC-023D-E30DAAA6FE4A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2411928" y="1154880"/>
                <a:ext cx="1789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807393C3-A045-5B38-81F9-D2B761E9967E}"/>
                  </a:ext>
                </a:extLst>
              </p14:cNvPr>
              <p14:cNvContentPartPr/>
              <p14:nvPr/>
            </p14:nvContentPartPr>
            <p14:xfrm>
              <a:off x="2695608" y="1063080"/>
              <a:ext cx="71640" cy="1756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807393C3-A045-5B38-81F9-D2B761E9967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686968" y="1054440"/>
                <a:ext cx="8928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A82C3CC3-6E8C-7710-7D27-570FD02E3CA9}"/>
                  </a:ext>
                </a:extLst>
              </p14:cNvPr>
              <p14:cNvContentPartPr/>
              <p14:nvPr/>
            </p14:nvContentPartPr>
            <p14:xfrm>
              <a:off x="2652408" y="1153440"/>
              <a:ext cx="136800" cy="86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A82C3CC3-6E8C-7710-7D27-570FD02E3CA9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643408" y="1144440"/>
                <a:ext cx="1544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1CBF617E-A067-E223-F59A-CB883129E620}"/>
                  </a:ext>
                </a:extLst>
              </p14:cNvPr>
              <p14:cNvContentPartPr/>
              <p14:nvPr/>
            </p14:nvContentPartPr>
            <p14:xfrm>
              <a:off x="2169648" y="1337760"/>
              <a:ext cx="29520" cy="1908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1CBF617E-A067-E223-F59A-CB883129E620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2160648" y="1329120"/>
                <a:ext cx="4716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2095A849-8E3C-D94B-6CB9-3848E438DBE1}"/>
                  </a:ext>
                </a:extLst>
              </p14:cNvPr>
              <p14:cNvContentPartPr/>
              <p14:nvPr/>
            </p14:nvContentPartPr>
            <p14:xfrm>
              <a:off x="2878848" y="1062720"/>
              <a:ext cx="15120" cy="10728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2095A849-8E3C-D94B-6CB9-3848E438DBE1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870208" y="1053720"/>
                <a:ext cx="3276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5CBFE35F-A80E-94F6-CBC7-83439373E067}"/>
                  </a:ext>
                </a:extLst>
              </p14:cNvPr>
              <p14:cNvContentPartPr/>
              <p14:nvPr/>
            </p14:nvContentPartPr>
            <p14:xfrm>
              <a:off x="2813328" y="1036440"/>
              <a:ext cx="186120" cy="21096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5CBFE35F-A80E-94F6-CBC7-83439373E067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804328" y="1027440"/>
                <a:ext cx="20376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B67AC7C2-3BFA-3220-3131-A70D1BBB8775}"/>
                  </a:ext>
                </a:extLst>
              </p14:cNvPr>
              <p14:cNvContentPartPr/>
              <p14:nvPr/>
            </p14:nvContentPartPr>
            <p14:xfrm>
              <a:off x="3059568" y="1121760"/>
              <a:ext cx="102600" cy="5616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B67AC7C2-3BFA-3220-3131-A70D1BBB8775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050568" y="1112760"/>
                <a:ext cx="1202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B1D83E84-1BE0-9F3B-17DF-9566F8EF3D8F}"/>
                  </a:ext>
                </a:extLst>
              </p14:cNvPr>
              <p14:cNvContentPartPr/>
              <p14:nvPr/>
            </p14:nvContentPartPr>
            <p14:xfrm>
              <a:off x="3230208" y="982080"/>
              <a:ext cx="24840" cy="17604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B1D83E84-1BE0-9F3B-17DF-9566F8EF3D8F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221208" y="973080"/>
                <a:ext cx="4248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5B8D2D8F-38AB-25F3-87F6-3A7550961B7B}"/>
                  </a:ext>
                </a:extLst>
              </p14:cNvPr>
              <p14:cNvContentPartPr/>
              <p14:nvPr/>
            </p14:nvContentPartPr>
            <p14:xfrm>
              <a:off x="3198528" y="1077120"/>
              <a:ext cx="251640" cy="9216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5B8D2D8F-38AB-25F3-87F6-3A7550961B7B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189528" y="1068120"/>
                <a:ext cx="2692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BA6699D0-D879-32E8-9B7C-83198954B02D}"/>
                  </a:ext>
                </a:extLst>
              </p14:cNvPr>
              <p14:cNvContentPartPr/>
              <p14:nvPr/>
            </p14:nvContentPartPr>
            <p14:xfrm>
              <a:off x="3514248" y="915120"/>
              <a:ext cx="186840" cy="27288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BA6699D0-D879-32E8-9B7C-83198954B02D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505608" y="906480"/>
                <a:ext cx="20448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8773B9A3-A15A-83D4-FAF4-952690E645FC}"/>
                  </a:ext>
                </a:extLst>
              </p14:cNvPr>
              <p14:cNvContentPartPr/>
              <p14:nvPr/>
            </p14:nvContentPartPr>
            <p14:xfrm>
              <a:off x="3761568" y="1014120"/>
              <a:ext cx="141840" cy="12096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8773B9A3-A15A-83D4-FAF4-952690E645FC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752928" y="1005120"/>
                <a:ext cx="15948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B77C7722-D38B-47EF-5CE2-7C15CDFB802C}"/>
                  </a:ext>
                </a:extLst>
              </p14:cNvPr>
              <p14:cNvContentPartPr/>
              <p14:nvPr/>
            </p14:nvContentPartPr>
            <p14:xfrm>
              <a:off x="3910248" y="889200"/>
              <a:ext cx="258480" cy="21420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B77C7722-D38B-47EF-5CE2-7C15CDFB802C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901608" y="880560"/>
                <a:ext cx="2761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B1DEDB2E-136B-D37D-3C1E-618245D651AB}"/>
                  </a:ext>
                </a:extLst>
              </p14:cNvPr>
              <p14:cNvContentPartPr/>
              <p14:nvPr/>
            </p14:nvContentPartPr>
            <p14:xfrm>
              <a:off x="4222008" y="927360"/>
              <a:ext cx="64440" cy="20916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B1DEDB2E-136B-D37D-3C1E-618245D651AB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4213008" y="918720"/>
                <a:ext cx="8208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141AB33E-E0E8-AA06-E19D-1B0CBED5CE05}"/>
                  </a:ext>
                </a:extLst>
              </p14:cNvPr>
              <p14:cNvContentPartPr/>
              <p14:nvPr/>
            </p14:nvContentPartPr>
            <p14:xfrm>
              <a:off x="4395528" y="1008000"/>
              <a:ext cx="2880" cy="4104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141AB33E-E0E8-AA06-E19D-1B0CBED5CE05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386888" y="999000"/>
                <a:ext cx="205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35440C35-0A00-0D7E-8729-BE8948D4A0D7}"/>
                  </a:ext>
                </a:extLst>
              </p14:cNvPr>
              <p14:cNvContentPartPr/>
              <p14:nvPr/>
            </p14:nvContentPartPr>
            <p14:xfrm>
              <a:off x="4307688" y="1104480"/>
              <a:ext cx="81000" cy="11664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35440C35-0A00-0D7E-8729-BE8948D4A0D7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299048" y="1095840"/>
                <a:ext cx="9864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696A7F14-9CB6-6A51-71F0-21BCB04017AD}"/>
                  </a:ext>
                </a:extLst>
              </p14:cNvPr>
              <p14:cNvContentPartPr/>
              <p14:nvPr/>
            </p14:nvContentPartPr>
            <p14:xfrm>
              <a:off x="1465128" y="1507680"/>
              <a:ext cx="44640" cy="27324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696A7F14-9CB6-6A51-71F0-21BCB04017AD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1456128" y="1499040"/>
                <a:ext cx="6228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572E5BB9-6261-BA18-C4FA-F44DC4A3B8D1}"/>
                  </a:ext>
                </a:extLst>
              </p14:cNvPr>
              <p14:cNvContentPartPr/>
              <p14:nvPr/>
            </p14:nvContentPartPr>
            <p14:xfrm>
              <a:off x="1420848" y="1643040"/>
              <a:ext cx="234360" cy="7236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572E5BB9-6261-BA18-C4FA-F44DC4A3B8D1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412208" y="1634040"/>
                <a:ext cx="25200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71B806C7-F32B-F2C8-17DC-A4BAB25D53F3}"/>
                  </a:ext>
                </a:extLst>
              </p14:cNvPr>
              <p14:cNvContentPartPr/>
              <p14:nvPr/>
            </p14:nvContentPartPr>
            <p14:xfrm>
              <a:off x="1711008" y="1641960"/>
              <a:ext cx="236880" cy="4896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71B806C7-F32B-F2C8-17DC-A4BAB25D53F3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702368" y="1633320"/>
                <a:ext cx="25452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01F65765-5A64-3ABA-FA5D-480A5E239DFD}"/>
                  </a:ext>
                </a:extLst>
              </p14:cNvPr>
              <p14:cNvContentPartPr/>
              <p14:nvPr/>
            </p14:nvContentPartPr>
            <p14:xfrm>
              <a:off x="1955088" y="1621440"/>
              <a:ext cx="34560" cy="18792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01F65765-5A64-3ABA-FA5D-480A5E239DFD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946088" y="1612800"/>
                <a:ext cx="5220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C49E4C0A-25A1-53E3-01AC-662829BFEF4E}"/>
                  </a:ext>
                </a:extLst>
              </p14:cNvPr>
              <p14:cNvContentPartPr/>
              <p14:nvPr/>
            </p14:nvContentPartPr>
            <p14:xfrm>
              <a:off x="1994328" y="1598760"/>
              <a:ext cx="82800" cy="9612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C49E4C0A-25A1-53E3-01AC-662829BFEF4E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985328" y="1590120"/>
                <a:ext cx="10044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B505D369-0FDA-F69B-6C4D-155BA2A82029}"/>
                  </a:ext>
                </a:extLst>
              </p14:cNvPr>
              <p14:cNvContentPartPr/>
              <p14:nvPr/>
            </p14:nvContentPartPr>
            <p14:xfrm>
              <a:off x="2162088" y="1640880"/>
              <a:ext cx="7560" cy="1836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B505D369-0FDA-F69B-6C4D-155BA2A82029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2153448" y="1632240"/>
                <a:ext cx="25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6E619BA2-BCDB-99B8-8EAF-1496BC20506A}"/>
                  </a:ext>
                </a:extLst>
              </p14:cNvPr>
              <p14:cNvContentPartPr/>
              <p14:nvPr/>
            </p14:nvContentPartPr>
            <p14:xfrm>
              <a:off x="2315088" y="1528920"/>
              <a:ext cx="94680" cy="11520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6E619BA2-BCDB-99B8-8EAF-1496BC20506A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306088" y="1519920"/>
                <a:ext cx="11232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37CAA5E6-0AFA-EB6D-A416-22288993C8D5}"/>
                  </a:ext>
                </a:extLst>
              </p14:cNvPr>
              <p14:cNvContentPartPr/>
              <p14:nvPr/>
            </p14:nvContentPartPr>
            <p14:xfrm>
              <a:off x="2408328" y="1528920"/>
              <a:ext cx="360" cy="3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37CAA5E6-0AFA-EB6D-A416-22288993C8D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2399688" y="15199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05CE8A8F-FE04-1054-F8AD-7621C94DF3A0}"/>
                  </a:ext>
                </a:extLst>
              </p14:cNvPr>
              <p14:cNvContentPartPr/>
              <p14:nvPr/>
            </p14:nvContentPartPr>
            <p14:xfrm>
              <a:off x="2408328" y="1527120"/>
              <a:ext cx="171000" cy="7596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05CE8A8F-FE04-1054-F8AD-7621C94DF3A0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2399688" y="1518480"/>
                <a:ext cx="1886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F7CBC9EE-BE03-91D6-0F52-F658C43E7A34}"/>
                  </a:ext>
                </a:extLst>
              </p14:cNvPr>
              <p14:cNvContentPartPr/>
              <p14:nvPr/>
            </p14:nvContentPartPr>
            <p14:xfrm>
              <a:off x="2640168" y="1415880"/>
              <a:ext cx="78480" cy="17820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F7CBC9EE-BE03-91D6-0F52-F658C43E7A34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2631168" y="1407240"/>
                <a:ext cx="961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22B8126A-8A6B-FA11-5E00-E31A043C5177}"/>
                  </a:ext>
                </a:extLst>
              </p14:cNvPr>
              <p14:cNvContentPartPr/>
              <p14:nvPr/>
            </p14:nvContentPartPr>
            <p14:xfrm>
              <a:off x="2657088" y="1485720"/>
              <a:ext cx="127080" cy="1404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22B8126A-8A6B-FA11-5E00-E31A043C5177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2648448" y="1477080"/>
                <a:ext cx="14472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E3768807-0983-AB98-9592-79E2D4817F33}"/>
                  </a:ext>
                </a:extLst>
              </p14:cNvPr>
              <p14:cNvContentPartPr/>
              <p14:nvPr/>
            </p14:nvContentPartPr>
            <p14:xfrm>
              <a:off x="2866608" y="1363680"/>
              <a:ext cx="165960" cy="19188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E3768807-0983-AB98-9592-79E2D4817F33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2857968" y="1355040"/>
                <a:ext cx="18360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F0A7CC2E-5955-8F86-48E8-1405E182CAD3}"/>
                  </a:ext>
                </a:extLst>
              </p14:cNvPr>
              <p14:cNvContentPartPr/>
              <p14:nvPr/>
            </p14:nvContentPartPr>
            <p14:xfrm>
              <a:off x="3076488" y="1398600"/>
              <a:ext cx="90720" cy="9576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F0A7CC2E-5955-8F86-48E8-1405E182CAD3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3067848" y="1389600"/>
                <a:ext cx="1083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F918D756-74BE-D3FB-0128-5CE87B542093}"/>
                  </a:ext>
                </a:extLst>
              </p14:cNvPr>
              <p14:cNvContentPartPr/>
              <p14:nvPr/>
            </p14:nvContentPartPr>
            <p14:xfrm>
              <a:off x="3249648" y="1409400"/>
              <a:ext cx="83160" cy="9864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F918D756-74BE-D3FB-0128-5CE87B542093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3240648" y="1400760"/>
                <a:ext cx="10080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58DC71FE-E2E4-2CDD-0F07-0BD071A4A681}"/>
                  </a:ext>
                </a:extLst>
              </p14:cNvPr>
              <p14:cNvContentPartPr/>
              <p14:nvPr/>
            </p14:nvContentPartPr>
            <p14:xfrm>
              <a:off x="3259368" y="1414440"/>
              <a:ext cx="100440" cy="10368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58DC71FE-E2E4-2CDD-0F07-0BD071A4A681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3250728" y="1405440"/>
                <a:ext cx="11808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4BC6C058-2C36-AFA6-AB2C-55338593D9C8}"/>
                  </a:ext>
                </a:extLst>
              </p14:cNvPr>
              <p14:cNvContentPartPr/>
              <p14:nvPr/>
            </p14:nvContentPartPr>
            <p14:xfrm>
              <a:off x="3463128" y="1299600"/>
              <a:ext cx="42840" cy="17532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4BC6C058-2C36-AFA6-AB2C-55338593D9C8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3454488" y="1290960"/>
                <a:ext cx="6048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E96F2859-F1C5-A2C5-D8AC-FEF34EB9971E}"/>
                  </a:ext>
                </a:extLst>
              </p14:cNvPr>
              <p14:cNvContentPartPr/>
              <p14:nvPr/>
            </p14:nvContentPartPr>
            <p14:xfrm>
              <a:off x="3391128" y="1395720"/>
              <a:ext cx="136800" cy="540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E96F2859-F1C5-A2C5-D8AC-FEF34EB9971E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3382128" y="1386720"/>
                <a:ext cx="15444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B660B1BF-EC65-8F7F-B39B-CD1909BC6E48}"/>
                  </a:ext>
                </a:extLst>
              </p14:cNvPr>
              <p14:cNvContentPartPr/>
              <p14:nvPr/>
            </p14:nvContentPartPr>
            <p14:xfrm>
              <a:off x="3691008" y="1279440"/>
              <a:ext cx="95400" cy="24336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B660B1BF-EC65-8F7F-B39B-CD1909BC6E48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3682008" y="1270440"/>
                <a:ext cx="11304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A29D9903-5D40-3017-4ECD-D30513DDE05B}"/>
                  </a:ext>
                </a:extLst>
              </p14:cNvPr>
              <p14:cNvContentPartPr/>
              <p14:nvPr/>
            </p14:nvContentPartPr>
            <p14:xfrm>
              <a:off x="3866688" y="1376280"/>
              <a:ext cx="129600" cy="6048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A29D9903-5D40-3017-4ECD-D30513DDE05B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3857688" y="1367280"/>
                <a:ext cx="14724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9CA573B9-C55A-F719-0313-250B34815DB4}"/>
                  </a:ext>
                </a:extLst>
              </p14:cNvPr>
              <p14:cNvContentPartPr/>
              <p14:nvPr/>
            </p14:nvContentPartPr>
            <p14:xfrm>
              <a:off x="4042008" y="1359720"/>
              <a:ext cx="102600" cy="4896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9CA573B9-C55A-F719-0313-250B34815DB4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4033368" y="1351080"/>
                <a:ext cx="1202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3B3B52FD-7B14-565F-154D-0638662665A5}"/>
                  </a:ext>
                </a:extLst>
              </p14:cNvPr>
              <p14:cNvContentPartPr/>
              <p14:nvPr/>
            </p14:nvContentPartPr>
            <p14:xfrm>
              <a:off x="4207248" y="1263240"/>
              <a:ext cx="10800" cy="14580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3B3B52FD-7B14-565F-154D-0638662665A5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4198608" y="1254240"/>
                <a:ext cx="2844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9CB9C686-7FE7-427B-A92C-15995DF42EB7}"/>
                  </a:ext>
                </a:extLst>
              </p14:cNvPr>
              <p14:cNvContentPartPr/>
              <p14:nvPr/>
            </p14:nvContentPartPr>
            <p14:xfrm>
              <a:off x="4281048" y="1241280"/>
              <a:ext cx="12600" cy="14832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9CB9C686-7FE7-427B-A92C-15995DF42EB7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4272048" y="1232280"/>
                <a:ext cx="302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7A2C3EF3-7B93-E487-2BB7-9ED65443F71C}"/>
                  </a:ext>
                </a:extLst>
              </p14:cNvPr>
              <p14:cNvContentPartPr/>
              <p14:nvPr/>
            </p14:nvContentPartPr>
            <p14:xfrm>
              <a:off x="4399488" y="1188720"/>
              <a:ext cx="87120" cy="19836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7A2C3EF3-7B93-E487-2BB7-9ED65443F71C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4390848" y="1179720"/>
                <a:ext cx="1047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A21509A3-ED36-3C50-9C48-A75F0C4083DF}"/>
                  </a:ext>
                </a:extLst>
              </p14:cNvPr>
              <p14:cNvContentPartPr/>
              <p14:nvPr/>
            </p14:nvContentPartPr>
            <p14:xfrm>
              <a:off x="4561488" y="1291680"/>
              <a:ext cx="32040" cy="3204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A21509A3-ED36-3C50-9C48-A75F0C4083DF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4552488" y="1282680"/>
                <a:ext cx="496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C69EC829-3E50-EB8F-46AA-AA430CAD26CA}"/>
                  </a:ext>
                </a:extLst>
              </p14:cNvPr>
              <p14:cNvContentPartPr/>
              <p14:nvPr/>
            </p14:nvContentPartPr>
            <p14:xfrm>
              <a:off x="4478688" y="1419120"/>
              <a:ext cx="95400" cy="12636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C69EC829-3E50-EB8F-46AA-AA430CAD26CA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4469688" y="1410480"/>
                <a:ext cx="1130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860E3FC6-94C3-D5BD-F76D-D6C0CFC3F8D7}"/>
                  </a:ext>
                </a:extLst>
              </p14:cNvPr>
              <p14:cNvContentPartPr/>
              <p14:nvPr/>
            </p14:nvContentPartPr>
            <p14:xfrm>
              <a:off x="2314008" y="3805056"/>
              <a:ext cx="242280" cy="14364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860E3FC6-94C3-D5BD-F76D-D6C0CFC3F8D7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2305368" y="3796416"/>
                <a:ext cx="2599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59B80927-7072-3B45-2B9A-7F1D1A1B5432}"/>
                  </a:ext>
                </a:extLst>
              </p14:cNvPr>
              <p14:cNvContentPartPr/>
              <p14:nvPr/>
            </p14:nvContentPartPr>
            <p14:xfrm>
              <a:off x="2600928" y="3819096"/>
              <a:ext cx="123480" cy="9000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59B80927-7072-3B45-2B9A-7F1D1A1B5432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2592288" y="3810096"/>
                <a:ext cx="1411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AF63AD3E-1295-9E87-6E35-CDF5FE89766B}"/>
                  </a:ext>
                </a:extLst>
              </p14:cNvPr>
              <p14:cNvContentPartPr/>
              <p14:nvPr/>
            </p14:nvContentPartPr>
            <p14:xfrm>
              <a:off x="2756088" y="3771936"/>
              <a:ext cx="73440" cy="12420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AF63AD3E-1295-9E87-6E35-CDF5FE89766B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2747088" y="3762936"/>
                <a:ext cx="9108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4CCD3E81-8C3F-4CC9-B21B-FAA48A224668}"/>
                  </a:ext>
                </a:extLst>
              </p14:cNvPr>
              <p14:cNvContentPartPr/>
              <p14:nvPr/>
            </p14:nvContentPartPr>
            <p14:xfrm>
              <a:off x="2899728" y="3841056"/>
              <a:ext cx="61200" cy="2232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4CCD3E81-8C3F-4CC9-B21B-FAA48A224668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2891088" y="3832056"/>
                <a:ext cx="788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12D33846-5B54-BC01-81B7-6E7A22512C8D}"/>
                  </a:ext>
                </a:extLst>
              </p14:cNvPr>
              <p14:cNvContentPartPr/>
              <p14:nvPr/>
            </p14:nvContentPartPr>
            <p14:xfrm>
              <a:off x="3139848" y="3742776"/>
              <a:ext cx="128520" cy="11628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12D33846-5B54-BC01-81B7-6E7A22512C8D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3131208" y="3734136"/>
                <a:ext cx="14616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CD7832BC-2888-6629-226E-EE1000C1BDDB}"/>
                  </a:ext>
                </a:extLst>
              </p14:cNvPr>
              <p14:cNvContentPartPr/>
              <p14:nvPr/>
            </p14:nvContentPartPr>
            <p14:xfrm>
              <a:off x="3331368" y="3721176"/>
              <a:ext cx="132120" cy="7380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CD7832BC-2888-6629-226E-EE1000C1BDDB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3322368" y="3712536"/>
                <a:ext cx="1497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A6041ADD-664A-BB83-EC57-AD14FD5AB6E2}"/>
                  </a:ext>
                </a:extLst>
              </p14:cNvPr>
              <p14:cNvContentPartPr/>
              <p14:nvPr/>
            </p14:nvContentPartPr>
            <p14:xfrm>
              <a:off x="3549888" y="3593736"/>
              <a:ext cx="120960" cy="18288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A6041ADD-664A-BB83-EC57-AD14FD5AB6E2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3540888" y="3585096"/>
                <a:ext cx="13860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C6B75D84-F7CC-0818-46A9-B9A886088150}"/>
                  </a:ext>
                </a:extLst>
              </p14:cNvPr>
              <p14:cNvContentPartPr/>
              <p14:nvPr/>
            </p14:nvContentPartPr>
            <p14:xfrm>
              <a:off x="3523968" y="3675816"/>
              <a:ext cx="105120" cy="1260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C6B75D84-F7CC-0818-46A9-B9A886088150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3515328" y="3667176"/>
                <a:ext cx="1227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FFDD7054-7D94-CCA8-1C82-7B65F812D7C7}"/>
                  </a:ext>
                </a:extLst>
              </p14:cNvPr>
              <p14:cNvContentPartPr/>
              <p14:nvPr/>
            </p14:nvContentPartPr>
            <p14:xfrm>
              <a:off x="3760128" y="3537936"/>
              <a:ext cx="212760" cy="16992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FFDD7054-7D94-CCA8-1C82-7B65F812D7C7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3751488" y="3528936"/>
                <a:ext cx="2304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7AD15E6C-D4CE-1CB1-503C-880585A27A57}"/>
                  </a:ext>
                </a:extLst>
              </p14:cNvPr>
              <p14:cNvContentPartPr/>
              <p14:nvPr/>
            </p14:nvContentPartPr>
            <p14:xfrm>
              <a:off x="3989808" y="3610656"/>
              <a:ext cx="127800" cy="8352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7AD15E6C-D4CE-1CB1-503C-880585A27A57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3980808" y="3602016"/>
                <a:ext cx="14544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AEC4DCC9-F903-51CE-BA2F-FE372EE8EB96}"/>
                  </a:ext>
                </a:extLst>
              </p14:cNvPr>
              <p14:cNvContentPartPr/>
              <p14:nvPr/>
            </p14:nvContentPartPr>
            <p14:xfrm>
              <a:off x="4199328" y="3576096"/>
              <a:ext cx="85680" cy="10440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AEC4DCC9-F903-51CE-BA2F-FE372EE8EB96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4190688" y="3567096"/>
                <a:ext cx="1033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3105D74F-5858-AA1F-B694-141D0AAB5CDF}"/>
                  </a:ext>
                </a:extLst>
              </p14:cNvPr>
              <p14:cNvContentPartPr/>
              <p14:nvPr/>
            </p14:nvContentPartPr>
            <p14:xfrm>
              <a:off x="4179888" y="3595536"/>
              <a:ext cx="161280" cy="5076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3105D74F-5858-AA1F-B694-141D0AAB5CDF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4170888" y="3586536"/>
                <a:ext cx="1789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69478500-F4E1-889A-44E0-174F96993F45}"/>
                  </a:ext>
                </a:extLst>
              </p14:cNvPr>
              <p14:cNvContentPartPr/>
              <p14:nvPr/>
            </p14:nvContentPartPr>
            <p14:xfrm>
              <a:off x="4445568" y="3462336"/>
              <a:ext cx="73440" cy="20268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69478500-F4E1-889A-44E0-174F96993F45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4436568" y="3453336"/>
                <a:ext cx="9108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FFC953C1-02AD-CA2E-0ACA-7ED8BF7CB1C0}"/>
                  </a:ext>
                </a:extLst>
              </p14:cNvPr>
              <p14:cNvContentPartPr/>
              <p14:nvPr/>
            </p14:nvContentPartPr>
            <p14:xfrm>
              <a:off x="4396968" y="3546576"/>
              <a:ext cx="127080" cy="1728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FFC953C1-02AD-CA2E-0ACA-7ED8BF7CB1C0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4387968" y="3537936"/>
                <a:ext cx="14472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5E0FC9CF-9F0F-DA7D-7BFC-5A23BFA04698}"/>
                  </a:ext>
                </a:extLst>
              </p14:cNvPr>
              <p14:cNvContentPartPr/>
              <p14:nvPr/>
            </p14:nvContentPartPr>
            <p14:xfrm>
              <a:off x="4673448" y="3432816"/>
              <a:ext cx="174960" cy="24588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5E0FC9CF-9F0F-DA7D-7BFC-5A23BFA04698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4664808" y="3424176"/>
                <a:ext cx="19260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371C2435-A8AE-4AF0-BDF5-8EF2484297C3}"/>
                  </a:ext>
                </a:extLst>
              </p14:cNvPr>
              <p14:cNvContentPartPr/>
              <p14:nvPr/>
            </p14:nvContentPartPr>
            <p14:xfrm>
              <a:off x="4937328" y="3418416"/>
              <a:ext cx="32760" cy="21672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371C2435-A8AE-4AF0-BDF5-8EF2484297C3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4928688" y="3409416"/>
                <a:ext cx="5040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B6A7365C-746B-8C4B-FF73-6C0E5A505E17}"/>
                  </a:ext>
                </a:extLst>
              </p14:cNvPr>
              <p14:cNvContentPartPr/>
              <p14:nvPr/>
            </p14:nvContentPartPr>
            <p14:xfrm>
              <a:off x="4870008" y="3493296"/>
              <a:ext cx="262800" cy="9612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B6A7365C-746B-8C4B-FF73-6C0E5A505E17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4861008" y="3484656"/>
                <a:ext cx="28044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7A3039D0-885A-A5D4-F557-24DE077DC132}"/>
                  </a:ext>
                </a:extLst>
              </p14:cNvPr>
              <p14:cNvContentPartPr/>
              <p14:nvPr/>
            </p14:nvContentPartPr>
            <p14:xfrm>
              <a:off x="5191848" y="3486816"/>
              <a:ext cx="253800" cy="6084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7A3039D0-885A-A5D4-F557-24DE077DC132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5182848" y="3477816"/>
                <a:ext cx="27144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C130A322-836E-6D6B-B053-035ECDCA40CC}"/>
                  </a:ext>
                </a:extLst>
              </p14:cNvPr>
              <p14:cNvContentPartPr/>
              <p14:nvPr/>
            </p14:nvContentPartPr>
            <p14:xfrm>
              <a:off x="5489928" y="3450096"/>
              <a:ext cx="21600" cy="20484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C130A322-836E-6D6B-B053-035ECDCA40CC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5480928" y="3441096"/>
                <a:ext cx="392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1C00604C-5821-BBDB-3ECA-08037C838C14}"/>
                  </a:ext>
                </a:extLst>
              </p14:cNvPr>
              <p14:cNvContentPartPr/>
              <p14:nvPr/>
            </p14:nvContentPartPr>
            <p14:xfrm>
              <a:off x="5518368" y="3399336"/>
              <a:ext cx="95400" cy="9864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1C00604C-5821-BBDB-3ECA-08037C838C14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5509728" y="3390336"/>
                <a:ext cx="11304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378B3E96-5E28-EA3D-155F-CFDA23686142}"/>
                  </a:ext>
                </a:extLst>
              </p14:cNvPr>
              <p14:cNvContentPartPr/>
              <p14:nvPr/>
            </p14:nvContentPartPr>
            <p14:xfrm>
              <a:off x="4814928" y="1408680"/>
              <a:ext cx="93240" cy="24084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378B3E96-5E28-EA3D-155F-CFDA23686142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4806288" y="1399680"/>
                <a:ext cx="11088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44FAE8E7-7ACA-47A2-54FC-8E30393D4A79}"/>
                  </a:ext>
                </a:extLst>
              </p14:cNvPr>
              <p14:cNvContentPartPr/>
              <p14:nvPr/>
            </p14:nvContentPartPr>
            <p14:xfrm>
              <a:off x="5017248" y="1567080"/>
              <a:ext cx="29520" cy="1908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44FAE8E7-7ACA-47A2-54FC-8E30393D4A79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5008608" y="1558440"/>
                <a:ext cx="4716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AAFEEC79-ED34-636C-1836-7C8B8423A068}"/>
                  </a:ext>
                </a:extLst>
              </p14:cNvPr>
              <p14:cNvContentPartPr/>
              <p14:nvPr/>
            </p14:nvContentPartPr>
            <p14:xfrm>
              <a:off x="5735448" y="3518136"/>
              <a:ext cx="122400" cy="14652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AAFEEC79-ED34-636C-1836-7C8B8423A068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5726808" y="3509496"/>
                <a:ext cx="14004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7A0CB2D5-CD3F-2393-55A7-452DE4A4ADDB}"/>
                  </a:ext>
                </a:extLst>
              </p14:cNvPr>
              <p14:cNvContentPartPr/>
              <p14:nvPr/>
            </p14:nvContentPartPr>
            <p14:xfrm>
              <a:off x="2414448" y="4288896"/>
              <a:ext cx="212400" cy="13392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7A0CB2D5-CD3F-2393-55A7-452DE4A4ADDB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2405808" y="4280256"/>
                <a:ext cx="23004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3510AD4D-7240-9916-F68E-6CF9FAE0C9C5}"/>
                  </a:ext>
                </a:extLst>
              </p14:cNvPr>
              <p14:cNvContentPartPr/>
              <p14:nvPr/>
            </p14:nvContentPartPr>
            <p14:xfrm>
              <a:off x="2682648" y="4250736"/>
              <a:ext cx="136800" cy="10476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3510AD4D-7240-9916-F68E-6CF9FAE0C9C5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2674008" y="4241736"/>
                <a:ext cx="15444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578CE30B-D051-624A-061D-D8A543C1D1D0}"/>
                  </a:ext>
                </a:extLst>
              </p14:cNvPr>
              <p14:cNvContentPartPr/>
              <p14:nvPr/>
            </p14:nvContentPartPr>
            <p14:xfrm>
              <a:off x="2875248" y="4241016"/>
              <a:ext cx="97920" cy="13032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578CE30B-D051-624A-061D-D8A543C1D1D0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2866608" y="4232376"/>
                <a:ext cx="11556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E93A7827-F861-6218-84F2-7BEE54736BC2}"/>
                  </a:ext>
                </a:extLst>
              </p14:cNvPr>
              <p14:cNvContentPartPr/>
              <p14:nvPr/>
            </p14:nvContentPartPr>
            <p14:xfrm>
              <a:off x="3214368" y="4208976"/>
              <a:ext cx="149040" cy="3528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E93A7827-F861-6218-84F2-7BEE54736BC2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3205368" y="4200336"/>
                <a:ext cx="16668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55DA8CC6-BA7F-8EF9-B7D9-17EC1061723C}"/>
                  </a:ext>
                </a:extLst>
              </p14:cNvPr>
              <p14:cNvContentPartPr/>
              <p14:nvPr/>
            </p14:nvContentPartPr>
            <p14:xfrm>
              <a:off x="3246048" y="4260456"/>
              <a:ext cx="151560" cy="4032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55DA8CC6-BA7F-8EF9-B7D9-17EC1061723C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3237048" y="4251456"/>
                <a:ext cx="1692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D484E6B0-1461-0EE0-A6B6-04BB14C3FC39}"/>
                  </a:ext>
                </a:extLst>
              </p14:cNvPr>
              <p14:cNvContentPartPr/>
              <p14:nvPr/>
            </p14:nvContentPartPr>
            <p14:xfrm>
              <a:off x="3658248" y="4012416"/>
              <a:ext cx="24840" cy="24444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D484E6B0-1461-0EE0-A6B6-04BB14C3FC39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3649248" y="4003776"/>
                <a:ext cx="4248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62549DBF-14FD-CE61-162D-B87B46606F6D}"/>
                  </a:ext>
                </a:extLst>
              </p14:cNvPr>
              <p14:cNvContentPartPr/>
              <p14:nvPr/>
            </p14:nvContentPartPr>
            <p14:xfrm>
              <a:off x="3572928" y="4095576"/>
              <a:ext cx="341640" cy="9684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62549DBF-14FD-CE61-162D-B87B46606F6D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3563928" y="4086936"/>
                <a:ext cx="35928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F6A53DDD-0E2D-5835-1F64-8D10CE8A23D9}"/>
                  </a:ext>
                </a:extLst>
              </p14:cNvPr>
              <p14:cNvContentPartPr/>
              <p14:nvPr/>
            </p14:nvContentPartPr>
            <p14:xfrm>
              <a:off x="3962808" y="4094496"/>
              <a:ext cx="361080" cy="7128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F6A53DDD-0E2D-5835-1F64-8D10CE8A23D9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3954168" y="4085856"/>
                <a:ext cx="37872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E55D7919-DE94-2D6C-3345-C02ACF61AD9E}"/>
                  </a:ext>
                </a:extLst>
              </p14:cNvPr>
              <p14:cNvContentPartPr/>
              <p14:nvPr/>
            </p14:nvContentPartPr>
            <p14:xfrm>
              <a:off x="4384728" y="4034376"/>
              <a:ext cx="21240" cy="21780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E55D7919-DE94-2D6C-3345-C02ACF61AD9E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4375728" y="4025736"/>
                <a:ext cx="3888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152EE74B-9697-F9BD-2C88-8697724734E0}"/>
                  </a:ext>
                </a:extLst>
              </p14:cNvPr>
              <p14:cNvContentPartPr/>
              <p14:nvPr/>
            </p14:nvContentPartPr>
            <p14:xfrm>
              <a:off x="4377528" y="3954096"/>
              <a:ext cx="145080" cy="11304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152EE74B-9697-F9BD-2C88-8697724734E0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4368528" y="3945456"/>
                <a:ext cx="16272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B82B8D44-5F3B-3717-9DD8-E54919755A3D}"/>
                  </a:ext>
                </a:extLst>
              </p14:cNvPr>
              <p14:cNvContentPartPr/>
              <p14:nvPr/>
            </p14:nvContentPartPr>
            <p14:xfrm>
              <a:off x="4667688" y="3932136"/>
              <a:ext cx="22320" cy="4104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B82B8D44-5F3B-3717-9DD8-E54919755A3D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4658688" y="3923136"/>
                <a:ext cx="399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64EB6050-B0F5-B817-2468-F16F446F7889}"/>
                  </a:ext>
                </a:extLst>
              </p14:cNvPr>
              <p14:cNvContentPartPr/>
              <p14:nvPr/>
            </p14:nvContentPartPr>
            <p14:xfrm>
              <a:off x="4577328" y="4097016"/>
              <a:ext cx="141840" cy="20520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64EB6050-B0F5-B817-2468-F16F446F7889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4568328" y="4088016"/>
                <a:ext cx="15948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0BA0DC4F-69E3-136D-6E8E-37FED16341F2}"/>
                  </a:ext>
                </a:extLst>
              </p14:cNvPr>
              <p14:cNvContentPartPr/>
              <p14:nvPr/>
            </p14:nvContentPartPr>
            <p14:xfrm>
              <a:off x="1593360" y="1205064"/>
              <a:ext cx="39240" cy="972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0BA0DC4F-69E3-136D-6E8E-37FED16341F2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1584720" y="1196064"/>
                <a:ext cx="5688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F64C15F-85DB-0A5D-01B9-3FAE30DC6873}"/>
                  </a:ext>
                </a:extLst>
              </p14:cNvPr>
              <p14:cNvContentPartPr/>
              <p14:nvPr/>
            </p14:nvContentPartPr>
            <p14:xfrm>
              <a:off x="1609920" y="3330288"/>
              <a:ext cx="195480" cy="425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F64C15F-85DB-0A5D-01B9-3FAE30DC6873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1600920" y="3321288"/>
                <a:ext cx="213120" cy="44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56DEFECA-782B-284A-910A-60912039280C}"/>
              </a:ext>
            </a:extLst>
          </p:cNvPr>
          <p:cNvGrpSpPr/>
          <p:nvPr/>
        </p:nvGrpSpPr>
        <p:grpSpPr>
          <a:xfrm>
            <a:off x="2183040" y="3124008"/>
            <a:ext cx="660960" cy="383400"/>
            <a:chOff x="2183040" y="3124008"/>
            <a:chExt cx="660960" cy="3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C845DE6-5A46-55DC-16F6-503AF0179610}"/>
                    </a:ext>
                  </a:extLst>
                </p14:cNvPr>
                <p14:cNvContentPartPr/>
                <p14:nvPr/>
              </p14:nvContentPartPr>
              <p14:xfrm>
                <a:off x="2183040" y="3124008"/>
                <a:ext cx="331920" cy="383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C845DE6-5A46-55DC-16F6-503AF0179610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2174040" y="3115008"/>
                  <a:ext cx="34956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2C24EA3-40F9-AAE7-5F9C-94B0124F1298}"/>
                    </a:ext>
                  </a:extLst>
                </p14:cNvPr>
                <p14:cNvContentPartPr/>
                <p14:nvPr/>
              </p14:nvContentPartPr>
              <p14:xfrm>
                <a:off x="2565720" y="3295008"/>
                <a:ext cx="96840" cy="132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2C24EA3-40F9-AAE7-5F9C-94B0124F1298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557080" y="3286008"/>
                  <a:ext cx="1144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682CECD-F8FC-27AD-31A2-861D983EA9EF}"/>
                    </a:ext>
                  </a:extLst>
                </p14:cNvPr>
                <p14:cNvContentPartPr/>
                <p14:nvPr/>
              </p14:nvContentPartPr>
              <p14:xfrm>
                <a:off x="2658240" y="3300048"/>
                <a:ext cx="185760" cy="69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682CECD-F8FC-27AD-31A2-861D983EA9E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649600" y="3291408"/>
                  <a:ext cx="203400" cy="8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D8AE231-EEED-FAD0-F31D-698312C8742B}"/>
                  </a:ext>
                </a:extLst>
              </p14:cNvPr>
              <p14:cNvContentPartPr/>
              <p14:nvPr/>
            </p14:nvContentPartPr>
            <p14:xfrm>
              <a:off x="3220560" y="2917728"/>
              <a:ext cx="196560" cy="475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D8AE231-EEED-FAD0-F31D-698312C8742B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3211560" y="2908728"/>
                <a:ext cx="21420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E9B63BB-0F53-C388-DD14-2381BE5BCCA6}"/>
                  </a:ext>
                </a:extLst>
              </p14:cNvPr>
              <p14:cNvContentPartPr/>
              <p14:nvPr/>
            </p14:nvContentPartPr>
            <p14:xfrm>
              <a:off x="1720800" y="4938408"/>
              <a:ext cx="243000" cy="4896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E9B63BB-0F53-C388-DD14-2381BE5BCCA6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1712160" y="4929408"/>
                <a:ext cx="260640" cy="50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1D353843-F1E8-23A7-89A9-F73C125C244B}"/>
              </a:ext>
            </a:extLst>
          </p:cNvPr>
          <p:cNvGrpSpPr/>
          <p:nvPr/>
        </p:nvGrpSpPr>
        <p:grpSpPr>
          <a:xfrm>
            <a:off x="2293920" y="2293488"/>
            <a:ext cx="796320" cy="734400"/>
            <a:chOff x="2293920" y="2293488"/>
            <a:chExt cx="796320" cy="73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C4A1162-FFEA-7066-C921-CB1EE9261CD6}"/>
                    </a:ext>
                  </a:extLst>
                </p14:cNvPr>
                <p14:cNvContentPartPr/>
                <p14:nvPr/>
              </p14:nvContentPartPr>
              <p14:xfrm>
                <a:off x="2293920" y="2338848"/>
                <a:ext cx="196560" cy="398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C4A1162-FFEA-7066-C921-CB1EE9261CD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2284920" y="2330208"/>
                  <a:ext cx="21420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28060A5-A6A5-492E-8E6F-DA57AE9611AA}"/>
                    </a:ext>
                  </a:extLst>
                </p14:cNvPr>
                <p14:cNvContentPartPr/>
                <p14:nvPr/>
              </p14:nvContentPartPr>
              <p14:xfrm>
                <a:off x="2302560" y="2465208"/>
                <a:ext cx="246600" cy="150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28060A5-A6A5-492E-8E6F-DA57AE9611AA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2293560" y="2456208"/>
                  <a:ext cx="2642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753CC80-8A3C-E1F5-0EFE-EDC8E74F3DA5}"/>
                    </a:ext>
                  </a:extLst>
                </p14:cNvPr>
                <p14:cNvContentPartPr/>
                <p14:nvPr/>
              </p14:nvContentPartPr>
              <p14:xfrm>
                <a:off x="2595600" y="2474208"/>
                <a:ext cx="245880" cy="93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753CC80-8A3C-E1F5-0EFE-EDC8E74F3DA5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2586600" y="2465208"/>
                  <a:ext cx="2635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5D1AA0B-E7C8-0CA9-1010-FB237D7EE892}"/>
                    </a:ext>
                  </a:extLst>
                </p14:cNvPr>
                <p14:cNvContentPartPr/>
                <p14:nvPr/>
              </p14:nvContentPartPr>
              <p14:xfrm>
                <a:off x="2977920" y="2293488"/>
                <a:ext cx="75960" cy="177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5D1AA0B-E7C8-0CA9-1010-FB237D7EE89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2968920" y="2284848"/>
                  <a:ext cx="936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C6566F8-6151-6B8C-3C0B-5E0061890AB4}"/>
                    </a:ext>
                  </a:extLst>
                </p14:cNvPr>
                <p14:cNvContentPartPr/>
                <p14:nvPr/>
              </p14:nvContentPartPr>
              <p14:xfrm>
                <a:off x="2958120" y="2345688"/>
                <a:ext cx="132120" cy="34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C6566F8-6151-6B8C-3C0B-5E0061890AB4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2949480" y="2336688"/>
                  <a:ext cx="1497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030C072-CB66-8F40-C7E4-0010228F5229}"/>
                    </a:ext>
                  </a:extLst>
                </p14:cNvPr>
                <p14:cNvContentPartPr/>
                <p14:nvPr/>
              </p14:nvContentPartPr>
              <p14:xfrm>
                <a:off x="2355840" y="2872008"/>
                <a:ext cx="225000" cy="155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030C072-CB66-8F40-C7E4-0010228F5229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346840" y="2863008"/>
                  <a:ext cx="2426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91BC3E6-C629-CC2B-EAB2-B191C6B1F187}"/>
                    </a:ext>
                  </a:extLst>
                </p14:cNvPr>
                <p14:cNvContentPartPr/>
                <p14:nvPr/>
              </p14:nvContentPartPr>
              <p14:xfrm>
                <a:off x="2680200" y="2819448"/>
                <a:ext cx="119880" cy="79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91BC3E6-C629-CC2B-EAB2-B191C6B1F187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671560" y="2810808"/>
                  <a:ext cx="1375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DE81062-BD57-5384-8780-B74B112A7D36}"/>
                    </a:ext>
                  </a:extLst>
                </p14:cNvPr>
                <p14:cNvContentPartPr/>
                <p14:nvPr/>
              </p14:nvContentPartPr>
              <p14:xfrm>
                <a:off x="2855880" y="2747808"/>
                <a:ext cx="81000" cy="144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DE81062-BD57-5384-8780-B74B112A7D36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2847240" y="2739168"/>
                  <a:ext cx="9864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F3B285D-3A09-AF9C-04B5-E4B4B18F765B}"/>
              </a:ext>
            </a:extLst>
          </p:cNvPr>
          <p:cNvGrpSpPr/>
          <p:nvPr/>
        </p:nvGrpSpPr>
        <p:grpSpPr>
          <a:xfrm>
            <a:off x="3263040" y="2036808"/>
            <a:ext cx="1321920" cy="764280"/>
            <a:chOff x="3263040" y="2036808"/>
            <a:chExt cx="1321920" cy="76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5C005BF-087A-AF01-695C-6C6723D1C075}"/>
                    </a:ext>
                  </a:extLst>
                </p14:cNvPr>
                <p14:cNvContentPartPr/>
                <p14:nvPr/>
              </p14:nvContentPartPr>
              <p14:xfrm>
                <a:off x="3263040" y="2307528"/>
                <a:ext cx="119880" cy="21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5C005BF-087A-AF01-695C-6C6723D1C075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3254400" y="2298528"/>
                  <a:ext cx="137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DEF8965-14FC-3E38-1D51-E41B2B642712}"/>
                    </a:ext>
                  </a:extLst>
                </p14:cNvPr>
                <p14:cNvContentPartPr/>
                <p14:nvPr/>
              </p14:nvContentPartPr>
              <p14:xfrm>
                <a:off x="3265560" y="2342448"/>
                <a:ext cx="161280" cy="54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DEF8965-14FC-3E38-1D51-E41B2B642712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3256560" y="2333448"/>
                  <a:ext cx="1789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935505D-067F-1C0F-68F1-24C691F6A4FF}"/>
                    </a:ext>
                  </a:extLst>
                </p14:cNvPr>
                <p14:cNvContentPartPr/>
                <p14:nvPr/>
              </p14:nvContentPartPr>
              <p14:xfrm>
                <a:off x="3616560" y="2138328"/>
                <a:ext cx="27360" cy="214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935505D-067F-1C0F-68F1-24C691F6A4FF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3607920" y="2129688"/>
                  <a:ext cx="45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0817D20-10D8-2196-51ED-BB0A7FC1DF53}"/>
                    </a:ext>
                  </a:extLst>
                </p14:cNvPr>
                <p14:cNvContentPartPr/>
                <p14:nvPr/>
              </p14:nvContentPartPr>
              <p14:xfrm>
                <a:off x="3575160" y="2247408"/>
                <a:ext cx="250200" cy="48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0817D20-10D8-2196-51ED-BB0A7FC1DF53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566520" y="2238408"/>
                  <a:ext cx="267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87E495D-0B3E-9305-13B1-EF7475DE37F1}"/>
                    </a:ext>
                  </a:extLst>
                </p14:cNvPr>
                <p14:cNvContentPartPr/>
                <p14:nvPr/>
              </p14:nvContentPartPr>
              <p14:xfrm>
                <a:off x="3880080" y="2215368"/>
                <a:ext cx="251640" cy="49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87E495D-0B3E-9305-13B1-EF7475DE37F1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871080" y="2206728"/>
                  <a:ext cx="2692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47D33A5-8A4A-81DF-D812-B0B5BE4BE2BA}"/>
                    </a:ext>
                  </a:extLst>
                </p14:cNvPr>
                <p14:cNvContentPartPr/>
                <p14:nvPr/>
              </p14:nvContentPartPr>
              <p14:xfrm>
                <a:off x="4194360" y="2179728"/>
                <a:ext cx="12600" cy="210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47D33A5-8A4A-81DF-D812-B0B5BE4BE2BA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185720" y="2171088"/>
                  <a:ext cx="30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3779655-7BEA-77D2-1A87-6C1830DE3085}"/>
                    </a:ext>
                  </a:extLst>
                </p14:cNvPr>
                <p14:cNvContentPartPr/>
                <p14:nvPr/>
              </p14:nvContentPartPr>
              <p14:xfrm>
                <a:off x="4231080" y="2115288"/>
                <a:ext cx="41760" cy="102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3779655-7BEA-77D2-1A87-6C1830DE308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222080" y="2106288"/>
                  <a:ext cx="594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41AFC43-0343-FD73-F5E0-5100EC1663D8}"/>
                    </a:ext>
                  </a:extLst>
                </p14:cNvPr>
                <p14:cNvContentPartPr/>
                <p14:nvPr/>
              </p14:nvContentPartPr>
              <p14:xfrm>
                <a:off x="4423680" y="2036808"/>
                <a:ext cx="19800" cy="57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41AFC43-0343-FD73-F5E0-5100EC1663D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415040" y="2027808"/>
                  <a:ext cx="374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C0F5A14-1DBB-CAAD-DBB1-2A3676E424FC}"/>
                    </a:ext>
                  </a:extLst>
                </p14:cNvPr>
                <p14:cNvContentPartPr/>
                <p14:nvPr/>
              </p14:nvContentPartPr>
              <p14:xfrm>
                <a:off x="4375080" y="2162088"/>
                <a:ext cx="119880" cy="176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C0F5A14-1DBB-CAAD-DBB1-2A3676E424F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366080" y="2153088"/>
                  <a:ext cx="137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3CA8219-F261-ECC2-D9DD-DE75F5D3B2F6}"/>
                    </a:ext>
                  </a:extLst>
                </p14:cNvPr>
                <p14:cNvContentPartPr/>
                <p14:nvPr/>
              </p14:nvContentPartPr>
              <p14:xfrm>
                <a:off x="3304440" y="2635128"/>
                <a:ext cx="119880" cy="26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3CA8219-F261-ECC2-D9DD-DE75F5D3B2F6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3295800" y="2626128"/>
                  <a:ext cx="1375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9A40313-AC6C-9721-52EE-1ED97A5379BC}"/>
                    </a:ext>
                  </a:extLst>
                </p14:cNvPr>
                <p14:cNvContentPartPr/>
                <p14:nvPr/>
              </p14:nvContentPartPr>
              <p14:xfrm>
                <a:off x="3333960" y="2670048"/>
                <a:ext cx="110160" cy="41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9A40313-AC6C-9721-52EE-1ED97A5379BC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324960" y="2661048"/>
                  <a:ext cx="127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8C4AB0D-FBE7-A906-0F06-A6945CDDD6CD}"/>
                    </a:ext>
                  </a:extLst>
                </p14:cNvPr>
                <p14:cNvContentPartPr/>
                <p14:nvPr/>
              </p14:nvContentPartPr>
              <p14:xfrm>
                <a:off x="3699360" y="2472408"/>
                <a:ext cx="24840" cy="231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8C4AB0D-FBE7-A906-0F06-A6945CDDD6CD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690720" y="2463768"/>
                  <a:ext cx="424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A978E5F-BB14-11AF-05A4-0DFF825ED7E7}"/>
                    </a:ext>
                  </a:extLst>
                </p14:cNvPr>
                <p14:cNvContentPartPr/>
                <p14:nvPr/>
              </p14:nvContentPartPr>
              <p14:xfrm>
                <a:off x="3675240" y="2558448"/>
                <a:ext cx="195840" cy="84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A978E5F-BB14-11AF-05A4-0DFF825ED7E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3666240" y="2549808"/>
                  <a:ext cx="2134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BB1F253-491A-9721-F16E-BFED97B9F22F}"/>
                    </a:ext>
                  </a:extLst>
                </p14:cNvPr>
                <p14:cNvContentPartPr/>
                <p14:nvPr/>
              </p14:nvContentPartPr>
              <p14:xfrm>
                <a:off x="3965400" y="2568888"/>
                <a:ext cx="271080" cy="67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BB1F253-491A-9721-F16E-BFED97B9F22F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956400" y="2559888"/>
                  <a:ext cx="2887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D40FF6A-CDE1-5A94-82A5-A4DF90A7382E}"/>
                    </a:ext>
                  </a:extLst>
                </p14:cNvPr>
                <p14:cNvContentPartPr/>
                <p14:nvPr/>
              </p14:nvContentPartPr>
              <p14:xfrm>
                <a:off x="4311360" y="2553768"/>
                <a:ext cx="39600" cy="247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D40FF6A-CDE1-5A94-82A5-A4DF90A7382E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302720" y="2544768"/>
                  <a:ext cx="572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C2FC714-AE2E-E1FC-F021-AA0C85C774FA}"/>
                    </a:ext>
                  </a:extLst>
                </p14:cNvPr>
                <p14:cNvContentPartPr/>
                <p14:nvPr/>
              </p14:nvContentPartPr>
              <p14:xfrm>
                <a:off x="4299120" y="2507688"/>
                <a:ext cx="76680" cy="114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C2FC714-AE2E-E1FC-F021-AA0C85C774FA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290480" y="2498688"/>
                  <a:ext cx="943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5733950-8C0B-EF3D-D1FA-9BAF9C9038FF}"/>
                    </a:ext>
                  </a:extLst>
                </p14:cNvPr>
                <p14:cNvContentPartPr/>
                <p14:nvPr/>
              </p14:nvContentPartPr>
              <p14:xfrm>
                <a:off x="4487040" y="2447928"/>
                <a:ext cx="7560" cy="45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5733950-8C0B-EF3D-D1FA-9BAF9C9038FF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478400" y="2439288"/>
                  <a:ext cx="25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8A49E4F-73D0-DEF7-F655-6F27F6572372}"/>
                    </a:ext>
                  </a:extLst>
                </p14:cNvPr>
                <p14:cNvContentPartPr/>
                <p14:nvPr/>
              </p14:nvContentPartPr>
              <p14:xfrm>
                <a:off x="4521240" y="2553768"/>
                <a:ext cx="63720" cy="171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8A49E4F-73D0-DEF7-F655-6F27F6572372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512240" y="2544768"/>
                  <a:ext cx="81360" cy="18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EBC14B6-E860-8331-0798-C3897080B65A}"/>
                  </a:ext>
                </a:extLst>
              </p14:cNvPr>
              <p14:cNvContentPartPr/>
              <p14:nvPr/>
            </p14:nvContentPartPr>
            <p14:xfrm>
              <a:off x="2731680" y="1734408"/>
              <a:ext cx="436680" cy="1807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EBC14B6-E860-8331-0798-C3897080B65A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2722680" y="1725768"/>
                <a:ext cx="454320" cy="19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0602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A8FC022-05B6-A089-921B-152C47DFFDC4}"/>
                  </a:ext>
                </a:extLst>
              </p14:cNvPr>
              <p14:cNvContentPartPr/>
              <p14:nvPr/>
            </p14:nvContentPartPr>
            <p14:xfrm>
              <a:off x="864360" y="554544"/>
              <a:ext cx="110520" cy="374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A8FC022-05B6-A089-921B-152C47DFFD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5720" y="545904"/>
                <a:ext cx="12816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E70695-F6D0-1286-2317-DD208FF74FFC}"/>
                  </a:ext>
                </a:extLst>
              </p14:cNvPr>
              <p14:cNvContentPartPr/>
              <p14:nvPr/>
            </p14:nvContentPartPr>
            <p14:xfrm>
              <a:off x="788760" y="798624"/>
              <a:ext cx="185760" cy="37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E70695-F6D0-1286-2317-DD208FF74F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0120" y="789624"/>
                <a:ext cx="2034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7DDA4E-629C-682A-3E13-EF9C8F79F5DA}"/>
                  </a:ext>
                </a:extLst>
              </p14:cNvPr>
              <p14:cNvContentPartPr/>
              <p14:nvPr/>
            </p14:nvContentPartPr>
            <p14:xfrm>
              <a:off x="993600" y="710784"/>
              <a:ext cx="39240" cy="122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7DDA4E-629C-682A-3E13-EF9C8F79F5D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4960" y="702144"/>
                <a:ext cx="5688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84BBFA4-B721-82BE-5D2B-CB5FF8AFCD1E}"/>
                  </a:ext>
                </a:extLst>
              </p14:cNvPr>
              <p14:cNvContentPartPr/>
              <p14:nvPr/>
            </p14:nvContentPartPr>
            <p14:xfrm>
              <a:off x="1083240" y="728424"/>
              <a:ext cx="235800" cy="7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84BBFA4-B721-82BE-5D2B-CB5FF8AFCD1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74240" y="719784"/>
                <a:ext cx="2534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5AC3ABA-7F29-23BC-9B98-A11611873EF2}"/>
                  </a:ext>
                </a:extLst>
              </p14:cNvPr>
              <p14:cNvContentPartPr/>
              <p14:nvPr/>
            </p14:nvContentPartPr>
            <p14:xfrm>
              <a:off x="1436040" y="600264"/>
              <a:ext cx="72360" cy="167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5AC3ABA-7F29-23BC-9B98-A11611873EF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27400" y="591264"/>
                <a:ext cx="900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A666CB2-F824-1875-27A7-A730A485F953}"/>
                  </a:ext>
                </a:extLst>
              </p14:cNvPr>
              <p14:cNvContentPartPr/>
              <p14:nvPr/>
            </p14:nvContentPartPr>
            <p14:xfrm>
              <a:off x="1322640" y="681624"/>
              <a:ext cx="209880" cy="28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A666CB2-F824-1875-27A7-A730A485F95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14000" y="672624"/>
                <a:ext cx="2275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5FAB58C-A6A6-F5FE-227B-D5F74C53C458}"/>
                  </a:ext>
                </a:extLst>
              </p14:cNvPr>
              <p14:cNvContentPartPr/>
              <p14:nvPr/>
            </p14:nvContentPartPr>
            <p14:xfrm>
              <a:off x="1157040" y="948384"/>
              <a:ext cx="24840" cy="168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5FAB58C-A6A6-F5FE-227B-D5F74C53C45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48040" y="939744"/>
                <a:ext cx="424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1D8760B-4248-C51D-4C04-C19D8D14CE93}"/>
                  </a:ext>
                </a:extLst>
              </p14:cNvPr>
              <p14:cNvContentPartPr/>
              <p14:nvPr/>
            </p14:nvContentPartPr>
            <p14:xfrm>
              <a:off x="1164240" y="808344"/>
              <a:ext cx="613080" cy="316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1D8760B-4248-C51D-4C04-C19D8D14CE9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55600" y="799704"/>
                <a:ext cx="63072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0AA44C9-7077-68EA-0905-BA3AA384D2B8}"/>
                  </a:ext>
                </a:extLst>
              </p14:cNvPr>
              <p14:cNvContentPartPr/>
              <p14:nvPr/>
            </p14:nvContentPartPr>
            <p14:xfrm>
              <a:off x="839880" y="1410624"/>
              <a:ext cx="236880" cy="133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0AA44C9-7077-68EA-0905-BA3AA384D2B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30880" y="1401624"/>
                <a:ext cx="2545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B570798-F79F-58D7-2872-4C3DA2FB1112}"/>
                  </a:ext>
                </a:extLst>
              </p14:cNvPr>
              <p14:cNvContentPartPr/>
              <p14:nvPr/>
            </p14:nvContentPartPr>
            <p14:xfrm>
              <a:off x="1120320" y="1399104"/>
              <a:ext cx="132120" cy="10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B570798-F79F-58D7-2872-4C3DA2FB111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11680" y="1390104"/>
                <a:ext cx="14976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301C444-DF24-7C5F-3263-9A16F62D3B1F}"/>
                  </a:ext>
                </a:extLst>
              </p14:cNvPr>
              <p14:cNvContentPartPr/>
              <p14:nvPr/>
            </p14:nvContentPartPr>
            <p14:xfrm>
              <a:off x="1327320" y="1351224"/>
              <a:ext cx="78840" cy="124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301C444-DF24-7C5F-3263-9A16F62D3B1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18320" y="1342224"/>
                <a:ext cx="9648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15A5785-6A12-A62B-8562-79C013C5D9DE}"/>
                  </a:ext>
                </a:extLst>
              </p14:cNvPr>
              <p14:cNvContentPartPr/>
              <p14:nvPr/>
            </p14:nvContentPartPr>
            <p14:xfrm>
              <a:off x="1211400" y="1641384"/>
              <a:ext cx="22320" cy="2131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15A5785-6A12-A62B-8562-79C013C5D9D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02400" y="1632384"/>
                <a:ext cx="3996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192337B-1C11-5F99-88A1-5739C6FC17DB}"/>
                  </a:ext>
                </a:extLst>
              </p14:cNvPr>
              <p14:cNvContentPartPr/>
              <p14:nvPr/>
            </p14:nvContentPartPr>
            <p14:xfrm>
              <a:off x="1198800" y="1525104"/>
              <a:ext cx="628920" cy="335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192337B-1C11-5F99-88A1-5739C6FC17D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90160" y="1516104"/>
                <a:ext cx="64656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339B25E-E010-000A-5034-D5C284700B06}"/>
                  </a:ext>
                </a:extLst>
              </p14:cNvPr>
              <p14:cNvContentPartPr/>
              <p14:nvPr/>
            </p14:nvContentPartPr>
            <p14:xfrm>
              <a:off x="4809960" y="861984"/>
              <a:ext cx="36360" cy="2800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339B25E-E010-000A-5034-D5C284700B0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801320" y="852984"/>
                <a:ext cx="5400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4589AB4-4223-2492-1F03-E9D929B6461E}"/>
                  </a:ext>
                </a:extLst>
              </p14:cNvPr>
              <p14:cNvContentPartPr/>
              <p14:nvPr/>
            </p14:nvContentPartPr>
            <p14:xfrm>
              <a:off x="4702680" y="743904"/>
              <a:ext cx="1253160" cy="4262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4589AB4-4223-2492-1F03-E9D929B6461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693680" y="735264"/>
                <a:ext cx="127080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395FB39-AE2F-4FF5-58E6-2C4E8AA4AC2F}"/>
                  </a:ext>
                </a:extLst>
              </p14:cNvPr>
              <p14:cNvContentPartPr/>
              <p14:nvPr/>
            </p14:nvContentPartPr>
            <p14:xfrm>
              <a:off x="5377320" y="826344"/>
              <a:ext cx="95760" cy="2988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395FB39-AE2F-4FF5-58E6-2C4E8AA4AC2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68320" y="817344"/>
                <a:ext cx="11340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87A3557-5CA4-F435-FCBE-615C93C21502}"/>
                  </a:ext>
                </a:extLst>
              </p14:cNvPr>
              <p14:cNvContentPartPr/>
              <p14:nvPr/>
            </p14:nvContentPartPr>
            <p14:xfrm>
              <a:off x="5050440" y="909864"/>
              <a:ext cx="173160" cy="1152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87A3557-5CA4-F435-FCBE-615C93C2150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041800" y="900864"/>
                <a:ext cx="1908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B45DD0F-C7E8-4621-146B-23DA9183603B}"/>
                  </a:ext>
                </a:extLst>
              </p14:cNvPr>
              <p14:cNvContentPartPr/>
              <p14:nvPr/>
            </p14:nvContentPartPr>
            <p14:xfrm>
              <a:off x="5155560" y="938304"/>
              <a:ext cx="27360" cy="1407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B45DD0F-C7E8-4621-146B-23DA9183603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146920" y="929304"/>
                <a:ext cx="4500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8AA2C16-BD68-49D2-A88A-3BC4B41AE520}"/>
                  </a:ext>
                </a:extLst>
              </p14:cNvPr>
              <p14:cNvContentPartPr/>
              <p14:nvPr/>
            </p14:nvContentPartPr>
            <p14:xfrm>
              <a:off x="7047720" y="589464"/>
              <a:ext cx="38880" cy="3798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8AA2C16-BD68-49D2-A88A-3BC4B41AE52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039080" y="580824"/>
                <a:ext cx="5652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490B6C2-1C13-1F42-EE32-EEFB332E1CE0}"/>
                  </a:ext>
                </a:extLst>
              </p14:cNvPr>
              <p14:cNvContentPartPr/>
              <p14:nvPr/>
            </p14:nvContentPartPr>
            <p14:xfrm>
              <a:off x="1666440" y="944064"/>
              <a:ext cx="5243400" cy="7552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490B6C2-1C13-1F42-EE32-EEFB332E1CE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657800" y="935064"/>
                <a:ext cx="5261040" cy="77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28F1F47-960C-1600-6FC5-0F79E09AEAAF}"/>
                  </a:ext>
                </a:extLst>
              </p14:cNvPr>
              <p14:cNvContentPartPr/>
              <p14:nvPr/>
            </p14:nvContentPartPr>
            <p14:xfrm>
              <a:off x="744840" y="2042784"/>
              <a:ext cx="12600" cy="572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28F1F47-960C-1600-6FC5-0F79E09AEAA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36200" y="2034144"/>
                <a:ext cx="3024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71E0540-64EE-566E-57A6-BA2253C16941}"/>
                  </a:ext>
                </a:extLst>
              </p14:cNvPr>
              <p14:cNvContentPartPr/>
              <p14:nvPr/>
            </p14:nvContentPartPr>
            <p14:xfrm>
              <a:off x="6690600" y="752184"/>
              <a:ext cx="133560" cy="145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71E0540-64EE-566E-57A6-BA2253C1694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681960" y="743184"/>
                <a:ext cx="1512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7D06664-F7E0-5BE3-50A7-666C8839CBFB}"/>
                  </a:ext>
                </a:extLst>
              </p14:cNvPr>
              <p14:cNvContentPartPr/>
              <p14:nvPr/>
            </p14:nvContentPartPr>
            <p14:xfrm>
              <a:off x="7246800" y="697464"/>
              <a:ext cx="52560" cy="608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7D06664-F7E0-5BE3-50A7-666C8839CBF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238160" y="688824"/>
                <a:ext cx="7020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A68581A-F5BE-EC5C-A389-8169B997330C}"/>
                  </a:ext>
                </a:extLst>
              </p14:cNvPr>
              <p14:cNvContentPartPr/>
              <p14:nvPr/>
            </p14:nvContentPartPr>
            <p14:xfrm>
              <a:off x="5614200" y="849744"/>
              <a:ext cx="800280" cy="1004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A68581A-F5BE-EC5C-A389-8169B997330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605200" y="840744"/>
                <a:ext cx="8179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81BD73C-3142-CFE0-0F6A-2A63C741F424}"/>
                  </a:ext>
                </a:extLst>
              </p14:cNvPr>
              <p14:cNvContentPartPr/>
              <p14:nvPr/>
            </p14:nvContentPartPr>
            <p14:xfrm>
              <a:off x="6359760" y="765864"/>
              <a:ext cx="93960" cy="1677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81BD73C-3142-CFE0-0F6A-2A63C741F42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351120" y="757224"/>
                <a:ext cx="1116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15CDE67-CE76-A77A-EEE7-BF28DC7BFC51}"/>
                  </a:ext>
                </a:extLst>
              </p14:cNvPr>
              <p14:cNvContentPartPr/>
              <p14:nvPr/>
            </p14:nvContentPartPr>
            <p14:xfrm>
              <a:off x="6456240" y="494424"/>
              <a:ext cx="1008720" cy="4539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15CDE67-CE76-A77A-EEE7-BF28DC7BFC5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447600" y="485424"/>
                <a:ext cx="1026360" cy="4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FBA060D-3900-A5AA-C41A-A888B050A910}"/>
                  </a:ext>
                </a:extLst>
              </p14:cNvPr>
              <p14:cNvContentPartPr/>
              <p14:nvPr/>
            </p14:nvContentPartPr>
            <p14:xfrm>
              <a:off x="9063720" y="1820016"/>
              <a:ext cx="10080" cy="54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FBA060D-3900-A5AA-C41A-A888B050A91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055080" y="1811376"/>
                <a:ext cx="2772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A04CC553-4058-0BA3-BE51-11016A1F8822}"/>
              </a:ext>
            </a:extLst>
          </p:cNvPr>
          <p:cNvGrpSpPr/>
          <p:nvPr/>
        </p:nvGrpSpPr>
        <p:grpSpPr>
          <a:xfrm>
            <a:off x="2346120" y="2144376"/>
            <a:ext cx="368640" cy="287280"/>
            <a:chOff x="2346120" y="2144376"/>
            <a:chExt cx="36864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E615F9E-3041-4109-2267-3706F269E846}"/>
                    </a:ext>
                  </a:extLst>
                </p14:cNvPr>
                <p14:cNvContentPartPr/>
                <p14:nvPr/>
              </p14:nvContentPartPr>
              <p14:xfrm>
                <a:off x="2346120" y="2326536"/>
                <a:ext cx="5400" cy="105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E615F9E-3041-4109-2267-3706F269E84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37480" y="2317536"/>
                  <a:ext cx="23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45832E6-13E9-2419-D531-BB4DBB72FFAD}"/>
                    </a:ext>
                  </a:extLst>
                </p14:cNvPr>
                <p14:cNvContentPartPr/>
                <p14:nvPr/>
              </p14:nvContentPartPr>
              <p14:xfrm>
                <a:off x="2370600" y="2144376"/>
                <a:ext cx="22320" cy="53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45832E6-13E9-2419-D531-BB4DBB72FFA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61960" y="2135736"/>
                  <a:ext cx="39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454D008-EDFE-CABA-1072-206F5FE638C6}"/>
                    </a:ext>
                  </a:extLst>
                </p14:cNvPr>
                <p14:cNvContentPartPr/>
                <p14:nvPr/>
              </p14:nvContentPartPr>
              <p14:xfrm>
                <a:off x="2435760" y="2349216"/>
                <a:ext cx="91440" cy="66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454D008-EDFE-CABA-1072-206F5FE638C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426760" y="2340576"/>
                  <a:ext cx="109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871B76C-C7E4-6AA6-D0FC-B6BC15E18813}"/>
                    </a:ext>
                  </a:extLst>
                </p14:cNvPr>
                <p14:cNvContentPartPr/>
                <p14:nvPr/>
              </p14:nvContentPartPr>
              <p14:xfrm>
                <a:off x="2612160" y="2199096"/>
                <a:ext cx="19800" cy="208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871B76C-C7E4-6AA6-D0FC-B6BC15E1881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603160" y="2190096"/>
                  <a:ext cx="374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E839AD9-1513-0A77-FE26-0B39B6624340}"/>
                    </a:ext>
                  </a:extLst>
                </p14:cNvPr>
                <p14:cNvContentPartPr/>
                <p14:nvPr/>
              </p14:nvContentPartPr>
              <p14:xfrm>
                <a:off x="2543760" y="2283336"/>
                <a:ext cx="171000" cy="9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E839AD9-1513-0A77-FE26-0B39B662434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35120" y="2274696"/>
                  <a:ext cx="18864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822429A-557A-5ACF-C800-E88C16A64564}"/>
              </a:ext>
            </a:extLst>
          </p:cNvPr>
          <p:cNvGrpSpPr/>
          <p:nvPr/>
        </p:nvGrpSpPr>
        <p:grpSpPr>
          <a:xfrm>
            <a:off x="3028680" y="1891656"/>
            <a:ext cx="1814400" cy="665640"/>
            <a:chOff x="3028680" y="1891656"/>
            <a:chExt cx="1814400" cy="66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DB9C25A-E56A-38F2-FFC0-1F0E122B73CB}"/>
                    </a:ext>
                  </a:extLst>
                </p14:cNvPr>
                <p14:cNvContentPartPr/>
                <p14:nvPr/>
              </p14:nvContentPartPr>
              <p14:xfrm>
                <a:off x="3028680" y="2102256"/>
                <a:ext cx="212400" cy="259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DB9C25A-E56A-38F2-FFC0-1F0E122B73C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020040" y="2093616"/>
                  <a:ext cx="2300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56C4B2A-FDE8-ED24-1B7C-56F53BE9A823}"/>
                    </a:ext>
                  </a:extLst>
                </p14:cNvPr>
                <p14:cNvContentPartPr/>
                <p14:nvPr/>
              </p14:nvContentPartPr>
              <p14:xfrm>
                <a:off x="3268080" y="2247696"/>
                <a:ext cx="158760" cy="55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56C4B2A-FDE8-ED24-1B7C-56F53BE9A82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59080" y="2238696"/>
                  <a:ext cx="176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1ABF7E1-F739-A143-F5F7-0371D97EC213}"/>
                    </a:ext>
                  </a:extLst>
                </p14:cNvPr>
                <p14:cNvContentPartPr/>
                <p14:nvPr/>
              </p14:nvContentPartPr>
              <p14:xfrm>
                <a:off x="3314160" y="2214936"/>
                <a:ext cx="249120" cy="342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1ABF7E1-F739-A143-F5F7-0371D97EC21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05520" y="2206296"/>
                  <a:ext cx="2667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A4053BE-786F-CC3E-D0B4-C6323234704E}"/>
                    </a:ext>
                  </a:extLst>
                </p14:cNvPr>
                <p14:cNvContentPartPr/>
                <p14:nvPr/>
              </p14:nvContentPartPr>
              <p14:xfrm>
                <a:off x="3594600" y="2238336"/>
                <a:ext cx="144360" cy="63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A4053BE-786F-CC3E-D0B4-C6323234704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85960" y="2229336"/>
                  <a:ext cx="1620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16FF93B-3F73-01C4-F8FC-EF1089E9DD56}"/>
                    </a:ext>
                  </a:extLst>
                </p14:cNvPr>
                <p14:cNvContentPartPr/>
                <p14:nvPr/>
              </p14:nvContentPartPr>
              <p14:xfrm>
                <a:off x="3760560" y="2191176"/>
                <a:ext cx="322200" cy="84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16FF93B-3F73-01C4-F8FC-EF1089E9DD5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1560" y="2182536"/>
                  <a:ext cx="3398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599CAFC-66AA-EC52-C748-D21883FE9426}"/>
                    </a:ext>
                  </a:extLst>
                </p14:cNvPr>
                <p14:cNvContentPartPr/>
                <p14:nvPr/>
              </p14:nvContentPartPr>
              <p14:xfrm>
                <a:off x="4106880" y="2156256"/>
                <a:ext cx="212400" cy="103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599CAFC-66AA-EC52-C748-D21883FE942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97880" y="2147616"/>
                  <a:ext cx="230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772FF26-281A-120E-C5FD-9FD5111AFBFE}"/>
                    </a:ext>
                  </a:extLst>
                </p14:cNvPr>
                <p14:cNvContentPartPr/>
                <p14:nvPr/>
              </p14:nvContentPartPr>
              <p14:xfrm>
                <a:off x="4419000" y="1925136"/>
                <a:ext cx="190440" cy="311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772FF26-281A-120E-C5FD-9FD5111AFBF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10000" y="1916136"/>
                  <a:ext cx="2080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1FE052A-BA03-D331-ED66-6C01B6F995DC}"/>
                    </a:ext>
                  </a:extLst>
                </p14:cNvPr>
                <p14:cNvContentPartPr/>
                <p14:nvPr/>
              </p14:nvContentPartPr>
              <p14:xfrm>
                <a:off x="4743000" y="1891656"/>
                <a:ext cx="100080" cy="291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1FE052A-BA03-D331-ED66-6C01B6F995D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34360" y="1883016"/>
                  <a:ext cx="117720" cy="30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7343122-9A52-4ABE-08CD-9F929F088536}"/>
                  </a:ext>
                </a:extLst>
              </p14:cNvPr>
              <p14:cNvContentPartPr/>
              <p14:nvPr/>
            </p14:nvContentPartPr>
            <p14:xfrm>
              <a:off x="5290200" y="1811016"/>
              <a:ext cx="188640" cy="4780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7343122-9A52-4ABE-08CD-9F929F08853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281200" y="1802016"/>
                <a:ext cx="206280" cy="49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5E7ABA92-47F3-B2DC-FEB4-44590F881DAF}"/>
              </a:ext>
            </a:extLst>
          </p:cNvPr>
          <p:cNvGrpSpPr/>
          <p:nvPr/>
        </p:nvGrpSpPr>
        <p:grpSpPr>
          <a:xfrm>
            <a:off x="3189960" y="2613456"/>
            <a:ext cx="429480" cy="262080"/>
            <a:chOff x="3189960" y="2613456"/>
            <a:chExt cx="42948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481C88C-AB90-11D9-3B8D-4EE8345E268A}"/>
                    </a:ext>
                  </a:extLst>
                </p14:cNvPr>
                <p14:cNvContentPartPr/>
                <p14:nvPr/>
              </p14:nvContentPartPr>
              <p14:xfrm>
                <a:off x="3189960" y="2773656"/>
                <a:ext cx="9000" cy="101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481C88C-AB90-11D9-3B8D-4EE8345E268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80960" y="2764656"/>
                  <a:ext cx="266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CB8A65B-2BFF-3791-5E0F-9FA4A48E13C9}"/>
                    </a:ext>
                  </a:extLst>
                </p14:cNvPr>
                <p14:cNvContentPartPr/>
                <p14:nvPr/>
              </p14:nvContentPartPr>
              <p14:xfrm>
                <a:off x="3216600" y="2613456"/>
                <a:ext cx="29520" cy="66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CB8A65B-2BFF-3791-5E0F-9FA4A48E13C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207960" y="2604456"/>
                  <a:ext cx="471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08BB992-67C5-DCF3-55B7-AA4238BDC739}"/>
                    </a:ext>
                  </a:extLst>
                </p14:cNvPr>
                <p14:cNvContentPartPr/>
                <p14:nvPr/>
              </p14:nvContentPartPr>
              <p14:xfrm>
                <a:off x="3316680" y="2794536"/>
                <a:ext cx="97920" cy="24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08BB992-67C5-DCF3-55B7-AA4238BDC73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308040" y="2785896"/>
                  <a:ext cx="115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24BB8BB-E2F7-7E6C-5441-B8B8208E0859}"/>
                    </a:ext>
                  </a:extLst>
                </p14:cNvPr>
                <p14:cNvContentPartPr/>
                <p14:nvPr/>
              </p14:nvContentPartPr>
              <p14:xfrm>
                <a:off x="3519000" y="2660616"/>
                <a:ext cx="27360" cy="146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24BB8BB-E2F7-7E6C-5441-B8B8208E085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10360" y="2651616"/>
                  <a:ext cx="45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7426F33-87FD-15B1-B5EE-9622151FD915}"/>
                    </a:ext>
                  </a:extLst>
                </p14:cNvPr>
                <p14:cNvContentPartPr/>
                <p14:nvPr/>
              </p14:nvContentPartPr>
              <p14:xfrm>
                <a:off x="3453120" y="2721456"/>
                <a:ext cx="166320" cy="20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7426F33-87FD-15B1-B5EE-9622151FD91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444480" y="2712816"/>
                  <a:ext cx="18396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7B3D211-21C6-D747-33A4-84F32773A13D}"/>
              </a:ext>
            </a:extLst>
          </p:cNvPr>
          <p:cNvGrpSpPr/>
          <p:nvPr/>
        </p:nvGrpSpPr>
        <p:grpSpPr>
          <a:xfrm>
            <a:off x="3872520" y="2461896"/>
            <a:ext cx="453960" cy="306000"/>
            <a:chOff x="3872520" y="2461896"/>
            <a:chExt cx="45396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FF221D9-C05D-235B-1368-EE0B79B3333F}"/>
                    </a:ext>
                  </a:extLst>
                </p14:cNvPr>
                <p14:cNvContentPartPr/>
                <p14:nvPr/>
              </p14:nvContentPartPr>
              <p14:xfrm>
                <a:off x="3872520" y="2657736"/>
                <a:ext cx="146520" cy="110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FF221D9-C05D-235B-1368-EE0B79B3333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863880" y="2648736"/>
                  <a:ext cx="164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8418D43-B6CE-0E43-B2B9-C2D23903BC82}"/>
                    </a:ext>
                  </a:extLst>
                </p14:cNvPr>
                <p14:cNvContentPartPr/>
                <p14:nvPr/>
              </p14:nvContentPartPr>
              <p14:xfrm>
                <a:off x="4043160" y="2461896"/>
                <a:ext cx="283320" cy="265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8418D43-B6CE-0E43-B2B9-C2D23903BC8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34160" y="2453256"/>
                  <a:ext cx="30096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20B8190-AAA7-5ED8-FCDB-B4CD7984B817}"/>
              </a:ext>
            </a:extLst>
          </p:cNvPr>
          <p:cNvGrpSpPr/>
          <p:nvPr/>
        </p:nvGrpSpPr>
        <p:grpSpPr>
          <a:xfrm>
            <a:off x="4565160" y="2564496"/>
            <a:ext cx="136800" cy="85680"/>
            <a:chOff x="4565160" y="2564496"/>
            <a:chExt cx="136800" cy="8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1B26636-5189-1C39-0E23-1789E4C6A466}"/>
                    </a:ext>
                  </a:extLst>
                </p14:cNvPr>
                <p14:cNvContentPartPr/>
                <p14:nvPr/>
              </p14:nvContentPartPr>
              <p14:xfrm>
                <a:off x="4565160" y="2564496"/>
                <a:ext cx="136800" cy="9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1B26636-5189-1C39-0E23-1789E4C6A46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556160" y="2555856"/>
                  <a:ext cx="1544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C39C356-388F-D291-277F-3411B7039B3E}"/>
                    </a:ext>
                  </a:extLst>
                </p14:cNvPr>
                <p14:cNvContentPartPr/>
                <p14:nvPr/>
              </p14:nvContentPartPr>
              <p14:xfrm>
                <a:off x="4577400" y="2632896"/>
                <a:ext cx="122400" cy="17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C39C356-388F-D291-277F-3411B7039B3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68400" y="2624256"/>
                  <a:ext cx="14004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22B36BF-8AC3-D542-F8E2-8EBFB1B47063}"/>
              </a:ext>
            </a:extLst>
          </p:cNvPr>
          <p:cNvGrpSpPr/>
          <p:nvPr/>
        </p:nvGrpSpPr>
        <p:grpSpPr>
          <a:xfrm>
            <a:off x="4982040" y="2379456"/>
            <a:ext cx="666360" cy="335880"/>
            <a:chOff x="4982040" y="2379456"/>
            <a:chExt cx="666360" cy="33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C8194DE-2467-EEA1-B5F6-D651FDA62C5B}"/>
                    </a:ext>
                  </a:extLst>
                </p14:cNvPr>
                <p14:cNvContentPartPr/>
                <p14:nvPr/>
              </p14:nvContentPartPr>
              <p14:xfrm>
                <a:off x="5028480" y="2379456"/>
                <a:ext cx="200160" cy="335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C8194DE-2467-EEA1-B5F6-D651FDA62C5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19480" y="2370456"/>
                  <a:ext cx="2178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B66A82B-7A37-9056-8E0E-53632E643F48}"/>
                    </a:ext>
                  </a:extLst>
                </p14:cNvPr>
                <p14:cNvContentPartPr/>
                <p14:nvPr/>
              </p14:nvContentPartPr>
              <p14:xfrm>
                <a:off x="4982040" y="2490696"/>
                <a:ext cx="300240" cy="118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B66A82B-7A37-9056-8E0E-53632E643F4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973400" y="2481696"/>
                  <a:ext cx="3178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76DEAA4-700D-E58F-5BBC-83AB40165011}"/>
                    </a:ext>
                  </a:extLst>
                </p14:cNvPr>
                <p14:cNvContentPartPr/>
                <p14:nvPr/>
              </p14:nvContentPartPr>
              <p14:xfrm>
                <a:off x="5332320" y="2488536"/>
                <a:ext cx="316080" cy="98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76DEAA4-700D-E58F-5BBC-83AB4016501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23320" y="2479536"/>
                  <a:ext cx="33372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EE69508-9F46-29CC-6352-CCA45B6D1289}"/>
              </a:ext>
            </a:extLst>
          </p:cNvPr>
          <p:cNvGrpSpPr/>
          <p:nvPr/>
        </p:nvGrpSpPr>
        <p:grpSpPr>
          <a:xfrm>
            <a:off x="3141000" y="3042576"/>
            <a:ext cx="836640" cy="437040"/>
            <a:chOff x="3141000" y="3042576"/>
            <a:chExt cx="836640" cy="43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2A9764E-261D-A892-F2D9-354D4C6823E4}"/>
                    </a:ext>
                  </a:extLst>
                </p14:cNvPr>
                <p14:cNvContentPartPr/>
                <p14:nvPr/>
              </p14:nvContentPartPr>
              <p14:xfrm>
                <a:off x="3195720" y="3042576"/>
                <a:ext cx="136080" cy="437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2A9764E-261D-A892-F2D9-354D4C6823E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87080" y="3033936"/>
                  <a:ext cx="15372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A91CDE0-EA3F-9C17-2AF9-69E3025B0C9B}"/>
                    </a:ext>
                  </a:extLst>
                </p14:cNvPr>
                <p14:cNvContentPartPr/>
                <p14:nvPr/>
              </p14:nvContentPartPr>
              <p14:xfrm>
                <a:off x="3141000" y="3218976"/>
                <a:ext cx="290520" cy="150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A91CDE0-EA3F-9C17-2AF9-69E3025B0C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132360" y="3210336"/>
                  <a:ext cx="308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6DDB837-C980-F72E-4FCA-92208ABB6D2B}"/>
                    </a:ext>
                  </a:extLst>
                </p14:cNvPr>
                <p14:cNvContentPartPr/>
                <p14:nvPr/>
              </p14:nvContentPartPr>
              <p14:xfrm>
                <a:off x="3467880" y="3238416"/>
                <a:ext cx="293040" cy="84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6DDB837-C980-F72E-4FCA-92208ABB6D2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59240" y="3229776"/>
                  <a:ext cx="310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E9EFE09-AE6B-ED60-6985-3A5CF9FD2979}"/>
                    </a:ext>
                  </a:extLst>
                </p14:cNvPr>
                <p14:cNvContentPartPr/>
                <p14:nvPr/>
              </p14:nvContentPartPr>
              <p14:xfrm>
                <a:off x="3823560" y="3087216"/>
                <a:ext cx="81000" cy="199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E9EFE09-AE6B-ED60-6985-3A5CF9FD297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14920" y="3078576"/>
                  <a:ext cx="98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2C0E7C1-3697-4DA0-7BBD-BC9C0D0A7C87}"/>
                    </a:ext>
                  </a:extLst>
                </p14:cNvPr>
                <p14:cNvContentPartPr/>
                <p14:nvPr/>
              </p14:nvContentPartPr>
              <p14:xfrm>
                <a:off x="3809160" y="3150576"/>
                <a:ext cx="168480" cy="15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2C0E7C1-3697-4DA0-7BBD-BC9C0D0A7C8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00520" y="3141936"/>
                  <a:ext cx="18612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4627162-3154-D8A4-8E7A-0044CF9B6542}"/>
              </a:ext>
            </a:extLst>
          </p:cNvPr>
          <p:cNvGrpSpPr/>
          <p:nvPr/>
        </p:nvGrpSpPr>
        <p:grpSpPr>
          <a:xfrm>
            <a:off x="4187160" y="3124656"/>
            <a:ext cx="173520" cy="55440"/>
            <a:chOff x="4187160" y="3124656"/>
            <a:chExt cx="173520" cy="5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30FB793-3521-402E-0311-A6394E693AE6}"/>
                    </a:ext>
                  </a:extLst>
                </p14:cNvPr>
                <p14:cNvContentPartPr/>
                <p14:nvPr/>
              </p14:nvContentPartPr>
              <p14:xfrm>
                <a:off x="4187160" y="3124656"/>
                <a:ext cx="119880" cy="15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30FB793-3521-402E-0311-A6394E693AE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78520" y="3115656"/>
                  <a:ext cx="1375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B448C17-8719-5461-EDAD-BCD49B8EE66D}"/>
                    </a:ext>
                  </a:extLst>
                </p14:cNvPr>
                <p14:cNvContentPartPr/>
                <p14:nvPr/>
              </p14:nvContentPartPr>
              <p14:xfrm>
                <a:off x="4216320" y="3141576"/>
                <a:ext cx="144360" cy="38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B448C17-8719-5461-EDAD-BCD49B8EE66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07680" y="3132936"/>
                  <a:ext cx="16200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2DB1EA1-09EC-EA8A-F745-C024EA5FEBA6}"/>
              </a:ext>
            </a:extLst>
          </p:cNvPr>
          <p:cNvGrpSpPr/>
          <p:nvPr/>
        </p:nvGrpSpPr>
        <p:grpSpPr>
          <a:xfrm>
            <a:off x="4574880" y="2802096"/>
            <a:ext cx="809640" cy="442440"/>
            <a:chOff x="4574880" y="2802096"/>
            <a:chExt cx="809640" cy="4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3E2B4CE-F498-AB7E-2EFA-FB730BED1DD8}"/>
                    </a:ext>
                  </a:extLst>
                </p14:cNvPr>
                <p14:cNvContentPartPr/>
                <p14:nvPr/>
              </p14:nvContentPartPr>
              <p14:xfrm>
                <a:off x="4582080" y="2802096"/>
                <a:ext cx="190440" cy="442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3E2B4CE-F498-AB7E-2EFA-FB730BED1DD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73440" y="2793096"/>
                  <a:ext cx="20808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9FA7E0D-470A-D22A-1756-8C48DF9FE0C2}"/>
                    </a:ext>
                  </a:extLst>
                </p14:cNvPr>
                <p14:cNvContentPartPr/>
                <p14:nvPr/>
              </p14:nvContentPartPr>
              <p14:xfrm>
                <a:off x="4574880" y="3035376"/>
                <a:ext cx="300240" cy="109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9FA7E0D-470A-D22A-1756-8C48DF9FE0C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565880" y="3026376"/>
                  <a:ext cx="3178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873FC0A-1420-0EA4-A3BF-C2A7F3F43FCC}"/>
                    </a:ext>
                  </a:extLst>
                </p14:cNvPr>
                <p14:cNvContentPartPr/>
                <p14:nvPr/>
              </p14:nvContentPartPr>
              <p14:xfrm>
                <a:off x="4872240" y="3016656"/>
                <a:ext cx="256680" cy="95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873FC0A-1420-0EA4-A3BF-C2A7F3F43FC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863240" y="3008016"/>
                  <a:ext cx="2743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430524F-6DBC-B614-1DC7-A26B29C7E5FF}"/>
                    </a:ext>
                  </a:extLst>
                </p14:cNvPr>
                <p14:cNvContentPartPr/>
                <p14:nvPr/>
              </p14:nvContentPartPr>
              <p14:xfrm>
                <a:off x="5205240" y="2824776"/>
                <a:ext cx="91800" cy="236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430524F-6DBC-B614-1DC7-A26B29C7E5F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196600" y="2815776"/>
                  <a:ext cx="1094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6B90988-4E30-DDAE-6595-92877FBCDD4A}"/>
                    </a:ext>
                  </a:extLst>
                </p14:cNvPr>
                <p14:cNvContentPartPr/>
                <p14:nvPr/>
              </p14:nvContentPartPr>
              <p14:xfrm>
                <a:off x="5148000" y="2914776"/>
                <a:ext cx="173520" cy="11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6B90988-4E30-DDAE-6595-92877FBCDD4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39000" y="2906136"/>
                  <a:ext cx="191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6F972B5-BB6D-ACC3-F99D-6ED333DC2AB2}"/>
                    </a:ext>
                  </a:extLst>
                </p14:cNvPr>
                <p14:cNvContentPartPr/>
                <p14:nvPr/>
              </p14:nvContentPartPr>
              <p14:xfrm>
                <a:off x="5376960" y="2983896"/>
                <a:ext cx="7560" cy="35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6F972B5-BB6D-ACC3-F99D-6ED333DC2AB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368320" y="2975256"/>
                  <a:ext cx="2520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FFF97D7-18B3-CBDC-E4C2-F9E2B9A56D3D}"/>
              </a:ext>
            </a:extLst>
          </p:cNvPr>
          <p:cNvGrpSpPr/>
          <p:nvPr/>
        </p:nvGrpSpPr>
        <p:grpSpPr>
          <a:xfrm>
            <a:off x="5618520" y="2061576"/>
            <a:ext cx="2082600" cy="1034280"/>
            <a:chOff x="5618520" y="2061576"/>
            <a:chExt cx="2082600" cy="103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8C4E7D6-70FE-DA3E-E2EE-16CDB111F161}"/>
                    </a:ext>
                  </a:extLst>
                </p14:cNvPr>
                <p14:cNvContentPartPr/>
                <p14:nvPr/>
              </p14:nvContentPartPr>
              <p14:xfrm>
                <a:off x="5698800" y="2321136"/>
                <a:ext cx="70920" cy="213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8C4E7D6-70FE-DA3E-E2EE-16CDB111F16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690160" y="2312136"/>
                  <a:ext cx="885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5E7B9E7-1C03-23DA-370E-429850CF3F29}"/>
                    </a:ext>
                  </a:extLst>
                </p14:cNvPr>
                <p14:cNvContentPartPr/>
                <p14:nvPr/>
              </p14:nvContentPartPr>
              <p14:xfrm>
                <a:off x="5618520" y="2438856"/>
                <a:ext cx="154080" cy="7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5E7B9E7-1C03-23DA-370E-429850CF3F2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609520" y="2429856"/>
                  <a:ext cx="171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1B74F90-E07D-15E4-4953-EA8208775A5C}"/>
                    </a:ext>
                  </a:extLst>
                </p14:cNvPr>
                <p14:cNvContentPartPr/>
                <p14:nvPr/>
              </p14:nvContentPartPr>
              <p14:xfrm>
                <a:off x="5840280" y="2484216"/>
                <a:ext cx="39240" cy="4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1B74F90-E07D-15E4-4953-EA8208775A5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831640" y="2475216"/>
                  <a:ext cx="568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36E0F7A-C72C-CA87-F379-3E99F33360DF}"/>
                    </a:ext>
                  </a:extLst>
                </p14:cNvPr>
                <p14:cNvContentPartPr/>
                <p14:nvPr/>
              </p14:nvContentPartPr>
              <p14:xfrm>
                <a:off x="5938200" y="2416536"/>
                <a:ext cx="226800" cy="199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36E0F7A-C72C-CA87-F379-3E99F33360D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929560" y="2407536"/>
                  <a:ext cx="2444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81405C8-C45B-FA98-84EE-3B0FF437D757}"/>
                    </a:ext>
                  </a:extLst>
                </p14:cNvPr>
                <p14:cNvContentPartPr/>
                <p14:nvPr/>
              </p14:nvContentPartPr>
              <p14:xfrm>
                <a:off x="6278400" y="2230776"/>
                <a:ext cx="83880" cy="205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81405C8-C45B-FA98-84EE-3B0FF437D75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69760" y="2221776"/>
                  <a:ext cx="1015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433D249-0983-0F1D-43EA-0DAFC8C63B4A}"/>
                    </a:ext>
                  </a:extLst>
                </p14:cNvPr>
                <p14:cNvContentPartPr/>
                <p14:nvPr/>
              </p14:nvContentPartPr>
              <p14:xfrm>
                <a:off x="6228000" y="2311056"/>
                <a:ext cx="190440" cy="52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433D249-0983-0F1D-43EA-0DAFC8C63B4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19360" y="2302416"/>
                  <a:ext cx="2080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A01444A-E59B-A455-1AF6-1C7E259043BD}"/>
                    </a:ext>
                  </a:extLst>
                </p14:cNvPr>
                <p14:cNvContentPartPr/>
                <p14:nvPr/>
              </p14:nvContentPartPr>
              <p14:xfrm>
                <a:off x="6540120" y="2212056"/>
                <a:ext cx="17280" cy="119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A01444A-E59B-A455-1AF6-1C7E259043B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531480" y="2203056"/>
                  <a:ext cx="349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5C26855-8651-3411-BBD0-AB15F85DAED0}"/>
                    </a:ext>
                  </a:extLst>
                </p14:cNvPr>
                <p14:cNvContentPartPr/>
                <p14:nvPr/>
              </p14:nvContentPartPr>
              <p14:xfrm>
                <a:off x="6418080" y="2194056"/>
                <a:ext cx="256320" cy="239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5C26855-8651-3411-BBD0-AB15F85DAED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409440" y="2185056"/>
                  <a:ext cx="2739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2146644-9FDA-4C83-CDEE-48844122F55A}"/>
                    </a:ext>
                  </a:extLst>
                </p14:cNvPr>
                <p14:cNvContentPartPr/>
                <p14:nvPr/>
              </p14:nvContentPartPr>
              <p14:xfrm>
                <a:off x="6704280" y="2287656"/>
                <a:ext cx="150840" cy="73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146644-9FDA-4C83-CDEE-48844122F55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695280" y="2278656"/>
                  <a:ext cx="1684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AA37FEE-A0AC-1865-A1FB-1BCAFA8B9C45}"/>
                    </a:ext>
                  </a:extLst>
                </p14:cNvPr>
                <p14:cNvContentPartPr/>
                <p14:nvPr/>
              </p14:nvContentPartPr>
              <p14:xfrm>
                <a:off x="6913080" y="2090736"/>
                <a:ext cx="88200" cy="247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AA37FEE-A0AC-1865-A1FB-1BCAFA8B9C4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904440" y="2082096"/>
                  <a:ext cx="1058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9BCCA60-6B30-8000-002A-9C2B265A791E}"/>
                    </a:ext>
                  </a:extLst>
                </p14:cNvPr>
                <p14:cNvContentPartPr/>
                <p14:nvPr/>
              </p14:nvContentPartPr>
              <p14:xfrm>
                <a:off x="6871680" y="2241216"/>
                <a:ext cx="273600" cy="79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9BCCA60-6B30-8000-002A-9C2B265A791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63040" y="2232216"/>
                  <a:ext cx="2912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B9ADF7-767F-F1E2-984C-0B647230D2E7}"/>
                    </a:ext>
                  </a:extLst>
                </p14:cNvPr>
                <p14:cNvContentPartPr/>
                <p14:nvPr/>
              </p14:nvContentPartPr>
              <p14:xfrm>
                <a:off x="7190280" y="2087496"/>
                <a:ext cx="181800" cy="277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6B9ADF7-767F-F1E2-984C-0B647230D2E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81280" y="2078856"/>
                  <a:ext cx="1994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F1BB270-C00E-0BB8-7D87-D3A035AEA083}"/>
                    </a:ext>
                  </a:extLst>
                </p14:cNvPr>
                <p14:cNvContentPartPr/>
                <p14:nvPr/>
              </p14:nvContentPartPr>
              <p14:xfrm>
                <a:off x="7410600" y="2061576"/>
                <a:ext cx="100440" cy="2595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F1BB270-C00E-0BB8-7D87-D3A035AEA08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401600" y="2052576"/>
                  <a:ext cx="1180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48038F5-3601-CC6B-A80E-9FA3CDEEE908}"/>
                    </a:ext>
                  </a:extLst>
                </p14:cNvPr>
                <p14:cNvContentPartPr/>
                <p14:nvPr/>
              </p14:nvContentPartPr>
              <p14:xfrm>
                <a:off x="7627680" y="2190816"/>
                <a:ext cx="12600" cy="482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48038F5-3601-CC6B-A80E-9FA3CDEEE90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18680" y="2181816"/>
                  <a:ext cx="30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57CA02B-318A-6190-9BD3-24ED85076288}"/>
                    </a:ext>
                  </a:extLst>
                </p14:cNvPr>
                <p14:cNvContentPartPr/>
                <p14:nvPr/>
              </p14:nvContentPartPr>
              <p14:xfrm>
                <a:off x="7590960" y="2336976"/>
                <a:ext cx="110160" cy="109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57CA02B-318A-6190-9BD3-24ED8507628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582320" y="2328336"/>
                  <a:ext cx="127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0C98A57-AB82-A59F-F6FA-E0493078D948}"/>
                    </a:ext>
                  </a:extLst>
                </p14:cNvPr>
                <p14:cNvContentPartPr/>
                <p14:nvPr/>
              </p14:nvContentPartPr>
              <p14:xfrm>
                <a:off x="5624640" y="2851416"/>
                <a:ext cx="235440" cy="244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0C98A57-AB82-A59F-F6FA-E0493078D94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616000" y="2842416"/>
                  <a:ext cx="2530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DD84831-DAEB-36F1-785C-C4C31B15836A}"/>
                    </a:ext>
                  </a:extLst>
                </p14:cNvPr>
                <p14:cNvContentPartPr/>
                <p14:nvPr/>
              </p14:nvContentPartPr>
              <p14:xfrm>
                <a:off x="5940360" y="2760696"/>
                <a:ext cx="114840" cy="173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DD84831-DAEB-36F1-785C-C4C31B15836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931360" y="2751696"/>
                  <a:ext cx="132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9BEAC21-EDCF-3943-B148-0F2460C0D409}"/>
                    </a:ext>
                  </a:extLst>
                </p14:cNvPr>
                <p14:cNvContentPartPr/>
                <p14:nvPr/>
              </p14:nvContentPartPr>
              <p14:xfrm>
                <a:off x="5889240" y="2797776"/>
                <a:ext cx="190440" cy="51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9BEAC21-EDCF-3943-B148-0F2460C0D40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80240" y="2789136"/>
                  <a:ext cx="208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629E20F-8A25-E5B5-1238-B8EA803A1463}"/>
                    </a:ext>
                  </a:extLst>
                </p14:cNvPr>
                <p14:cNvContentPartPr/>
                <p14:nvPr/>
              </p14:nvContentPartPr>
              <p14:xfrm>
                <a:off x="6142680" y="2691936"/>
                <a:ext cx="188280" cy="1980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629E20F-8A25-E5B5-1238-B8EA803A146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134040" y="2683296"/>
                  <a:ext cx="205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3C6DBAF-F132-2DD0-D72A-F04AD98B246C}"/>
                    </a:ext>
                  </a:extLst>
                </p14:cNvPr>
                <p14:cNvContentPartPr/>
                <p14:nvPr/>
              </p14:nvContentPartPr>
              <p14:xfrm>
                <a:off x="6379920" y="2758896"/>
                <a:ext cx="101160" cy="79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3C6DBAF-F132-2DD0-D72A-F04AD98B246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370920" y="2749896"/>
                  <a:ext cx="118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634E957-DF04-2D36-7711-1CE26F040F5D}"/>
                    </a:ext>
                  </a:extLst>
                </p14:cNvPr>
                <p14:cNvContentPartPr/>
                <p14:nvPr/>
              </p14:nvContentPartPr>
              <p14:xfrm>
                <a:off x="6593760" y="2701296"/>
                <a:ext cx="81000" cy="133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634E957-DF04-2D36-7711-1CE26F040F5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585120" y="2692296"/>
                  <a:ext cx="986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514DF3E-4938-B89F-8D61-8C5DE4643D19}"/>
                    </a:ext>
                  </a:extLst>
                </p14:cNvPr>
                <p14:cNvContentPartPr/>
                <p14:nvPr/>
              </p14:nvContentPartPr>
              <p14:xfrm>
                <a:off x="6584040" y="2740176"/>
                <a:ext cx="200160" cy="48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514DF3E-4938-B89F-8D61-8C5DE4643D1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575040" y="2731536"/>
                  <a:ext cx="217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F869901-E190-62A9-4E83-7672593BE8C1}"/>
                    </a:ext>
                  </a:extLst>
                </p14:cNvPr>
                <p14:cNvContentPartPr/>
                <p14:nvPr/>
              </p14:nvContentPartPr>
              <p14:xfrm>
                <a:off x="6847200" y="2601936"/>
                <a:ext cx="59040" cy="192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F869901-E190-62A9-4E83-7672593BE8C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838560" y="2593296"/>
                  <a:ext cx="76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28365DB-9E5C-763D-0FDB-2999412A73F0}"/>
                    </a:ext>
                  </a:extLst>
                </p14:cNvPr>
                <p14:cNvContentPartPr/>
                <p14:nvPr/>
              </p14:nvContentPartPr>
              <p14:xfrm>
                <a:off x="6779160" y="2696256"/>
                <a:ext cx="151560" cy="26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28365DB-9E5C-763D-0FDB-2999412A73F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770160" y="2687616"/>
                  <a:ext cx="169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C1FADB9-06F6-6790-1A46-4FEDD4BA1051}"/>
                    </a:ext>
                  </a:extLst>
                </p14:cNvPr>
                <p14:cNvContentPartPr/>
                <p14:nvPr/>
              </p14:nvContentPartPr>
              <p14:xfrm>
                <a:off x="7008120" y="2609496"/>
                <a:ext cx="122400" cy="172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C1FADB9-06F6-6790-1A46-4FEDD4BA105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999480" y="2600496"/>
                  <a:ext cx="1400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5826D7C-748C-1CFB-EBA7-CBE4D16FE1FC}"/>
                    </a:ext>
                  </a:extLst>
                </p14:cNvPr>
                <p14:cNvContentPartPr/>
                <p14:nvPr/>
              </p14:nvContentPartPr>
              <p14:xfrm>
                <a:off x="7125480" y="2565576"/>
                <a:ext cx="88200" cy="269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5826D7C-748C-1CFB-EBA7-CBE4D16FE1F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116480" y="2556576"/>
                  <a:ext cx="10584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9257F1E-54E6-C7CD-FF0A-354AD1FE5FC1}"/>
              </a:ext>
            </a:extLst>
          </p:cNvPr>
          <p:cNvGrpSpPr/>
          <p:nvPr/>
        </p:nvGrpSpPr>
        <p:grpSpPr>
          <a:xfrm>
            <a:off x="1817280" y="457056"/>
            <a:ext cx="3311640" cy="474120"/>
            <a:chOff x="1817280" y="457056"/>
            <a:chExt cx="3311640" cy="47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1500A8B-138E-C040-94FC-D249897CDAA0}"/>
                    </a:ext>
                  </a:extLst>
                </p14:cNvPr>
                <p14:cNvContentPartPr/>
                <p14:nvPr/>
              </p14:nvContentPartPr>
              <p14:xfrm>
                <a:off x="1817280" y="457056"/>
                <a:ext cx="3233520" cy="4741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1500A8B-138E-C040-94FC-D249897CDAA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808280" y="448416"/>
                  <a:ext cx="32511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8385AF6-57F1-BB69-E501-3F48C9E17D80}"/>
                    </a:ext>
                  </a:extLst>
                </p14:cNvPr>
                <p14:cNvContentPartPr/>
                <p14:nvPr/>
              </p14:nvContentPartPr>
              <p14:xfrm>
                <a:off x="4943160" y="712296"/>
                <a:ext cx="114840" cy="78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8385AF6-57F1-BB69-E501-3F48C9E17D8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934160" y="703656"/>
                  <a:ext cx="132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BBC34A9-E3CA-C5C8-4B30-8E380E34996E}"/>
                    </a:ext>
                  </a:extLst>
                </p14:cNvPr>
                <p14:cNvContentPartPr/>
                <p14:nvPr/>
              </p14:nvContentPartPr>
              <p14:xfrm>
                <a:off x="5033520" y="695376"/>
                <a:ext cx="95400" cy="118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BBC34A9-E3CA-C5C8-4B30-8E380E34996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24520" y="686376"/>
                  <a:ext cx="11304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AFE9DBF-DA2C-0A02-0B04-AF646F3DDD64}"/>
              </a:ext>
            </a:extLst>
          </p:cNvPr>
          <p:cNvGrpSpPr/>
          <p:nvPr/>
        </p:nvGrpSpPr>
        <p:grpSpPr>
          <a:xfrm>
            <a:off x="7318080" y="2685096"/>
            <a:ext cx="32040" cy="165240"/>
            <a:chOff x="7318080" y="2685096"/>
            <a:chExt cx="32040" cy="1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1C8B0F0-FAC8-AFC0-308D-D4DA89921383}"/>
                    </a:ext>
                  </a:extLst>
                </p14:cNvPr>
                <p14:cNvContentPartPr/>
                <p14:nvPr/>
              </p14:nvContentPartPr>
              <p14:xfrm>
                <a:off x="7344720" y="2685096"/>
                <a:ext cx="5400" cy="360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1C8B0F0-FAC8-AFC0-308D-D4DA8992138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336080" y="2676096"/>
                  <a:ext cx="230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6417F9E-5611-D896-8113-634C0CC4EFB0}"/>
                    </a:ext>
                  </a:extLst>
                </p14:cNvPr>
                <p14:cNvContentPartPr/>
                <p14:nvPr/>
              </p14:nvContentPartPr>
              <p14:xfrm>
                <a:off x="7318080" y="2787336"/>
                <a:ext cx="27360" cy="630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6417F9E-5611-D896-8113-634C0CC4EFB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309080" y="2778696"/>
                  <a:ext cx="4500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A36ED70-4BFB-7FAB-AC18-72537665D152}"/>
              </a:ext>
            </a:extLst>
          </p:cNvPr>
          <p:cNvGrpSpPr/>
          <p:nvPr/>
        </p:nvGrpSpPr>
        <p:grpSpPr>
          <a:xfrm>
            <a:off x="3206880" y="3653856"/>
            <a:ext cx="966240" cy="288000"/>
            <a:chOff x="3206880" y="3653856"/>
            <a:chExt cx="96624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5D14F9F-7246-90CE-0F49-BF01932A4372}"/>
                    </a:ext>
                  </a:extLst>
                </p14:cNvPr>
                <p14:cNvContentPartPr/>
                <p14:nvPr/>
              </p14:nvContentPartPr>
              <p14:xfrm>
                <a:off x="3206880" y="3794616"/>
                <a:ext cx="251640" cy="147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5D14F9F-7246-90CE-0F49-BF01932A437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198240" y="3785616"/>
                  <a:ext cx="269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97E850A-610A-F438-5E4D-7CC055E9E7B9}"/>
                    </a:ext>
                  </a:extLst>
                </p14:cNvPr>
                <p14:cNvContentPartPr/>
                <p14:nvPr/>
              </p14:nvContentPartPr>
              <p14:xfrm>
                <a:off x="3572640" y="3653856"/>
                <a:ext cx="68760" cy="2628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97E850A-610A-F438-5E4D-7CC055E9E7B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564000" y="3644856"/>
                  <a:ext cx="864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ED51D48-96AD-B281-9982-C51261BEBC41}"/>
                    </a:ext>
                  </a:extLst>
                </p14:cNvPr>
                <p14:cNvContentPartPr/>
                <p14:nvPr/>
              </p14:nvContentPartPr>
              <p14:xfrm>
                <a:off x="3538440" y="3785256"/>
                <a:ext cx="288000" cy="88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ED51D48-96AD-B281-9982-C51261BEBC4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529800" y="3776616"/>
                  <a:ext cx="3056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BED1BC5-E163-0EE8-C362-12C90213D668}"/>
                    </a:ext>
                  </a:extLst>
                </p14:cNvPr>
                <p14:cNvContentPartPr/>
                <p14:nvPr/>
              </p14:nvContentPartPr>
              <p14:xfrm>
                <a:off x="3906720" y="3690576"/>
                <a:ext cx="34560" cy="154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BED1BC5-E163-0EE8-C362-12C90213D66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898080" y="3681576"/>
                  <a:ext cx="52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FF7AD12-43F9-DDA8-4645-5AE402790469}"/>
                    </a:ext>
                  </a:extLst>
                </p14:cNvPr>
                <p14:cNvContentPartPr/>
                <p14:nvPr/>
              </p14:nvContentPartPr>
              <p14:xfrm>
                <a:off x="4038480" y="3756816"/>
                <a:ext cx="134640" cy="428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FF7AD12-43F9-DDA8-4645-5AE40279046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029480" y="3748176"/>
                  <a:ext cx="15228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82AA9101-66E9-0EE2-7A89-93C0152D3CB6}"/>
              </a:ext>
            </a:extLst>
          </p:cNvPr>
          <p:cNvGrpSpPr/>
          <p:nvPr/>
        </p:nvGrpSpPr>
        <p:grpSpPr>
          <a:xfrm>
            <a:off x="4460400" y="3395376"/>
            <a:ext cx="602640" cy="439200"/>
            <a:chOff x="4460400" y="3395376"/>
            <a:chExt cx="602640" cy="43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29962BA-2062-87DD-6480-6B29DFCAF368}"/>
                    </a:ext>
                  </a:extLst>
                </p14:cNvPr>
                <p14:cNvContentPartPr/>
                <p14:nvPr/>
              </p14:nvContentPartPr>
              <p14:xfrm>
                <a:off x="4460400" y="3582936"/>
                <a:ext cx="188280" cy="1357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29962BA-2062-87DD-6480-6B29DFCAF36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451400" y="3573936"/>
                  <a:ext cx="2059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F91CC0D-B036-3327-AEF0-BA9783C55F28}"/>
                    </a:ext>
                  </a:extLst>
                </p14:cNvPr>
                <p14:cNvContentPartPr/>
                <p14:nvPr/>
              </p14:nvContentPartPr>
              <p14:xfrm>
                <a:off x="4627800" y="3395376"/>
                <a:ext cx="303480" cy="284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F91CC0D-B036-3327-AEF0-BA9783C55F2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618800" y="3386376"/>
                  <a:ext cx="3211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80B192C-5223-78E3-8881-909667ABE4F2}"/>
                    </a:ext>
                  </a:extLst>
                </p14:cNvPr>
                <p14:cNvContentPartPr/>
                <p14:nvPr/>
              </p14:nvContentPartPr>
              <p14:xfrm>
                <a:off x="5028480" y="3522096"/>
                <a:ext cx="15120" cy="410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80B192C-5223-78E3-8881-909667ABE4F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019480" y="3513096"/>
                  <a:ext cx="32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5672FC2-6F13-3AEA-72EB-8D1A9EF2CD32}"/>
                    </a:ext>
                  </a:extLst>
                </p14:cNvPr>
                <p14:cNvContentPartPr/>
                <p14:nvPr/>
              </p14:nvContentPartPr>
              <p14:xfrm>
                <a:off x="4940640" y="3655296"/>
                <a:ext cx="122400" cy="1792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5672FC2-6F13-3AEA-72EB-8D1A9EF2CD3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931640" y="3646656"/>
                  <a:ext cx="140040" cy="19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6AB3FB6B-FCE7-08E4-9F29-7FDAE82E5976}"/>
                  </a:ext>
                </a:extLst>
              </p14:cNvPr>
              <p14:cNvContentPartPr/>
              <p14:nvPr/>
            </p14:nvContentPartPr>
            <p14:xfrm>
              <a:off x="2543760" y="4153176"/>
              <a:ext cx="200160" cy="43524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6AB3FB6B-FCE7-08E4-9F29-7FDAE82E5976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2535120" y="4144536"/>
                <a:ext cx="217800" cy="45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40471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0B1DC-4A0B-DAA5-1E41-B94CA426F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5AA00CC-0FDB-C189-E2AF-AE52F4B25519}"/>
                  </a:ext>
                </a:extLst>
              </p14:cNvPr>
              <p14:cNvContentPartPr/>
              <p14:nvPr/>
            </p14:nvContentPartPr>
            <p14:xfrm>
              <a:off x="864360" y="554544"/>
              <a:ext cx="110520" cy="374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5AA00CC-0FDB-C189-E2AF-AE52F4B255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5720" y="545904"/>
                <a:ext cx="12816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A7FC29-12DB-5F84-8D2A-5C9B9E01DB09}"/>
                  </a:ext>
                </a:extLst>
              </p14:cNvPr>
              <p14:cNvContentPartPr/>
              <p14:nvPr/>
            </p14:nvContentPartPr>
            <p14:xfrm>
              <a:off x="788760" y="798624"/>
              <a:ext cx="185760" cy="37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A7FC29-12DB-5F84-8D2A-5C9B9E01DB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0120" y="789624"/>
                <a:ext cx="2034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A4652CD-3FF4-DAF8-CB58-A518C88D2024}"/>
                  </a:ext>
                </a:extLst>
              </p14:cNvPr>
              <p14:cNvContentPartPr/>
              <p14:nvPr/>
            </p14:nvContentPartPr>
            <p14:xfrm>
              <a:off x="993600" y="710784"/>
              <a:ext cx="39240" cy="122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A4652CD-3FF4-DAF8-CB58-A518C88D20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4960" y="702144"/>
                <a:ext cx="5688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60638A2-97B6-12C8-DDFD-7797C9CE9F46}"/>
                  </a:ext>
                </a:extLst>
              </p14:cNvPr>
              <p14:cNvContentPartPr/>
              <p14:nvPr/>
            </p14:nvContentPartPr>
            <p14:xfrm>
              <a:off x="1083240" y="728424"/>
              <a:ext cx="235800" cy="7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60638A2-97B6-12C8-DDFD-7797C9CE9F4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74240" y="719784"/>
                <a:ext cx="2534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C3A2162-F0A1-1876-7176-7BA8672B68C8}"/>
                  </a:ext>
                </a:extLst>
              </p14:cNvPr>
              <p14:cNvContentPartPr/>
              <p14:nvPr/>
            </p14:nvContentPartPr>
            <p14:xfrm>
              <a:off x="1436040" y="600264"/>
              <a:ext cx="72360" cy="167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C3A2162-F0A1-1876-7176-7BA8672B68C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27400" y="591264"/>
                <a:ext cx="900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804542C-94D1-7BBC-A671-CEBC9999B2FB}"/>
                  </a:ext>
                </a:extLst>
              </p14:cNvPr>
              <p14:cNvContentPartPr/>
              <p14:nvPr/>
            </p14:nvContentPartPr>
            <p14:xfrm>
              <a:off x="1322640" y="681624"/>
              <a:ext cx="209880" cy="28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804542C-94D1-7BBC-A671-CEBC9999B2F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14000" y="672624"/>
                <a:ext cx="2275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E8DAE3F-DD34-7139-3994-BB578C0480F6}"/>
                  </a:ext>
                </a:extLst>
              </p14:cNvPr>
              <p14:cNvContentPartPr/>
              <p14:nvPr/>
            </p14:nvContentPartPr>
            <p14:xfrm>
              <a:off x="1157040" y="948384"/>
              <a:ext cx="24840" cy="168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E8DAE3F-DD34-7139-3994-BB578C0480F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48040" y="939744"/>
                <a:ext cx="424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35B281B-900D-8CFB-E02D-7AD0F86DCB15}"/>
                  </a:ext>
                </a:extLst>
              </p14:cNvPr>
              <p14:cNvContentPartPr/>
              <p14:nvPr/>
            </p14:nvContentPartPr>
            <p14:xfrm>
              <a:off x="1164240" y="808344"/>
              <a:ext cx="613080" cy="316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35B281B-900D-8CFB-E02D-7AD0F86DCB1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55600" y="799704"/>
                <a:ext cx="63072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15CBDBD-B4D2-146F-A3D1-4912B61B7A5F}"/>
                  </a:ext>
                </a:extLst>
              </p14:cNvPr>
              <p14:cNvContentPartPr/>
              <p14:nvPr/>
            </p14:nvContentPartPr>
            <p14:xfrm>
              <a:off x="839880" y="1410624"/>
              <a:ext cx="236880" cy="133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15CBDBD-B4D2-146F-A3D1-4912B61B7A5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30880" y="1401624"/>
                <a:ext cx="2545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73E1169-E88F-27C6-FF32-BC44B109CFF8}"/>
                  </a:ext>
                </a:extLst>
              </p14:cNvPr>
              <p14:cNvContentPartPr/>
              <p14:nvPr/>
            </p14:nvContentPartPr>
            <p14:xfrm>
              <a:off x="1120320" y="1399104"/>
              <a:ext cx="132120" cy="10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73E1169-E88F-27C6-FF32-BC44B109CFF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11680" y="1390104"/>
                <a:ext cx="14976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965DF25-E501-A86E-30F3-0BCCDE34CFF6}"/>
                  </a:ext>
                </a:extLst>
              </p14:cNvPr>
              <p14:cNvContentPartPr/>
              <p14:nvPr/>
            </p14:nvContentPartPr>
            <p14:xfrm>
              <a:off x="1327320" y="1351224"/>
              <a:ext cx="78840" cy="124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965DF25-E501-A86E-30F3-0BCCDE34CFF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18320" y="1342224"/>
                <a:ext cx="9648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2825897-06D3-A0E0-16B5-96F796A7AE64}"/>
                  </a:ext>
                </a:extLst>
              </p14:cNvPr>
              <p14:cNvContentPartPr/>
              <p14:nvPr/>
            </p14:nvContentPartPr>
            <p14:xfrm>
              <a:off x="1211400" y="1641384"/>
              <a:ext cx="22320" cy="2131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2825897-06D3-A0E0-16B5-96F796A7AE6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02400" y="1632384"/>
                <a:ext cx="3996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F8CAE79-07FC-C7DF-2BD7-996D1A9CE9E3}"/>
                  </a:ext>
                </a:extLst>
              </p14:cNvPr>
              <p14:cNvContentPartPr/>
              <p14:nvPr/>
            </p14:nvContentPartPr>
            <p14:xfrm>
              <a:off x="1198800" y="1525104"/>
              <a:ext cx="628920" cy="335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F8CAE79-07FC-C7DF-2BD7-996D1A9CE9E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90160" y="1516104"/>
                <a:ext cx="64656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81A0B26-4925-932C-7A4E-4FAF130F62D6}"/>
                  </a:ext>
                </a:extLst>
              </p14:cNvPr>
              <p14:cNvContentPartPr/>
              <p14:nvPr/>
            </p14:nvContentPartPr>
            <p14:xfrm>
              <a:off x="7047720" y="589464"/>
              <a:ext cx="38880" cy="3798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81A0B26-4925-932C-7A4E-4FAF130F62D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39080" y="580824"/>
                <a:ext cx="5652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86BC0E5-AC08-E5FE-F7C5-D3D49754F75E}"/>
                  </a:ext>
                </a:extLst>
              </p14:cNvPr>
              <p14:cNvContentPartPr/>
              <p14:nvPr/>
            </p14:nvContentPartPr>
            <p14:xfrm>
              <a:off x="1666440" y="944064"/>
              <a:ext cx="5243400" cy="7552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86BC0E5-AC08-E5FE-F7C5-D3D49754F75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657800" y="935064"/>
                <a:ext cx="5261040" cy="77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AA1FD3B-D61F-FA03-05F9-EF4D5A3292A6}"/>
                  </a:ext>
                </a:extLst>
              </p14:cNvPr>
              <p14:cNvContentPartPr/>
              <p14:nvPr/>
            </p14:nvContentPartPr>
            <p14:xfrm>
              <a:off x="744840" y="2042784"/>
              <a:ext cx="12600" cy="572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AA1FD3B-D61F-FA03-05F9-EF4D5A3292A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36200" y="2034144"/>
                <a:ext cx="3024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E89A93C-D481-0C65-9DD0-1B1E8281632B}"/>
                  </a:ext>
                </a:extLst>
              </p14:cNvPr>
              <p14:cNvContentPartPr/>
              <p14:nvPr/>
            </p14:nvContentPartPr>
            <p14:xfrm>
              <a:off x="6690600" y="752184"/>
              <a:ext cx="133560" cy="145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E89A93C-D481-0C65-9DD0-1B1E8281632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681960" y="743184"/>
                <a:ext cx="1512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95BFE3E-D18E-DE9A-0BCC-51D260B45D5F}"/>
                  </a:ext>
                </a:extLst>
              </p14:cNvPr>
              <p14:cNvContentPartPr/>
              <p14:nvPr/>
            </p14:nvContentPartPr>
            <p14:xfrm>
              <a:off x="7246800" y="697464"/>
              <a:ext cx="52560" cy="608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95BFE3E-D18E-DE9A-0BCC-51D260B45D5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238160" y="688824"/>
                <a:ext cx="7020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F5285E7-D215-59A5-12B2-95455F69B645}"/>
                  </a:ext>
                </a:extLst>
              </p14:cNvPr>
              <p14:cNvContentPartPr/>
              <p14:nvPr/>
            </p14:nvContentPartPr>
            <p14:xfrm>
              <a:off x="6456240" y="494424"/>
              <a:ext cx="1008720" cy="4539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F5285E7-D215-59A5-12B2-95455F69B64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447600" y="485424"/>
                <a:ext cx="1026360" cy="4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421DED8-23D2-7B0D-A761-36D0F225D50A}"/>
                  </a:ext>
                </a:extLst>
              </p14:cNvPr>
              <p14:cNvContentPartPr/>
              <p14:nvPr/>
            </p14:nvContentPartPr>
            <p14:xfrm>
              <a:off x="9063720" y="1820016"/>
              <a:ext cx="10080" cy="54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421DED8-23D2-7B0D-A761-36D0F225D50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055080" y="1811376"/>
                <a:ext cx="2772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6EF67F68-AEEB-9B7D-B08B-2AA554E22C81}"/>
              </a:ext>
            </a:extLst>
          </p:cNvPr>
          <p:cNvGrpSpPr/>
          <p:nvPr/>
        </p:nvGrpSpPr>
        <p:grpSpPr>
          <a:xfrm>
            <a:off x="2346120" y="2144376"/>
            <a:ext cx="368640" cy="287280"/>
            <a:chOff x="2346120" y="2144376"/>
            <a:chExt cx="36864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545AA7B-69F7-514C-7B23-87206C0EF3B2}"/>
                    </a:ext>
                  </a:extLst>
                </p14:cNvPr>
                <p14:cNvContentPartPr/>
                <p14:nvPr/>
              </p14:nvContentPartPr>
              <p14:xfrm>
                <a:off x="2346120" y="2326536"/>
                <a:ext cx="5400" cy="105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45AA7B-69F7-514C-7B23-87206C0EF3B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37480" y="2317536"/>
                  <a:ext cx="23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2490A9C-EA94-CB0D-50F3-901C47E053EC}"/>
                    </a:ext>
                  </a:extLst>
                </p14:cNvPr>
                <p14:cNvContentPartPr/>
                <p14:nvPr/>
              </p14:nvContentPartPr>
              <p14:xfrm>
                <a:off x="2370600" y="2144376"/>
                <a:ext cx="22320" cy="53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2490A9C-EA94-CB0D-50F3-901C47E053E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61960" y="2135736"/>
                  <a:ext cx="39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B72913E-66EF-A24C-681C-F985953B75EA}"/>
                    </a:ext>
                  </a:extLst>
                </p14:cNvPr>
                <p14:cNvContentPartPr/>
                <p14:nvPr/>
              </p14:nvContentPartPr>
              <p14:xfrm>
                <a:off x="2435760" y="2349216"/>
                <a:ext cx="91440" cy="66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B72913E-66EF-A24C-681C-F985953B75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26760" y="2340576"/>
                  <a:ext cx="109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06FCB4E-4AD3-180F-E883-C10B2549A069}"/>
                    </a:ext>
                  </a:extLst>
                </p14:cNvPr>
                <p14:cNvContentPartPr/>
                <p14:nvPr/>
              </p14:nvContentPartPr>
              <p14:xfrm>
                <a:off x="2612160" y="2199096"/>
                <a:ext cx="19800" cy="208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06FCB4E-4AD3-180F-E883-C10B2549A06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03160" y="2190096"/>
                  <a:ext cx="374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33EB1C6-67D2-FA70-39AF-4DFF622A1FB7}"/>
                    </a:ext>
                  </a:extLst>
                </p14:cNvPr>
                <p14:cNvContentPartPr/>
                <p14:nvPr/>
              </p14:nvContentPartPr>
              <p14:xfrm>
                <a:off x="2543760" y="2283336"/>
                <a:ext cx="171000" cy="9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33EB1C6-67D2-FA70-39AF-4DFF622A1FB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35120" y="2274696"/>
                  <a:ext cx="18864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DDDA4F1-5E0C-7CE7-7792-5AFF1AB59367}"/>
              </a:ext>
            </a:extLst>
          </p:cNvPr>
          <p:cNvGrpSpPr/>
          <p:nvPr/>
        </p:nvGrpSpPr>
        <p:grpSpPr>
          <a:xfrm>
            <a:off x="3028680" y="1891656"/>
            <a:ext cx="1814400" cy="665640"/>
            <a:chOff x="3028680" y="1891656"/>
            <a:chExt cx="1814400" cy="66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E1A0480-4260-7952-5BDD-4469AF09B553}"/>
                    </a:ext>
                  </a:extLst>
                </p14:cNvPr>
                <p14:cNvContentPartPr/>
                <p14:nvPr/>
              </p14:nvContentPartPr>
              <p14:xfrm>
                <a:off x="3028680" y="2102256"/>
                <a:ext cx="212400" cy="259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E1A0480-4260-7952-5BDD-4469AF09B55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20040" y="2093616"/>
                  <a:ext cx="2300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F765AB9-73AF-397A-3F0B-4FE89A8AFE2F}"/>
                    </a:ext>
                  </a:extLst>
                </p14:cNvPr>
                <p14:cNvContentPartPr/>
                <p14:nvPr/>
              </p14:nvContentPartPr>
              <p14:xfrm>
                <a:off x="3268080" y="2247696"/>
                <a:ext cx="158760" cy="55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F765AB9-73AF-397A-3F0B-4FE89A8AFE2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59080" y="2238696"/>
                  <a:ext cx="176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48AF408-7A25-9842-292C-5EEEAF694899}"/>
                    </a:ext>
                  </a:extLst>
                </p14:cNvPr>
                <p14:cNvContentPartPr/>
                <p14:nvPr/>
              </p14:nvContentPartPr>
              <p14:xfrm>
                <a:off x="3314160" y="2214936"/>
                <a:ext cx="249120" cy="342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48AF408-7A25-9842-292C-5EEEAF69489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05520" y="2206296"/>
                  <a:ext cx="2667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428820B-BCF0-2127-E89A-E7C98006C953}"/>
                    </a:ext>
                  </a:extLst>
                </p14:cNvPr>
                <p14:cNvContentPartPr/>
                <p14:nvPr/>
              </p14:nvContentPartPr>
              <p14:xfrm>
                <a:off x="3594600" y="2238336"/>
                <a:ext cx="144360" cy="63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428820B-BCF0-2127-E89A-E7C98006C95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85960" y="2229336"/>
                  <a:ext cx="1620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CFFB834-2489-89B3-B932-AACD47141F42}"/>
                    </a:ext>
                  </a:extLst>
                </p14:cNvPr>
                <p14:cNvContentPartPr/>
                <p14:nvPr/>
              </p14:nvContentPartPr>
              <p14:xfrm>
                <a:off x="3760560" y="2191176"/>
                <a:ext cx="322200" cy="84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CFFB834-2489-89B3-B932-AACD47141F4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51560" y="2182536"/>
                  <a:ext cx="3398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06BE5E3-C396-E5CC-01DB-20A0D54A778A}"/>
                    </a:ext>
                  </a:extLst>
                </p14:cNvPr>
                <p14:cNvContentPartPr/>
                <p14:nvPr/>
              </p14:nvContentPartPr>
              <p14:xfrm>
                <a:off x="4106880" y="2156256"/>
                <a:ext cx="212400" cy="103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06BE5E3-C396-E5CC-01DB-20A0D54A778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97880" y="2147616"/>
                  <a:ext cx="230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16DAC5F-15A7-DEB1-5C65-4CEA2186BC82}"/>
                    </a:ext>
                  </a:extLst>
                </p14:cNvPr>
                <p14:cNvContentPartPr/>
                <p14:nvPr/>
              </p14:nvContentPartPr>
              <p14:xfrm>
                <a:off x="4419000" y="1925136"/>
                <a:ext cx="190440" cy="311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16DAC5F-15A7-DEB1-5C65-4CEA2186BC8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10000" y="1916136"/>
                  <a:ext cx="2080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FBFFB6F-C7F3-3B27-723E-4C9276CD60B2}"/>
                    </a:ext>
                  </a:extLst>
                </p14:cNvPr>
                <p14:cNvContentPartPr/>
                <p14:nvPr/>
              </p14:nvContentPartPr>
              <p14:xfrm>
                <a:off x="4743000" y="1891656"/>
                <a:ext cx="100080" cy="291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FBFFB6F-C7F3-3B27-723E-4C9276CD60B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34360" y="1883016"/>
                  <a:ext cx="117720" cy="30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1437725-F954-D0AD-989C-70B4FFE6EB8D}"/>
                  </a:ext>
                </a:extLst>
              </p14:cNvPr>
              <p14:cNvContentPartPr/>
              <p14:nvPr/>
            </p14:nvContentPartPr>
            <p14:xfrm>
              <a:off x="5290200" y="1811016"/>
              <a:ext cx="188640" cy="4780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1437725-F954-D0AD-989C-70B4FFE6EB8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281200" y="1802016"/>
                <a:ext cx="206280" cy="49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357088C3-600B-20CA-AA40-1813CA5EF122}"/>
              </a:ext>
            </a:extLst>
          </p:cNvPr>
          <p:cNvGrpSpPr/>
          <p:nvPr/>
        </p:nvGrpSpPr>
        <p:grpSpPr>
          <a:xfrm>
            <a:off x="3189960" y="2613456"/>
            <a:ext cx="429480" cy="262080"/>
            <a:chOff x="3189960" y="2613456"/>
            <a:chExt cx="42948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85D09A8-88EB-F29E-66B4-C0DCCBA04C1F}"/>
                    </a:ext>
                  </a:extLst>
                </p14:cNvPr>
                <p14:cNvContentPartPr/>
                <p14:nvPr/>
              </p14:nvContentPartPr>
              <p14:xfrm>
                <a:off x="3189960" y="2773656"/>
                <a:ext cx="9000" cy="101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85D09A8-88EB-F29E-66B4-C0DCCBA04C1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80960" y="2764656"/>
                  <a:ext cx="266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86176AF-CC7F-18E2-E03C-5E1A664F3DBB}"/>
                    </a:ext>
                  </a:extLst>
                </p14:cNvPr>
                <p14:cNvContentPartPr/>
                <p14:nvPr/>
              </p14:nvContentPartPr>
              <p14:xfrm>
                <a:off x="3216600" y="2613456"/>
                <a:ext cx="29520" cy="66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86176AF-CC7F-18E2-E03C-5E1A664F3DB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07960" y="2604456"/>
                  <a:ext cx="471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E0DDA0E-E0BD-5C23-61BE-639AECABBF95}"/>
                    </a:ext>
                  </a:extLst>
                </p14:cNvPr>
                <p14:cNvContentPartPr/>
                <p14:nvPr/>
              </p14:nvContentPartPr>
              <p14:xfrm>
                <a:off x="3316680" y="2794536"/>
                <a:ext cx="97920" cy="24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E0DDA0E-E0BD-5C23-61BE-639AECABBF9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08040" y="2785896"/>
                  <a:ext cx="115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D44E11B-2257-62FB-0E31-A27519BD4EEA}"/>
                    </a:ext>
                  </a:extLst>
                </p14:cNvPr>
                <p14:cNvContentPartPr/>
                <p14:nvPr/>
              </p14:nvContentPartPr>
              <p14:xfrm>
                <a:off x="3519000" y="2660616"/>
                <a:ext cx="27360" cy="146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D44E11B-2257-62FB-0E31-A27519BD4EE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510360" y="2651616"/>
                  <a:ext cx="45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D18A096-74A1-0297-4171-83EEE10078B3}"/>
                    </a:ext>
                  </a:extLst>
                </p14:cNvPr>
                <p14:cNvContentPartPr/>
                <p14:nvPr/>
              </p14:nvContentPartPr>
              <p14:xfrm>
                <a:off x="3453120" y="2721456"/>
                <a:ext cx="166320" cy="20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D18A096-74A1-0297-4171-83EEE10078B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44480" y="2712816"/>
                  <a:ext cx="18396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34CC999-58F0-6ADA-683C-94A8F727B980}"/>
              </a:ext>
            </a:extLst>
          </p:cNvPr>
          <p:cNvGrpSpPr/>
          <p:nvPr/>
        </p:nvGrpSpPr>
        <p:grpSpPr>
          <a:xfrm>
            <a:off x="3872520" y="2461896"/>
            <a:ext cx="453960" cy="306000"/>
            <a:chOff x="3872520" y="2461896"/>
            <a:chExt cx="45396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CA27343-A160-CD1D-F9B4-B3C3FFF299B0}"/>
                    </a:ext>
                  </a:extLst>
                </p14:cNvPr>
                <p14:cNvContentPartPr/>
                <p14:nvPr/>
              </p14:nvContentPartPr>
              <p14:xfrm>
                <a:off x="3872520" y="2657736"/>
                <a:ext cx="146520" cy="110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CA27343-A160-CD1D-F9B4-B3C3FFF299B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63880" y="2648736"/>
                  <a:ext cx="164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6FFAD8C-1C50-7F39-D98A-5D215C575D08}"/>
                    </a:ext>
                  </a:extLst>
                </p14:cNvPr>
                <p14:cNvContentPartPr/>
                <p14:nvPr/>
              </p14:nvContentPartPr>
              <p14:xfrm>
                <a:off x="4043160" y="2461896"/>
                <a:ext cx="283320" cy="265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6FFAD8C-1C50-7F39-D98A-5D215C575D0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34160" y="2453256"/>
                  <a:ext cx="30096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796A1DA-2884-F19C-A3EB-D31720D91A12}"/>
              </a:ext>
            </a:extLst>
          </p:cNvPr>
          <p:cNvGrpSpPr/>
          <p:nvPr/>
        </p:nvGrpSpPr>
        <p:grpSpPr>
          <a:xfrm>
            <a:off x="4565160" y="2564496"/>
            <a:ext cx="136800" cy="85680"/>
            <a:chOff x="4565160" y="2564496"/>
            <a:chExt cx="136800" cy="8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F4B2FBA-1150-8B64-D279-00F875C95637}"/>
                    </a:ext>
                  </a:extLst>
                </p14:cNvPr>
                <p14:cNvContentPartPr/>
                <p14:nvPr/>
              </p14:nvContentPartPr>
              <p14:xfrm>
                <a:off x="4565160" y="2564496"/>
                <a:ext cx="136800" cy="9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F4B2FBA-1150-8B64-D279-00F875C9563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56160" y="2555856"/>
                  <a:ext cx="1544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1EB0634-3BC6-06B0-5754-3308AC39AFDF}"/>
                    </a:ext>
                  </a:extLst>
                </p14:cNvPr>
                <p14:cNvContentPartPr/>
                <p14:nvPr/>
              </p14:nvContentPartPr>
              <p14:xfrm>
                <a:off x="4577400" y="2632896"/>
                <a:ext cx="122400" cy="17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1EB0634-3BC6-06B0-5754-3308AC39AFD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68400" y="2624256"/>
                  <a:ext cx="14004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44E12EA-C340-CE2C-EFEA-DD9BD7559B39}"/>
              </a:ext>
            </a:extLst>
          </p:cNvPr>
          <p:cNvGrpSpPr/>
          <p:nvPr/>
        </p:nvGrpSpPr>
        <p:grpSpPr>
          <a:xfrm>
            <a:off x="4982040" y="2379456"/>
            <a:ext cx="666360" cy="335880"/>
            <a:chOff x="4982040" y="2379456"/>
            <a:chExt cx="666360" cy="33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6112271-DF5D-6F55-2333-A79ADDE95DF2}"/>
                    </a:ext>
                  </a:extLst>
                </p14:cNvPr>
                <p14:cNvContentPartPr/>
                <p14:nvPr/>
              </p14:nvContentPartPr>
              <p14:xfrm>
                <a:off x="5028480" y="2379456"/>
                <a:ext cx="200160" cy="335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6112271-DF5D-6F55-2333-A79ADDE95DF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19480" y="2370456"/>
                  <a:ext cx="2178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FF144F5-5B14-3180-BDB9-38515B86A52A}"/>
                    </a:ext>
                  </a:extLst>
                </p14:cNvPr>
                <p14:cNvContentPartPr/>
                <p14:nvPr/>
              </p14:nvContentPartPr>
              <p14:xfrm>
                <a:off x="4982040" y="2490696"/>
                <a:ext cx="300240" cy="118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FF144F5-5B14-3180-BDB9-38515B86A52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973400" y="2481696"/>
                  <a:ext cx="3178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5BDC033-2045-F10F-2DB1-47F2E281BDA3}"/>
                    </a:ext>
                  </a:extLst>
                </p14:cNvPr>
                <p14:cNvContentPartPr/>
                <p14:nvPr/>
              </p14:nvContentPartPr>
              <p14:xfrm>
                <a:off x="5332320" y="2488536"/>
                <a:ext cx="316080" cy="98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5BDC033-2045-F10F-2DB1-47F2E281BDA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323320" y="2479536"/>
                  <a:ext cx="33372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C1858F2-C928-2C8F-B4AC-805EBADCDA77}"/>
              </a:ext>
            </a:extLst>
          </p:cNvPr>
          <p:cNvGrpSpPr/>
          <p:nvPr/>
        </p:nvGrpSpPr>
        <p:grpSpPr>
          <a:xfrm>
            <a:off x="3141000" y="3042576"/>
            <a:ext cx="836640" cy="437040"/>
            <a:chOff x="3141000" y="3042576"/>
            <a:chExt cx="836640" cy="43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C6F7017-EAE6-134B-EE1B-39284F481560}"/>
                    </a:ext>
                  </a:extLst>
                </p14:cNvPr>
                <p14:cNvContentPartPr/>
                <p14:nvPr/>
              </p14:nvContentPartPr>
              <p14:xfrm>
                <a:off x="3195720" y="3042576"/>
                <a:ext cx="136080" cy="437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C6F7017-EAE6-134B-EE1B-39284F48156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87080" y="3033936"/>
                  <a:ext cx="15372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A265191-5EDE-3C2F-954B-FD5E6DF2BEEE}"/>
                    </a:ext>
                  </a:extLst>
                </p14:cNvPr>
                <p14:cNvContentPartPr/>
                <p14:nvPr/>
              </p14:nvContentPartPr>
              <p14:xfrm>
                <a:off x="3141000" y="3218976"/>
                <a:ext cx="290520" cy="150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A265191-5EDE-3C2F-954B-FD5E6DF2BEE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32360" y="3210336"/>
                  <a:ext cx="308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881F736-D8E2-0B8E-135E-F5EB74D48F7D}"/>
                    </a:ext>
                  </a:extLst>
                </p14:cNvPr>
                <p14:cNvContentPartPr/>
                <p14:nvPr/>
              </p14:nvContentPartPr>
              <p14:xfrm>
                <a:off x="3467880" y="3238416"/>
                <a:ext cx="293040" cy="84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881F736-D8E2-0B8E-135E-F5EB74D48F7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59240" y="3229776"/>
                  <a:ext cx="310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746B0E8-16D0-03EE-A168-DA56577E0423}"/>
                    </a:ext>
                  </a:extLst>
                </p14:cNvPr>
                <p14:cNvContentPartPr/>
                <p14:nvPr/>
              </p14:nvContentPartPr>
              <p14:xfrm>
                <a:off x="3823560" y="3087216"/>
                <a:ext cx="81000" cy="199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746B0E8-16D0-03EE-A168-DA56577E042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14920" y="3078576"/>
                  <a:ext cx="98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9E12423-8BC4-79EC-AB04-3EE788A07E71}"/>
                    </a:ext>
                  </a:extLst>
                </p14:cNvPr>
                <p14:cNvContentPartPr/>
                <p14:nvPr/>
              </p14:nvContentPartPr>
              <p14:xfrm>
                <a:off x="3809160" y="3150576"/>
                <a:ext cx="168480" cy="15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9E12423-8BC4-79EC-AB04-3EE788A07E7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00520" y="3141936"/>
                  <a:ext cx="18612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A7CA73A-DD72-1391-F7E2-D8E8480DF567}"/>
              </a:ext>
            </a:extLst>
          </p:cNvPr>
          <p:cNvGrpSpPr/>
          <p:nvPr/>
        </p:nvGrpSpPr>
        <p:grpSpPr>
          <a:xfrm>
            <a:off x="4187160" y="3124656"/>
            <a:ext cx="173520" cy="55440"/>
            <a:chOff x="4187160" y="3124656"/>
            <a:chExt cx="173520" cy="5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592E937-A974-BA20-FC3E-5B25EA012CB7}"/>
                    </a:ext>
                  </a:extLst>
                </p14:cNvPr>
                <p14:cNvContentPartPr/>
                <p14:nvPr/>
              </p14:nvContentPartPr>
              <p14:xfrm>
                <a:off x="4187160" y="3124656"/>
                <a:ext cx="119880" cy="15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592E937-A974-BA20-FC3E-5B25EA012CB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78520" y="3115656"/>
                  <a:ext cx="1375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7E72AFD-3EBD-A0D5-63A1-5FD60ECEA672}"/>
                    </a:ext>
                  </a:extLst>
                </p14:cNvPr>
                <p14:cNvContentPartPr/>
                <p14:nvPr/>
              </p14:nvContentPartPr>
              <p14:xfrm>
                <a:off x="4216320" y="3141576"/>
                <a:ext cx="144360" cy="38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7E72AFD-3EBD-A0D5-63A1-5FD60ECEA67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07680" y="3132936"/>
                  <a:ext cx="16200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E909AA2-515F-0B0F-34BD-C08BD05587E3}"/>
              </a:ext>
            </a:extLst>
          </p:cNvPr>
          <p:cNvGrpSpPr/>
          <p:nvPr/>
        </p:nvGrpSpPr>
        <p:grpSpPr>
          <a:xfrm>
            <a:off x="4574880" y="2802096"/>
            <a:ext cx="809640" cy="442440"/>
            <a:chOff x="4574880" y="2802096"/>
            <a:chExt cx="809640" cy="4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0DC515E-9632-1170-AFA9-D30CFBFC57F6}"/>
                    </a:ext>
                  </a:extLst>
                </p14:cNvPr>
                <p14:cNvContentPartPr/>
                <p14:nvPr/>
              </p14:nvContentPartPr>
              <p14:xfrm>
                <a:off x="4582080" y="2802096"/>
                <a:ext cx="190440" cy="442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0DC515E-9632-1170-AFA9-D30CFBFC57F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73440" y="2793096"/>
                  <a:ext cx="20808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EE709A5-C41B-84EA-7681-B58B1A0613DB}"/>
                    </a:ext>
                  </a:extLst>
                </p14:cNvPr>
                <p14:cNvContentPartPr/>
                <p14:nvPr/>
              </p14:nvContentPartPr>
              <p14:xfrm>
                <a:off x="4574880" y="3035376"/>
                <a:ext cx="300240" cy="109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EE709A5-C41B-84EA-7681-B58B1A0613D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65880" y="3026376"/>
                  <a:ext cx="3178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66E9DE1-4E4D-4F3C-D848-0055BC75F657}"/>
                    </a:ext>
                  </a:extLst>
                </p14:cNvPr>
                <p14:cNvContentPartPr/>
                <p14:nvPr/>
              </p14:nvContentPartPr>
              <p14:xfrm>
                <a:off x="4872240" y="3016656"/>
                <a:ext cx="256680" cy="95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66E9DE1-4E4D-4F3C-D848-0055BC75F65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863240" y="3008016"/>
                  <a:ext cx="2743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77D2683-63B8-E69C-76F1-495DAE3D6FE9}"/>
                    </a:ext>
                  </a:extLst>
                </p14:cNvPr>
                <p14:cNvContentPartPr/>
                <p14:nvPr/>
              </p14:nvContentPartPr>
              <p14:xfrm>
                <a:off x="5205240" y="2824776"/>
                <a:ext cx="91800" cy="236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77D2683-63B8-E69C-76F1-495DAE3D6FE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96600" y="2815776"/>
                  <a:ext cx="1094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B743018-6226-1DA0-1E91-B5D959C29C06}"/>
                    </a:ext>
                  </a:extLst>
                </p14:cNvPr>
                <p14:cNvContentPartPr/>
                <p14:nvPr/>
              </p14:nvContentPartPr>
              <p14:xfrm>
                <a:off x="5148000" y="2914776"/>
                <a:ext cx="173520" cy="11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B743018-6226-1DA0-1E91-B5D959C29C0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139000" y="2906136"/>
                  <a:ext cx="191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2FAF6C3-6998-7151-FC27-6A777087F49E}"/>
                    </a:ext>
                  </a:extLst>
                </p14:cNvPr>
                <p14:cNvContentPartPr/>
                <p14:nvPr/>
              </p14:nvContentPartPr>
              <p14:xfrm>
                <a:off x="5376960" y="2983896"/>
                <a:ext cx="7560" cy="35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2FAF6C3-6998-7151-FC27-6A777087F49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68320" y="2975256"/>
                  <a:ext cx="2520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16A6153-8E47-48F8-F372-1F0A5F088CD1}"/>
              </a:ext>
            </a:extLst>
          </p:cNvPr>
          <p:cNvGrpSpPr/>
          <p:nvPr/>
        </p:nvGrpSpPr>
        <p:grpSpPr>
          <a:xfrm>
            <a:off x="5618520" y="2061576"/>
            <a:ext cx="2082600" cy="1034280"/>
            <a:chOff x="5618520" y="2061576"/>
            <a:chExt cx="2082600" cy="103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D3D36B3-2F5A-5D0C-51A7-FE102ABF32E1}"/>
                    </a:ext>
                  </a:extLst>
                </p14:cNvPr>
                <p14:cNvContentPartPr/>
                <p14:nvPr/>
              </p14:nvContentPartPr>
              <p14:xfrm>
                <a:off x="5698800" y="2321136"/>
                <a:ext cx="70920" cy="213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D3D36B3-2F5A-5D0C-51A7-FE102ABF32E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690160" y="2312136"/>
                  <a:ext cx="885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D0748CD-9BDC-93C3-1F30-ED264553D9A4}"/>
                    </a:ext>
                  </a:extLst>
                </p14:cNvPr>
                <p14:cNvContentPartPr/>
                <p14:nvPr/>
              </p14:nvContentPartPr>
              <p14:xfrm>
                <a:off x="5618520" y="2438856"/>
                <a:ext cx="154080" cy="7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D0748CD-9BDC-93C3-1F30-ED264553D9A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609520" y="2429856"/>
                  <a:ext cx="171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65A625F-7180-3F67-651B-921DDD270FB3}"/>
                    </a:ext>
                  </a:extLst>
                </p14:cNvPr>
                <p14:cNvContentPartPr/>
                <p14:nvPr/>
              </p14:nvContentPartPr>
              <p14:xfrm>
                <a:off x="5840280" y="2484216"/>
                <a:ext cx="39240" cy="4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65A625F-7180-3F67-651B-921DDD270FB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31640" y="2475216"/>
                  <a:ext cx="568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674A202-EEC0-56F7-ABB1-7957492561B9}"/>
                    </a:ext>
                  </a:extLst>
                </p14:cNvPr>
                <p14:cNvContentPartPr/>
                <p14:nvPr/>
              </p14:nvContentPartPr>
              <p14:xfrm>
                <a:off x="5938200" y="2416536"/>
                <a:ext cx="226800" cy="199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674A202-EEC0-56F7-ABB1-7957492561B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929560" y="2407536"/>
                  <a:ext cx="2444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D5935E4-BCFF-08EC-82E4-69B96E1A14B0}"/>
                    </a:ext>
                  </a:extLst>
                </p14:cNvPr>
                <p14:cNvContentPartPr/>
                <p14:nvPr/>
              </p14:nvContentPartPr>
              <p14:xfrm>
                <a:off x="6278400" y="2230776"/>
                <a:ext cx="83880" cy="205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D5935E4-BCFF-08EC-82E4-69B96E1A14B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69760" y="2221776"/>
                  <a:ext cx="1015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1CA12E3-562D-480A-4427-54438220F694}"/>
                    </a:ext>
                  </a:extLst>
                </p14:cNvPr>
                <p14:cNvContentPartPr/>
                <p14:nvPr/>
              </p14:nvContentPartPr>
              <p14:xfrm>
                <a:off x="6228000" y="2311056"/>
                <a:ext cx="190440" cy="52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1CA12E3-562D-480A-4427-54438220F69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19360" y="2302416"/>
                  <a:ext cx="2080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33EC9C9-2688-A5E1-7D45-EA4A35C827FE}"/>
                    </a:ext>
                  </a:extLst>
                </p14:cNvPr>
                <p14:cNvContentPartPr/>
                <p14:nvPr/>
              </p14:nvContentPartPr>
              <p14:xfrm>
                <a:off x="6540120" y="2212056"/>
                <a:ext cx="17280" cy="119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33EC9C9-2688-A5E1-7D45-EA4A35C827F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531480" y="2203056"/>
                  <a:ext cx="349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ABF5B35-360B-C607-3128-2AF5C51C2627}"/>
                    </a:ext>
                  </a:extLst>
                </p14:cNvPr>
                <p14:cNvContentPartPr/>
                <p14:nvPr/>
              </p14:nvContentPartPr>
              <p14:xfrm>
                <a:off x="6418080" y="2194056"/>
                <a:ext cx="256320" cy="239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ABF5B35-360B-C607-3128-2AF5C51C262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409440" y="2185056"/>
                  <a:ext cx="2739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BF5F09C-3927-77E6-1F18-5A8E87269201}"/>
                    </a:ext>
                  </a:extLst>
                </p14:cNvPr>
                <p14:cNvContentPartPr/>
                <p14:nvPr/>
              </p14:nvContentPartPr>
              <p14:xfrm>
                <a:off x="6704280" y="2287656"/>
                <a:ext cx="150840" cy="73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BF5F09C-3927-77E6-1F18-5A8E8726920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695280" y="2278656"/>
                  <a:ext cx="1684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883F874-3D2F-2B0B-3FC8-50240C84EEC8}"/>
                    </a:ext>
                  </a:extLst>
                </p14:cNvPr>
                <p14:cNvContentPartPr/>
                <p14:nvPr/>
              </p14:nvContentPartPr>
              <p14:xfrm>
                <a:off x="6913080" y="2090736"/>
                <a:ext cx="88200" cy="247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883F874-3D2F-2B0B-3FC8-50240C84EEC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04440" y="2082096"/>
                  <a:ext cx="1058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B39BFF0-775E-DF89-6C0C-2DAB23077AA3}"/>
                    </a:ext>
                  </a:extLst>
                </p14:cNvPr>
                <p14:cNvContentPartPr/>
                <p14:nvPr/>
              </p14:nvContentPartPr>
              <p14:xfrm>
                <a:off x="6871680" y="2241216"/>
                <a:ext cx="273600" cy="79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B39BFF0-775E-DF89-6C0C-2DAB23077AA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863040" y="2232216"/>
                  <a:ext cx="2912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A138791-CA30-E5A5-9050-21937F8D9B8A}"/>
                    </a:ext>
                  </a:extLst>
                </p14:cNvPr>
                <p14:cNvContentPartPr/>
                <p14:nvPr/>
              </p14:nvContentPartPr>
              <p14:xfrm>
                <a:off x="7190280" y="2087496"/>
                <a:ext cx="181800" cy="277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A138791-CA30-E5A5-9050-21937F8D9B8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181280" y="2078856"/>
                  <a:ext cx="1994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5070056-2513-17B5-3325-B2EF6B08A693}"/>
                    </a:ext>
                  </a:extLst>
                </p14:cNvPr>
                <p14:cNvContentPartPr/>
                <p14:nvPr/>
              </p14:nvContentPartPr>
              <p14:xfrm>
                <a:off x="7410600" y="2061576"/>
                <a:ext cx="100440" cy="2595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5070056-2513-17B5-3325-B2EF6B08A69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401600" y="2052576"/>
                  <a:ext cx="1180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1E4B3AB-D68D-C6B5-FA26-8AC1BD5F0F5F}"/>
                    </a:ext>
                  </a:extLst>
                </p14:cNvPr>
                <p14:cNvContentPartPr/>
                <p14:nvPr/>
              </p14:nvContentPartPr>
              <p14:xfrm>
                <a:off x="7627680" y="2190816"/>
                <a:ext cx="12600" cy="482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1E4B3AB-D68D-C6B5-FA26-8AC1BD5F0F5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618680" y="2181816"/>
                  <a:ext cx="30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D3164A3-8318-F754-CB15-A62F485EA037}"/>
                    </a:ext>
                  </a:extLst>
                </p14:cNvPr>
                <p14:cNvContentPartPr/>
                <p14:nvPr/>
              </p14:nvContentPartPr>
              <p14:xfrm>
                <a:off x="7590960" y="2336976"/>
                <a:ext cx="110160" cy="109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D3164A3-8318-F754-CB15-A62F485EA03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582320" y="2328336"/>
                  <a:ext cx="127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E5E7479-D777-809B-9C82-4234958ACBF3}"/>
                    </a:ext>
                  </a:extLst>
                </p14:cNvPr>
                <p14:cNvContentPartPr/>
                <p14:nvPr/>
              </p14:nvContentPartPr>
              <p14:xfrm>
                <a:off x="5624640" y="2851416"/>
                <a:ext cx="235440" cy="244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E5E7479-D777-809B-9C82-4234958ACBF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16000" y="2842416"/>
                  <a:ext cx="2530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AC74F64-8CA6-5BAF-E1FD-93BA95C55ED3}"/>
                    </a:ext>
                  </a:extLst>
                </p14:cNvPr>
                <p14:cNvContentPartPr/>
                <p14:nvPr/>
              </p14:nvContentPartPr>
              <p14:xfrm>
                <a:off x="5940360" y="2760696"/>
                <a:ext cx="114840" cy="173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AC74F64-8CA6-5BAF-E1FD-93BA95C55ED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931360" y="2751696"/>
                  <a:ext cx="132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9CA6836-521A-D83C-55BB-19BFBEBABF4B}"/>
                    </a:ext>
                  </a:extLst>
                </p14:cNvPr>
                <p14:cNvContentPartPr/>
                <p14:nvPr/>
              </p14:nvContentPartPr>
              <p14:xfrm>
                <a:off x="5889240" y="2797776"/>
                <a:ext cx="190440" cy="51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9CA6836-521A-D83C-55BB-19BFBEBABF4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880240" y="2789136"/>
                  <a:ext cx="208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5DB9DED-E5CA-DDBF-AC61-98C737852DB2}"/>
                    </a:ext>
                  </a:extLst>
                </p14:cNvPr>
                <p14:cNvContentPartPr/>
                <p14:nvPr/>
              </p14:nvContentPartPr>
              <p14:xfrm>
                <a:off x="6142680" y="2691936"/>
                <a:ext cx="188280" cy="1980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5DB9DED-E5CA-DDBF-AC61-98C737852DB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134040" y="2683296"/>
                  <a:ext cx="205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3265107-21A6-2D03-981E-957679E76B3C}"/>
                    </a:ext>
                  </a:extLst>
                </p14:cNvPr>
                <p14:cNvContentPartPr/>
                <p14:nvPr/>
              </p14:nvContentPartPr>
              <p14:xfrm>
                <a:off x="6379920" y="2758896"/>
                <a:ext cx="101160" cy="79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3265107-21A6-2D03-981E-957679E76B3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370920" y="2749896"/>
                  <a:ext cx="118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F7F0774-5A95-2312-C788-66FEA7A5001D}"/>
                    </a:ext>
                  </a:extLst>
                </p14:cNvPr>
                <p14:cNvContentPartPr/>
                <p14:nvPr/>
              </p14:nvContentPartPr>
              <p14:xfrm>
                <a:off x="6593760" y="2701296"/>
                <a:ext cx="81000" cy="133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F7F0774-5A95-2312-C788-66FEA7A5001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85120" y="2692296"/>
                  <a:ext cx="986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C556017-B533-C4DC-5116-3652760A425A}"/>
                    </a:ext>
                  </a:extLst>
                </p14:cNvPr>
                <p14:cNvContentPartPr/>
                <p14:nvPr/>
              </p14:nvContentPartPr>
              <p14:xfrm>
                <a:off x="6584040" y="2740176"/>
                <a:ext cx="200160" cy="48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C556017-B533-C4DC-5116-3652760A425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75040" y="2731536"/>
                  <a:ext cx="217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16B3C92-DC05-A77D-86D5-EDE5181A9345}"/>
                    </a:ext>
                  </a:extLst>
                </p14:cNvPr>
                <p14:cNvContentPartPr/>
                <p14:nvPr/>
              </p14:nvContentPartPr>
              <p14:xfrm>
                <a:off x="6847200" y="2601936"/>
                <a:ext cx="59040" cy="192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16B3C92-DC05-A77D-86D5-EDE5181A934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38560" y="2593296"/>
                  <a:ext cx="76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CF118B4-30DA-3B51-6383-C3071D81CEFB}"/>
                    </a:ext>
                  </a:extLst>
                </p14:cNvPr>
                <p14:cNvContentPartPr/>
                <p14:nvPr/>
              </p14:nvContentPartPr>
              <p14:xfrm>
                <a:off x="6779160" y="2696256"/>
                <a:ext cx="151560" cy="26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CF118B4-30DA-3B51-6383-C3071D81CEF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70160" y="2687616"/>
                  <a:ext cx="169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90A57B7-7D7E-0744-D92C-88640429A3B5}"/>
                    </a:ext>
                  </a:extLst>
                </p14:cNvPr>
                <p14:cNvContentPartPr/>
                <p14:nvPr/>
              </p14:nvContentPartPr>
              <p14:xfrm>
                <a:off x="7008120" y="2609496"/>
                <a:ext cx="122400" cy="172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90A57B7-7D7E-0744-D92C-88640429A3B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99480" y="2600496"/>
                  <a:ext cx="1400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6B0A07D-E56E-1399-17D1-6B58AEC5580D}"/>
                    </a:ext>
                  </a:extLst>
                </p14:cNvPr>
                <p14:cNvContentPartPr/>
                <p14:nvPr/>
              </p14:nvContentPartPr>
              <p14:xfrm>
                <a:off x="7125480" y="2565576"/>
                <a:ext cx="88200" cy="269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6B0A07D-E56E-1399-17D1-6B58AEC5580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116480" y="2556576"/>
                  <a:ext cx="10584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A5B2411-C265-E344-E8A7-3FAAF24712EE}"/>
              </a:ext>
            </a:extLst>
          </p:cNvPr>
          <p:cNvGrpSpPr/>
          <p:nvPr/>
        </p:nvGrpSpPr>
        <p:grpSpPr>
          <a:xfrm>
            <a:off x="7318080" y="2685096"/>
            <a:ext cx="32040" cy="165240"/>
            <a:chOff x="7318080" y="2685096"/>
            <a:chExt cx="32040" cy="1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43CC092-63A2-476D-2A27-96CD6FABD135}"/>
                    </a:ext>
                  </a:extLst>
                </p14:cNvPr>
                <p14:cNvContentPartPr/>
                <p14:nvPr/>
              </p14:nvContentPartPr>
              <p14:xfrm>
                <a:off x="7344720" y="2685096"/>
                <a:ext cx="5400" cy="360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43CC092-63A2-476D-2A27-96CD6FABD13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336080" y="2676096"/>
                  <a:ext cx="230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A74F8EA-B72A-4068-B4B4-D5AABB23F9B0}"/>
                    </a:ext>
                  </a:extLst>
                </p14:cNvPr>
                <p14:cNvContentPartPr/>
                <p14:nvPr/>
              </p14:nvContentPartPr>
              <p14:xfrm>
                <a:off x="7318080" y="2787336"/>
                <a:ext cx="27360" cy="630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A74F8EA-B72A-4068-B4B4-D5AABB23F9B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309080" y="2778696"/>
                  <a:ext cx="4500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0491052-2B42-7906-AD01-548B40E141C7}"/>
              </a:ext>
            </a:extLst>
          </p:cNvPr>
          <p:cNvGrpSpPr/>
          <p:nvPr/>
        </p:nvGrpSpPr>
        <p:grpSpPr>
          <a:xfrm>
            <a:off x="3206880" y="3653856"/>
            <a:ext cx="966240" cy="288000"/>
            <a:chOff x="3206880" y="3653856"/>
            <a:chExt cx="96624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A45D73C-4D5E-B391-A374-AA318B1C8010}"/>
                    </a:ext>
                  </a:extLst>
                </p14:cNvPr>
                <p14:cNvContentPartPr/>
                <p14:nvPr/>
              </p14:nvContentPartPr>
              <p14:xfrm>
                <a:off x="3206880" y="3794616"/>
                <a:ext cx="251640" cy="147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A45D73C-4D5E-B391-A374-AA318B1C801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198240" y="3785616"/>
                  <a:ext cx="269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968B852-45AC-ECBE-DA6B-90D6CDC48145}"/>
                    </a:ext>
                  </a:extLst>
                </p14:cNvPr>
                <p14:cNvContentPartPr/>
                <p14:nvPr/>
              </p14:nvContentPartPr>
              <p14:xfrm>
                <a:off x="3572640" y="3653856"/>
                <a:ext cx="68760" cy="2628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968B852-45AC-ECBE-DA6B-90D6CDC4814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564000" y="3644856"/>
                  <a:ext cx="864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66A8342-E4AB-87FC-EAF4-BF95DA554D38}"/>
                    </a:ext>
                  </a:extLst>
                </p14:cNvPr>
                <p14:cNvContentPartPr/>
                <p14:nvPr/>
              </p14:nvContentPartPr>
              <p14:xfrm>
                <a:off x="3538440" y="3785256"/>
                <a:ext cx="288000" cy="88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66A8342-E4AB-87FC-EAF4-BF95DA554D3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529800" y="3776616"/>
                  <a:ext cx="3056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2FEA828-D452-1A41-3CF2-CE2E1E0F50FA}"/>
                    </a:ext>
                  </a:extLst>
                </p14:cNvPr>
                <p14:cNvContentPartPr/>
                <p14:nvPr/>
              </p14:nvContentPartPr>
              <p14:xfrm>
                <a:off x="3906720" y="3690576"/>
                <a:ext cx="34560" cy="154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2FEA828-D452-1A41-3CF2-CE2E1E0F50F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898080" y="3681576"/>
                  <a:ext cx="52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618E425-333D-6B61-690B-97DC76312D53}"/>
                    </a:ext>
                  </a:extLst>
                </p14:cNvPr>
                <p14:cNvContentPartPr/>
                <p14:nvPr/>
              </p14:nvContentPartPr>
              <p14:xfrm>
                <a:off x="4038480" y="3756816"/>
                <a:ext cx="134640" cy="428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618E425-333D-6B61-690B-97DC76312D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029480" y="3748176"/>
                  <a:ext cx="15228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8D24845-9D18-5B69-706E-59D7683CC02D}"/>
              </a:ext>
            </a:extLst>
          </p:cNvPr>
          <p:cNvGrpSpPr/>
          <p:nvPr/>
        </p:nvGrpSpPr>
        <p:grpSpPr>
          <a:xfrm>
            <a:off x="4460400" y="3395376"/>
            <a:ext cx="602640" cy="439200"/>
            <a:chOff x="4460400" y="3395376"/>
            <a:chExt cx="602640" cy="43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A6A10D8-7C58-6445-B80E-5D26DC487FD3}"/>
                    </a:ext>
                  </a:extLst>
                </p14:cNvPr>
                <p14:cNvContentPartPr/>
                <p14:nvPr/>
              </p14:nvContentPartPr>
              <p14:xfrm>
                <a:off x="4460400" y="3582936"/>
                <a:ext cx="188280" cy="1357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A6A10D8-7C58-6445-B80E-5D26DC487FD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451400" y="3573936"/>
                  <a:ext cx="2059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66375AA-9CFD-70D9-32C2-FD39DCAF9F51}"/>
                    </a:ext>
                  </a:extLst>
                </p14:cNvPr>
                <p14:cNvContentPartPr/>
                <p14:nvPr/>
              </p14:nvContentPartPr>
              <p14:xfrm>
                <a:off x="4627800" y="3395376"/>
                <a:ext cx="303480" cy="284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66375AA-9CFD-70D9-32C2-FD39DCAF9F5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618800" y="3386376"/>
                  <a:ext cx="3211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5CC521E-39AE-83D0-A839-04C6333C23D3}"/>
                    </a:ext>
                  </a:extLst>
                </p14:cNvPr>
                <p14:cNvContentPartPr/>
                <p14:nvPr/>
              </p14:nvContentPartPr>
              <p14:xfrm>
                <a:off x="5028480" y="3522096"/>
                <a:ext cx="15120" cy="410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5CC521E-39AE-83D0-A839-04C6333C23D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19480" y="3513096"/>
                  <a:ext cx="32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2AFDAFF-4411-037D-6A6A-AF92B3648B0F}"/>
                    </a:ext>
                  </a:extLst>
                </p14:cNvPr>
                <p14:cNvContentPartPr/>
                <p14:nvPr/>
              </p14:nvContentPartPr>
              <p14:xfrm>
                <a:off x="4940640" y="3655296"/>
                <a:ext cx="122400" cy="1792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2AFDAFF-4411-037D-6A6A-AF92B3648B0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931640" y="3646656"/>
                  <a:ext cx="140040" cy="19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89285079-1ED8-7AD0-BA8F-32D954DC7D76}"/>
                  </a:ext>
                </a:extLst>
              </p14:cNvPr>
              <p14:cNvContentPartPr/>
              <p14:nvPr/>
            </p14:nvContentPartPr>
            <p14:xfrm>
              <a:off x="2543760" y="4153176"/>
              <a:ext cx="200160" cy="43524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89285079-1ED8-7AD0-BA8F-32D954DC7D76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535120" y="4144536"/>
                <a:ext cx="217800" cy="45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374718B-7CBA-CB46-617D-59C405B90C47}"/>
              </a:ext>
            </a:extLst>
          </p:cNvPr>
          <p:cNvGrpSpPr/>
          <p:nvPr/>
        </p:nvGrpSpPr>
        <p:grpSpPr>
          <a:xfrm>
            <a:off x="1623600" y="130896"/>
            <a:ext cx="5212080" cy="819720"/>
            <a:chOff x="1623600" y="130896"/>
            <a:chExt cx="5212080" cy="81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97FD0AB-1828-CFA3-1293-2137229E0721}"/>
                    </a:ext>
                  </a:extLst>
                </p14:cNvPr>
                <p14:cNvContentPartPr/>
                <p14:nvPr/>
              </p14:nvContentPartPr>
              <p14:xfrm>
                <a:off x="1623600" y="130896"/>
                <a:ext cx="5104800" cy="819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97FD0AB-1828-CFA3-1293-2137229E072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614960" y="121896"/>
                  <a:ext cx="5122440" cy="83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3D251BF-C6BC-915E-2F16-E45256847466}"/>
                    </a:ext>
                  </a:extLst>
                </p14:cNvPr>
                <p14:cNvContentPartPr/>
                <p14:nvPr/>
              </p14:nvContentPartPr>
              <p14:xfrm>
                <a:off x="6608520" y="490176"/>
                <a:ext cx="141840" cy="85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3D251BF-C6BC-915E-2F16-E4525684746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599520" y="481176"/>
                  <a:ext cx="1594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4CE06EA-806A-5B9F-DC48-6E7FDF760B35}"/>
                    </a:ext>
                  </a:extLst>
                </p14:cNvPr>
                <p14:cNvContentPartPr/>
                <p14:nvPr/>
              </p14:nvContentPartPr>
              <p14:xfrm>
                <a:off x="6706080" y="499536"/>
                <a:ext cx="129600" cy="112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4CE06EA-806A-5B9F-DC48-6E7FDF760B3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697080" y="490896"/>
                  <a:ext cx="147240" cy="129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07038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F9A0A-55A1-0E07-0068-0200FC7AC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C9B3D8C-0321-0630-3E8C-50AC14B271AA}"/>
                  </a:ext>
                </a:extLst>
              </p14:cNvPr>
              <p14:cNvContentPartPr/>
              <p14:nvPr/>
            </p14:nvContentPartPr>
            <p14:xfrm>
              <a:off x="864360" y="554544"/>
              <a:ext cx="110520" cy="374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C9B3D8C-0321-0630-3E8C-50AC14B271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5720" y="545904"/>
                <a:ext cx="12816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7CF2579-31D9-5225-938C-3E5B4B741AE2}"/>
                  </a:ext>
                </a:extLst>
              </p14:cNvPr>
              <p14:cNvContentPartPr/>
              <p14:nvPr/>
            </p14:nvContentPartPr>
            <p14:xfrm>
              <a:off x="788760" y="798624"/>
              <a:ext cx="185760" cy="37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7CF2579-31D9-5225-938C-3E5B4B741AE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0120" y="789624"/>
                <a:ext cx="2034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0467BEE-6BA2-1A34-F96C-ACB35D0D82CF}"/>
                  </a:ext>
                </a:extLst>
              </p14:cNvPr>
              <p14:cNvContentPartPr/>
              <p14:nvPr/>
            </p14:nvContentPartPr>
            <p14:xfrm>
              <a:off x="993600" y="710784"/>
              <a:ext cx="39240" cy="122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0467BEE-6BA2-1A34-F96C-ACB35D0D82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4960" y="702144"/>
                <a:ext cx="5688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56CECE9-826F-DF2A-4FC1-0CDEF4856804}"/>
                  </a:ext>
                </a:extLst>
              </p14:cNvPr>
              <p14:cNvContentPartPr/>
              <p14:nvPr/>
            </p14:nvContentPartPr>
            <p14:xfrm>
              <a:off x="1083240" y="728424"/>
              <a:ext cx="235800" cy="7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56CECE9-826F-DF2A-4FC1-0CDEF485680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74240" y="719784"/>
                <a:ext cx="2534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940C354-0A0B-3447-6C4A-8BED50E227C2}"/>
                  </a:ext>
                </a:extLst>
              </p14:cNvPr>
              <p14:cNvContentPartPr/>
              <p14:nvPr/>
            </p14:nvContentPartPr>
            <p14:xfrm>
              <a:off x="1436040" y="600264"/>
              <a:ext cx="72360" cy="167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940C354-0A0B-3447-6C4A-8BED50E227C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27400" y="591264"/>
                <a:ext cx="900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A810F49-5059-B9B4-C9BB-23509374F20C}"/>
                  </a:ext>
                </a:extLst>
              </p14:cNvPr>
              <p14:cNvContentPartPr/>
              <p14:nvPr/>
            </p14:nvContentPartPr>
            <p14:xfrm>
              <a:off x="1322640" y="681624"/>
              <a:ext cx="209880" cy="28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A810F49-5059-B9B4-C9BB-23509374F20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14000" y="672624"/>
                <a:ext cx="2275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0889D6C-CE67-4BF7-45D4-9D8D1289B745}"/>
                  </a:ext>
                </a:extLst>
              </p14:cNvPr>
              <p14:cNvContentPartPr/>
              <p14:nvPr/>
            </p14:nvContentPartPr>
            <p14:xfrm>
              <a:off x="1157040" y="948384"/>
              <a:ext cx="24840" cy="168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0889D6C-CE67-4BF7-45D4-9D8D1289B74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48040" y="939744"/>
                <a:ext cx="424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BAB6BBA-DFE4-2C6F-1764-A55BA98F987D}"/>
                  </a:ext>
                </a:extLst>
              </p14:cNvPr>
              <p14:cNvContentPartPr/>
              <p14:nvPr/>
            </p14:nvContentPartPr>
            <p14:xfrm>
              <a:off x="1164240" y="808344"/>
              <a:ext cx="613080" cy="316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BAB6BBA-DFE4-2C6F-1764-A55BA98F987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55600" y="799704"/>
                <a:ext cx="63072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688C844-AD4E-C787-0C19-625EE5496B24}"/>
                  </a:ext>
                </a:extLst>
              </p14:cNvPr>
              <p14:cNvContentPartPr/>
              <p14:nvPr/>
            </p14:nvContentPartPr>
            <p14:xfrm>
              <a:off x="839880" y="1410624"/>
              <a:ext cx="236880" cy="133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688C844-AD4E-C787-0C19-625EE5496B2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30880" y="1401624"/>
                <a:ext cx="2545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6DB98E3-A516-2B48-84F2-D26D030C45A6}"/>
                  </a:ext>
                </a:extLst>
              </p14:cNvPr>
              <p14:cNvContentPartPr/>
              <p14:nvPr/>
            </p14:nvContentPartPr>
            <p14:xfrm>
              <a:off x="1120320" y="1399104"/>
              <a:ext cx="132120" cy="10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6DB98E3-A516-2B48-84F2-D26D030C45A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11680" y="1390104"/>
                <a:ext cx="14976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467129F-8953-D0C5-E2D2-9B6C899619CE}"/>
                  </a:ext>
                </a:extLst>
              </p14:cNvPr>
              <p14:cNvContentPartPr/>
              <p14:nvPr/>
            </p14:nvContentPartPr>
            <p14:xfrm>
              <a:off x="1327320" y="1351224"/>
              <a:ext cx="78840" cy="124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67129F-8953-D0C5-E2D2-9B6C899619C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18320" y="1342224"/>
                <a:ext cx="9648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22B81F4-8559-AF09-2A9D-2EAF724EF9DB}"/>
                  </a:ext>
                </a:extLst>
              </p14:cNvPr>
              <p14:cNvContentPartPr/>
              <p14:nvPr/>
            </p14:nvContentPartPr>
            <p14:xfrm>
              <a:off x="1211400" y="1641384"/>
              <a:ext cx="22320" cy="2131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22B81F4-8559-AF09-2A9D-2EAF724EF9D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02400" y="1632384"/>
                <a:ext cx="3996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053D516-D8E9-4032-FAEB-289CC4C7694C}"/>
                  </a:ext>
                </a:extLst>
              </p14:cNvPr>
              <p14:cNvContentPartPr/>
              <p14:nvPr/>
            </p14:nvContentPartPr>
            <p14:xfrm>
              <a:off x="1198800" y="1525104"/>
              <a:ext cx="628920" cy="335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053D516-D8E9-4032-FAEB-289CC4C7694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90160" y="1516104"/>
                <a:ext cx="64656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36840BC-A2AA-6B0A-8053-5AF8FB0D20E1}"/>
                  </a:ext>
                </a:extLst>
              </p14:cNvPr>
              <p14:cNvContentPartPr/>
              <p14:nvPr/>
            </p14:nvContentPartPr>
            <p14:xfrm>
              <a:off x="7047720" y="589464"/>
              <a:ext cx="38880" cy="3798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36840BC-A2AA-6B0A-8053-5AF8FB0D20E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39080" y="580824"/>
                <a:ext cx="5652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90454F8-EF21-DFF3-9AF0-1E519374D285}"/>
                  </a:ext>
                </a:extLst>
              </p14:cNvPr>
              <p14:cNvContentPartPr/>
              <p14:nvPr/>
            </p14:nvContentPartPr>
            <p14:xfrm>
              <a:off x="1666440" y="944064"/>
              <a:ext cx="5243400" cy="7552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90454F8-EF21-DFF3-9AF0-1E519374D28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657800" y="935064"/>
                <a:ext cx="5261040" cy="77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B685C96-E317-CEED-EA8F-7E956BD303A5}"/>
                  </a:ext>
                </a:extLst>
              </p14:cNvPr>
              <p14:cNvContentPartPr/>
              <p14:nvPr/>
            </p14:nvContentPartPr>
            <p14:xfrm>
              <a:off x="744840" y="2042784"/>
              <a:ext cx="12600" cy="572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B685C96-E317-CEED-EA8F-7E956BD303A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36200" y="2034144"/>
                <a:ext cx="3024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1A63F06-C401-1FBB-1AAC-36762A1FA919}"/>
                  </a:ext>
                </a:extLst>
              </p14:cNvPr>
              <p14:cNvContentPartPr/>
              <p14:nvPr/>
            </p14:nvContentPartPr>
            <p14:xfrm>
              <a:off x="6690600" y="752184"/>
              <a:ext cx="133560" cy="145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1A63F06-C401-1FBB-1AAC-36762A1FA91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681960" y="743184"/>
                <a:ext cx="1512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2431EAE-1B98-2383-DDC2-03E02A51A649}"/>
                  </a:ext>
                </a:extLst>
              </p14:cNvPr>
              <p14:cNvContentPartPr/>
              <p14:nvPr/>
            </p14:nvContentPartPr>
            <p14:xfrm>
              <a:off x="7246800" y="697464"/>
              <a:ext cx="52560" cy="608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2431EAE-1B98-2383-DDC2-03E02A51A64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238160" y="688824"/>
                <a:ext cx="7020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136D348-32E1-AD70-5B3F-48CB9A96C9E6}"/>
                  </a:ext>
                </a:extLst>
              </p14:cNvPr>
              <p14:cNvContentPartPr/>
              <p14:nvPr/>
            </p14:nvContentPartPr>
            <p14:xfrm>
              <a:off x="6456240" y="494424"/>
              <a:ext cx="1008720" cy="4539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136D348-32E1-AD70-5B3F-48CB9A96C9E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447600" y="485424"/>
                <a:ext cx="1026360" cy="4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D74FE60-6353-7F81-D0E1-1CAB400789D0}"/>
                  </a:ext>
                </a:extLst>
              </p14:cNvPr>
              <p14:cNvContentPartPr/>
              <p14:nvPr/>
            </p14:nvContentPartPr>
            <p14:xfrm>
              <a:off x="9063720" y="1820016"/>
              <a:ext cx="10080" cy="54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D74FE60-6353-7F81-D0E1-1CAB400789D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055080" y="1811376"/>
                <a:ext cx="2772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9DCD5F99-AD4F-4D08-4ACC-9DAB311F0FD0}"/>
              </a:ext>
            </a:extLst>
          </p:cNvPr>
          <p:cNvGrpSpPr/>
          <p:nvPr/>
        </p:nvGrpSpPr>
        <p:grpSpPr>
          <a:xfrm>
            <a:off x="2346120" y="2144376"/>
            <a:ext cx="368640" cy="287280"/>
            <a:chOff x="2346120" y="2144376"/>
            <a:chExt cx="36864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62F33D0-46D6-5EDF-801F-D2FF07BBA5EF}"/>
                    </a:ext>
                  </a:extLst>
                </p14:cNvPr>
                <p14:cNvContentPartPr/>
                <p14:nvPr/>
              </p14:nvContentPartPr>
              <p14:xfrm>
                <a:off x="2346120" y="2326536"/>
                <a:ext cx="5400" cy="105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62F33D0-46D6-5EDF-801F-D2FF07BBA5E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37480" y="2317536"/>
                  <a:ext cx="23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B4A86F1-69A6-AE83-8405-DEE7C8460F39}"/>
                    </a:ext>
                  </a:extLst>
                </p14:cNvPr>
                <p14:cNvContentPartPr/>
                <p14:nvPr/>
              </p14:nvContentPartPr>
              <p14:xfrm>
                <a:off x="2370600" y="2144376"/>
                <a:ext cx="22320" cy="53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B4A86F1-69A6-AE83-8405-DEE7C8460F3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61960" y="2135736"/>
                  <a:ext cx="39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3E24736-AD0A-15DC-C6F5-1D02A1945E8E}"/>
                    </a:ext>
                  </a:extLst>
                </p14:cNvPr>
                <p14:cNvContentPartPr/>
                <p14:nvPr/>
              </p14:nvContentPartPr>
              <p14:xfrm>
                <a:off x="2435760" y="2349216"/>
                <a:ext cx="91440" cy="66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3E24736-AD0A-15DC-C6F5-1D02A1945E8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26760" y="2340576"/>
                  <a:ext cx="109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48F27B1-D28A-B2AD-5F25-D92EA04E9B90}"/>
                    </a:ext>
                  </a:extLst>
                </p14:cNvPr>
                <p14:cNvContentPartPr/>
                <p14:nvPr/>
              </p14:nvContentPartPr>
              <p14:xfrm>
                <a:off x="2612160" y="2199096"/>
                <a:ext cx="19800" cy="208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48F27B1-D28A-B2AD-5F25-D92EA04E9B9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03160" y="2190096"/>
                  <a:ext cx="374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E74F6BC-7CD3-8D85-BED5-FFE0F98D2D53}"/>
                    </a:ext>
                  </a:extLst>
                </p14:cNvPr>
                <p14:cNvContentPartPr/>
                <p14:nvPr/>
              </p14:nvContentPartPr>
              <p14:xfrm>
                <a:off x="2543760" y="2283336"/>
                <a:ext cx="171000" cy="9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E74F6BC-7CD3-8D85-BED5-FFE0F98D2D5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35120" y="2274696"/>
                  <a:ext cx="18864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6B39E45-DE3B-F004-3BC8-5CFE083070EC}"/>
              </a:ext>
            </a:extLst>
          </p:cNvPr>
          <p:cNvGrpSpPr/>
          <p:nvPr/>
        </p:nvGrpSpPr>
        <p:grpSpPr>
          <a:xfrm>
            <a:off x="3028680" y="1891656"/>
            <a:ext cx="1814400" cy="665640"/>
            <a:chOff x="3028680" y="1891656"/>
            <a:chExt cx="1814400" cy="66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F65B9C3-593E-903F-02E0-87181421152C}"/>
                    </a:ext>
                  </a:extLst>
                </p14:cNvPr>
                <p14:cNvContentPartPr/>
                <p14:nvPr/>
              </p14:nvContentPartPr>
              <p14:xfrm>
                <a:off x="3028680" y="2102256"/>
                <a:ext cx="212400" cy="259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F65B9C3-593E-903F-02E0-87181421152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20040" y="2093616"/>
                  <a:ext cx="2300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8DF30E2-5F32-767A-8C2A-2E14919F1701}"/>
                    </a:ext>
                  </a:extLst>
                </p14:cNvPr>
                <p14:cNvContentPartPr/>
                <p14:nvPr/>
              </p14:nvContentPartPr>
              <p14:xfrm>
                <a:off x="3268080" y="2247696"/>
                <a:ext cx="158760" cy="55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8DF30E2-5F32-767A-8C2A-2E14919F170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59080" y="2238696"/>
                  <a:ext cx="176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2A6F26A-0BA0-B9A2-114B-C7A6374146D7}"/>
                    </a:ext>
                  </a:extLst>
                </p14:cNvPr>
                <p14:cNvContentPartPr/>
                <p14:nvPr/>
              </p14:nvContentPartPr>
              <p14:xfrm>
                <a:off x="3314160" y="2214936"/>
                <a:ext cx="249120" cy="342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2A6F26A-0BA0-B9A2-114B-C7A6374146D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05520" y="2206296"/>
                  <a:ext cx="2667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078D4D8-CE10-C49B-2B7E-C0472B5D6B9A}"/>
                    </a:ext>
                  </a:extLst>
                </p14:cNvPr>
                <p14:cNvContentPartPr/>
                <p14:nvPr/>
              </p14:nvContentPartPr>
              <p14:xfrm>
                <a:off x="3594600" y="2238336"/>
                <a:ext cx="144360" cy="63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078D4D8-CE10-C49B-2B7E-C0472B5D6B9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85960" y="2229336"/>
                  <a:ext cx="1620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3810E88-8679-48D1-6BA7-287B09EC8D04}"/>
                    </a:ext>
                  </a:extLst>
                </p14:cNvPr>
                <p14:cNvContentPartPr/>
                <p14:nvPr/>
              </p14:nvContentPartPr>
              <p14:xfrm>
                <a:off x="3760560" y="2191176"/>
                <a:ext cx="322200" cy="84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3810E88-8679-48D1-6BA7-287B09EC8D0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51560" y="2182536"/>
                  <a:ext cx="3398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FC38BF5-6695-B18F-6788-3F545CA44959}"/>
                    </a:ext>
                  </a:extLst>
                </p14:cNvPr>
                <p14:cNvContentPartPr/>
                <p14:nvPr/>
              </p14:nvContentPartPr>
              <p14:xfrm>
                <a:off x="4106880" y="2156256"/>
                <a:ext cx="212400" cy="103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FC38BF5-6695-B18F-6788-3F545CA4495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97880" y="2147616"/>
                  <a:ext cx="230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FB96DCA-1546-A0B6-5A47-571EFA64C8E8}"/>
                    </a:ext>
                  </a:extLst>
                </p14:cNvPr>
                <p14:cNvContentPartPr/>
                <p14:nvPr/>
              </p14:nvContentPartPr>
              <p14:xfrm>
                <a:off x="4419000" y="1925136"/>
                <a:ext cx="190440" cy="311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FB96DCA-1546-A0B6-5A47-571EFA64C8E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10000" y="1916136"/>
                  <a:ext cx="2080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BEE1C2E-5C53-658D-B990-323CD736B4D6}"/>
                    </a:ext>
                  </a:extLst>
                </p14:cNvPr>
                <p14:cNvContentPartPr/>
                <p14:nvPr/>
              </p14:nvContentPartPr>
              <p14:xfrm>
                <a:off x="4743000" y="1891656"/>
                <a:ext cx="100080" cy="291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BEE1C2E-5C53-658D-B990-323CD736B4D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34360" y="1883016"/>
                  <a:ext cx="117720" cy="30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301B072-CAEF-1D34-753C-B6DC06D30933}"/>
                  </a:ext>
                </a:extLst>
              </p14:cNvPr>
              <p14:cNvContentPartPr/>
              <p14:nvPr/>
            </p14:nvContentPartPr>
            <p14:xfrm>
              <a:off x="5290200" y="1811016"/>
              <a:ext cx="188640" cy="4780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301B072-CAEF-1D34-753C-B6DC06D3093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281200" y="1802016"/>
                <a:ext cx="206280" cy="49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466F6458-5EF1-3858-54ED-262E8D9E2A0C}"/>
              </a:ext>
            </a:extLst>
          </p:cNvPr>
          <p:cNvGrpSpPr/>
          <p:nvPr/>
        </p:nvGrpSpPr>
        <p:grpSpPr>
          <a:xfrm>
            <a:off x="3189960" y="2613456"/>
            <a:ext cx="429480" cy="262080"/>
            <a:chOff x="3189960" y="2613456"/>
            <a:chExt cx="42948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0F75606-790A-63B7-0002-753A88F823BD}"/>
                    </a:ext>
                  </a:extLst>
                </p14:cNvPr>
                <p14:cNvContentPartPr/>
                <p14:nvPr/>
              </p14:nvContentPartPr>
              <p14:xfrm>
                <a:off x="3189960" y="2773656"/>
                <a:ext cx="9000" cy="101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0F75606-790A-63B7-0002-753A88F823B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80960" y="2764656"/>
                  <a:ext cx="266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0F30893-605E-67A6-E92F-749B473AF175}"/>
                    </a:ext>
                  </a:extLst>
                </p14:cNvPr>
                <p14:cNvContentPartPr/>
                <p14:nvPr/>
              </p14:nvContentPartPr>
              <p14:xfrm>
                <a:off x="3216600" y="2613456"/>
                <a:ext cx="29520" cy="66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0F30893-605E-67A6-E92F-749B473AF17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07960" y="2604456"/>
                  <a:ext cx="471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94E97D9-48AA-18E4-F3C9-1495624D184D}"/>
                    </a:ext>
                  </a:extLst>
                </p14:cNvPr>
                <p14:cNvContentPartPr/>
                <p14:nvPr/>
              </p14:nvContentPartPr>
              <p14:xfrm>
                <a:off x="3316680" y="2794536"/>
                <a:ext cx="97920" cy="24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94E97D9-48AA-18E4-F3C9-1495624D184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08040" y="2785896"/>
                  <a:ext cx="115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63AD689-759D-B412-A95F-28D77A829A5E}"/>
                    </a:ext>
                  </a:extLst>
                </p14:cNvPr>
                <p14:cNvContentPartPr/>
                <p14:nvPr/>
              </p14:nvContentPartPr>
              <p14:xfrm>
                <a:off x="3519000" y="2660616"/>
                <a:ext cx="27360" cy="146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63AD689-759D-B412-A95F-28D77A829A5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510360" y="2651616"/>
                  <a:ext cx="45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1045672-6923-8325-3782-68C931289693}"/>
                    </a:ext>
                  </a:extLst>
                </p14:cNvPr>
                <p14:cNvContentPartPr/>
                <p14:nvPr/>
              </p14:nvContentPartPr>
              <p14:xfrm>
                <a:off x="3453120" y="2721456"/>
                <a:ext cx="166320" cy="20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1045672-6923-8325-3782-68C93128969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44480" y="2712816"/>
                  <a:ext cx="18396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B73E270-9920-B734-A8E5-FED5A068E4E7}"/>
              </a:ext>
            </a:extLst>
          </p:cNvPr>
          <p:cNvGrpSpPr/>
          <p:nvPr/>
        </p:nvGrpSpPr>
        <p:grpSpPr>
          <a:xfrm>
            <a:off x="3872520" y="2461896"/>
            <a:ext cx="453960" cy="306000"/>
            <a:chOff x="3872520" y="2461896"/>
            <a:chExt cx="45396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036E24A-355B-D122-1AFA-83B4D4EB9B3A}"/>
                    </a:ext>
                  </a:extLst>
                </p14:cNvPr>
                <p14:cNvContentPartPr/>
                <p14:nvPr/>
              </p14:nvContentPartPr>
              <p14:xfrm>
                <a:off x="3872520" y="2657736"/>
                <a:ext cx="146520" cy="110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036E24A-355B-D122-1AFA-83B4D4EB9B3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63880" y="2648736"/>
                  <a:ext cx="164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97E3589-6A1E-3A26-5DB8-431414CF5EBE}"/>
                    </a:ext>
                  </a:extLst>
                </p14:cNvPr>
                <p14:cNvContentPartPr/>
                <p14:nvPr/>
              </p14:nvContentPartPr>
              <p14:xfrm>
                <a:off x="4043160" y="2461896"/>
                <a:ext cx="283320" cy="265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97E3589-6A1E-3A26-5DB8-431414CF5EB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34160" y="2453256"/>
                  <a:ext cx="30096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834AA7B-CD18-19D1-EC69-F7D5487BF770}"/>
              </a:ext>
            </a:extLst>
          </p:cNvPr>
          <p:cNvGrpSpPr/>
          <p:nvPr/>
        </p:nvGrpSpPr>
        <p:grpSpPr>
          <a:xfrm>
            <a:off x="4565160" y="2564496"/>
            <a:ext cx="136800" cy="85680"/>
            <a:chOff x="4565160" y="2564496"/>
            <a:chExt cx="136800" cy="8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FAC6069-B785-BA8C-5C9A-AFCEF6F59222}"/>
                    </a:ext>
                  </a:extLst>
                </p14:cNvPr>
                <p14:cNvContentPartPr/>
                <p14:nvPr/>
              </p14:nvContentPartPr>
              <p14:xfrm>
                <a:off x="4565160" y="2564496"/>
                <a:ext cx="136800" cy="9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FAC6069-B785-BA8C-5C9A-AFCEF6F5922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56160" y="2555856"/>
                  <a:ext cx="1544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EA627DB-E145-3765-168F-274F6C4E1794}"/>
                    </a:ext>
                  </a:extLst>
                </p14:cNvPr>
                <p14:cNvContentPartPr/>
                <p14:nvPr/>
              </p14:nvContentPartPr>
              <p14:xfrm>
                <a:off x="4577400" y="2632896"/>
                <a:ext cx="122400" cy="17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EA627DB-E145-3765-168F-274F6C4E179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68400" y="2624256"/>
                  <a:ext cx="14004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DA5B659-C724-4C71-684A-667C93405EDC}"/>
              </a:ext>
            </a:extLst>
          </p:cNvPr>
          <p:cNvGrpSpPr/>
          <p:nvPr/>
        </p:nvGrpSpPr>
        <p:grpSpPr>
          <a:xfrm>
            <a:off x="4982040" y="2379456"/>
            <a:ext cx="666360" cy="335880"/>
            <a:chOff x="4982040" y="2379456"/>
            <a:chExt cx="666360" cy="33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BA0465F-704D-7E71-3516-F399ACA0FF41}"/>
                    </a:ext>
                  </a:extLst>
                </p14:cNvPr>
                <p14:cNvContentPartPr/>
                <p14:nvPr/>
              </p14:nvContentPartPr>
              <p14:xfrm>
                <a:off x="5028480" y="2379456"/>
                <a:ext cx="200160" cy="335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BA0465F-704D-7E71-3516-F399ACA0FF4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19480" y="2370456"/>
                  <a:ext cx="2178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EC38FB7-C662-8F50-9312-7D93BC3A2826}"/>
                    </a:ext>
                  </a:extLst>
                </p14:cNvPr>
                <p14:cNvContentPartPr/>
                <p14:nvPr/>
              </p14:nvContentPartPr>
              <p14:xfrm>
                <a:off x="4982040" y="2490696"/>
                <a:ext cx="300240" cy="118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EC38FB7-C662-8F50-9312-7D93BC3A282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973400" y="2481696"/>
                  <a:ext cx="3178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3C26FC5-A2EC-D3E9-CC6F-543CE42A729F}"/>
                    </a:ext>
                  </a:extLst>
                </p14:cNvPr>
                <p14:cNvContentPartPr/>
                <p14:nvPr/>
              </p14:nvContentPartPr>
              <p14:xfrm>
                <a:off x="5332320" y="2488536"/>
                <a:ext cx="316080" cy="98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3C26FC5-A2EC-D3E9-CC6F-543CE42A729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323320" y="2479536"/>
                  <a:ext cx="33372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DD1ECE9-8AC6-3A38-9B4D-5A0232975F06}"/>
              </a:ext>
            </a:extLst>
          </p:cNvPr>
          <p:cNvGrpSpPr/>
          <p:nvPr/>
        </p:nvGrpSpPr>
        <p:grpSpPr>
          <a:xfrm>
            <a:off x="3141000" y="3042576"/>
            <a:ext cx="836640" cy="437040"/>
            <a:chOff x="3141000" y="3042576"/>
            <a:chExt cx="836640" cy="43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37B87DC-E3CF-AAF5-E48E-67021E52ECD4}"/>
                    </a:ext>
                  </a:extLst>
                </p14:cNvPr>
                <p14:cNvContentPartPr/>
                <p14:nvPr/>
              </p14:nvContentPartPr>
              <p14:xfrm>
                <a:off x="3195720" y="3042576"/>
                <a:ext cx="136080" cy="437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37B87DC-E3CF-AAF5-E48E-67021E52ECD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87080" y="3033936"/>
                  <a:ext cx="15372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57AFDD6-DB60-B979-CB27-F106458DBC90}"/>
                    </a:ext>
                  </a:extLst>
                </p14:cNvPr>
                <p14:cNvContentPartPr/>
                <p14:nvPr/>
              </p14:nvContentPartPr>
              <p14:xfrm>
                <a:off x="3141000" y="3218976"/>
                <a:ext cx="290520" cy="150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57AFDD6-DB60-B979-CB27-F106458DBC9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32360" y="3210336"/>
                  <a:ext cx="308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232641F-A022-8803-E36F-3A57930F5833}"/>
                    </a:ext>
                  </a:extLst>
                </p14:cNvPr>
                <p14:cNvContentPartPr/>
                <p14:nvPr/>
              </p14:nvContentPartPr>
              <p14:xfrm>
                <a:off x="3467880" y="3238416"/>
                <a:ext cx="293040" cy="84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232641F-A022-8803-E36F-3A57930F583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59240" y="3229776"/>
                  <a:ext cx="310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87A755C-B0CC-29D7-1572-2D8760E5A6FE}"/>
                    </a:ext>
                  </a:extLst>
                </p14:cNvPr>
                <p14:cNvContentPartPr/>
                <p14:nvPr/>
              </p14:nvContentPartPr>
              <p14:xfrm>
                <a:off x="3823560" y="3087216"/>
                <a:ext cx="81000" cy="199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87A755C-B0CC-29D7-1572-2D8760E5A6F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14920" y="3078576"/>
                  <a:ext cx="98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D079FA3-CE7E-315F-376D-86F4CE6C441C}"/>
                    </a:ext>
                  </a:extLst>
                </p14:cNvPr>
                <p14:cNvContentPartPr/>
                <p14:nvPr/>
              </p14:nvContentPartPr>
              <p14:xfrm>
                <a:off x="3809160" y="3150576"/>
                <a:ext cx="168480" cy="15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D079FA3-CE7E-315F-376D-86F4CE6C441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00520" y="3141936"/>
                  <a:ext cx="18612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2CFDB4D-5015-BA7C-1725-F7C8A373D33B}"/>
              </a:ext>
            </a:extLst>
          </p:cNvPr>
          <p:cNvGrpSpPr/>
          <p:nvPr/>
        </p:nvGrpSpPr>
        <p:grpSpPr>
          <a:xfrm>
            <a:off x="4187160" y="3124656"/>
            <a:ext cx="173520" cy="55440"/>
            <a:chOff x="4187160" y="3124656"/>
            <a:chExt cx="173520" cy="5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6576DC3-AE87-FB2B-824E-4CA4C7CAC0CB}"/>
                    </a:ext>
                  </a:extLst>
                </p14:cNvPr>
                <p14:cNvContentPartPr/>
                <p14:nvPr/>
              </p14:nvContentPartPr>
              <p14:xfrm>
                <a:off x="4187160" y="3124656"/>
                <a:ext cx="119880" cy="15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6576DC3-AE87-FB2B-824E-4CA4C7CAC0C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78520" y="3115656"/>
                  <a:ext cx="1375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C911E5F-E269-791A-B5C2-2F49E39F16AA}"/>
                    </a:ext>
                  </a:extLst>
                </p14:cNvPr>
                <p14:cNvContentPartPr/>
                <p14:nvPr/>
              </p14:nvContentPartPr>
              <p14:xfrm>
                <a:off x="4216320" y="3141576"/>
                <a:ext cx="144360" cy="38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C911E5F-E269-791A-B5C2-2F49E39F16A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07680" y="3132936"/>
                  <a:ext cx="16200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8A80EF7-2B25-19F4-356D-95BAD6CDFD55}"/>
              </a:ext>
            </a:extLst>
          </p:cNvPr>
          <p:cNvGrpSpPr/>
          <p:nvPr/>
        </p:nvGrpSpPr>
        <p:grpSpPr>
          <a:xfrm>
            <a:off x="4574880" y="2802096"/>
            <a:ext cx="809640" cy="442440"/>
            <a:chOff x="4574880" y="2802096"/>
            <a:chExt cx="809640" cy="4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EC1376F-164A-930E-E9B5-DC4F82953031}"/>
                    </a:ext>
                  </a:extLst>
                </p14:cNvPr>
                <p14:cNvContentPartPr/>
                <p14:nvPr/>
              </p14:nvContentPartPr>
              <p14:xfrm>
                <a:off x="4582080" y="2802096"/>
                <a:ext cx="190440" cy="442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EC1376F-164A-930E-E9B5-DC4F8295303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73440" y="2793096"/>
                  <a:ext cx="20808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ACFE3F9-CCF0-4B66-E7AB-36B228DE570C}"/>
                    </a:ext>
                  </a:extLst>
                </p14:cNvPr>
                <p14:cNvContentPartPr/>
                <p14:nvPr/>
              </p14:nvContentPartPr>
              <p14:xfrm>
                <a:off x="4574880" y="3035376"/>
                <a:ext cx="300240" cy="109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ACFE3F9-CCF0-4B66-E7AB-36B228DE570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65880" y="3026376"/>
                  <a:ext cx="3178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EE00BA5-9C00-DB84-00A0-6D511D47B6F0}"/>
                    </a:ext>
                  </a:extLst>
                </p14:cNvPr>
                <p14:cNvContentPartPr/>
                <p14:nvPr/>
              </p14:nvContentPartPr>
              <p14:xfrm>
                <a:off x="4872240" y="3016656"/>
                <a:ext cx="256680" cy="95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EE00BA5-9C00-DB84-00A0-6D511D47B6F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863240" y="3008016"/>
                  <a:ext cx="2743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64B8FB7-FF2A-A796-9E22-11BEB39DFFD9}"/>
                    </a:ext>
                  </a:extLst>
                </p14:cNvPr>
                <p14:cNvContentPartPr/>
                <p14:nvPr/>
              </p14:nvContentPartPr>
              <p14:xfrm>
                <a:off x="5205240" y="2824776"/>
                <a:ext cx="91800" cy="236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64B8FB7-FF2A-A796-9E22-11BEB39DFF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96600" y="2815776"/>
                  <a:ext cx="1094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57A5E55-D9C3-5FBA-659D-3BA873203021}"/>
                    </a:ext>
                  </a:extLst>
                </p14:cNvPr>
                <p14:cNvContentPartPr/>
                <p14:nvPr/>
              </p14:nvContentPartPr>
              <p14:xfrm>
                <a:off x="5148000" y="2914776"/>
                <a:ext cx="173520" cy="11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57A5E55-D9C3-5FBA-659D-3BA87320302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139000" y="2906136"/>
                  <a:ext cx="191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00861D1-4E86-0550-E68F-2E620C3EB489}"/>
                    </a:ext>
                  </a:extLst>
                </p14:cNvPr>
                <p14:cNvContentPartPr/>
                <p14:nvPr/>
              </p14:nvContentPartPr>
              <p14:xfrm>
                <a:off x="5376960" y="2983896"/>
                <a:ext cx="7560" cy="35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00861D1-4E86-0550-E68F-2E620C3EB48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68320" y="2975256"/>
                  <a:ext cx="2520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50C96D1-570F-D97C-00DC-A73F350E88AB}"/>
              </a:ext>
            </a:extLst>
          </p:cNvPr>
          <p:cNvGrpSpPr/>
          <p:nvPr/>
        </p:nvGrpSpPr>
        <p:grpSpPr>
          <a:xfrm>
            <a:off x="5618520" y="2061576"/>
            <a:ext cx="2082600" cy="1034280"/>
            <a:chOff x="5618520" y="2061576"/>
            <a:chExt cx="2082600" cy="103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1E8E5DC-B47D-C577-CFF9-F52A7C5C57CE}"/>
                    </a:ext>
                  </a:extLst>
                </p14:cNvPr>
                <p14:cNvContentPartPr/>
                <p14:nvPr/>
              </p14:nvContentPartPr>
              <p14:xfrm>
                <a:off x="5698800" y="2321136"/>
                <a:ext cx="70920" cy="213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1E8E5DC-B47D-C577-CFF9-F52A7C5C57C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690160" y="2312136"/>
                  <a:ext cx="885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3771710-8F6C-15E2-2B13-7684CDDC7568}"/>
                    </a:ext>
                  </a:extLst>
                </p14:cNvPr>
                <p14:cNvContentPartPr/>
                <p14:nvPr/>
              </p14:nvContentPartPr>
              <p14:xfrm>
                <a:off x="5618520" y="2438856"/>
                <a:ext cx="154080" cy="7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3771710-8F6C-15E2-2B13-7684CDDC756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609520" y="2429856"/>
                  <a:ext cx="171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E539982-5F17-B199-5B6E-CF0939FD7236}"/>
                    </a:ext>
                  </a:extLst>
                </p14:cNvPr>
                <p14:cNvContentPartPr/>
                <p14:nvPr/>
              </p14:nvContentPartPr>
              <p14:xfrm>
                <a:off x="5840280" y="2484216"/>
                <a:ext cx="39240" cy="4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E539982-5F17-B199-5B6E-CF0939FD723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31640" y="2475216"/>
                  <a:ext cx="568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0FFC36A-6062-289E-4A7C-3E9E58C50DD3}"/>
                    </a:ext>
                  </a:extLst>
                </p14:cNvPr>
                <p14:cNvContentPartPr/>
                <p14:nvPr/>
              </p14:nvContentPartPr>
              <p14:xfrm>
                <a:off x="5938200" y="2416536"/>
                <a:ext cx="226800" cy="199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0FFC36A-6062-289E-4A7C-3E9E58C50DD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929560" y="2407536"/>
                  <a:ext cx="2444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8C7E890-393F-CFC6-D6FE-A0EA6F5B37D8}"/>
                    </a:ext>
                  </a:extLst>
                </p14:cNvPr>
                <p14:cNvContentPartPr/>
                <p14:nvPr/>
              </p14:nvContentPartPr>
              <p14:xfrm>
                <a:off x="6278400" y="2230776"/>
                <a:ext cx="83880" cy="205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8C7E890-393F-CFC6-D6FE-A0EA6F5B37D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69760" y="2221776"/>
                  <a:ext cx="1015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1DE1B3E-A7ED-089C-01DB-B3AC7D330041}"/>
                    </a:ext>
                  </a:extLst>
                </p14:cNvPr>
                <p14:cNvContentPartPr/>
                <p14:nvPr/>
              </p14:nvContentPartPr>
              <p14:xfrm>
                <a:off x="6228000" y="2311056"/>
                <a:ext cx="190440" cy="52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1DE1B3E-A7ED-089C-01DB-B3AC7D33004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19360" y="2302416"/>
                  <a:ext cx="2080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3648CF3-A287-723C-C02A-80EA4AB64893}"/>
                    </a:ext>
                  </a:extLst>
                </p14:cNvPr>
                <p14:cNvContentPartPr/>
                <p14:nvPr/>
              </p14:nvContentPartPr>
              <p14:xfrm>
                <a:off x="6540120" y="2212056"/>
                <a:ext cx="17280" cy="119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3648CF3-A287-723C-C02A-80EA4AB6489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531480" y="2203056"/>
                  <a:ext cx="349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EC2E3DE-FFEC-5257-0255-5AA02DC41294}"/>
                    </a:ext>
                  </a:extLst>
                </p14:cNvPr>
                <p14:cNvContentPartPr/>
                <p14:nvPr/>
              </p14:nvContentPartPr>
              <p14:xfrm>
                <a:off x="6418080" y="2194056"/>
                <a:ext cx="256320" cy="239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EC2E3DE-FFEC-5257-0255-5AA02DC4129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409440" y="2185056"/>
                  <a:ext cx="2739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18A7861-9457-6A50-19FC-289B12E890DE}"/>
                    </a:ext>
                  </a:extLst>
                </p14:cNvPr>
                <p14:cNvContentPartPr/>
                <p14:nvPr/>
              </p14:nvContentPartPr>
              <p14:xfrm>
                <a:off x="6704280" y="2287656"/>
                <a:ext cx="150840" cy="73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18A7861-9457-6A50-19FC-289B12E890D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695280" y="2278656"/>
                  <a:ext cx="1684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124D63D-0365-813F-04AB-4EA9F8F4A75F}"/>
                    </a:ext>
                  </a:extLst>
                </p14:cNvPr>
                <p14:cNvContentPartPr/>
                <p14:nvPr/>
              </p14:nvContentPartPr>
              <p14:xfrm>
                <a:off x="6913080" y="2090736"/>
                <a:ext cx="88200" cy="247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124D63D-0365-813F-04AB-4EA9F8F4A75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04440" y="2082096"/>
                  <a:ext cx="1058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C2CDF25-F0DB-E80E-38BA-C34006FB2266}"/>
                    </a:ext>
                  </a:extLst>
                </p14:cNvPr>
                <p14:cNvContentPartPr/>
                <p14:nvPr/>
              </p14:nvContentPartPr>
              <p14:xfrm>
                <a:off x="6871680" y="2241216"/>
                <a:ext cx="273600" cy="79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C2CDF25-F0DB-E80E-38BA-C34006FB226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863040" y="2232216"/>
                  <a:ext cx="2912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AEE93A8-4125-0D6B-2CFF-AA4FC5982CD6}"/>
                    </a:ext>
                  </a:extLst>
                </p14:cNvPr>
                <p14:cNvContentPartPr/>
                <p14:nvPr/>
              </p14:nvContentPartPr>
              <p14:xfrm>
                <a:off x="7190280" y="2087496"/>
                <a:ext cx="181800" cy="277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AEE93A8-4125-0D6B-2CFF-AA4FC5982CD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181280" y="2078856"/>
                  <a:ext cx="1994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C36943A-F05F-D8E3-4F4F-52430C4E5571}"/>
                    </a:ext>
                  </a:extLst>
                </p14:cNvPr>
                <p14:cNvContentPartPr/>
                <p14:nvPr/>
              </p14:nvContentPartPr>
              <p14:xfrm>
                <a:off x="7410600" y="2061576"/>
                <a:ext cx="100440" cy="2595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C36943A-F05F-D8E3-4F4F-52430C4E557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401600" y="2052576"/>
                  <a:ext cx="1180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9FCECF1-40DF-0F4C-AD0B-B144345CD485}"/>
                    </a:ext>
                  </a:extLst>
                </p14:cNvPr>
                <p14:cNvContentPartPr/>
                <p14:nvPr/>
              </p14:nvContentPartPr>
              <p14:xfrm>
                <a:off x="7627680" y="2190816"/>
                <a:ext cx="12600" cy="482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9FCECF1-40DF-0F4C-AD0B-B144345CD48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618680" y="2181816"/>
                  <a:ext cx="30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0BA02AF-D39E-D87D-C025-8A79949453D3}"/>
                    </a:ext>
                  </a:extLst>
                </p14:cNvPr>
                <p14:cNvContentPartPr/>
                <p14:nvPr/>
              </p14:nvContentPartPr>
              <p14:xfrm>
                <a:off x="7590960" y="2336976"/>
                <a:ext cx="110160" cy="109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0BA02AF-D39E-D87D-C025-8A79949453D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582320" y="2328336"/>
                  <a:ext cx="127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52C43D3-F67B-7D2F-39DC-A0E092E06E65}"/>
                    </a:ext>
                  </a:extLst>
                </p14:cNvPr>
                <p14:cNvContentPartPr/>
                <p14:nvPr/>
              </p14:nvContentPartPr>
              <p14:xfrm>
                <a:off x="5624640" y="2851416"/>
                <a:ext cx="235440" cy="244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52C43D3-F67B-7D2F-39DC-A0E092E06E6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16000" y="2842416"/>
                  <a:ext cx="2530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3352D92-75FA-5F9A-CCA5-088764C32E2E}"/>
                    </a:ext>
                  </a:extLst>
                </p14:cNvPr>
                <p14:cNvContentPartPr/>
                <p14:nvPr/>
              </p14:nvContentPartPr>
              <p14:xfrm>
                <a:off x="5940360" y="2760696"/>
                <a:ext cx="114840" cy="173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3352D92-75FA-5F9A-CCA5-088764C32E2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931360" y="2751696"/>
                  <a:ext cx="132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C046492-0614-EB39-78FD-41023C47A612}"/>
                    </a:ext>
                  </a:extLst>
                </p14:cNvPr>
                <p14:cNvContentPartPr/>
                <p14:nvPr/>
              </p14:nvContentPartPr>
              <p14:xfrm>
                <a:off x="5889240" y="2797776"/>
                <a:ext cx="190440" cy="51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C046492-0614-EB39-78FD-41023C47A61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880240" y="2789136"/>
                  <a:ext cx="208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2033E2A-C550-AB28-509D-484CE14DA67D}"/>
                    </a:ext>
                  </a:extLst>
                </p14:cNvPr>
                <p14:cNvContentPartPr/>
                <p14:nvPr/>
              </p14:nvContentPartPr>
              <p14:xfrm>
                <a:off x="6142680" y="2691936"/>
                <a:ext cx="188280" cy="1980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2033E2A-C550-AB28-509D-484CE14DA67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134040" y="2683296"/>
                  <a:ext cx="205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1FB34BC-71EA-9536-0911-A3D6551784BC}"/>
                    </a:ext>
                  </a:extLst>
                </p14:cNvPr>
                <p14:cNvContentPartPr/>
                <p14:nvPr/>
              </p14:nvContentPartPr>
              <p14:xfrm>
                <a:off x="6379920" y="2758896"/>
                <a:ext cx="101160" cy="79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1FB34BC-71EA-9536-0911-A3D6551784B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370920" y="2749896"/>
                  <a:ext cx="118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97A8E24-42F0-A527-0C56-AD22E413C8F7}"/>
                    </a:ext>
                  </a:extLst>
                </p14:cNvPr>
                <p14:cNvContentPartPr/>
                <p14:nvPr/>
              </p14:nvContentPartPr>
              <p14:xfrm>
                <a:off x="6593760" y="2701296"/>
                <a:ext cx="81000" cy="133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97A8E24-42F0-A527-0C56-AD22E413C8F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85120" y="2692296"/>
                  <a:ext cx="986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40E5369-C517-C97F-DC53-7E4173E7DA55}"/>
                    </a:ext>
                  </a:extLst>
                </p14:cNvPr>
                <p14:cNvContentPartPr/>
                <p14:nvPr/>
              </p14:nvContentPartPr>
              <p14:xfrm>
                <a:off x="6584040" y="2740176"/>
                <a:ext cx="200160" cy="48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40E5369-C517-C97F-DC53-7E4173E7DA5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75040" y="2731536"/>
                  <a:ext cx="217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9926A06-CF67-CB3C-7F2F-0FEB7CB647FF}"/>
                    </a:ext>
                  </a:extLst>
                </p14:cNvPr>
                <p14:cNvContentPartPr/>
                <p14:nvPr/>
              </p14:nvContentPartPr>
              <p14:xfrm>
                <a:off x="6847200" y="2601936"/>
                <a:ext cx="59040" cy="192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9926A06-CF67-CB3C-7F2F-0FEB7CB647F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38560" y="2593296"/>
                  <a:ext cx="76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B11406C-7CE3-BF14-25F7-05566D536385}"/>
                    </a:ext>
                  </a:extLst>
                </p14:cNvPr>
                <p14:cNvContentPartPr/>
                <p14:nvPr/>
              </p14:nvContentPartPr>
              <p14:xfrm>
                <a:off x="6779160" y="2696256"/>
                <a:ext cx="151560" cy="26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B11406C-7CE3-BF14-25F7-05566D53638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70160" y="2687616"/>
                  <a:ext cx="169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C4B0EFC-D343-B134-862C-462299B04DC0}"/>
                    </a:ext>
                  </a:extLst>
                </p14:cNvPr>
                <p14:cNvContentPartPr/>
                <p14:nvPr/>
              </p14:nvContentPartPr>
              <p14:xfrm>
                <a:off x="7008120" y="2609496"/>
                <a:ext cx="122400" cy="172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C4B0EFC-D343-B134-862C-462299B04DC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99480" y="2600496"/>
                  <a:ext cx="1400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A8E0703-37D9-6ACC-B4FC-53FC41B469DB}"/>
                    </a:ext>
                  </a:extLst>
                </p14:cNvPr>
                <p14:cNvContentPartPr/>
                <p14:nvPr/>
              </p14:nvContentPartPr>
              <p14:xfrm>
                <a:off x="7125480" y="2565576"/>
                <a:ext cx="88200" cy="269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A8E0703-37D9-6ACC-B4FC-53FC41B469D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116480" y="2556576"/>
                  <a:ext cx="10584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36FB996-78EA-9FD3-40BF-AC7DB10EACC8}"/>
              </a:ext>
            </a:extLst>
          </p:cNvPr>
          <p:cNvGrpSpPr/>
          <p:nvPr/>
        </p:nvGrpSpPr>
        <p:grpSpPr>
          <a:xfrm>
            <a:off x="7318080" y="2685096"/>
            <a:ext cx="32040" cy="165240"/>
            <a:chOff x="7318080" y="2685096"/>
            <a:chExt cx="32040" cy="1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8997D0B-BCFA-6A7D-BBCE-12878AE7C011}"/>
                    </a:ext>
                  </a:extLst>
                </p14:cNvPr>
                <p14:cNvContentPartPr/>
                <p14:nvPr/>
              </p14:nvContentPartPr>
              <p14:xfrm>
                <a:off x="7344720" y="2685096"/>
                <a:ext cx="5400" cy="360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8997D0B-BCFA-6A7D-BBCE-12878AE7C01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336080" y="2676096"/>
                  <a:ext cx="230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166BADE-92DE-82C0-694C-830C9CF69EB9}"/>
                    </a:ext>
                  </a:extLst>
                </p14:cNvPr>
                <p14:cNvContentPartPr/>
                <p14:nvPr/>
              </p14:nvContentPartPr>
              <p14:xfrm>
                <a:off x="7318080" y="2787336"/>
                <a:ext cx="27360" cy="630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166BADE-92DE-82C0-694C-830C9CF69EB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309080" y="2778696"/>
                  <a:ext cx="4500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FC4CB96-4216-65EF-27F2-CCD42BFAB80B}"/>
              </a:ext>
            </a:extLst>
          </p:cNvPr>
          <p:cNvGrpSpPr/>
          <p:nvPr/>
        </p:nvGrpSpPr>
        <p:grpSpPr>
          <a:xfrm>
            <a:off x="1623600" y="130896"/>
            <a:ext cx="5212080" cy="819720"/>
            <a:chOff x="1623600" y="130896"/>
            <a:chExt cx="5212080" cy="81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5908ECE-FCE7-0820-974F-5B9AD28B1744}"/>
                    </a:ext>
                  </a:extLst>
                </p14:cNvPr>
                <p14:cNvContentPartPr/>
                <p14:nvPr/>
              </p14:nvContentPartPr>
              <p14:xfrm>
                <a:off x="1623600" y="130896"/>
                <a:ext cx="5104800" cy="819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5908ECE-FCE7-0820-974F-5B9AD28B174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14960" y="121896"/>
                  <a:ext cx="5122440" cy="83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5316B27-67AE-F945-F39E-1890291CA14E}"/>
                    </a:ext>
                  </a:extLst>
                </p14:cNvPr>
                <p14:cNvContentPartPr/>
                <p14:nvPr/>
              </p14:nvContentPartPr>
              <p14:xfrm>
                <a:off x="6608520" y="490176"/>
                <a:ext cx="141840" cy="85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5316B27-67AE-F945-F39E-1890291CA14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599520" y="481176"/>
                  <a:ext cx="1594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CE78CB8-1FB7-7E78-69E5-0E9C550CFCB6}"/>
                    </a:ext>
                  </a:extLst>
                </p14:cNvPr>
                <p14:cNvContentPartPr/>
                <p14:nvPr/>
              </p14:nvContentPartPr>
              <p14:xfrm>
                <a:off x="6706080" y="499536"/>
                <a:ext cx="129600" cy="112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CE78CB8-1FB7-7E78-69E5-0E9C550CFCB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697080" y="490896"/>
                  <a:ext cx="14724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A54EA78-F89A-B41F-8F15-9A1EF44A9AD6}"/>
              </a:ext>
            </a:extLst>
          </p:cNvPr>
          <p:cNvGrpSpPr/>
          <p:nvPr/>
        </p:nvGrpSpPr>
        <p:grpSpPr>
          <a:xfrm>
            <a:off x="3263040" y="3641976"/>
            <a:ext cx="261360" cy="324720"/>
            <a:chOff x="3263040" y="3641976"/>
            <a:chExt cx="261360" cy="32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9E24840-93D8-FB38-6367-A102BC7DA970}"/>
                    </a:ext>
                  </a:extLst>
                </p14:cNvPr>
                <p14:cNvContentPartPr/>
                <p14:nvPr/>
              </p14:nvContentPartPr>
              <p14:xfrm>
                <a:off x="3263040" y="3836736"/>
                <a:ext cx="7560" cy="82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9E24840-93D8-FB38-6367-A102BC7DA97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254400" y="3827736"/>
                  <a:ext cx="252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CD59ABD-CCEC-D93F-2CC1-EC3D628D444D}"/>
                    </a:ext>
                  </a:extLst>
                </p14:cNvPr>
                <p14:cNvContentPartPr/>
                <p14:nvPr/>
              </p14:nvContentPartPr>
              <p14:xfrm>
                <a:off x="3265560" y="3704976"/>
                <a:ext cx="12600" cy="35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CD59ABD-CCEC-D93F-2CC1-EC3D628D444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256560" y="3695976"/>
                  <a:ext cx="30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2F3AA7D-80EF-8E90-2F7D-DF09BBA94718}"/>
                    </a:ext>
                  </a:extLst>
                </p14:cNvPr>
                <p14:cNvContentPartPr/>
                <p14:nvPr/>
              </p14:nvContentPartPr>
              <p14:xfrm>
                <a:off x="3399120" y="3641976"/>
                <a:ext cx="125280" cy="324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2F3AA7D-80EF-8E90-2F7D-DF09BBA9471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390120" y="3633336"/>
                  <a:ext cx="1429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8C91A5A-0307-C372-4ECD-BBA0E7248188}"/>
                    </a:ext>
                  </a:extLst>
                </p14:cNvPr>
                <p14:cNvContentPartPr/>
                <p14:nvPr/>
              </p14:nvContentPartPr>
              <p14:xfrm>
                <a:off x="3380040" y="3785256"/>
                <a:ext cx="144360" cy="37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8C91A5A-0307-C372-4ECD-BBA0E724818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371400" y="3776616"/>
                  <a:ext cx="16200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A0B07FF-36CC-F856-6236-ED876D16CEDB}"/>
                  </a:ext>
                </a:extLst>
              </p14:cNvPr>
              <p14:cNvContentPartPr/>
              <p14:nvPr/>
            </p14:nvContentPartPr>
            <p14:xfrm>
              <a:off x="3742560" y="3548736"/>
              <a:ext cx="140040" cy="3117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A0B07FF-36CC-F856-6236-ED876D16CED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733920" y="3540096"/>
                <a:ext cx="157680" cy="32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1762A714-7D7D-8EF8-9D36-370A5BB5BC4A}"/>
              </a:ext>
            </a:extLst>
          </p:cNvPr>
          <p:cNvGrpSpPr/>
          <p:nvPr/>
        </p:nvGrpSpPr>
        <p:grpSpPr>
          <a:xfrm>
            <a:off x="4077360" y="3464496"/>
            <a:ext cx="661320" cy="359640"/>
            <a:chOff x="4077360" y="3464496"/>
            <a:chExt cx="661320" cy="35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F599F9C-3587-A7A9-7248-1F5F42129941}"/>
                    </a:ext>
                  </a:extLst>
                </p14:cNvPr>
                <p14:cNvContentPartPr/>
                <p14:nvPr/>
              </p14:nvContentPartPr>
              <p14:xfrm>
                <a:off x="4099680" y="3489336"/>
                <a:ext cx="124200" cy="334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F599F9C-3587-A7A9-7248-1F5F4212994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091040" y="3480336"/>
                  <a:ext cx="1418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CB43715-A6A3-3627-E77F-909196CE5D0A}"/>
                    </a:ext>
                  </a:extLst>
                </p14:cNvPr>
                <p14:cNvContentPartPr/>
                <p14:nvPr/>
              </p14:nvContentPartPr>
              <p14:xfrm>
                <a:off x="4077360" y="3653856"/>
                <a:ext cx="171000" cy="116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CB43715-A6A3-3627-E77F-909196CE5D0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068720" y="3645216"/>
                  <a:ext cx="188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C5C0997-5BBA-C701-36C6-D8EF47ACD766}"/>
                    </a:ext>
                  </a:extLst>
                </p14:cNvPr>
                <p14:cNvContentPartPr/>
                <p14:nvPr/>
              </p14:nvContentPartPr>
              <p14:xfrm>
                <a:off x="4290480" y="3627576"/>
                <a:ext cx="209160" cy="93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C5C0997-5BBA-C701-36C6-D8EF47ACD76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281840" y="3618936"/>
                  <a:ext cx="2268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681F61F-75C4-6EF6-BCB3-1208CEB3CB0B}"/>
                    </a:ext>
                  </a:extLst>
                </p14:cNvPr>
                <p14:cNvContentPartPr/>
                <p14:nvPr/>
              </p14:nvContentPartPr>
              <p14:xfrm>
                <a:off x="4615560" y="3464496"/>
                <a:ext cx="103320" cy="208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681F61F-75C4-6EF6-BCB3-1208CEB3CB0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606920" y="3455496"/>
                  <a:ext cx="1209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3A2F138-0BB8-09BE-D529-CFF66E4B7708}"/>
                    </a:ext>
                  </a:extLst>
                </p14:cNvPr>
                <p14:cNvContentPartPr/>
                <p14:nvPr/>
              </p14:nvContentPartPr>
              <p14:xfrm>
                <a:off x="4565160" y="3550536"/>
                <a:ext cx="173520" cy="45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3A2F138-0BB8-09BE-D529-CFF66E4B770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556160" y="3541536"/>
                  <a:ext cx="19116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5E72D38-D981-7DA3-FA8D-80659BE9CE55}"/>
              </a:ext>
            </a:extLst>
          </p:cNvPr>
          <p:cNvGrpSpPr/>
          <p:nvPr/>
        </p:nvGrpSpPr>
        <p:grpSpPr>
          <a:xfrm>
            <a:off x="4928400" y="3093696"/>
            <a:ext cx="1378080" cy="486360"/>
            <a:chOff x="4928400" y="3093696"/>
            <a:chExt cx="1378080" cy="48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6B0F56F-D28F-EE10-856B-144F7F7A6769}"/>
                    </a:ext>
                  </a:extLst>
                </p14:cNvPr>
                <p14:cNvContentPartPr/>
                <p14:nvPr/>
              </p14:nvContentPartPr>
              <p14:xfrm>
                <a:off x="4950360" y="3498336"/>
                <a:ext cx="112680" cy="11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6B0F56F-D28F-EE10-856B-144F7F7A676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941720" y="3489696"/>
                  <a:ext cx="130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7E01AED-D1DF-0A3F-14CD-BFD275B6517C}"/>
                    </a:ext>
                  </a:extLst>
                </p14:cNvPr>
                <p14:cNvContentPartPr/>
                <p14:nvPr/>
              </p14:nvContentPartPr>
              <p14:xfrm>
                <a:off x="4928400" y="3534336"/>
                <a:ext cx="132120" cy="45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7E01AED-D1DF-0A3F-14CD-BFD275B6517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919760" y="3525336"/>
                  <a:ext cx="149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DFD4218-4FF8-1E3B-45B1-EB3A161C5B77}"/>
                    </a:ext>
                  </a:extLst>
                </p14:cNvPr>
                <p14:cNvContentPartPr/>
                <p14:nvPr/>
              </p14:nvContentPartPr>
              <p14:xfrm>
                <a:off x="5199120" y="3453696"/>
                <a:ext cx="136800" cy="23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DFD4218-4FF8-1E3B-45B1-EB3A161C5B7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190120" y="3445056"/>
                  <a:ext cx="1544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667DF55-3E64-FB28-D425-8D15A5562CC9}"/>
                    </a:ext>
                  </a:extLst>
                </p14:cNvPr>
                <p14:cNvContentPartPr/>
                <p14:nvPr/>
              </p14:nvContentPartPr>
              <p14:xfrm>
                <a:off x="5221080" y="3499416"/>
                <a:ext cx="102600" cy="26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667DF55-3E64-FB28-D425-8D15A5562CC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212080" y="3490416"/>
                  <a:ext cx="1202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4C75FDD-93B6-998B-3BBE-0892B355FAF6}"/>
                    </a:ext>
                  </a:extLst>
                </p14:cNvPr>
                <p14:cNvContentPartPr/>
                <p14:nvPr/>
              </p14:nvContentPartPr>
              <p14:xfrm>
                <a:off x="5479560" y="3395016"/>
                <a:ext cx="168480" cy="58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4C75FDD-93B6-998B-3BBE-0892B355FAF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470560" y="3386016"/>
                  <a:ext cx="186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4B681DD-6DEE-C0FA-7AEC-99821182FC5D}"/>
                    </a:ext>
                  </a:extLst>
                </p14:cNvPr>
                <p14:cNvContentPartPr/>
                <p14:nvPr/>
              </p14:nvContentPartPr>
              <p14:xfrm>
                <a:off x="5696640" y="3351096"/>
                <a:ext cx="136800" cy="45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4B681DD-6DEE-C0FA-7AEC-99821182FC5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687640" y="3342456"/>
                  <a:ext cx="154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E5C1EDC-26F6-59E3-7B6F-33955AF0E07B}"/>
                    </a:ext>
                  </a:extLst>
                </p14:cNvPr>
                <p14:cNvContentPartPr/>
                <p14:nvPr/>
              </p14:nvContentPartPr>
              <p14:xfrm>
                <a:off x="5950440" y="3174336"/>
                <a:ext cx="29160" cy="196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E5C1EDC-26F6-59E3-7B6F-33955AF0E07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941800" y="3165336"/>
                  <a:ext cx="46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4F33C8D-6828-6719-AB4C-DE6FD212F454}"/>
                    </a:ext>
                  </a:extLst>
                </p14:cNvPr>
                <p14:cNvContentPartPr/>
                <p14:nvPr/>
              </p14:nvContentPartPr>
              <p14:xfrm>
                <a:off x="6076800" y="3178296"/>
                <a:ext cx="7560" cy="151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4F33C8D-6828-6719-AB4C-DE6FD212F45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068160" y="3169296"/>
                  <a:ext cx="252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80658CF-524F-6970-48B4-7E6660C16184}"/>
                    </a:ext>
                  </a:extLst>
                </p14:cNvPr>
                <p14:cNvContentPartPr/>
                <p14:nvPr/>
              </p14:nvContentPartPr>
              <p14:xfrm>
                <a:off x="6190200" y="3093696"/>
                <a:ext cx="116280" cy="3168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80658CF-524F-6970-48B4-7E6660C1618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181200" y="3085056"/>
                  <a:ext cx="133920" cy="33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B615B7A-FD57-96A5-D1D0-64C98041FB6A}"/>
                  </a:ext>
                </a:extLst>
              </p14:cNvPr>
              <p14:cNvContentPartPr/>
              <p14:nvPr/>
            </p14:nvContentPartPr>
            <p14:xfrm>
              <a:off x="6482160" y="3028896"/>
              <a:ext cx="151920" cy="42408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B615B7A-FD57-96A5-D1D0-64C98041FB6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6473160" y="3019896"/>
                <a:ext cx="169560" cy="44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CBFECE45-D6C2-C246-678B-7450FA31F4A7}"/>
              </a:ext>
            </a:extLst>
          </p:cNvPr>
          <p:cNvGrpSpPr/>
          <p:nvPr/>
        </p:nvGrpSpPr>
        <p:grpSpPr>
          <a:xfrm>
            <a:off x="3960360" y="4059936"/>
            <a:ext cx="622080" cy="250920"/>
            <a:chOff x="3960360" y="4059936"/>
            <a:chExt cx="62208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9B5ED96-2C1E-2AD6-4319-8ECCA97A7D26}"/>
                    </a:ext>
                  </a:extLst>
                </p14:cNvPr>
                <p14:cNvContentPartPr/>
                <p14:nvPr/>
              </p14:nvContentPartPr>
              <p14:xfrm>
                <a:off x="3960360" y="4160376"/>
                <a:ext cx="278280" cy="1504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9B5ED96-2C1E-2AD6-4319-8ECCA97A7D2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951720" y="4151736"/>
                  <a:ext cx="2959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7526585-D1A0-F973-3BC6-55419EA1943A}"/>
                    </a:ext>
                  </a:extLst>
                </p14:cNvPr>
                <p14:cNvContentPartPr/>
                <p14:nvPr/>
              </p14:nvContentPartPr>
              <p14:xfrm>
                <a:off x="4308480" y="4136616"/>
                <a:ext cx="135000" cy="72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7526585-D1A0-F973-3BC6-55419EA1943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299480" y="4127616"/>
                  <a:ext cx="1526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1CDF8CF-2ACB-C229-2543-FCEA7F0A191D}"/>
                    </a:ext>
                  </a:extLst>
                </p14:cNvPr>
                <p14:cNvContentPartPr/>
                <p14:nvPr/>
              </p14:nvContentPartPr>
              <p14:xfrm>
                <a:off x="4476600" y="4059936"/>
                <a:ext cx="105840" cy="138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1CDF8CF-2ACB-C229-2543-FCEA7F0A191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467960" y="4051296"/>
                  <a:ext cx="1234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D1246CBA-C5B8-1713-B7A6-3D905976C5FC}"/>
              </a:ext>
            </a:extLst>
          </p:cNvPr>
          <p:cNvGrpSpPr/>
          <p:nvPr/>
        </p:nvGrpSpPr>
        <p:grpSpPr>
          <a:xfrm>
            <a:off x="4804200" y="4034016"/>
            <a:ext cx="161280" cy="97920"/>
            <a:chOff x="4804200" y="4034016"/>
            <a:chExt cx="161280" cy="9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401BDB7-776A-002F-1925-5C25E397DDC2}"/>
                    </a:ext>
                  </a:extLst>
                </p14:cNvPr>
                <p14:cNvContentPartPr/>
                <p14:nvPr/>
              </p14:nvContentPartPr>
              <p14:xfrm>
                <a:off x="4804200" y="4034016"/>
                <a:ext cx="132120" cy="360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401BDB7-776A-002F-1925-5C25E397DDC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795200" y="4025376"/>
                  <a:ext cx="149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975C7E2-7E71-F21B-0423-0BF2157349FD}"/>
                    </a:ext>
                  </a:extLst>
                </p14:cNvPr>
                <p14:cNvContentPartPr/>
                <p14:nvPr/>
              </p14:nvContentPartPr>
              <p14:xfrm>
                <a:off x="4830840" y="4081896"/>
                <a:ext cx="134640" cy="50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975C7E2-7E71-F21B-0423-0BF2157349F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822200" y="4073256"/>
                  <a:ext cx="15228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015648A9-AE76-0C7E-F9F4-8C611C318BAA}"/>
              </a:ext>
            </a:extLst>
          </p:cNvPr>
          <p:cNvGrpSpPr/>
          <p:nvPr/>
        </p:nvGrpSpPr>
        <p:grpSpPr>
          <a:xfrm>
            <a:off x="5196960" y="3739896"/>
            <a:ext cx="768240" cy="388080"/>
            <a:chOff x="5196960" y="3739896"/>
            <a:chExt cx="76824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14D8448-57FE-221C-D10C-2D29613875A8}"/>
                    </a:ext>
                  </a:extLst>
                </p14:cNvPr>
                <p14:cNvContentPartPr/>
                <p14:nvPr/>
              </p14:nvContentPartPr>
              <p14:xfrm>
                <a:off x="5196960" y="3955536"/>
                <a:ext cx="173160" cy="82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14D8448-57FE-221C-D10C-2D29613875A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188320" y="3946536"/>
                  <a:ext cx="1908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8A7254A-4F40-1E54-4C9E-CCBC47977E51}"/>
                    </a:ext>
                  </a:extLst>
                </p14:cNvPr>
                <p14:cNvContentPartPr/>
                <p14:nvPr/>
              </p14:nvContentPartPr>
              <p14:xfrm>
                <a:off x="5428440" y="3928896"/>
                <a:ext cx="133920" cy="41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8A7254A-4F40-1E54-4C9E-CCBC47977E5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419440" y="3920256"/>
                  <a:ext cx="151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BE81222-868D-21C4-7BA4-E5DC2ED7DC18}"/>
                    </a:ext>
                  </a:extLst>
                </p14:cNvPr>
                <p14:cNvContentPartPr/>
                <p14:nvPr/>
              </p14:nvContentPartPr>
              <p14:xfrm>
                <a:off x="5672520" y="3764376"/>
                <a:ext cx="36360" cy="186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BE81222-868D-21C4-7BA4-E5DC2ED7DC1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663880" y="3755376"/>
                  <a:ext cx="540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9EF7465-F363-FAFA-B77B-44A4BECDA7DC}"/>
                    </a:ext>
                  </a:extLst>
                </p14:cNvPr>
                <p14:cNvContentPartPr/>
                <p14:nvPr/>
              </p14:nvContentPartPr>
              <p14:xfrm>
                <a:off x="5769720" y="3739896"/>
                <a:ext cx="19800" cy="1915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9EF7465-F363-FAFA-B77B-44A4BECDA7D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760720" y="3730896"/>
                  <a:ext cx="37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E7B37D8-006A-974B-BFC3-5AF55F1C5088}"/>
                    </a:ext>
                  </a:extLst>
                </p14:cNvPr>
                <p14:cNvContentPartPr/>
                <p14:nvPr/>
              </p14:nvContentPartPr>
              <p14:xfrm>
                <a:off x="5881680" y="3800736"/>
                <a:ext cx="7560" cy="41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E7B37D8-006A-974B-BFC3-5AF55F1C508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873040" y="3792096"/>
                  <a:ext cx="25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35B7C67-8778-D76F-4604-A9B9D6F3EF8F}"/>
                    </a:ext>
                  </a:extLst>
                </p14:cNvPr>
                <p14:cNvContentPartPr/>
                <p14:nvPr/>
              </p14:nvContentPartPr>
              <p14:xfrm>
                <a:off x="5852520" y="3907296"/>
                <a:ext cx="112680" cy="2206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35B7C67-8778-D76F-4604-A9B9D6F3EF8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843880" y="3898656"/>
                  <a:ext cx="130320" cy="23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B10DA193-5821-2A5D-D716-483D93D79AA9}"/>
                  </a:ext>
                </a:extLst>
              </p14:cNvPr>
              <p14:cNvContentPartPr/>
              <p14:nvPr/>
            </p14:nvContentPartPr>
            <p14:xfrm>
              <a:off x="3348360" y="4469616"/>
              <a:ext cx="151560" cy="35244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B10DA193-5821-2A5D-D716-483D93D79AA9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3339720" y="4460976"/>
                <a:ext cx="169200" cy="37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1054BB2-C54C-26EC-A480-D2D4A7E7BBA2}"/>
              </a:ext>
            </a:extLst>
          </p:cNvPr>
          <p:cNvGrpSpPr/>
          <p:nvPr/>
        </p:nvGrpSpPr>
        <p:grpSpPr>
          <a:xfrm>
            <a:off x="3348360" y="4934736"/>
            <a:ext cx="927000" cy="331920"/>
            <a:chOff x="3348360" y="4934736"/>
            <a:chExt cx="92700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2A05303-633B-DB16-9CF5-A5CF9C79C2EF}"/>
                    </a:ext>
                  </a:extLst>
                </p14:cNvPr>
                <p14:cNvContentPartPr/>
                <p14:nvPr/>
              </p14:nvContentPartPr>
              <p14:xfrm>
                <a:off x="3348360" y="5112576"/>
                <a:ext cx="178200" cy="1540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2A05303-633B-DB16-9CF5-A5CF9C79C2E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339720" y="5103936"/>
                  <a:ext cx="1958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7781054-6D9B-40A0-41D4-2923AF39B7E9}"/>
                    </a:ext>
                  </a:extLst>
                </p14:cNvPr>
                <p14:cNvContentPartPr/>
                <p14:nvPr/>
              </p14:nvContentPartPr>
              <p14:xfrm>
                <a:off x="3689640" y="4934736"/>
                <a:ext cx="37080" cy="2498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7781054-6D9B-40A0-41D4-2923AF39B7E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681000" y="4925736"/>
                  <a:ext cx="547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BFF1A16-B13A-40B8-419B-574B28312388}"/>
                    </a:ext>
                  </a:extLst>
                </p14:cNvPr>
                <p14:cNvContentPartPr/>
                <p14:nvPr/>
              </p14:nvContentPartPr>
              <p14:xfrm>
                <a:off x="3665520" y="5043456"/>
                <a:ext cx="278280" cy="824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BFF1A16-B13A-40B8-419B-574B2831238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656520" y="5034816"/>
                  <a:ext cx="295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5DFC5B7-532D-E56F-B96F-E05F2D857996}"/>
                    </a:ext>
                  </a:extLst>
                </p14:cNvPr>
                <p14:cNvContentPartPr/>
                <p14:nvPr/>
              </p14:nvContentPartPr>
              <p14:xfrm>
                <a:off x="4030200" y="4977216"/>
                <a:ext cx="34200" cy="1303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5DFC5B7-532D-E56F-B96F-E05F2D85799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021560" y="4968216"/>
                  <a:ext cx="518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E23083C-B3B3-FD7E-74BF-FD2789A493ED}"/>
                    </a:ext>
                  </a:extLst>
                </p14:cNvPr>
                <p14:cNvContentPartPr/>
                <p14:nvPr/>
              </p14:nvContentPartPr>
              <p14:xfrm>
                <a:off x="4140720" y="5020776"/>
                <a:ext cx="134640" cy="446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E23083C-B3B3-FD7E-74BF-FD2789A493E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132080" y="5011776"/>
                  <a:ext cx="15228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B022976D-4616-ACE2-F417-5FB12DCB983D}"/>
              </a:ext>
            </a:extLst>
          </p:cNvPr>
          <p:cNvGrpSpPr/>
          <p:nvPr/>
        </p:nvGrpSpPr>
        <p:grpSpPr>
          <a:xfrm>
            <a:off x="4721040" y="4537656"/>
            <a:ext cx="660960" cy="554760"/>
            <a:chOff x="4721040" y="4537656"/>
            <a:chExt cx="660960" cy="55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B9FBD77-C124-362F-6C30-33A690F0DFE1}"/>
                    </a:ext>
                  </a:extLst>
                </p14:cNvPr>
                <p14:cNvContentPartPr/>
                <p14:nvPr/>
              </p14:nvContentPartPr>
              <p14:xfrm>
                <a:off x="4721040" y="4804056"/>
                <a:ext cx="154080" cy="158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B9FBD77-C124-362F-6C30-33A690F0DFE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712400" y="4795056"/>
                  <a:ext cx="1717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3E65E78-8FF2-369D-8B41-8622BF65D559}"/>
                    </a:ext>
                  </a:extLst>
                </p14:cNvPr>
                <p14:cNvContentPartPr/>
                <p14:nvPr/>
              </p14:nvContentPartPr>
              <p14:xfrm>
                <a:off x="4970520" y="4537656"/>
                <a:ext cx="255600" cy="3423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3E65E78-8FF2-369D-8B41-8622BF65D55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961880" y="4528656"/>
                  <a:ext cx="2732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01954D8-E0C3-3295-169A-0449673D3F28}"/>
                    </a:ext>
                  </a:extLst>
                </p14:cNvPr>
                <p14:cNvContentPartPr/>
                <p14:nvPr/>
              </p14:nvContentPartPr>
              <p14:xfrm>
                <a:off x="5369760" y="4738896"/>
                <a:ext cx="7560" cy="33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01954D8-E0C3-3295-169A-0449673D3F2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360760" y="4729896"/>
                  <a:ext cx="25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5E56C55-55F0-E525-3EA0-1CBF5C2CFE60}"/>
                    </a:ext>
                  </a:extLst>
                </p14:cNvPr>
                <p14:cNvContentPartPr/>
                <p14:nvPr/>
              </p14:nvContentPartPr>
              <p14:xfrm>
                <a:off x="5181840" y="4911696"/>
                <a:ext cx="200160" cy="1807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5E56C55-55F0-E525-3EA0-1CBF5C2CFE6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173200" y="4903056"/>
                  <a:ext cx="217800" cy="19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C243930E-66B0-A987-0753-F8EAA888B8A3}"/>
                  </a:ext>
                </a:extLst>
              </p14:cNvPr>
              <p14:cNvContentPartPr/>
              <p14:nvPr/>
            </p14:nvContentPartPr>
            <p14:xfrm>
              <a:off x="2548800" y="5537016"/>
              <a:ext cx="209880" cy="43236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C243930E-66B0-A987-0753-F8EAA888B8A3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2539800" y="5528016"/>
                <a:ext cx="227520" cy="45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5419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90</Words>
  <Application>Microsoft Office PowerPoint</Application>
  <PresentationFormat>Widescreen</PresentationFormat>
  <Paragraphs>13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Queue</vt:lpstr>
      <vt:lpstr>Queue Abstract Datatype</vt:lpstr>
      <vt:lpstr>Queue using a static array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Static Array in a Circular Arrangement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Queue using a linked data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1</cp:revision>
  <dcterms:created xsi:type="dcterms:W3CDTF">2026-05-14T15:26:53Z</dcterms:created>
  <dcterms:modified xsi:type="dcterms:W3CDTF">2026-05-14T16:17:59Z</dcterms:modified>
</cp:coreProperties>
</file>